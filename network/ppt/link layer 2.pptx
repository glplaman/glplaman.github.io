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0"/>
  </p:notesMasterIdLst>
  <p:sldIdLst>
    <p:sldId id="305" r:id="rId2"/>
    <p:sldId id="353" r:id="rId3"/>
    <p:sldId id="434" r:id="rId4"/>
    <p:sldId id="413" r:id="rId5"/>
    <p:sldId id="445" r:id="rId6"/>
    <p:sldId id="467" r:id="rId7"/>
    <p:sldId id="444" r:id="rId8"/>
    <p:sldId id="443" r:id="rId9"/>
    <p:sldId id="451" r:id="rId10"/>
    <p:sldId id="446" r:id="rId11"/>
    <p:sldId id="454" r:id="rId12"/>
    <p:sldId id="453" r:id="rId13"/>
    <p:sldId id="435" r:id="rId14"/>
    <p:sldId id="440" r:id="rId15"/>
    <p:sldId id="410" r:id="rId16"/>
    <p:sldId id="439" r:id="rId17"/>
    <p:sldId id="457" r:id="rId18"/>
    <p:sldId id="456" r:id="rId19"/>
    <p:sldId id="462" r:id="rId20"/>
    <p:sldId id="459" r:id="rId21"/>
    <p:sldId id="460" r:id="rId22"/>
    <p:sldId id="463" r:id="rId23"/>
    <p:sldId id="464" r:id="rId24"/>
    <p:sldId id="461" r:id="rId25"/>
    <p:sldId id="465" r:id="rId26"/>
    <p:sldId id="466" r:id="rId27"/>
    <p:sldId id="458" r:id="rId28"/>
    <p:sldId id="455" r:id="rId29"/>
  </p:sldIdLst>
  <p:sldSz cx="12192000" cy="6858000"/>
  <p:notesSz cx="6858000" cy="9144000"/>
  <p:embeddedFontLst>
    <p:embeddedFont>
      <p:font typeface="27禹卫书法行书简体" panose="02010600030101010101" charset="-128"/>
      <p:regular r:id="rId31"/>
    </p:embeddedFont>
    <p:embeddedFont>
      <p:font typeface="等线" panose="02010600030101010101" pitchFamily="2" charset="-122"/>
      <p:regular r:id="rId32"/>
      <p:bold r:id="rId33"/>
    </p:embeddedFont>
    <p:embeddedFont>
      <p:font typeface="Cuprum" panose="02010600030101010101" charset="0"/>
      <p:regular r:id="rId34"/>
      <p:bold r:id="rId35"/>
      <p:italic r:id="rId36"/>
      <p:boldItalic r:id="rId37"/>
    </p:embeddedFont>
    <p:embeddedFont>
      <p:font typeface="IBM Plex Sans Light" panose="020B0403050203000203" pitchFamily="34" charset="0"/>
      <p:regular r:id="rId38"/>
      <p:italic r:id="rId39"/>
    </p:embeddedFont>
    <p:embeddedFont>
      <p:font typeface="Wingdings 3" panose="05040102010807070707" pitchFamily="18" charset="2"/>
      <p:regular r:id="rId40"/>
    </p:embeddedFont>
    <p:embeddedFont>
      <p:font typeface="微软雅黑" panose="020B0503020204020204" pitchFamily="34" charset="-122"/>
      <p:regular r:id="rId41"/>
      <p:bold r:id="rId42"/>
    </p:embeddedFont>
    <p:embeddedFont>
      <p:font typeface="微软雅黑 Light" panose="020B0502040204020203" pitchFamily="34" charset="-122"/>
      <p:regular r:id="rId43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nd" id="{46275B7E-A63B-4DD3-9281-80D1429B37A9}">
          <p14:sldIdLst>
            <p14:sldId id="305"/>
            <p14:sldId id="353"/>
            <p14:sldId id="434"/>
            <p14:sldId id="413"/>
            <p14:sldId id="445"/>
            <p14:sldId id="467"/>
            <p14:sldId id="444"/>
            <p14:sldId id="443"/>
            <p14:sldId id="451"/>
            <p14:sldId id="446"/>
            <p14:sldId id="454"/>
            <p14:sldId id="453"/>
            <p14:sldId id="435"/>
            <p14:sldId id="440"/>
            <p14:sldId id="410"/>
            <p14:sldId id="439"/>
            <p14:sldId id="457"/>
            <p14:sldId id="456"/>
            <p14:sldId id="462"/>
            <p14:sldId id="459"/>
            <p14:sldId id="460"/>
            <p14:sldId id="463"/>
            <p14:sldId id="464"/>
            <p14:sldId id="461"/>
            <p14:sldId id="465"/>
            <p14:sldId id="466"/>
            <p14:sldId id="458"/>
            <p14:sldId id="45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08BDEA"/>
    <a:srgbClr val="00BCEB"/>
    <a:srgbClr val="AFABAB"/>
    <a:srgbClr val="FFFFFF"/>
    <a:srgbClr val="C55A11"/>
    <a:srgbClr val="8BBD6A"/>
    <a:srgbClr val="C5E0B4"/>
    <a:srgbClr val="F8D7CD"/>
    <a:srgbClr val="CFD5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38B1855-1B75-4FBE-930C-398BA8C253C6}" styleName="主题样式 2 - 强调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主题样式 1 - 强调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9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font" Target="fonts/font12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font" Target="fonts/font1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fld id="{C45BF7C3-54C6-43CF-A4AB-2E7725CEB030}" type="datetimeFigureOut">
              <a:rPr lang="zh-CN" altLang="en-US" smtClean="0"/>
              <a:pPr/>
              <a:t>2026/8/3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fld id="{A026B4DB-BF57-4C8B-B2A2-1EB8B1FB1560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96067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458910-C54F-426F-B4E4-9A11EA7DB0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BB1805A-7794-4A22-840B-BC5B881B66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00D236-7575-4F50-B66A-475D8F994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51236-3214-46F9-9D33-783F0260D354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DC98DA2-ADCE-498C-BBC4-38D55DAA8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BB5EDD-630C-4C1E-9769-6C56EEB1C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02BCF-571E-433F-99D2-89AB9B2A73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01075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F9D90A-3861-4D98-B4E4-4B36C1E98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DBA61D6-6AB9-4C9D-8293-881555531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F40227-FB29-4D33-8F91-8BF03948B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51236-3214-46F9-9D33-783F0260D354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9C179E-CC45-4349-9049-EA1271770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6EF7C2-6631-4082-9057-85713A82A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02BCF-571E-433F-99D2-89AB9B2A73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857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872EF6DB-335D-41E7-ADDC-05F45EA1790E}"/>
              </a:ext>
            </a:extLst>
          </p:cNvPr>
          <p:cNvSpPr/>
          <p:nvPr userDrawn="1"/>
        </p:nvSpPr>
        <p:spPr>
          <a:xfrm>
            <a:off x="0" y="0"/>
            <a:ext cx="12192000" cy="1512000"/>
          </a:xfrm>
          <a:custGeom>
            <a:avLst/>
            <a:gdLst>
              <a:gd name="connsiteX0" fmla="*/ 205288 w 12192000"/>
              <a:gd name="connsiteY0" fmla="*/ 0 h 1820202"/>
              <a:gd name="connsiteX1" fmla="*/ 12192000 w 12192000"/>
              <a:gd name="connsiteY1" fmla="*/ 0 h 1820202"/>
              <a:gd name="connsiteX2" fmla="*/ 12192000 w 12192000"/>
              <a:gd name="connsiteY2" fmla="*/ 858056 h 1820202"/>
              <a:gd name="connsiteX3" fmla="*/ 12004367 w 12192000"/>
              <a:gd name="connsiteY3" fmla="*/ 753507 h 1820202"/>
              <a:gd name="connsiteX4" fmla="*/ 10435239 w 12192000"/>
              <a:gd name="connsiteY4" fmla="*/ 351792 h 1820202"/>
              <a:gd name="connsiteX5" fmla="*/ 5605786 w 12192000"/>
              <a:gd name="connsiteY5" fmla="*/ 1798852 h 1820202"/>
              <a:gd name="connsiteX6" fmla="*/ 288062 w 12192000"/>
              <a:gd name="connsiteY6" fmla="*/ 1133027 h 1820202"/>
              <a:gd name="connsiteX7" fmla="*/ 116570 w 12192000"/>
              <a:gd name="connsiteY7" fmla="*/ 1072832 h 1820202"/>
              <a:gd name="connsiteX8" fmla="*/ 0 w 12192000"/>
              <a:gd name="connsiteY8" fmla="*/ 1028114 h 1820202"/>
              <a:gd name="connsiteX9" fmla="*/ 0 w 12192000"/>
              <a:gd name="connsiteY9" fmla="*/ 23063 h 1820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1820202">
                <a:moveTo>
                  <a:pt x="205288" y="0"/>
                </a:moveTo>
                <a:lnTo>
                  <a:pt x="12192000" y="0"/>
                </a:lnTo>
                <a:lnTo>
                  <a:pt x="12192000" y="858056"/>
                </a:lnTo>
                <a:lnTo>
                  <a:pt x="12004367" y="753507"/>
                </a:lnTo>
                <a:cubicBezTo>
                  <a:pt x="11576389" y="524537"/>
                  <a:pt x="11050017" y="300746"/>
                  <a:pt x="10435239" y="351792"/>
                </a:cubicBezTo>
                <a:cubicBezTo>
                  <a:pt x="9205682" y="453885"/>
                  <a:pt x="7296982" y="1668646"/>
                  <a:pt x="5605786" y="1798852"/>
                </a:cubicBezTo>
                <a:cubicBezTo>
                  <a:pt x="3914590" y="1929058"/>
                  <a:pt x="1183227" y="1433388"/>
                  <a:pt x="288062" y="1133027"/>
                </a:cubicBezTo>
                <a:cubicBezTo>
                  <a:pt x="232114" y="1114254"/>
                  <a:pt x="174641" y="1094124"/>
                  <a:pt x="116570" y="1072832"/>
                </a:cubicBezTo>
                <a:lnTo>
                  <a:pt x="0" y="1028114"/>
                </a:lnTo>
                <a:lnTo>
                  <a:pt x="0" y="23063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4000" dirty="0">
              <a:effectLst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B97DF034-3308-4BA6-A390-1C3EEDAA1039}"/>
              </a:ext>
            </a:extLst>
          </p:cNvPr>
          <p:cNvSpPr/>
          <p:nvPr userDrawn="1"/>
        </p:nvSpPr>
        <p:spPr>
          <a:xfrm>
            <a:off x="0" y="1"/>
            <a:ext cx="12192000" cy="1440000"/>
          </a:xfrm>
          <a:custGeom>
            <a:avLst/>
            <a:gdLst>
              <a:gd name="connsiteX0" fmla="*/ 0 w 12192000"/>
              <a:gd name="connsiteY0" fmla="*/ 0 h 1658639"/>
              <a:gd name="connsiteX1" fmla="*/ 12192000 w 12192000"/>
              <a:gd name="connsiteY1" fmla="*/ 0 h 1658639"/>
              <a:gd name="connsiteX2" fmla="*/ 12192000 w 12192000"/>
              <a:gd name="connsiteY2" fmla="*/ 993063 h 1658639"/>
              <a:gd name="connsiteX3" fmla="*/ 12108056 w 12192000"/>
              <a:gd name="connsiteY3" fmla="*/ 961496 h 1658639"/>
              <a:gd name="connsiteX4" fmla="*/ 9854214 w 12192000"/>
              <a:gd name="connsiteY4" fmla="*/ 190229 h 1658639"/>
              <a:gd name="connsiteX5" fmla="*/ 5024761 w 12192000"/>
              <a:gd name="connsiteY5" fmla="*/ 1637289 h 1658639"/>
              <a:gd name="connsiteX6" fmla="*/ 123178 w 12192000"/>
              <a:gd name="connsiteY6" fmla="*/ 1091651 h 1658639"/>
              <a:gd name="connsiteX7" fmla="*/ 0 w 12192000"/>
              <a:gd name="connsiteY7" fmla="*/ 1056075 h 16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658639">
                <a:moveTo>
                  <a:pt x="0" y="0"/>
                </a:moveTo>
                <a:lnTo>
                  <a:pt x="12192000" y="0"/>
                </a:lnTo>
                <a:lnTo>
                  <a:pt x="12192000" y="993063"/>
                </a:lnTo>
                <a:lnTo>
                  <a:pt x="12108056" y="961496"/>
                </a:lnTo>
                <a:cubicBezTo>
                  <a:pt x="11618795" y="750071"/>
                  <a:pt x="10853229" y="107278"/>
                  <a:pt x="9854214" y="190229"/>
                </a:cubicBezTo>
                <a:cubicBezTo>
                  <a:pt x="8624657" y="292322"/>
                  <a:pt x="6715957" y="1507083"/>
                  <a:pt x="5024761" y="1637289"/>
                </a:cubicBezTo>
                <a:cubicBezTo>
                  <a:pt x="3544965" y="1751219"/>
                  <a:pt x="1268790" y="1385963"/>
                  <a:pt x="123178" y="1091651"/>
                </a:cubicBezTo>
                <a:lnTo>
                  <a:pt x="0" y="1056075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4000" dirty="0"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D4F395-8B6B-44FF-AEA2-0678D1267BD3}"/>
              </a:ext>
            </a:extLst>
          </p:cNvPr>
          <p:cNvSpPr txBox="1"/>
          <p:nvPr userDrawn="1"/>
        </p:nvSpPr>
        <p:spPr>
          <a:xfrm>
            <a:off x="1631891" y="2174850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dirty="0">
                <a:solidFill>
                  <a:srgbClr val="0070C0"/>
                </a:solidFill>
                <a:effectLst>
                  <a:reflection blurRad="6350" stA="50000" endA="300" endPos="50000" dist="63500" dir="5400000" sy="-10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目的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27D3A01-F252-4C41-8BC6-F092A5A72F4B}"/>
              </a:ext>
            </a:extLst>
          </p:cNvPr>
          <p:cNvSpPr txBox="1"/>
          <p:nvPr userDrawn="1"/>
        </p:nvSpPr>
        <p:spPr>
          <a:xfrm>
            <a:off x="5695892" y="2174850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dirty="0">
                <a:solidFill>
                  <a:srgbClr val="0070C0"/>
                </a:solidFill>
                <a:effectLst>
                  <a:reflection blurRad="6350" stA="50000" endA="300" endPos="50000" dist="63500" dir="5400000" sy="-10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内容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BAC99D5-D54E-46FC-BFF8-708B6E60380C}"/>
              </a:ext>
            </a:extLst>
          </p:cNvPr>
          <p:cNvSpPr txBox="1"/>
          <p:nvPr userDrawn="1"/>
        </p:nvSpPr>
        <p:spPr>
          <a:xfrm>
            <a:off x="9759893" y="2174850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dirty="0">
                <a:solidFill>
                  <a:srgbClr val="0070C0"/>
                </a:solidFill>
                <a:effectLst>
                  <a:reflection blurRad="6350" stA="50000" endA="300" endPos="50000" dist="63500" dir="5400000" sy="-10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方法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7548DB8-CC5F-4DFF-B626-5319B3D2402C}"/>
              </a:ext>
            </a:extLst>
          </p:cNvPr>
          <p:cNvCxnSpPr>
            <a:cxnSpLocks/>
          </p:cNvCxnSpPr>
          <p:nvPr userDrawn="1"/>
        </p:nvCxnSpPr>
        <p:spPr>
          <a:xfrm>
            <a:off x="4064001" y="2174850"/>
            <a:ext cx="0" cy="4320000"/>
          </a:xfrm>
          <a:prstGeom prst="line">
            <a:avLst/>
          </a:prstGeom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54000">
                  <a:schemeClr val="tx1"/>
                </a:gs>
                <a:gs pos="100000">
                  <a:schemeClr val="bg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CFE4804-C16E-4603-965B-8F204284D65D}"/>
              </a:ext>
            </a:extLst>
          </p:cNvPr>
          <p:cNvCxnSpPr>
            <a:cxnSpLocks/>
          </p:cNvCxnSpPr>
          <p:nvPr userDrawn="1"/>
        </p:nvCxnSpPr>
        <p:spPr>
          <a:xfrm>
            <a:off x="8128002" y="2174850"/>
            <a:ext cx="0" cy="4320000"/>
          </a:xfrm>
          <a:prstGeom prst="line">
            <a:avLst/>
          </a:prstGeom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54000">
                  <a:schemeClr val="tx1"/>
                </a:gs>
                <a:gs pos="100000">
                  <a:schemeClr val="bg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形 12" descr="目标">
            <a:extLst>
              <a:ext uri="{FF2B5EF4-FFF2-40B4-BE49-F238E27FC236}">
                <a16:creationId xmlns:a16="http://schemas.microsoft.com/office/drawing/2014/main" id="{5F6A3449-0D92-433C-A864-01A24F6392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72000" y="5638706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图形 13" descr="书架上的书籍">
            <a:extLst>
              <a:ext uri="{FF2B5EF4-FFF2-40B4-BE49-F238E27FC236}">
                <a16:creationId xmlns:a16="http://schemas.microsoft.com/office/drawing/2014/main" id="{CC8CEF7F-C697-427C-930F-C726457246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36002" y="5638706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5" name="图形 14" descr="网络">
            <a:extLst>
              <a:ext uri="{FF2B5EF4-FFF2-40B4-BE49-F238E27FC236}">
                <a16:creationId xmlns:a16="http://schemas.microsoft.com/office/drawing/2014/main" id="{85C2B8D7-7E95-424F-8E20-691C339D95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00001" y="5638706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2" name="文本框 21">
            <a:extLst>
              <a:ext uri="{FF2B5EF4-FFF2-40B4-BE49-F238E27FC236}">
                <a16:creationId xmlns:a16="http://schemas.microsoft.com/office/drawing/2014/main" id="{6660A799-546B-4882-8909-A983FC4ABC61}"/>
              </a:ext>
            </a:extLst>
          </p:cNvPr>
          <p:cNvSpPr txBox="1"/>
          <p:nvPr userDrawn="1"/>
        </p:nvSpPr>
        <p:spPr>
          <a:xfrm>
            <a:off x="1063720" y="200196"/>
            <a:ext cx="1620957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zh-CN" altLang="en-US" sz="2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教学提要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294F16A-79FE-42E9-B032-C943CD83D3C3}"/>
              </a:ext>
            </a:extLst>
          </p:cNvPr>
          <p:cNvSpPr txBox="1"/>
          <p:nvPr userDrawn="1"/>
        </p:nvSpPr>
        <p:spPr>
          <a:xfrm>
            <a:off x="1063720" y="667916"/>
            <a:ext cx="904415" cy="307777"/>
          </a:xfrm>
          <a:prstGeom prst="rect">
            <a:avLst/>
          </a:prstGeom>
          <a:noFill/>
        </p:spPr>
        <p:txBody>
          <a:bodyPr wrap="none" tIns="0" bIns="0" rtlCol="0" anchor="ctr" anchorCtr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Agenda</a:t>
            </a:r>
            <a:endParaRPr lang="zh-CN" altLang="en-US" sz="2000" dirty="0">
              <a:solidFill>
                <a:schemeClr val="bg1"/>
              </a:solidFill>
              <a:latin typeface="Cuprum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5" name="文本占位符 24">
            <a:extLst>
              <a:ext uri="{FF2B5EF4-FFF2-40B4-BE49-F238E27FC236}">
                <a16:creationId xmlns:a16="http://schemas.microsoft.com/office/drawing/2014/main" id="{EB60AD42-FF03-4CA0-8ABF-406929BED1E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1711" y="3130550"/>
            <a:ext cx="3588323" cy="461665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dirty="0"/>
              <a:t>目的</a:t>
            </a:r>
          </a:p>
        </p:txBody>
      </p:sp>
      <p:sp>
        <p:nvSpPr>
          <p:cNvPr id="27" name="文本占位符 24">
            <a:extLst>
              <a:ext uri="{FF2B5EF4-FFF2-40B4-BE49-F238E27FC236}">
                <a16:creationId xmlns:a16="http://schemas.microsoft.com/office/drawing/2014/main" id="{368D48CB-0F41-46BD-8EB8-7B328BCBE4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01840" y="3130550"/>
            <a:ext cx="3588323" cy="461665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dirty="0"/>
              <a:t>内容</a:t>
            </a:r>
          </a:p>
        </p:txBody>
      </p:sp>
      <p:sp>
        <p:nvSpPr>
          <p:cNvPr id="28" name="文本占位符 24">
            <a:extLst>
              <a:ext uri="{FF2B5EF4-FFF2-40B4-BE49-F238E27FC236}">
                <a16:creationId xmlns:a16="http://schemas.microsoft.com/office/drawing/2014/main" id="{124F4B73-3192-4168-A53C-EA5989F13E1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65840" y="3130550"/>
            <a:ext cx="3588323" cy="461665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dirty="0"/>
              <a:t>方法</a:t>
            </a:r>
          </a:p>
        </p:txBody>
      </p:sp>
    </p:spTree>
    <p:extLst>
      <p:ext uri="{BB962C8B-B14F-4D97-AF65-F5344CB8AC3E}">
        <p14:creationId xmlns:p14="http://schemas.microsoft.com/office/powerpoint/2010/main" val="1984626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0F97C28D-DC26-4CF7-83F5-C3B9B04DD767}"/>
              </a:ext>
            </a:extLst>
          </p:cNvPr>
          <p:cNvSpPr/>
          <p:nvPr userDrawn="1"/>
        </p:nvSpPr>
        <p:spPr>
          <a:xfrm>
            <a:off x="0" y="0"/>
            <a:ext cx="12192000" cy="1512000"/>
          </a:xfrm>
          <a:custGeom>
            <a:avLst/>
            <a:gdLst>
              <a:gd name="connsiteX0" fmla="*/ 205288 w 12192000"/>
              <a:gd name="connsiteY0" fmla="*/ 0 h 1820202"/>
              <a:gd name="connsiteX1" fmla="*/ 12192000 w 12192000"/>
              <a:gd name="connsiteY1" fmla="*/ 0 h 1820202"/>
              <a:gd name="connsiteX2" fmla="*/ 12192000 w 12192000"/>
              <a:gd name="connsiteY2" fmla="*/ 858056 h 1820202"/>
              <a:gd name="connsiteX3" fmla="*/ 12004367 w 12192000"/>
              <a:gd name="connsiteY3" fmla="*/ 753507 h 1820202"/>
              <a:gd name="connsiteX4" fmla="*/ 10435239 w 12192000"/>
              <a:gd name="connsiteY4" fmla="*/ 351792 h 1820202"/>
              <a:gd name="connsiteX5" fmla="*/ 5605786 w 12192000"/>
              <a:gd name="connsiteY5" fmla="*/ 1798852 h 1820202"/>
              <a:gd name="connsiteX6" fmla="*/ 288062 w 12192000"/>
              <a:gd name="connsiteY6" fmla="*/ 1133027 h 1820202"/>
              <a:gd name="connsiteX7" fmla="*/ 116570 w 12192000"/>
              <a:gd name="connsiteY7" fmla="*/ 1072832 h 1820202"/>
              <a:gd name="connsiteX8" fmla="*/ 0 w 12192000"/>
              <a:gd name="connsiteY8" fmla="*/ 1028114 h 1820202"/>
              <a:gd name="connsiteX9" fmla="*/ 0 w 12192000"/>
              <a:gd name="connsiteY9" fmla="*/ 23063 h 1820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1820202">
                <a:moveTo>
                  <a:pt x="205288" y="0"/>
                </a:moveTo>
                <a:lnTo>
                  <a:pt x="12192000" y="0"/>
                </a:lnTo>
                <a:lnTo>
                  <a:pt x="12192000" y="858056"/>
                </a:lnTo>
                <a:lnTo>
                  <a:pt x="12004367" y="753507"/>
                </a:lnTo>
                <a:cubicBezTo>
                  <a:pt x="11576389" y="524537"/>
                  <a:pt x="11050017" y="300746"/>
                  <a:pt x="10435239" y="351792"/>
                </a:cubicBezTo>
                <a:cubicBezTo>
                  <a:pt x="9205682" y="453885"/>
                  <a:pt x="7296982" y="1668646"/>
                  <a:pt x="5605786" y="1798852"/>
                </a:cubicBezTo>
                <a:cubicBezTo>
                  <a:pt x="3914590" y="1929058"/>
                  <a:pt x="1183227" y="1433388"/>
                  <a:pt x="288062" y="1133027"/>
                </a:cubicBezTo>
                <a:cubicBezTo>
                  <a:pt x="232114" y="1114254"/>
                  <a:pt x="174641" y="1094124"/>
                  <a:pt x="116570" y="1072832"/>
                </a:cubicBezTo>
                <a:lnTo>
                  <a:pt x="0" y="1028114"/>
                </a:lnTo>
                <a:lnTo>
                  <a:pt x="0" y="23063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4000" dirty="0">
              <a:effectLst>
                <a:outerShdw blurRad="50800" dist="292100" dir="5400000" algn="t" rotWithShape="0">
                  <a:prstClr val="black">
                    <a:alpha val="40000"/>
                  </a:prstClr>
                </a:outerShdw>
              </a:effectLst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4F547696-785B-4726-9AF3-FE5598EE0F62}"/>
              </a:ext>
            </a:extLst>
          </p:cNvPr>
          <p:cNvSpPr/>
          <p:nvPr userDrawn="1"/>
        </p:nvSpPr>
        <p:spPr>
          <a:xfrm>
            <a:off x="0" y="1"/>
            <a:ext cx="12192000" cy="1440000"/>
          </a:xfrm>
          <a:custGeom>
            <a:avLst/>
            <a:gdLst>
              <a:gd name="connsiteX0" fmla="*/ 0 w 12192000"/>
              <a:gd name="connsiteY0" fmla="*/ 0 h 1658639"/>
              <a:gd name="connsiteX1" fmla="*/ 12192000 w 12192000"/>
              <a:gd name="connsiteY1" fmla="*/ 0 h 1658639"/>
              <a:gd name="connsiteX2" fmla="*/ 12192000 w 12192000"/>
              <a:gd name="connsiteY2" fmla="*/ 993063 h 1658639"/>
              <a:gd name="connsiteX3" fmla="*/ 12108056 w 12192000"/>
              <a:gd name="connsiteY3" fmla="*/ 961496 h 1658639"/>
              <a:gd name="connsiteX4" fmla="*/ 9854214 w 12192000"/>
              <a:gd name="connsiteY4" fmla="*/ 190229 h 1658639"/>
              <a:gd name="connsiteX5" fmla="*/ 5024761 w 12192000"/>
              <a:gd name="connsiteY5" fmla="*/ 1637289 h 1658639"/>
              <a:gd name="connsiteX6" fmla="*/ 123178 w 12192000"/>
              <a:gd name="connsiteY6" fmla="*/ 1091651 h 1658639"/>
              <a:gd name="connsiteX7" fmla="*/ 0 w 12192000"/>
              <a:gd name="connsiteY7" fmla="*/ 1056075 h 16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658639">
                <a:moveTo>
                  <a:pt x="0" y="0"/>
                </a:moveTo>
                <a:lnTo>
                  <a:pt x="12192000" y="0"/>
                </a:lnTo>
                <a:lnTo>
                  <a:pt x="12192000" y="993063"/>
                </a:lnTo>
                <a:lnTo>
                  <a:pt x="12108056" y="961496"/>
                </a:lnTo>
                <a:cubicBezTo>
                  <a:pt x="11618795" y="750071"/>
                  <a:pt x="10853229" y="107278"/>
                  <a:pt x="9854214" y="190229"/>
                </a:cubicBezTo>
                <a:cubicBezTo>
                  <a:pt x="8624657" y="292322"/>
                  <a:pt x="6715957" y="1507083"/>
                  <a:pt x="5024761" y="1637289"/>
                </a:cubicBezTo>
                <a:cubicBezTo>
                  <a:pt x="3544965" y="1751219"/>
                  <a:pt x="1268790" y="1385963"/>
                  <a:pt x="123178" y="1091651"/>
                </a:cubicBezTo>
                <a:lnTo>
                  <a:pt x="0" y="1056075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4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479E73C8-D085-4471-829E-9BABEBFCF8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04961" y="260538"/>
            <a:ext cx="6088307" cy="525401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2" name="文本占位符 10">
            <a:extLst>
              <a:ext uri="{FF2B5EF4-FFF2-40B4-BE49-F238E27FC236}">
                <a16:creationId xmlns:a16="http://schemas.microsoft.com/office/drawing/2014/main" id="{76AD6C77-8004-4467-B069-6582466EB8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604961" y="710691"/>
            <a:ext cx="5464053" cy="402291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zh-CN" dirty="0"/>
              <a:t>subtract</a:t>
            </a:r>
            <a:endParaRPr lang="zh-CN" altLang="en-US" dirty="0"/>
          </a:p>
        </p:txBody>
      </p:sp>
      <p:sp>
        <p:nvSpPr>
          <p:cNvPr id="15" name="文本占位符 14">
            <a:extLst>
              <a:ext uri="{FF2B5EF4-FFF2-40B4-BE49-F238E27FC236}">
                <a16:creationId xmlns:a16="http://schemas.microsoft.com/office/drawing/2014/main" id="{76D1E8DA-E8FF-4717-8930-8018B821FFA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110" y="379270"/>
            <a:ext cx="924232" cy="53553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spAutoFit/>
          </a:bodyPr>
          <a:lstStyle>
            <a:lvl1pPr algn="ctr">
              <a:buNone/>
              <a:defRPr sz="3200" b="0">
                <a:solidFill>
                  <a:srgbClr val="FFC000"/>
                </a:solidFill>
                <a:latin typeface="Cuprum" panose="00000500000000000000" pitchFamily="2" charset="0"/>
                <a:ea typeface="黑体" panose="02010609060101010101" pitchFamily="49" charset="-122"/>
                <a:cs typeface="Courier New" panose="02070309020205020404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zh-CN" dirty="0"/>
              <a:t>8.8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15701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005FB0-2997-488D-A595-5502E8ECDE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42586" y="1697941"/>
            <a:ext cx="867930" cy="465840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eaVert" wrap="square">
            <a:spAutoFit/>
          </a:bodyPr>
          <a:lstStyle>
            <a:lvl1pPr algn="l">
              <a:defRPr sz="4800">
                <a:solidFill>
                  <a:schemeClr val="accent2"/>
                </a:solidFill>
                <a:latin typeface="27禹卫书法行书简体" panose="02000603000000000000" pitchFamily="2" charset="-128"/>
                <a:ea typeface="27禹卫书法行书简体" panose="02000603000000000000" pitchFamily="2" charset="-128"/>
              </a:defRPr>
            </a:lvl1pPr>
          </a:lstStyle>
          <a:p>
            <a:r>
              <a:rPr lang="zh-CN" altLang="en-US" dirty="0"/>
              <a:t>标题样式</a:t>
            </a:r>
          </a:p>
        </p:txBody>
      </p:sp>
      <p:sp>
        <p:nvSpPr>
          <p:cNvPr id="25" name="竖排文字占位符 24">
            <a:extLst>
              <a:ext uri="{FF2B5EF4-FFF2-40B4-BE49-F238E27FC236}">
                <a16:creationId xmlns:a16="http://schemas.microsoft.com/office/drawing/2014/main" id="{6346FA6A-882F-4DAD-8054-8A0A5C32D9D7}"/>
              </a:ext>
            </a:extLst>
          </p:cNvPr>
          <p:cNvSpPr>
            <a:spLocks noGrp="1"/>
          </p:cNvSpPr>
          <p:nvPr>
            <p:ph type="body" orient="vert" sz="quarter" idx="15" hasCustomPrompt="1"/>
          </p:nvPr>
        </p:nvSpPr>
        <p:spPr>
          <a:xfrm>
            <a:off x="338173" y="2067273"/>
            <a:ext cx="3544191" cy="377026"/>
          </a:xfrm>
        </p:spPr>
        <p:txBody>
          <a:bodyPr vert="horz" wrap="square">
            <a:spAutoFit/>
          </a:bodyPr>
          <a:lstStyle>
            <a:lvl1pPr marL="0" indent="0" algn="r">
              <a:buNone/>
              <a:defRPr sz="2000">
                <a:solidFill>
                  <a:schemeClr val="bg2">
                    <a:lumMod val="50000"/>
                  </a:schemeClr>
                </a:solidFill>
                <a:effectLst/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subtitle</a:t>
            </a:r>
            <a:endParaRPr lang="zh-CN" altLang="en-US" dirty="0"/>
          </a:p>
        </p:txBody>
      </p:sp>
      <p:sp>
        <p:nvSpPr>
          <p:cNvPr id="27" name="竖排文字占位符 24">
            <a:extLst>
              <a:ext uri="{FF2B5EF4-FFF2-40B4-BE49-F238E27FC236}">
                <a16:creationId xmlns:a16="http://schemas.microsoft.com/office/drawing/2014/main" id="{B361453A-2AA1-4AB2-B1BE-0D3BB1AD550C}"/>
              </a:ext>
            </a:extLst>
          </p:cNvPr>
          <p:cNvSpPr>
            <a:spLocks noGrp="1"/>
          </p:cNvSpPr>
          <p:nvPr>
            <p:ph type="body" orient="vert" sz="quarter" idx="16" hasCustomPrompt="1"/>
          </p:nvPr>
        </p:nvSpPr>
        <p:spPr>
          <a:xfrm>
            <a:off x="840626" y="1697941"/>
            <a:ext cx="3041738" cy="369332"/>
          </a:xfrm>
        </p:spPr>
        <p:txBody>
          <a:bodyPr vert="horz" wrap="square">
            <a:spAutoFit/>
          </a:bodyPr>
          <a:lstStyle>
            <a:lvl1pPr marL="0" indent="0" algn="r">
              <a:buNone/>
              <a:defRPr sz="2000">
                <a:solidFill>
                  <a:sysClr val="windowText" lastClr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第一部分</a:t>
            </a: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1A0E528-98EB-423E-A2A9-C3217E69E5E1}"/>
              </a:ext>
            </a:extLst>
          </p:cNvPr>
          <p:cNvCxnSpPr>
            <a:cxnSpLocks/>
          </p:cNvCxnSpPr>
          <p:nvPr userDrawn="1"/>
        </p:nvCxnSpPr>
        <p:spPr>
          <a:xfrm>
            <a:off x="3942586" y="1697941"/>
            <a:ext cx="0" cy="3392129"/>
          </a:xfrm>
          <a:prstGeom prst="line">
            <a:avLst/>
          </a:prstGeom>
          <a:ln w="12700"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11B7B2D-DE81-402D-B54B-FF109433EA4C}"/>
              </a:ext>
            </a:extLst>
          </p:cNvPr>
          <p:cNvCxnSpPr>
            <a:cxnSpLocks/>
          </p:cNvCxnSpPr>
          <p:nvPr userDrawn="1"/>
        </p:nvCxnSpPr>
        <p:spPr>
          <a:xfrm>
            <a:off x="4810516" y="1697941"/>
            <a:ext cx="0" cy="3392129"/>
          </a:xfrm>
          <a:prstGeom prst="line">
            <a:avLst/>
          </a:prstGeom>
          <a:ln w="12700"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图片占位符 31">
            <a:extLst>
              <a:ext uri="{FF2B5EF4-FFF2-40B4-BE49-F238E27FC236}">
                <a16:creationId xmlns:a16="http://schemas.microsoft.com/office/drawing/2014/main" id="{6EBF693F-3817-45D1-853E-27814ADF03B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2462651"/>
            <a:ext cx="4536525" cy="4388998"/>
          </a:xfrm>
          <a:custGeom>
            <a:avLst/>
            <a:gdLst>
              <a:gd name="connsiteX0" fmla="*/ 0 w 4536525"/>
              <a:gd name="connsiteY0" fmla="*/ 1265183 h 4388998"/>
              <a:gd name="connsiteX1" fmla="*/ 3287951 w 4536525"/>
              <a:gd name="connsiteY1" fmla="*/ 4388998 h 4388998"/>
              <a:gd name="connsiteX2" fmla="*/ 0 w 4536525"/>
              <a:gd name="connsiteY2" fmla="*/ 4388998 h 4388998"/>
              <a:gd name="connsiteX3" fmla="*/ 0 w 4536525"/>
              <a:gd name="connsiteY3" fmla="*/ 0 h 4388998"/>
              <a:gd name="connsiteX4" fmla="*/ 4536525 w 4536525"/>
              <a:gd name="connsiteY4" fmla="*/ 4388998 h 4388998"/>
              <a:gd name="connsiteX5" fmla="*/ 3835333 w 4536525"/>
              <a:gd name="connsiteY5" fmla="*/ 4388998 h 4388998"/>
              <a:gd name="connsiteX6" fmla="*/ 0 w 4536525"/>
              <a:gd name="connsiteY6" fmla="*/ 745126 h 4388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36525" h="4388998">
                <a:moveTo>
                  <a:pt x="0" y="1265183"/>
                </a:moveTo>
                <a:lnTo>
                  <a:pt x="3287951" y="4388998"/>
                </a:lnTo>
                <a:lnTo>
                  <a:pt x="0" y="4388998"/>
                </a:lnTo>
                <a:close/>
                <a:moveTo>
                  <a:pt x="0" y="0"/>
                </a:moveTo>
                <a:lnTo>
                  <a:pt x="4536525" y="4388998"/>
                </a:lnTo>
                <a:lnTo>
                  <a:pt x="3835333" y="4388998"/>
                </a:lnTo>
                <a:lnTo>
                  <a:pt x="0" y="74512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 sz="1600">
                <a:latin typeface="Cuprum" panose="00000500000000000000" pitchFamily="2" charset="0"/>
              </a:defRPr>
            </a:lvl1pPr>
          </a:lstStyle>
          <a:p>
            <a:r>
              <a:rPr lang="en-US" altLang="zh-CN" dirty="0"/>
              <a:t>pic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18995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C0AB9B-B4C6-4335-BBEA-733E61F14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790090"/>
            <a:ext cx="5257800" cy="830997"/>
          </a:xfrm>
        </p:spPr>
        <p:txBody>
          <a:bodyPr wrap="square" anchor="ctr" anchorCtr="0">
            <a:spAutoFit/>
          </a:bodyPr>
          <a:lstStyle>
            <a:lvl1pPr algn="r">
              <a:lnSpc>
                <a:spcPct val="100000"/>
              </a:lnSpc>
              <a:defRPr sz="4800"/>
            </a:lvl1pPr>
          </a:lstStyle>
          <a:p>
            <a:r>
              <a:rPr lang="zh-CN" altLang="en-US" dirty="0"/>
              <a:t>节标题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D73ADF-EB6E-4951-8AEE-470E11C29C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 wrap="square" anchor="t" anchorCtr="0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800" baseline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cxnSp>
        <p:nvCxnSpPr>
          <p:cNvPr id="8" name="Straight Connector 3">
            <a:extLst>
              <a:ext uri="{FF2B5EF4-FFF2-40B4-BE49-F238E27FC236}">
                <a16:creationId xmlns:a16="http://schemas.microsoft.com/office/drawing/2014/main" id="{E7777DC5-22E7-4C90-B077-5C209B523DCD}"/>
              </a:ext>
            </a:extLst>
          </p:cNvPr>
          <p:cNvCxnSpPr>
            <a:cxnSpLocks/>
          </p:cNvCxnSpPr>
          <p:nvPr userDrawn="1"/>
        </p:nvCxnSpPr>
        <p:spPr>
          <a:xfrm>
            <a:off x="696000" y="3621087"/>
            <a:ext cx="5400000" cy="0"/>
          </a:xfrm>
          <a:prstGeom prst="line">
            <a:avLst/>
          </a:prstGeom>
          <a:ln w="317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图片占位符 10">
            <a:extLst>
              <a:ext uri="{FF2B5EF4-FFF2-40B4-BE49-F238E27FC236}">
                <a16:creationId xmlns:a16="http://schemas.microsoft.com/office/drawing/2014/main" id="{B217A540-5B64-4CA9-B569-31A07C06AD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31376" y="1066981"/>
            <a:ext cx="5876984" cy="4550534"/>
          </a:xfrm>
          <a:custGeom>
            <a:avLst/>
            <a:gdLst>
              <a:gd name="connsiteX0" fmla="*/ 1462078 w 5876984"/>
              <a:gd name="connsiteY0" fmla="*/ 4415784 h 4550534"/>
              <a:gd name="connsiteX1" fmla="*/ 1472843 w 5876984"/>
              <a:gd name="connsiteY1" fmla="*/ 4432211 h 4550534"/>
              <a:gd name="connsiteX2" fmla="*/ 1462078 w 5876984"/>
              <a:gd name="connsiteY2" fmla="*/ 4415784 h 4550534"/>
              <a:gd name="connsiteX3" fmla="*/ 1136778 w 5876984"/>
              <a:gd name="connsiteY3" fmla="*/ 4135246 h 4550534"/>
              <a:gd name="connsiteX4" fmla="*/ 1126349 w 5876984"/>
              <a:gd name="connsiteY4" fmla="*/ 4146539 h 4550534"/>
              <a:gd name="connsiteX5" fmla="*/ 1145525 w 5876984"/>
              <a:gd name="connsiteY5" fmla="*/ 4148335 h 4550534"/>
              <a:gd name="connsiteX6" fmla="*/ 1136778 w 5876984"/>
              <a:gd name="connsiteY6" fmla="*/ 4135246 h 4550534"/>
              <a:gd name="connsiteX7" fmla="*/ 1647098 w 5876984"/>
              <a:gd name="connsiteY7" fmla="*/ 4133706 h 4550534"/>
              <a:gd name="connsiteX8" fmla="*/ 1653490 w 5876984"/>
              <a:gd name="connsiteY8" fmla="*/ 4143459 h 4550534"/>
              <a:gd name="connsiteX9" fmla="*/ 1655508 w 5876984"/>
              <a:gd name="connsiteY9" fmla="*/ 4137042 h 4550534"/>
              <a:gd name="connsiteX10" fmla="*/ 1647098 w 5876984"/>
              <a:gd name="connsiteY10" fmla="*/ 4133706 h 4550534"/>
              <a:gd name="connsiteX11" fmla="*/ 1625905 w 5876984"/>
              <a:gd name="connsiteY11" fmla="*/ 4128829 h 4550534"/>
              <a:gd name="connsiteX12" fmla="*/ 1617495 w 5876984"/>
              <a:gd name="connsiteY12" fmla="*/ 4143459 h 4550534"/>
              <a:gd name="connsiteX13" fmla="*/ 1604712 w 5876984"/>
              <a:gd name="connsiteY13" fmla="*/ 4138583 h 4550534"/>
              <a:gd name="connsiteX14" fmla="*/ 1600339 w 5876984"/>
              <a:gd name="connsiteY14" fmla="*/ 4174259 h 4550534"/>
              <a:gd name="connsiteX15" fmla="*/ 1645080 w 5876984"/>
              <a:gd name="connsiteY15" fmla="*/ 4174259 h 4550534"/>
              <a:gd name="connsiteX16" fmla="*/ 1615141 w 5876984"/>
              <a:gd name="connsiteY16" fmla="*/ 4170922 h 4550534"/>
              <a:gd name="connsiteX17" fmla="*/ 1643062 w 5876984"/>
              <a:gd name="connsiteY17" fmla="*/ 4162966 h 4550534"/>
              <a:gd name="connsiteX18" fmla="*/ 1645080 w 5876984"/>
              <a:gd name="connsiteY18" fmla="*/ 4151415 h 4550534"/>
              <a:gd name="connsiteX19" fmla="*/ 1625905 w 5876984"/>
              <a:gd name="connsiteY19" fmla="*/ 4128829 h 4550534"/>
              <a:gd name="connsiteX20" fmla="*/ 1608749 w 5876984"/>
              <a:gd name="connsiteY20" fmla="*/ 4122412 h 4550534"/>
              <a:gd name="connsiteX21" fmla="*/ 1604712 w 5876984"/>
              <a:gd name="connsiteY21" fmla="*/ 4135246 h 4550534"/>
              <a:gd name="connsiteX22" fmla="*/ 1608749 w 5876984"/>
              <a:gd name="connsiteY22" fmla="*/ 4122412 h 4550534"/>
              <a:gd name="connsiteX23" fmla="*/ 1347365 w 5876984"/>
              <a:gd name="connsiteY23" fmla="*/ 4114199 h 4550534"/>
              <a:gd name="connsiteX24" fmla="*/ 1351738 w 5876984"/>
              <a:gd name="connsiteY24" fmla="*/ 4127289 h 4550534"/>
              <a:gd name="connsiteX25" fmla="*/ 1347365 w 5876984"/>
              <a:gd name="connsiteY25" fmla="*/ 4114199 h 4550534"/>
              <a:gd name="connsiteX26" fmla="*/ 1372931 w 5876984"/>
              <a:gd name="connsiteY26" fmla="*/ 4099569 h 4550534"/>
              <a:gd name="connsiteX27" fmla="*/ 1355775 w 5876984"/>
              <a:gd name="connsiteY27" fmla="*/ 4105985 h 4550534"/>
              <a:gd name="connsiteX28" fmla="*/ 1368558 w 5876984"/>
              <a:gd name="connsiteY28" fmla="*/ 4119076 h 4550534"/>
              <a:gd name="connsiteX29" fmla="*/ 1372931 w 5876984"/>
              <a:gd name="connsiteY29" fmla="*/ 4114199 h 4550534"/>
              <a:gd name="connsiteX30" fmla="*/ 1389752 w 5876984"/>
              <a:gd name="connsiteY30" fmla="*/ 4112659 h 4550534"/>
              <a:gd name="connsiteX31" fmla="*/ 1372931 w 5876984"/>
              <a:gd name="connsiteY31" fmla="*/ 4099569 h 4550534"/>
              <a:gd name="connsiteX32" fmla="*/ 1621532 w 5876984"/>
              <a:gd name="connsiteY32" fmla="*/ 4076982 h 4550534"/>
              <a:gd name="connsiteX33" fmla="*/ 1619514 w 5876984"/>
              <a:gd name="connsiteY33" fmla="*/ 4102906 h 4550534"/>
              <a:gd name="connsiteX34" fmla="*/ 1621532 w 5876984"/>
              <a:gd name="connsiteY34" fmla="*/ 4076982 h 4550534"/>
              <a:gd name="connsiteX35" fmla="*/ 1640707 w 5876984"/>
              <a:gd name="connsiteY35" fmla="*/ 4044385 h 4550534"/>
              <a:gd name="connsiteX36" fmla="*/ 1636670 w 5876984"/>
              <a:gd name="connsiteY36" fmla="*/ 4055936 h 4550534"/>
              <a:gd name="connsiteX37" fmla="*/ 1640707 w 5876984"/>
              <a:gd name="connsiteY37" fmla="*/ 4044385 h 4550534"/>
              <a:gd name="connsiteX38" fmla="*/ 1173109 w 5876984"/>
              <a:gd name="connsiteY38" fmla="*/ 3979448 h 4550534"/>
              <a:gd name="connsiteX39" fmla="*/ 1160326 w 5876984"/>
              <a:gd name="connsiteY39" fmla="*/ 3986121 h 4550534"/>
              <a:gd name="connsiteX40" fmla="*/ 1190266 w 5876984"/>
              <a:gd name="connsiteY40" fmla="*/ 4023338 h 4550534"/>
              <a:gd name="connsiteX41" fmla="*/ 1173109 w 5876984"/>
              <a:gd name="connsiteY41" fmla="*/ 3979448 h 4550534"/>
              <a:gd name="connsiteX42" fmla="*/ 2095739 w 5876984"/>
              <a:gd name="connsiteY42" fmla="*/ 3969713 h 4550534"/>
              <a:gd name="connsiteX43" fmla="*/ 2076793 w 5876984"/>
              <a:gd name="connsiteY43" fmla="*/ 3980873 h 4550534"/>
              <a:gd name="connsiteX44" fmla="*/ 2095739 w 5876984"/>
              <a:gd name="connsiteY44" fmla="*/ 3969713 h 4550534"/>
              <a:gd name="connsiteX45" fmla="*/ 2184516 w 5876984"/>
              <a:gd name="connsiteY45" fmla="*/ 3952092 h 4550534"/>
              <a:gd name="connsiteX46" fmla="*/ 2192850 w 5876984"/>
              <a:gd name="connsiteY46" fmla="*/ 3972715 h 4550534"/>
              <a:gd name="connsiteX47" fmla="*/ 2150848 w 5876984"/>
              <a:gd name="connsiteY47" fmla="*/ 3961650 h 4550534"/>
              <a:gd name="connsiteX48" fmla="*/ 2180183 w 5876984"/>
              <a:gd name="connsiteY48" fmla="*/ 3966428 h 4550534"/>
              <a:gd name="connsiteX49" fmla="*/ 2184516 w 5876984"/>
              <a:gd name="connsiteY49" fmla="*/ 3952092 h 4550534"/>
              <a:gd name="connsiteX50" fmla="*/ 1166718 w 5876984"/>
              <a:gd name="connsiteY50" fmla="*/ 3937355 h 4550534"/>
              <a:gd name="connsiteX51" fmla="*/ 1164699 w 5876984"/>
              <a:gd name="connsiteY51" fmla="*/ 3973032 h 4550534"/>
              <a:gd name="connsiteX52" fmla="*/ 1181519 w 5876984"/>
              <a:gd name="connsiteY52" fmla="*/ 3969951 h 4550534"/>
              <a:gd name="connsiteX53" fmla="*/ 1166718 w 5876984"/>
              <a:gd name="connsiteY53" fmla="*/ 3937355 h 4550534"/>
              <a:gd name="connsiteX54" fmla="*/ 1850123 w 5876984"/>
              <a:gd name="connsiteY54" fmla="*/ 3914266 h 4550534"/>
              <a:gd name="connsiteX55" fmla="*/ 1858399 w 5876984"/>
              <a:gd name="connsiteY55" fmla="*/ 3920642 h 4550534"/>
              <a:gd name="connsiteX56" fmla="*/ 1818678 w 5876984"/>
              <a:gd name="connsiteY56" fmla="*/ 3920642 h 4550534"/>
              <a:gd name="connsiteX57" fmla="*/ 1850123 w 5876984"/>
              <a:gd name="connsiteY57" fmla="*/ 3914266 h 4550534"/>
              <a:gd name="connsiteX58" fmla="*/ 1879839 w 5876984"/>
              <a:gd name="connsiteY58" fmla="*/ 3910859 h 4550534"/>
              <a:gd name="connsiteX59" fmla="*/ 1889003 w 5876984"/>
              <a:gd name="connsiteY59" fmla="*/ 3915518 h 4550534"/>
              <a:gd name="connsiteX60" fmla="*/ 1889967 w 5876984"/>
              <a:gd name="connsiteY60" fmla="*/ 3914655 h 4550534"/>
              <a:gd name="connsiteX61" fmla="*/ 2276670 w 5876984"/>
              <a:gd name="connsiteY61" fmla="*/ 3894372 h 4550534"/>
              <a:gd name="connsiteX62" fmla="*/ 2289116 w 5876984"/>
              <a:gd name="connsiteY62" fmla="*/ 3910670 h 4550534"/>
              <a:gd name="connsiteX63" fmla="*/ 2276670 w 5876984"/>
              <a:gd name="connsiteY63" fmla="*/ 3894372 h 4550534"/>
              <a:gd name="connsiteX64" fmla="*/ 1175128 w 5876984"/>
              <a:gd name="connsiteY64" fmla="*/ 3882171 h 4550534"/>
              <a:gd name="connsiteX65" fmla="*/ 1162344 w 5876984"/>
              <a:gd name="connsiteY65" fmla="*/ 3883968 h 4550534"/>
              <a:gd name="connsiteX66" fmla="*/ 1171091 w 5876984"/>
              <a:gd name="connsiteY66" fmla="*/ 3917848 h 4550534"/>
              <a:gd name="connsiteX67" fmla="*/ 1194302 w 5876984"/>
              <a:gd name="connsiteY67" fmla="*/ 3924521 h 4550534"/>
              <a:gd name="connsiteX68" fmla="*/ 1175128 w 5876984"/>
              <a:gd name="connsiteY68" fmla="*/ 3882171 h 4550534"/>
              <a:gd name="connsiteX69" fmla="*/ 2193817 w 5876984"/>
              <a:gd name="connsiteY69" fmla="*/ 3874001 h 4550534"/>
              <a:gd name="connsiteX70" fmla="*/ 2179149 w 5876984"/>
              <a:gd name="connsiteY70" fmla="*/ 3891242 h 4550534"/>
              <a:gd name="connsiteX71" fmla="*/ 2193817 w 5876984"/>
              <a:gd name="connsiteY71" fmla="*/ 3874001 h 4550534"/>
              <a:gd name="connsiteX72" fmla="*/ 2187710 w 5876984"/>
              <a:gd name="connsiteY72" fmla="*/ 3859264 h 4550534"/>
              <a:gd name="connsiteX73" fmla="*/ 2183635 w 5876984"/>
              <a:gd name="connsiteY73" fmla="*/ 3880532 h 4550534"/>
              <a:gd name="connsiteX74" fmla="*/ 2164279 w 5876984"/>
              <a:gd name="connsiteY74" fmla="*/ 3875604 h 4550534"/>
              <a:gd name="connsiteX75" fmla="*/ 2159865 w 5876984"/>
              <a:gd name="connsiteY75" fmla="*/ 3872491 h 4550534"/>
              <a:gd name="connsiteX76" fmla="*/ 2187710 w 5876984"/>
              <a:gd name="connsiteY76" fmla="*/ 3859264 h 4550534"/>
              <a:gd name="connsiteX77" fmla="*/ 2244390 w 5876984"/>
              <a:gd name="connsiteY77" fmla="*/ 3846709 h 4550534"/>
              <a:gd name="connsiteX78" fmla="*/ 2322706 w 5876984"/>
              <a:gd name="connsiteY78" fmla="*/ 3853209 h 4550534"/>
              <a:gd name="connsiteX79" fmla="*/ 2269627 w 5876984"/>
              <a:gd name="connsiteY79" fmla="*/ 3884252 h 4550534"/>
              <a:gd name="connsiteX80" fmla="*/ 2193032 w 5876984"/>
              <a:gd name="connsiteY80" fmla="*/ 3871058 h 4550534"/>
              <a:gd name="connsiteX81" fmla="*/ 2244390 w 5876984"/>
              <a:gd name="connsiteY81" fmla="*/ 3846709 h 4550534"/>
              <a:gd name="connsiteX82" fmla="*/ 2127083 w 5876984"/>
              <a:gd name="connsiteY82" fmla="*/ 3781453 h 4550534"/>
              <a:gd name="connsiteX83" fmla="*/ 2123286 w 5876984"/>
              <a:gd name="connsiteY83" fmla="*/ 3782837 h 4550534"/>
              <a:gd name="connsiteX84" fmla="*/ 2099766 w 5876984"/>
              <a:gd name="connsiteY84" fmla="*/ 3814180 h 4550534"/>
              <a:gd name="connsiteX85" fmla="*/ 2105888 w 5876984"/>
              <a:gd name="connsiteY85" fmla="*/ 3822006 h 4550534"/>
              <a:gd name="connsiteX86" fmla="*/ 2116654 w 5876984"/>
              <a:gd name="connsiteY86" fmla="*/ 3804039 h 4550534"/>
              <a:gd name="connsiteX87" fmla="*/ 2137849 w 5876984"/>
              <a:gd name="connsiteY87" fmla="*/ 3818670 h 4550534"/>
              <a:gd name="connsiteX88" fmla="*/ 2165436 w 5876984"/>
              <a:gd name="connsiteY88" fmla="*/ 3804039 h 4550534"/>
              <a:gd name="connsiteX89" fmla="*/ 2182594 w 5876984"/>
              <a:gd name="connsiteY89" fmla="*/ 3781453 h 4550534"/>
              <a:gd name="connsiteX90" fmla="*/ 2152652 w 5876984"/>
              <a:gd name="connsiteY90" fmla="*/ 3782993 h 4550534"/>
              <a:gd name="connsiteX91" fmla="*/ 2157025 w 5876984"/>
              <a:gd name="connsiteY91" fmla="*/ 3797623 h 4550534"/>
              <a:gd name="connsiteX92" fmla="*/ 2135830 w 5876984"/>
              <a:gd name="connsiteY92" fmla="*/ 3802499 h 4550534"/>
              <a:gd name="connsiteX93" fmla="*/ 2127083 w 5876984"/>
              <a:gd name="connsiteY93" fmla="*/ 3781453 h 4550534"/>
              <a:gd name="connsiteX94" fmla="*/ 2218593 w 5876984"/>
              <a:gd name="connsiteY94" fmla="*/ 3774780 h 4550534"/>
              <a:gd name="connsiteX95" fmla="*/ 2193024 w 5876984"/>
              <a:gd name="connsiteY95" fmla="*/ 3779657 h 4550534"/>
              <a:gd name="connsiteX96" fmla="*/ 2203790 w 5876984"/>
              <a:gd name="connsiteY96" fmla="*/ 3789410 h 4550534"/>
              <a:gd name="connsiteX97" fmla="*/ 2218593 w 5876984"/>
              <a:gd name="connsiteY97" fmla="*/ 3774780 h 4550534"/>
              <a:gd name="connsiteX98" fmla="*/ 2414629 w 5876984"/>
              <a:gd name="connsiteY98" fmla="*/ 3647217 h 4550534"/>
              <a:gd name="connsiteX99" fmla="*/ 2431004 w 5876984"/>
              <a:gd name="connsiteY99" fmla="*/ 3648581 h 4550534"/>
              <a:gd name="connsiteX100" fmla="*/ 2418559 w 5876984"/>
              <a:gd name="connsiteY100" fmla="*/ 3658700 h 4550534"/>
              <a:gd name="connsiteX101" fmla="*/ 2406113 w 5876984"/>
              <a:gd name="connsiteY101" fmla="*/ 3652043 h 4550534"/>
              <a:gd name="connsiteX102" fmla="*/ 2414629 w 5876984"/>
              <a:gd name="connsiteY102" fmla="*/ 3647217 h 4550534"/>
              <a:gd name="connsiteX103" fmla="*/ 2423233 w 5876984"/>
              <a:gd name="connsiteY103" fmla="*/ 3601248 h 4550534"/>
              <a:gd name="connsiteX104" fmla="*/ 2397670 w 5876984"/>
              <a:gd name="connsiteY104" fmla="*/ 3607628 h 4550534"/>
              <a:gd name="connsiteX105" fmla="*/ 2423233 w 5876984"/>
              <a:gd name="connsiteY105" fmla="*/ 3601248 h 4550534"/>
              <a:gd name="connsiteX106" fmla="*/ 2316800 w 5876984"/>
              <a:gd name="connsiteY106" fmla="*/ 3563368 h 4550534"/>
              <a:gd name="connsiteX107" fmla="*/ 2316706 w 5876984"/>
              <a:gd name="connsiteY107" fmla="*/ 3565209 h 4550534"/>
              <a:gd name="connsiteX108" fmla="*/ 2320532 w 5876984"/>
              <a:gd name="connsiteY108" fmla="*/ 3564060 h 4550534"/>
              <a:gd name="connsiteX109" fmla="*/ 2252573 w 5876984"/>
              <a:gd name="connsiteY109" fmla="*/ 3473201 h 4550534"/>
              <a:gd name="connsiteX110" fmla="*/ 2235751 w 5876984"/>
              <a:gd name="connsiteY110" fmla="*/ 3482955 h 4550534"/>
              <a:gd name="connsiteX111" fmla="*/ 2252573 w 5876984"/>
              <a:gd name="connsiteY111" fmla="*/ 3473201 h 4550534"/>
              <a:gd name="connsiteX112" fmla="*/ 2356867 w 5876984"/>
              <a:gd name="connsiteY112" fmla="*/ 3463449 h 4550534"/>
              <a:gd name="connsiteX113" fmla="*/ 2350475 w 5876984"/>
              <a:gd name="connsiteY113" fmla="*/ 3481415 h 4550534"/>
              <a:gd name="connsiteX114" fmla="*/ 2356867 w 5876984"/>
              <a:gd name="connsiteY114" fmla="*/ 3463449 h 4550534"/>
              <a:gd name="connsiteX115" fmla="*/ 2272640 w 5876984"/>
              <a:gd name="connsiteY115" fmla="*/ 3450668 h 4550534"/>
              <a:gd name="connsiteX116" fmla="*/ 2267376 w 5876984"/>
              <a:gd name="connsiteY116" fmla="*/ 3455493 h 4550534"/>
              <a:gd name="connsiteX117" fmla="*/ 2273323 w 5876984"/>
              <a:gd name="connsiteY117" fmla="*/ 3455493 h 4550534"/>
              <a:gd name="connsiteX118" fmla="*/ 2326459 w 5876984"/>
              <a:gd name="connsiteY118" fmla="*/ 3448135 h 4550534"/>
              <a:gd name="connsiteX119" fmla="*/ 2326195 w 5876984"/>
              <a:gd name="connsiteY119" fmla="*/ 3450771 h 4550534"/>
              <a:gd name="connsiteX120" fmla="*/ 2329280 w 5876984"/>
              <a:gd name="connsiteY120" fmla="*/ 3450616 h 4550534"/>
              <a:gd name="connsiteX121" fmla="*/ 2344082 w 5876984"/>
              <a:gd name="connsiteY121" fmla="*/ 3469865 h 4550534"/>
              <a:gd name="connsiteX122" fmla="*/ 2337691 w 5876984"/>
              <a:gd name="connsiteY122" fmla="*/ 3460112 h 4550534"/>
              <a:gd name="connsiteX123" fmla="*/ 2344082 w 5876984"/>
              <a:gd name="connsiteY123" fmla="*/ 3453695 h 4550534"/>
              <a:gd name="connsiteX124" fmla="*/ 2332560 w 5876984"/>
              <a:gd name="connsiteY124" fmla="*/ 3448659 h 4550534"/>
              <a:gd name="connsiteX125" fmla="*/ 2356867 w 5876984"/>
              <a:gd name="connsiteY125" fmla="*/ 3445739 h 4550534"/>
              <a:gd name="connsiteX126" fmla="*/ 2380081 w 5876984"/>
              <a:gd name="connsiteY126" fmla="*/ 3452155 h 4550534"/>
              <a:gd name="connsiteX127" fmla="*/ 2356867 w 5876984"/>
              <a:gd name="connsiteY127" fmla="*/ 3445739 h 4550534"/>
              <a:gd name="connsiteX128" fmla="*/ 2270109 w 5876984"/>
              <a:gd name="connsiteY128" fmla="*/ 3420233 h 4550534"/>
              <a:gd name="connsiteX129" fmla="*/ 2258965 w 5876984"/>
              <a:gd name="connsiteY129" fmla="*/ 3426232 h 4550534"/>
              <a:gd name="connsiteX130" fmla="*/ 2284534 w 5876984"/>
              <a:gd name="connsiteY130" fmla="*/ 3422896 h 4550534"/>
              <a:gd name="connsiteX131" fmla="*/ 2270109 w 5876984"/>
              <a:gd name="connsiteY131" fmla="*/ 3420233 h 4550534"/>
              <a:gd name="connsiteX132" fmla="*/ 2398207 w 5876984"/>
              <a:gd name="connsiteY132" fmla="*/ 3416836 h 4550534"/>
              <a:gd name="connsiteX133" fmla="*/ 2404701 w 5876984"/>
              <a:gd name="connsiteY133" fmla="*/ 3427830 h 4550534"/>
              <a:gd name="connsiteX134" fmla="*/ 2385345 w 5876984"/>
              <a:gd name="connsiteY134" fmla="*/ 3422915 h 4550534"/>
              <a:gd name="connsiteX135" fmla="*/ 2398207 w 5876984"/>
              <a:gd name="connsiteY135" fmla="*/ 3416836 h 4550534"/>
              <a:gd name="connsiteX136" fmla="*/ 2405650 w 5876984"/>
              <a:gd name="connsiteY136" fmla="*/ 3346667 h 4550534"/>
              <a:gd name="connsiteX137" fmla="*/ 2376044 w 5876984"/>
              <a:gd name="connsiteY137" fmla="*/ 3372590 h 4550534"/>
              <a:gd name="connsiteX138" fmla="*/ 2405650 w 5876984"/>
              <a:gd name="connsiteY138" fmla="*/ 3361297 h 4550534"/>
              <a:gd name="connsiteX139" fmla="*/ 2412042 w 5876984"/>
              <a:gd name="connsiteY139" fmla="*/ 3361297 h 4550534"/>
              <a:gd name="connsiteX140" fmla="*/ 2405650 w 5876984"/>
              <a:gd name="connsiteY140" fmla="*/ 3346667 h 4550534"/>
              <a:gd name="connsiteX141" fmla="*/ 2431219 w 5876984"/>
              <a:gd name="connsiteY141" fmla="*/ 3320744 h 4550534"/>
              <a:gd name="connsiteX142" fmla="*/ 2414061 w 5876984"/>
              <a:gd name="connsiteY142" fmla="*/ 3325621 h 4550534"/>
              <a:gd name="connsiteX143" fmla="*/ 2420453 w 5876984"/>
              <a:gd name="connsiteY143" fmla="*/ 3333834 h 4550534"/>
              <a:gd name="connsiteX144" fmla="*/ 2431219 w 5876984"/>
              <a:gd name="connsiteY144" fmla="*/ 3320744 h 4550534"/>
              <a:gd name="connsiteX145" fmla="*/ 973287 w 5876984"/>
              <a:gd name="connsiteY145" fmla="*/ 3265912 h 4550534"/>
              <a:gd name="connsiteX146" fmla="*/ 962522 w 5876984"/>
              <a:gd name="connsiteY146" fmla="*/ 3269249 h 4550534"/>
              <a:gd name="connsiteX147" fmla="*/ 968913 w 5876984"/>
              <a:gd name="connsiteY147" fmla="*/ 3277205 h 4550534"/>
              <a:gd name="connsiteX148" fmla="*/ 973287 w 5876984"/>
              <a:gd name="connsiteY148" fmla="*/ 3265912 h 4550534"/>
              <a:gd name="connsiteX149" fmla="*/ 958485 w 5876984"/>
              <a:gd name="connsiteY149" fmla="*/ 3246405 h 4550534"/>
              <a:gd name="connsiteX150" fmla="*/ 952094 w 5876984"/>
              <a:gd name="connsiteY150" fmla="*/ 3261035 h 4550534"/>
              <a:gd name="connsiteX151" fmla="*/ 977660 w 5876984"/>
              <a:gd name="connsiteY151" fmla="*/ 3262832 h 4550534"/>
              <a:gd name="connsiteX152" fmla="*/ 958485 w 5876984"/>
              <a:gd name="connsiteY152" fmla="*/ 3246405 h 4550534"/>
              <a:gd name="connsiteX153" fmla="*/ 975305 w 5876984"/>
              <a:gd name="connsiteY153" fmla="*/ 3218942 h 4550534"/>
              <a:gd name="connsiteX154" fmla="*/ 958485 w 5876984"/>
              <a:gd name="connsiteY154" fmla="*/ 3228695 h 4550534"/>
              <a:gd name="connsiteX155" fmla="*/ 988088 w 5876984"/>
              <a:gd name="connsiteY155" fmla="*/ 3235111 h 4550534"/>
              <a:gd name="connsiteX156" fmla="*/ 975305 w 5876984"/>
              <a:gd name="connsiteY156" fmla="*/ 3218942 h 4550534"/>
              <a:gd name="connsiteX157" fmla="*/ 958485 w 5876984"/>
              <a:gd name="connsiteY157" fmla="*/ 3194558 h 4550534"/>
              <a:gd name="connsiteX158" fmla="*/ 973287 w 5876984"/>
              <a:gd name="connsiteY158" fmla="*/ 3205852 h 4550534"/>
              <a:gd name="connsiteX159" fmla="*/ 966895 w 5876984"/>
              <a:gd name="connsiteY159" fmla="*/ 3212525 h 4550534"/>
              <a:gd name="connsiteX160" fmla="*/ 992461 w 5876984"/>
              <a:gd name="connsiteY160" fmla="*/ 3218942 h 4550534"/>
              <a:gd name="connsiteX161" fmla="*/ 975305 w 5876984"/>
              <a:gd name="connsiteY161" fmla="*/ 3196355 h 4550534"/>
              <a:gd name="connsiteX162" fmla="*/ 958485 w 5876984"/>
              <a:gd name="connsiteY162" fmla="*/ 3194558 h 4550534"/>
              <a:gd name="connsiteX163" fmla="*/ 2538184 w 5876984"/>
              <a:gd name="connsiteY163" fmla="*/ 3183237 h 4550534"/>
              <a:gd name="connsiteX164" fmla="*/ 2523303 w 5876984"/>
              <a:gd name="connsiteY164" fmla="*/ 3187905 h 4550534"/>
              <a:gd name="connsiteX165" fmla="*/ 2538184 w 5876984"/>
              <a:gd name="connsiteY165" fmla="*/ 3183237 h 4550534"/>
              <a:gd name="connsiteX166" fmla="*/ 2578500 w 5876984"/>
              <a:gd name="connsiteY166" fmla="*/ 3075921 h 4550534"/>
              <a:gd name="connsiteX167" fmla="*/ 2582255 w 5876984"/>
              <a:gd name="connsiteY167" fmla="*/ 3078943 h 4550534"/>
              <a:gd name="connsiteX168" fmla="*/ 2598631 w 5876984"/>
              <a:gd name="connsiteY168" fmla="*/ 3080461 h 4550534"/>
              <a:gd name="connsiteX169" fmla="*/ 2592408 w 5876984"/>
              <a:gd name="connsiteY169" fmla="*/ 3088309 h 4550534"/>
              <a:gd name="connsiteX170" fmla="*/ 2578500 w 5876984"/>
              <a:gd name="connsiteY170" fmla="*/ 3075921 h 4550534"/>
              <a:gd name="connsiteX171" fmla="*/ 2520374 w 5876984"/>
              <a:gd name="connsiteY171" fmla="*/ 3074349 h 4550534"/>
              <a:gd name="connsiteX172" fmla="*/ 2533159 w 5876984"/>
              <a:gd name="connsiteY172" fmla="*/ 3087182 h 4550534"/>
              <a:gd name="connsiteX173" fmla="*/ 2520374 w 5876984"/>
              <a:gd name="connsiteY173" fmla="*/ 3074349 h 4550534"/>
              <a:gd name="connsiteX174" fmla="*/ 674020 w 5876984"/>
              <a:gd name="connsiteY174" fmla="*/ 3072717 h 4550534"/>
              <a:gd name="connsiteX175" fmla="*/ 710221 w 5876984"/>
              <a:gd name="connsiteY175" fmla="*/ 3087177 h 4550534"/>
              <a:gd name="connsiteX176" fmla="*/ 674020 w 5876984"/>
              <a:gd name="connsiteY176" fmla="*/ 3072717 h 4550534"/>
              <a:gd name="connsiteX177" fmla="*/ 80211 w 5876984"/>
              <a:gd name="connsiteY177" fmla="*/ 3046687 h 4550534"/>
              <a:gd name="connsiteX178" fmla="*/ 93115 w 5876984"/>
              <a:gd name="connsiteY178" fmla="*/ 3051727 h 4550534"/>
              <a:gd name="connsiteX179" fmla="*/ 65271 w 5876984"/>
              <a:gd name="connsiteY179" fmla="*/ 3058359 h 4550534"/>
              <a:gd name="connsiteX180" fmla="*/ 80211 w 5876984"/>
              <a:gd name="connsiteY180" fmla="*/ 3046687 h 4550534"/>
              <a:gd name="connsiteX181" fmla="*/ 585952 w 5876984"/>
              <a:gd name="connsiteY181" fmla="*/ 3008208 h 4550534"/>
              <a:gd name="connsiteX182" fmla="*/ 607856 w 5876984"/>
              <a:gd name="connsiteY182" fmla="*/ 3021528 h 4550534"/>
              <a:gd name="connsiteX183" fmla="*/ 585952 w 5876984"/>
              <a:gd name="connsiteY183" fmla="*/ 3008208 h 4550534"/>
              <a:gd name="connsiteX184" fmla="*/ 2664800 w 5876984"/>
              <a:gd name="connsiteY184" fmla="*/ 2996890 h 4550534"/>
              <a:gd name="connsiteX185" fmla="*/ 2675754 w 5876984"/>
              <a:gd name="connsiteY185" fmla="*/ 3005248 h 4550534"/>
              <a:gd name="connsiteX186" fmla="*/ 2669250 w 5876984"/>
              <a:gd name="connsiteY186" fmla="*/ 3010210 h 4550534"/>
              <a:gd name="connsiteX187" fmla="*/ 2664800 w 5876984"/>
              <a:gd name="connsiteY187" fmla="*/ 2996890 h 4550534"/>
              <a:gd name="connsiteX188" fmla="*/ 2528034 w 5876984"/>
              <a:gd name="connsiteY188" fmla="*/ 2995712 h 4550534"/>
              <a:gd name="connsiteX189" fmla="*/ 2526495 w 5876984"/>
              <a:gd name="connsiteY189" fmla="*/ 2997935 h 4550534"/>
              <a:gd name="connsiteX190" fmla="*/ 2531182 w 5876984"/>
              <a:gd name="connsiteY190" fmla="*/ 3002258 h 4550534"/>
              <a:gd name="connsiteX191" fmla="*/ 2524748 w 5876984"/>
              <a:gd name="connsiteY191" fmla="*/ 3004536 h 4550534"/>
              <a:gd name="connsiteX192" fmla="*/ 2539550 w 5876984"/>
              <a:gd name="connsiteY192" fmla="*/ 2999660 h 4550534"/>
              <a:gd name="connsiteX193" fmla="*/ 2533211 w 5876984"/>
              <a:gd name="connsiteY193" fmla="*/ 3000138 h 4550534"/>
              <a:gd name="connsiteX194" fmla="*/ 2637138 w 5876984"/>
              <a:gd name="connsiteY194" fmla="*/ 2995394 h 4550534"/>
              <a:gd name="connsiteX195" fmla="*/ 2647572 w 5876984"/>
              <a:gd name="connsiteY195" fmla="*/ 3000350 h 4550534"/>
              <a:gd name="connsiteX196" fmla="*/ 2643514 w 5876984"/>
              <a:gd name="connsiteY196" fmla="*/ 3006817 h 4550534"/>
              <a:gd name="connsiteX197" fmla="*/ 2637138 w 5876984"/>
              <a:gd name="connsiteY197" fmla="*/ 2995394 h 4550534"/>
              <a:gd name="connsiteX198" fmla="*/ 2554354 w 5876984"/>
              <a:gd name="connsiteY198" fmla="*/ 2994783 h 4550534"/>
              <a:gd name="connsiteX199" fmla="*/ 2571512 w 5876984"/>
              <a:gd name="connsiteY199" fmla="*/ 3007617 h 4550534"/>
              <a:gd name="connsiteX200" fmla="*/ 2556708 w 5876984"/>
              <a:gd name="connsiteY200" fmla="*/ 3007617 h 4550534"/>
              <a:gd name="connsiteX201" fmla="*/ 2573530 w 5876984"/>
              <a:gd name="connsiteY201" fmla="*/ 3007617 h 4550534"/>
              <a:gd name="connsiteX202" fmla="*/ 2554354 w 5876984"/>
              <a:gd name="connsiteY202" fmla="*/ 2994783 h 4550534"/>
              <a:gd name="connsiteX203" fmla="*/ 900083 w 5876984"/>
              <a:gd name="connsiteY203" fmla="*/ 2990256 h 4550534"/>
              <a:gd name="connsiteX204" fmla="*/ 892244 w 5876984"/>
              <a:gd name="connsiteY204" fmla="*/ 2992955 h 4550534"/>
              <a:gd name="connsiteX205" fmla="*/ 905030 w 5876984"/>
              <a:gd name="connsiteY205" fmla="*/ 3006044 h 4550534"/>
              <a:gd name="connsiteX206" fmla="*/ 894263 w 5876984"/>
              <a:gd name="connsiteY206" fmla="*/ 3007584 h 4550534"/>
              <a:gd name="connsiteX207" fmla="*/ 915460 w 5876984"/>
              <a:gd name="connsiteY207" fmla="*/ 3002708 h 4550534"/>
              <a:gd name="connsiteX208" fmla="*/ 900083 w 5876984"/>
              <a:gd name="connsiteY208" fmla="*/ 2990256 h 4550534"/>
              <a:gd name="connsiteX209" fmla="*/ 2672653 w 5876984"/>
              <a:gd name="connsiteY209" fmla="*/ 2987611 h 4550534"/>
              <a:gd name="connsiteX210" fmla="*/ 2681698 w 5876984"/>
              <a:gd name="connsiteY210" fmla="*/ 2991816 h 4550534"/>
              <a:gd name="connsiteX211" fmla="*/ 2677376 w 5876984"/>
              <a:gd name="connsiteY211" fmla="*/ 2996636 h 4550534"/>
              <a:gd name="connsiteX212" fmla="*/ 2672653 w 5876984"/>
              <a:gd name="connsiteY212" fmla="*/ 2987611 h 4550534"/>
              <a:gd name="connsiteX213" fmla="*/ 2658679 w 5876984"/>
              <a:gd name="connsiteY213" fmla="*/ 2964529 h 4550534"/>
              <a:gd name="connsiteX214" fmla="*/ 2671313 w 5876984"/>
              <a:gd name="connsiteY214" fmla="*/ 2974609 h 4550534"/>
              <a:gd name="connsiteX215" fmla="*/ 2660674 w 5876984"/>
              <a:gd name="connsiteY215" fmla="*/ 2977791 h 4550534"/>
              <a:gd name="connsiteX216" fmla="*/ 2658679 w 5876984"/>
              <a:gd name="connsiteY216" fmla="*/ 2964529 h 4550534"/>
              <a:gd name="connsiteX217" fmla="*/ 2688788 w 5876984"/>
              <a:gd name="connsiteY217" fmla="*/ 2941434 h 4550534"/>
              <a:gd name="connsiteX218" fmla="*/ 2692744 w 5876984"/>
              <a:gd name="connsiteY218" fmla="*/ 2952849 h 4550534"/>
              <a:gd name="connsiteX219" fmla="*/ 2688788 w 5876984"/>
              <a:gd name="connsiteY219" fmla="*/ 2941434 h 4550534"/>
              <a:gd name="connsiteX220" fmla="*/ 2679024 w 5876984"/>
              <a:gd name="connsiteY220" fmla="*/ 2926878 h 4550534"/>
              <a:gd name="connsiteX221" fmla="*/ 2686138 w 5876984"/>
              <a:gd name="connsiteY221" fmla="*/ 2928850 h 4550534"/>
              <a:gd name="connsiteX222" fmla="*/ 2677580 w 5876984"/>
              <a:gd name="connsiteY222" fmla="*/ 2938578 h 4550534"/>
              <a:gd name="connsiteX223" fmla="*/ 2679024 w 5876984"/>
              <a:gd name="connsiteY223" fmla="*/ 2926878 h 4550534"/>
              <a:gd name="connsiteX224" fmla="*/ 615728 w 5876984"/>
              <a:gd name="connsiteY224" fmla="*/ 2910877 h 4550534"/>
              <a:gd name="connsiteX225" fmla="*/ 628631 w 5876984"/>
              <a:gd name="connsiteY225" fmla="*/ 2914192 h 4550534"/>
              <a:gd name="connsiteX226" fmla="*/ 620142 w 5876984"/>
              <a:gd name="connsiteY226" fmla="*/ 2928730 h 4550534"/>
              <a:gd name="connsiteX227" fmla="*/ 602823 w 5876984"/>
              <a:gd name="connsiteY227" fmla="*/ 2919038 h 4550534"/>
              <a:gd name="connsiteX228" fmla="*/ 615728 w 5876984"/>
              <a:gd name="connsiteY228" fmla="*/ 2910877 h 4550534"/>
              <a:gd name="connsiteX229" fmla="*/ 2626666 w 5876984"/>
              <a:gd name="connsiteY229" fmla="*/ 2895944 h 4550534"/>
              <a:gd name="connsiteX230" fmla="*/ 2624668 w 5876984"/>
              <a:gd name="connsiteY230" fmla="*/ 2897508 h 4550534"/>
              <a:gd name="connsiteX231" fmla="*/ 2637452 w 5876984"/>
              <a:gd name="connsiteY231" fmla="*/ 2908801 h 4550534"/>
              <a:gd name="connsiteX232" fmla="*/ 2637452 w 5876984"/>
              <a:gd name="connsiteY232" fmla="*/ 2899048 h 4550534"/>
              <a:gd name="connsiteX233" fmla="*/ 2626666 w 5876984"/>
              <a:gd name="connsiteY233" fmla="*/ 2895944 h 4550534"/>
              <a:gd name="connsiteX234" fmla="*/ 697418 w 5876984"/>
              <a:gd name="connsiteY234" fmla="*/ 2884924 h 4550534"/>
              <a:gd name="connsiteX235" fmla="*/ 694942 w 5876984"/>
              <a:gd name="connsiteY235" fmla="*/ 2888741 h 4550534"/>
              <a:gd name="connsiteX236" fmla="*/ 692387 w 5876984"/>
              <a:gd name="connsiteY236" fmla="*/ 2897476 h 4550534"/>
              <a:gd name="connsiteX237" fmla="*/ 690032 w 5876984"/>
              <a:gd name="connsiteY237" fmla="*/ 2912106 h 4550534"/>
              <a:gd name="connsiteX238" fmla="*/ 719977 w 5876984"/>
              <a:gd name="connsiteY238" fmla="*/ 2912106 h 4550534"/>
              <a:gd name="connsiteX239" fmla="*/ 705593 w 5876984"/>
              <a:gd name="connsiteY239" fmla="*/ 2893518 h 4550534"/>
              <a:gd name="connsiteX240" fmla="*/ 706782 w 5876984"/>
              <a:gd name="connsiteY240" fmla="*/ 2885585 h 4550534"/>
              <a:gd name="connsiteX241" fmla="*/ 699293 w 5876984"/>
              <a:gd name="connsiteY241" fmla="*/ 2887985 h 4550534"/>
              <a:gd name="connsiteX242" fmla="*/ 2692322 w 5876984"/>
              <a:gd name="connsiteY242" fmla="*/ 2879516 h 4550534"/>
              <a:gd name="connsiteX243" fmla="*/ 2705837 w 5876984"/>
              <a:gd name="connsiteY243" fmla="*/ 2885977 h 4550534"/>
              <a:gd name="connsiteX244" fmla="*/ 2699384 w 5876984"/>
              <a:gd name="connsiteY244" fmla="*/ 2900432 h 4550534"/>
              <a:gd name="connsiteX245" fmla="*/ 2695310 w 5876984"/>
              <a:gd name="connsiteY245" fmla="*/ 2892431 h 4550534"/>
              <a:gd name="connsiteX246" fmla="*/ 2701422 w 5876984"/>
              <a:gd name="connsiteY246" fmla="*/ 2885977 h 4550534"/>
              <a:gd name="connsiteX247" fmla="*/ 2695310 w 5876984"/>
              <a:gd name="connsiteY247" fmla="*/ 2885977 h 4550534"/>
              <a:gd name="connsiteX248" fmla="*/ 2692322 w 5876984"/>
              <a:gd name="connsiteY248" fmla="*/ 2879516 h 4550534"/>
              <a:gd name="connsiteX249" fmla="*/ 768618 w 5876984"/>
              <a:gd name="connsiteY249" fmla="*/ 2876534 h 4550534"/>
              <a:gd name="connsiteX250" fmla="*/ 764814 w 5876984"/>
              <a:gd name="connsiteY250" fmla="*/ 2878041 h 4550534"/>
              <a:gd name="connsiteX251" fmla="*/ 761201 w 5876984"/>
              <a:gd name="connsiteY251" fmla="*/ 2879258 h 4550534"/>
              <a:gd name="connsiteX252" fmla="*/ 783778 w 5876984"/>
              <a:gd name="connsiteY252" fmla="*/ 2888878 h 4550534"/>
              <a:gd name="connsiteX253" fmla="*/ 819905 w 5876984"/>
              <a:gd name="connsiteY253" fmla="*/ 2903893 h 4550534"/>
              <a:gd name="connsiteX254" fmla="*/ 824279 w 5876984"/>
              <a:gd name="connsiteY254" fmla="*/ 2887723 h 4550534"/>
              <a:gd name="connsiteX255" fmla="*/ 774504 w 5876984"/>
              <a:gd name="connsiteY255" fmla="*/ 2876679 h 4550534"/>
              <a:gd name="connsiteX256" fmla="*/ 2609865 w 5876984"/>
              <a:gd name="connsiteY256" fmla="*/ 2874665 h 4550534"/>
              <a:gd name="connsiteX257" fmla="*/ 2607510 w 5876984"/>
              <a:gd name="connsiteY257" fmla="*/ 2881338 h 4550534"/>
              <a:gd name="connsiteX258" fmla="*/ 2631061 w 5876984"/>
              <a:gd name="connsiteY258" fmla="*/ 2889295 h 4550534"/>
              <a:gd name="connsiteX259" fmla="*/ 2609865 w 5876984"/>
              <a:gd name="connsiteY259" fmla="*/ 2874665 h 4550534"/>
              <a:gd name="connsiteX260" fmla="*/ 2552335 w 5876984"/>
              <a:gd name="connsiteY260" fmla="*/ 2871585 h 4550534"/>
              <a:gd name="connsiteX261" fmla="*/ 2545943 w 5876984"/>
              <a:gd name="connsiteY261" fmla="*/ 2886215 h 4550534"/>
              <a:gd name="connsiteX262" fmla="*/ 2552335 w 5876984"/>
              <a:gd name="connsiteY262" fmla="*/ 2871585 h 4550534"/>
              <a:gd name="connsiteX263" fmla="*/ 2682797 w 5876984"/>
              <a:gd name="connsiteY263" fmla="*/ 2863396 h 4550534"/>
              <a:gd name="connsiteX264" fmla="*/ 2680470 w 5876984"/>
              <a:gd name="connsiteY264" fmla="*/ 2876659 h 4550534"/>
              <a:gd name="connsiteX265" fmla="*/ 2682797 w 5876984"/>
              <a:gd name="connsiteY265" fmla="*/ 2863396 h 4550534"/>
              <a:gd name="connsiteX266" fmla="*/ 2605492 w 5876984"/>
              <a:gd name="connsiteY266" fmla="*/ 2863372 h 4550534"/>
              <a:gd name="connsiteX267" fmla="*/ 2622650 w 5876984"/>
              <a:gd name="connsiteY267" fmla="*/ 2879542 h 4550534"/>
              <a:gd name="connsiteX268" fmla="*/ 2605492 w 5876984"/>
              <a:gd name="connsiteY268" fmla="*/ 2863372 h 4550534"/>
              <a:gd name="connsiteX269" fmla="*/ 536943 w 5876984"/>
              <a:gd name="connsiteY269" fmla="*/ 2850250 h 4550534"/>
              <a:gd name="connsiteX270" fmla="*/ 517765 w 5876984"/>
              <a:gd name="connsiteY270" fmla="*/ 2861800 h 4550534"/>
              <a:gd name="connsiteX271" fmla="*/ 532906 w 5876984"/>
              <a:gd name="connsiteY271" fmla="*/ 2861800 h 4550534"/>
              <a:gd name="connsiteX272" fmla="*/ 536943 w 5876984"/>
              <a:gd name="connsiteY272" fmla="*/ 2850250 h 4550534"/>
              <a:gd name="connsiteX273" fmla="*/ 248537 w 5876984"/>
              <a:gd name="connsiteY273" fmla="*/ 2832785 h 4550534"/>
              <a:gd name="connsiteX274" fmla="*/ 210197 w 5876984"/>
              <a:gd name="connsiteY274" fmla="*/ 2907295 h 4550534"/>
              <a:gd name="connsiteX275" fmla="*/ 182619 w 5876984"/>
              <a:gd name="connsiteY275" fmla="*/ 2926498 h 4550534"/>
              <a:gd name="connsiteX276" fmla="*/ 161431 w 5876984"/>
              <a:gd name="connsiteY276" fmla="*/ 2929827 h 4550534"/>
              <a:gd name="connsiteX277" fmla="*/ 153023 w 5876984"/>
              <a:gd name="connsiteY277" fmla="*/ 2947750 h 4550534"/>
              <a:gd name="connsiteX278" fmla="*/ 197416 w 5876984"/>
              <a:gd name="connsiteY278" fmla="*/ 3014066 h 4550534"/>
              <a:gd name="connsiteX279" fmla="*/ 184637 w 5876984"/>
              <a:gd name="connsiteY279" fmla="*/ 3022004 h 4550534"/>
              <a:gd name="connsiteX280" fmla="*/ 148651 w 5876984"/>
              <a:gd name="connsiteY280" fmla="*/ 2999472 h 4550534"/>
              <a:gd name="connsiteX281" fmla="*/ 123091 w 5876984"/>
              <a:gd name="connsiteY281" fmla="*/ 2999472 h 4550534"/>
              <a:gd name="connsiteX282" fmla="*/ 112665 w 5876984"/>
              <a:gd name="connsiteY282" fmla="*/ 2997679 h 4550534"/>
              <a:gd name="connsiteX283" fmla="*/ 119055 w 5876984"/>
              <a:gd name="connsiteY283" fmla="*/ 3020468 h 4550534"/>
              <a:gd name="connsiteX284" fmla="*/ 95513 w 5876984"/>
              <a:gd name="connsiteY284" fmla="*/ 3022004 h 4550534"/>
              <a:gd name="connsiteX285" fmla="*/ 87106 w 5876984"/>
              <a:gd name="connsiteY285" fmla="*/ 3002544 h 4550534"/>
              <a:gd name="connsiteX286" fmla="*/ 72308 w 5876984"/>
              <a:gd name="connsiteY286" fmla="*/ 2950823 h 4550534"/>
              <a:gd name="connsiteX287" fmla="*/ 57174 w 5876984"/>
              <a:gd name="connsiteY287" fmla="*/ 2986413 h 4550534"/>
              <a:gd name="connsiteX288" fmla="*/ 38004 w 5876984"/>
              <a:gd name="connsiteY288" fmla="*/ 2991278 h 4550534"/>
              <a:gd name="connsiteX289" fmla="*/ 48766 w 5876984"/>
              <a:gd name="connsiteY289" fmla="*/ 2942885 h 4550534"/>
              <a:gd name="connsiteX290" fmla="*/ 65917 w 5876984"/>
              <a:gd name="connsiteY290" fmla="*/ 2945958 h 4550534"/>
              <a:gd name="connsiteX291" fmla="*/ 135871 w 5876984"/>
              <a:gd name="connsiteY291" fmla="*/ 2913696 h 4550534"/>
              <a:gd name="connsiteX292" fmla="*/ 133853 w 5876984"/>
              <a:gd name="connsiteY292" fmla="*/ 2903966 h 4550534"/>
              <a:gd name="connsiteX293" fmla="*/ 153023 w 5876984"/>
              <a:gd name="connsiteY293" fmla="*/ 2903966 h 4550534"/>
              <a:gd name="connsiteX294" fmla="*/ 165803 w 5876984"/>
              <a:gd name="connsiteY294" fmla="*/ 2892700 h 4550534"/>
              <a:gd name="connsiteX295" fmla="*/ 159413 w 5876984"/>
              <a:gd name="connsiteY295" fmla="*/ 2884507 h 4550534"/>
              <a:gd name="connsiteX296" fmla="*/ 180601 w 5876984"/>
              <a:gd name="connsiteY296" fmla="*/ 2878105 h 4550534"/>
              <a:gd name="connsiteX297" fmla="*/ 174210 w 5876984"/>
              <a:gd name="connsiteY297" fmla="*/ 2868375 h 4550534"/>
              <a:gd name="connsiteX298" fmla="*/ 210197 w 5876984"/>
              <a:gd name="connsiteY298" fmla="*/ 2855318 h 4550534"/>
              <a:gd name="connsiteX299" fmla="*/ 248537 w 5876984"/>
              <a:gd name="connsiteY299" fmla="*/ 2832785 h 4550534"/>
              <a:gd name="connsiteX300" fmla="*/ 2790008 w 5876984"/>
              <a:gd name="connsiteY300" fmla="*/ 2815345 h 4550534"/>
              <a:gd name="connsiteX301" fmla="*/ 2803337 w 5876984"/>
              <a:gd name="connsiteY301" fmla="*/ 2819859 h 4550534"/>
              <a:gd name="connsiteX302" fmla="*/ 2796985 w 5876984"/>
              <a:gd name="connsiteY302" fmla="*/ 2840820 h 4550534"/>
              <a:gd name="connsiteX303" fmla="*/ 2786288 w 5876984"/>
              <a:gd name="connsiteY303" fmla="*/ 2839052 h 4550534"/>
              <a:gd name="connsiteX304" fmla="*/ 2788628 w 5876984"/>
              <a:gd name="connsiteY304" fmla="*/ 2826425 h 4550534"/>
              <a:gd name="connsiteX305" fmla="*/ 2779936 w 5876984"/>
              <a:gd name="connsiteY305" fmla="*/ 2821627 h 4550534"/>
              <a:gd name="connsiteX306" fmla="*/ 2790008 w 5876984"/>
              <a:gd name="connsiteY306" fmla="*/ 2815345 h 4550534"/>
              <a:gd name="connsiteX307" fmla="*/ 2745485 w 5876984"/>
              <a:gd name="connsiteY307" fmla="*/ 2809367 h 4550534"/>
              <a:gd name="connsiteX308" fmla="*/ 2739175 w 5876984"/>
              <a:gd name="connsiteY308" fmla="*/ 2848373 h 4550534"/>
              <a:gd name="connsiteX309" fmla="*/ 2737182 w 5876984"/>
              <a:gd name="connsiteY309" fmla="*/ 2823994 h 4550534"/>
              <a:gd name="connsiteX310" fmla="*/ 2728879 w 5876984"/>
              <a:gd name="connsiteY310" fmla="*/ 2819118 h 4550534"/>
              <a:gd name="connsiteX311" fmla="*/ 2724562 w 5876984"/>
              <a:gd name="connsiteY311" fmla="*/ 2833746 h 4550534"/>
              <a:gd name="connsiteX312" fmla="*/ 2707624 w 5876984"/>
              <a:gd name="connsiteY312" fmla="*/ 2828870 h 4550534"/>
              <a:gd name="connsiteX313" fmla="*/ 2705632 w 5876984"/>
              <a:gd name="connsiteY313" fmla="*/ 2817579 h 4550534"/>
              <a:gd name="connsiteX314" fmla="*/ 2726554 w 5876984"/>
              <a:gd name="connsiteY314" fmla="*/ 2816039 h 4550534"/>
              <a:gd name="connsiteX315" fmla="*/ 2720245 w 5876984"/>
              <a:gd name="connsiteY315" fmla="*/ 2814243 h 4550534"/>
              <a:gd name="connsiteX316" fmla="*/ 2745485 w 5876984"/>
              <a:gd name="connsiteY316" fmla="*/ 2809367 h 4550534"/>
              <a:gd name="connsiteX317" fmla="*/ 2686236 w 5876984"/>
              <a:gd name="connsiteY317" fmla="*/ 2780726 h 4550534"/>
              <a:gd name="connsiteX318" fmla="*/ 2679844 w 5876984"/>
              <a:gd name="connsiteY318" fmla="*/ 2787143 h 4550534"/>
              <a:gd name="connsiteX319" fmla="*/ 2690609 w 5876984"/>
              <a:gd name="connsiteY319" fmla="*/ 2798437 h 4550534"/>
              <a:gd name="connsiteX320" fmla="*/ 2686236 w 5876984"/>
              <a:gd name="connsiteY320" fmla="*/ 2780726 h 4550534"/>
              <a:gd name="connsiteX321" fmla="*/ 67372 w 5876984"/>
              <a:gd name="connsiteY321" fmla="*/ 2776197 h 4550534"/>
              <a:gd name="connsiteX322" fmla="*/ 47995 w 5876984"/>
              <a:gd name="connsiteY322" fmla="*/ 2806503 h 4550534"/>
              <a:gd name="connsiteX323" fmla="*/ 67372 w 5876984"/>
              <a:gd name="connsiteY323" fmla="*/ 2776197 h 4550534"/>
              <a:gd name="connsiteX324" fmla="*/ 2839108 w 5876984"/>
              <a:gd name="connsiteY324" fmla="*/ 2773934 h 4550534"/>
              <a:gd name="connsiteX325" fmla="*/ 2830867 w 5876984"/>
              <a:gd name="connsiteY325" fmla="*/ 2783485 h 4550534"/>
              <a:gd name="connsiteX326" fmla="*/ 2839108 w 5876984"/>
              <a:gd name="connsiteY326" fmla="*/ 2773934 h 4550534"/>
              <a:gd name="connsiteX327" fmla="*/ 116760 w 5876984"/>
              <a:gd name="connsiteY327" fmla="*/ 2770539 h 4550534"/>
              <a:gd name="connsiteX328" fmla="*/ 146919 w 5876984"/>
              <a:gd name="connsiteY328" fmla="*/ 2770539 h 4550534"/>
              <a:gd name="connsiteX329" fmla="*/ 174705 w 5876984"/>
              <a:gd name="connsiteY329" fmla="*/ 2778335 h 4550534"/>
              <a:gd name="connsiteX330" fmla="*/ 146919 w 5876984"/>
              <a:gd name="connsiteY330" fmla="*/ 2797449 h 4550534"/>
              <a:gd name="connsiteX331" fmla="*/ 121166 w 5876984"/>
              <a:gd name="connsiteY331" fmla="*/ 2781605 h 4550534"/>
              <a:gd name="connsiteX332" fmla="*/ 123198 w 5876984"/>
              <a:gd name="connsiteY332" fmla="*/ 2789653 h 4550534"/>
              <a:gd name="connsiteX333" fmla="*/ 116760 w 5876984"/>
              <a:gd name="connsiteY333" fmla="*/ 2770539 h 4550534"/>
              <a:gd name="connsiteX334" fmla="*/ 2801084 w 5876984"/>
              <a:gd name="connsiteY334" fmla="*/ 2769278 h 4550534"/>
              <a:gd name="connsiteX335" fmla="*/ 2809690 w 5876984"/>
              <a:gd name="connsiteY335" fmla="*/ 2774148 h 4550534"/>
              <a:gd name="connsiteX336" fmla="*/ 2809690 w 5876984"/>
              <a:gd name="connsiteY336" fmla="*/ 2785422 h 4550534"/>
              <a:gd name="connsiteX337" fmla="*/ 2828558 w 5876984"/>
              <a:gd name="connsiteY337" fmla="*/ 2803104 h 4550534"/>
              <a:gd name="connsiteX338" fmla="*/ 2807373 w 5876984"/>
              <a:gd name="connsiteY338" fmla="*/ 2795159 h 4550534"/>
              <a:gd name="connsiteX339" fmla="*/ 2790823 w 5876984"/>
              <a:gd name="connsiteY339" fmla="*/ 2775685 h 4550534"/>
              <a:gd name="connsiteX340" fmla="*/ 2801084 w 5876984"/>
              <a:gd name="connsiteY340" fmla="*/ 2769278 h 4550534"/>
              <a:gd name="connsiteX341" fmla="*/ 2739392 w 5876984"/>
              <a:gd name="connsiteY341" fmla="*/ 2767637 h 4550534"/>
              <a:gd name="connsiteX342" fmla="*/ 2758569 w 5876984"/>
              <a:gd name="connsiteY342" fmla="*/ 2780726 h 4550534"/>
              <a:gd name="connsiteX343" fmla="*/ 2758569 w 5876984"/>
              <a:gd name="connsiteY343" fmla="*/ 2769434 h 4550534"/>
              <a:gd name="connsiteX344" fmla="*/ 2739392 w 5876984"/>
              <a:gd name="connsiteY344" fmla="*/ 2767637 h 4550534"/>
              <a:gd name="connsiteX345" fmla="*/ 2701038 w 5876984"/>
              <a:gd name="connsiteY345" fmla="*/ 2761220 h 4550534"/>
              <a:gd name="connsiteX346" fmla="*/ 2690609 w 5876984"/>
              <a:gd name="connsiteY346" fmla="*/ 2766097 h 4550534"/>
              <a:gd name="connsiteX347" fmla="*/ 2701038 w 5876984"/>
              <a:gd name="connsiteY347" fmla="*/ 2782266 h 4550534"/>
              <a:gd name="connsiteX348" fmla="*/ 2713824 w 5876984"/>
              <a:gd name="connsiteY348" fmla="*/ 2780726 h 4550534"/>
              <a:gd name="connsiteX349" fmla="*/ 2701038 w 5876984"/>
              <a:gd name="connsiteY349" fmla="*/ 2761220 h 4550534"/>
              <a:gd name="connsiteX350" fmla="*/ 2814480 w 5876984"/>
              <a:gd name="connsiteY350" fmla="*/ 2760785 h 4550534"/>
              <a:gd name="connsiteX351" fmla="*/ 2827073 w 5876984"/>
              <a:gd name="connsiteY351" fmla="*/ 2762440 h 4550534"/>
              <a:gd name="connsiteX352" fmla="*/ 2812443 w 5876984"/>
              <a:gd name="connsiteY352" fmla="*/ 2773684 h 4550534"/>
              <a:gd name="connsiteX353" fmla="*/ 2808121 w 5876984"/>
              <a:gd name="connsiteY353" fmla="*/ 2767187 h 4550534"/>
              <a:gd name="connsiteX354" fmla="*/ 2814480 w 5876984"/>
              <a:gd name="connsiteY354" fmla="*/ 2760785 h 4550534"/>
              <a:gd name="connsiteX355" fmla="*/ 2758569 w 5876984"/>
              <a:gd name="connsiteY355" fmla="*/ 2749927 h 4550534"/>
              <a:gd name="connsiteX356" fmla="*/ 2754532 w 5876984"/>
              <a:gd name="connsiteY356" fmla="*/ 2759680 h 4550534"/>
              <a:gd name="connsiteX357" fmla="*/ 2762942 w 5876984"/>
              <a:gd name="connsiteY357" fmla="*/ 2775850 h 4550534"/>
              <a:gd name="connsiteX358" fmla="*/ 2758569 w 5876984"/>
              <a:gd name="connsiteY358" fmla="*/ 2749927 h 4550534"/>
              <a:gd name="connsiteX359" fmla="*/ 2730982 w 5876984"/>
              <a:gd name="connsiteY359" fmla="*/ 2727084 h 4550534"/>
              <a:gd name="connsiteX360" fmla="*/ 2728963 w 5876984"/>
              <a:gd name="connsiteY360" fmla="*/ 2735297 h 4550534"/>
              <a:gd name="connsiteX361" fmla="*/ 2728963 w 5876984"/>
              <a:gd name="connsiteY361" fmla="*/ 2745051 h 4550534"/>
              <a:gd name="connsiteX362" fmla="*/ 2743766 w 5876984"/>
              <a:gd name="connsiteY362" fmla="*/ 2759680 h 4550534"/>
              <a:gd name="connsiteX363" fmla="*/ 2750158 w 5876984"/>
              <a:gd name="connsiteY363" fmla="*/ 2748130 h 4550534"/>
              <a:gd name="connsiteX364" fmla="*/ 2730982 w 5876984"/>
              <a:gd name="connsiteY364" fmla="*/ 2727084 h 4550534"/>
              <a:gd name="connsiteX365" fmla="*/ 2710176 w 5876984"/>
              <a:gd name="connsiteY365" fmla="*/ 2722115 h 4550534"/>
              <a:gd name="connsiteX366" fmla="*/ 2707431 w 5876984"/>
              <a:gd name="connsiteY366" fmla="*/ 2727084 h 4550534"/>
              <a:gd name="connsiteX367" fmla="*/ 2722571 w 5876984"/>
              <a:gd name="connsiteY367" fmla="*/ 2741714 h 4550534"/>
              <a:gd name="connsiteX368" fmla="*/ 2710176 w 5876984"/>
              <a:gd name="connsiteY368" fmla="*/ 2722115 h 4550534"/>
              <a:gd name="connsiteX369" fmla="*/ 2805747 w 5876984"/>
              <a:gd name="connsiteY369" fmla="*/ 2720742 h 4550534"/>
              <a:gd name="connsiteX370" fmla="*/ 2831516 w 5876984"/>
              <a:gd name="connsiteY370" fmla="*/ 2727136 h 4550534"/>
              <a:gd name="connsiteX371" fmla="*/ 2797271 w 5876984"/>
              <a:gd name="connsiteY371" fmla="*/ 2757833 h 4550534"/>
              <a:gd name="connsiteX372" fmla="*/ 2788794 w 5876984"/>
              <a:gd name="connsiteY372" fmla="*/ 2741718 h 4550534"/>
              <a:gd name="connsiteX373" fmla="*/ 2784386 w 5876984"/>
              <a:gd name="connsiteY373" fmla="*/ 2743253 h 4550534"/>
              <a:gd name="connsiteX374" fmla="*/ 2805747 w 5876984"/>
              <a:gd name="connsiteY374" fmla="*/ 2720742 h 4550534"/>
              <a:gd name="connsiteX375" fmla="*/ 2969095 w 5876984"/>
              <a:gd name="connsiteY375" fmla="*/ 2719131 h 4550534"/>
              <a:gd name="connsiteX376" fmla="*/ 2963116 w 5876984"/>
              <a:gd name="connsiteY376" fmla="*/ 2733414 h 4550534"/>
              <a:gd name="connsiteX377" fmla="*/ 2969095 w 5876984"/>
              <a:gd name="connsiteY377" fmla="*/ 2719131 h 4550534"/>
              <a:gd name="connsiteX378" fmla="*/ 3012032 w 5876984"/>
              <a:gd name="connsiteY378" fmla="*/ 2717163 h 4550534"/>
              <a:gd name="connsiteX379" fmla="*/ 3021406 w 5876984"/>
              <a:gd name="connsiteY379" fmla="*/ 2725746 h 4550534"/>
              <a:gd name="connsiteX380" fmla="*/ 3000773 w 5876984"/>
              <a:gd name="connsiteY380" fmla="*/ 2730668 h 4550534"/>
              <a:gd name="connsiteX381" fmla="*/ 2996516 w 5876984"/>
              <a:gd name="connsiteY381" fmla="*/ 2720823 h 4550534"/>
              <a:gd name="connsiteX382" fmla="*/ 3012032 w 5876984"/>
              <a:gd name="connsiteY382" fmla="*/ 2717163 h 4550534"/>
              <a:gd name="connsiteX383" fmla="*/ 2927342 w 5876984"/>
              <a:gd name="connsiteY383" fmla="*/ 2713951 h 4550534"/>
              <a:gd name="connsiteX384" fmla="*/ 2927342 w 5876984"/>
              <a:gd name="connsiteY384" fmla="*/ 2716989 h 4550534"/>
              <a:gd name="connsiteX385" fmla="*/ 2933869 w 5876984"/>
              <a:gd name="connsiteY385" fmla="*/ 2723570 h 4550534"/>
              <a:gd name="connsiteX386" fmla="*/ 2901577 w 5876984"/>
              <a:gd name="connsiteY386" fmla="*/ 2731418 h 4550534"/>
              <a:gd name="connsiteX387" fmla="*/ 2927342 w 5876984"/>
              <a:gd name="connsiteY387" fmla="*/ 2713951 h 4550534"/>
              <a:gd name="connsiteX388" fmla="*/ 2872548 w 5876984"/>
              <a:gd name="connsiteY388" fmla="*/ 2710932 h 4550534"/>
              <a:gd name="connsiteX389" fmla="*/ 2881952 w 5876984"/>
              <a:gd name="connsiteY389" fmla="*/ 2717464 h 4550534"/>
              <a:gd name="connsiteX390" fmla="*/ 2864600 w 5876984"/>
              <a:gd name="connsiteY390" fmla="*/ 2731907 h 4550534"/>
              <a:gd name="connsiteX391" fmla="*/ 2849630 w 5876984"/>
              <a:gd name="connsiteY391" fmla="*/ 2730387 h 4550534"/>
              <a:gd name="connsiteX392" fmla="*/ 2872548 w 5876984"/>
              <a:gd name="connsiteY392" fmla="*/ 2710932 h 4550534"/>
              <a:gd name="connsiteX393" fmla="*/ 2733000 w 5876984"/>
              <a:gd name="connsiteY393" fmla="*/ 2706038 h 4550534"/>
              <a:gd name="connsiteX394" fmla="*/ 2758569 w 5876984"/>
              <a:gd name="connsiteY394" fmla="*/ 2741714 h 4550534"/>
              <a:gd name="connsiteX395" fmla="*/ 2769335 w 5876984"/>
              <a:gd name="connsiteY395" fmla="*/ 2740174 h 4550534"/>
              <a:gd name="connsiteX396" fmla="*/ 2752177 w 5876984"/>
              <a:gd name="connsiteY396" fmla="*/ 2709375 h 4550534"/>
              <a:gd name="connsiteX397" fmla="*/ 2733000 w 5876984"/>
              <a:gd name="connsiteY397" fmla="*/ 2706038 h 4550534"/>
              <a:gd name="connsiteX398" fmla="*/ 2928422 w 5876984"/>
              <a:gd name="connsiteY398" fmla="*/ 2703682 h 4550534"/>
              <a:gd name="connsiteX399" fmla="*/ 2926794 w 5876984"/>
              <a:gd name="connsiteY399" fmla="*/ 2706657 h 4550534"/>
              <a:gd name="connsiteX400" fmla="*/ 2927090 w 5876984"/>
              <a:gd name="connsiteY400" fmla="*/ 2703868 h 4550534"/>
              <a:gd name="connsiteX401" fmla="*/ 2777746 w 5876984"/>
              <a:gd name="connsiteY401" fmla="*/ 2694745 h 4550534"/>
              <a:gd name="connsiteX402" fmla="*/ 2779764 w 5876984"/>
              <a:gd name="connsiteY402" fmla="*/ 2704498 h 4550534"/>
              <a:gd name="connsiteX403" fmla="*/ 2794568 w 5876984"/>
              <a:gd name="connsiteY403" fmla="*/ 2696285 h 4550534"/>
              <a:gd name="connsiteX404" fmla="*/ 2777746 w 5876984"/>
              <a:gd name="connsiteY404" fmla="*/ 2694745 h 4550534"/>
              <a:gd name="connsiteX405" fmla="*/ 2969574 w 5876984"/>
              <a:gd name="connsiteY405" fmla="*/ 2693579 h 4550534"/>
              <a:gd name="connsiteX406" fmla="*/ 2965195 w 5876984"/>
              <a:gd name="connsiteY406" fmla="*/ 2709989 h 4550534"/>
              <a:gd name="connsiteX407" fmla="*/ 2971595 w 5876984"/>
              <a:gd name="connsiteY407" fmla="*/ 2696913 h 4550534"/>
              <a:gd name="connsiteX408" fmla="*/ 3003596 w 5876984"/>
              <a:gd name="connsiteY408" fmla="*/ 2705118 h 4550534"/>
              <a:gd name="connsiteX409" fmla="*/ 2969574 w 5876984"/>
              <a:gd name="connsiteY409" fmla="*/ 2708195 h 4550534"/>
              <a:gd name="connsiteX410" fmla="*/ 2975974 w 5876984"/>
              <a:gd name="connsiteY410" fmla="*/ 2714861 h 4550534"/>
              <a:gd name="connsiteX411" fmla="*/ 2950374 w 5876984"/>
              <a:gd name="connsiteY411" fmla="*/ 2706657 h 4550534"/>
              <a:gd name="connsiteX412" fmla="*/ 2939596 w 5876984"/>
              <a:gd name="connsiteY412" fmla="*/ 2716400 h 4550534"/>
              <a:gd name="connsiteX413" fmla="*/ 2926794 w 5876984"/>
              <a:gd name="connsiteY413" fmla="*/ 2709989 h 4550534"/>
              <a:gd name="connsiteX414" fmla="*/ 2929153 w 5876984"/>
              <a:gd name="connsiteY414" fmla="*/ 2703580 h 4550534"/>
              <a:gd name="connsiteX415" fmla="*/ 2928422 w 5876984"/>
              <a:gd name="connsiteY415" fmla="*/ 2703682 h 4550534"/>
              <a:gd name="connsiteX416" fmla="*/ 2931089 w 5876984"/>
              <a:gd name="connsiteY416" fmla="*/ 2698804 h 4550534"/>
              <a:gd name="connsiteX417" fmla="*/ 2941953 w 5876984"/>
              <a:gd name="connsiteY417" fmla="*/ 2696913 h 4550534"/>
              <a:gd name="connsiteX418" fmla="*/ 2969574 w 5876984"/>
              <a:gd name="connsiteY418" fmla="*/ 2693579 h 4550534"/>
              <a:gd name="connsiteX419" fmla="*/ 3006560 w 5876984"/>
              <a:gd name="connsiteY419" fmla="*/ 2673491 h 4550534"/>
              <a:gd name="connsiteX420" fmla="*/ 2983165 w 5876984"/>
              <a:gd name="connsiteY420" fmla="*/ 2687667 h 4550534"/>
              <a:gd name="connsiteX421" fmla="*/ 3006560 w 5876984"/>
              <a:gd name="connsiteY421" fmla="*/ 2673491 h 4550534"/>
              <a:gd name="connsiteX422" fmla="*/ 3023908 w 5876984"/>
              <a:gd name="connsiteY422" fmla="*/ 2672322 h 4550534"/>
              <a:gd name="connsiteX423" fmla="*/ 3046622 w 5876984"/>
              <a:gd name="connsiteY423" fmla="*/ 2679033 h 4550534"/>
              <a:gd name="connsiteX424" fmla="*/ 3023548 w 5876984"/>
              <a:gd name="connsiteY424" fmla="*/ 2675715 h 4550534"/>
              <a:gd name="connsiteX425" fmla="*/ 3023908 w 5876984"/>
              <a:gd name="connsiteY425" fmla="*/ 2672322 h 4550534"/>
              <a:gd name="connsiteX426" fmla="*/ 3872881 w 5876984"/>
              <a:gd name="connsiteY426" fmla="*/ 2663675 h 4550534"/>
              <a:gd name="connsiteX427" fmla="*/ 3830200 w 5876984"/>
              <a:gd name="connsiteY427" fmla="*/ 2674897 h 4550534"/>
              <a:gd name="connsiteX428" fmla="*/ 3872881 w 5876984"/>
              <a:gd name="connsiteY428" fmla="*/ 2663675 h 4550534"/>
              <a:gd name="connsiteX429" fmla="*/ 3938154 w 5876984"/>
              <a:gd name="connsiteY429" fmla="*/ 2658883 h 4550534"/>
              <a:gd name="connsiteX430" fmla="*/ 3885086 w 5876984"/>
              <a:gd name="connsiteY430" fmla="*/ 2671817 h 4550534"/>
              <a:gd name="connsiteX431" fmla="*/ 3938154 w 5876984"/>
              <a:gd name="connsiteY431" fmla="*/ 2658883 h 4550534"/>
              <a:gd name="connsiteX432" fmla="*/ 3455464 w 5876984"/>
              <a:gd name="connsiteY432" fmla="*/ 2641273 h 4550534"/>
              <a:gd name="connsiteX433" fmla="*/ 3476814 w 5876984"/>
              <a:gd name="connsiteY433" fmla="*/ 2648203 h 4550534"/>
              <a:gd name="connsiteX434" fmla="*/ 3460264 w 5876984"/>
              <a:gd name="connsiteY434" fmla="*/ 2651386 h 4550534"/>
              <a:gd name="connsiteX435" fmla="*/ 3437092 w 5876984"/>
              <a:gd name="connsiteY435" fmla="*/ 2653243 h 4550534"/>
              <a:gd name="connsiteX436" fmla="*/ 3455464 w 5876984"/>
              <a:gd name="connsiteY436" fmla="*/ 2641273 h 4550534"/>
              <a:gd name="connsiteX437" fmla="*/ 3996437 w 5876984"/>
              <a:gd name="connsiteY437" fmla="*/ 2624227 h 4550534"/>
              <a:gd name="connsiteX438" fmla="*/ 3994183 w 5876984"/>
              <a:gd name="connsiteY438" fmla="*/ 2625452 h 4550534"/>
              <a:gd name="connsiteX439" fmla="*/ 3996150 w 5876984"/>
              <a:gd name="connsiteY439" fmla="*/ 2627106 h 4550534"/>
              <a:gd name="connsiteX440" fmla="*/ 3998756 w 5876984"/>
              <a:gd name="connsiteY440" fmla="*/ 2624338 h 4550534"/>
              <a:gd name="connsiteX441" fmla="*/ 4439557 w 5876984"/>
              <a:gd name="connsiteY441" fmla="*/ 2604170 h 4550534"/>
              <a:gd name="connsiteX442" fmla="*/ 4412526 w 5876984"/>
              <a:gd name="connsiteY442" fmla="*/ 2623566 h 4550534"/>
              <a:gd name="connsiteX443" fmla="*/ 4439557 w 5876984"/>
              <a:gd name="connsiteY443" fmla="*/ 2604170 h 4550534"/>
              <a:gd name="connsiteX444" fmla="*/ 353055 w 5876984"/>
              <a:gd name="connsiteY444" fmla="*/ 2604170 h 4550534"/>
              <a:gd name="connsiteX445" fmla="*/ 367973 w 5876984"/>
              <a:gd name="connsiteY445" fmla="*/ 2605679 h 4550534"/>
              <a:gd name="connsiteX446" fmla="*/ 361531 w 5876984"/>
              <a:gd name="connsiteY446" fmla="*/ 2615236 h 4550534"/>
              <a:gd name="connsiteX447" fmla="*/ 353055 w 5876984"/>
              <a:gd name="connsiteY447" fmla="*/ 2604170 h 4550534"/>
              <a:gd name="connsiteX448" fmla="*/ 3090062 w 5876984"/>
              <a:gd name="connsiteY448" fmla="*/ 2603834 h 4550534"/>
              <a:gd name="connsiteX449" fmla="*/ 3081545 w 5876984"/>
              <a:gd name="connsiteY449" fmla="*/ 2616720 h 4550534"/>
              <a:gd name="connsiteX450" fmla="*/ 3072798 w 5876984"/>
              <a:gd name="connsiteY450" fmla="*/ 2621596 h 4550534"/>
              <a:gd name="connsiteX451" fmla="*/ 3098367 w 5876984"/>
              <a:gd name="connsiteY451" fmla="*/ 2603886 h 4550534"/>
              <a:gd name="connsiteX452" fmla="*/ 3090062 w 5876984"/>
              <a:gd name="connsiteY452" fmla="*/ 2603834 h 4550534"/>
              <a:gd name="connsiteX453" fmla="*/ 3026034 w 5876984"/>
              <a:gd name="connsiteY453" fmla="*/ 2600549 h 4550534"/>
              <a:gd name="connsiteX454" fmla="*/ 3026665 w 5876984"/>
              <a:gd name="connsiteY454" fmla="*/ 2613222 h 4550534"/>
              <a:gd name="connsiteX455" fmla="*/ 3026164 w 5876984"/>
              <a:gd name="connsiteY455" fmla="*/ 2615146 h 4550534"/>
              <a:gd name="connsiteX456" fmla="*/ 3031324 w 5876984"/>
              <a:gd name="connsiteY456" fmla="*/ 2620589 h 4550534"/>
              <a:gd name="connsiteX457" fmla="*/ 3032048 w 5876984"/>
              <a:gd name="connsiteY457" fmla="*/ 2619479 h 4550534"/>
              <a:gd name="connsiteX458" fmla="*/ 3036800 w 5876984"/>
              <a:gd name="connsiteY458" fmla="*/ 2612099 h 4550534"/>
              <a:gd name="connsiteX459" fmla="*/ 3041174 w 5876984"/>
              <a:gd name="connsiteY459" fmla="*/ 2612099 h 4550534"/>
              <a:gd name="connsiteX460" fmla="*/ 3026034 w 5876984"/>
              <a:gd name="connsiteY460" fmla="*/ 2600549 h 4550534"/>
              <a:gd name="connsiteX461" fmla="*/ 4206652 w 5876984"/>
              <a:gd name="connsiteY461" fmla="*/ 2596248 h 4550534"/>
              <a:gd name="connsiteX462" fmla="*/ 4187705 w 5876984"/>
              <a:gd name="connsiteY462" fmla="*/ 2612964 h 4550534"/>
              <a:gd name="connsiteX463" fmla="*/ 4187705 w 5876984"/>
              <a:gd name="connsiteY463" fmla="*/ 2598076 h 4550534"/>
              <a:gd name="connsiteX464" fmla="*/ 4206652 w 5876984"/>
              <a:gd name="connsiteY464" fmla="*/ 2596248 h 4550534"/>
              <a:gd name="connsiteX465" fmla="*/ 3414814 w 5876984"/>
              <a:gd name="connsiteY465" fmla="*/ 2594116 h 4550534"/>
              <a:gd name="connsiteX466" fmla="*/ 3414095 w 5876984"/>
              <a:gd name="connsiteY466" fmla="*/ 2599142 h 4550534"/>
              <a:gd name="connsiteX467" fmla="*/ 3402503 w 5876984"/>
              <a:gd name="connsiteY467" fmla="*/ 2612099 h 4550534"/>
              <a:gd name="connsiteX468" fmla="*/ 3434465 w 5876984"/>
              <a:gd name="connsiteY468" fmla="*/ 2607223 h 4550534"/>
              <a:gd name="connsiteX469" fmla="*/ 3422101 w 5876984"/>
              <a:gd name="connsiteY469" fmla="*/ 2597021 h 4550534"/>
              <a:gd name="connsiteX470" fmla="*/ 3421746 w 5876984"/>
              <a:gd name="connsiteY470" fmla="*/ 2594781 h 4550534"/>
              <a:gd name="connsiteX471" fmla="*/ 3312971 w 5876984"/>
              <a:gd name="connsiteY471" fmla="*/ 2586031 h 4550534"/>
              <a:gd name="connsiteX472" fmla="*/ 3313012 w 5876984"/>
              <a:gd name="connsiteY472" fmla="*/ 2586176 h 4550534"/>
              <a:gd name="connsiteX473" fmla="*/ 3314998 w 5876984"/>
              <a:gd name="connsiteY473" fmla="*/ 2586138 h 4550534"/>
              <a:gd name="connsiteX474" fmla="*/ 3294398 w 5876984"/>
              <a:gd name="connsiteY474" fmla="*/ 2583567 h 4550534"/>
              <a:gd name="connsiteX475" fmla="*/ 3294172 w 5876984"/>
              <a:gd name="connsiteY475" fmla="*/ 2584380 h 4550534"/>
              <a:gd name="connsiteX476" fmla="*/ 3297805 w 5876984"/>
              <a:gd name="connsiteY476" fmla="*/ 2584064 h 4550534"/>
              <a:gd name="connsiteX477" fmla="*/ 3270779 w 5876984"/>
              <a:gd name="connsiteY477" fmla="*/ 2580124 h 4550534"/>
              <a:gd name="connsiteX478" fmla="*/ 3270621 w 5876984"/>
              <a:gd name="connsiteY478" fmla="*/ 2581300 h 4550534"/>
              <a:gd name="connsiteX479" fmla="*/ 3283406 w 5876984"/>
              <a:gd name="connsiteY479" fmla="*/ 2584380 h 4550534"/>
              <a:gd name="connsiteX480" fmla="*/ 3284162 w 5876984"/>
              <a:gd name="connsiteY480" fmla="*/ 2582075 h 4550534"/>
              <a:gd name="connsiteX481" fmla="*/ 4159384 w 5876984"/>
              <a:gd name="connsiteY481" fmla="*/ 2578927 h 4550534"/>
              <a:gd name="connsiteX482" fmla="*/ 4196269 w 5876984"/>
              <a:gd name="connsiteY482" fmla="*/ 2581877 h 4550534"/>
              <a:gd name="connsiteX483" fmla="*/ 4105940 w 5876984"/>
              <a:gd name="connsiteY483" fmla="*/ 2626195 h 4550534"/>
              <a:gd name="connsiteX484" fmla="*/ 4097307 w 5876984"/>
              <a:gd name="connsiteY484" fmla="*/ 2626275 h 4550534"/>
              <a:gd name="connsiteX485" fmla="*/ 4095758 w 5876984"/>
              <a:gd name="connsiteY485" fmla="*/ 2626554 h 4550534"/>
              <a:gd name="connsiteX486" fmla="*/ 4046780 w 5876984"/>
              <a:gd name="connsiteY486" fmla="*/ 2631081 h 4550534"/>
              <a:gd name="connsiteX487" fmla="*/ 4046780 w 5876984"/>
              <a:gd name="connsiteY487" fmla="*/ 2626639 h 4550534"/>
              <a:gd name="connsiteX488" fmla="*/ 4012114 w 5876984"/>
              <a:gd name="connsiteY488" fmla="*/ 2624978 h 4550534"/>
              <a:gd name="connsiteX489" fmla="*/ 4012158 w 5876984"/>
              <a:gd name="connsiteY489" fmla="*/ 2625150 h 4550534"/>
              <a:gd name="connsiteX490" fmla="*/ 4010561 w 5876984"/>
              <a:gd name="connsiteY490" fmla="*/ 2634003 h 4550534"/>
              <a:gd name="connsiteX491" fmla="*/ 3996150 w 5876984"/>
              <a:gd name="connsiteY491" fmla="*/ 2635594 h 4550534"/>
              <a:gd name="connsiteX492" fmla="*/ 3991893 w 5876984"/>
              <a:gd name="connsiteY492" fmla="*/ 2627106 h 4550534"/>
              <a:gd name="connsiteX493" fmla="*/ 3993272 w 5876984"/>
              <a:gd name="connsiteY493" fmla="*/ 2625946 h 4550534"/>
              <a:gd name="connsiteX494" fmla="*/ 3966496 w 5876984"/>
              <a:gd name="connsiteY494" fmla="*/ 2640495 h 4550534"/>
              <a:gd name="connsiteX495" fmla="*/ 3849758 w 5876984"/>
              <a:gd name="connsiteY495" fmla="*/ 2643852 h 4550534"/>
              <a:gd name="connsiteX496" fmla="*/ 3745469 w 5876984"/>
              <a:gd name="connsiteY496" fmla="*/ 2656764 h 4550534"/>
              <a:gd name="connsiteX497" fmla="*/ 3554383 w 5876984"/>
              <a:gd name="connsiteY497" fmla="*/ 2634039 h 4550534"/>
              <a:gd name="connsiteX498" fmla="*/ 3486091 w 5876984"/>
              <a:gd name="connsiteY498" fmla="*/ 2640495 h 4550534"/>
              <a:gd name="connsiteX499" fmla="*/ 3479699 w 5876984"/>
              <a:gd name="connsiteY499" fmla="*/ 2632232 h 4550534"/>
              <a:gd name="connsiteX500" fmla="*/ 3490464 w 5876984"/>
              <a:gd name="connsiteY500" fmla="*/ 2606150 h 4550534"/>
              <a:gd name="connsiteX501" fmla="*/ 3524442 w 5876984"/>
              <a:gd name="connsiteY501" fmla="*/ 2617513 h 4550534"/>
              <a:gd name="connsiteX502" fmla="*/ 3638030 w 5876984"/>
              <a:gd name="connsiteY502" fmla="*/ 2620600 h 4550534"/>
              <a:gd name="connsiteX503" fmla="*/ 3651464 w 5876984"/>
              <a:gd name="connsiteY503" fmla="*/ 2620697 h 4550534"/>
              <a:gd name="connsiteX504" fmla="*/ 3651434 w 5876984"/>
              <a:gd name="connsiteY504" fmla="*/ 2619944 h 4550534"/>
              <a:gd name="connsiteX505" fmla="*/ 3685969 w 5876984"/>
              <a:gd name="connsiteY505" fmla="*/ 2616620 h 4550534"/>
              <a:gd name="connsiteX506" fmla="*/ 3684912 w 5876984"/>
              <a:gd name="connsiteY506" fmla="*/ 2618748 h 4550534"/>
              <a:gd name="connsiteX507" fmla="*/ 3708589 w 5876984"/>
              <a:gd name="connsiteY507" fmla="*/ 2613413 h 4550534"/>
              <a:gd name="connsiteX508" fmla="*/ 3743450 w 5876984"/>
              <a:gd name="connsiteY508" fmla="*/ 2604601 h 4550534"/>
              <a:gd name="connsiteX509" fmla="*/ 3816159 w 5876984"/>
              <a:gd name="connsiteY509" fmla="*/ 2596757 h 4550534"/>
              <a:gd name="connsiteX510" fmla="*/ 3828068 w 5876984"/>
              <a:gd name="connsiteY510" fmla="*/ 2596211 h 4550534"/>
              <a:gd name="connsiteX511" fmla="*/ 3828339 w 5876984"/>
              <a:gd name="connsiteY511" fmla="*/ 2596156 h 4550534"/>
              <a:gd name="connsiteX512" fmla="*/ 3894209 w 5876984"/>
              <a:gd name="connsiteY512" fmla="*/ 2589458 h 4550534"/>
              <a:gd name="connsiteX513" fmla="*/ 3895392 w 5876984"/>
              <a:gd name="connsiteY513" fmla="*/ 2593187 h 4550534"/>
              <a:gd name="connsiteX514" fmla="*/ 4036807 w 5876984"/>
              <a:gd name="connsiteY514" fmla="*/ 2588332 h 4550534"/>
              <a:gd name="connsiteX515" fmla="*/ 4159384 w 5876984"/>
              <a:gd name="connsiteY515" fmla="*/ 2578927 h 4550534"/>
              <a:gd name="connsiteX516" fmla="*/ 3250194 w 5876984"/>
              <a:gd name="connsiteY516" fmla="*/ 2575084 h 4550534"/>
              <a:gd name="connsiteX517" fmla="*/ 3249426 w 5876984"/>
              <a:gd name="connsiteY517" fmla="*/ 2576424 h 4550534"/>
              <a:gd name="connsiteX518" fmla="*/ 3251444 w 5876984"/>
              <a:gd name="connsiteY518" fmla="*/ 2584380 h 4550534"/>
              <a:gd name="connsiteX519" fmla="*/ 3262783 w 5876984"/>
              <a:gd name="connsiteY519" fmla="*/ 2578286 h 4550534"/>
              <a:gd name="connsiteX520" fmla="*/ 4341646 w 5876984"/>
              <a:gd name="connsiteY520" fmla="*/ 2572864 h 4550534"/>
              <a:gd name="connsiteX521" fmla="*/ 4229240 w 5876984"/>
              <a:gd name="connsiteY521" fmla="*/ 2595607 h 4550534"/>
              <a:gd name="connsiteX522" fmla="*/ 4341646 w 5876984"/>
              <a:gd name="connsiteY522" fmla="*/ 2572864 h 4550534"/>
              <a:gd name="connsiteX523" fmla="*/ 3181865 w 5876984"/>
              <a:gd name="connsiteY523" fmla="*/ 2568569 h 4550534"/>
              <a:gd name="connsiteX524" fmla="*/ 3172214 w 5876984"/>
              <a:gd name="connsiteY524" fmla="*/ 2573190 h 4550534"/>
              <a:gd name="connsiteX525" fmla="*/ 3171857 w 5876984"/>
              <a:gd name="connsiteY525" fmla="*/ 2576708 h 4550534"/>
              <a:gd name="connsiteX526" fmla="*/ 3175074 w 5876984"/>
              <a:gd name="connsiteY526" fmla="*/ 2587716 h 4550534"/>
              <a:gd name="connsiteX527" fmla="*/ 3202662 w 5876984"/>
              <a:gd name="connsiteY527" fmla="*/ 2587716 h 4550534"/>
              <a:gd name="connsiteX528" fmla="*/ 3211073 w 5876984"/>
              <a:gd name="connsiteY528" fmla="*/ 2571547 h 4550534"/>
              <a:gd name="connsiteX529" fmla="*/ 3181466 w 5876984"/>
              <a:gd name="connsiteY529" fmla="*/ 2584380 h 4550534"/>
              <a:gd name="connsiteX530" fmla="*/ 3189698 w 5876984"/>
              <a:gd name="connsiteY530" fmla="*/ 2574382 h 4550534"/>
              <a:gd name="connsiteX531" fmla="*/ 3189859 w 5876984"/>
              <a:gd name="connsiteY531" fmla="*/ 2568822 h 4550534"/>
              <a:gd name="connsiteX532" fmla="*/ 3406541 w 5876984"/>
              <a:gd name="connsiteY532" fmla="*/ 2563334 h 4550534"/>
              <a:gd name="connsiteX533" fmla="*/ 3396110 w 5876984"/>
              <a:gd name="connsiteY533" fmla="*/ 2581300 h 4550534"/>
              <a:gd name="connsiteX534" fmla="*/ 3389719 w 5876984"/>
              <a:gd name="connsiteY534" fmla="*/ 2573086 h 4550534"/>
              <a:gd name="connsiteX535" fmla="*/ 3387700 w 5876984"/>
              <a:gd name="connsiteY535" fmla="*/ 2584380 h 4550534"/>
              <a:gd name="connsiteX536" fmla="*/ 3405406 w 5876984"/>
              <a:gd name="connsiteY536" fmla="*/ 2585856 h 4550534"/>
              <a:gd name="connsiteX537" fmla="*/ 3410236 w 5876984"/>
              <a:gd name="connsiteY537" fmla="*/ 2588271 h 4550534"/>
              <a:gd name="connsiteX538" fmla="*/ 3420730 w 5876984"/>
              <a:gd name="connsiteY538" fmla="*/ 2588364 h 4550534"/>
              <a:gd name="connsiteX539" fmla="*/ 3419325 w 5876984"/>
              <a:gd name="connsiteY539" fmla="*/ 2579503 h 4550534"/>
              <a:gd name="connsiteX540" fmla="*/ 3434465 w 5876984"/>
              <a:gd name="connsiteY540" fmla="*/ 2587716 h 4550534"/>
              <a:gd name="connsiteX541" fmla="*/ 3406541 w 5876984"/>
              <a:gd name="connsiteY541" fmla="*/ 2563334 h 4550534"/>
              <a:gd name="connsiteX542" fmla="*/ 3277014 w 5876984"/>
              <a:gd name="connsiteY542" fmla="*/ 2561794 h 4550534"/>
              <a:gd name="connsiteX543" fmla="*/ 3274658 w 5876984"/>
              <a:gd name="connsiteY543" fmla="*/ 2565654 h 4550534"/>
              <a:gd name="connsiteX544" fmla="*/ 3289186 w 5876984"/>
              <a:gd name="connsiteY544" fmla="*/ 2567322 h 4550534"/>
              <a:gd name="connsiteX545" fmla="*/ 3287358 w 5876984"/>
              <a:gd name="connsiteY545" fmla="*/ 2565195 h 4550534"/>
              <a:gd name="connsiteX546" fmla="*/ 3277014 w 5876984"/>
              <a:gd name="connsiteY546" fmla="*/ 2561794 h 4550534"/>
              <a:gd name="connsiteX547" fmla="*/ 3306956 w 5876984"/>
              <a:gd name="connsiteY547" fmla="*/ 2555120 h 4550534"/>
              <a:gd name="connsiteX548" fmla="*/ 3302330 w 5876984"/>
              <a:gd name="connsiteY548" fmla="*/ 2563109 h 4550534"/>
              <a:gd name="connsiteX549" fmla="*/ 3297547 w 5876984"/>
              <a:gd name="connsiteY549" fmla="*/ 2568283 h 4550534"/>
              <a:gd name="connsiteX550" fmla="*/ 3314533 w 5876984"/>
              <a:gd name="connsiteY550" fmla="*/ 2570234 h 4550534"/>
              <a:gd name="connsiteX551" fmla="*/ 3315366 w 5876984"/>
              <a:gd name="connsiteY551" fmla="*/ 2569750 h 4550534"/>
              <a:gd name="connsiteX552" fmla="*/ 3315170 w 5876984"/>
              <a:gd name="connsiteY552" fmla="*/ 2570307 h 4550534"/>
              <a:gd name="connsiteX553" fmla="*/ 3322296 w 5876984"/>
              <a:gd name="connsiteY553" fmla="*/ 2571125 h 4550534"/>
              <a:gd name="connsiteX554" fmla="*/ 3322558 w 5876984"/>
              <a:gd name="connsiteY554" fmla="*/ 2567793 h 4550534"/>
              <a:gd name="connsiteX555" fmla="*/ 3328152 w 5876984"/>
              <a:gd name="connsiteY555" fmla="*/ 2555120 h 4550534"/>
              <a:gd name="connsiteX556" fmla="*/ 3308975 w 5876984"/>
              <a:gd name="connsiteY556" fmla="*/ 2566670 h 4550534"/>
              <a:gd name="connsiteX557" fmla="*/ 3306956 w 5876984"/>
              <a:gd name="connsiteY557" fmla="*/ 2555120 h 4550534"/>
              <a:gd name="connsiteX558" fmla="*/ 3353384 w 5876984"/>
              <a:gd name="connsiteY558" fmla="*/ 2552040 h 4550534"/>
              <a:gd name="connsiteX559" fmla="*/ 3349346 w 5876984"/>
              <a:gd name="connsiteY559" fmla="*/ 2574626 h 4550534"/>
              <a:gd name="connsiteX560" fmla="*/ 3336310 w 5876984"/>
              <a:gd name="connsiteY560" fmla="*/ 2569558 h 4550534"/>
              <a:gd name="connsiteX561" fmla="*/ 3331722 w 5876984"/>
              <a:gd name="connsiteY561" fmla="*/ 2572208 h 4550534"/>
              <a:gd name="connsiteX562" fmla="*/ 3333556 w 5876984"/>
              <a:gd name="connsiteY562" fmla="*/ 2572419 h 4550534"/>
              <a:gd name="connsiteX563" fmla="*/ 3363512 w 5876984"/>
              <a:gd name="connsiteY563" fmla="*/ 2578803 h 4550534"/>
              <a:gd name="connsiteX564" fmla="*/ 3363959 w 5876984"/>
              <a:gd name="connsiteY564" fmla="*/ 2578972 h 4550534"/>
              <a:gd name="connsiteX565" fmla="*/ 3364849 w 5876984"/>
              <a:gd name="connsiteY565" fmla="*/ 2577089 h 4550534"/>
              <a:gd name="connsiteX566" fmla="*/ 3366505 w 5876984"/>
              <a:gd name="connsiteY566" fmla="*/ 2568210 h 4550534"/>
              <a:gd name="connsiteX567" fmla="*/ 3371720 w 5876984"/>
              <a:gd name="connsiteY567" fmla="*/ 2576295 h 4550534"/>
              <a:gd name="connsiteX568" fmla="*/ 3370846 w 5876984"/>
              <a:gd name="connsiteY568" fmla="*/ 2581575 h 4550534"/>
              <a:gd name="connsiteX569" fmla="*/ 3376933 w 5876984"/>
              <a:gd name="connsiteY569" fmla="*/ 2583875 h 4550534"/>
              <a:gd name="connsiteX570" fmla="*/ 3376892 w 5876984"/>
              <a:gd name="connsiteY570" fmla="*/ 2570680 h 4550534"/>
              <a:gd name="connsiteX571" fmla="*/ 3370542 w 5876984"/>
              <a:gd name="connsiteY571" fmla="*/ 2561794 h 4550534"/>
              <a:gd name="connsiteX572" fmla="*/ 3353384 w 5876984"/>
              <a:gd name="connsiteY572" fmla="*/ 2552040 h 4550534"/>
              <a:gd name="connsiteX573" fmla="*/ 3942480 w 5876984"/>
              <a:gd name="connsiteY573" fmla="*/ 2543827 h 4550534"/>
              <a:gd name="connsiteX574" fmla="*/ 3914892 w 5876984"/>
              <a:gd name="connsiteY574" fmla="*/ 2552040 h 4550534"/>
              <a:gd name="connsiteX575" fmla="*/ 3942480 w 5876984"/>
              <a:gd name="connsiteY575" fmla="*/ 2543827 h 4550534"/>
              <a:gd name="connsiteX576" fmla="*/ 4430509 w 5876984"/>
              <a:gd name="connsiteY576" fmla="*/ 2542239 h 4550534"/>
              <a:gd name="connsiteX577" fmla="*/ 4415776 w 5876984"/>
              <a:gd name="connsiteY577" fmla="*/ 2543815 h 4550534"/>
              <a:gd name="connsiteX578" fmla="*/ 4387008 w 5876984"/>
              <a:gd name="connsiteY578" fmla="*/ 2554847 h 4550534"/>
              <a:gd name="connsiteX579" fmla="*/ 4373567 w 5876984"/>
              <a:gd name="connsiteY579" fmla="*/ 2557416 h 4550534"/>
              <a:gd name="connsiteX580" fmla="*/ 4380596 w 5876984"/>
              <a:gd name="connsiteY580" fmla="*/ 2557116 h 4550534"/>
              <a:gd name="connsiteX581" fmla="*/ 4419252 w 5876984"/>
              <a:gd name="connsiteY581" fmla="*/ 2544791 h 4550534"/>
              <a:gd name="connsiteX582" fmla="*/ 3972086 w 5876984"/>
              <a:gd name="connsiteY582" fmla="*/ 2537411 h 4550534"/>
              <a:gd name="connsiteX583" fmla="*/ 3959300 w 5876984"/>
              <a:gd name="connsiteY583" fmla="*/ 2553580 h 4550534"/>
              <a:gd name="connsiteX584" fmla="*/ 3972086 w 5876984"/>
              <a:gd name="connsiteY584" fmla="*/ 2537411 h 4550534"/>
              <a:gd name="connsiteX585" fmla="*/ 4051543 w 5876984"/>
              <a:gd name="connsiteY585" fmla="*/ 2521660 h 4550534"/>
              <a:gd name="connsiteX586" fmla="*/ 4048792 w 5876984"/>
              <a:gd name="connsiteY586" fmla="*/ 2522781 h 4550534"/>
              <a:gd name="connsiteX587" fmla="*/ 4050983 w 5876984"/>
              <a:gd name="connsiteY587" fmla="*/ 2527082 h 4550534"/>
              <a:gd name="connsiteX588" fmla="*/ 4051331 w 5876984"/>
              <a:gd name="connsiteY588" fmla="*/ 2522356 h 4550534"/>
              <a:gd name="connsiteX589" fmla="*/ 3651786 w 5876984"/>
              <a:gd name="connsiteY589" fmla="*/ 2516023 h 4550534"/>
              <a:gd name="connsiteX590" fmla="*/ 3647091 w 5876984"/>
              <a:gd name="connsiteY590" fmla="*/ 2517905 h 4550534"/>
              <a:gd name="connsiteX591" fmla="*/ 3647091 w 5876984"/>
              <a:gd name="connsiteY591" fmla="*/ 2532534 h 4550534"/>
              <a:gd name="connsiteX592" fmla="*/ 3665931 w 5876984"/>
              <a:gd name="connsiteY592" fmla="*/ 2529197 h 4550534"/>
              <a:gd name="connsiteX593" fmla="*/ 3659665 w 5876984"/>
              <a:gd name="connsiteY593" fmla="*/ 2517488 h 4550534"/>
              <a:gd name="connsiteX594" fmla="*/ 3651786 w 5876984"/>
              <a:gd name="connsiteY594" fmla="*/ 2516023 h 4550534"/>
              <a:gd name="connsiteX595" fmla="*/ 4149156 w 5876984"/>
              <a:gd name="connsiteY595" fmla="*/ 2503524 h 4550534"/>
              <a:gd name="connsiteX596" fmla="*/ 4146483 w 5876984"/>
              <a:gd name="connsiteY596" fmla="*/ 2506983 h 4550534"/>
              <a:gd name="connsiteX597" fmla="*/ 4146528 w 5876984"/>
              <a:gd name="connsiteY597" fmla="*/ 2507327 h 4550534"/>
              <a:gd name="connsiteX598" fmla="*/ 4152498 w 5876984"/>
              <a:gd name="connsiteY598" fmla="*/ 2506607 h 4550534"/>
              <a:gd name="connsiteX599" fmla="*/ 4155070 w 5876984"/>
              <a:gd name="connsiteY599" fmla="*/ 2507045 h 4550534"/>
              <a:gd name="connsiteX600" fmla="*/ 3697892 w 5876984"/>
              <a:gd name="connsiteY600" fmla="*/ 2499938 h 4550534"/>
              <a:gd name="connsiteX601" fmla="*/ 3674678 w 5876984"/>
              <a:gd name="connsiteY601" fmla="*/ 2508151 h 4550534"/>
              <a:gd name="connsiteX602" fmla="*/ 3700248 w 5876984"/>
              <a:gd name="connsiteY602" fmla="*/ 2527657 h 4550534"/>
              <a:gd name="connsiteX603" fmla="*/ 3697892 w 5876984"/>
              <a:gd name="connsiteY603" fmla="*/ 2499938 h 4550534"/>
              <a:gd name="connsiteX604" fmla="*/ 3600326 w 5876984"/>
              <a:gd name="connsiteY604" fmla="*/ 2496858 h 4550534"/>
              <a:gd name="connsiteX605" fmla="*/ 3600326 w 5876984"/>
              <a:gd name="connsiteY605" fmla="*/ 2519444 h 4550534"/>
              <a:gd name="connsiteX606" fmla="*/ 3600326 w 5876984"/>
              <a:gd name="connsiteY606" fmla="*/ 2496858 h 4550534"/>
              <a:gd name="connsiteX607" fmla="*/ 3544815 w 5876984"/>
              <a:gd name="connsiteY607" fmla="*/ 2496858 h 4550534"/>
              <a:gd name="connsiteX608" fmla="*/ 3527993 w 5876984"/>
              <a:gd name="connsiteY608" fmla="*/ 2517905 h 4550534"/>
              <a:gd name="connsiteX609" fmla="*/ 3517227 w 5876984"/>
              <a:gd name="connsiteY609" fmla="*/ 2506611 h 4550534"/>
              <a:gd name="connsiteX610" fmla="*/ 3538422 w 5876984"/>
              <a:gd name="connsiteY610" fmla="*/ 2522781 h 4550534"/>
              <a:gd name="connsiteX611" fmla="*/ 3544815 w 5876984"/>
              <a:gd name="connsiteY611" fmla="*/ 2496858 h 4550534"/>
              <a:gd name="connsiteX612" fmla="*/ 3778636 w 5876984"/>
              <a:gd name="connsiteY612" fmla="*/ 2495318 h 4550534"/>
              <a:gd name="connsiteX613" fmla="*/ 3780991 w 5876984"/>
              <a:gd name="connsiteY613" fmla="*/ 2514567 h 4550534"/>
              <a:gd name="connsiteX614" fmla="*/ 3793776 w 5876984"/>
              <a:gd name="connsiteY614" fmla="*/ 2503275 h 4550534"/>
              <a:gd name="connsiteX615" fmla="*/ 3819008 w 5876984"/>
              <a:gd name="connsiteY615" fmla="*/ 2517905 h 4550534"/>
              <a:gd name="connsiteX616" fmla="*/ 3778636 w 5876984"/>
              <a:gd name="connsiteY616" fmla="*/ 2495318 h 4550534"/>
              <a:gd name="connsiteX617" fmla="*/ 3838185 w 5876984"/>
              <a:gd name="connsiteY617" fmla="*/ 2491981 h 4550534"/>
              <a:gd name="connsiteX618" fmla="*/ 3844578 w 5876984"/>
              <a:gd name="connsiteY618" fmla="*/ 2514567 h 4550534"/>
              <a:gd name="connsiteX619" fmla="*/ 3853325 w 5876984"/>
              <a:gd name="connsiteY619" fmla="*/ 2522781 h 4550534"/>
              <a:gd name="connsiteX620" fmla="*/ 3859716 w 5876984"/>
              <a:gd name="connsiteY620" fmla="*/ 2499938 h 4550534"/>
              <a:gd name="connsiteX621" fmla="*/ 3876538 w 5876984"/>
              <a:gd name="connsiteY621" fmla="*/ 2491981 h 4550534"/>
              <a:gd name="connsiteX622" fmla="*/ 3838185 w 5876984"/>
              <a:gd name="connsiteY622" fmla="*/ 2491981 h 4550534"/>
              <a:gd name="connsiteX623" fmla="*/ 3640698 w 5876984"/>
              <a:gd name="connsiteY623" fmla="*/ 2490442 h 4550534"/>
              <a:gd name="connsiteX624" fmla="*/ 3623540 w 5876984"/>
              <a:gd name="connsiteY624" fmla="*/ 2509691 h 4550534"/>
              <a:gd name="connsiteX625" fmla="*/ 3640698 w 5876984"/>
              <a:gd name="connsiteY625" fmla="*/ 2490442 h 4550534"/>
              <a:gd name="connsiteX626" fmla="*/ 3750974 w 5876984"/>
              <a:gd name="connsiteY626" fmla="*/ 2490313 h 4550534"/>
              <a:gd name="connsiteX627" fmla="*/ 3761627 w 5876984"/>
              <a:gd name="connsiteY627" fmla="*/ 2492371 h 4550534"/>
              <a:gd name="connsiteX628" fmla="*/ 3729719 w 5876984"/>
              <a:gd name="connsiteY628" fmla="*/ 2509980 h 4550534"/>
              <a:gd name="connsiteX629" fmla="*/ 3750974 w 5876984"/>
              <a:gd name="connsiteY629" fmla="*/ 2490313 h 4550534"/>
              <a:gd name="connsiteX630" fmla="*/ 4110360 w 5876984"/>
              <a:gd name="connsiteY630" fmla="*/ 2488645 h 4550534"/>
              <a:gd name="connsiteX631" fmla="*/ 4114734 w 5876984"/>
              <a:gd name="connsiteY631" fmla="*/ 2506611 h 4550534"/>
              <a:gd name="connsiteX632" fmla="*/ 4110360 w 5876984"/>
              <a:gd name="connsiteY632" fmla="*/ 2488645 h 4550534"/>
              <a:gd name="connsiteX633" fmla="*/ 4061577 w 5876984"/>
              <a:gd name="connsiteY633" fmla="*/ 2488645 h 4550534"/>
              <a:gd name="connsiteX634" fmla="*/ 4044418 w 5876984"/>
              <a:gd name="connsiteY634" fmla="*/ 2513028 h 4550534"/>
              <a:gd name="connsiteX635" fmla="*/ 4054652 w 5876984"/>
              <a:gd name="connsiteY635" fmla="*/ 2511438 h 4550534"/>
              <a:gd name="connsiteX636" fmla="*/ 4056669 w 5876984"/>
              <a:gd name="connsiteY636" fmla="*/ 2504811 h 4550534"/>
              <a:gd name="connsiteX637" fmla="*/ 4061844 w 5876984"/>
              <a:gd name="connsiteY637" fmla="*/ 2503588 h 4550534"/>
              <a:gd name="connsiteX638" fmla="*/ 4060232 w 5876984"/>
              <a:gd name="connsiteY638" fmla="*/ 2503507 h 4550534"/>
              <a:gd name="connsiteX639" fmla="*/ 4057204 w 5876984"/>
              <a:gd name="connsiteY639" fmla="*/ 2499938 h 4550534"/>
              <a:gd name="connsiteX640" fmla="*/ 4061577 w 5876984"/>
              <a:gd name="connsiteY640" fmla="*/ 2488645 h 4550534"/>
              <a:gd name="connsiteX641" fmla="*/ 4090599 w 5876984"/>
              <a:gd name="connsiteY641" fmla="*/ 2486059 h 4550534"/>
              <a:gd name="connsiteX642" fmla="*/ 4084990 w 5876984"/>
              <a:gd name="connsiteY642" fmla="*/ 2487202 h 4550534"/>
              <a:gd name="connsiteX643" fmla="*/ 4082004 w 5876984"/>
              <a:gd name="connsiteY643" fmla="*/ 2487064 h 4550534"/>
              <a:gd name="connsiteX644" fmla="*/ 4082004 w 5876984"/>
              <a:gd name="connsiteY644" fmla="*/ 2487069 h 4550534"/>
              <a:gd name="connsiteX645" fmla="*/ 4078398 w 5876984"/>
              <a:gd name="connsiteY645" fmla="*/ 2491981 h 4550534"/>
              <a:gd name="connsiteX646" fmla="*/ 4249998 w 5876984"/>
              <a:gd name="connsiteY646" fmla="*/ 2484204 h 4550534"/>
              <a:gd name="connsiteX647" fmla="*/ 4281785 w 5876984"/>
              <a:gd name="connsiteY647" fmla="*/ 2484204 h 4550534"/>
              <a:gd name="connsiteX648" fmla="*/ 4239625 w 5876984"/>
              <a:gd name="connsiteY648" fmla="*/ 2508843 h 4550534"/>
              <a:gd name="connsiteX649" fmla="*/ 4249998 w 5876984"/>
              <a:gd name="connsiteY649" fmla="*/ 2484204 h 4550534"/>
              <a:gd name="connsiteX650" fmla="*/ 3657520 w 5876984"/>
              <a:gd name="connsiteY650" fmla="*/ 2483768 h 4550534"/>
              <a:gd name="connsiteX651" fmla="*/ 3653146 w 5876984"/>
              <a:gd name="connsiteY651" fmla="*/ 2506611 h 4550534"/>
              <a:gd name="connsiteX652" fmla="*/ 3672323 w 5876984"/>
              <a:gd name="connsiteY652" fmla="*/ 2496858 h 4550534"/>
              <a:gd name="connsiteX653" fmla="*/ 3659539 w 5876984"/>
              <a:gd name="connsiteY653" fmla="*/ 2491981 h 4550534"/>
              <a:gd name="connsiteX654" fmla="*/ 3657520 w 5876984"/>
              <a:gd name="connsiteY654" fmla="*/ 2483768 h 4550534"/>
              <a:gd name="connsiteX655" fmla="*/ 4687279 w 5876984"/>
              <a:gd name="connsiteY655" fmla="*/ 2479281 h 4550534"/>
              <a:gd name="connsiteX656" fmla="*/ 4654984 w 5876984"/>
              <a:gd name="connsiteY656" fmla="*/ 2492024 h 4550534"/>
              <a:gd name="connsiteX657" fmla="*/ 4687279 w 5876984"/>
              <a:gd name="connsiteY657" fmla="*/ 2479281 h 4550534"/>
              <a:gd name="connsiteX658" fmla="*/ 3976459 w 5876984"/>
              <a:gd name="connsiteY658" fmla="*/ 2478892 h 4550534"/>
              <a:gd name="connsiteX659" fmla="*/ 3974440 w 5876984"/>
              <a:gd name="connsiteY659" fmla="*/ 2493521 h 4550534"/>
              <a:gd name="connsiteX660" fmla="*/ 3984870 w 5876984"/>
              <a:gd name="connsiteY660" fmla="*/ 2485565 h 4550534"/>
              <a:gd name="connsiteX661" fmla="*/ 3997654 w 5876984"/>
              <a:gd name="connsiteY661" fmla="*/ 2488645 h 4550534"/>
              <a:gd name="connsiteX662" fmla="*/ 3976459 w 5876984"/>
              <a:gd name="connsiteY662" fmla="*/ 2478892 h 4550534"/>
              <a:gd name="connsiteX663" fmla="*/ 3912873 w 5876984"/>
              <a:gd name="connsiteY663" fmla="*/ 2477352 h 4550534"/>
              <a:gd name="connsiteX664" fmla="*/ 3887304 w 5876984"/>
              <a:gd name="connsiteY664" fmla="*/ 2483768 h 4550534"/>
              <a:gd name="connsiteX665" fmla="*/ 3878558 w 5876984"/>
              <a:gd name="connsiteY665" fmla="*/ 2514567 h 4550534"/>
              <a:gd name="connsiteX666" fmla="*/ 3897734 w 5876984"/>
              <a:gd name="connsiteY666" fmla="*/ 2495318 h 4550534"/>
              <a:gd name="connsiteX667" fmla="*/ 3895716 w 5876984"/>
              <a:gd name="connsiteY667" fmla="*/ 2509691 h 4550534"/>
              <a:gd name="connsiteX668" fmla="*/ 3912873 w 5876984"/>
              <a:gd name="connsiteY668" fmla="*/ 2477352 h 4550534"/>
              <a:gd name="connsiteX669" fmla="*/ 3693408 w 5876984"/>
              <a:gd name="connsiteY669" fmla="*/ 2476041 h 4550534"/>
              <a:gd name="connsiteX670" fmla="*/ 3689481 w 5876984"/>
              <a:gd name="connsiteY670" fmla="*/ 2477352 h 4550534"/>
              <a:gd name="connsiteX671" fmla="*/ 3685108 w 5876984"/>
              <a:gd name="connsiteY671" fmla="*/ 2499938 h 4550534"/>
              <a:gd name="connsiteX672" fmla="*/ 3710676 w 5876984"/>
              <a:gd name="connsiteY672" fmla="*/ 2478892 h 4550534"/>
              <a:gd name="connsiteX673" fmla="*/ 3693408 w 5876984"/>
              <a:gd name="connsiteY673" fmla="*/ 2476041 h 4550534"/>
              <a:gd name="connsiteX674" fmla="*/ 4024844 w 5876984"/>
              <a:gd name="connsiteY674" fmla="*/ 2473462 h 4550534"/>
              <a:gd name="connsiteX675" fmla="*/ 4025058 w 5876984"/>
              <a:gd name="connsiteY675" fmla="*/ 2474645 h 4550534"/>
              <a:gd name="connsiteX676" fmla="*/ 4010438 w 5876984"/>
              <a:gd name="connsiteY676" fmla="*/ 2477352 h 4550534"/>
              <a:gd name="connsiteX677" fmla="*/ 4040382 w 5876984"/>
              <a:gd name="connsiteY677" fmla="*/ 2493521 h 4550534"/>
              <a:gd name="connsiteX678" fmla="*/ 4040382 w 5876984"/>
              <a:gd name="connsiteY678" fmla="*/ 2482228 h 4550534"/>
              <a:gd name="connsiteX679" fmla="*/ 4052662 w 5876984"/>
              <a:gd name="connsiteY679" fmla="*/ 2487522 h 4550534"/>
              <a:gd name="connsiteX680" fmla="*/ 4056980 w 5876984"/>
              <a:gd name="connsiteY680" fmla="*/ 2485819 h 4550534"/>
              <a:gd name="connsiteX681" fmla="*/ 4040940 w 5876984"/>
              <a:gd name="connsiteY681" fmla="*/ 2481207 h 4550534"/>
              <a:gd name="connsiteX682" fmla="*/ 4025836 w 5876984"/>
              <a:gd name="connsiteY682" fmla="*/ 2473933 h 4550534"/>
              <a:gd name="connsiteX683" fmla="*/ 3761814 w 5876984"/>
              <a:gd name="connsiteY683" fmla="*/ 2472475 h 4550534"/>
              <a:gd name="connsiteX684" fmla="*/ 3710676 w 5876984"/>
              <a:gd name="connsiteY684" fmla="*/ 2496858 h 4550534"/>
              <a:gd name="connsiteX685" fmla="*/ 3723461 w 5876984"/>
              <a:gd name="connsiteY685" fmla="*/ 2521241 h 4550534"/>
              <a:gd name="connsiteX686" fmla="*/ 3757441 w 5876984"/>
              <a:gd name="connsiteY686" fmla="*/ 2503275 h 4550534"/>
              <a:gd name="connsiteX687" fmla="*/ 3753404 w 5876984"/>
              <a:gd name="connsiteY687" fmla="*/ 2517905 h 4550534"/>
              <a:gd name="connsiteX688" fmla="*/ 3780991 w 5876984"/>
              <a:gd name="connsiteY688" fmla="*/ 2488645 h 4550534"/>
              <a:gd name="connsiteX689" fmla="*/ 3761814 w 5876984"/>
              <a:gd name="connsiteY689" fmla="*/ 2472475 h 4550534"/>
              <a:gd name="connsiteX690" fmla="*/ 3959112 w 5876984"/>
              <a:gd name="connsiteY690" fmla="*/ 2468685 h 4550534"/>
              <a:gd name="connsiteX691" fmla="*/ 3938106 w 5876984"/>
              <a:gd name="connsiteY691" fmla="*/ 2472475 h 4550534"/>
              <a:gd name="connsiteX692" fmla="*/ 3936087 w 5876984"/>
              <a:gd name="connsiteY692" fmla="*/ 2487105 h 4550534"/>
              <a:gd name="connsiteX693" fmla="*/ 3925322 w 5876984"/>
              <a:gd name="connsiteY693" fmla="*/ 2480688 h 4550534"/>
              <a:gd name="connsiteX694" fmla="*/ 3919266 w 5876984"/>
              <a:gd name="connsiteY694" fmla="*/ 2495318 h 4550534"/>
              <a:gd name="connsiteX695" fmla="*/ 3961656 w 5876984"/>
              <a:gd name="connsiteY695" fmla="*/ 2490442 h 4550534"/>
              <a:gd name="connsiteX696" fmla="*/ 3963675 w 5876984"/>
              <a:gd name="connsiteY696" fmla="*/ 2470935 h 4550534"/>
              <a:gd name="connsiteX697" fmla="*/ 3959112 w 5876984"/>
              <a:gd name="connsiteY697" fmla="*/ 2468685 h 4550534"/>
              <a:gd name="connsiteX698" fmla="*/ 4329730 w 5876984"/>
              <a:gd name="connsiteY698" fmla="*/ 2466478 h 4550534"/>
              <a:gd name="connsiteX699" fmla="*/ 4336095 w 5876984"/>
              <a:gd name="connsiteY699" fmla="*/ 2482753 h 4550534"/>
              <a:gd name="connsiteX700" fmla="*/ 4346814 w 5876984"/>
              <a:gd name="connsiteY700" fmla="*/ 2481202 h 4550534"/>
              <a:gd name="connsiteX701" fmla="*/ 4348824 w 5876984"/>
              <a:gd name="connsiteY701" fmla="*/ 2469835 h 4550534"/>
              <a:gd name="connsiteX702" fmla="*/ 4353178 w 5876984"/>
              <a:gd name="connsiteY702" fmla="*/ 2495927 h 4550534"/>
              <a:gd name="connsiteX703" fmla="*/ 4308628 w 5876984"/>
              <a:gd name="connsiteY703" fmla="*/ 2507294 h 4550534"/>
              <a:gd name="connsiteX704" fmla="*/ 4291544 w 5876984"/>
              <a:gd name="connsiteY704" fmla="*/ 2482753 h 4550534"/>
              <a:gd name="connsiteX705" fmla="*/ 4321357 w 5876984"/>
              <a:gd name="connsiteY705" fmla="*/ 2477844 h 4550534"/>
              <a:gd name="connsiteX706" fmla="*/ 4312982 w 5876984"/>
              <a:gd name="connsiteY706" fmla="*/ 2476294 h 4550534"/>
              <a:gd name="connsiteX707" fmla="*/ 4329730 w 5876984"/>
              <a:gd name="connsiteY707" fmla="*/ 2466478 h 4550534"/>
              <a:gd name="connsiteX708" fmla="*/ 3982622 w 5876984"/>
              <a:gd name="connsiteY708" fmla="*/ 2464074 h 4550534"/>
              <a:gd name="connsiteX709" fmla="*/ 3965611 w 5876984"/>
              <a:gd name="connsiteY709" fmla="*/ 2465342 h 4550534"/>
              <a:gd name="connsiteX710" fmla="*/ 3963675 w 5876984"/>
              <a:gd name="connsiteY710" fmla="*/ 2467598 h 4550534"/>
              <a:gd name="connsiteX711" fmla="*/ 3984870 w 5876984"/>
              <a:gd name="connsiteY711" fmla="*/ 2474015 h 4550534"/>
              <a:gd name="connsiteX712" fmla="*/ 3983734 w 5876984"/>
              <a:gd name="connsiteY712" fmla="*/ 2466828 h 4550534"/>
              <a:gd name="connsiteX713" fmla="*/ 3995818 w 5876984"/>
              <a:gd name="connsiteY713" fmla="*/ 2463090 h 4550534"/>
              <a:gd name="connsiteX714" fmla="*/ 3989479 w 5876984"/>
              <a:gd name="connsiteY714" fmla="*/ 2463562 h 4550534"/>
              <a:gd name="connsiteX715" fmla="*/ 3989464 w 5876984"/>
              <a:gd name="connsiteY715" fmla="*/ 2464486 h 4550534"/>
              <a:gd name="connsiteX716" fmla="*/ 3997654 w 5876984"/>
              <a:gd name="connsiteY716" fmla="*/ 2474015 h 4550534"/>
              <a:gd name="connsiteX717" fmla="*/ 3998522 w 5876984"/>
              <a:gd name="connsiteY717" fmla="*/ 2463771 h 4550534"/>
              <a:gd name="connsiteX718" fmla="*/ 4261026 w 5876984"/>
              <a:gd name="connsiteY718" fmla="*/ 2460858 h 4550534"/>
              <a:gd name="connsiteX719" fmla="*/ 4263026 w 5876984"/>
              <a:gd name="connsiteY719" fmla="*/ 2470687 h 4550534"/>
              <a:gd name="connsiteX720" fmla="*/ 4244026 w 5876984"/>
              <a:gd name="connsiteY720" fmla="*/ 2477155 h 4550534"/>
              <a:gd name="connsiteX721" fmla="*/ 4235691 w 5876984"/>
              <a:gd name="connsiteY721" fmla="*/ 2475603 h 4550534"/>
              <a:gd name="connsiteX722" fmla="*/ 4240025 w 5876984"/>
              <a:gd name="connsiteY722" fmla="*/ 2462410 h 4550534"/>
              <a:gd name="connsiteX723" fmla="*/ 4244026 w 5876984"/>
              <a:gd name="connsiteY723" fmla="*/ 2470687 h 4550534"/>
              <a:gd name="connsiteX724" fmla="*/ 4261026 w 5876984"/>
              <a:gd name="connsiteY724" fmla="*/ 2460858 h 4550534"/>
              <a:gd name="connsiteX725" fmla="*/ 3934691 w 5876984"/>
              <a:gd name="connsiteY725" fmla="*/ 2460130 h 4550534"/>
              <a:gd name="connsiteX726" fmla="*/ 3933112 w 5876984"/>
              <a:gd name="connsiteY726" fmla="*/ 2460637 h 4550534"/>
              <a:gd name="connsiteX727" fmla="*/ 3934069 w 5876984"/>
              <a:gd name="connsiteY727" fmla="*/ 2461182 h 4550534"/>
              <a:gd name="connsiteX728" fmla="*/ 3903679 w 5876984"/>
              <a:gd name="connsiteY728" fmla="*/ 2459865 h 4550534"/>
              <a:gd name="connsiteX729" fmla="*/ 3908500 w 5876984"/>
              <a:gd name="connsiteY729" fmla="*/ 2466058 h 4550534"/>
              <a:gd name="connsiteX730" fmla="*/ 3912592 w 5876984"/>
              <a:gd name="connsiteY730" fmla="*/ 2464988 h 4550534"/>
              <a:gd name="connsiteX731" fmla="*/ 4654651 w 5876984"/>
              <a:gd name="connsiteY731" fmla="*/ 2459306 h 4550534"/>
              <a:gd name="connsiteX732" fmla="*/ 4610409 w 5876984"/>
              <a:gd name="connsiteY732" fmla="*/ 2481686 h 4550534"/>
              <a:gd name="connsiteX733" fmla="*/ 4654651 w 5876984"/>
              <a:gd name="connsiteY733" fmla="*/ 2459306 h 4550534"/>
              <a:gd name="connsiteX734" fmla="*/ 3601461 w 5876984"/>
              <a:gd name="connsiteY734" fmla="*/ 2459161 h 4550534"/>
              <a:gd name="connsiteX735" fmla="*/ 3595953 w 5876984"/>
              <a:gd name="connsiteY735" fmla="*/ 2461182 h 4550534"/>
              <a:gd name="connsiteX736" fmla="*/ 3591579 w 5876984"/>
              <a:gd name="connsiteY736" fmla="*/ 2480688 h 4550534"/>
              <a:gd name="connsiteX737" fmla="*/ 3613111 w 5876984"/>
              <a:gd name="connsiteY737" fmla="*/ 2462722 h 4550534"/>
              <a:gd name="connsiteX738" fmla="*/ 3608737 w 5876984"/>
              <a:gd name="connsiteY738" fmla="*/ 2459642 h 4550534"/>
              <a:gd name="connsiteX739" fmla="*/ 3601461 w 5876984"/>
              <a:gd name="connsiteY739" fmla="*/ 2459161 h 4550534"/>
              <a:gd name="connsiteX740" fmla="*/ 4747580 w 5876984"/>
              <a:gd name="connsiteY740" fmla="*/ 2451384 h 4550534"/>
              <a:gd name="connsiteX741" fmla="*/ 4715794 w 5876984"/>
              <a:gd name="connsiteY741" fmla="*/ 2472651 h 4550534"/>
              <a:gd name="connsiteX742" fmla="*/ 4747580 w 5876984"/>
              <a:gd name="connsiteY742" fmla="*/ 2451384 h 4550534"/>
              <a:gd name="connsiteX743" fmla="*/ 3885202 w 5876984"/>
              <a:gd name="connsiteY743" fmla="*/ 2451340 h 4550534"/>
              <a:gd name="connsiteX744" fmla="*/ 3879160 w 5876984"/>
              <a:gd name="connsiteY744" fmla="*/ 2451526 h 4550534"/>
              <a:gd name="connsiteX745" fmla="*/ 3882636 w 5876984"/>
              <a:gd name="connsiteY745" fmla="*/ 2451557 h 4550534"/>
              <a:gd name="connsiteX746" fmla="*/ 3889323 w 5876984"/>
              <a:gd name="connsiteY746" fmla="*/ 2457846 h 4550534"/>
              <a:gd name="connsiteX747" fmla="*/ 3890962 w 5876984"/>
              <a:gd name="connsiteY747" fmla="*/ 2453534 h 4550534"/>
              <a:gd name="connsiteX748" fmla="*/ 3868945 w 5876984"/>
              <a:gd name="connsiteY748" fmla="*/ 2449765 h 4550534"/>
              <a:gd name="connsiteX749" fmla="*/ 3868127 w 5876984"/>
              <a:gd name="connsiteY749" fmla="*/ 2451429 h 4550534"/>
              <a:gd name="connsiteX750" fmla="*/ 3870116 w 5876984"/>
              <a:gd name="connsiteY750" fmla="*/ 2451446 h 4550534"/>
              <a:gd name="connsiteX751" fmla="*/ 4463287 w 5876984"/>
              <a:gd name="connsiteY751" fmla="*/ 2446857 h 4550534"/>
              <a:gd name="connsiteX752" fmla="*/ 4433810 w 5876984"/>
              <a:gd name="connsiteY752" fmla="*/ 2458067 h 4550534"/>
              <a:gd name="connsiteX753" fmla="*/ 4427446 w 5876984"/>
              <a:gd name="connsiteY753" fmla="*/ 2474119 h 4550534"/>
              <a:gd name="connsiteX754" fmla="*/ 4370166 w 5876984"/>
              <a:gd name="connsiteY754" fmla="*/ 2488642 h 4550534"/>
              <a:gd name="connsiteX755" fmla="*/ 4370166 w 5876984"/>
              <a:gd name="connsiteY755" fmla="*/ 2469533 h 4550534"/>
              <a:gd name="connsiteX756" fmla="*/ 4463287 w 5876984"/>
              <a:gd name="connsiteY756" fmla="*/ 2446857 h 4550534"/>
              <a:gd name="connsiteX757" fmla="*/ 3843058 w 5876984"/>
              <a:gd name="connsiteY757" fmla="*/ 2440381 h 4550534"/>
              <a:gd name="connsiteX758" fmla="*/ 3836166 w 5876984"/>
              <a:gd name="connsiteY758" fmla="*/ 2443216 h 4550534"/>
              <a:gd name="connsiteX759" fmla="*/ 3840540 w 5876984"/>
              <a:gd name="connsiteY759" fmla="*/ 2451429 h 4550534"/>
              <a:gd name="connsiteX760" fmla="*/ 3823382 w 5876984"/>
              <a:gd name="connsiteY760" fmla="*/ 2454765 h 4550534"/>
              <a:gd name="connsiteX761" fmla="*/ 3819008 w 5876984"/>
              <a:gd name="connsiteY761" fmla="*/ 2446552 h 4550534"/>
              <a:gd name="connsiteX762" fmla="*/ 3816989 w 5876984"/>
              <a:gd name="connsiteY762" fmla="*/ 2462722 h 4550534"/>
              <a:gd name="connsiteX763" fmla="*/ 3838185 w 5876984"/>
              <a:gd name="connsiteY763" fmla="*/ 2462722 h 4550534"/>
              <a:gd name="connsiteX764" fmla="*/ 3843058 w 5876984"/>
              <a:gd name="connsiteY764" fmla="*/ 2440381 h 4550534"/>
              <a:gd name="connsiteX765" fmla="*/ 3712695 w 5876984"/>
              <a:gd name="connsiteY765" fmla="*/ 2436799 h 4550534"/>
              <a:gd name="connsiteX766" fmla="*/ 3695874 w 5876984"/>
              <a:gd name="connsiteY766" fmla="*/ 2462722 h 4550534"/>
              <a:gd name="connsiteX767" fmla="*/ 3697892 w 5876984"/>
              <a:gd name="connsiteY767" fmla="*/ 2470935 h 4550534"/>
              <a:gd name="connsiteX768" fmla="*/ 3721442 w 5876984"/>
              <a:gd name="connsiteY768" fmla="*/ 2441676 h 4550534"/>
              <a:gd name="connsiteX769" fmla="*/ 3712695 w 5876984"/>
              <a:gd name="connsiteY769" fmla="*/ 2436799 h 4550534"/>
              <a:gd name="connsiteX770" fmla="*/ 4025242 w 5876984"/>
              <a:gd name="connsiteY770" fmla="*/ 2435259 h 4550534"/>
              <a:gd name="connsiteX771" fmla="*/ 4024487 w 5876984"/>
              <a:gd name="connsiteY771" fmla="*/ 2436311 h 4550534"/>
              <a:gd name="connsiteX772" fmla="*/ 4036179 w 5876984"/>
              <a:gd name="connsiteY772" fmla="*/ 2435629 h 4550534"/>
              <a:gd name="connsiteX773" fmla="*/ 4035926 w 5876984"/>
              <a:gd name="connsiteY773" fmla="*/ 2437041 h 4550534"/>
              <a:gd name="connsiteX774" fmla="*/ 4034895 w 5876984"/>
              <a:gd name="connsiteY774" fmla="*/ 2442810 h 4550534"/>
              <a:gd name="connsiteX775" fmla="*/ 4043494 w 5876984"/>
              <a:gd name="connsiteY775" fmla="*/ 2444146 h 4550534"/>
              <a:gd name="connsiteX776" fmla="*/ 4052830 w 5876984"/>
              <a:gd name="connsiteY776" fmla="*/ 2436799 h 4550534"/>
              <a:gd name="connsiteX777" fmla="*/ 4025242 w 5876984"/>
              <a:gd name="connsiteY777" fmla="*/ 2435259 h 4550534"/>
              <a:gd name="connsiteX778" fmla="*/ 286824 w 5876984"/>
              <a:gd name="connsiteY778" fmla="*/ 2433780 h 4550534"/>
              <a:gd name="connsiteX779" fmla="*/ 263275 w 5876984"/>
              <a:gd name="connsiteY779" fmla="*/ 2438655 h 4550534"/>
              <a:gd name="connsiteX780" fmla="*/ 280433 w 5876984"/>
              <a:gd name="connsiteY780" fmla="*/ 2441992 h 4550534"/>
              <a:gd name="connsiteX781" fmla="*/ 286824 w 5876984"/>
              <a:gd name="connsiteY781" fmla="*/ 2433780 h 4550534"/>
              <a:gd name="connsiteX782" fmla="*/ 4664619 w 5876984"/>
              <a:gd name="connsiteY782" fmla="*/ 2433276 h 4550534"/>
              <a:gd name="connsiteX783" fmla="*/ 4670966 w 5876984"/>
              <a:gd name="connsiteY783" fmla="*/ 2447916 h 4550534"/>
              <a:gd name="connsiteX784" fmla="*/ 4597130 w 5876984"/>
              <a:gd name="connsiteY784" fmla="*/ 2469234 h 4550534"/>
              <a:gd name="connsiteX785" fmla="*/ 4664619 w 5876984"/>
              <a:gd name="connsiteY785" fmla="*/ 2433276 h 4550534"/>
              <a:gd name="connsiteX786" fmla="*/ 4844106 w 5876984"/>
              <a:gd name="connsiteY786" fmla="*/ 2430497 h 4550534"/>
              <a:gd name="connsiteX787" fmla="*/ 4821026 w 5876984"/>
              <a:gd name="connsiteY787" fmla="*/ 2447738 h 4550534"/>
              <a:gd name="connsiteX788" fmla="*/ 4844106 w 5876984"/>
              <a:gd name="connsiteY788" fmla="*/ 2430497 h 4550534"/>
              <a:gd name="connsiteX789" fmla="*/ 4795945 w 5876984"/>
              <a:gd name="connsiteY789" fmla="*/ 2430308 h 4550534"/>
              <a:gd name="connsiteX790" fmla="*/ 4802996 w 5876984"/>
              <a:gd name="connsiteY790" fmla="*/ 2440251 h 4550534"/>
              <a:gd name="connsiteX791" fmla="*/ 4775965 w 5876984"/>
              <a:gd name="connsiteY791" fmla="*/ 2449995 h 4550534"/>
              <a:gd name="connsiteX792" fmla="*/ 4795945 w 5876984"/>
              <a:gd name="connsiteY792" fmla="*/ 2430308 h 4550534"/>
              <a:gd name="connsiteX793" fmla="*/ 4344608 w 5876984"/>
              <a:gd name="connsiteY793" fmla="*/ 2428749 h 4550534"/>
              <a:gd name="connsiteX794" fmla="*/ 4321213 w 5876984"/>
              <a:gd name="connsiteY794" fmla="*/ 2440163 h 4550534"/>
              <a:gd name="connsiteX795" fmla="*/ 4344608 w 5876984"/>
              <a:gd name="connsiteY795" fmla="*/ 2428749 h 4550534"/>
              <a:gd name="connsiteX796" fmla="*/ 3991262 w 5876984"/>
              <a:gd name="connsiteY796" fmla="*/ 2425506 h 4550534"/>
              <a:gd name="connsiteX797" fmla="*/ 3992261 w 5876984"/>
              <a:gd name="connsiteY797" fmla="*/ 2437922 h 4550534"/>
              <a:gd name="connsiteX798" fmla="*/ 3992251 w 5876984"/>
              <a:gd name="connsiteY798" fmla="*/ 2437976 h 4550534"/>
              <a:gd name="connsiteX799" fmla="*/ 3993289 w 5876984"/>
              <a:gd name="connsiteY799" fmla="*/ 2438131 h 4550534"/>
              <a:gd name="connsiteX800" fmla="*/ 4009807 w 5876984"/>
              <a:gd name="connsiteY800" fmla="*/ 2437167 h 4550534"/>
              <a:gd name="connsiteX801" fmla="*/ 4012794 w 5876984"/>
              <a:gd name="connsiteY801" fmla="*/ 2435259 h 4550534"/>
              <a:gd name="connsiteX802" fmla="*/ 4012794 w 5876984"/>
              <a:gd name="connsiteY802" fmla="*/ 2428586 h 4550534"/>
              <a:gd name="connsiteX803" fmla="*/ 3995635 w 5876984"/>
              <a:gd name="connsiteY803" fmla="*/ 2431922 h 4550534"/>
              <a:gd name="connsiteX804" fmla="*/ 3991262 w 5876984"/>
              <a:gd name="connsiteY804" fmla="*/ 2425506 h 4550534"/>
              <a:gd name="connsiteX805" fmla="*/ 4900908 w 5876984"/>
              <a:gd name="connsiteY805" fmla="*/ 2417431 h 4550534"/>
              <a:gd name="connsiteX806" fmla="*/ 4911281 w 5876984"/>
              <a:gd name="connsiteY806" fmla="*/ 2430508 h 4550534"/>
              <a:gd name="connsiteX807" fmla="*/ 4869120 w 5876984"/>
              <a:gd name="connsiteY807" fmla="*/ 2448200 h 4550534"/>
              <a:gd name="connsiteX808" fmla="*/ 4900908 w 5876984"/>
              <a:gd name="connsiteY808" fmla="*/ 2417431 h 4550534"/>
              <a:gd name="connsiteX809" fmla="*/ 4619698 w 5876984"/>
              <a:gd name="connsiteY809" fmla="*/ 2415093 h 4550534"/>
              <a:gd name="connsiteX810" fmla="*/ 4630068 w 5876984"/>
              <a:gd name="connsiteY810" fmla="*/ 2415419 h 4550534"/>
              <a:gd name="connsiteX811" fmla="*/ 4583780 w 5876984"/>
              <a:gd name="connsiteY811" fmla="*/ 2437551 h 4550534"/>
              <a:gd name="connsiteX812" fmla="*/ 4619698 w 5876984"/>
              <a:gd name="connsiteY812" fmla="*/ 2415093 h 4550534"/>
              <a:gd name="connsiteX813" fmla="*/ 4057204 w 5876984"/>
              <a:gd name="connsiteY813" fmla="*/ 2414213 h 4550534"/>
              <a:gd name="connsiteX814" fmla="*/ 4078398 w 5876984"/>
              <a:gd name="connsiteY814" fmla="*/ 2431922 h 4550534"/>
              <a:gd name="connsiteX815" fmla="*/ 4057204 w 5876984"/>
              <a:gd name="connsiteY815" fmla="*/ 2414213 h 4550534"/>
              <a:gd name="connsiteX816" fmla="*/ 4321269 w 5876984"/>
              <a:gd name="connsiteY816" fmla="*/ 2414035 h 4550534"/>
              <a:gd name="connsiteX817" fmla="*/ 4252976 w 5876984"/>
              <a:gd name="connsiteY817" fmla="*/ 2426826 h 4550534"/>
              <a:gd name="connsiteX818" fmla="*/ 4269880 w 5876984"/>
              <a:gd name="connsiteY818" fmla="*/ 2421965 h 4550534"/>
              <a:gd name="connsiteX819" fmla="*/ 4282727 w 5876984"/>
              <a:gd name="connsiteY819" fmla="*/ 2431686 h 4550534"/>
              <a:gd name="connsiteX820" fmla="*/ 4321269 w 5876984"/>
              <a:gd name="connsiteY820" fmla="*/ 2414035 h 4550534"/>
              <a:gd name="connsiteX821" fmla="*/ 4918609 w 5876984"/>
              <a:gd name="connsiteY821" fmla="*/ 2413857 h 4550534"/>
              <a:gd name="connsiteX822" fmla="*/ 4919020 w 5876984"/>
              <a:gd name="connsiteY822" fmla="*/ 2413872 h 4550534"/>
              <a:gd name="connsiteX823" fmla="*/ 4916575 w 5876984"/>
              <a:gd name="connsiteY823" fmla="*/ 2420186 h 4550534"/>
              <a:gd name="connsiteX824" fmla="*/ 4918609 w 5876984"/>
              <a:gd name="connsiteY824" fmla="*/ 2413857 h 4550534"/>
              <a:gd name="connsiteX825" fmla="*/ 4558222 w 5876984"/>
              <a:gd name="connsiteY825" fmla="*/ 2393664 h 4550534"/>
              <a:gd name="connsiteX826" fmla="*/ 4530465 w 5876984"/>
              <a:gd name="connsiteY826" fmla="*/ 2430803 h 4550534"/>
              <a:gd name="connsiteX827" fmla="*/ 4460058 w 5876984"/>
              <a:gd name="connsiteY827" fmla="*/ 2432340 h 4550534"/>
              <a:gd name="connsiteX828" fmla="*/ 4457688 w 5876984"/>
              <a:gd name="connsiteY828" fmla="*/ 2422607 h 4550534"/>
              <a:gd name="connsiteX829" fmla="*/ 4558222 w 5876984"/>
              <a:gd name="connsiteY829" fmla="*/ 2393664 h 4550534"/>
              <a:gd name="connsiteX830" fmla="*/ 4773320 w 5876984"/>
              <a:gd name="connsiteY830" fmla="*/ 2390269 h 4550534"/>
              <a:gd name="connsiteX831" fmla="*/ 4688086 w 5876984"/>
              <a:gd name="connsiteY831" fmla="*/ 2438677 h 4550534"/>
              <a:gd name="connsiteX832" fmla="*/ 4681686 w 5876984"/>
              <a:gd name="connsiteY832" fmla="*/ 2427408 h 4550534"/>
              <a:gd name="connsiteX833" fmla="*/ 4773320 w 5876984"/>
              <a:gd name="connsiteY833" fmla="*/ 2390269 h 4550534"/>
              <a:gd name="connsiteX834" fmla="*/ 3695126 w 5876984"/>
              <a:gd name="connsiteY834" fmla="*/ 2388778 h 4550534"/>
              <a:gd name="connsiteX835" fmla="*/ 3685868 w 5876984"/>
              <a:gd name="connsiteY835" fmla="*/ 2389130 h 4550534"/>
              <a:gd name="connsiteX836" fmla="*/ 3678582 w 5876984"/>
              <a:gd name="connsiteY836" fmla="*/ 2393722 h 4550534"/>
              <a:gd name="connsiteX837" fmla="*/ 3668425 w 5876984"/>
              <a:gd name="connsiteY837" fmla="*/ 2393473 h 4550534"/>
              <a:gd name="connsiteX838" fmla="*/ 3665102 w 5876984"/>
              <a:gd name="connsiteY838" fmla="*/ 2389920 h 4550534"/>
              <a:gd name="connsiteX839" fmla="*/ 3644296 w 5876984"/>
              <a:gd name="connsiteY839" fmla="*/ 2390711 h 4550534"/>
              <a:gd name="connsiteX840" fmla="*/ 3642843 w 5876984"/>
              <a:gd name="connsiteY840" fmla="*/ 2393375 h 4550534"/>
              <a:gd name="connsiteX841" fmla="*/ 3636324 w 5876984"/>
              <a:gd name="connsiteY841" fmla="*/ 2407539 h 4550534"/>
              <a:gd name="connsiteX842" fmla="*/ 3661894 w 5876984"/>
              <a:gd name="connsiteY842" fmla="*/ 2409336 h 4550534"/>
              <a:gd name="connsiteX843" fmla="*/ 3668286 w 5876984"/>
              <a:gd name="connsiteY843" fmla="*/ 2398043 h 4550534"/>
              <a:gd name="connsiteX844" fmla="*/ 3684350 w 5876984"/>
              <a:gd name="connsiteY844" fmla="*/ 2402731 h 4550534"/>
              <a:gd name="connsiteX845" fmla="*/ 3700727 w 5876984"/>
              <a:gd name="connsiteY845" fmla="*/ 2401712 h 4550534"/>
              <a:gd name="connsiteX846" fmla="*/ 3700129 w 5876984"/>
              <a:gd name="connsiteY846" fmla="*/ 2398480 h 4550534"/>
              <a:gd name="connsiteX847" fmla="*/ 3698782 w 5876984"/>
              <a:gd name="connsiteY847" fmla="*/ 2391788 h 4550534"/>
              <a:gd name="connsiteX848" fmla="*/ 3694150 w 5876984"/>
              <a:gd name="connsiteY848" fmla="*/ 2391504 h 4550534"/>
              <a:gd name="connsiteX849" fmla="*/ 4980998 w 5876984"/>
              <a:gd name="connsiteY849" fmla="*/ 2388288 h 4550534"/>
              <a:gd name="connsiteX850" fmla="*/ 4936797 w 5876984"/>
              <a:gd name="connsiteY850" fmla="*/ 2414525 h 4550534"/>
              <a:gd name="connsiteX851" fmla="*/ 4919020 w 5876984"/>
              <a:gd name="connsiteY851" fmla="*/ 2413872 h 4550534"/>
              <a:gd name="connsiteX852" fmla="*/ 4920586 w 5876984"/>
              <a:gd name="connsiteY852" fmla="*/ 2409826 h 4550534"/>
              <a:gd name="connsiteX853" fmla="*/ 4980998 w 5876984"/>
              <a:gd name="connsiteY853" fmla="*/ 2388288 h 4550534"/>
              <a:gd name="connsiteX854" fmla="*/ 4679922 w 5876984"/>
              <a:gd name="connsiteY854" fmla="*/ 2388005 h 4550534"/>
              <a:gd name="connsiteX855" fmla="*/ 4688318 w 5876984"/>
              <a:gd name="connsiteY855" fmla="*/ 2389537 h 4550534"/>
              <a:gd name="connsiteX856" fmla="*/ 4694700 w 5876984"/>
              <a:gd name="connsiteY856" fmla="*/ 2391067 h 4550534"/>
              <a:gd name="connsiteX857" fmla="*/ 4648014 w 5876984"/>
              <a:gd name="connsiteY857" fmla="*/ 2410462 h 4550534"/>
              <a:gd name="connsiteX858" fmla="*/ 4679922 w 5876984"/>
              <a:gd name="connsiteY858" fmla="*/ 2388005 h 4550534"/>
              <a:gd name="connsiteX859" fmla="*/ 256882 w 5876984"/>
              <a:gd name="connsiteY859" fmla="*/ 2386820 h 4550534"/>
              <a:gd name="connsiteX860" fmla="*/ 246453 w 5876984"/>
              <a:gd name="connsiteY860" fmla="*/ 2396571 h 4550534"/>
              <a:gd name="connsiteX861" fmla="*/ 256882 w 5876984"/>
              <a:gd name="connsiteY861" fmla="*/ 2414534 h 4550534"/>
              <a:gd name="connsiteX862" fmla="*/ 312394 w 5876984"/>
              <a:gd name="connsiteY862" fmla="*/ 2425825 h 4550534"/>
              <a:gd name="connsiteX863" fmla="*/ 327197 w 5876984"/>
              <a:gd name="connsiteY863" fmla="*/ 2411198 h 4550534"/>
              <a:gd name="connsiteX864" fmla="*/ 276059 w 5876984"/>
              <a:gd name="connsiteY864" fmla="*/ 2402987 h 4550534"/>
              <a:gd name="connsiteX865" fmla="*/ 256882 w 5876984"/>
              <a:gd name="connsiteY865" fmla="*/ 2386820 h 4550534"/>
              <a:gd name="connsiteX866" fmla="*/ 3571974 w 5876984"/>
              <a:gd name="connsiteY866" fmla="*/ 2386690 h 4550534"/>
              <a:gd name="connsiteX867" fmla="*/ 3571603 w 5876984"/>
              <a:gd name="connsiteY867" fmla="*/ 2388194 h 4550534"/>
              <a:gd name="connsiteX868" fmla="*/ 3566010 w 5876984"/>
              <a:gd name="connsiteY868" fmla="*/ 2410876 h 4550534"/>
              <a:gd name="connsiteX869" fmla="*/ 3591579 w 5876984"/>
              <a:gd name="connsiteY869" fmla="*/ 2412416 h 4550534"/>
              <a:gd name="connsiteX870" fmla="*/ 3604364 w 5876984"/>
              <a:gd name="connsiteY870" fmla="*/ 2393166 h 4550534"/>
              <a:gd name="connsiteX871" fmla="*/ 3604364 w 5876984"/>
              <a:gd name="connsiteY871" fmla="*/ 2409336 h 4550534"/>
              <a:gd name="connsiteX872" fmla="*/ 3636324 w 5876984"/>
              <a:gd name="connsiteY872" fmla="*/ 2396247 h 4550534"/>
              <a:gd name="connsiteX873" fmla="*/ 3630111 w 5876984"/>
              <a:gd name="connsiteY873" fmla="*/ 2392625 h 4550534"/>
              <a:gd name="connsiteX874" fmla="*/ 3629173 w 5876984"/>
              <a:gd name="connsiteY874" fmla="*/ 2391151 h 4550534"/>
              <a:gd name="connsiteX875" fmla="*/ 3491154 w 5876984"/>
              <a:gd name="connsiteY875" fmla="*/ 2380569 h 4550534"/>
              <a:gd name="connsiteX876" fmla="*/ 3496032 w 5876984"/>
              <a:gd name="connsiteY876" fmla="*/ 2402663 h 4550534"/>
              <a:gd name="connsiteX877" fmla="*/ 3512854 w 5876984"/>
              <a:gd name="connsiteY877" fmla="*/ 2399583 h 4550534"/>
              <a:gd name="connsiteX878" fmla="*/ 3504443 w 5876984"/>
              <a:gd name="connsiteY878" fmla="*/ 2414213 h 4550534"/>
              <a:gd name="connsiteX879" fmla="*/ 3534385 w 5876984"/>
              <a:gd name="connsiteY879" fmla="*/ 2396247 h 4550534"/>
              <a:gd name="connsiteX880" fmla="*/ 3519582 w 5876984"/>
              <a:gd name="connsiteY880" fmla="*/ 2419089 h 4550534"/>
              <a:gd name="connsiteX881" fmla="*/ 3558519 w 5876984"/>
              <a:gd name="connsiteY881" fmla="*/ 2392092 h 4550534"/>
              <a:gd name="connsiteX882" fmla="*/ 3569413 w 5876984"/>
              <a:gd name="connsiteY882" fmla="*/ 2386490 h 4550534"/>
              <a:gd name="connsiteX883" fmla="*/ 3568072 w 5876984"/>
              <a:gd name="connsiteY883" fmla="*/ 2386386 h 4550534"/>
              <a:gd name="connsiteX884" fmla="*/ 3538344 w 5876984"/>
              <a:gd name="connsiteY884" fmla="*/ 2383520 h 4550534"/>
              <a:gd name="connsiteX885" fmla="*/ 3537055 w 5876984"/>
              <a:gd name="connsiteY885" fmla="*/ 2384355 h 4550534"/>
              <a:gd name="connsiteX886" fmla="*/ 3536355 w 5876984"/>
              <a:gd name="connsiteY886" fmla="*/ 2383329 h 4550534"/>
              <a:gd name="connsiteX887" fmla="*/ 3508202 w 5876984"/>
              <a:gd name="connsiteY887" fmla="*/ 2380615 h 4550534"/>
              <a:gd name="connsiteX888" fmla="*/ 3470695 w 5876984"/>
              <a:gd name="connsiteY888" fmla="*/ 2380514 h 4550534"/>
              <a:gd name="connsiteX889" fmla="*/ 3471809 w 5876984"/>
              <a:gd name="connsiteY889" fmla="*/ 2390022 h 4550534"/>
              <a:gd name="connsiteX890" fmla="*/ 3481229 w 5876984"/>
              <a:gd name="connsiteY890" fmla="*/ 2398043 h 4550534"/>
              <a:gd name="connsiteX891" fmla="*/ 3485266 w 5876984"/>
              <a:gd name="connsiteY891" fmla="*/ 2381617 h 4550534"/>
              <a:gd name="connsiteX892" fmla="*/ 3480088 w 5876984"/>
              <a:gd name="connsiteY892" fmla="*/ 2380539 h 4550534"/>
              <a:gd name="connsiteX893" fmla="*/ 3461925 w 5876984"/>
              <a:gd name="connsiteY893" fmla="*/ 2380490 h 4550534"/>
              <a:gd name="connsiteX894" fmla="*/ 3459193 w 5876984"/>
              <a:gd name="connsiteY894" fmla="*/ 2389381 h 4550534"/>
              <a:gd name="connsiteX895" fmla="*/ 3451286 w 5876984"/>
              <a:gd name="connsiteY895" fmla="*/ 2391370 h 4550534"/>
              <a:gd name="connsiteX896" fmla="*/ 3455660 w 5876984"/>
              <a:gd name="connsiteY896" fmla="*/ 2384953 h 4550534"/>
              <a:gd name="connsiteX897" fmla="*/ 3446547 w 5876984"/>
              <a:gd name="connsiteY897" fmla="*/ 2382887 h 4550534"/>
              <a:gd name="connsiteX898" fmla="*/ 3443380 w 5876984"/>
              <a:gd name="connsiteY898" fmla="*/ 2380930 h 4550534"/>
              <a:gd name="connsiteX899" fmla="*/ 3438406 w 5876984"/>
              <a:gd name="connsiteY899" fmla="*/ 2381498 h 4550534"/>
              <a:gd name="connsiteX900" fmla="*/ 3436483 w 5876984"/>
              <a:gd name="connsiteY900" fmla="*/ 2383413 h 4550534"/>
              <a:gd name="connsiteX901" fmla="*/ 3438502 w 5876984"/>
              <a:gd name="connsiteY901" fmla="*/ 2394706 h 4550534"/>
              <a:gd name="connsiteX902" fmla="*/ 3464070 w 5876984"/>
              <a:gd name="connsiteY902" fmla="*/ 2399583 h 4550534"/>
              <a:gd name="connsiteX903" fmla="*/ 3467856 w 5876984"/>
              <a:gd name="connsiteY903" fmla="*/ 2389830 h 4550534"/>
              <a:gd name="connsiteX904" fmla="*/ 3462299 w 5876984"/>
              <a:gd name="connsiteY904" fmla="*/ 2380491 h 4550534"/>
              <a:gd name="connsiteX905" fmla="*/ 4904900 w 5876984"/>
              <a:gd name="connsiteY905" fmla="*/ 2373292 h 4550534"/>
              <a:gd name="connsiteX906" fmla="*/ 4921664 w 5876984"/>
              <a:gd name="connsiteY906" fmla="*/ 2396042 h 4550534"/>
              <a:gd name="connsiteX907" fmla="*/ 4904900 w 5876984"/>
              <a:gd name="connsiteY907" fmla="*/ 2412329 h 4550534"/>
              <a:gd name="connsiteX908" fmla="*/ 4881430 w 5876984"/>
              <a:gd name="connsiteY908" fmla="*/ 2397852 h 4550534"/>
              <a:gd name="connsiteX909" fmla="*/ 4824094 w 5876984"/>
              <a:gd name="connsiteY909" fmla="*/ 2417241 h 4550534"/>
              <a:gd name="connsiteX910" fmla="*/ 4904900 w 5876984"/>
              <a:gd name="connsiteY910" fmla="*/ 2373292 h 4550534"/>
              <a:gd name="connsiteX911" fmla="*/ 4044040 w 5876984"/>
              <a:gd name="connsiteY911" fmla="*/ 2373243 h 4550534"/>
              <a:gd name="connsiteX912" fmla="*/ 4038027 w 5876984"/>
              <a:gd name="connsiteY912" fmla="*/ 2384953 h 4550534"/>
              <a:gd name="connsiteX913" fmla="*/ 4061577 w 5876984"/>
              <a:gd name="connsiteY913" fmla="*/ 2391370 h 4550534"/>
              <a:gd name="connsiteX914" fmla="*/ 4065950 w 5876984"/>
              <a:gd name="connsiteY914" fmla="*/ 2373660 h 4550534"/>
              <a:gd name="connsiteX915" fmla="*/ 4044040 w 5876984"/>
              <a:gd name="connsiteY915" fmla="*/ 2373243 h 4550534"/>
              <a:gd name="connsiteX916" fmla="*/ 4256300 w 5876984"/>
              <a:gd name="connsiteY916" fmla="*/ 2372482 h 4550534"/>
              <a:gd name="connsiteX917" fmla="*/ 4267468 w 5876984"/>
              <a:gd name="connsiteY917" fmla="*/ 2373512 h 4550534"/>
              <a:gd name="connsiteX918" fmla="*/ 4267468 w 5876984"/>
              <a:gd name="connsiteY918" fmla="*/ 2379759 h 4550534"/>
              <a:gd name="connsiteX919" fmla="*/ 4250008 w 5876984"/>
              <a:gd name="connsiteY919" fmla="*/ 2383008 h 4550534"/>
              <a:gd name="connsiteX920" fmla="*/ 4250008 w 5876984"/>
              <a:gd name="connsiteY920" fmla="*/ 2375012 h 4550534"/>
              <a:gd name="connsiteX921" fmla="*/ 4256300 w 5876984"/>
              <a:gd name="connsiteY921" fmla="*/ 2372482 h 4550534"/>
              <a:gd name="connsiteX922" fmla="*/ 4135928 w 5876984"/>
              <a:gd name="connsiteY922" fmla="*/ 2370324 h 4550534"/>
              <a:gd name="connsiteX923" fmla="*/ 4140302 w 5876984"/>
              <a:gd name="connsiteY923" fmla="*/ 2384953 h 4550534"/>
              <a:gd name="connsiteX924" fmla="*/ 4159479 w 5876984"/>
              <a:gd name="connsiteY924" fmla="*/ 2375200 h 4550534"/>
              <a:gd name="connsiteX925" fmla="*/ 4140302 w 5876984"/>
              <a:gd name="connsiteY925" fmla="*/ 2373660 h 4550534"/>
              <a:gd name="connsiteX926" fmla="*/ 4135928 w 5876984"/>
              <a:gd name="connsiteY926" fmla="*/ 2370324 h 4550534"/>
              <a:gd name="connsiteX927" fmla="*/ 4964689 w 5876984"/>
              <a:gd name="connsiteY927" fmla="*/ 2370319 h 4550534"/>
              <a:gd name="connsiteX928" fmla="*/ 4935350 w 5876984"/>
              <a:gd name="connsiteY928" fmla="*/ 2388455 h 4550534"/>
              <a:gd name="connsiteX929" fmla="*/ 4964689 w 5876984"/>
              <a:gd name="connsiteY929" fmla="*/ 2370319 h 4550534"/>
              <a:gd name="connsiteX930" fmla="*/ 3992104 w 5876984"/>
              <a:gd name="connsiteY930" fmla="*/ 2364485 h 4550534"/>
              <a:gd name="connsiteX931" fmla="*/ 3982851 w 5876984"/>
              <a:gd name="connsiteY931" fmla="*/ 2373660 h 4550534"/>
              <a:gd name="connsiteX932" fmla="*/ 4002028 w 5876984"/>
              <a:gd name="connsiteY932" fmla="*/ 2376740 h 4550534"/>
              <a:gd name="connsiteX933" fmla="*/ 3984870 w 5876984"/>
              <a:gd name="connsiteY933" fmla="*/ 2384953 h 4550534"/>
              <a:gd name="connsiteX934" fmla="*/ 3957282 w 5876984"/>
              <a:gd name="connsiteY934" fmla="*/ 2381617 h 4550534"/>
              <a:gd name="connsiteX935" fmla="*/ 3944498 w 5876984"/>
              <a:gd name="connsiteY935" fmla="*/ 2389830 h 4550534"/>
              <a:gd name="connsiteX936" fmla="*/ 3955264 w 5876984"/>
              <a:gd name="connsiteY936" fmla="*/ 2407539 h 4550534"/>
              <a:gd name="connsiteX937" fmla="*/ 3963675 w 5876984"/>
              <a:gd name="connsiteY937" fmla="*/ 2396247 h 4550534"/>
              <a:gd name="connsiteX938" fmla="*/ 3989244 w 5876984"/>
              <a:gd name="connsiteY938" fmla="*/ 2405999 h 4550534"/>
              <a:gd name="connsiteX939" fmla="*/ 4012794 w 5876984"/>
              <a:gd name="connsiteY939" fmla="*/ 2405999 h 4550534"/>
              <a:gd name="connsiteX940" fmla="*/ 4021206 w 5876984"/>
              <a:gd name="connsiteY940" fmla="*/ 2378536 h 4550534"/>
              <a:gd name="connsiteX941" fmla="*/ 4006402 w 5876984"/>
              <a:gd name="connsiteY941" fmla="*/ 2368784 h 4550534"/>
              <a:gd name="connsiteX942" fmla="*/ 3992104 w 5876984"/>
              <a:gd name="connsiteY942" fmla="*/ 2364485 h 4550534"/>
              <a:gd name="connsiteX943" fmla="*/ 4833098 w 5876984"/>
              <a:gd name="connsiteY943" fmla="*/ 2361547 h 4550534"/>
              <a:gd name="connsiteX944" fmla="*/ 4847494 w 5876984"/>
              <a:gd name="connsiteY944" fmla="*/ 2366628 h 4550534"/>
              <a:gd name="connsiteX945" fmla="*/ 4802822 w 5876984"/>
              <a:gd name="connsiteY945" fmla="*/ 2380963 h 4550534"/>
              <a:gd name="connsiteX946" fmla="*/ 4833098 w 5876984"/>
              <a:gd name="connsiteY946" fmla="*/ 2361547 h 4550534"/>
              <a:gd name="connsiteX947" fmla="*/ 4263878 w 5876984"/>
              <a:gd name="connsiteY947" fmla="*/ 2357940 h 4550534"/>
              <a:gd name="connsiteX948" fmla="*/ 4273408 w 5876984"/>
              <a:gd name="connsiteY948" fmla="*/ 2365576 h 4550534"/>
              <a:gd name="connsiteX949" fmla="*/ 4224791 w 5876984"/>
              <a:gd name="connsiteY949" fmla="*/ 2371973 h 4550534"/>
              <a:gd name="connsiteX950" fmla="*/ 4263878 w 5876984"/>
              <a:gd name="connsiteY950" fmla="*/ 2357940 h 4550534"/>
              <a:gd name="connsiteX951" fmla="*/ 3787150 w 5876984"/>
              <a:gd name="connsiteY951" fmla="*/ 2356181 h 4550534"/>
              <a:gd name="connsiteX952" fmla="*/ 3782407 w 5876984"/>
              <a:gd name="connsiteY952" fmla="*/ 2359641 h 4550534"/>
              <a:gd name="connsiteX953" fmla="*/ 3791421 w 5876984"/>
              <a:gd name="connsiteY953" fmla="*/ 2360570 h 4550534"/>
              <a:gd name="connsiteX954" fmla="*/ 3786380 w 5876984"/>
              <a:gd name="connsiteY954" fmla="*/ 2368826 h 4550534"/>
              <a:gd name="connsiteX955" fmla="*/ 3794210 w 5876984"/>
              <a:gd name="connsiteY955" fmla="*/ 2369199 h 4550534"/>
              <a:gd name="connsiteX956" fmla="*/ 3794576 w 5876984"/>
              <a:gd name="connsiteY956" fmla="*/ 2369291 h 4550534"/>
              <a:gd name="connsiteX957" fmla="*/ 3794959 w 5876984"/>
              <a:gd name="connsiteY957" fmla="*/ 2367797 h 4550534"/>
              <a:gd name="connsiteX958" fmla="*/ 3800168 w 5876984"/>
              <a:gd name="connsiteY958" fmla="*/ 2360570 h 4550534"/>
              <a:gd name="connsiteX959" fmla="*/ 3793103 w 5876984"/>
              <a:gd name="connsiteY959" fmla="*/ 2356881 h 4550534"/>
              <a:gd name="connsiteX960" fmla="*/ 4939319 w 5876984"/>
              <a:gd name="connsiteY960" fmla="*/ 2354498 h 4550534"/>
              <a:gd name="connsiteX961" fmla="*/ 4950050 w 5876984"/>
              <a:gd name="connsiteY961" fmla="*/ 2369320 h 4550534"/>
              <a:gd name="connsiteX962" fmla="*/ 4929417 w 5876984"/>
              <a:gd name="connsiteY962" fmla="*/ 2357836 h 4550534"/>
              <a:gd name="connsiteX963" fmla="*/ 4939319 w 5876984"/>
              <a:gd name="connsiteY963" fmla="*/ 2354498 h 4550534"/>
              <a:gd name="connsiteX964" fmla="*/ 3763446 w 5876984"/>
              <a:gd name="connsiteY964" fmla="*/ 2352921 h 4550534"/>
              <a:gd name="connsiteX965" fmla="*/ 3768613 w 5876984"/>
              <a:gd name="connsiteY965" fmla="*/ 2354000 h 4550534"/>
              <a:gd name="connsiteX966" fmla="*/ 3770452 w 5876984"/>
              <a:gd name="connsiteY966" fmla="*/ 2354384 h 4550534"/>
              <a:gd name="connsiteX967" fmla="*/ 4133910 w 5876984"/>
              <a:gd name="connsiteY967" fmla="*/ 2344400 h 4550534"/>
              <a:gd name="connsiteX968" fmla="*/ 4097576 w 5876984"/>
              <a:gd name="connsiteY968" fmla="*/ 2370324 h 4550534"/>
              <a:gd name="connsiteX969" fmla="*/ 4110360 w 5876984"/>
              <a:gd name="connsiteY969" fmla="*/ 2380077 h 4550534"/>
              <a:gd name="connsiteX970" fmla="*/ 4133910 w 5876984"/>
              <a:gd name="connsiteY970" fmla="*/ 2344400 h 4550534"/>
              <a:gd name="connsiteX971" fmla="*/ 3969283 w 5876984"/>
              <a:gd name="connsiteY971" fmla="*/ 2343157 h 4550534"/>
              <a:gd name="connsiteX972" fmla="*/ 3959300 w 5876984"/>
              <a:gd name="connsiteY972" fmla="*/ 2352614 h 4550534"/>
              <a:gd name="connsiteX973" fmla="*/ 3950890 w 5876984"/>
              <a:gd name="connsiteY973" fmla="*/ 2349277 h 4550534"/>
              <a:gd name="connsiteX974" fmla="*/ 3959300 w 5876984"/>
              <a:gd name="connsiteY974" fmla="*/ 2363907 h 4550534"/>
              <a:gd name="connsiteX975" fmla="*/ 3970067 w 5876984"/>
              <a:gd name="connsiteY975" fmla="*/ 2362110 h 4550534"/>
              <a:gd name="connsiteX976" fmla="*/ 3976459 w 5876984"/>
              <a:gd name="connsiteY976" fmla="*/ 2344400 h 4550534"/>
              <a:gd name="connsiteX977" fmla="*/ 3969283 w 5876984"/>
              <a:gd name="connsiteY977" fmla="*/ 2343157 h 4550534"/>
              <a:gd name="connsiteX978" fmla="*/ 3982851 w 5876984"/>
              <a:gd name="connsiteY978" fmla="*/ 2342861 h 4550534"/>
              <a:gd name="connsiteX979" fmla="*/ 3987225 w 5876984"/>
              <a:gd name="connsiteY979" fmla="*/ 2362110 h 4550534"/>
              <a:gd name="connsiteX980" fmla="*/ 3992986 w 5876984"/>
              <a:gd name="connsiteY980" fmla="*/ 2351330 h 4550534"/>
              <a:gd name="connsiteX981" fmla="*/ 3986296 w 5876984"/>
              <a:gd name="connsiteY981" fmla="*/ 2345739 h 4550534"/>
              <a:gd name="connsiteX982" fmla="*/ 3982992 w 5876984"/>
              <a:gd name="connsiteY982" fmla="*/ 2345968 h 4550534"/>
              <a:gd name="connsiteX983" fmla="*/ 3985128 w 5876984"/>
              <a:gd name="connsiteY983" fmla="*/ 2344763 h 4550534"/>
              <a:gd name="connsiteX984" fmla="*/ 4439917 w 5876984"/>
              <a:gd name="connsiteY984" fmla="*/ 2341641 h 4550534"/>
              <a:gd name="connsiteX985" fmla="*/ 4446408 w 5876984"/>
              <a:gd name="connsiteY985" fmla="*/ 2342734 h 4550534"/>
              <a:gd name="connsiteX986" fmla="*/ 4422611 w 5876984"/>
              <a:gd name="connsiteY986" fmla="*/ 2352659 h 4550534"/>
              <a:gd name="connsiteX987" fmla="*/ 4439917 w 5876984"/>
              <a:gd name="connsiteY987" fmla="*/ 2341641 h 4550534"/>
              <a:gd name="connsiteX988" fmla="*/ 4028940 w 5876984"/>
              <a:gd name="connsiteY988" fmla="*/ 2339672 h 4550534"/>
              <a:gd name="connsiteX989" fmla="*/ 4014813 w 5876984"/>
              <a:gd name="connsiteY989" fmla="*/ 2349277 h 4550534"/>
              <a:gd name="connsiteX990" fmla="*/ 4034704 w 5876984"/>
              <a:gd name="connsiteY990" fmla="*/ 2346390 h 4550534"/>
              <a:gd name="connsiteX991" fmla="*/ 4040184 w 5876984"/>
              <a:gd name="connsiteY991" fmla="*/ 2341758 h 4550534"/>
              <a:gd name="connsiteX992" fmla="*/ 4046774 w 5876984"/>
              <a:gd name="connsiteY992" fmla="*/ 2336188 h 4550534"/>
              <a:gd name="connsiteX993" fmla="*/ 4043182 w 5876984"/>
              <a:gd name="connsiteY993" fmla="*/ 2336702 h 4550534"/>
              <a:gd name="connsiteX994" fmla="*/ 4044099 w 5876984"/>
              <a:gd name="connsiteY994" fmla="*/ 2338448 h 4550534"/>
              <a:gd name="connsiteX995" fmla="*/ 4013308 w 5876984"/>
              <a:gd name="connsiteY995" fmla="*/ 2329221 h 4550534"/>
              <a:gd name="connsiteX996" fmla="*/ 4012794 w 5876984"/>
              <a:gd name="connsiteY996" fmla="*/ 2331311 h 4550534"/>
              <a:gd name="connsiteX997" fmla="*/ 4017254 w 5876984"/>
              <a:gd name="connsiteY997" fmla="*/ 2330145 h 4550534"/>
              <a:gd name="connsiteX998" fmla="*/ 4016974 w 5876984"/>
              <a:gd name="connsiteY998" fmla="*/ 2329804 h 4550534"/>
              <a:gd name="connsiteX999" fmla="*/ 4099436 w 5876984"/>
              <a:gd name="connsiteY999" fmla="*/ 2328187 h 4550534"/>
              <a:gd name="connsiteX1000" fmla="*/ 4074362 w 5876984"/>
              <a:gd name="connsiteY1000" fmla="*/ 2334647 h 4550534"/>
              <a:gd name="connsiteX1001" fmla="*/ 4074362 w 5876984"/>
              <a:gd name="connsiteY1001" fmla="*/ 2345940 h 4550534"/>
              <a:gd name="connsiteX1002" fmla="*/ 4106322 w 5876984"/>
              <a:gd name="connsiteY1002" fmla="*/ 2331311 h 4550534"/>
              <a:gd name="connsiteX1003" fmla="*/ 4099436 w 5876984"/>
              <a:gd name="connsiteY1003" fmla="*/ 2328187 h 4550534"/>
              <a:gd name="connsiteX1004" fmla="*/ 4074362 w 5876984"/>
              <a:gd name="connsiteY1004" fmla="*/ 2323354 h 4550534"/>
              <a:gd name="connsiteX1005" fmla="*/ 4074214 w 5876984"/>
              <a:gd name="connsiteY1005" fmla="*/ 2323715 h 4550534"/>
              <a:gd name="connsiteX1006" fmla="*/ 4065950 w 5876984"/>
              <a:gd name="connsiteY1006" fmla="*/ 2324894 h 4550534"/>
              <a:gd name="connsiteX1007" fmla="*/ 4074362 w 5876984"/>
              <a:gd name="connsiteY1007" fmla="*/ 2323354 h 4550534"/>
              <a:gd name="connsiteX1008" fmla="*/ 3902332 w 5876984"/>
              <a:gd name="connsiteY1008" fmla="*/ 2318807 h 4550534"/>
              <a:gd name="connsiteX1009" fmla="*/ 3838415 w 5876984"/>
              <a:gd name="connsiteY1009" fmla="*/ 2331641 h 4550534"/>
              <a:gd name="connsiteX1010" fmla="*/ 3810830 w 5876984"/>
              <a:gd name="connsiteY1010" fmla="*/ 2333437 h 4550534"/>
              <a:gd name="connsiteX1011" fmla="*/ 3791654 w 5876984"/>
              <a:gd name="connsiteY1011" fmla="*/ 2320347 h 4550534"/>
              <a:gd name="connsiteX1012" fmla="*/ 3764070 w 5876984"/>
              <a:gd name="connsiteY1012" fmla="*/ 2348068 h 4550534"/>
              <a:gd name="connsiteX1013" fmla="*/ 3747250 w 5876984"/>
              <a:gd name="connsiteY1013" fmla="*/ 2336518 h 4550534"/>
              <a:gd name="connsiteX1014" fmla="*/ 3760033 w 5876984"/>
              <a:gd name="connsiteY1014" fmla="*/ 2325224 h 4550534"/>
              <a:gd name="connsiteX1015" fmla="*/ 3722188 w 5876984"/>
              <a:gd name="connsiteY1015" fmla="*/ 2330205 h 4550534"/>
              <a:gd name="connsiteX1016" fmla="*/ 3716379 w 5876984"/>
              <a:gd name="connsiteY1016" fmla="*/ 2335523 h 4550534"/>
              <a:gd name="connsiteX1017" fmla="*/ 3717274 w 5876984"/>
              <a:gd name="connsiteY1017" fmla="*/ 2336522 h 4550534"/>
              <a:gd name="connsiteX1018" fmla="*/ 3729042 w 5876984"/>
              <a:gd name="connsiteY1018" fmla="*/ 2336550 h 4550534"/>
              <a:gd name="connsiteX1019" fmla="*/ 3736485 w 5876984"/>
              <a:gd name="connsiteY1019" fmla="*/ 2341394 h 4550534"/>
              <a:gd name="connsiteX1020" fmla="*/ 3725181 w 5876984"/>
              <a:gd name="connsiteY1020" fmla="*/ 2343477 h 4550534"/>
              <a:gd name="connsiteX1021" fmla="*/ 3738882 w 5876984"/>
              <a:gd name="connsiteY1021" fmla="*/ 2354212 h 4550534"/>
              <a:gd name="connsiteX1022" fmla="*/ 3740619 w 5876984"/>
              <a:gd name="connsiteY1022" fmla="*/ 2350817 h 4550534"/>
              <a:gd name="connsiteX1023" fmla="*/ 3759686 w 5876984"/>
              <a:gd name="connsiteY1023" fmla="*/ 2358577 h 4550534"/>
              <a:gd name="connsiteX1024" fmla="*/ 3761013 w 5876984"/>
              <a:gd name="connsiteY1024" fmla="*/ 2363822 h 4550534"/>
              <a:gd name="connsiteX1025" fmla="*/ 3761715 w 5876984"/>
              <a:gd name="connsiteY1025" fmla="*/ 2363919 h 4550534"/>
              <a:gd name="connsiteX1026" fmla="*/ 3764741 w 5876984"/>
              <a:gd name="connsiteY1026" fmla="*/ 2365315 h 4550534"/>
              <a:gd name="connsiteX1027" fmla="*/ 3775860 w 5876984"/>
              <a:gd name="connsiteY1027" fmla="*/ 2358966 h 4550534"/>
              <a:gd name="connsiteX1028" fmla="*/ 3778498 w 5876984"/>
              <a:gd name="connsiteY1028" fmla="*/ 2359238 h 4550534"/>
              <a:gd name="connsiteX1029" fmla="*/ 3773329 w 5876984"/>
              <a:gd name="connsiteY1029" fmla="*/ 2356562 h 4550534"/>
              <a:gd name="connsiteX1030" fmla="*/ 3772772 w 5876984"/>
              <a:gd name="connsiteY1030" fmla="*/ 2354868 h 4550534"/>
              <a:gd name="connsiteX1031" fmla="*/ 3772069 w 5876984"/>
              <a:gd name="connsiteY1031" fmla="*/ 2352725 h 4550534"/>
              <a:gd name="connsiteX1032" fmla="*/ 3781108 w 5876984"/>
              <a:gd name="connsiteY1032" fmla="*/ 2346130 h 4550534"/>
              <a:gd name="connsiteX1033" fmla="*/ 3785454 w 5876984"/>
              <a:gd name="connsiteY1033" fmla="*/ 2349618 h 4550534"/>
              <a:gd name="connsiteX1034" fmla="*/ 3788056 w 5876984"/>
              <a:gd name="connsiteY1034" fmla="*/ 2352389 h 4550534"/>
              <a:gd name="connsiteX1035" fmla="*/ 3798444 w 5876984"/>
              <a:gd name="connsiteY1035" fmla="*/ 2345587 h 4550534"/>
              <a:gd name="connsiteX1036" fmla="*/ 3791421 w 5876984"/>
              <a:gd name="connsiteY1036" fmla="*/ 2337984 h 4550534"/>
              <a:gd name="connsiteX1037" fmla="*/ 3815896 w 5876984"/>
              <a:gd name="connsiteY1037" fmla="*/ 2339556 h 4550534"/>
              <a:gd name="connsiteX1038" fmla="*/ 3820438 w 5876984"/>
              <a:gd name="connsiteY1038" fmla="*/ 2343971 h 4550534"/>
              <a:gd name="connsiteX1039" fmla="*/ 3829254 w 5876984"/>
              <a:gd name="connsiteY1039" fmla="*/ 2340488 h 4550534"/>
              <a:gd name="connsiteX1040" fmla="*/ 3843142 w 5876984"/>
              <a:gd name="connsiteY1040" fmla="*/ 2334812 h 4550534"/>
              <a:gd name="connsiteX1041" fmla="*/ 3853982 w 5876984"/>
              <a:gd name="connsiteY1041" fmla="*/ 2347750 h 4550534"/>
              <a:gd name="connsiteX1042" fmla="*/ 3825020 w 5876984"/>
              <a:gd name="connsiteY1042" fmla="*/ 2346287 h 4550534"/>
              <a:gd name="connsiteX1043" fmla="*/ 3822746 w 5876984"/>
              <a:gd name="connsiteY1043" fmla="*/ 2346213 h 4550534"/>
              <a:gd name="connsiteX1044" fmla="*/ 3825011 w 5876984"/>
              <a:gd name="connsiteY1044" fmla="*/ 2348415 h 4550534"/>
              <a:gd name="connsiteX1045" fmla="*/ 3827756 w 5876984"/>
              <a:gd name="connsiteY1045" fmla="*/ 2360570 h 4550534"/>
              <a:gd name="connsiteX1046" fmla="*/ 3811438 w 5876984"/>
              <a:gd name="connsiteY1046" fmla="*/ 2369714 h 4550534"/>
              <a:gd name="connsiteX1047" fmla="*/ 3809375 w 5876984"/>
              <a:gd name="connsiteY1047" fmla="*/ 2373023 h 4550534"/>
              <a:gd name="connsiteX1048" fmla="*/ 3828402 w 5876984"/>
              <a:gd name="connsiteY1048" fmla="*/ 2377821 h 4550534"/>
              <a:gd name="connsiteX1049" fmla="*/ 3860225 w 5876984"/>
              <a:gd name="connsiteY1049" fmla="*/ 2392208 h 4550534"/>
              <a:gd name="connsiteX1050" fmla="*/ 3868127 w 5876984"/>
              <a:gd name="connsiteY1050" fmla="*/ 2391370 h 4550534"/>
              <a:gd name="connsiteX1051" fmla="*/ 3869518 w 5876984"/>
              <a:gd name="connsiteY1051" fmla="*/ 2396410 h 4550534"/>
              <a:gd name="connsiteX1052" fmla="*/ 3880899 w 5876984"/>
              <a:gd name="connsiteY1052" fmla="*/ 2401556 h 4550534"/>
              <a:gd name="connsiteX1053" fmla="*/ 3882931 w 5876984"/>
              <a:gd name="connsiteY1053" fmla="*/ 2401123 h 4550534"/>
              <a:gd name="connsiteX1054" fmla="*/ 3884949 w 5876984"/>
              <a:gd name="connsiteY1054" fmla="*/ 2380077 h 4550534"/>
              <a:gd name="connsiteX1055" fmla="*/ 3900089 w 5876984"/>
              <a:gd name="connsiteY1055" fmla="*/ 2389830 h 4550534"/>
              <a:gd name="connsiteX1056" fmla="*/ 3891342 w 5876984"/>
              <a:gd name="connsiteY1056" fmla="*/ 2398043 h 4550534"/>
              <a:gd name="connsiteX1057" fmla="*/ 3897734 w 5876984"/>
              <a:gd name="connsiteY1057" fmla="*/ 2405999 h 4550534"/>
              <a:gd name="connsiteX1058" fmla="*/ 3908500 w 5876984"/>
              <a:gd name="connsiteY1058" fmla="*/ 2389830 h 4550534"/>
              <a:gd name="connsiteX1059" fmla="*/ 3908500 w 5876984"/>
              <a:gd name="connsiteY1059" fmla="*/ 2375200 h 4550534"/>
              <a:gd name="connsiteX1060" fmla="*/ 3889323 w 5876984"/>
              <a:gd name="connsiteY1060" fmla="*/ 2375200 h 4550534"/>
              <a:gd name="connsiteX1061" fmla="*/ 3886379 w 5876984"/>
              <a:gd name="connsiteY1061" fmla="*/ 2359319 h 4550534"/>
              <a:gd name="connsiteX1062" fmla="*/ 3886365 w 5876984"/>
              <a:gd name="connsiteY1062" fmla="*/ 2359186 h 4550534"/>
              <a:gd name="connsiteX1063" fmla="*/ 3882890 w 5876984"/>
              <a:gd name="connsiteY1063" fmla="*/ 2360589 h 4550534"/>
              <a:gd name="connsiteX1064" fmla="*/ 3874703 w 5876984"/>
              <a:gd name="connsiteY1064" fmla="*/ 2355757 h 4550534"/>
              <a:gd name="connsiteX1065" fmla="*/ 3884978 w 5876984"/>
              <a:gd name="connsiteY1065" fmla="*/ 2346410 h 4550534"/>
              <a:gd name="connsiteX1066" fmla="*/ 3884996 w 5876984"/>
              <a:gd name="connsiteY1066" fmla="*/ 2346375 h 4550534"/>
              <a:gd name="connsiteX1067" fmla="*/ 3884949 w 5876984"/>
              <a:gd name="connsiteY1067" fmla="*/ 2345940 h 4550534"/>
              <a:gd name="connsiteX1068" fmla="*/ 3885184 w 5876984"/>
              <a:gd name="connsiteY1068" fmla="*/ 2346002 h 4550534"/>
              <a:gd name="connsiteX1069" fmla="*/ 3889113 w 5876984"/>
              <a:gd name="connsiteY1069" fmla="*/ 2338208 h 4550534"/>
              <a:gd name="connsiteX1070" fmla="*/ 3899594 w 5876984"/>
              <a:gd name="connsiteY1070" fmla="*/ 2346092 h 4550534"/>
              <a:gd name="connsiteX1071" fmla="*/ 3892504 w 5876984"/>
              <a:gd name="connsiteY1071" fmla="*/ 2350158 h 4550534"/>
              <a:gd name="connsiteX1072" fmla="*/ 3893738 w 5876984"/>
              <a:gd name="connsiteY1072" fmla="*/ 2353095 h 4550534"/>
              <a:gd name="connsiteX1073" fmla="*/ 3897734 w 5876984"/>
              <a:gd name="connsiteY1073" fmla="*/ 2363907 h 4550534"/>
              <a:gd name="connsiteX1074" fmla="*/ 3927676 w 5876984"/>
              <a:gd name="connsiteY1074" fmla="*/ 2352614 h 4550534"/>
              <a:gd name="connsiteX1075" fmla="*/ 3902107 w 5876984"/>
              <a:gd name="connsiteY1075" fmla="*/ 2337984 h 4550534"/>
              <a:gd name="connsiteX1076" fmla="*/ 3912747 w 5876984"/>
              <a:gd name="connsiteY1076" fmla="*/ 2336155 h 4550534"/>
              <a:gd name="connsiteX1077" fmla="*/ 3912456 w 5876984"/>
              <a:gd name="connsiteY1077" fmla="*/ 2331747 h 4550534"/>
              <a:gd name="connsiteX1078" fmla="*/ 3906705 w 5876984"/>
              <a:gd name="connsiteY1078" fmla="*/ 2336518 h 4550534"/>
              <a:gd name="connsiteX1079" fmla="*/ 3902710 w 5876984"/>
              <a:gd name="connsiteY1079" fmla="*/ 2332379 h 4550534"/>
              <a:gd name="connsiteX1080" fmla="*/ 3904339 w 5876984"/>
              <a:gd name="connsiteY1080" fmla="*/ 2329384 h 4550534"/>
              <a:gd name="connsiteX1081" fmla="*/ 3899440 w 5876984"/>
              <a:gd name="connsiteY1081" fmla="*/ 2334966 h 4550534"/>
              <a:gd name="connsiteX1082" fmla="*/ 3885609 w 5876984"/>
              <a:gd name="connsiteY1082" fmla="*/ 2337590 h 4550534"/>
              <a:gd name="connsiteX1083" fmla="*/ 3886638 w 5876984"/>
              <a:gd name="connsiteY1083" fmla="*/ 2332041 h 4550534"/>
              <a:gd name="connsiteX1084" fmla="*/ 3883997 w 5876984"/>
              <a:gd name="connsiteY1084" fmla="*/ 2333854 h 4550534"/>
              <a:gd name="connsiteX1085" fmla="*/ 3865400 w 5876984"/>
              <a:gd name="connsiteY1085" fmla="*/ 2341351 h 4550534"/>
              <a:gd name="connsiteX1086" fmla="*/ 3856902 w 5876984"/>
              <a:gd name="connsiteY1086" fmla="*/ 2336573 h 4550534"/>
              <a:gd name="connsiteX1087" fmla="*/ 3875472 w 5876984"/>
              <a:gd name="connsiteY1087" fmla="*/ 2332297 h 4550534"/>
              <a:gd name="connsiteX1088" fmla="*/ 3886902 w 5876984"/>
              <a:gd name="connsiteY1088" fmla="*/ 2330622 h 4550534"/>
              <a:gd name="connsiteX1089" fmla="*/ 3887212 w 5876984"/>
              <a:gd name="connsiteY1089" fmla="*/ 2328947 h 4550534"/>
              <a:gd name="connsiteX1090" fmla="*/ 3893172 w 5876984"/>
              <a:gd name="connsiteY1090" fmla="*/ 2324285 h 4550534"/>
              <a:gd name="connsiteX1091" fmla="*/ 3905957 w 5876984"/>
              <a:gd name="connsiteY1091" fmla="*/ 2326190 h 4550534"/>
              <a:gd name="connsiteX1092" fmla="*/ 3907462 w 5876984"/>
              <a:gd name="connsiteY1092" fmla="*/ 2322946 h 4550534"/>
              <a:gd name="connsiteX1093" fmla="*/ 3902332 w 5876984"/>
              <a:gd name="connsiteY1093" fmla="*/ 2318807 h 4550534"/>
              <a:gd name="connsiteX1094" fmla="*/ 4027597 w 5876984"/>
              <a:gd name="connsiteY1094" fmla="*/ 2318477 h 4550534"/>
              <a:gd name="connsiteX1095" fmla="*/ 4026274 w 5876984"/>
              <a:gd name="connsiteY1095" fmla="*/ 2318774 h 4550534"/>
              <a:gd name="connsiteX1096" fmla="*/ 4022358 w 5876984"/>
              <a:gd name="connsiteY1096" fmla="*/ 2320498 h 4550534"/>
              <a:gd name="connsiteX1097" fmla="*/ 4018727 w 5876984"/>
              <a:gd name="connsiteY1097" fmla="*/ 2326659 h 4550534"/>
              <a:gd name="connsiteX1098" fmla="*/ 4023889 w 5876984"/>
              <a:gd name="connsiteY1098" fmla="*/ 2327271 h 4550534"/>
              <a:gd name="connsiteX1099" fmla="*/ 4267470 w 5876984"/>
              <a:gd name="connsiteY1099" fmla="*/ 2316704 h 4550534"/>
              <a:gd name="connsiteX1100" fmla="*/ 4250152 w 5876984"/>
              <a:gd name="connsiteY1100" fmla="*/ 2337952 h 4550534"/>
              <a:gd name="connsiteX1101" fmla="*/ 4239625 w 5876984"/>
              <a:gd name="connsiteY1101" fmla="*/ 2324896 h 4550534"/>
              <a:gd name="connsiteX1102" fmla="*/ 4267470 w 5876984"/>
              <a:gd name="connsiteY1102" fmla="*/ 2316704 h 4550534"/>
              <a:gd name="connsiteX1103" fmla="*/ 4055330 w 5876984"/>
              <a:gd name="connsiteY1103" fmla="*/ 2316417 h 4550534"/>
              <a:gd name="connsiteX1104" fmla="*/ 4055984 w 5876984"/>
              <a:gd name="connsiteY1104" fmla="*/ 2320852 h 4550534"/>
              <a:gd name="connsiteX1105" fmla="*/ 4059222 w 5876984"/>
              <a:gd name="connsiteY1105" fmla="*/ 2347737 h 4550534"/>
              <a:gd name="connsiteX1106" fmla="*/ 4065950 w 5876984"/>
              <a:gd name="connsiteY1106" fmla="*/ 2345940 h 4550534"/>
              <a:gd name="connsiteX1107" fmla="*/ 4069273 w 5876984"/>
              <a:gd name="connsiteY1107" fmla="*/ 2335803 h 4550534"/>
              <a:gd name="connsiteX1108" fmla="*/ 4074214 w 5876984"/>
              <a:gd name="connsiteY1108" fmla="*/ 2323715 h 4550534"/>
              <a:gd name="connsiteX1109" fmla="*/ 4096158 w 5876984"/>
              <a:gd name="connsiteY1109" fmla="*/ 2320585 h 4550534"/>
              <a:gd name="connsiteX1110" fmla="*/ 4089370 w 5876984"/>
              <a:gd name="connsiteY1110" fmla="*/ 2317011 h 4550534"/>
              <a:gd name="connsiteX1111" fmla="*/ 4067000 w 5876984"/>
              <a:gd name="connsiteY1111" fmla="*/ 2319128 h 4550534"/>
              <a:gd name="connsiteX1112" fmla="*/ 3922952 w 5876984"/>
              <a:gd name="connsiteY1112" fmla="*/ 2315664 h 4550534"/>
              <a:gd name="connsiteX1113" fmla="*/ 3915114 w 5876984"/>
              <a:gd name="connsiteY1113" fmla="*/ 2317011 h 4550534"/>
              <a:gd name="connsiteX1114" fmla="*/ 3909922 w 5876984"/>
              <a:gd name="connsiteY1114" fmla="*/ 2322405 h 4550534"/>
              <a:gd name="connsiteX1115" fmla="*/ 3911347 w 5876984"/>
              <a:gd name="connsiteY1115" fmla="*/ 2326046 h 4550534"/>
              <a:gd name="connsiteX1116" fmla="*/ 3910518 w 5876984"/>
              <a:gd name="connsiteY1116" fmla="*/ 2323354 h 4550534"/>
              <a:gd name="connsiteX1117" fmla="*/ 3914892 w 5876984"/>
              <a:gd name="connsiteY1117" fmla="*/ 2323354 h 4550534"/>
              <a:gd name="connsiteX1118" fmla="*/ 3919266 w 5876984"/>
              <a:gd name="connsiteY1118" fmla="*/ 2318477 h 4550534"/>
              <a:gd name="connsiteX1119" fmla="*/ 3917279 w 5876984"/>
              <a:gd name="connsiteY1119" fmla="*/ 2338004 h 4550534"/>
              <a:gd name="connsiteX1120" fmla="*/ 3918483 w 5876984"/>
              <a:gd name="connsiteY1120" fmla="*/ 2338359 h 4550534"/>
              <a:gd name="connsiteX1121" fmla="*/ 3922279 w 5876984"/>
              <a:gd name="connsiteY1121" fmla="*/ 2335945 h 4550534"/>
              <a:gd name="connsiteX1122" fmla="*/ 3923892 w 5876984"/>
              <a:gd name="connsiteY1122" fmla="*/ 2336538 h 4550534"/>
              <a:gd name="connsiteX1123" fmla="*/ 3928982 w 5876984"/>
              <a:gd name="connsiteY1123" fmla="*/ 2338410 h 4550534"/>
              <a:gd name="connsiteX1124" fmla="*/ 3934895 w 5876984"/>
              <a:gd name="connsiteY1124" fmla="*/ 2326389 h 4550534"/>
              <a:gd name="connsiteX1125" fmla="*/ 3928360 w 5876984"/>
              <a:gd name="connsiteY1125" fmla="*/ 2319321 h 4550534"/>
              <a:gd name="connsiteX1126" fmla="*/ 3922952 w 5876984"/>
              <a:gd name="connsiteY1126" fmla="*/ 2315664 h 4550534"/>
              <a:gd name="connsiteX1127" fmla="*/ 4792792 w 5876984"/>
              <a:gd name="connsiteY1127" fmla="*/ 2314971 h 4550534"/>
              <a:gd name="connsiteX1128" fmla="*/ 4801494 w 5876984"/>
              <a:gd name="connsiteY1128" fmla="*/ 2321740 h 4550534"/>
              <a:gd name="connsiteX1129" fmla="*/ 4779592 w 5876984"/>
              <a:gd name="connsiteY1129" fmla="*/ 2330047 h 4550534"/>
              <a:gd name="connsiteX1130" fmla="*/ 4792792 w 5876984"/>
              <a:gd name="connsiteY1130" fmla="*/ 2314971 h 4550534"/>
              <a:gd name="connsiteX1131" fmla="*/ 3734004 w 5876984"/>
              <a:gd name="connsiteY1131" fmla="*/ 2310851 h 4550534"/>
              <a:gd name="connsiteX1132" fmla="*/ 3719329 w 5876984"/>
              <a:gd name="connsiteY1132" fmla="*/ 2315471 h 4550534"/>
              <a:gd name="connsiteX1133" fmla="*/ 3740858 w 5876984"/>
              <a:gd name="connsiteY1133" fmla="*/ 2317011 h 4550534"/>
              <a:gd name="connsiteX1134" fmla="*/ 3734004 w 5876984"/>
              <a:gd name="connsiteY1134" fmla="*/ 2310851 h 4550534"/>
              <a:gd name="connsiteX1135" fmla="*/ 3706903 w 5876984"/>
              <a:gd name="connsiteY1135" fmla="*/ 2305470 h 4550534"/>
              <a:gd name="connsiteX1136" fmla="*/ 3700992 w 5876984"/>
              <a:gd name="connsiteY1136" fmla="*/ 2305573 h 4550534"/>
              <a:gd name="connsiteX1137" fmla="*/ 3702339 w 5876984"/>
              <a:gd name="connsiteY1137" fmla="*/ 2310731 h 4550534"/>
              <a:gd name="connsiteX1138" fmla="*/ 3997130 w 5876984"/>
              <a:gd name="connsiteY1138" fmla="*/ 2300733 h 4550534"/>
              <a:gd name="connsiteX1139" fmla="*/ 3995004 w 5876984"/>
              <a:gd name="connsiteY1139" fmla="*/ 2304851 h 4550534"/>
              <a:gd name="connsiteX1140" fmla="*/ 3981049 w 5876984"/>
              <a:gd name="connsiteY1140" fmla="*/ 2305718 h 4550534"/>
              <a:gd name="connsiteX1141" fmla="*/ 3981049 w 5876984"/>
              <a:gd name="connsiteY1141" fmla="*/ 2320347 h 4550534"/>
              <a:gd name="connsiteX1142" fmla="*/ 3995850 w 5876984"/>
              <a:gd name="connsiteY1142" fmla="*/ 2323685 h 4550534"/>
              <a:gd name="connsiteX1143" fmla="*/ 3987724 w 5876984"/>
              <a:gd name="connsiteY1143" fmla="*/ 2322748 h 4550534"/>
              <a:gd name="connsiteX1144" fmla="*/ 3995635 w 5876984"/>
              <a:gd name="connsiteY1144" fmla="*/ 2331311 h 4550534"/>
              <a:gd name="connsiteX1145" fmla="*/ 4012794 w 5876984"/>
              <a:gd name="connsiteY1145" fmla="*/ 2303848 h 4550534"/>
              <a:gd name="connsiteX1146" fmla="*/ 4009904 w 5876984"/>
              <a:gd name="connsiteY1146" fmla="*/ 2303242 h 4550534"/>
              <a:gd name="connsiteX1147" fmla="*/ 4007540 w 5876984"/>
              <a:gd name="connsiteY1147" fmla="*/ 2310819 h 4550534"/>
              <a:gd name="connsiteX1148" fmla="*/ 3997868 w 5876984"/>
              <a:gd name="connsiteY1148" fmla="*/ 2312134 h 4550534"/>
              <a:gd name="connsiteX1149" fmla="*/ 4003972 w 5876984"/>
              <a:gd name="connsiteY1149" fmla="*/ 2303110 h 4550534"/>
              <a:gd name="connsiteX1150" fmla="*/ 4001288 w 5876984"/>
              <a:gd name="connsiteY1150" fmla="*/ 2301435 h 4550534"/>
              <a:gd name="connsiteX1151" fmla="*/ 3998412 w 5876984"/>
              <a:gd name="connsiteY1151" fmla="*/ 2300832 h 4550534"/>
              <a:gd name="connsiteX1152" fmla="*/ 3730812 w 5876984"/>
              <a:gd name="connsiteY1152" fmla="*/ 2300597 h 4550534"/>
              <a:gd name="connsiteX1153" fmla="*/ 3717133 w 5876984"/>
              <a:gd name="connsiteY1153" fmla="*/ 2304418 h 4550534"/>
              <a:gd name="connsiteX1154" fmla="*/ 3712937 w 5876984"/>
              <a:gd name="connsiteY1154" fmla="*/ 2307514 h 4550534"/>
              <a:gd name="connsiteX1155" fmla="*/ 3740858 w 5876984"/>
              <a:gd name="connsiteY1155" fmla="*/ 2300841 h 4550534"/>
              <a:gd name="connsiteX1156" fmla="*/ 4051020 w 5876984"/>
              <a:gd name="connsiteY1156" fmla="*/ 2294424 h 4550534"/>
              <a:gd name="connsiteX1157" fmla="*/ 4046006 w 5876984"/>
              <a:gd name="connsiteY1157" fmla="*/ 2295221 h 4550534"/>
              <a:gd name="connsiteX1158" fmla="*/ 4044418 w 5876984"/>
              <a:gd name="connsiteY1158" fmla="*/ 2307185 h 4550534"/>
              <a:gd name="connsiteX1159" fmla="*/ 4047432 w 5876984"/>
              <a:gd name="connsiteY1159" fmla="*/ 2306606 h 4550534"/>
              <a:gd name="connsiteX1160" fmla="*/ 4048582 w 5876984"/>
              <a:gd name="connsiteY1160" fmla="*/ 2303600 h 4550534"/>
              <a:gd name="connsiteX1161" fmla="*/ 4051020 w 5876984"/>
              <a:gd name="connsiteY1161" fmla="*/ 2294424 h 4550534"/>
              <a:gd name="connsiteX1162" fmla="*/ 5080188 w 5876984"/>
              <a:gd name="connsiteY1162" fmla="*/ 2291093 h 4550534"/>
              <a:gd name="connsiteX1163" fmla="*/ 5048411 w 5876984"/>
              <a:gd name="connsiteY1163" fmla="*/ 2320554 h 4550534"/>
              <a:gd name="connsiteX1164" fmla="*/ 5080188 w 5876984"/>
              <a:gd name="connsiteY1164" fmla="*/ 2291093 h 4550534"/>
              <a:gd name="connsiteX1165" fmla="*/ 4096274 w 5876984"/>
              <a:gd name="connsiteY1165" fmla="*/ 2290913 h 4550534"/>
              <a:gd name="connsiteX1166" fmla="*/ 4086894 w 5876984"/>
              <a:gd name="connsiteY1166" fmla="*/ 2293935 h 4550534"/>
              <a:gd name="connsiteX1167" fmla="*/ 4086086 w 5876984"/>
              <a:gd name="connsiteY1167" fmla="*/ 2293959 h 4550534"/>
              <a:gd name="connsiteX1168" fmla="*/ 4085922 w 5876984"/>
              <a:gd name="connsiteY1168" fmla="*/ 2294200 h 4550534"/>
              <a:gd name="connsiteX1169" fmla="*/ 4084997 w 5876984"/>
              <a:gd name="connsiteY1169" fmla="*/ 2300841 h 4550534"/>
              <a:gd name="connsiteX1170" fmla="*/ 4080119 w 5876984"/>
              <a:gd name="connsiteY1170" fmla="*/ 2296830 h 4550534"/>
              <a:gd name="connsiteX1171" fmla="*/ 4079226 w 5876984"/>
              <a:gd name="connsiteY1171" fmla="*/ 2294168 h 4550534"/>
              <a:gd name="connsiteX1172" fmla="*/ 4066202 w 5876984"/>
              <a:gd name="connsiteY1172" fmla="*/ 2294564 h 4550534"/>
              <a:gd name="connsiteX1173" fmla="*/ 4063564 w 5876984"/>
              <a:gd name="connsiteY1173" fmla="*/ 2292812 h 4550534"/>
              <a:gd name="connsiteX1174" fmla="*/ 4061491 w 5876984"/>
              <a:gd name="connsiteY1174" fmla="*/ 2297857 h 4550534"/>
              <a:gd name="connsiteX1175" fmla="*/ 4060963 w 5876984"/>
              <a:gd name="connsiteY1175" fmla="*/ 2299007 h 4550534"/>
              <a:gd name="connsiteX1176" fmla="*/ 4063596 w 5876984"/>
              <a:gd name="connsiteY1176" fmla="*/ 2298971 h 4550534"/>
              <a:gd name="connsiteX1177" fmla="*/ 4054500 w 5876984"/>
              <a:gd name="connsiteY1177" fmla="*/ 2309590 h 4550534"/>
              <a:gd name="connsiteX1178" fmla="*/ 4063483 w 5876984"/>
              <a:gd name="connsiteY1178" fmla="*/ 2310975 h 4550534"/>
              <a:gd name="connsiteX1179" fmla="*/ 4075284 w 5876984"/>
              <a:gd name="connsiteY1179" fmla="*/ 2308829 h 4550534"/>
              <a:gd name="connsiteX1180" fmla="*/ 4080324 w 5876984"/>
              <a:gd name="connsiteY1180" fmla="*/ 2307442 h 4550534"/>
              <a:gd name="connsiteX1181" fmla="*/ 4070515 w 5876984"/>
              <a:gd name="connsiteY1181" fmla="*/ 2305654 h 4550534"/>
              <a:gd name="connsiteX1182" fmla="*/ 4083432 w 5876984"/>
              <a:gd name="connsiteY1182" fmla="*/ 2304128 h 4550534"/>
              <a:gd name="connsiteX1183" fmla="*/ 4088490 w 5876984"/>
              <a:gd name="connsiteY1183" fmla="*/ 2298342 h 4550534"/>
              <a:gd name="connsiteX1184" fmla="*/ 4098370 w 5876984"/>
              <a:gd name="connsiteY1184" fmla="*/ 2295995 h 4550534"/>
              <a:gd name="connsiteX1185" fmla="*/ 4098621 w 5876984"/>
              <a:gd name="connsiteY1185" fmla="*/ 2293172 h 4550534"/>
              <a:gd name="connsiteX1186" fmla="*/ 4211107 w 5876984"/>
              <a:gd name="connsiteY1186" fmla="*/ 2287279 h 4550534"/>
              <a:gd name="connsiteX1187" fmla="*/ 4146169 w 5876984"/>
              <a:gd name="connsiteY1187" fmla="*/ 2295280 h 4550534"/>
              <a:gd name="connsiteX1188" fmla="*/ 4211107 w 5876984"/>
              <a:gd name="connsiteY1188" fmla="*/ 2287279 h 4550534"/>
              <a:gd name="connsiteX1189" fmla="*/ 4050811 w 5876984"/>
              <a:gd name="connsiteY1189" fmla="*/ 2284341 h 4550534"/>
              <a:gd name="connsiteX1190" fmla="*/ 4050708 w 5876984"/>
              <a:gd name="connsiteY1190" fmla="*/ 2284565 h 4550534"/>
              <a:gd name="connsiteX1191" fmla="*/ 4051020 w 5876984"/>
              <a:gd name="connsiteY1191" fmla="*/ 2284671 h 4550534"/>
              <a:gd name="connsiteX1192" fmla="*/ 4051154 w 5876984"/>
              <a:gd name="connsiteY1192" fmla="*/ 2284569 h 4550534"/>
              <a:gd name="connsiteX1193" fmla="*/ 4815466 w 5876984"/>
              <a:gd name="connsiteY1193" fmla="*/ 2283884 h 4550534"/>
              <a:gd name="connsiteX1194" fmla="*/ 4821771 w 5876984"/>
              <a:gd name="connsiteY1194" fmla="*/ 2298650 h 4550534"/>
              <a:gd name="connsiteX1195" fmla="*/ 4798876 w 5876984"/>
              <a:gd name="connsiteY1195" fmla="*/ 2297096 h 4550534"/>
              <a:gd name="connsiteX1196" fmla="*/ 4815466 w 5876984"/>
              <a:gd name="connsiteY1196" fmla="*/ 2283884 h 4550534"/>
              <a:gd name="connsiteX1197" fmla="*/ 4393033 w 5876984"/>
              <a:gd name="connsiteY1197" fmla="*/ 2282414 h 4550534"/>
              <a:gd name="connsiteX1198" fmla="*/ 4352729 w 5876984"/>
              <a:gd name="connsiteY1198" fmla="*/ 2305129 h 4550534"/>
              <a:gd name="connsiteX1199" fmla="*/ 4346348 w 5876984"/>
              <a:gd name="connsiteY1199" fmla="*/ 2292223 h 4550534"/>
              <a:gd name="connsiteX1200" fmla="*/ 4377918 w 5876984"/>
              <a:gd name="connsiteY1200" fmla="*/ 2293771 h 4550534"/>
              <a:gd name="connsiteX1201" fmla="*/ 4393033 w 5876984"/>
              <a:gd name="connsiteY1201" fmla="*/ 2282414 h 4550534"/>
              <a:gd name="connsiteX1202" fmla="*/ 4029086 w 5876984"/>
              <a:gd name="connsiteY1202" fmla="*/ 2280924 h 4550534"/>
              <a:gd name="connsiteX1203" fmla="*/ 4026318 w 5876984"/>
              <a:gd name="connsiteY1203" fmla="*/ 2285146 h 4550534"/>
              <a:gd name="connsiteX1204" fmla="*/ 4029616 w 5876984"/>
              <a:gd name="connsiteY1204" fmla="*/ 2281262 h 4550534"/>
              <a:gd name="connsiteX1205" fmla="*/ 4320494 w 5876984"/>
              <a:gd name="connsiteY1205" fmla="*/ 2280189 h 4550534"/>
              <a:gd name="connsiteX1206" fmla="*/ 4326810 w 5876984"/>
              <a:gd name="connsiteY1206" fmla="*/ 2283553 h 4550534"/>
              <a:gd name="connsiteX1207" fmla="*/ 4314082 w 5876984"/>
              <a:gd name="connsiteY1207" fmla="*/ 2284980 h 4550534"/>
              <a:gd name="connsiteX1208" fmla="*/ 4308329 w 5876984"/>
              <a:gd name="connsiteY1208" fmla="*/ 2293916 h 4550534"/>
              <a:gd name="connsiteX1209" fmla="*/ 4313454 w 5876984"/>
              <a:gd name="connsiteY1209" fmla="*/ 2295489 h 4550534"/>
              <a:gd name="connsiteX1210" fmla="*/ 4313454 w 5876984"/>
              <a:gd name="connsiteY1210" fmla="*/ 2316265 h 4550534"/>
              <a:gd name="connsiteX1211" fmla="*/ 4295996 w 5876984"/>
              <a:gd name="connsiteY1211" fmla="*/ 2297262 h 4550534"/>
              <a:gd name="connsiteX1212" fmla="*/ 4300445 w 5876984"/>
              <a:gd name="connsiteY1212" fmla="*/ 2293968 h 4550534"/>
              <a:gd name="connsiteX1213" fmla="*/ 4304223 w 5876984"/>
              <a:gd name="connsiteY1213" fmla="*/ 2293692 h 4550534"/>
              <a:gd name="connsiteX1214" fmla="*/ 4301352 w 5876984"/>
              <a:gd name="connsiteY1214" fmla="*/ 2292627 h 4550534"/>
              <a:gd name="connsiteX1215" fmla="*/ 4288498 w 5876984"/>
              <a:gd name="connsiteY1215" fmla="*/ 2290037 h 4550534"/>
              <a:gd name="connsiteX1216" fmla="*/ 4320494 w 5876984"/>
              <a:gd name="connsiteY1216" fmla="*/ 2280189 h 4550534"/>
              <a:gd name="connsiteX1217" fmla="*/ 4124036 w 5876984"/>
              <a:gd name="connsiteY1217" fmla="*/ 2268617 h 4550534"/>
              <a:gd name="connsiteX1218" fmla="*/ 4118529 w 5876984"/>
              <a:gd name="connsiteY1218" fmla="*/ 2271540 h 4550534"/>
              <a:gd name="connsiteX1219" fmla="*/ 4118763 w 5876984"/>
              <a:gd name="connsiteY1219" fmla="*/ 2271838 h 4550534"/>
              <a:gd name="connsiteX1220" fmla="*/ 4121328 w 5876984"/>
              <a:gd name="connsiteY1220" fmla="*/ 2276714 h 4550534"/>
              <a:gd name="connsiteX1221" fmla="*/ 4130916 w 5876984"/>
              <a:gd name="connsiteY1221" fmla="*/ 2274244 h 4550534"/>
              <a:gd name="connsiteX1222" fmla="*/ 4137012 w 5876984"/>
              <a:gd name="connsiteY1222" fmla="*/ 2269613 h 4550534"/>
              <a:gd name="connsiteX1223" fmla="*/ 229295 w 5876984"/>
              <a:gd name="connsiteY1223" fmla="*/ 2268521 h 4550534"/>
              <a:gd name="connsiteX1224" fmla="*/ 214491 w 5876984"/>
              <a:gd name="connsiteY1224" fmla="*/ 2295979 h 4550534"/>
              <a:gd name="connsiteX1225" fmla="*/ 229295 w 5876984"/>
              <a:gd name="connsiteY1225" fmla="*/ 2268521 h 4550534"/>
              <a:gd name="connsiteX1226" fmla="*/ 4314942 w 5876984"/>
              <a:gd name="connsiteY1226" fmla="*/ 2266839 h 4550534"/>
              <a:gd name="connsiteX1227" fmla="*/ 4300108 w 5876984"/>
              <a:gd name="connsiteY1227" fmla="*/ 2281424 h 4550534"/>
              <a:gd name="connsiteX1228" fmla="*/ 4287296 w 5876984"/>
              <a:gd name="connsiteY1228" fmla="*/ 2271700 h 4550534"/>
              <a:gd name="connsiteX1229" fmla="*/ 4253246 w 5876984"/>
              <a:gd name="connsiteY1229" fmla="*/ 2289355 h 4550534"/>
              <a:gd name="connsiteX1230" fmla="*/ 4218857 w 5876984"/>
              <a:gd name="connsiteY1230" fmla="*/ 2286029 h 4550534"/>
              <a:gd name="connsiteX1231" fmla="*/ 4314942 w 5876984"/>
              <a:gd name="connsiteY1231" fmla="*/ 2266839 h 4550534"/>
              <a:gd name="connsiteX1232" fmla="*/ 4117340 w 5876984"/>
              <a:gd name="connsiteY1232" fmla="*/ 2266688 h 4550534"/>
              <a:gd name="connsiteX1233" fmla="*/ 4114936 w 5876984"/>
              <a:gd name="connsiteY1233" fmla="*/ 2266961 h 4550534"/>
              <a:gd name="connsiteX1234" fmla="*/ 4115642 w 5876984"/>
              <a:gd name="connsiteY1234" fmla="*/ 2267862 h 4550534"/>
              <a:gd name="connsiteX1235" fmla="*/ 4117172 w 5876984"/>
              <a:gd name="connsiteY1235" fmla="*/ 2266842 h 4550534"/>
              <a:gd name="connsiteX1236" fmla="*/ 4195673 w 5876984"/>
              <a:gd name="connsiteY1236" fmla="*/ 2255411 h 4550534"/>
              <a:gd name="connsiteX1237" fmla="*/ 4169098 w 5876984"/>
              <a:gd name="connsiteY1237" fmla="*/ 2259934 h 4550534"/>
              <a:gd name="connsiteX1238" fmla="*/ 4154948 w 5876984"/>
              <a:gd name="connsiteY1238" fmla="*/ 2263675 h 4550534"/>
              <a:gd name="connsiteX1239" fmla="*/ 4153037 w 5876984"/>
              <a:gd name="connsiteY1239" fmla="*/ 2266210 h 4550534"/>
              <a:gd name="connsiteX1240" fmla="*/ 4165902 w 5876984"/>
              <a:gd name="connsiteY1240" fmla="*/ 2265292 h 4550534"/>
              <a:gd name="connsiteX1241" fmla="*/ 4189282 w 5876984"/>
              <a:gd name="connsiteY1241" fmla="*/ 2263624 h 4550534"/>
              <a:gd name="connsiteX1242" fmla="*/ 4195673 w 5876984"/>
              <a:gd name="connsiteY1242" fmla="*/ 2255411 h 4550534"/>
              <a:gd name="connsiteX1243" fmla="*/ 4340304 w 5876984"/>
              <a:gd name="connsiteY1243" fmla="*/ 2250968 h 4550534"/>
              <a:gd name="connsiteX1244" fmla="*/ 4352038 w 5876984"/>
              <a:gd name="connsiteY1244" fmla="*/ 2252148 h 4550534"/>
              <a:gd name="connsiteX1245" fmla="*/ 4329112 w 5876984"/>
              <a:gd name="connsiteY1245" fmla="*/ 2270043 h 4550534"/>
              <a:gd name="connsiteX1246" fmla="*/ 4340304 w 5876984"/>
              <a:gd name="connsiteY1246" fmla="*/ 2250968 h 4550534"/>
              <a:gd name="connsiteX1247" fmla="*/ 4232592 w 5876984"/>
              <a:gd name="connsiteY1247" fmla="*/ 2247129 h 4550534"/>
              <a:gd name="connsiteX1248" fmla="*/ 4206101 w 5876984"/>
              <a:gd name="connsiteY1248" fmla="*/ 2247454 h 4550534"/>
              <a:gd name="connsiteX1249" fmla="*/ 4204083 w 5876984"/>
              <a:gd name="connsiteY1249" fmla="*/ 2257207 h 4550534"/>
              <a:gd name="connsiteX1250" fmla="*/ 4236040 w 5876984"/>
              <a:gd name="connsiteY1250" fmla="*/ 2250534 h 4550534"/>
              <a:gd name="connsiteX1251" fmla="*/ 4232592 w 5876984"/>
              <a:gd name="connsiteY1251" fmla="*/ 2247129 h 4550534"/>
              <a:gd name="connsiteX1252" fmla="*/ 5230213 w 5876984"/>
              <a:gd name="connsiteY1252" fmla="*/ 2238614 h 4550534"/>
              <a:gd name="connsiteX1253" fmla="*/ 5213260 w 5876984"/>
              <a:gd name="connsiteY1253" fmla="*/ 2260997 h 4550534"/>
              <a:gd name="connsiteX1254" fmla="*/ 5230213 w 5876984"/>
              <a:gd name="connsiteY1254" fmla="*/ 2238614 h 4550534"/>
              <a:gd name="connsiteX1255" fmla="*/ 4273496 w 5876984"/>
              <a:gd name="connsiteY1255" fmla="*/ 2238462 h 4550534"/>
              <a:gd name="connsiteX1256" fmla="*/ 4244450 w 5876984"/>
              <a:gd name="connsiteY1256" fmla="*/ 2242577 h 4550534"/>
              <a:gd name="connsiteX1257" fmla="*/ 4255216 w 5876984"/>
              <a:gd name="connsiteY1257" fmla="*/ 2248994 h 4550534"/>
              <a:gd name="connsiteX1258" fmla="*/ 4238059 w 5876984"/>
              <a:gd name="connsiteY1258" fmla="*/ 2263624 h 4550534"/>
              <a:gd name="connsiteX1259" fmla="*/ 4262406 w 5876984"/>
              <a:gd name="connsiteY1259" fmla="*/ 2257335 h 4550534"/>
              <a:gd name="connsiteX1260" fmla="*/ 4276548 w 5876984"/>
              <a:gd name="connsiteY1260" fmla="*/ 2244308 h 4550534"/>
              <a:gd name="connsiteX1261" fmla="*/ 4271848 w 5876984"/>
              <a:gd name="connsiteY1261" fmla="*/ 2242249 h 4550534"/>
              <a:gd name="connsiteX1262" fmla="*/ 4273498 w 5876984"/>
              <a:gd name="connsiteY1262" fmla="*/ 2239065 h 4550534"/>
              <a:gd name="connsiteX1263" fmla="*/ 4274228 w 5876984"/>
              <a:gd name="connsiteY1263" fmla="*/ 2239073 h 4550534"/>
              <a:gd name="connsiteX1264" fmla="*/ 4348668 w 5876984"/>
              <a:gd name="connsiteY1264" fmla="*/ 2238099 h 4550534"/>
              <a:gd name="connsiteX1265" fmla="*/ 4351426 w 5876984"/>
              <a:gd name="connsiteY1265" fmla="*/ 2238663 h 4550534"/>
              <a:gd name="connsiteX1266" fmla="*/ 4353108 w 5876984"/>
              <a:gd name="connsiteY1266" fmla="*/ 2240781 h 4550534"/>
              <a:gd name="connsiteX1267" fmla="*/ 4347286 w 5876984"/>
              <a:gd name="connsiteY1267" fmla="*/ 2237265 h 4550534"/>
              <a:gd name="connsiteX1268" fmla="*/ 4348668 w 5876984"/>
              <a:gd name="connsiteY1268" fmla="*/ 2238099 h 4550534"/>
              <a:gd name="connsiteX1269" fmla="*/ 4346716 w 5876984"/>
              <a:gd name="connsiteY1269" fmla="*/ 2237700 h 4550534"/>
              <a:gd name="connsiteX1270" fmla="*/ 89529 w 5876984"/>
              <a:gd name="connsiteY1270" fmla="*/ 2233800 h 4550534"/>
              <a:gd name="connsiteX1271" fmla="*/ 121306 w 5876984"/>
              <a:gd name="connsiteY1271" fmla="*/ 2233800 h 4550534"/>
              <a:gd name="connsiteX1272" fmla="*/ 93877 w 5876984"/>
              <a:gd name="connsiteY1272" fmla="*/ 2248567 h 4550534"/>
              <a:gd name="connsiteX1273" fmla="*/ 89529 w 5876984"/>
              <a:gd name="connsiteY1273" fmla="*/ 2233800 h 4550534"/>
              <a:gd name="connsiteX1274" fmla="*/ 4709530 w 5876984"/>
              <a:gd name="connsiteY1274" fmla="*/ 2227296 h 4550534"/>
              <a:gd name="connsiteX1275" fmla="*/ 4677234 w 5876984"/>
              <a:gd name="connsiteY1275" fmla="*/ 2245172 h 4550534"/>
              <a:gd name="connsiteX1276" fmla="*/ 4709530 w 5876984"/>
              <a:gd name="connsiteY1276" fmla="*/ 2227296 h 4550534"/>
              <a:gd name="connsiteX1277" fmla="*/ 4314759 w 5876984"/>
              <a:gd name="connsiteY1277" fmla="*/ 2223071 h 4550534"/>
              <a:gd name="connsiteX1278" fmla="*/ 4307820 w 5876984"/>
              <a:gd name="connsiteY1278" fmla="*/ 2231412 h 4550534"/>
              <a:gd name="connsiteX1279" fmla="*/ 4305772 w 5876984"/>
              <a:gd name="connsiteY1279" fmla="*/ 2232321 h 4550534"/>
              <a:gd name="connsiteX1280" fmla="*/ 4305581 w 5876984"/>
              <a:gd name="connsiteY1280" fmla="*/ 2236257 h 4550534"/>
              <a:gd name="connsiteX1281" fmla="*/ 4295440 w 5876984"/>
              <a:gd name="connsiteY1281" fmla="*/ 2244238 h 4550534"/>
              <a:gd name="connsiteX1282" fmla="*/ 4288156 w 5876984"/>
              <a:gd name="connsiteY1282" fmla="*/ 2245599 h 4550534"/>
              <a:gd name="connsiteX1283" fmla="*/ 4286674 w 5876984"/>
              <a:gd name="connsiteY1283" fmla="*/ 2249439 h 4550534"/>
              <a:gd name="connsiteX1284" fmla="*/ 4293566 w 5876984"/>
              <a:gd name="connsiteY1284" fmla="*/ 2253871 h 4550534"/>
              <a:gd name="connsiteX1285" fmla="*/ 4325187 w 5876984"/>
              <a:gd name="connsiteY1285" fmla="*/ 2231284 h 4550534"/>
              <a:gd name="connsiteX1286" fmla="*/ 4324342 w 5876984"/>
              <a:gd name="connsiteY1286" fmla="*/ 2227437 h 4550534"/>
              <a:gd name="connsiteX1287" fmla="*/ 4321376 w 5876984"/>
              <a:gd name="connsiteY1287" fmla="*/ 2227116 h 4550534"/>
              <a:gd name="connsiteX1288" fmla="*/ 4315936 w 5876984"/>
              <a:gd name="connsiteY1288" fmla="*/ 2223434 h 4550534"/>
              <a:gd name="connsiteX1289" fmla="*/ 5175362 w 5876984"/>
              <a:gd name="connsiteY1289" fmla="*/ 2214846 h 4550534"/>
              <a:gd name="connsiteX1290" fmla="*/ 5175362 w 5876984"/>
              <a:gd name="connsiteY1290" fmla="*/ 2226248 h 4550534"/>
              <a:gd name="connsiteX1291" fmla="*/ 5196342 w 5876984"/>
              <a:gd name="connsiteY1291" fmla="*/ 2224474 h 4550534"/>
              <a:gd name="connsiteX1292" fmla="*/ 5194344 w 5876984"/>
              <a:gd name="connsiteY1292" fmla="*/ 2242211 h 4550534"/>
              <a:gd name="connsiteX1293" fmla="*/ 5162708 w 5876984"/>
              <a:gd name="connsiteY1293" fmla="*/ 2240437 h 4550534"/>
              <a:gd name="connsiteX1294" fmla="*/ 5175362 w 5876984"/>
              <a:gd name="connsiteY1294" fmla="*/ 2214846 h 4550534"/>
              <a:gd name="connsiteX1295" fmla="*/ 4927192 w 5876984"/>
              <a:gd name="connsiteY1295" fmla="*/ 2214846 h 4550534"/>
              <a:gd name="connsiteX1296" fmla="*/ 4927192 w 5876984"/>
              <a:gd name="connsiteY1296" fmla="*/ 2232699 h 4550534"/>
              <a:gd name="connsiteX1297" fmla="*/ 4927192 w 5876984"/>
              <a:gd name="connsiteY1297" fmla="*/ 2214846 h 4550534"/>
              <a:gd name="connsiteX1298" fmla="*/ 4403194 w 5876984"/>
              <a:gd name="connsiteY1298" fmla="*/ 2207941 h 4550534"/>
              <a:gd name="connsiteX1299" fmla="*/ 4390768 w 5876984"/>
              <a:gd name="connsiteY1299" fmla="*/ 2208431 h 4550534"/>
              <a:gd name="connsiteX1300" fmla="*/ 4382956 w 5876984"/>
              <a:gd name="connsiteY1300" fmla="*/ 2212469 h 4550534"/>
              <a:gd name="connsiteX1301" fmla="*/ 4382755 w 5876984"/>
              <a:gd name="connsiteY1301" fmla="*/ 2213837 h 4550534"/>
              <a:gd name="connsiteX1302" fmla="*/ 4392698 w 5876984"/>
              <a:gd name="connsiteY1302" fmla="*/ 2211541 h 4550534"/>
              <a:gd name="connsiteX1303" fmla="*/ 4949362 w 5876984"/>
              <a:gd name="connsiteY1303" fmla="*/ 2201265 h 4550534"/>
              <a:gd name="connsiteX1304" fmla="*/ 4953647 w 5876984"/>
              <a:gd name="connsiteY1304" fmla="*/ 2211345 h 4550534"/>
              <a:gd name="connsiteX1305" fmla="*/ 4959910 w 5876984"/>
              <a:gd name="connsiteY1305" fmla="*/ 2206305 h 4550534"/>
              <a:gd name="connsiteX1306" fmla="*/ 4945405 w 5876984"/>
              <a:gd name="connsiteY1306" fmla="*/ 2216385 h 4550534"/>
              <a:gd name="connsiteX1307" fmla="*/ 4936834 w 5876984"/>
              <a:gd name="connsiteY1307" fmla="*/ 2207897 h 4550534"/>
              <a:gd name="connsiteX1308" fmla="*/ 4949362 w 5876984"/>
              <a:gd name="connsiteY1308" fmla="*/ 2201265 h 4550534"/>
              <a:gd name="connsiteX1309" fmla="*/ 23112 w 5876984"/>
              <a:gd name="connsiteY1309" fmla="*/ 2187684 h 4550534"/>
              <a:gd name="connsiteX1310" fmla="*/ 42206 w 5876984"/>
              <a:gd name="connsiteY1310" fmla="*/ 2227897 h 4550534"/>
              <a:gd name="connsiteX1311" fmla="*/ 52925 w 5876984"/>
              <a:gd name="connsiteY1311" fmla="*/ 2226370 h 4550534"/>
              <a:gd name="connsiteX1312" fmla="*/ 50579 w 5876984"/>
              <a:gd name="connsiteY1312" fmla="*/ 2205500 h 4550534"/>
              <a:gd name="connsiteX1313" fmla="*/ 88766 w 5876984"/>
              <a:gd name="connsiteY1313" fmla="*/ 2200664 h 4550534"/>
              <a:gd name="connsiteX1314" fmla="*/ 54934 w 5876984"/>
              <a:gd name="connsiteY1314" fmla="*/ 2234260 h 4550534"/>
              <a:gd name="connsiteX1315" fmla="*/ 19092 w 5876984"/>
              <a:gd name="connsiteY1315" fmla="*/ 2240623 h 4550534"/>
              <a:gd name="connsiteX1316" fmla="*/ 0 w 5876984"/>
              <a:gd name="connsiteY1316" fmla="*/ 2218226 h 4550534"/>
              <a:gd name="connsiteX1317" fmla="*/ 21102 w 5876984"/>
              <a:gd name="connsiteY1317" fmla="*/ 2205500 h 4550534"/>
              <a:gd name="connsiteX1318" fmla="*/ 23112 w 5876984"/>
              <a:gd name="connsiteY1318" fmla="*/ 2187684 h 4550534"/>
              <a:gd name="connsiteX1319" fmla="*/ 56320 w 5876984"/>
              <a:gd name="connsiteY1319" fmla="*/ 2178681 h 4550534"/>
              <a:gd name="connsiteX1320" fmla="*/ 71320 w 5876984"/>
              <a:gd name="connsiteY1320" fmla="*/ 2196484 h 4550534"/>
              <a:gd name="connsiteX1321" fmla="*/ 54319 w 5876984"/>
              <a:gd name="connsiteY1321" fmla="*/ 2193177 h 4550534"/>
              <a:gd name="connsiteX1322" fmla="*/ 56320 w 5876984"/>
              <a:gd name="connsiteY1322" fmla="*/ 2178681 h 4550534"/>
              <a:gd name="connsiteX1323" fmla="*/ 3741026 w 5876984"/>
              <a:gd name="connsiteY1323" fmla="*/ 2173277 h 4550534"/>
              <a:gd name="connsiteX1324" fmla="*/ 3723450 w 5876984"/>
              <a:gd name="connsiteY1324" fmla="*/ 2175803 h 4550534"/>
              <a:gd name="connsiteX1325" fmla="*/ 3719276 w 5876984"/>
              <a:gd name="connsiteY1325" fmla="*/ 2175962 h 4550534"/>
              <a:gd name="connsiteX1326" fmla="*/ 3719597 w 5876984"/>
              <a:gd name="connsiteY1326" fmla="*/ 2177253 h 4550534"/>
              <a:gd name="connsiteX1327" fmla="*/ 3727834 w 5876984"/>
              <a:gd name="connsiteY1327" fmla="*/ 2177313 h 4550534"/>
              <a:gd name="connsiteX1328" fmla="*/ 3726584 w 5876984"/>
              <a:gd name="connsiteY1328" fmla="*/ 2180684 h 4550534"/>
              <a:gd name="connsiteX1329" fmla="*/ 3731439 w 5876984"/>
              <a:gd name="connsiteY1329" fmla="*/ 2180592 h 4550534"/>
              <a:gd name="connsiteX1330" fmla="*/ 3762052 w 5876984"/>
              <a:gd name="connsiteY1330" fmla="*/ 2182517 h 4550534"/>
              <a:gd name="connsiteX1331" fmla="*/ 3741026 w 5876984"/>
              <a:gd name="connsiteY1331" fmla="*/ 2173277 h 4550534"/>
              <a:gd name="connsiteX1332" fmla="*/ 3903116 w 5876984"/>
              <a:gd name="connsiteY1332" fmla="*/ 2171209 h 4550534"/>
              <a:gd name="connsiteX1333" fmla="*/ 3897958 w 5876984"/>
              <a:gd name="connsiteY1333" fmla="*/ 2173020 h 4550534"/>
              <a:gd name="connsiteX1334" fmla="*/ 3902800 w 5876984"/>
              <a:gd name="connsiteY1334" fmla="*/ 2172750 h 4550534"/>
              <a:gd name="connsiteX1335" fmla="*/ 3826031 w 5876984"/>
              <a:gd name="connsiteY1335" fmla="*/ 2169247 h 4550534"/>
              <a:gd name="connsiteX1336" fmla="*/ 3814447 w 5876984"/>
              <a:gd name="connsiteY1336" fmla="*/ 2171241 h 4550534"/>
              <a:gd name="connsiteX1337" fmla="*/ 3812675 w 5876984"/>
              <a:gd name="connsiteY1337" fmla="*/ 2172447 h 4550534"/>
              <a:gd name="connsiteX1338" fmla="*/ 3809308 w 5876984"/>
              <a:gd name="connsiteY1338" fmla="*/ 2173255 h 4550534"/>
              <a:gd name="connsiteX1339" fmla="*/ 3799918 w 5876984"/>
              <a:gd name="connsiteY1339" fmla="*/ 2176970 h 4550534"/>
              <a:gd name="connsiteX1340" fmla="*/ 3787618 w 5876984"/>
              <a:gd name="connsiteY1340" fmla="*/ 2180977 h 4550534"/>
              <a:gd name="connsiteX1341" fmla="*/ 3830005 w 5876984"/>
              <a:gd name="connsiteY1341" fmla="*/ 2176357 h 4550534"/>
              <a:gd name="connsiteX1342" fmla="*/ 3828009 w 5876984"/>
              <a:gd name="connsiteY1342" fmla="*/ 2172785 h 4550534"/>
              <a:gd name="connsiteX1343" fmla="*/ 3827756 w 5876984"/>
              <a:gd name="connsiteY1343" fmla="*/ 2172694 h 4550534"/>
              <a:gd name="connsiteX1344" fmla="*/ 3827881 w 5876984"/>
              <a:gd name="connsiteY1344" fmla="*/ 2172555 h 4550534"/>
              <a:gd name="connsiteX1345" fmla="*/ 5285412 w 5876984"/>
              <a:gd name="connsiteY1345" fmla="*/ 2167462 h 4550534"/>
              <a:gd name="connsiteX1346" fmla="*/ 5294008 w 5876984"/>
              <a:gd name="connsiteY1346" fmla="*/ 2171423 h 4550534"/>
              <a:gd name="connsiteX1347" fmla="*/ 5271168 w 5876984"/>
              <a:gd name="connsiteY1347" fmla="*/ 2187426 h 4550534"/>
              <a:gd name="connsiteX1348" fmla="*/ 5285412 w 5876984"/>
              <a:gd name="connsiteY1348" fmla="*/ 2167462 h 4550534"/>
              <a:gd name="connsiteX1349" fmla="*/ 3920843 w 5876984"/>
              <a:gd name="connsiteY1349" fmla="*/ 2164986 h 4550534"/>
              <a:gd name="connsiteX1350" fmla="*/ 3918926 w 5876984"/>
              <a:gd name="connsiteY1350" fmla="*/ 2165658 h 4550534"/>
              <a:gd name="connsiteX1351" fmla="*/ 3921284 w 5876984"/>
              <a:gd name="connsiteY1351" fmla="*/ 2166277 h 4550534"/>
              <a:gd name="connsiteX1352" fmla="*/ 3629215 w 5876984"/>
              <a:gd name="connsiteY1352" fmla="*/ 2160700 h 4550534"/>
              <a:gd name="connsiteX1353" fmla="*/ 3613362 w 5876984"/>
              <a:gd name="connsiteY1353" fmla="*/ 2161727 h 4550534"/>
              <a:gd name="connsiteX1354" fmla="*/ 3612978 w 5876984"/>
              <a:gd name="connsiteY1354" fmla="*/ 2162586 h 4550534"/>
              <a:gd name="connsiteX1355" fmla="*/ 3613111 w 5876984"/>
              <a:gd name="connsiteY1355" fmla="*/ 2162940 h 4550534"/>
              <a:gd name="connsiteX1356" fmla="*/ 3612886 w 5876984"/>
              <a:gd name="connsiteY1356" fmla="*/ 2162789 h 4550534"/>
              <a:gd name="connsiteX1357" fmla="*/ 3610124 w 5876984"/>
              <a:gd name="connsiteY1357" fmla="*/ 2168946 h 4550534"/>
              <a:gd name="connsiteX1358" fmla="*/ 3607922 w 5876984"/>
              <a:gd name="connsiteY1358" fmla="*/ 2171725 h 4550534"/>
              <a:gd name="connsiteX1359" fmla="*/ 3606545 w 5876984"/>
              <a:gd name="connsiteY1359" fmla="*/ 2172594 h 4550534"/>
              <a:gd name="connsiteX1360" fmla="*/ 3605778 w 5876984"/>
              <a:gd name="connsiteY1360" fmla="*/ 2176259 h 4550534"/>
              <a:gd name="connsiteX1361" fmla="*/ 3603275 w 5876984"/>
              <a:gd name="connsiteY1361" fmla="*/ 2176527 h 4550534"/>
              <a:gd name="connsiteX1362" fmla="*/ 3609966 w 5876984"/>
              <a:gd name="connsiteY1362" fmla="*/ 2176950 h 4550534"/>
              <a:gd name="connsiteX1363" fmla="*/ 3632201 w 5876984"/>
              <a:gd name="connsiteY1363" fmla="*/ 2168144 h 4550534"/>
              <a:gd name="connsiteX1364" fmla="*/ 3634100 w 5876984"/>
              <a:gd name="connsiteY1364" fmla="*/ 2162467 h 4550534"/>
              <a:gd name="connsiteX1365" fmla="*/ 3634022 w 5876984"/>
              <a:gd name="connsiteY1365" fmla="*/ 2162340 h 4550534"/>
              <a:gd name="connsiteX1366" fmla="*/ 3570080 w 5876984"/>
              <a:gd name="connsiteY1366" fmla="*/ 2159937 h 4550534"/>
              <a:gd name="connsiteX1367" fmla="*/ 3569430 w 5876984"/>
              <a:gd name="connsiteY1367" fmla="*/ 2163190 h 4550534"/>
              <a:gd name="connsiteX1368" fmla="*/ 3572658 w 5876984"/>
              <a:gd name="connsiteY1368" fmla="*/ 2160187 h 4550534"/>
              <a:gd name="connsiteX1369" fmla="*/ 3853553 w 5876984"/>
              <a:gd name="connsiteY1369" fmla="*/ 2158390 h 4550534"/>
              <a:gd name="connsiteX1370" fmla="*/ 3853170 w 5876984"/>
              <a:gd name="connsiteY1370" fmla="*/ 2158975 h 4550534"/>
              <a:gd name="connsiteX1371" fmla="*/ 3854270 w 5876984"/>
              <a:gd name="connsiteY1371" fmla="*/ 2158765 h 4550534"/>
              <a:gd name="connsiteX1372" fmla="*/ 5331004 w 5876984"/>
              <a:gd name="connsiteY1372" fmla="*/ 2157127 h 4550534"/>
              <a:gd name="connsiteX1373" fmla="*/ 5309595 w 5876984"/>
              <a:gd name="connsiteY1373" fmla="*/ 2181763 h 4550534"/>
              <a:gd name="connsiteX1374" fmla="*/ 5331004 w 5876984"/>
              <a:gd name="connsiteY1374" fmla="*/ 2157127 h 4550534"/>
              <a:gd name="connsiteX1375" fmla="*/ 3720758 w 5876984"/>
              <a:gd name="connsiteY1375" fmla="*/ 2149792 h 4550534"/>
              <a:gd name="connsiteX1376" fmla="*/ 3710919 w 5876984"/>
              <a:gd name="connsiteY1376" fmla="*/ 2155310 h 4550534"/>
              <a:gd name="connsiteX1377" fmla="*/ 3720052 w 5876984"/>
              <a:gd name="connsiteY1377" fmla="*/ 2156503 h 4550534"/>
              <a:gd name="connsiteX1378" fmla="*/ 3721442 w 5876984"/>
              <a:gd name="connsiteY1378" fmla="*/ 2154983 h 4550534"/>
              <a:gd name="connsiteX1379" fmla="*/ 3721120 w 5876984"/>
              <a:gd name="connsiteY1379" fmla="*/ 2156643 h 4550534"/>
              <a:gd name="connsiteX1380" fmla="*/ 3724669 w 5876984"/>
              <a:gd name="connsiteY1380" fmla="*/ 2157106 h 4550534"/>
              <a:gd name="connsiteX1381" fmla="*/ 3732112 w 5876984"/>
              <a:gd name="connsiteY1381" fmla="*/ 2150434 h 4550534"/>
              <a:gd name="connsiteX1382" fmla="*/ 3720758 w 5876984"/>
              <a:gd name="connsiteY1382" fmla="*/ 2149792 h 4550534"/>
              <a:gd name="connsiteX1383" fmla="*/ 3877635 w 5876984"/>
              <a:gd name="connsiteY1383" fmla="*/ 2147220 h 4550534"/>
              <a:gd name="connsiteX1384" fmla="*/ 3874226 w 5876984"/>
              <a:gd name="connsiteY1384" fmla="*/ 2149657 h 4550534"/>
              <a:gd name="connsiteX1385" fmla="*/ 3876764 w 5876984"/>
              <a:gd name="connsiteY1385" fmla="*/ 2150434 h 4550534"/>
              <a:gd name="connsiteX1386" fmla="*/ 3607723 w 5876984"/>
              <a:gd name="connsiteY1386" fmla="*/ 2146639 h 4550534"/>
              <a:gd name="connsiteX1387" fmla="*/ 3606640 w 5876984"/>
              <a:gd name="connsiteY1387" fmla="*/ 2146688 h 4550534"/>
              <a:gd name="connsiteX1388" fmla="*/ 3606213 w 5876984"/>
              <a:gd name="connsiteY1388" fmla="*/ 2146904 h 4550534"/>
              <a:gd name="connsiteX1389" fmla="*/ 3607139 w 5876984"/>
              <a:gd name="connsiteY1389" fmla="*/ 2147123 h 4550534"/>
              <a:gd name="connsiteX1390" fmla="*/ 3609626 w 5876984"/>
              <a:gd name="connsiteY1390" fmla="*/ 2153711 h 4550534"/>
              <a:gd name="connsiteX1391" fmla="*/ 3618156 w 5876984"/>
              <a:gd name="connsiteY1391" fmla="*/ 2153000 h 4550534"/>
              <a:gd name="connsiteX1392" fmla="*/ 3628658 w 5876984"/>
              <a:gd name="connsiteY1392" fmla="*/ 2153634 h 4550534"/>
              <a:gd name="connsiteX1393" fmla="*/ 3628695 w 5876984"/>
              <a:gd name="connsiteY1393" fmla="*/ 2153658 h 4550534"/>
              <a:gd name="connsiteX1394" fmla="*/ 3628454 w 5876984"/>
              <a:gd name="connsiteY1394" fmla="*/ 2153267 h 4550534"/>
              <a:gd name="connsiteX1395" fmla="*/ 3643130 w 5876984"/>
              <a:gd name="connsiteY1395" fmla="*/ 2150229 h 4550534"/>
              <a:gd name="connsiteX1396" fmla="*/ 3648286 w 5876984"/>
              <a:gd name="connsiteY1396" fmla="*/ 2150013 h 4550534"/>
              <a:gd name="connsiteX1397" fmla="*/ 3649358 w 5876984"/>
              <a:gd name="connsiteY1397" fmla="*/ 2148637 h 4550534"/>
              <a:gd name="connsiteX1398" fmla="*/ 3627117 w 5876984"/>
              <a:gd name="connsiteY1398" fmla="*/ 2146666 h 4550534"/>
              <a:gd name="connsiteX1399" fmla="*/ 3625397 w 5876984"/>
              <a:gd name="connsiteY1399" fmla="*/ 2147107 h 4550534"/>
              <a:gd name="connsiteX1400" fmla="*/ 3611136 w 5876984"/>
              <a:gd name="connsiteY1400" fmla="*/ 2147708 h 4550534"/>
              <a:gd name="connsiteX1401" fmla="*/ 3882711 w 5876984"/>
              <a:gd name="connsiteY1401" fmla="*/ 2143591 h 4550534"/>
              <a:gd name="connsiteX1402" fmla="*/ 3882224 w 5876984"/>
              <a:gd name="connsiteY1402" fmla="*/ 2143939 h 4550534"/>
              <a:gd name="connsiteX1403" fmla="*/ 3883134 w 5876984"/>
              <a:gd name="connsiteY1403" fmla="*/ 2143764 h 4550534"/>
              <a:gd name="connsiteX1404" fmla="*/ 3883124 w 5876984"/>
              <a:gd name="connsiteY1404" fmla="*/ 2143748 h 4550534"/>
              <a:gd name="connsiteX1405" fmla="*/ 3842745 w 5876984"/>
              <a:gd name="connsiteY1405" fmla="*/ 2143244 h 4550534"/>
              <a:gd name="connsiteX1406" fmla="*/ 3834378 w 5876984"/>
              <a:gd name="connsiteY1406" fmla="*/ 2147097 h 4550534"/>
              <a:gd name="connsiteX1407" fmla="*/ 3855571 w 5876984"/>
              <a:gd name="connsiteY1407" fmla="*/ 2147513 h 4550534"/>
              <a:gd name="connsiteX1408" fmla="*/ 3855753 w 5876984"/>
              <a:gd name="connsiteY1408" fmla="*/ 2147507 h 4550534"/>
              <a:gd name="connsiteX1409" fmla="*/ 3842559 w 5876984"/>
              <a:gd name="connsiteY1409" fmla="*/ 2143434 h 4550534"/>
              <a:gd name="connsiteX1410" fmla="*/ 5209450 w 5876984"/>
              <a:gd name="connsiteY1410" fmla="*/ 2136756 h 4550534"/>
              <a:gd name="connsiteX1411" fmla="*/ 5165282 w 5876984"/>
              <a:gd name="connsiteY1411" fmla="*/ 2178375 h 4550534"/>
              <a:gd name="connsiteX1412" fmla="*/ 5209450 w 5876984"/>
              <a:gd name="connsiteY1412" fmla="*/ 2136756 h 4550534"/>
              <a:gd name="connsiteX1413" fmla="*/ 3194322 w 5876984"/>
              <a:gd name="connsiteY1413" fmla="*/ 2134716 h 4550534"/>
              <a:gd name="connsiteX1414" fmla="*/ 3185976 w 5876984"/>
              <a:gd name="connsiteY1414" fmla="*/ 2139669 h 4550534"/>
              <a:gd name="connsiteX1415" fmla="*/ 3185936 w 5876984"/>
              <a:gd name="connsiteY1415" fmla="*/ 2141633 h 4550534"/>
              <a:gd name="connsiteX1416" fmla="*/ 3191895 w 5876984"/>
              <a:gd name="connsiteY1416" fmla="*/ 2145231 h 4550534"/>
              <a:gd name="connsiteX1417" fmla="*/ 4050964 w 5876984"/>
              <a:gd name="connsiteY1417" fmla="*/ 2133748 h 4550534"/>
              <a:gd name="connsiteX1418" fmla="*/ 4041710 w 5876984"/>
              <a:gd name="connsiteY1418" fmla="*/ 2133911 h 4550534"/>
              <a:gd name="connsiteX1419" fmla="*/ 4044797 w 5876984"/>
              <a:gd name="connsiteY1419" fmla="*/ 2141156 h 4550534"/>
              <a:gd name="connsiteX1420" fmla="*/ 4048495 w 5876984"/>
              <a:gd name="connsiteY1420" fmla="*/ 2143360 h 4550534"/>
              <a:gd name="connsiteX1421" fmla="*/ 4049370 w 5876984"/>
              <a:gd name="connsiteY1421" fmla="*/ 2142894 h 4550534"/>
              <a:gd name="connsiteX1422" fmla="*/ 4051020 w 5876984"/>
              <a:gd name="connsiteY1422" fmla="*/ 2137344 h 4550534"/>
              <a:gd name="connsiteX1423" fmla="*/ 4051567 w 5876984"/>
              <a:gd name="connsiteY1423" fmla="*/ 2142220 h 4550534"/>
              <a:gd name="connsiteX1424" fmla="*/ 4054256 w 5876984"/>
              <a:gd name="connsiteY1424" fmla="*/ 2145648 h 4550534"/>
              <a:gd name="connsiteX1425" fmla="*/ 4063596 w 5876984"/>
              <a:gd name="connsiteY1425" fmla="*/ 2141894 h 4550534"/>
              <a:gd name="connsiteX1426" fmla="*/ 4055058 w 5876984"/>
              <a:gd name="connsiteY1426" fmla="*/ 2136825 h 4550534"/>
              <a:gd name="connsiteX1427" fmla="*/ 4103968 w 5876984"/>
              <a:gd name="connsiteY1427" fmla="*/ 2133681 h 4550534"/>
              <a:gd name="connsiteX1428" fmla="*/ 4103842 w 5876984"/>
              <a:gd name="connsiteY1428" fmla="*/ 2134175 h 4550534"/>
              <a:gd name="connsiteX1429" fmla="*/ 4105645 w 5876984"/>
              <a:gd name="connsiteY1429" fmla="*/ 2134005 h 4550534"/>
              <a:gd name="connsiteX1430" fmla="*/ 305644 w 5876984"/>
              <a:gd name="connsiteY1430" fmla="*/ 2132376 h 4550534"/>
              <a:gd name="connsiteX1431" fmla="*/ 274040 w 5876984"/>
              <a:gd name="connsiteY1431" fmla="*/ 2153558 h 4550534"/>
              <a:gd name="connsiteX1432" fmla="*/ 331234 w 5876984"/>
              <a:gd name="connsiteY1432" fmla="*/ 2152019 h 4550534"/>
              <a:gd name="connsiteX1433" fmla="*/ 320804 w 5876984"/>
              <a:gd name="connsiteY1433" fmla="*/ 2132517 h 4550534"/>
              <a:gd name="connsiteX1434" fmla="*/ 305644 w 5876984"/>
              <a:gd name="connsiteY1434" fmla="*/ 2132376 h 4550534"/>
              <a:gd name="connsiteX1435" fmla="*/ 4905298 w 5876984"/>
              <a:gd name="connsiteY1435" fmla="*/ 2132166 h 4550534"/>
              <a:gd name="connsiteX1436" fmla="*/ 4862560 w 5876984"/>
              <a:gd name="connsiteY1436" fmla="*/ 2161397 h 4550534"/>
              <a:gd name="connsiteX1437" fmla="*/ 4856166 w 5876984"/>
              <a:gd name="connsiteY1437" fmla="*/ 2151654 h 4550534"/>
              <a:gd name="connsiteX1438" fmla="*/ 4843378 w 5876984"/>
              <a:gd name="connsiteY1438" fmla="*/ 2154987 h 4550534"/>
              <a:gd name="connsiteX1439" fmla="*/ 4905298 w 5876984"/>
              <a:gd name="connsiteY1439" fmla="*/ 2132166 h 4550534"/>
              <a:gd name="connsiteX1440" fmla="*/ 4121126 w 5876984"/>
              <a:gd name="connsiteY1440" fmla="*/ 2132141 h 4550534"/>
              <a:gd name="connsiteX1441" fmla="*/ 4121050 w 5876984"/>
              <a:gd name="connsiteY1441" fmla="*/ 2132546 h 4550534"/>
              <a:gd name="connsiteX1442" fmla="*/ 4121818 w 5876984"/>
              <a:gd name="connsiteY1442" fmla="*/ 2132473 h 4550534"/>
              <a:gd name="connsiteX1443" fmla="*/ 3477364 w 5876984"/>
              <a:gd name="connsiteY1443" fmla="*/ 2131628 h 4550534"/>
              <a:gd name="connsiteX1444" fmla="*/ 3477272 w 5876984"/>
              <a:gd name="connsiteY1444" fmla="*/ 2131650 h 4550534"/>
              <a:gd name="connsiteX1445" fmla="*/ 3466147 w 5876984"/>
              <a:gd name="connsiteY1445" fmla="*/ 2134240 h 4550534"/>
              <a:gd name="connsiteX1446" fmla="*/ 3467927 w 5876984"/>
              <a:gd name="connsiteY1446" fmla="*/ 2135983 h 4550534"/>
              <a:gd name="connsiteX1447" fmla="*/ 3471864 w 5876984"/>
              <a:gd name="connsiteY1447" fmla="*/ 2135963 h 4550534"/>
              <a:gd name="connsiteX1448" fmla="*/ 3476354 w 5876984"/>
              <a:gd name="connsiteY1448" fmla="*/ 2135864 h 4550534"/>
              <a:gd name="connsiteX1449" fmla="*/ 3477696 w 5876984"/>
              <a:gd name="connsiteY1449" fmla="*/ 2132430 h 4550534"/>
              <a:gd name="connsiteX1450" fmla="*/ 4185478 w 5876984"/>
              <a:gd name="connsiteY1450" fmla="*/ 2129166 h 4550534"/>
              <a:gd name="connsiteX1451" fmla="*/ 4169142 w 5876984"/>
              <a:gd name="connsiteY1451" fmla="*/ 2133320 h 4550534"/>
              <a:gd name="connsiteX1452" fmla="*/ 4168543 w 5876984"/>
              <a:gd name="connsiteY1452" fmla="*/ 2133127 h 4550534"/>
              <a:gd name="connsiteX1453" fmla="*/ 4164278 w 5876984"/>
              <a:gd name="connsiteY1453" fmla="*/ 2135186 h 4550534"/>
              <a:gd name="connsiteX1454" fmla="*/ 4155305 w 5876984"/>
              <a:gd name="connsiteY1454" fmla="*/ 2137344 h 4550534"/>
              <a:gd name="connsiteX1455" fmla="*/ 4166070 w 5876984"/>
              <a:gd name="connsiteY1455" fmla="*/ 2143760 h 4550534"/>
              <a:gd name="connsiteX1456" fmla="*/ 4168290 w 5876984"/>
              <a:gd name="connsiteY1456" fmla="*/ 2141790 h 4550534"/>
              <a:gd name="connsiteX1457" fmla="*/ 4168490 w 5876984"/>
              <a:gd name="connsiteY1457" fmla="*/ 2140150 h 4550534"/>
              <a:gd name="connsiteX1458" fmla="*/ 4169318 w 5876984"/>
              <a:gd name="connsiteY1458" fmla="*/ 2140878 h 4550534"/>
              <a:gd name="connsiteX1459" fmla="*/ 4171420 w 5876984"/>
              <a:gd name="connsiteY1459" fmla="*/ 2139012 h 4550534"/>
              <a:gd name="connsiteX1460" fmla="*/ 4193654 w 5876984"/>
              <a:gd name="connsiteY1460" fmla="*/ 2130927 h 4550534"/>
              <a:gd name="connsiteX1461" fmla="*/ 4204992 w 5876984"/>
              <a:gd name="connsiteY1461" fmla="*/ 2127127 h 4550534"/>
              <a:gd name="connsiteX1462" fmla="*/ 4204083 w 5876984"/>
              <a:gd name="connsiteY1462" fmla="*/ 2127590 h 4550534"/>
              <a:gd name="connsiteX1463" fmla="*/ 4205880 w 5876984"/>
              <a:gd name="connsiteY1463" fmla="*/ 2127729 h 4550534"/>
              <a:gd name="connsiteX1464" fmla="*/ 4107872 w 5876984"/>
              <a:gd name="connsiteY1464" fmla="*/ 2123419 h 4550534"/>
              <a:gd name="connsiteX1465" fmla="*/ 4097425 w 5876984"/>
              <a:gd name="connsiteY1465" fmla="*/ 2126740 h 4550534"/>
              <a:gd name="connsiteX1466" fmla="*/ 4112378 w 5876984"/>
              <a:gd name="connsiteY1466" fmla="*/ 2130601 h 4550534"/>
              <a:gd name="connsiteX1467" fmla="*/ 4121325 w 5876984"/>
              <a:gd name="connsiteY1467" fmla="*/ 2124522 h 4550534"/>
              <a:gd name="connsiteX1468" fmla="*/ 5227037 w 5876984"/>
              <a:gd name="connsiteY1468" fmla="*/ 2118754 h 4550534"/>
              <a:gd name="connsiteX1469" fmla="*/ 5233184 w 5876984"/>
              <a:gd name="connsiteY1469" fmla="*/ 2122005 h 4550534"/>
              <a:gd name="connsiteX1470" fmla="*/ 5216136 w 5876984"/>
              <a:gd name="connsiteY1470" fmla="*/ 2136501 h 4550534"/>
              <a:gd name="connsiteX1471" fmla="*/ 5209784 w 5876984"/>
              <a:gd name="connsiteY1471" fmla="*/ 2126837 h 4550534"/>
              <a:gd name="connsiteX1472" fmla="*/ 5227037 w 5876984"/>
              <a:gd name="connsiteY1472" fmla="*/ 2118754 h 4550534"/>
              <a:gd name="connsiteX1473" fmla="*/ 4271604 w 5876984"/>
              <a:gd name="connsiteY1473" fmla="*/ 2118139 h 4550534"/>
              <a:gd name="connsiteX1474" fmla="*/ 4254634 w 5876984"/>
              <a:gd name="connsiteY1474" fmla="*/ 2118488 h 4550534"/>
              <a:gd name="connsiteX1475" fmla="*/ 4252494 w 5876984"/>
              <a:gd name="connsiteY1475" fmla="*/ 2118170 h 4550534"/>
              <a:gd name="connsiteX1476" fmla="*/ 4246679 w 5876984"/>
              <a:gd name="connsiteY1476" fmla="*/ 2123576 h 4550534"/>
              <a:gd name="connsiteX1477" fmla="*/ 4236040 w 5876984"/>
              <a:gd name="connsiteY1477" fmla="*/ 2126050 h 4550534"/>
              <a:gd name="connsiteX1478" fmla="*/ 4263904 w 5876984"/>
              <a:gd name="connsiteY1478" fmla="*/ 2122116 h 4550534"/>
              <a:gd name="connsiteX1479" fmla="*/ 4266784 w 5876984"/>
              <a:gd name="connsiteY1479" fmla="*/ 2121857 h 4550534"/>
              <a:gd name="connsiteX1480" fmla="*/ 4272053 w 5876984"/>
              <a:gd name="connsiteY1480" fmla="*/ 2118628 h 4550534"/>
              <a:gd name="connsiteX1481" fmla="*/ 4234064 w 5876984"/>
              <a:gd name="connsiteY1481" fmla="*/ 2116904 h 4550534"/>
              <a:gd name="connsiteX1482" fmla="*/ 4228724 w 5876984"/>
              <a:gd name="connsiteY1482" fmla="*/ 2117718 h 4550534"/>
              <a:gd name="connsiteX1483" fmla="*/ 4227145 w 5876984"/>
              <a:gd name="connsiteY1483" fmla="*/ 2121481 h 4550534"/>
              <a:gd name="connsiteX1484" fmla="*/ 4216967 w 5876984"/>
              <a:gd name="connsiteY1484" fmla="*/ 2126438 h 4550534"/>
              <a:gd name="connsiteX1485" fmla="*/ 4216298 w 5876984"/>
              <a:gd name="connsiteY1485" fmla="*/ 2128534 h 4550534"/>
              <a:gd name="connsiteX1486" fmla="*/ 4216950 w 5876984"/>
              <a:gd name="connsiteY1486" fmla="*/ 2128585 h 4550534"/>
              <a:gd name="connsiteX1487" fmla="*/ 4223258 w 5876984"/>
              <a:gd name="connsiteY1487" fmla="*/ 2130927 h 4550534"/>
              <a:gd name="connsiteX1488" fmla="*/ 4234695 w 5876984"/>
              <a:gd name="connsiteY1488" fmla="*/ 2124766 h 4550534"/>
              <a:gd name="connsiteX1489" fmla="*/ 4237538 w 5876984"/>
              <a:gd name="connsiteY1489" fmla="*/ 2117608 h 4550534"/>
              <a:gd name="connsiteX1490" fmla="*/ 5421049 w 5876984"/>
              <a:gd name="connsiteY1490" fmla="*/ 2114917 h 4550534"/>
              <a:gd name="connsiteX1491" fmla="*/ 5430484 w 5876984"/>
              <a:gd name="connsiteY1491" fmla="*/ 2117624 h 4550534"/>
              <a:gd name="connsiteX1492" fmla="*/ 5407644 w 5876984"/>
              <a:gd name="connsiteY1492" fmla="*/ 2130837 h 4550534"/>
              <a:gd name="connsiteX1493" fmla="*/ 5421049 w 5876984"/>
              <a:gd name="connsiteY1493" fmla="*/ 2114917 h 4550534"/>
              <a:gd name="connsiteX1494" fmla="*/ 4180872 w 5876984"/>
              <a:gd name="connsiteY1494" fmla="*/ 2109880 h 4550534"/>
              <a:gd name="connsiteX1495" fmla="*/ 4169896 w 5876984"/>
              <a:gd name="connsiteY1495" fmla="*/ 2115462 h 4550534"/>
              <a:gd name="connsiteX1496" fmla="*/ 4167834 w 5876984"/>
              <a:gd name="connsiteY1496" fmla="*/ 2118994 h 4550534"/>
              <a:gd name="connsiteX1497" fmla="*/ 4185498 w 5876984"/>
              <a:gd name="connsiteY1497" fmla="*/ 2117711 h 4550534"/>
              <a:gd name="connsiteX1498" fmla="*/ 4186351 w 5876984"/>
              <a:gd name="connsiteY1498" fmla="*/ 2117381 h 4550534"/>
              <a:gd name="connsiteX1499" fmla="*/ 4183646 w 5876984"/>
              <a:gd name="connsiteY1499" fmla="*/ 2114949 h 4550534"/>
              <a:gd name="connsiteX1500" fmla="*/ 4180872 w 5876984"/>
              <a:gd name="connsiteY1500" fmla="*/ 2109880 h 4550534"/>
              <a:gd name="connsiteX1501" fmla="*/ 4888931 w 5876984"/>
              <a:gd name="connsiteY1501" fmla="*/ 2109593 h 4550534"/>
              <a:gd name="connsiteX1502" fmla="*/ 4908308 w 5876984"/>
              <a:gd name="connsiteY1502" fmla="*/ 2117612 h 4550534"/>
              <a:gd name="connsiteX1503" fmla="*/ 4884512 w 5876984"/>
              <a:gd name="connsiteY1503" fmla="*/ 2125891 h 4550534"/>
              <a:gd name="connsiteX1504" fmla="*/ 4888931 w 5876984"/>
              <a:gd name="connsiteY1504" fmla="*/ 2109593 h 4550534"/>
              <a:gd name="connsiteX1505" fmla="*/ 4941192 w 5876984"/>
              <a:gd name="connsiteY1505" fmla="*/ 2098385 h 4550534"/>
              <a:gd name="connsiteX1506" fmla="*/ 4924348 w 5876984"/>
              <a:gd name="connsiteY1506" fmla="*/ 2114741 h 4550534"/>
              <a:gd name="connsiteX1507" fmla="*/ 4941192 w 5876984"/>
              <a:gd name="connsiteY1507" fmla="*/ 2098385 h 4550534"/>
              <a:gd name="connsiteX1508" fmla="*/ 5251814 w 5876984"/>
              <a:gd name="connsiteY1508" fmla="*/ 2093749 h 4550534"/>
              <a:gd name="connsiteX1509" fmla="*/ 5236544 w 5876984"/>
              <a:gd name="connsiteY1509" fmla="*/ 2119524 h 4550534"/>
              <a:gd name="connsiteX1510" fmla="*/ 5251814 w 5876984"/>
              <a:gd name="connsiteY1510" fmla="*/ 2093749 h 4550534"/>
              <a:gd name="connsiteX1511" fmla="*/ 4134320 w 5876984"/>
              <a:gd name="connsiteY1511" fmla="*/ 2093210 h 4550534"/>
              <a:gd name="connsiteX1512" fmla="*/ 4131177 w 5876984"/>
              <a:gd name="connsiteY1512" fmla="*/ 2099384 h 4550534"/>
              <a:gd name="connsiteX1513" fmla="*/ 4123144 w 5876984"/>
              <a:gd name="connsiteY1513" fmla="*/ 2106218 h 4550534"/>
              <a:gd name="connsiteX1514" fmla="*/ 4120790 w 5876984"/>
              <a:gd name="connsiteY1514" fmla="*/ 2094733 h 4550534"/>
              <a:gd name="connsiteX1515" fmla="*/ 4121476 w 5876984"/>
              <a:gd name="connsiteY1515" fmla="*/ 2093383 h 4550534"/>
              <a:gd name="connsiteX1516" fmla="*/ 4118973 w 5876984"/>
              <a:gd name="connsiteY1516" fmla="*/ 2093710 h 4550534"/>
              <a:gd name="connsiteX1517" fmla="*/ 4112582 w 5876984"/>
              <a:gd name="connsiteY1517" fmla="*/ 2106544 h 4550534"/>
              <a:gd name="connsiteX1518" fmla="*/ 4112582 w 5876984"/>
              <a:gd name="connsiteY1518" fmla="*/ 2111420 h 4550534"/>
              <a:gd name="connsiteX1519" fmla="*/ 4108544 w 5876984"/>
              <a:gd name="connsiteY1519" fmla="*/ 2116296 h 4550534"/>
              <a:gd name="connsiteX1520" fmla="*/ 4123346 w 5876984"/>
              <a:gd name="connsiteY1520" fmla="*/ 2117837 h 4550534"/>
              <a:gd name="connsiteX1521" fmla="*/ 4138148 w 5876984"/>
              <a:gd name="connsiteY1521" fmla="*/ 2093710 h 4550534"/>
              <a:gd name="connsiteX1522" fmla="*/ 37506 w 5876984"/>
              <a:gd name="connsiteY1522" fmla="*/ 2088090 h 4550534"/>
              <a:gd name="connsiteX1523" fmla="*/ 43887 w 5876984"/>
              <a:gd name="connsiteY1523" fmla="*/ 2109016 h 4550534"/>
              <a:gd name="connsiteX1524" fmla="*/ 14330 w 5876984"/>
              <a:gd name="connsiteY1524" fmla="*/ 2107230 h 4550534"/>
              <a:gd name="connsiteX1525" fmla="*/ 37506 w 5876984"/>
              <a:gd name="connsiteY1525" fmla="*/ 2088090 h 4550534"/>
              <a:gd name="connsiteX1526" fmla="*/ 5060096 w 5876984"/>
              <a:gd name="connsiteY1526" fmla="*/ 2085826 h 4550534"/>
              <a:gd name="connsiteX1527" fmla="*/ 5058104 w 5876984"/>
              <a:gd name="connsiteY1527" fmla="*/ 2092303 h 4550534"/>
              <a:gd name="connsiteX1528" fmla="*/ 5064077 w 5876984"/>
              <a:gd name="connsiteY1528" fmla="*/ 2102148 h 4550534"/>
              <a:gd name="connsiteX1529" fmla="*/ 5051800 w 5876984"/>
              <a:gd name="connsiteY1529" fmla="*/ 2107070 h 4550534"/>
              <a:gd name="connsiteX1530" fmla="*/ 5060096 w 5876984"/>
              <a:gd name="connsiteY1530" fmla="*/ 2085826 h 4550534"/>
              <a:gd name="connsiteX1531" fmla="*/ 5005916 w 5876984"/>
              <a:gd name="connsiteY1531" fmla="*/ 2076772 h 4550534"/>
              <a:gd name="connsiteX1532" fmla="*/ 4995212 w 5876984"/>
              <a:gd name="connsiteY1532" fmla="*/ 2094625 h 4550534"/>
              <a:gd name="connsiteX1533" fmla="*/ 5005916 w 5876984"/>
              <a:gd name="connsiteY1533" fmla="*/ 2076772 h 4550534"/>
              <a:gd name="connsiteX1534" fmla="*/ 4440128 w 5876984"/>
              <a:gd name="connsiteY1534" fmla="*/ 2074278 h 4550534"/>
              <a:gd name="connsiteX1535" fmla="*/ 4433839 w 5876984"/>
              <a:gd name="connsiteY1535" fmla="*/ 2076753 h 4550534"/>
              <a:gd name="connsiteX1536" fmla="*/ 4438082 w 5876984"/>
              <a:gd name="connsiteY1536" fmla="*/ 2077562 h 4550534"/>
              <a:gd name="connsiteX1537" fmla="*/ 5362938 w 5876984"/>
              <a:gd name="connsiteY1537" fmla="*/ 2071947 h 4550534"/>
              <a:gd name="connsiteX1538" fmla="*/ 5367298 w 5876984"/>
              <a:gd name="connsiteY1538" fmla="*/ 2098018 h 4550534"/>
              <a:gd name="connsiteX1539" fmla="*/ 5362938 w 5876984"/>
              <a:gd name="connsiteY1539" fmla="*/ 2071947 h 4550534"/>
              <a:gd name="connsiteX1540" fmla="*/ 4968818 w 5876984"/>
              <a:gd name="connsiteY1540" fmla="*/ 2059796 h 4550534"/>
              <a:gd name="connsiteX1541" fmla="*/ 4936813 w 5876984"/>
              <a:gd name="connsiteY1541" fmla="*/ 2091996 h 4550534"/>
              <a:gd name="connsiteX1542" fmla="*/ 4994422 w 5876984"/>
              <a:gd name="connsiteY1542" fmla="*/ 2059796 h 4550534"/>
              <a:gd name="connsiteX1543" fmla="*/ 4992400 w 5876984"/>
              <a:gd name="connsiteY1543" fmla="*/ 2067718 h 4550534"/>
              <a:gd name="connsiteX1544" fmla="*/ 4996444 w 5876984"/>
              <a:gd name="connsiteY1544" fmla="*/ 2079218 h 4550534"/>
              <a:gd name="connsiteX1545" fmla="*/ 4915588 w 5876984"/>
              <a:gd name="connsiteY1545" fmla="*/ 2130840 h 4550534"/>
              <a:gd name="connsiteX1546" fmla="*/ 4907166 w 5876984"/>
              <a:gd name="connsiteY1546" fmla="*/ 2112952 h 4550534"/>
              <a:gd name="connsiteX1547" fmla="*/ 4968818 w 5876984"/>
              <a:gd name="connsiteY1547" fmla="*/ 2059796 h 4550534"/>
              <a:gd name="connsiteX1548" fmla="*/ 4499779 w 5876984"/>
              <a:gd name="connsiteY1548" fmla="*/ 2036730 h 4550534"/>
              <a:gd name="connsiteX1549" fmla="*/ 4498980 w 5876984"/>
              <a:gd name="connsiteY1549" fmla="*/ 2038173 h 4550534"/>
              <a:gd name="connsiteX1550" fmla="*/ 4496704 w 5876984"/>
              <a:gd name="connsiteY1550" fmla="*/ 2042288 h 4550534"/>
              <a:gd name="connsiteX1551" fmla="*/ 4496774 w 5876984"/>
              <a:gd name="connsiteY1551" fmla="*/ 2042603 h 4550534"/>
              <a:gd name="connsiteX1552" fmla="*/ 4497808 w 5876984"/>
              <a:gd name="connsiteY1552" fmla="*/ 2047447 h 4550534"/>
              <a:gd name="connsiteX1553" fmla="*/ 4503438 w 5876984"/>
              <a:gd name="connsiteY1553" fmla="*/ 2046387 h 4550534"/>
              <a:gd name="connsiteX1554" fmla="*/ 4510208 w 5876984"/>
              <a:gd name="connsiteY1554" fmla="*/ 2038526 h 4550534"/>
              <a:gd name="connsiteX1555" fmla="*/ 4499779 w 5876984"/>
              <a:gd name="connsiteY1555" fmla="*/ 2036730 h 4550534"/>
              <a:gd name="connsiteX1556" fmla="*/ 5302972 w 5876984"/>
              <a:gd name="connsiteY1556" fmla="*/ 2036029 h 4550534"/>
              <a:gd name="connsiteX1557" fmla="*/ 5268674 w 5876984"/>
              <a:gd name="connsiteY1557" fmla="*/ 2087834 h 4550534"/>
              <a:gd name="connsiteX1558" fmla="*/ 5255770 w 5876984"/>
              <a:gd name="connsiteY1558" fmla="*/ 2076350 h 4550534"/>
              <a:gd name="connsiteX1559" fmla="*/ 5302972 w 5876984"/>
              <a:gd name="connsiteY1559" fmla="*/ 2036029 h 4550534"/>
              <a:gd name="connsiteX1560" fmla="*/ 5492778 w 5876984"/>
              <a:gd name="connsiteY1560" fmla="*/ 2028107 h 4550534"/>
              <a:gd name="connsiteX1561" fmla="*/ 5475460 w 5876984"/>
              <a:gd name="connsiteY1561" fmla="*/ 2060438 h 4550534"/>
              <a:gd name="connsiteX1562" fmla="*/ 5449652 w 5876984"/>
              <a:gd name="connsiteY1562" fmla="*/ 2091229 h 4550534"/>
              <a:gd name="connsiteX1563" fmla="*/ 5436748 w 5876984"/>
              <a:gd name="connsiteY1563" fmla="*/ 2084814 h 4550534"/>
              <a:gd name="connsiteX1564" fmla="*/ 5492778 w 5876984"/>
              <a:gd name="connsiteY1564" fmla="*/ 2028107 h 4550534"/>
              <a:gd name="connsiteX1565" fmla="*/ 4387606 w 5876984"/>
              <a:gd name="connsiteY1565" fmla="*/ 2022990 h 4550534"/>
              <a:gd name="connsiteX1566" fmla="*/ 4381660 w 5876984"/>
              <a:gd name="connsiteY1566" fmla="*/ 2024346 h 4550534"/>
              <a:gd name="connsiteX1567" fmla="*/ 4374020 w 5876984"/>
              <a:gd name="connsiteY1567" fmla="*/ 2032875 h 4550534"/>
              <a:gd name="connsiteX1568" fmla="*/ 4390206 w 5876984"/>
              <a:gd name="connsiteY1568" fmla="*/ 2025937 h 4550534"/>
              <a:gd name="connsiteX1569" fmla="*/ 4484641 w 5876984"/>
              <a:gd name="connsiteY1569" fmla="*/ 2020559 h 4550534"/>
              <a:gd name="connsiteX1570" fmla="*/ 4482480 w 5876984"/>
              <a:gd name="connsiteY1570" fmla="*/ 2021085 h 4550534"/>
              <a:gd name="connsiteX1571" fmla="*/ 4480514 w 5876984"/>
              <a:gd name="connsiteY1571" fmla="*/ 2024954 h 4550534"/>
              <a:gd name="connsiteX1572" fmla="*/ 4484944 w 5876984"/>
              <a:gd name="connsiteY1572" fmla="*/ 2021067 h 4550534"/>
              <a:gd name="connsiteX1573" fmla="*/ 4516599 w 5876984"/>
              <a:gd name="connsiteY1573" fmla="*/ 2017223 h 4550534"/>
              <a:gd name="connsiteX1574" fmla="*/ 4508189 w 5876984"/>
              <a:gd name="connsiteY1574" fmla="*/ 2025436 h 4550534"/>
              <a:gd name="connsiteX1575" fmla="*/ 4516599 w 5876984"/>
              <a:gd name="connsiteY1575" fmla="*/ 2040066 h 4550534"/>
              <a:gd name="connsiteX1576" fmla="*/ 4533336 w 5876984"/>
              <a:gd name="connsiteY1576" fmla="*/ 2030698 h 4550534"/>
              <a:gd name="connsiteX1577" fmla="*/ 4536979 w 5876984"/>
              <a:gd name="connsiteY1577" fmla="*/ 2028880 h 4550534"/>
              <a:gd name="connsiteX1578" fmla="*/ 4531060 w 5876984"/>
              <a:gd name="connsiteY1578" fmla="*/ 2022589 h 4550534"/>
              <a:gd name="connsiteX1579" fmla="*/ 4530712 w 5876984"/>
              <a:gd name="connsiteY1579" fmla="*/ 2022138 h 4550534"/>
              <a:gd name="connsiteX1580" fmla="*/ 4522990 w 5876984"/>
              <a:gd name="connsiteY1580" fmla="*/ 2028773 h 4550534"/>
              <a:gd name="connsiteX1581" fmla="*/ 4516599 w 5876984"/>
              <a:gd name="connsiteY1581" fmla="*/ 2017223 h 4550534"/>
              <a:gd name="connsiteX1582" fmla="*/ 4308368 w 5876984"/>
              <a:gd name="connsiteY1582" fmla="*/ 2017223 h 4550534"/>
              <a:gd name="connsiteX1583" fmla="*/ 4299958 w 5876984"/>
              <a:gd name="connsiteY1583" fmla="*/ 2026976 h 4550534"/>
              <a:gd name="connsiteX1584" fmla="*/ 4310764 w 5876984"/>
              <a:gd name="connsiteY1584" fmla="*/ 2027233 h 4550534"/>
              <a:gd name="connsiteX1585" fmla="*/ 4312838 w 5876984"/>
              <a:gd name="connsiteY1585" fmla="*/ 2024400 h 4550534"/>
              <a:gd name="connsiteX1586" fmla="*/ 4310046 w 5876984"/>
              <a:gd name="connsiteY1586" fmla="*/ 2020688 h 4550534"/>
              <a:gd name="connsiteX1587" fmla="*/ 4308516 w 5876984"/>
              <a:gd name="connsiteY1587" fmla="*/ 2017254 h 4550534"/>
              <a:gd name="connsiteX1588" fmla="*/ 5126712 w 5876984"/>
              <a:gd name="connsiteY1588" fmla="*/ 2016789 h 4550534"/>
              <a:gd name="connsiteX1589" fmla="*/ 5151870 w 5876984"/>
              <a:gd name="connsiteY1589" fmla="*/ 2044823 h 4550534"/>
              <a:gd name="connsiteX1590" fmla="*/ 5126712 w 5876984"/>
              <a:gd name="connsiteY1590" fmla="*/ 2016789 h 4550534"/>
              <a:gd name="connsiteX1591" fmla="*/ 4522744 w 5876984"/>
              <a:gd name="connsiteY1591" fmla="*/ 2011801 h 4550534"/>
              <a:gd name="connsiteX1592" fmla="*/ 4522486 w 5876984"/>
              <a:gd name="connsiteY1592" fmla="*/ 2012058 h 4550534"/>
              <a:gd name="connsiteX1593" fmla="*/ 4520972 w 5876984"/>
              <a:gd name="connsiteY1593" fmla="*/ 2015683 h 4550534"/>
              <a:gd name="connsiteX1594" fmla="*/ 4524546 w 5876984"/>
              <a:gd name="connsiteY1594" fmla="*/ 2014140 h 4550534"/>
              <a:gd name="connsiteX1595" fmla="*/ 4499779 w 5876984"/>
              <a:gd name="connsiteY1595" fmla="*/ 2009266 h 4550534"/>
              <a:gd name="connsiteX1596" fmla="*/ 4489524 w 5876984"/>
              <a:gd name="connsiteY1596" fmla="*/ 2010618 h 4550534"/>
              <a:gd name="connsiteX1597" fmla="*/ 4486880 w 5876984"/>
              <a:gd name="connsiteY1597" fmla="*/ 2012426 h 4550534"/>
              <a:gd name="connsiteX1598" fmla="*/ 4484086 w 5876984"/>
              <a:gd name="connsiteY1598" fmla="*/ 2017926 h 4550534"/>
              <a:gd name="connsiteX1599" fmla="*/ 4486646 w 5876984"/>
              <a:gd name="connsiteY1599" fmla="*/ 2019575 h 4550534"/>
              <a:gd name="connsiteX1600" fmla="*/ 4487240 w 5876984"/>
              <a:gd name="connsiteY1600" fmla="*/ 2019053 h 4550534"/>
              <a:gd name="connsiteX1601" fmla="*/ 4487675 w 5876984"/>
              <a:gd name="connsiteY1601" fmla="*/ 2020238 h 4550534"/>
              <a:gd name="connsiteX1602" fmla="*/ 4489519 w 5876984"/>
              <a:gd name="connsiteY1602" fmla="*/ 2021426 h 4550534"/>
              <a:gd name="connsiteX1603" fmla="*/ 4495406 w 5876984"/>
              <a:gd name="connsiteY1603" fmla="*/ 2026976 h 4550534"/>
              <a:gd name="connsiteX1604" fmla="*/ 4499779 w 5876984"/>
              <a:gd name="connsiteY1604" fmla="*/ 2009266 h 4550534"/>
              <a:gd name="connsiteX1605" fmla="*/ 5503789 w 5876984"/>
              <a:gd name="connsiteY1605" fmla="*/ 2006783 h 4550534"/>
              <a:gd name="connsiteX1606" fmla="*/ 5513552 w 5876984"/>
              <a:gd name="connsiteY1606" fmla="*/ 2009511 h 4550534"/>
              <a:gd name="connsiteX1607" fmla="*/ 5496502 w 5876984"/>
              <a:gd name="connsiteY1607" fmla="*/ 2025588 h 4550534"/>
              <a:gd name="connsiteX1608" fmla="*/ 5503789 w 5876984"/>
              <a:gd name="connsiteY1608" fmla="*/ 2006783 h 4550534"/>
              <a:gd name="connsiteX1609" fmla="*/ 4499419 w 5876984"/>
              <a:gd name="connsiteY1609" fmla="*/ 2003846 h 4550534"/>
              <a:gd name="connsiteX1610" fmla="*/ 4498607 w 5876984"/>
              <a:gd name="connsiteY1610" fmla="*/ 2004402 h 4550534"/>
              <a:gd name="connsiteX1611" fmla="*/ 4499779 w 5876984"/>
              <a:gd name="connsiteY1611" fmla="*/ 2004390 h 4550534"/>
              <a:gd name="connsiteX1612" fmla="*/ 4542494 w 5876984"/>
              <a:gd name="connsiteY1612" fmla="*/ 2002854 h 4550534"/>
              <a:gd name="connsiteX1613" fmla="*/ 4538138 w 5876984"/>
              <a:gd name="connsiteY1613" fmla="*/ 2007452 h 4550534"/>
              <a:gd name="connsiteX1614" fmla="*/ 4538564 w 5876984"/>
              <a:gd name="connsiteY1614" fmla="*/ 2008101 h 4550534"/>
              <a:gd name="connsiteX1615" fmla="*/ 4548086 w 5876984"/>
              <a:gd name="connsiteY1615" fmla="*/ 2006399 h 4550534"/>
              <a:gd name="connsiteX1616" fmla="*/ 4571980 w 5876984"/>
              <a:gd name="connsiteY1616" fmla="*/ 2001066 h 4550534"/>
              <a:gd name="connsiteX1617" fmla="*/ 4574326 w 5876984"/>
              <a:gd name="connsiteY1617" fmla="*/ 2014095 h 4550534"/>
              <a:gd name="connsiteX1618" fmla="*/ 4551331 w 5876984"/>
              <a:gd name="connsiteY1618" fmla="*/ 2008455 h 4550534"/>
              <a:gd name="connsiteX1619" fmla="*/ 4550540 w 5876984"/>
              <a:gd name="connsiteY1619" fmla="*/ 2007954 h 4550534"/>
              <a:gd name="connsiteX1620" fmla="*/ 4546644 w 5876984"/>
              <a:gd name="connsiteY1620" fmla="*/ 2009535 h 4550534"/>
              <a:gd name="connsiteX1621" fmla="*/ 4541807 w 5876984"/>
              <a:gd name="connsiteY1621" fmla="*/ 2013035 h 4550534"/>
              <a:gd name="connsiteX1622" fmla="*/ 4542468 w 5876984"/>
              <a:gd name="connsiteY1622" fmla="*/ 2014039 h 4550534"/>
              <a:gd name="connsiteX1623" fmla="*/ 4540070 w 5876984"/>
              <a:gd name="connsiteY1623" fmla="*/ 2026062 h 4550534"/>
              <a:gd name="connsiteX1624" fmla="*/ 4540869 w 5876984"/>
              <a:gd name="connsiteY1624" fmla="*/ 2026940 h 4550534"/>
              <a:gd name="connsiteX1625" fmla="*/ 4542050 w 5876984"/>
              <a:gd name="connsiteY1625" fmla="*/ 2026350 h 4550534"/>
              <a:gd name="connsiteX1626" fmla="*/ 4548558 w 5876984"/>
              <a:gd name="connsiteY1626" fmla="*/ 2019019 h 4550534"/>
              <a:gd name="connsiteX1627" fmla="*/ 4569751 w 5876984"/>
              <a:gd name="connsiteY1627" fmla="*/ 2023897 h 4550534"/>
              <a:gd name="connsiteX1628" fmla="*/ 4580652 w 5876984"/>
              <a:gd name="connsiteY1628" fmla="*/ 2012631 h 4550534"/>
              <a:gd name="connsiteX1629" fmla="*/ 4582052 w 5876984"/>
              <a:gd name="connsiteY1629" fmla="*/ 2010715 h 4550534"/>
              <a:gd name="connsiteX1630" fmla="*/ 4575708 w 5876984"/>
              <a:gd name="connsiteY1630" fmla="*/ 2010135 h 4550534"/>
              <a:gd name="connsiteX1631" fmla="*/ 4571980 w 5876984"/>
              <a:gd name="connsiteY1631" fmla="*/ 2001066 h 4550534"/>
              <a:gd name="connsiteX1632" fmla="*/ 5336464 w 5876984"/>
              <a:gd name="connsiteY1632" fmla="*/ 2000945 h 4550534"/>
              <a:gd name="connsiteX1633" fmla="*/ 5321900 w 5876984"/>
              <a:gd name="connsiteY1633" fmla="*/ 2028979 h 4550534"/>
              <a:gd name="connsiteX1634" fmla="*/ 5336464 w 5876984"/>
              <a:gd name="connsiteY1634" fmla="*/ 2000945 h 4550534"/>
              <a:gd name="connsiteX1635" fmla="*/ 4559128 w 5876984"/>
              <a:gd name="connsiteY1635" fmla="*/ 1983780 h 4550534"/>
              <a:gd name="connsiteX1636" fmla="*/ 4557428 w 5876984"/>
              <a:gd name="connsiteY1636" fmla="*/ 1984856 h 4550534"/>
              <a:gd name="connsiteX1637" fmla="*/ 4559582 w 5876984"/>
              <a:gd name="connsiteY1637" fmla="*/ 1991358 h 4550534"/>
              <a:gd name="connsiteX1638" fmla="*/ 4567062 w 5876984"/>
              <a:gd name="connsiteY1638" fmla="*/ 1987876 h 4550534"/>
              <a:gd name="connsiteX1639" fmla="*/ 4562896 w 5876984"/>
              <a:gd name="connsiteY1639" fmla="*/ 1985492 h 4550534"/>
              <a:gd name="connsiteX1640" fmla="*/ 4559128 w 5876984"/>
              <a:gd name="connsiteY1640" fmla="*/ 1983780 h 4550534"/>
              <a:gd name="connsiteX1641" fmla="*/ 3675869 w 5876984"/>
              <a:gd name="connsiteY1641" fmla="*/ 1981467 h 4550534"/>
              <a:gd name="connsiteX1642" fmla="*/ 3669754 w 5876984"/>
              <a:gd name="connsiteY1642" fmla="*/ 1987002 h 4550534"/>
              <a:gd name="connsiteX1643" fmla="*/ 3669592 w 5876984"/>
              <a:gd name="connsiteY1643" fmla="*/ 1987318 h 4550534"/>
              <a:gd name="connsiteX1644" fmla="*/ 3674924 w 5876984"/>
              <a:gd name="connsiteY1644" fmla="*/ 1989759 h 4550534"/>
              <a:gd name="connsiteX1645" fmla="*/ 3676162 w 5876984"/>
              <a:gd name="connsiteY1645" fmla="*/ 1981756 h 4550534"/>
              <a:gd name="connsiteX1646" fmla="*/ 3677602 w 5876984"/>
              <a:gd name="connsiteY1646" fmla="*/ 1969323 h 4550534"/>
              <a:gd name="connsiteX1647" fmla="*/ 3674587 w 5876984"/>
              <a:gd name="connsiteY1647" fmla="*/ 1970219 h 4550534"/>
              <a:gd name="connsiteX1648" fmla="*/ 3665800 w 5876984"/>
              <a:gd name="connsiteY1648" fmla="*/ 1974135 h 4550534"/>
              <a:gd name="connsiteX1649" fmla="*/ 3665301 w 5876984"/>
              <a:gd name="connsiteY1649" fmla="*/ 1974719 h 4550534"/>
              <a:gd name="connsiteX1650" fmla="*/ 3673858 w 5876984"/>
              <a:gd name="connsiteY1650" fmla="*/ 1976885 h 4550534"/>
              <a:gd name="connsiteX1651" fmla="*/ 3679052 w 5876984"/>
              <a:gd name="connsiteY1651" fmla="*/ 1969727 h 4550534"/>
              <a:gd name="connsiteX1652" fmla="*/ 3679112 w 5876984"/>
              <a:gd name="connsiteY1652" fmla="*/ 1969462 h 4550534"/>
              <a:gd name="connsiteX1653" fmla="*/ 5555254 w 5876984"/>
              <a:gd name="connsiteY1653" fmla="*/ 1960202 h 4550534"/>
              <a:gd name="connsiteX1654" fmla="*/ 5574371 w 5876984"/>
              <a:gd name="connsiteY1654" fmla="*/ 1971873 h 4550534"/>
              <a:gd name="connsiteX1655" fmla="*/ 5538485 w 5876984"/>
              <a:gd name="connsiteY1655" fmla="*/ 1984841 h 4550534"/>
              <a:gd name="connsiteX1656" fmla="*/ 5555254 w 5876984"/>
              <a:gd name="connsiteY1656" fmla="*/ 1960202 h 4550534"/>
              <a:gd name="connsiteX1657" fmla="*/ 3822514 w 5876984"/>
              <a:gd name="connsiteY1657" fmla="*/ 1957660 h 4550534"/>
              <a:gd name="connsiteX1658" fmla="*/ 3818021 w 5876984"/>
              <a:gd name="connsiteY1658" fmla="*/ 1961655 h 4550534"/>
              <a:gd name="connsiteX1659" fmla="*/ 3811574 w 5876984"/>
              <a:gd name="connsiteY1659" fmla="*/ 1973735 h 4550534"/>
              <a:gd name="connsiteX1660" fmla="*/ 3824938 w 5876984"/>
              <a:gd name="connsiteY1660" fmla="*/ 1976989 h 4550534"/>
              <a:gd name="connsiteX1661" fmla="*/ 3821421 w 5876984"/>
              <a:gd name="connsiteY1661" fmla="*/ 1978899 h 4550534"/>
              <a:gd name="connsiteX1662" fmla="*/ 3823361 w 5876984"/>
              <a:gd name="connsiteY1662" fmla="*/ 1979589 h 4550534"/>
              <a:gd name="connsiteX1663" fmla="*/ 3834378 w 5876984"/>
              <a:gd name="connsiteY1663" fmla="*/ 1976926 h 4550534"/>
              <a:gd name="connsiteX1664" fmla="*/ 3830005 w 5876984"/>
              <a:gd name="connsiteY1664" fmla="*/ 1958959 h 4550534"/>
              <a:gd name="connsiteX1665" fmla="*/ 3822514 w 5876984"/>
              <a:gd name="connsiteY1665" fmla="*/ 1957660 h 4550534"/>
              <a:gd name="connsiteX1666" fmla="*/ 4586500 w 5876984"/>
              <a:gd name="connsiteY1666" fmla="*/ 1956160 h 4550534"/>
              <a:gd name="connsiteX1667" fmla="*/ 4586907 w 5876984"/>
              <a:gd name="connsiteY1667" fmla="*/ 1958959 h 4550534"/>
              <a:gd name="connsiteX1668" fmla="*/ 4591527 w 5876984"/>
              <a:gd name="connsiteY1668" fmla="*/ 1957515 h 4550534"/>
              <a:gd name="connsiteX1669" fmla="*/ 4616510 w 5876984"/>
              <a:gd name="connsiteY1669" fmla="*/ 1952543 h 4550534"/>
              <a:gd name="connsiteX1670" fmla="*/ 4582734 w 5876984"/>
              <a:gd name="connsiteY1670" fmla="*/ 1970229 h 4550534"/>
              <a:gd name="connsiteX1671" fmla="*/ 4584506 w 5876984"/>
              <a:gd name="connsiteY1671" fmla="*/ 1979756 h 4550534"/>
              <a:gd name="connsiteX1672" fmla="*/ 4597446 w 5876984"/>
              <a:gd name="connsiteY1672" fmla="*/ 1973731 h 4550534"/>
              <a:gd name="connsiteX1673" fmla="*/ 4631570 w 5876984"/>
              <a:gd name="connsiteY1673" fmla="*/ 1956388 h 4550534"/>
              <a:gd name="connsiteX1674" fmla="*/ 4627959 w 5876984"/>
              <a:gd name="connsiteY1674" fmla="*/ 1957704 h 4550534"/>
              <a:gd name="connsiteX1675" fmla="*/ 4616510 w 5876984"/>
              <a:gd name="connsiteY1675" fmla="*/ 1952543 h 4550534"/>
              <a:gd name="connsiteX1676" fmla="*/ 4640594 w 5876984"/>
              <a:gd name="connsiteY1676" fmla="*/ 1942491 h 4550534"/>
              <a:gd name="connsiteX1677" fmla="*/ 4632936 w 5876984"/>
              <a:gd name="connsiteY1677" fmla="*/ 1945893 h 4550534"/>
              <a:gd name="connsiteX1678" fmla="*/ 4629364 w 5876984"/>
              <a:gd name="connsiteY1678" fmla="*/ 1947208 h 4550534"/>
              <a:gd name="connsiteX1679" fmla="*/ 4633545 w 5876984"/>
              <a:gd name="connsiteY1679" fmla="*/ 1955384 h 4550534"/>
              <a:gd name="connsiteX1680" fmla="*/ 4635644 w 5876984"/>
              <a:gd name="connsiteY1680" fmla="*/ 1954317 h 4550534"/>
              <a:gd name="connsiteX1681" fmla="*/ 4639887 w 5876984"/>
              <a:gd name="connsiteY1681" fmla="*/ 1950599 h 4550534"/>
              <a:gd name="connsiteX1682" fmla="*/ 4639510 w 5876984"/>
              <a:gd name="connsiteY1682" fmla="*/ 1950885 h 4550534"/>
              <a:gd name="connsiteX1683" fmla="*/ 3949091 w 5876984"/>
              <a:gd name="connsiteY1683" fmla="*/ 1939452 h 4550534"/>
              <a:gd name="connsiteX1684" fmla="*/ 3934289 w 5876984"/>
              <a:gd name="connsiteY1684" fmla="*/ 1957419 h 4550534"/>
              <a:gd name="connsiteX1685" fmla="*/ 3936565 w 5876984"/>
              <a:gd name="connsiteY1685" fmla="*/ 1956869 h 4550534"/>
              <a:gd name="connsiteX1686" fmla="*/ 3936692 w 5876984"/>
              <a:gd name="connsiteY1686" fmla="*/ 1955671 h 4550534"/>
              <a:gd name="connsiteX1687" fmla="*/ 3941689 w 5876984"/>
              <a:gd name="connsiteY1687" fmla="*/ 1955628 h 4550534"/>
              <a:gd name="connsiteX1688" fmla="*/ 3947409 w 5876984"/>
              <a:gd name="connsiteY1688" fmla="*/ 1954243 h 4550534"/>
              <a:gd name="connsiteX1689" fmla="*/ 3953148 w 5876984"/>
              <a:gd name="connsiteY1689" fmla="*/ 1947729 h 4550534"/>
              <a:gd name="connsiteX1690" fmla="*/ 3953263 w 5876984"/>
              <a:gd name="connsiteY1690" fmla="*/ 1944357 h 4550534"/>
              <a:gd name="connsiteX1691" fmla="*/ 3956120 w 5876984"/>
              <a:gd name="connsiteY1691" fmla="*/ 1944357 h 4550534"/>
              <a:gd name="connsiteX1692" fmla="*/ 3957501 w 5876984"/>
              <a:gd name="connsiteY1692" fmla="*/ 1942789 h 4550534"/>
              <a:gd name="connsiteX1693" fmla="*/ 3949091 w 5876984"/>
              <a:gd name="connsiteY1693" fmla="*/ 1939452 h 4550534"/>
              <a:gd name="connsiteX1694" fmla="*/ 3965911 w 5876984"/>
              <a:gd name="connsiteY1694" fmla="*/ 1936116 h 4550534"/>
              <a:gd name="connsiteX1695" fmla="*/ 3967609 w 5876984"/>
              <a:gd name="connsiteY1695" fmla="*/ 1942156 h 4550534"/>
              <a:gd name="connsiteX1696" fmla="*/ 3965513 w 5876984"/>
              <a:gd name="connsiteY1696" fmla="*/ 1944357 h 4550534"/>
              <a:gd name="connsiteX1697" fmla="*/ 3966007 w 5876984"/>
              <a:gd name="connsiteY1697" fmla="*/ 1944357 h 4550534"/>
              <a:gd name="connsiteX1698" fmla="*/ 3967827 w 5876984"/>
              <a:gd name="connsiteY1698" fmla="*/ 1944357 h 4550534"/>
              <a:gd name="connsiteX1699" fmla="*/ 3966694 w 5876984"/>
              <a:gd name="connsiteY1699" fmla="*/ 1949108 h 4550534"/>
              <a:gd name="connsiteX1700" fmla="*/ 3969906 w 5876984"/>
              <a:gd name="connsiteY1700" fmla="*/ 1945933 h 4550534"/>
              <a:gd name="connsiteX1701" fmla="*/ 3965911 w 5876984"/>
              <a:gd name="connsiteY1701" fmla="*/ 1936116 h 4550534"/>
              <a:gd name="connsiteX1702" fmla="*/ 4128034 w 5876984"/>
              <a:gd name="connsiteY1702" fmla="*/ 1931691 h 4550534"/>
              <a:gd name="connsiteX1703" fmla="*/ 4125170 w 5876984"/>
              <a:gd name="connsiteY1703" fmla="*/ 1931862 h 4550534"/>
              <a:gd name="connsiteX1704" fmla="*/ 4125405 w 5876984"/>
              <a:gd name="connsiteY1704" fmla="*/ 1934761 h 4550534"/>
              <a:gd name="connsiteX1705" fmla="*/ 4128140 w 5876984"/>
              <a:gd name="connsiteY1705" fmla="*/ 1933421 h 4550534"/>
              <a:gd name="connsiteX1706" fmla="*/ 4680298 w 5876984"/>
              <a:gd name="connsiteY1706" fmla="*/ 1925117 h 4550534"/>
              <a:gd name="connsiteX1707" fmla="*/ 4682330 w 5876984"/>
              <a:gd name="connsiteY1707" fmla="*/ 1931702 h 4550534"/>
              <a:gd name="connsiteX1708" fmla="*/ 4683992 w 5876984"/>
              <a:gd name="connsiteY1708" fmla="*/ 1931500 h 4550534"/>
              <a:gd name="connsiteX1709" fmla="*/ 4684185 w 5876984"/>
              <a:gd name="connsiteY1709" fmla="*/ 1937721 h 4550534"/>
              <a:gd name="connsiteX1710" fmla="*/ 4684228 w 5876984"/>
              <a:gd name="connsiteY1710" fmla="*/ 1937860 h 4550534"/>
              <a:gd name="connsiteX1711" fmla="*/ 4686521 w 5876984"/>
              <a:gd name="connsiteY1711" fmla="*/ 1937860 h 4550534"/>
              <a:gd name="connsiteX1712" fmla="*/ 4682263 w 5876984"/>
              <a:gd name="connsiteY1712" fmla="*/ 1942608 h 4550534"/>
              <a:gd name="connsiteX1713" fmla="*/ 4677506 w 5876984"/>
              <a:gd name="connsiteY1713" fmla="*/ 1941496 h 4550534"/>
              <a:gd name="connsiteX1714" fmla="*/ 4659269 w 5876984"/>
              <a:gd name="connsiteY1714" fmla="*/ 1946355 h 4550534"/>
              <a:gd name="connsiteX1715" fmla="*/ 4664585 w 5876984"/>
              <a:gd name="connsiteY1715" fmla="*/ 1933855 h 4550534"/>
              <a:gd name="connsiteX1716" fmla="*/ 4674880 w 5876984"/>
              <a:gd name="connsiteY1716" fmla="*/ 1932606 h 4550534"/>
              <a:gd name="connsiteX1717" fmla="*/ 4049002 w 5876984"/>
              <a:gd name="connsiteY1717" fmla="*/ 1915069 h 4550534"/>
              <a:gd name="connsiteX1718" fmla="*/ 4051020 w 5876984"/>
              <a:gd name="connsiteY1718" fmla="*/ 1928159 h 4550534"/>
              <a:gd name="connsiteX1719" fmla="*/ 4038236 w 5876984"/>
              <a:gd name="connsiteY1719" fmla="*/ 1919946 h 4550534"/>
              <a:gd name="connsiteX1720" fmla="*/ 4027808 w 5876984"/>
              <a:gd name="connsiteY1720" fmla="*/ 1929699 h 4550534"/>
              <a:gd name="connsiteX1721" fmla="*/ 4046984 w 5876984"/>
              <a:gd name="connsiteY1721" fmla="*/ 1933036 h 4550534"/>
              <a:gd name="connsiteX1722" fmla="*/ 4021416 w 5876984"/>
              <a:gd name="connsiteY1722" fmla="*/ 1944329 h 4550534"/>
              <a:gd name="connsiteX1723" fmla="*/ 4002242 w 5876984"/>
              <a:gd name="connsiteY1723" fmla="*/ 1934576 h 4550534"/>
              <a:gd name="connsiteX1724" fmla="*/ 4010652 w 5876984"/>
              <a:gd name="connsiteY1724" fmla="*/ 1942789 h 4550534"/>
              <a:gd name="connsiteX1725" fmla="*/ 3985086 w 5876984"/>
              <a:gd name="connsiteY1725" fmla="*/ 1952543 h 4550534"/>
              <a:gd name="connsiteX1726" fmla="*/ 3986803 w 5876984"/>
              <a:gd name="connsiteY1726" fmla="*/ 1952424 h 4550534"/>
              <a:gd name="connsiteX1727" fmla="*/ 3988594 w 5876984"/>
              <a:gd name="connsiteY1727" fmla="*/ 1950846 h 4550534"/>
              <a:gd name="connsiteX1728" fmla="*/ 3994785 w 5876984"/>
              <a:gd name="connsiteY1728" fmla="*/ 1951755 h 4550534"/>
              <a:gd name="connsiteX1729" fmla="*/ 3994857 w 5876984"/>
              <a:gd name="connsiteY1729" fmla="*/ 1951865 h 4550534"/>
              <a:gd name="connsiteX1730" fmla="*/ 4032729 w 5876984"/>
              <a:gd name="connsiteY1730" fmla="*/ 1949238 h 4550534"/>
              <a:gd name="connsiteX1731" fmla="*/ 4078605 w 5876984"/>
              <a:gd name="connsiteY1731" fmla="*/ 1936116 h 4550534"/>
              <a:gd name="connsiteX1732" fmla="*/ 4061786 w 5876984"/>
              <a:gd name="connsiteY1732" fmla="*/ 1934576 h 4550534"/>
              <a:gd name="connsiteX1733" fmla="*/ 4063804 w 5876984"/>
              <a:gd name="connsiteY1733" fmla="*/ 1915069 h 4550534"/>
              <a:gd name="connsiteX1734" fmla="*/ 4049002 w 5876984"/>
              <a:gd name="connsiteY1734" fmla="*/ 1915069 h 4550534"/>
              <a:gd name="connsiteX1735" fmla="*/ 4136130 w 5876984"/>
              <a:gd name="connsiteY1735" fmla="*/ 1898899 h 4550534"/>
              <a:gd name="connsiteX1736" fmla="*/ 4131756 w 5876984"/>
              <a:gd name="connsiteY1736" fmla="*/ 1913529 h 4550534"/>
              <a:gd name="connsiteX1737" fmla="*/ 4136130 w 5876984"/>
              <a:gd name="connsiteY1737" fmla="*/ 1898899 h 4550534"/>
              <a:gd name="connsiteX1738" fmla="*/ 4122463 w 5876984"/>
              <a:gd name="connsiteY1738" fmla="*/ 1887734 h 4550534"/>
              <a:gd name="connsiteX1739" fmla="*/ 4112582 w 5876984"/>
              <a:gd name="connsiteY1739" fmla="*/ 1892482 h 4550534"/>
              <a:gd name="connsiteX1740" fmla="*/ 4100134 w 5876984"/>
              <a:gd name="connsiteY1740" fmla="*/ 1905316 h 4550534"/>
              <a:gd name="connsiteX1741" fmla="*/ 4097780 w 5876984"/>
              <a:gd name="connsiteY1741" fmla="*/ 1890942 h 4550534"/>
              <a:gd name="connsiteX1742" fmla="*/ 4089370 w 5876984"/>
              <a:gd name="connsiteY1742" fmla="*/ 1905316 h 4550534"/>
              <a:gd name="connsiteX1743" fmla="*/ 4106526 w 5876984"/>
              <a:gd name="connsiteY1743" fmla="*/ 1910193 h 4550534"/>
              <a:gd name="connsiteX1744" fmla="*/ 4082978 w 5876984"/>
              <a:gd name="connsiteY1744" fmla="*/ 1915069 h 4550534"/>
              <a:gd name="connsiteX1745" fmla="*/ 4078605 w 5876984"/>
              <a:gd name="connsiteY1745" fmla="*/ 1926619 h 4550534"/>
              <a:gd name="connsiteX1746" fmla="*/ 4100134 w 5876984"/>
              <a:gd name="connsiteY1746" fmla="*/ 1923283 h 4550534"/>
              <a:gd name="connsiteX1747" fmla="*/ 4087352 w 5876984"/>
              <a:gd name="connsiteY1747" fmla="*/ 1936116 h 4550534"/>
              <a:gd name="connsiteX1748" fmla="*/ 4103456 w 5876984"/>
              <a:gd name="connsiteY1748" fmla="*/ 1932908 h 4550534"/>
              <a:gd name="connsiteX1749" fmla="*/ 4120790 w 5876984"/>
              <a:gd name="connsiteY1749" fmla="*/ 1929796 h 4550534"/>
              <a:gd name="connsiteX1750" fmla="*/ 4122068 w 5876984"/>
              <a:gd name="connsiteY1750" fmla="*/ 1923653 h 4550534"/>
              <a:gd name="connsiteX1751" fmla="*/ 4120229 w 5876984"/>
              <a:gd name="connsiteY1751" fmla="*/ 1924225 h 4550534"/>
              <a:gd name="connsiteX1752" fmla="*/ 4108544 w 5876984"/>
              <a:gd name="connsiteY1752" fmla="*/ 1924822 h 4550534"/>
              <a:gd name="connsiteX1753" fmla="*/ 4118973 w 5876984"/>
              <a:gd name="connsiteY1753" fmla="*/ 1921743 h 4550534"/>
              <a:gd name="connsiteX1754" fmla="*/ 4110563 w 5876984"/>
              <a:gd name="connsiteY1754" fmla="*/ 1911989 h 4550534"/>
              <a:gd name="connsiteX1755" fmla="*/ 4118973 w 5876984"/>
              <a:gd name="connsiteY1755" fmla="*/ 1916866 h 4550534"/>
              <a:gd name="connsiteX1756" fmla="*/ 4114936 w 5876984"/>
              <a:gd name="connsiteY1756" fmla="*/ 1905316 h 4550534"/>
              <a:gd name="connsiteX1757" fmla="*/ 4134112 w 5876984"/>
              <a:gd name="connsiteY1757" fmla="*/ 1889146 h 4550534"/>
              <a:gd name="connsiteX1758" fmla="*/ 4122463 w 5876984"/>
              <a:gd name="connsiteY1758" fmla="*/ 1887734 h 4550534"/>
              <a:gd name="connsiteX1759" fmla="*/ 4237870 w 5876984"/>
              <a:gd name="connsiteY1759" fmla="*/ 1886942 h 4550534"/>
              <a:gd name="connsiteX1760" fmla="*/ 4252648 w 5876984"/>
              <a:gd name="connsiteY1760" fmla="*/ 1887073 h 4550534"/>
              <a:gd name="connsiteX1761" fmla="*/ 4248390 w 5876984"/>
              <a:gd name="connsiteY1761" fmla="*/ 1895430 h 4550534"/>
              <a:gd name="connsiteX1762" fmla="*/ 4227758 w 5876984"/>
              <a:gd name="connsiteY1762" fmla="*/ 1895430 h 4550534"/>
              <a:gd name="connsiteX1763" fmla="*/ 4237870 w 5876984"/>
              <a:gd name="connsiteY1763" fmla="*/ 1886942 h 4550534"/>
              <a:gd name="connsiteX1764" fmla="*/ 4741399 w 5876984"/>
              <a:gd name="connsiteY1764" fmla="*/ 1879072 h 4550534"/>
              <a:gd name="connsiteX1765" fmla="*/ 4733578 w 5876984"/>
              <a:gd name="connsiteY1765" fmla="*/ 1886065 h 4550534"/>
              <a:gd name="connsiteX1766" fmla="*/ 4758808 w 5876984"/>
              <a:gd name="connsiteY1766" fmla="*/ 1879392 h 4550534"/>
              <a:gd name="connsiteX1767" fmla="*/ 4741399 w 5876984"/>
              <a:gd name="connsiteY1767" fmla="*/ 1879072 h 4550534"/>
              <a:gd name="connsiteX1768" fmla="*/ 4832672 w 5876984"/>
              <a:gd name="connsiteY1768" fmla="*/ 1869661 h 4550534"/>
              <a:gd name="connsiteX1769" fmla="*/ 4818160 w 5876984"/>
              <a:gd name="connsiteY1769" fmla="*/ 1888650 h 4550534"/>
              <a:gd name="connsiteX1770" fmla="*/ 4832672 w 5876984"/>
              <a:gd name="connsiteY1770" fmla="*/ 1869661 h 4550534"/>
              <a:gd name="connsiteX1771" fmla="*/ 4269064 w 5876984"/>
              <a:gd name="connsiteY1771" fmla="*/ 1863238 h 4550534"/>
              <a:gd name="connsiteX1772" fmla="*/ 4271069 w 5876984"/>
              <a:gd name="connsiteY1772" fmla="*/ 1869484 h 4550534"/>
              <a:gd name="connsiteX1773" fmla="*/ 4250008 w 5876984"/>
              <a:gd name="connsiteY1773" fmla="*/ 1874232 h 4550534"/>
              <a:gd name="connsiteX1774" fmla="*/ 4267058 w 5876984"/>
              <a:gd name="connsiteY1774" fmla="*/ 1864737 h 4550534"/>
              <a:gd name="connsiteX1775" fmla="*/ 4269064 w 5876984"/>
              <a:gd name="connsiteY1775" fmla="*/ 1863238 h 4550534"/>
              <a:gd name="connsiteX1776" fmla="*/ 4779644 w 5876984"/>
              <a:gd name="connsiteY1776" fmla="*/ 1862305 h 4550534"/>
              <a:gd name="connsiteX1777" fmla="*/ 4780013 w 5876984"/>
              <a:gd name="connsiteY1777" fmla="*/ 1863192 h 4550534"/>
              <a:gd name="connsiteX1778" fmla="*/ 4782414 w 5876984"/>
              <a:gd name="connsiteY1778" fmla="*/ 1862772 h 4550534"/>
              <a:gd name="connsiteX1779" fmla="*/ 4903461 w 5876984"/>
              <a:gd name="connsiteY1779" fmla="*/ 1856806 h 4550534"/>
              <a:gd name="connsiteX1780" fmla="*/ 4890678 w 5876984"/>
              <a:gd name="connsiteY1780" fmla="*/ 1861682 h 4550534"/>
              <a:gd name="connsiteX1781" fmla="*/ 4891014 w 5876984"/>
              <a:gd name="connsiteY1781" fmla="*/ 1869543 h 4550534"/>
              <a:gd name="connsiteX1782" fmla="*/ 4899232 w 5876984"/>
              <a:gd name="connsiteY1782" fmla="*/ 1871392 h 4550534"/>
              <a:gd name="connsiteX1783" fmla="*/ 4899546 w 5876984"/>
              <a:gd name="connsiteY1783" fmla="*/ 1870994 h 4550534"/>
              <a:gd name="connsiteX1784" fmla="*/ 4839314 w 5876984"/>
              <a:gd name="connsiteY1784" fmla="*/ 1856080 h 4550534"/>
              <a:gd name="connsiteX1785" fmla="*/ 4837021 w 5876984"/>
              <a:gd name="connsiteY1785" fmla="*/ 1870863 h 4550534"/>
              <a:gd name="connsiteX1786" fmla="*/ 4839314 w 5876984"/>
              <a:gd name="connsiteY1786" fmla="*/ 1856080 h 4550534"/>
              <a:gd name="connsiteX1787" fmla="*/ 4278688 w 5876984"/>
              <a:gd name="connsiteY1787" fmla="*/ 1856080 h 4550534"/>
              <a:gd name="connsiteX1788" fmla="*/ 4291214 w 5876984"/>
              <a:gd name="connsiteY1788" fmla="*/ 1859350 h 4550534"/>
              <a:gd name="connsiteX1789" fmla="*/ 4276710 w 5876984"/>
              <a:gd name="connsiteY1789" fmla="*/ 1867146 h 4550534"/>
              <a:gd name="connsiteX1790" fmla="*/ 4278688 w 5876984"/>
              <a:gd name="connsiteY1790" fmla="*/ 1856080 h 4550534"/>
              <a:gd name="connsiteX1791" fmla="*/ 4780378 w 5876984"/>
              <a:gd name="connsiteY1791" fmla="*/ 1843718 h 4550534"/>
              <a:gd name="connsiteX1792" fmla="*/ 4780339 w 5876984"/>
              <a:gd name="connsiteY1792" fmla="*/ 1843736 h 4550534"/>
              <a:gd name="connsiteX1793" fmla="*/ 4780442 w 5876984"/>
              <a:gd name="connsiteY1793" fmla="*/ 1846384 h 4550534"/>
              <a:gd name="connsiteX1794" fmla="*/ 4783322 w 5876984"/>
              <a:gd name="connsiteY1794" fmla="*/ 1844546 h 4550534"/>
              <a:gd name="connsiteX1795" fmla="*/ 4784038 w 5876984"/>
              <a:gd name="connsiteY1795" fmla="*/ 1843951 h 4550534"/>
              <a:gd name="connsiteX1796" fmla="*/ 4843506 w 5876984"/>
              <a:gd name="connsiteY1796" fmla="*/ 1839103 h 4550534"/>
              <a:gd name="connsiteX1797" fmla="*/ 4854356 w 5876984"/>
              <a:gd name="connsiteY1797" fmla="*/ 1839103 h 4550534"/>
              <a:gd name="connsiteX1798" fmla="*/ 4845880 w 5876984"/>
              <a:gd name="connsiteY1798" fmla="*/ 1852423 h 4550534"/>
              <a:gd name="connsiteX1799" fmla="*/ 4832994 w 5876984"/>
              <a:gd name="connsiteY1799" fmla="*/ 1845894 h 4550534"/>
              <a:gd name="connsiteX1800" fmla="*/ 4843506 w 5876984"/>
              <a:gd name="connsiteY1800" fmla="*/ 1839103 h 4550534"/>
              <a:gd name="connsiteX1801" fmla="*/ 4807233 w 5876984"/>
              <a:gd name="connsiteY1801" fmla="*/ 1831657 h 4550534"/>
              <a:gd name="connsiteX1802" fmla="*/ 4803986 w 5876984"/>
              <a:gd name="connsiteY1802" fmla="*/ 1833034 h 4550534"/>
              <a:gd name="connsiteX1803" fmla="*/ 4801450 w 5876984"/>
              <a:gd name="connsiteY1803" fmla="*/ 1841856 h 4550534"/>
              <a:gd name="connsiteX1804" fmla="*/ 4804245 w 5876984"/>
              <a:gd name="connsiteY1804" fmla="*/ 1842301 h 4550534"/>
              <a:gd name="connsiteX1805" fmla="*/ 4806438 w 5876984"/>
              <a:gd name="connsiteY1805" fmla="*/ 1834797 h 4550534"/>
              <a:gd name="connsiteX1806" fmla="*/ 4896524 w 5876984"/>
              <a:gd name="connsiteY1806" fmla="*/ 1821553 h 4550534"/>
              <a:gd name="connsiteX1807" fmla="*/ 4886130 w 5876984"/>
              <a:gd name="connsiteY1807" fmla="*/ 1824640 h 4550534"/>
              <a:gd name="connsiteX1808" fmla="*/ 4890782 w 5876984"/>
              <a:gd name="connsiteY1808" fmla="*/ 1830238 h 4550534"/>
              <a:gd name="connsiteX1809" fmla="*/ 4891040 w 5876984"/>
              <a:gd name="connsiteY1809" fmla="*/ 1830658 h 4550534"/>
              <a:gd name="connsiteX1810" fmla="*/ 4902030 w 5876984"/>
              <a:gd name="connsiteY1810" fmla="*/ 1823875 h 4550534"/>
              <a:gd name="connsiteX1811" fmla="*/ 4421801 w 5876984"/>
              <a:gd name="connsiteY1811" fmla="*/ 1816867 h 4550534"/>
              <a:gd name="connsiteX1812" fmla="*/ 4431214 w 5876984"/>
              <a:gd name="connsiteY1812" fmla="*/ 1818998 h 4550534"/>
              <a:gd name="connsiteX1813" fmla="*/ 4420602 w 5876984"/>
              <a:gd name="connsiteY1813" fmla="*/ 1825922 h 4550534"/>
              <a:gd name="connsiteX1814" fmla="*/ 4421801 w 5876984"/>
              <a:gd name="connsiteY1814" fmla="*/ 1816867 h 4550534"/>
              <a:gd name="connsiteX1815" fmla="*/ 4376166 w 5876984"/>
              <a:gd name="connsiteY1815" fmla="*/ 1806283 h 4550534"/>
              <a:gd name="connsiteX1816" fmla="*/ 4389529 w 5876984"/>
              <a:gd name="connsiteY1816" fmla="*/ 1815901 h 4550534"/>
              <a:gd name="connsiteX1817" fmla="*/ 4399144 w 5876984"/>
              <a:gd name="connsiteY1817" fmla="*/ 1810810 h 4550534"/>
              <a:gd name="connsiteX1818" fmla="*/ 4371650 w 5876984"/>
              <a:gd name="connsiteY1818" fmla="*/ 1823764 h 4550534"/>
              <a:gd name="connsiteX1819" fmla="*/ 4382685 w 5876984"/>
              <a:gd name="connsiteY1819" fmla="*/ 1819295 h 4550534"/>
              <a:gd name="connsiteX1820" fmla="*/ 4380500 w 5876984"/>
              <a:gd name="connsiteY1820" fmla="*/ 1816003 h 4550534"/>
              <a:gd name="connsiteX1821" fmla="*/ 4340498 w 5876984"/>
              <a:gd name="connsiteY1821" fmla="*/ 1843374 h 4550534"/>
              <a:gd name="connsiteX1822" fmla="*/ 4340708 w 5876984"/>
              <a:gd name="connsiteY1822" fmla="*/ 1842852 h 4550534"/>
              <a:gd name="connsiteX1823" fmla="*/ 4339548 w 5876984"/>
              <a:gd name="connsiteY1823" fmla="*/ 1844251 h 4550534"/>
              <a:gd name="connsiteX1824" fmla="*/ 4322697 w 5876984"/>
              <a:gd name="connsiteY1824" fmla="*/ 1852434 h 4550534"/>
              <a:gd name="connsiteX1825" fmla="*/ 4333946 w 5876984"/>
              <a:gd name="connsiteY1825" fmla="*/ 1842471 h 4550534"/>
              <a:gd name="connsiteX1826" fmla="*/ 4343162 w 5876984"/>
              <a:gd name="connsiteY1826" fmla="*/ 1836757 h 4550534"/>
              <a:gd name="connsiteX1827" fmla="*/ 4345134 w 5876984"/>
              <a:gd name="connsiteY1827" fmla="*/ 1831859 h 4550534"/>
              <a:gd name="connsiteX1828" fmla="*/ 4376166 w 5876984"/>
              <a:gd name="connsiteY1828" fmla="*/ 1806283 h 4550534"/>
              <a:gd name="connsiteX1829" fmla="*/ 49363 w 5876984"/>
              <a:gd name="connsiteY1829" fmla="*/ 1805151 h 4550534"/>
              <a:gd name="connsiteX1830" fmla="*/ 61972 w 5876984"/>
              <a:gd name="connsiteY1830" fmla="*/ 1812998 h 4550534"/>
              <a:gd name="connsiteX1831" fmla="*/ 34763 w 5876984"/>
              <a:gd name="connsiteY1831" fmla="*/ 1838567 h 4550534"/>
              <a:gd name="connsiteX1832" fmla="*/ 22154 w 5876984"/>
              <a:gd name="connsiteY1832" fmla="*/ 1843377 h 4550534"/>
              <a:gd name="connsiteX1833" fmla="*/ 30449 w 5876984"/>
              <a:gd name="connsiteY1833" fmla="*/ 1821099 h 4550534"/>
              <a:gd name="connsiteX1834" fmla="*/ 49363 w 5876984"/>
              <a:gd name="connsiteY1834" fmla="*/ 1805151 h 4550534"/>
              <a:gd name="connsiteX1835" fmla="*/ 286824 w 5876984"/>
              <a:gd name="connsiteY1835" fmla="*/ 1800202 h 4550534"/>
              <a:gd name="connsiteX1836" fmla="*/ 256882 w 5876984"/>
              <a:gd name="connsiteY1836" fmla="*/ 1826120 h 4550534"/>
              <a:gd name="connsiteX1837" fmla="*/ 240060 w 5876984"/>
              <a:gd name="connsiteY1837" fmla="*/ 1821245 h 4550534"/>
              <a:gd name="connsiteX1838" fmla="*/ 222902 w 5876984"/>
              <a:gd name="connsiteY1838" fmla="*/ 1871541 h 4550534"/>
              <a:gd name="connsiteX1839" fmla="*/ 235686 w 5876984"/>
              <a:gd name="connsiteY1839" fmla="*/ 1874620 h 4550534"/>
              <a:gd name="connsiteX1840" fmla="*/ 261255 w 5876984"/>
              <a:gd name="connsiteY1840" fmla="*/ 1858454 h 4550534"/>
              <a:gd name="connsiteX1841" fmla="*/ 286824 w 5876984"/>
              <a:gd name="connsiteY1841" fmla="*/ 1800202 h 4550534"/>
              <a:gd name="connsiteX1842" fmla="*/ 4422251 w 5876984"/>
              <a:gd name="connsiteY1842" fmla="*/ 1799402 h 4550534"/>
              <a:gd name="connsiteX1843" fmla="*/ 4405768 w 5876984"/>
              <a:gd name="connsiteY1843" fmla="*/ 1807287 h 4550534"/>
              <a:gd name="connsiteX1844" fmla="*/ 4422251 w 5876984"/>
              <a:gd name="connsiteY1844" fmla="*/ 1799402 h 4550534"/>
              <a:gd name="connsiteX1845" fmla="*/ 4480579 w 5876984"/>
              <a:gd name="connsiteY1845" fmla="*/ 1791570 h 4550534"/>
              <a:gd name="connsiteX1846" fmla="*/ 4474261 w 5876984"/>
              <a:gd name="connsiteY1846" fmla="*/ 1802636 h 4550534"/>
              <a:gd name="connsiteX1847" fmla="*/ 4480579 w 5876984"/>
              <a:gd name="connsiteY1847" fmla="*/ 1791570 h 4550534"/>
              <a:gd name="connsiteX1848" fmla="*/ 5502756 w 5876984"/>
              <a:gd name="connsiteY1848" fmla="*/ 1784779 h 4550534"/>
              <a:gd name="connsiteX1849" fmla="*/ 5489982 w 5876984"/>
              <a:gd name="connsiteY1849" fmla="*/ 1799416 h 4550534"/>
              <a:gd name="connsiteX1850" fmla="*/ 5485948 w 5876984"/>
              <a:gd name="connsiteY1850" fmla="*/ 1814054 h 4550534"/>
              <a:gd name="connsiteX1851" fmla="*/ 5517884 w 5876984"/>
              <a:gd name="connsiteY1851" fmla="*/ 1804295 h 4550534"/>
              <a:gd name="connsiteX1852" fmla="*/ 5521918 w 5876984"/>
              <a:gd name="connsiteY1852" fmla="*/ 1815594 h 4550534"/>
              <a:gd name="connsiteX1853" fmla="*/ 5494352 w 5876984"/>
              <a:gd name="connsiteY1853" fmla="*/ 1818676 h 4550534"/>
              <a:gd name="connsiteX1854" fmla="*/ 5492335 w 5876984"/>
              <a:gd name="connsiteY1854" fmla="*/ 1864129 h 4550534"/>
              <a:gd name="connsiteX1855" fmla="*/ 5451996 w 5876984"/>
              <a:gd name="connsiteY1855" fmla="*/ 1916258 h 4550534"/>
              <a:gd name="connsiteX1856" fmla="*/ 5422077 w 5876984"/>
              <a:gd name="connsiteY1856" fmla="*/ 1969671 h 4550534"/>
              <a:gd name="connsiteX1857" fmla="*/ 5390142 w 5876984"/>
              <a:gd name="connsiteY1857" fmla="*/ 2034641 h 4550534"/>
              <a:gd name="connsiteX1858" fmla="*/ 5396528 w 5876984"/>
              <a:gd name="connsiteY1858" fmla="*/ 1987647 h 4550534"/>
              <a:gd name="connsiteX1859" fmla="*/ 5415690 w 5876984"/>
              <a:gd name="connsiteY1859" fmla="*/ 1930895 h 4550534"/>
              <a:gd name="connsiteX1860" fmla="*/ 5431532 w 5876984"/>
              <a:gd name="connsiteY1860" fmla="*/ 1902006 h 4550534"/>
              <a:gd name="connsiteX1861" fmla="*/ 5438478 w 5876984"/>
              <a:gd name="connsiteY1861" fmla="*/ 1886609 h 4550534"/>
              <a:gd name="connsiteX1862" fmla="*/ 5438556 w 5876984"/>
              <a:gd name="connsiteY1862" fmla="*/ 1881134 h 4550534"/>
              <a:gd name="connsiteX1863" fmla="*/ 5449264 w 5876984"/>
              <a:gd name="connsiteY1863" fmla="*/ 1864002 h 4550534"/>
              <a:gd name="connsiteX1864" fmla="*/ 5454218 w 5876984"/>
              <a:gd name="connsiteY1864" fmla="*/ 1872513 h 4550534"/>
              <a:gd name="connsiteX1865" fmla="*/ 5456938 w 5876984"/>
              <a:gd name="connsiteY1865" fmla="*/ 1873053 h 4550534"/>
              <a:gd name="connsiteX1866" fmla="*/ 5468804 w 5876984"/>
              <a:gd name="connsiteY1866" fmla="*/ 1852830 h 4550534"/>
              <a:gd name="connsiteX1867" fmla="*/ 5454012 w 5876984"/>
              <a:gd name="connsiteY1867" fmla="*/ 1859506 h 4550534"/>
              <a:gd name="connsiteX1868" fmla="*/ 5481578 w 5876984"/>
              <a:gd name="connsiteY1868" fmla="*/ 1786320 h 4550534"/>
              <a:gd name="connsiteX1869" fmla="*/ 5494352 w 5876984"/>
              <a:gd name="connsiteY1869" fmla="*/ 1792740 h 4550534"/>
              <a:gd name="connsiteX1870" fmla="*/ 5502756 w 5876984"/>
              <a:gd name="connsiteY1870" fmla="*/ 1784779 h 4550534"/>
              <a:gd name="connsiteX1871" fmla="*/ 4498982 w 5876984"/>
              <a:gd name="connsiteY1871" fmla="*/ 1784392 h 4550534"/>
              <a:gd name="connsiteX1872" fmla="*/ 4503370 w 5876984"/>
              <a:gd name="connsiteY1872" fmla="*/ 1784681 h 4550534"/>
              <a:gd name="connsiteX1873" fmla="*/ 4488429 w 5876984"/>
              <a:gd name="connsiteY1873" fmla="*/ 1795843 h 4550534"/>
              <a:gd name="connsiteX1874" fmla="*/ 4498982 w 5876984"/>
              <a:gd name="connsiteY1874" fmla="*/ 1784392 h 4550534"/>
              <a:gd name="connsiteX1875" fmla="*/ 4484052 w 5876984"/>
              <a:gd name="connsiteY1875" fmla="*/ 1770067 h 4550534"/>
              <a:gd name="connsiteX1876" fmla="*/ 4465106 w 5876984"/>
              <a:gd name="connsiteY1876" fmla="*/ 1781133 h 4550534"/>
              <a:gd name="connsiteX1877" fmla="*/ 4484052 w 5876984"/>
              <a:gd name="connsiteY1877" fmla="*/ 1770067 h 4550534"/>
              <a:gd name="connsiteX1878" fmla="*/ 5502590 w 5876984"/>
              <a:gd name="connsiteY1878" fmla="*/ 1768805 h 4550534"/>
              <a:gd name="connsiteX1879" fmla="*/ 5516514 w 5876984"/>
              <a:gd name="connsiteY1879" fmla="*/ 1773657 h 4550534"/>
              <a:gd name="connsiteX1880" fmla="*/ 5488668 w 5876984"/>
              <a:gd name="connsiteY1880" fmla="*/ 1773657 h 4550534"/>
              <a:gd name="connsiteX1881" fmla="*/ 5502590 w 5876984"/>
              <a:gd name="connsiteY1881" fmla="*/ 1768805 h 4550534"/>
              <a:gd name="connsiteX1882" fmla="*/ 4979603 w 5876984"/>
              <a:gd name="connsiteY1882" fmla="*/ 1767000 h 4550534"/>
              <a:gd name="connsiteX1883" fmla="*/ 4972962 w 5876984"/>
              <a:gd name="connsiteY1883" fmla="*/ 1772661 h 4550534"/>
              <a:gd name="connsiteX1884" fmla="*/ 4949494 w 5876984"/>
              <a:gd name="connsiteY1884" fmla="*/ 1779351 h 4550534"/>
              <a:gd name="connsiteX1885" fmla="*/ 4930720 w 5876984"/>
              <a:gd name="connsiteY1885" fmla="*/ 1793761 h 4550534"/>
              <a:gd name="connsiteX1886" fmla="*/ 4936754 w 5876984"/>
              <a:gd name="connsiteY1886" fmla="*/ 1803540 h 4550534"/>
              <a:gd name="connsiteX1887" fmla="*/ 4924148 w 5876984"/>
              <a:gd name="connsiteY1887" fmla="*/ 1809294 h 4550534"/>
              <a:gd name="connsiteX1888" fmla="*/ 4927008 w 5876984"/>
              <a:gd name="connsiteY1888" fmla="*/ 1814712 h 4550534"/>
              <a:gd name="connsiteX1889" fmla="*/ 4952575 w 5876984"/>
              <a:gd name="connsiteY1889" fmla="*/ 1804959 h 4550534"/>
              <a:gd name="connsiteX1890" fmla="*/ 4939792 w 5876984"/>
              <a:gd name="connsiteY1890" fmla="*/ 1817792 h 4550534"/>
              <a:gd name="connsiteX1891" fmla="*/ 4967376 w 5876984"/>
              <a:gd name="connsiteY1891" fmla="*/ 1801622 h 4550534"/>
              <a:gd name="connsiteX1892" fmla="*/ 4967376 w 5876984"/>
              <a:gd name="connsiteY1892" fmla="*/ 1808039 h 4550534"/>
              <a:gd name="connsiteX1893" fmla="*/ 4971414 w 5876984"/>
              <a:gd name="connsiteY1893" fmla="*/ 1812915 h 4550534"/>
              <a:gd name="connsiteX1894" fmla="*/ 4954594 w 5876984"/>
              <a:gd name="connsiteY1894" fmla="*/ 1819332 h 4550534"/>
              <a:gd name="connsiteX1895" fmla="*/ 4956612 w 5876984"/>
              <a:gd name="connsiteY1895" fmla="*/ 1827546 h 4550534"/>
              <a:gd name="connsiteX1896" fmla="*/ 4976176 w 5876984"/>
              <a:gd name="connsiteY1896" fmla="*/ 1814580 h 4550534"/>
              <a:gd name="connsiteX1897" fmla="*/ 4976681 w 5876984"/>
              <a:gd name="connsiteY1897" fmla="*/ 1811220 h 4550534"/>
              <a:gd name="connsiteX1898" fmla="*/ 4975588 w 5876984"/>
              <a:gd name="connsiteY1898" fmla="*/ 1784016 h 4550534"/>
              <a:gd name="connsiteX1899" fmla="*/ 5152398 w 5876984"/>
              <a:gd name="connsiteY1899" fmla="*/ 1764405 h 4550534"/>
              <a:gd name="connsiteX1900" fmla="*/ 5134778 w 5876984"/>
              <a:gd name="connsiteY1900" fmla="*/ 1778329 h 4550534"/>
              <a:gd name="connsiteX1901" fmla="*/ 5123645 w 5876984"/>
              <a:gd name="connsiteY1901" fmla="*/ 1790038 h 4550534"/>
              <a:gd name="connsiteX1902" fmla="*/ 5123826 w 5876984"/>
              <a:gd name="connsiteY1902" fmla="*/ 1790307 h 4550534"/>
              <a:gd name="connsiteX1903" fmla="*/ 5123818 w 5876984"/>
              <a:gd name="connsiteY1903" fmla="*/ 1791602 h 4550534"/>
              <a:gd name="connsiteX1904" fmla="*/ 5141970 w 5876984"/>
              <a:gd name="connsiteY1904" fmla="*/ 1781890 h 4550534"/>
              <a:gd name="connsiteX1905" fmla="*/ 5152398 w 5876984"/>
              <a:gd name="connsiteY1905" fmla="*/ 1764405 h 4550534"/>
              <a:gd name="connsiteX1906" fmla="*/ 4567732 w 5876984"/>
              <a:gd name="connsiteY1906" fmla="*/ 1762608 h 4550534"/>
              <a:gd name="connsiteX1907" fmla="*/ 4552931 w 5876984"/>
              <a:gd name="connsiteY1907" fmla="*/ 1782115 h 4550534"/>
              <a:gd name="connsiteX1908" fmla="*/ 4557840 w 5876984"/>
              <a:gd name="connsiteY1908" fmla="*/ 1781912 h 4550534"/>
              <a:gd name="connsiteX1909" fmla="*/ 4559581 w 5876984"/>
              <a:gd name="connsiteY1909" fmla="*/ 1776857 h 4550534"/>
              <a:gd name="connsiteX1910" fmla="*/ 4562798 w 5876984"/>
              <a:gd name="connsiteY1910" fmla="*/ 1781707 h 4550534"/>
              <a:gd name="connsiteX1911" fmla="*/ 4562823 w 5876984"/>
              <a:gd name="connsiteY1911" fmla="*/ 1781706 h 4550534"/>
              <a:gd name="connsiteX1912" fmla="*/ 4580516 w 5876984"/>
              <a:gd name="connsiteY1912" fmla="*/ 1767485 h 4550534"/>
              <a:gd name="connsiteX1913" fmla="*/ 4567732 w 5876984"/>
              <a:gd name="connsiteY1913" fmla="*/ 1762608 h 4550534"/>
              <a:gd name="connsiteX1914" fmla="*/ 5242254 w 5876984"/>
              <a:gd name="connsiteY1914" fmla="*/ 1756486 h 4550534"/>
              <a:gd name="connsiteX1915" fmla="*/ 5232036 w 5876984"/>
              <a:gd name="connsiteY1915" fmla="*/ 1792443 h 4550534"/>
              <a:gd name="connsiteX1916" fmla="*/ 5242254 w 5876984"/>
              <a:gd name="connsiteY1916" fmla="*/ 1756486 h 4550534"/>
              <a:gd name="connsiteX1917" fmla="*/ 4945414 w 5876984"/>
              <a:gd name="connsiteY1917" fmla="*/ 1738377 h 4550534"/>
              <a:gd name="connsiteX1918" fmla="*/ 4953776 w 5876984"/>
              <a:gd name="connsiteY1918" fmla="*/ 1759621 h 4550534"/>
              <a:gd name="connsiteX1919" fmla="*/ 4945414 w 5876984"/>
              <a:gd name="connsiteY1919" fmla="*/ 1738377 h 4550534"/>
              <a:gd name="connsiteX1920" fmla="*/ 4489014 w 5876984"/>
              <a:gd name="connsiteY1920" fmla="*/ 1736685 h 4550534"/>
              <a:gd name="connsiteX1921" fmla="*/ 4467821 w 5876984"/>
              <a:gd name="connsiteY1921" fmla="*/ 1751315 h 4550534"/>
              <a:gd name="connsiteX1922" fmla="*/ 4489014 w 5876984"/>
              <a:gd name="connsiteY1922" fmla="*/ 1736685 h 4550534"/>
              <a:gd name="connsiteX1923" fmla="*/ 5507118 w 5876984"/>
              <a:gd name="connsiteY1923" fmla="*/ 1736114 h 4550534"/>
              <a:gd name="connsiteX1924" fmla="*/ 5485701 w 5876984"/>
              <a:gd name="connsiteY1924" fmla="*/ 1749121 h 4550534"/>
              <a:gd name="connsiteX1925" fmla="*/ 5507118 w 5876984"/>
              <a:gd name="connsiteY1925" fmla="*/ 1736114 h 4550534"/>
              <a:gd name="connsiteX1926" fmla="*/ 4537468 w 5876984"/>
              <a:gd name="connsiteY1926" fmla="*/ 1733850 h 4550534"/>
              <a:gd name="connsiteX1927" fmla="*/ 4527410 w 5876984"/>
              <a:gd name="connsiteY1927" fmla="*/ 1746756 h 4550534"/>
              <a:gd name="connsiteX1928" fmla="*/ 4537468 w 5876984"/>
              <a:gd name="connsiteY1928" fmla="*/ 1733850 h 4550534"/>
              <a:gd name="connsiteX1929" fmla="*/ 4611630 w 5876984"/>
              <a:gd name="connsiteY1929" fmla="*/ 1731977 h 4550534"/>
              <a:gd name="connsiteX1930" fmla="*/ 4607284 w 5876984"/>
              <a:gd name="connsiteY1930" fmla="*/ 1744914 h 4550534"/>
              <a:gd name="connsiteX1931" fmla="*/ 4590234 w 5876984"/>
              <a:gd name="connsiteY1931" fmla="*/ 1744914 h 4550534"/>
              <a:gd name="connsiteX1932" fmla="*/ 4594580 w 5876984"/>
              <a:gd name="connsiteY1932" fmla="*/ 1733753 h 4550534"/>
              <a:gd name="connsiteX1933" fmla="*/ 4605278 w 5876984"/>
              <a:gd name="connsiteY1933" fmla="*/ 1736796 h 4550534"/>
              <a:gd name="connsiteX1934" fmla="*/ 4611630 w 5876984"/>
              <a:gd name="connsiteY1934" fmla="*/ 1731977 h 4550534"/>
              <a:gd name="connsiteX1935" fmla="*/ 234046 w 5876984"/>
              <a:gd name="connsiteY1935" fmla="*/ 1729706 h 4550534"/>
              <a:gd name="connsiteX1936" fmla="*/ 221344 w 5876984"/>
              <a:gd name="connsiteY1936" fmla="*/ 1757358 h 4550534"/>
              <a:gd name="connsiteX1937" fmla="*/ 234046 w 5876984"/>
              <a:gd name="connsiteY1937" fmla="*/ 1729706 h 4550534"/>
              <a:gd name="connsiteX1938" fmla="*/ 5535745 w 5876984"/>
              <a:gd name="connsiteY1938" fmla="*/ 1719137 h 4550534"/>
              <a:gd name="connsiteX1939" fmla="*/ 5525484 w 5876984"/>
              <a:gd name="connsiteY1939" fmla="*/ 1801500 h 4550534"/>
              <a:gd name="connsiteX1940" fmla="*/ 5535745 w 5876984"/>
              <a:gd name="connsiteY1940" fmla="*/ 1719137 h 4550534"/>
              <a:gd name="connsiteX1941" fmla="*/ 5642606 w 5876984"/>
              <a:gd name="connsiteY1941" fmla="*/ 1713479 h 4550534"/>
              <a:gd name="connsiteX1942" fmla="*/ 5604375 w 5876984"/>
              <a:gd name="connsiteY1942" fmla="*/ 1766416 h 4550534"/>
              <a:gd name="connsiteX1943" fmla="*/ 5642606 w 5876984"/>
              <a:gd name="connsiteY1943" fmla="*/ 1713479 h 4550534"/>
              <a:gd name="connsiteX1944" fmla="*/ 4653268 w 5876984"/>
              <a:gd name="connsiteY1944" fmla="*/ 1712151 h 4550534"/>
              <a:gd name="connsiteX1945" fmla="*/ 4652212 w 5876984"/>
              <a:gd name="connsiteY1945" fmla="*/ 1712943 h 4550534"/>
              <a:gd name="connsiteX1946" fmla="*/ 4650242 w 5876984"/>
              <a:gd name="connsiteY1946" fmla="*/ 1716926 h 4550534"/>
              <a:gd name="connsiteX1947" fmla="*/ 4652572 w 5876984"/>
              <a:gd name="connsiteY1947" fmla="*/ 1718833 h 4550534"/>
              <a:gd name="connsiteX1948" fmla="*/ 4654990 w 5876984"/>
              <a:gd name="connsiteY1948" fmla="*/ 1717842 h 4550534"/>
              <a:gd name="connsiteX1949" fmla="*/ 5460590 w 5876984"/>
              <a:gd name="connsiteY1949" fmla="*/ 1708952 h 4550534"/>
              <a:gd name="connsiteX1950" fmla="*/ 5456176 w 5876984"/>
              <a:gd name="connsiteY1950" fmla="*/ 1730195 h 4550534"/>
              <a:gd name="connsiteX1951" fmla="*/ 5460590 w 5876984"/>
              <a:gd name="connsiteY1951" fmla="*/ 1708952 h 4550534"/>
              <a:gd name="connsiteX1952" fmla="*/ 4621348 w 5876984"/>
              <a:gd name="connsiteY1952" fmla="*/ 1707347 h 4550534"/>
              <a:gd name="connsiteX1953" fmla="*/ 4623385 w 5876984"/>
              <a:gd name="connsiteY1953" fmla="*/ 1728329 h 4550534"/>
              <a:gd name="connsiteX1954" fmla="*/ 4612858 w 5876984"/>
              <a:gd name="connsiteY1954" fmla="*/ 1725002 h 4550534"/>
              <a:gd name="connsiteX1955" fmla="*/ 4612858 w 5876984"/>
              <a:gd name="connsiteY1955" fmla="*/ 1712208 h 4550534"/>
              <a:gd name="connsiteX1956" fmla="*/ 4623385 w 5876984"/>
              <a:gd name="connsiteY1956" fmla="*/ 1710418 h 4550534"/>
              <a:gd name="connsiteX1957" fmla="*/ 4621348 w 5876984"/>
              <a:gd name="connsiteY1957" fmla="*/ 1707347 h 4550534"/>
              <a:gd name="connsiteX1958" fmla="*/ 4960985 w 5876984"/>
              <a:gd name="connsiteY1958" fmla="*/ 1705885 h 4550534"/>
              <a:gd name="connsiteX1959" fmla="*/ 4954594 w 5876984"/>
              <a:gd name="connsiteY1959" fmla="*/ 1714098 h 4550534"/>
              <a:gd name="connsiteX1960" fmla="*/ 4958966 w 5876984"/>
              <a:gd name="connsiteY1960" fmla="*/ 1731808 h 4550534"/>
              <a:gd name="connsiteX1961" fmla="*/ 4955295 w 5876984"/>
              <a:gd name="connsiteY1961" fmla="*/ 1731518 h 4550534"/>
              <a:gd name="connsiteX1962" fmla="*/ 4954292 w 5876984"/>
              <a:gd name="connsiteY1962" fmla="*/ 1734720 h 4550534"/>
              <a:gd name="connsiteX1963" fmla="*/ 4945735 w 5876984"/>
              <a:gd name="connsiteY1963" fmla="*/ 1721401 h 4550534"/>
              <a:gd name="connsiteX1964" fmla="*/ 4947173 w 5876984"/>
              <a:gd name="connsiteY1964" fmla="*/ 1722207 h 4550534"/>
              <a:gd name="connsiteX1965" fmla="*/ 4946904 w 5876984"/>
              <a:gd name="connsiteY1965" fmla="*/ 1721449 h 4550534"/>
              <a:gd name="connsiteX1966" fmla="*/ 4942260 w 5876984"/>
              <a:gd name="connsiteY1966" fmla="*/ 1719194 h 4550534"/>
              <a:gd name="connsiteX1967" fmla="*/ 4939600 w 5876984"/>
              <a:gd name="connsiteY1967" fmla="*/ 1745006 h 4550534"/>
              <a:gd name="connsiteX1968" fmla="*/ 4915592 w 5876984"/>
              <a:gd name="connsiteY1968" fmla="*/ 1758961 h 4550534"/>
              <a:gd name="connsiteX1969" fmla="*/ 4895080 w 5876984"/>
              <a:gd name="connsiteY1969" fmla="*/ 1774105 h 4550534"/>
              <a:gd name="connsiteX1970" fmla="*/ 4895051 w 5876984"/>
              <a:gd name="connsiteY1970" fmla="*/ 1775699 h 4550534"/>
              <a:gd name="connsiteX1971" fmla="*/ 4922636 w 5876984"/>
              <a:gd name="connsiteY1971" fmla="*/ 1775699 h 4550534"/>
              <a:gd name="connsiteX1972" fmla="*/ 4873858 w 5876984"/>
              <a:gd name="connsiteY1972" fmla="*/ 1814712 h 4550534"/>
              <a:gd name="connsiteX1973" fmla="*/ 4880250 w 5876984"/>
              <a:gd name="connsiteY1973" fmla="*/ 1817792 h 4550534"/>
              <a:gd name="connsiteX1974" fmla="*/ 4866710 w 5876984"/>
              <a:gd name="connsiteY1974" fmla="*/ 1811953 h 4550534"/>
              <a:gd name="connsiteX1975" fmla="*/ 4863550 w 5876984"/>
              <a:gd name="connsiteY1975" fmla="*/ 1806783 h 4550534"/>
              <a:gd name="connsiteX1976" fmla="*/ 4857561 w 5876984"/>
              <a:gd name="connsiteY1976" fmla="*/ 1817929 h 4550534"/>
              <a:gd name="connsiteX1977" fmla="*/ 4857561 w 5876984"/>
              <a:gd name="connsiteY1977" fmla="*/ 1806641 h 4550534"/>
              <a:gd name="connsiteX1978" fmla="*/ 4854080 w 5876984"/>
              <a:gd name="connsiteY1978" fmla="*/ 1807299 h 4550534"/>
              <a:gd name="connsiteX1979" fmla="*/ 4852817 w 5876984"/>
              <a:gd name="connsiteY1979" fmla="*/ 1812201 h 4550534"/>
              <a:gd name="connsiteX1980" fmla="*/ 4850137 w 5876984"/>
              <a:gd name="connsiteY1980" fmla="*/ 1813072 h 4550534"/>
              <a:gd name="connsiteX1981" fmla="*/ 4850390 w 5876984"/>
              <a:gd name="connsiteY1981" fmla="*/ 1814530 h 4550534"/>
              <a:gd name="connsiteX1982" fmla="*/ 4851866 w 5876984"/>
              <a:gd name="connsiteY1982" fmla="*/ 1820567 h 4550534"/>
              <a:gd name="connsiteX1983" fmla="*/ 4848548 w 5876984"/>
              <a:gd name="connsiteY1983" fmla="*/ 1820891 h 4550534"/>
              <a:gd name="connsiteX1984" fmla="*/ 4852202 w 5876984"/>
              <a:gd name="connsiteY1984" fmla="*/ 1821478 h 4550534"/>
              <a:gd name="connsiteX1985" fmla="*/ 4854636 w 5876984"/>
              <a:gd name="connsiteY1985" fmla="*/ 1825592 h 4550534"/>
              <a:gd name="connsiteX1986" fmla="*/ 4856270 w 5876984"/>
              <a:gd name="connsiteY1986" fmla="*/ 1825738 h 4550534"/>
              <a:gd name="connsiteX1987" fmla="*/ 4859924 w 5876984"/>
              <a:gd name="connsiteY1987" fmla="*/ 1829217 h 4550534"/>
              <a:gd name="connsiteX1988" fmla="*/ 4838791 w 5876984"/>
              <a:gd name="connsiteY1988" fmla="*/ 1832805 h 4550534"/>
              <a:gd name="connsiteX1989" fmla="*/ 4826887 w 5876984"/>
              <a:gd name="connsiteY1989" fmla="*/ 1838271 h 4550534"/>
              <a:gd name="connsiteX1990" fmla="*/ 4824742 w 5876984"/>
              <a:gd name="connsiteY1990" fmla="*/ 1848592 h 4550534"/>
              <a:gd name="connsiteX1991" fmla="*/ 4809533 w 5876984"/>
              <a:gd name="connsiteY1991" fmla="*/ 1856897 h 4550534"/>
              <a:gd name="connsiteX1992" fmla="*/ 4804245 w 5876984"/>
              <a:gd name="connsiteY1992" fmla="*/ 1864877 h 4550534"/>
              <a:gd name="connsiteX1993" fmla="*/ 4799678 w 5876984"/>
              <a:gd name="connsiteY1993" fmla="*/ 1862168 h 4550534"/>
              <a:gd name="connsiteX1994" fmla="*/ 4794709 w 5876984"/>
              <a:gd name="connsiteY1994" fmla="*/ 1864683 h 4550534"/>
              <a:gd name="connsiteX1995" fmla="*/ 4798138 w 5876984"/>
              <a:gd name="connsiteY1995" fmla="*/ 1867259 h 4550534"/>
              <a:gd name="connsiteX1996" fmla="*/ 4799079 w 5876984"/>
              <a:gd name="connsiteY1996" fmla="*/ 1877739 h 4550534"/>
              <a:gd name="connsiteX1997" fmla="*/ 4788417 w 5876984"/>
              <a:gd name="connsiteY1997" fmla="*/ 1874230 h 4550534"/>
              <a:gd name="connsiteX1998" fmla="*/ 4783352 w 5876984"/>
              <a:gd name="connsiteY1998" fmla="*/ 1870429 h 4550534"/>
              <a:gd name="connsiteX1999" fmla="*/ 4778320 w 5876984"/>
              <a:gd name="connsiteY1999" fmla="*/ 1872976 h 4550534"/>
              <a:gd name="connsiteX2000" fmla="*/ 4779155 w 5876984"/>
              <a:gd name="connsiteY2000" fmla="*/ 1869606 h 4550534"/>
              <a:gd name="connsiteX2001" fmla="*/ 4778006 w 5876984"/>
              <a:gd name="connsiteY2001" fmla="*/ 1869572 h 4550534"/>
              <a:gd name="connsiteX2002" fmla="*/ 4775498 w 5876984"/>
              <a:gd name="connsiteY2002" fmla="*/ 1863384 h 4550534"/>
              <a:gd name="connsiteX2003" fmla="*/ 4775884 w 5876984"/>
              <a:gd name="connsiteY2003" fmla="*/ 1862607 h 4550534"/>
              <a:gd name="connsiteX2004" fmla="*/ 4775297 w 5876984"/>
              <a:gd name="connsiteY2004" fmla="*/ 1862959 h 4550534"/>
              <a:gd name="connsiteX2005" fmla="*/ 4765158 w 5876984"/>
              <a:gd name="connsiteY2005" fmla="*/ 1882344 h 4550534"/>
              <a:gd name="connsiteX2006" fmla="*/ 4739970 w 5876984"/>
              <a:gd name="connsiteY2006" fmla="*/ 1900696 h 4550534"/>
              <a:gd name="connsiteX2007" fmla="*/ 4722813 w 5876984"/>
              <a:gd name="connsiteY2007" fmla="*/ 1895819 h 4550534"/>
              <a:gd name="connsiteX2008" fmla="*/ 4705993 w 5876984"/>
              <a:gd name="connsiteY2008" fmla="*/ 1913529 h 4550534"/>
              <a:gd name="connsiteX2009" fmla="*/ 4694135 w 5876984"/>
              <a:gd name="connsiteY2009" fmla="*/ 1911155 h 4550534"/>
              <a:gd name="connsiteX2010" fmla="*/ 4693179 w 5876984"/>
              <a:gd name="connsiteY2010" fmla="*/ 1909824 h 4550534"/>
              <a:gd name="connsiteX2011" fmla="*/ 4665142 w 5876984"/>
              <a:gd name="connsiteY2011" fmla="*/ 1931584 h 4550534"/>
              <a:gd name="connsiteX2012" fmla="*/ 4650026 w 5876984"/>
              <a:gd name="connsiteY2012" fmla="*/ 1938300 h 4550534"/>
              <a:gd name="connsiteX2013" fmla="*/ 4647142 w 5876984"/>
              <a:gd name="connsiteY2013" fmla="*/ 1945086 h 4550534"/>
              <a:gd name="connsiteX2014" fmla="*/ 4642472 w 5876984"/>
              <a:gd name="connsiteY2014" fmla="*/ 1948635 h 4550534"/>
              <a:gd name="connsiteX2015" fmla="*/ 4649968 w 5876984"/>
              <a:gd name="connsiteY2015" fmla="*/ 1945910 h 4550534"/>
              <a:gd name="connsiteX2016" fmla="*/ 4659098 w 5876984"/>
              <a:gd name="connsiteY2016" fmla="*/ 1952784 h 4550534"/>
              <a:gd name="connsiteX2017" fmla="*/ 4595157 w 5876984"/>
              <a:gd name="connsiteY2017" fmla="*/ 1989498 h 4550534"/>
              <a:gd name="connsiteX2018" fmla="*/ 4585500 w 5876984"/>
              <a:gd name="connsiteY2018" fmla="*/ 2005996 h 4550534"/>
              <a:gd name="connsiteX2019" fmla="*/ 4588337 w 5876984"/>
              <a:gd name="connsiteY2019" fmla="*/ 2002112 h 4550534"/>
              <a:gd name="connsiteX2020" fmla="*/ 4616510 w 5876984"/>
              <a:gd name="connsiteY2020" fmla="*/ 1991299 h 4550534"/>
              <a:gd name="connsiteX2021" fmla="*/ 4618865 w 5876984"/>
              <a:gd name="connsiteY2021" fmla="*/ 2004390 h 4550534"/>
              <a:gd name="connsiteX2022" fmla="*/ 4635686 w 5876984"/>
              <a:gd name="connsiteY2022" fmla="*/ 1983343 h 4550534"/>
              <a:gd name="connsiteX2023" fmla="*/ 4635686 w 5876984"/>
              <a:gd name="connsiteY2023" fmla="*/ 2001053 h 4550534"/>
              <a:gd name="connsiteX2024" fmla="*/ 4642078 w 5876984"/>
              <a:gd name="connsiteY2024" fmla="*/ 1975129 h 4550534"/>
              <a:gd name="connsiteX2025" fmla="*/ 4656879 w 5876984"/>
              <a:gd name="connsiteY2025" fmla="*/ 1989759 h 4550534"/>
              <a:gd name="connsiteX2026" fmla="*/ 4661252 w 5876984"/>
              <a:gd name="connsiteY2026" fmla="*/ 1968712 h 4550534"/>
              <a:gd name="connsiteX2027" fmla="*/ 4686818 w 5876984"/>
              <a:gd name="connsiteY2027" fmla="*/ 1955623 h 4550534"/>
              <a:gd name="connsiteX2028" fmla="*/ 4695228 w 5876984"/>
              <a:gd name="connsiteY2028" fmla="*/ 1949206 h 4550534"/>
              <a:gd name="connsiteX2029" fmla="*/ 4718776 w 5876984"/>
              <a:gd name="connsiteY2029" fmla="*/ 1952543 h 4550534"/>
              <a:gd name="connsiteX2030" fmla="*/ 4710030 w 5876984"/>
              <a:gd name="connsiteY2030" fmla="*/ 1937912 h 4550534"/>
              <a:gd name="connsiteX2031" fmla="*/ 4741988 w 5876984"/>
              <a:gd name="connsiteY2031" fmla="*/ 1924822 h 4550534"/>
              <a:gd name="connsiteX2032" fmla="*/ 4718776 w 5876984"/>
              <a:gd name="connsiteY2032" fmla="*/ 1937912 h 4550534"/>
              <a:gd name="connsiteX2033" fmla="*/ 4782356 w 5876984"/>
              <a:gd name="connsiteY2033" fmla="*/ 1923283 h 4550534"/>
              <a:gd name="connsiteX2034" fmla="*/ 4812296 w 5876984"/>
              <a:gd name="connsiteY2034" fmla="*/ 1897359 h 4550534"/>
              <a:gd name="connsiteX2035" fmla="*/ 4784375 w 5876984"/>
              <a:gd name="connsiteY2035" fmla="*/ 1915069 h 4550534"/>
              <a:gd name="connsiteX2036" fmla="*/ 4767554 w 5876984"/>
              <a:gd name="connsiteY2036" fmla="*/ 1915069 h 4550534"/>
              <a:gd name="connsiteX2037" fmla="*/ 4771927 w 5876984"/>
              <a:gd name="connsiteY2037" fmla="*/ 1903776 h 4550534"/>
              <a:gd name="connsiteX2038" fmla="*/ 4814314 w 5876984"/>
              <a:gd name="connsiteY2038" fmla="*/ 1889146 h 4550534"/>
              <a:gd name="connsiteX2039" fmla="*/ 4827098 w 5876984"/>
              <a:gd name="connsiteY2039" fmla="*/ 1900696 h 4550534"/>
              <a:gd name="connsiteX2040" fmla="*/ 4867466 w 5876984"/>
              <a:gd name="connsiteY2040" fmla="*/ 1872976 h 4550534"/>
              <a:gd name="connsiteX2041" fmla="*/ 4865448 w 5876984"/>
              <a:gd name="connsiteY2041" fmla="*/ 1848592 h 4550534"/>
              <a:gd name="connsiteX2042" fmla="*/ 4869484 w 5876984"/>
              <a:gd name="connsiteY2042" fmla="*/ 1842175 h 4550534"/>
              <a:gd name="connsiteX2043" fmla="*/ 4895051 w 5876984"/>
              <a:gd name="connsiteY2043" fmla="*/ 1851929 h 4550534"/>
              <a:gd name="connsiteX2044" fmla="*/ 4899298 w 5876984"/>
              <a:gd name="connsiteY2044" fmla="*/ 1839481 h 4550534"/>
              <a:gd name="connsiteX2045" fmla="*/ 4891969 w 5876984"/>
              <a:gd name="connsiteY2045" fmla="*/ 1832170 h 4550534"/>
              <a:gd name="connsiteX2046" fmla="*/ 4892590 w 5876984"/>
              <a:gd name="connsiteY2046" fmla="*/ 1833180 h 4550534"/>
              <a:gd name="connsiteX2047" fmla="*/ 4886130 w 5876984"/>
              <a:gd name="connsiteY2047" fmla="*/ 1839308 h 4550534"/>
              <a:gd name="connsiteX2048" fmla="*/ 4862663 w 5876984"/>
              <a:gd name="connsiteY2048" fmla="*/ 1841110 h 4550534"/>
              <a:gd name="connsiteX2049" fmla="*/ 4936754 w 5876984"/>
              <a:gd name="connsiteY2049" fmla="*/ 1774462 h 4550534"/>
              <a:gd name="connsiteX2050" fmla="*/ 4955864 w 5876984"/>
              <a:gd name="connsiteY2050" fmla="*/ 1774462 h 4550534"/>
              <a:gd name="connsiteX2051" fmla="*/ 4951840 w 5876984"/>
              <a:gd name="connsiteY2051" fmla="*/ 1766228 h 4550534"/>
              <a:gd name="connsiteX2052" fmla="*/ 4967838 w 5876984"/>
              <a:gd name="connsiteY2052" fmla="*/ 1756743 h 4550534"/>
              <a:gd name="connsiteX2053" fmla="*/ 4983451 w 5876984"/>
              <a:gd name="connsiteY2053" fmla="*/ 1750779 h 4550534"/>
              <a:gd name="connsiteX2054" fmla="*/ 4986352 w 5876984"/>
              <a:gd name="connsiteY2054" fmla="*/ 1738590 h 4550534"/>
              <a:gd name="connsiteX2055" fmla="*/ 4983335 w 5876984"/>
              <a:gd name="connsiteY2055" fmla="*/ 1723632 h 4550534"/>
              <a:gd name="connsiteX2056" fmla="*/ 4981146 w 5876984"/>
              <a:gd name="connsiteY2056" fmla="*/ 1716621 h 4550534"/>
              <a:gd name="connsiteX2057" fmla="*/ 4975240 w 5876984"/>
              <a:gd name="connsiteY2057" fmla="*/ 1718249 h 4550534"/>
              <a:gd name="connsiteX2058" fmla="*/ 4969395 w 5876984"/>
              <a:gd name="connsiteY2058" fmla="*/ 1723852 h 4550534"/>
              <a:gd name="connsiteX2059" fmla="*/ 4960985 w 5876984"/>
              <a:gd name="connsiteY2059" fmla="*/ 1705885 h 4550534"/>
              <a:gd name="connsiteX2060" fmla="*/ 4380694 w 5876984"/>
              <a:gd name="connsiteY2060" fmla="*/ 1702548 h 4550534"/>
              <a:gd name="connsiteX2061" fmla="*/ 4378339 w 5876984"/>
              <a:gd name="connsiteY2061" fmla="*/ 1720515 h 4550534"/>
              <a:gd name="connsiteX2062" fmla="*/ 4391122 w 5876984"/>
              <a:gd name="connsiteY2062" fmla="*/ 1702548 h 4550534"/>
              <a:gd name="connsiteX2063" fmla="*/ 4387086 w 5876984"/>
              <a:gd name="connsiteY2063" fmla="*/ 1704345 h 4550534"/>
              <a:gd name="connsiteX2064" fmla="*/ 4380694 w 5876984"/>
              <a:gd name="connsiteY2064" fmla="*/ 1702548 h 4550534"/>
              <a:gd name="connsiteX2065" fmla="*/ 5281738 w 5876984"/>
              <a:gd name="connsiteY2065" fmla="*/ 1696502 h 4550534"/>
              <a:gd name="connsiteX2066" fmla="*/ 5279738 w 5876984"/>
              <a:gd name="connsiteY2066" fmla="*/ 1719215 h 4550534"/>
              <a:gd name="connsiteX2067" fmla="*/ 5258737 w 5876984"/>
              <a:gd name="connsiteY2067" fmla="*/ 1714366 h 4550534"/>
              <a:gd name="connsiteX2068" fmla="*/ 5281738 w 5876984"/>
              <a:gd name="connsiteY2068" fmla="*/ 1696502 h 4550534"/>
              <a:gd name="connsiteX2069" fmla="*/ 4701620 w 5876984"/>
              <a:gd name="connsiteY2069" fmla="*/ 1694592 h 4550534"/>
              <a:gd name="connsiteX2070" fmla="*/ 4680427 w 5876984"/>
              <a:gd name="connsiteY2070" fmla="*/ 1720515 h 4550534"/>
              <a:gd name="connsiteX2071" fmla="*/ 4701620 w 5876984"/>
              <a:gd name="connsiteY2071" fmla="*/ 1694592 h 4550534"/>
              <a:gd name="connsiteX2072" fmla="*/ 4589306 w 5876984"/>
              <a:gd name="connsiteY2072" fmla="*/ 1693449 h 4550534"/>
              <a:gd name="connsiteX2073" fmla="*/ 4602731 w 5876984"/>
              <a:gd name="connsiteY2073" fmla="*/ 1699119 h 4550534"/>
              <a:gd name="connsiteX2074" fmla="*/ 4590096 w 5876984"/>
              <a:gd name="connsiteY2074" fmla="*/ 1699119 h 4550534"/>
              <a:gd name="connsiteX2075" fmla="*/ 4589306 w 5876984"/>
              <a:gd name="connsiteY2075" fmla="*/ 1693449 h 4550534"/>
              <a:gd name="connsiteX2076" fmla="*/ 318786 w 5876984"/>
              <a:gd name="connsiteY2076" fmla="*/ 1683444 h 4550534"/>
              <a:gd name="connsiteX2077" fmla="*/ 299609 w 5876984"/>
              <a:gd name="connsiteY2077" fmla="*/ 1691399 h 4550534"/>
              <a:gd name="connsiteX2078" fmla="*/ 295235 w 5876984"/>
              <a:gd name="connsiteY2078" fmla="*/ 1710902 h 4550534"/>
              <a:gd name="connsiteX2079" fmla="*/ 318786 w 5876984"/>
              <a:gd name="connsiteY2079" fmla="*/ 1683444 h 4550534"/>
              <a:gd name="connsiteX2080" fmla="*/ 5165180 w 5876984"/>
              <a:gd name="connsiteY2080" fmla="*/ 1681502 h 4550534"/>
              <a:gd name="connsiteX2081" fmla="*/ 5137260 w 5876984"/>
              <a:gd name="connsiteY2081" fmla="*/ 1691255 h 4550534"/>
              <a:gd name="connsiteX2082" fmla="*/ 5158789 w 5876984"/>
              <a:gd name="connsiteY2082" fmla="*/ 1693052 h 4550534"/>
              <a:gd name="connsiteX2083" fmla="*/ 5135242 w 5876984"/>
              <a:gd name="connsiteY2083" fmla="*/ 1710761 h 4550534"/>
              <a:gd name="connsiteX2084" fmla="*/ 5135242 w 5876984"/>
              <a:gd name="connsiteY2084" fmla="*/ 1720515 h 4550534"/>
              <a:gd name="connsiteX2085" fmla="*/ 5165180 w 5876984"/>
              <a:gd name="connsiteY2085" fmla="*/ 1681502 h 4550534"/>
              <a:gd name="connsiteX2086" fmla="*/ 5700303 w 5876984"/>
              <a:gd name="connsiteY2086" fmla="*/ 1673867 h 4550534"/>
              <a:gd name="connsiteX2087" fmla="*/ 5700303 w 5876984"/>
              <a:gd name="connsiteY2087" fmla="*/ 1698503 h 4550534"/>
              <a:gd name="connsiteX2088" fmla="*/ 5700303 w 5876984"/>
              <a:gd name="connsiteY2088" fmla="*/ 1673867 h 4550534"/>
              <a:gd name="connsiteX2089" fmla="*/ 5562499 w 5876984"/>
              <a:gd name="connsiteY2089" fmla="*/ 1664813 h 4550534"/>
              <a:gd name="connsiteX2090" fmla="*/ 5555870 w 5876984"/>
              <a:gd name="connsiteY2090" fmla="*/ 1685946 h 4550534"/>
              <a:gd name="connsiteX2091" fmla="*/ 5541416 w 5876984"/>
              <a:gd name="connsiteY2091" fmla="*/ 1711501 h 4550534"/>
              <a:gd name="connsiteX2092" fmla="*/ 5541164 w 5876984"/>
              <a:gd name="connsiteY2092" fmla="*/ 1712091 h 4550534"/>
              <a:gd name="connsiteX2093" fmla="*/ 5541109 w 5876984"/>
              <a:gd name="connsiteY2093" fmla="*/ 1712044 h 4550534"/>
              <a:gd name="connsiteX2094" fmla="*/ 5541082 w 5876984"/>
              <a:gd name="connsiteY2094" fmla="*/ 1712089 h 4550534"/>
              <a:gd name="connsiteX2095" fmla="*/ 5541077 w 5876984"/>
              <a:gd name="connsiteY2095" fmla="*/ 1712017 h 4550534"/>
              <a:gd name="connsiteX2096" fmla="*/ 5535232 w 5876984"/>
              <a:gd name="connsiteY2096" fmla="*/ 1707065 h 4550534"/>
              <a:gd name="connsiteX2097" fmla="*/ 5538183 w 5876984"/>
              <a:gd name="connsiteY2097" fmla="*/ 1699905 h 4550534"/>
              <a:gd name="connsiteX2098" fmla="*/ 5539912 w 5876984"/>
              <a:gd name="connsiteY2098" fmla="*/ 1696977 h 4550534"/>
              <a:gd name="connsiteX2099" fmla="*/ 5538916 w 5876984"/>
              <a:gd name="connsiteY2099" fmla="*/ 1684115 h 4550534"/>
              <a:gd name="connsiteX2100" fmla="*/ 5562499 w 5876984"/>
              <a:gd name="connsiteY2100" fmla="*/ 1664813 h 4550534"/>
              <a:gd name="connsiteX2101" fmla="*/ 5488334 w 5876984"/>
              <a:gd name="connsiteY2101" fmla="*/ 1661695 h 4550534"/>
              <a:gd name="connsiteX2102" fmla="*/ 5473624 w 5876984"/>
              <a:gd name="connsiteY2102" fmla="*/ 1693982 h 4550534"/>
              <a:gd name="connsiteX2103" fmla="*/ 5488334 w 5876984"/>
              <a:gd name="connsiteY2103" fmla="*/ 1661695 h 4550534"/>
              <a:gd name="connsiteX2104" fmla="*/ 4691266 w 5876984"/>
              <a:gd name="connsiteY2104" fmla="*/ 1656891 h 4550534"/>
              <a:gd name="connsiteX2105" fmla="*/ 4674268 w 5876984"/>
              <a:gd name="connsiteY2105" fmla="*/ 1683802 h 4550534"/>
              <a:gd name="connsiteX2106" fmla="*/ 4691266 w 5876984"/>
              <a:gd name="connsiteY2106" fmla="*/ 1656891 h 4550534"/>
              <a:gd name="connsiteX2107" fmla="*/ 3332137 w 5876984"/>
              <a:gd name="connsiteY2107" fmla="*/ 1653013 h 4550534"/>
              <a:gd name="connsiteX2108" fmla="*/ 3332211 w 5876984"/>
              <a:gd name="connsiteY2108" fmla="*/ 1653556 h 4550534"/>
              <a:gd name="connsiteX2109" fmla="*/ 3337304 w 5876984"/>
              <a:gd name="connsiteY2109" fmla="*/ 1653765 h 4550534"/>
              <a:gd name="connsiteX2110" fmla="*/ 3337132 w 5876984"/>
              <a:gd name="connsiteY2110" fmla="*/ 1653738 h 4550534"/>
              <a:gd name="connsiteX2111" fmla="*/ 4969395 w 5876984"/>
              <a:gd name="connsiteY2111" fmla="*/ 1652498 h 4550534"/>
              <a:gd name="connsiteX2112" fmla="*/ 4965358 w 5876984"/>
              <a:gd name="connsiteY2112" fmla="*/ 1658914 h 4550534"/>
              <a:gd name="connsiteX2113" fmla="*/ 4946184 w 5876984"/>
              <a:gd name="connsiteY2113" fmla="*/ 1694592 h 4550534"/>
              <a:gd name="connsiteX2114" fmla="*/ 4973768 w 5876984"/>
              <a:gd name="connsiteY2114" fmla="*/ 1665331 h 4550534"/>
              <a:gd name="connsiteX2115" fmla="*/ 4969395 w 5876984"/>
              <a:gd name="connsiteY2115" fmla="*/ 1652498 h 4550534"/>
              <a:gd name="connsiteX2116" fmla="*/ 3339867 w 5876984"/>
              <a:gd name="connsiteY2116" fmla="*/ 1649867 h 4550534"/>
              <a:gd name="connsiteX2117" fmla="*/ 3339961 w 5876984"/>
              <a:gd name="connsiteY2117" fmla="*/ 1650850 h 4550534"/>
              <a:gd name="connsiteX2118" fmla="*/ 3340471 w 5876984"/>
              <a:gd name="connsiteY2118" fmla="*/ 1653895 h 4550534"/>
              <a:gd name="connsiteX2119" fmla="*/ 3353670 w 5876984"/>
              <a:gd name="connsiteY2119" fmla="*/ 1654435 h 4550534"/>
              <a:gd name="connsiteX2120" fmla="*/ 3353590 w 5876984"/>
              <a:gd name="connsiteY2120" fmla="*/ 1653267 h 4550534"/>
              <a:gd name="connsiteX2121" fmla="*/ 3341084 w 5876984"/>
              <a:gd name="connsiteY2121" fmla="*/ 1651692 h 4550534"/>
              <a:gd name="connsiteX2122" fmla="*/ 5140749 w 5876984"/>
              <a:gd name="connsiteY2122" fmla="*/ 1649080 h 4550534"/>
              <a:gd name="connsiteX2123" fmla="*/ 5135982 w 5876984"/>
              <a:gd name="connsiteY2123" fmla="*/ 1652774 h 4550534"/>
              <a:gd name="connsiteX2124" fmla="*/ 5121644 w 5876984"/>
              <a:gd name="connsiteY2124" fmla="*/ 1670213 h 4550534"/>
              <a:gd name="connsiteX2125" fmla="*/ 5114484 w 5876984"/>
              <a:gd name="connsiteY2125" fmla="*/ 1669594 h 4550534"/>
              <a:gd name="connsiteX2126" fmla="*/ 5115972 w 5876984"/>
              <a:gd name="connsiteY2126" fmla="*/ 1683606 h 4550534"/>
              <a:gd name="connsiteX2127" fmla="*/ 5129648 w 5876984"/>
              <a:gd name="connsiteY2127" fmla="*/ 1671740 h 4550534"/>
              <a:gd name="connsiteX2128" fmla="*/ 5142660 w 5876984"/>
              <a:gd name="connsiteY2128" fmla="*/ 1665417 h 4550534"/>
              <a:gd name="connsiteX2129" fmla="*/ 5136036 w 5876984"/>
              <a:gd name="connsiteY2129" fmla="*/ 1662934 h 4550534"/>
              <a:gd name="connsiteX2130" fmla="*/ 5137618 w 5876984"/>
              <a:gd name="connsiteY2130" fmla="*/ 1655236 h 4550534"/>
              <a:gd name="connsiteX2131" fmla="*/ 3406943 w 5876984"/>
              <a:gd name="connsiteY2131" fmla="*/ 1647274 h 4550534"/>
              <a:gd name="connsiteX2132" fmla="*/ 3399935 w 5876984"/>
              <a:gd name="connsiteY2132" fmla="*/ 1649335 h 4550534"/>
              <a:gd name="connsiteX2133" fmla="*/ 3398744 w 5876984"/>
              <a:gd name="connsiteY2133" fmla="*/ 1654160 h 4550534"/>
              <a:gd name="connsiteX2134" fmla="*/ 3398840 w 5876984"/>
              <a:gd name="connsiteY2134" fmla="*/ 1654190 h 4550534"/>
              <a:gd name="connsiteX2135" fmla="*/ 3398729 w 5876984"/>
              <a:gd name="connsiteY2135" fmla="*/ 1654221 h 4550534"/>
              <a:gd name="connsiteX2136" fmla="*/ 3398450 w 5876984"/>
              <a:gd name="connsiteY2136" fmla="*/ 1655347 h 4550534"/>
              <a:gd name="connsiteX2137" fmla="*/ 3406768 w 5876984"/>
              <a:gd name="connsiteY2137" fmla="*/ 1651101 h 4550534"/>
              <a:gd name="connsiteX2138" fmla="*/ 5540588 w 5876984"/>
              <a:gd name="connsiteY2138" fmla="*/ 1641046 h 4550534"/>
              <a:gd name="connsiteX2139" fmla="*/ 5551543 w 5876984"/>
              <a:gd name="connsiteY2139" fmla="*/ 1663430 h 4550534"/>
              <a:gd name="connsiteX2140" fmla="*/ 5540588 w 5876984"/>
              <a:gd name="connsiteY2140" fmla="*/ 1641046 h 4550534"/>
              <a:gd name="connsiteX2141" fmla="*/ 3466686 w 5876984"/>
              <a:gd name="connsiteY2141" fmla="*/ 1636993 h 4550534"/>
              <a:gd name="connsiteX2142" fmla="*/ 3466440 w 5876984"/>
              <a:gd name="connsiteY2142" fmla="*/ 1639417 h 4550534"/>
              <a:gd name="connsiteX2143" fmla="*/ 3474827 w 5876984"/>
              <a:gd name="connsiteY2143" fmla="*/ 1637528 h 4550534"/>
              <a:gd name="connsiteX2144" fmla="*/ 3389053 w 5876984"/>
              <a:gd name="connsiteY2144" fmla="*/ 1636283 h 4550534"/>
              <a:gd name="connsiteX2145" fmla="*/ 3388897 w 5876984"/>
              <a:gd name="connsiteY2145" fmla="*/ 1636298 h 4550534"/>
              <a:gd name="connsiteX2146" fmla="*/ 3381582 w 5876984"/>
              <a:gd name="connsiteY2146" fmla="*/ 1639408 h 4550534"/>
              <a:gd name="connsiteX2147" fmla="*/ 3382185 w 5876984"/>
              <a:gd name="connsiteY2147" fmla="*/ 1636954 h 4550534"/>
              <a:gd name="connsiteX2148" fmla="*/ 3371253 w 5876984"/>
              <a:gd name="connsiteY2148" fmla="*/ 1638024 h 4550534"/>
              <a:gd name="connsiteX2149" fmla="*/ 3371253 w 5876984"/>
              <a:gd name="connsiteY2149" fmla="*/ 1641103 h 4550534"/>
              <a:gd name="connsiteX2150" fmla="*/ 3358405 w 5876984"/>
              <a:gd name="connsiteY2150" fmla="*/ 1639294 h 4550534"/>
              <a:gd name="connsiteX2151" fmla="*/ 3356762 w 5876984"/>
              <a:gd name="connsiteY2151" fmla="*/ 1638337 h 4550534"/>
              <a:gd name="connsiteX2152" fmla="*/ 3350764 w 5876984"/>
              <a:gd name="connsiteY2152" fmla="*/ 1641843 h 4550534"/>
              <a:gd name="connsiteX2153" fmla="*/ 3338978 w 5876984"/>
              <a:gd name="connsiteY2153" fmla="*/ 1640600 h 4550534"/>
              <a:gd name="connsiteX2154" fmla="*/ 3339163 w 5876984"/>
              <a:gd name="connsiteY2154" fmla="*/ 1642528 h 4550534"/>
              <a:gd name="connsiteX2155" fmla="*/ 3343407 w 5876984"/>
              <a:gd name="connsiteY2155" fmla="*/ 1642290 h 4550534"/>
              <a:gd name="connsiteX2156" fmla="*/ 3354094 w 5876984"/>
              <a:gd name="connsiteY2156" fmla="*/ 1644438 h 4550534"/>
              <a:gd name="connsiteX2157" fmla="*/ 3357488 w 5876984"/>
              <a:gd name="connsiteY2157" fmla="*/ 1654591 h 4550534"/>
              <a:gd name="connsiteX2158" fmla="*/ 3375402 w 5876984"/>
              <a:gd name="connsiteY2158" fmla="*/ 1655325 h 4550534"/>
              <a:gd name="connsiteX2159" fmla="*/ 3380294 w 5876984"/>
              <a:gd name="connsiteY2159" fmla="*/ 1653933 h 4550534"/>
              <a:gd name="connsiteX2160" fmla="*/ 3384459 w 5876984"/>
              <a:gd name="connsiteY2160" fmla="*/ 1653038 h 4550534"/>
              <a:gd name="connsiteX2161" fmla="*/ 3382381 w 5876984"/>
              <a:gd name="connsiteY2161" fmla="*/ 1646600 h 4550534"/>
              <a:gd name="connsiteX2162" fmla="*/ 3390120 w 5876984"/>
              <a:gd name="connsiteY2162" fmla="*/ 1637520 h 4550534"/>
              <a:gd name="connsiteX2163" fmla="*/ 3453998 w 5876984"/>
              <a:gd name="connsiteY2163" fmla="*/ 1635670 h 4550534"/>
              <a:gd name="connsiteX2164" fmla="*/ 3445162 w 5876984"/>
              <a:gd name="connsiteY2164" fmla="*/ 1640948 h 4550534"/>
              <a:gd name="connsiteX2165" fmla="*/ 3444032 w 5876984"/>
              <a:gd name="connsiteY2165" fmla="*/ 1638215 h 4550534"/>
              <a:gd name="connsiteX2166" fmla="*/ 3437188 w 5876984"/>
              <a:gd name="connsiteY2166" fmla="*/ 1645236 h 4550534"/>
              <a:gd name="connsiteX2167" fmla="*/ 3457674 w 5876984"/>
              <a:gd name="connsiteY2167" fmla="*/ 1641391 h 4550534"/>
              <a:gd name="connsiteX2168" fmla="*/ 3464034 w 5876984"/>
              <a:gd name="connsiteY2168" fmla="*/ 1639959 h 4550534"/>
              <a:gd name="connsiteX2169" fmla="*/ 3460091 w 5876984"/>
              <a:gd name="connsiteY2169" fmla="*/ 1636358 h 4550534"/>
              <a:gd name="connsiteX2170" fmla="*/ 4627276 w 5876984"/>
              <a:gd name="connsiteY2170" fmla="*/ 1634531 h 4550534"/>
              <a:gd name="connsiteX2171" fmla="*/ 4603727 w 5876984"/>
              <a:gd name="connsiteY2171" fmla="*/ 1639408 h 4550534"/>
              <a:gd name="connsiteX2172" fmla="*/ 4622902 w 5876984"/>
              <a:gd name="connsiteY2172" fmla="*/ 1650701 h 4550534"/>
              <a:gd name="connsiteX2173" fmla="*/ 4627276 w 5876984"/>
              <a:gd name="connsiteY2173" fmla="*/ 1634531 h 4550534"/>
              <a:gd name="connsiteX2174" fmla="*/ 3417462 w 5876984"/>
              <a:gd name="connsiteY2174" fmla="*/ 1633296 h 4550534"/>
              <a:gd name="connsiteX2175" fmla="*/ 3413670 w 5876984"/>
              <a:gd name="connsiteY2175" fmla="*/ 1633554 h 4550534"/>
              <a:gd name="connsiteX2176" fmla="*/ 3417962 w 5876984"/>
              <a:gd name="connsiteY2176" fmla="*/ 1638226 h 4550534"/>
              <a:gd name="connsiteX2177" fmla="*/ 3413484 w 5876984"/>
              <a:gd name="connsiteY2177" fmla="*/ 1649684 h 4550534"/>
              <a:gd name="connsiteX2178" fmla="*/ 3435747 w 5876984"/>
              <a:gd name="connsiteY2178" fmla="*/ 1645506 h 4550534"/>
              <a:gd name="connsiteX2179" fmla="*/ 3431338 w 5876984"/>
              <a:gd name="connsiteY2179" fmla="*/ 1644294 h 4550534"/>
              <a:gd name="connsiteX2180" fmla="*/ 3429467 w 5876984"/>
              <a:gd name="connsiteY2180" fmla="*/ 1640622 h 4550534"/>
              <a:gd name="connsiteX2181" fmla="*/ 3425167 w 5876984"/>
              <a:gd name="connsiteY2181" fmla="*/ 1639055 h 4550534"/>
              <a:gd name="connsiteX2182" fmla="*/ 3421088 w 5876984"/>
              <a:gd name="connsiteY2182" fmla="*/ 1639504 h 4550534"/>
              <a:gd name="connsiteX2183" fmla="*/ 3421575 w 5876984"/>
              <a:gd name="connsiteY2183" fmla="*/ 1635828 h 4550534"/>
              <a:gd name="connsiteX2184" fmla="*/ 3419795 w 5876984"/>
              <a:gd name="connsiteY2184" fmla="*/ 1635906 h 4550534"/>
              <a:gd name="connsiteX2185" fmla="*/ 3420080 w 5876984"/>
              <a:gd name="connsiteY2185" fmla="*/ 1634629 h 4550534"/>
              <a:gd name="connsiteX2186" fmla="*/ 3342697 w 5876984"/>
              <a:gd name="connsiteY2186" fmla="*/ 1632673 h 4550534"/>
              <a:gd name="connsiteX2187" fmla="*/ 3342840 w 5876984"/>
              <a:gd name="connsiteY2187" fmla="*/ 1633262 h 4550534"/>
              <a:gd name="connsiteX2188" fmla="*/ 3344690 w 5876984"/>
              <a:gd name="connsiteY2188" fmla="*/ 1633164 h 4550534"/>
              <a:gd name="connsiteX2189" fmla="*/ 3367622 w 5876984"/>
              <a:gd name="connsiteY2189" fmla="*/ 1631900 h 4550534"/>
              <a:gd name="connsiteX2190" fmla="*/ 3366436 w 5876984"/>
              <a:gd name="connsiteY2190" fmla="*/ 1631915 h 4550534"/>
              <a:gd name="connsiteX2191" fmla="*/ 3363314 w 5876984"/>
              <a:gd name="connsiteY2191" fmla="*/ 1634089 h 4550534"/>
              <a:gd name="connsiteX2192" fmla="*/ 3369392 w 5876984"/>
              <a:gd name="connsiteY2192" fmla="*/ 1635269 h 4550534"/>
              <a:gd name="connsiteX2193" fmla="*/ 3376398 w 5876984"/>
              <a:gd name="connsiteY2193" fmla="*/ 1632439 h 4550534"/>
              <a:gd name="connsiteX2194" fmla="*/ 3375012 w 5876984"/>
              <a:gd name="connsiteY2194" fmla="*/ 1632678 h 4550534"/>
              <a:gd name="connsiteX2195" fmla="*/ 3367622 w 5876984"/>
              <a:gd name="connsiteY2195" fmla="*/ 1631900 h 4550534"/>
              <a:gd name="connsiteX2196" fmla="*/ 4720605 w 5876984"/>
              <a:gd name="connsiteY2196" fmla="*/ 1631622 h 4550534"/>
              <a:gd name="connsiteX2197" fmla="*/ 4724932 w 5876984"/>
              <a:gd name="connsiteY2197" fmla="*/ 1634217 h 4550534"/>
              <a:gd name="connsiteX2198" fmla="*/ 4720824 w 5876984"/>
              <a:gd name="connsiteY2198" fmla="*/ 1640575 h 4550534"/>
              <a:gd name="connsiteX2199" fmla="*/ 4720824 w 5876984"/>
              <a:gd name="connsiteY2199" fmla="*/ 1647188 h 4550534"/>
              <a:gd name="connsiteX2200" fmla="*/ 4714321 w 5876984"/>
              <a:gd name="connsiteY2200" fmla="*/ 1648714 h 4550534"/>
              <a:gd name="connsiteX2201" fmla="*/ 4709870 w 5876984"/>
              <a:gd name="connsiteY2201" fmla="*/ 1645407 h 4550534"/>
              <a:gd name="connsiteX2202" fmla="*/ 4709870 w 5876984"/>
              <a:gd name="connsiteY2202" fmla="*/ 1637523 h 4550534"/>
              <a:gd name="connsiteX2203" fmla="*/ 4720605 w 5876984"/>
              <a:gd name="connsiteY2203" fmla="*/ 1631622 h 4550534"/>
              <a:gd name="connsiteX2204" fmla="*/ 3489903 w 5876984"/>
              <a:gd name="connsiteY2204" fmla="*/ 1631195 h 4550534"/>
              <a:gd name="connsiteX2205" fmla="*/ 3478102 w 5876984"/>
              <a:gd name="connsiteY2205" fmla="*/ 1636790 h 4550534"/>
              <a:gd name="connsiteX2206" fmla="*/ 3490484 w 5876984"/>
              <a:gd name="connsiteY2206" fmla="*/ 1634001 h 4550534"/>
              <a:gd name="connsiteX2207" fmla="*/ 3441126 w 5876984"/>
              <a:gd name="connsiteY2207" fmla="*/ 1631195 h 4550534"/>
              <a:gd name="connsiteX2208" fmla="*/ 3441018 w 5876984"/>
              <a:gd name="connsiteY2208" fmla="*/ 1631247 h 4550534"/>
              <a:gd name="connsiteX2209" fmla="*/ 3440591 w 5876984"/>
              <a:gd name="connsiteY2209" fmla="*/ 1633138 h 4550534"/>
              <a:gd name="connsiteX2210" fmla="*/ 3443688 w 5876984"/>
              <a:gd name="connsiteY2210" fmla="*/ 1637387 h 4550534"/>
              <a:gd name="connsiteX2211" fmla="*/ 5243562 w 5876984"/>
              <a:gd name="connsiteY2211" fmla="*/ 1629655 h 4550534"/>
              <a:gd name="connsiteX2212" fmla="*/ 5220350 w 5876984"/>
              <a:gd name="connsiteY2212" fmla="*/ 1645824 h 4550534"/>
              <a:gd name="connsiteX2213" fmla="*/ 5243562 w 5876984"/>
              <a:gd name="connsiteY2213" fmla="*/ 1629655 h 4550534"/>
              <a:gd name="connsiteX2214" fmla="*/ 3483943 w 5876984"/>
              <a:gd name="connsiteY2214" fmla="*/ 1617972 h 4550534"/>
              <a:gd name="connsiteX2215" fmla="*/ 3482670 w 5876984"/>
              <a:gd name="connsiteY2215" fmla="*/ 1619260 h 4550534"/>
              <a:gd name="connsiteX2216" fmla="*/ 3483512 w 5876984"/>
              <a:gd name="connsiteY2216" fmla="*/ 1626574 h 4550534"/>
              <a:gd name="connsiteX2217" fmla="*/ 3492300 w 5876984"/>
              <a:gd name="connsiteY2217" fmla="*/ 1624104 h 4550534"/>
              <a:gd name="connsiteX2218" fmla="*/ 3493972 w 5876984"/>
              <a:gd name="connsiteY2218" fmla="*/ 1621056 h 4550534"/>
              <a:gd name="connsiteX2219" fmla="*/ 3486736 w 5876984"/>
              <a:gd name="connsiteY2219" fmla="*/ 1619470 h 4550534"/>
              <a:gd name="connsiteX2220" fmla="*/ 5147866 w 5876984"/>
              <a:gd name="connsiteY2220" fmla="*/ 1616148 h 4550534"/>
              <a:gd name="connsiteX2221" fmla="*/ 5131162 w 5876984"/>
              <a:gd name="connsiteY2221" fmla="*/ 1630324 h 4550534"/>
              <a:gd name="connsiteX2222" fmla="*/ 5147866 w 5876984"/>
              <a:gd name="connsiteY2222" fmla="*/ 1616148 h 4550534"/>
              <a:gd name="connsiteX2223" fmla="*/ 5254326 w 5876984"/>
              <a:gd name="connsiteY2223" fmla="*/ 1608608 h 4550534"/>
              <a:gd name="connsiteX2224" fmla="*/ 5245916 w 5876984"/>
              <a:gd name="connsiteY2224" fmla="*/ 1628115 h 4550534"/>
              <a:gd name="connsiteX2225" fmla="*/ 5273501 w 5876984"/>
              <a:gd name="connsiteY2225" fmla="*/ 1621698 h 4550534"/>
              <a:gd name="connsiteX2226" fmla="*/ 5254326 w 5876984"/>
              <a:gd name="connsiteY2226" fmla="*/ 1608608 h 4550534"/>
              <a:gd name="connsiteX2227" fmla="*/ 4712384 w 5876984"/>
              <a:gd name="connsiteY2227" fmla="*/ 1608608 h 4550534"/>
              <a:gd name="connsiteX2228" fmla="*/ 4712156 w 5876984"/>
              <a:gd name="connsiteY2228" fmla="*/ 1608931 h 4550534"/>
              <a:gd name="connsiteX2229" fmla="*/ 4712458 w 5876984"/>
              <a:gd name="connsiteY2229" fmla="*/ 1608608 h 4550534"/>
              <a:gd name="connsiteX2230" fmla="*/ 5222368 w 5876984"/>
              <a:gd name="connsiteY2230" fmla="*/ 1603731 h 4550534"/>
              <a:gd name="connsiteX2231" fmla="*/ 5209586 w 5876984"/>
              <a:gd name="connsiteY2231" fmla="*/ 1626574 h 4550534"/>
              <a:gd name="connsiteX2232" fmla="*/ 5222368 w 5876984"/>
              <a:gd name="connsiteY2232" fmla="*/ 1629655 h 4550534"/>
              <a:gd name="connsiteX2233" fmla="*/ 5247935 w 5876984"/>
              <a:gd name="connsiteY2233" fmla="*/ 1608608 h 4550534"/>
              <a:gd name="connsiteX2234" fmla="*/ 5224387 w 5876984"/>
              <a:gd name="connsiteY2234" fmla="*/ 1621698 h 4550534"/>
              <a:gd name="connsiteX2235" fmla="*/ 5222368 w 5876984"/>
              <a:gd name="connsiteY2235" fmla="*/ 1603731 h 4550534"/>
              <a:gd name="connsiteX2236" fmla="*/ 5682648 w 5876984"/>
              <a:gd name="connsiteY2236" fmla="*/ 1602567 h 4550534"/>
              <a:gd name="connsiteX2237" fmla="*/ 5667351 w 5876984"/>
              <a:gd name="connsiteY2237" fmla="*/ 1629477 h 4550534"/>
              <a:gd name="connsiteX2238" fmla="*/ 5682648 w 5876984"/>
              <a:gd name="connsiteY2238" fmla="*/ 1602567 h 4550534"/>
              <a:gd name="connsiteX2239" fmla="*/ 4684464 w 5876984"/>
              <a:gd name="connsiteY2239" fmla="*/ 1590898 h 4550534"/>
              <a:gd name="connsiteX2240" fmla="*/ 4682445 w 5876984"/>
              <a:gd name="connsiteY2240" fmla="*/ 1611944 h 4550534"/>
              <a:gd name="connsiteX2241" fmla="*/ 4661252 w 5876984"/>
              <a:gd name="connsiteY2241" fmla="*/ 1644285 h 4550534"/>
              <a:gd name="connsiteX2242" fmla="*/ 4637704 w 5876984"/>
              <a:gd name="connsiteY2242" fmla="*/ 1629655 h 4550534"/>
              <a:gd name="connsiteX2243" fmla="*/ 4646450 w 5876984"/>
              <a:gd name="connsiteY2243" fmla="*/ 1649162 h 4550534"/>
              <a:gd name="connsiteX2244" fmla="*/ 4627276 w 5876984"/>
              <a:gd name="connsiteY2244" fmla="*/ 1668668 h 4550534"/>
              <a:gd name="connsiteX2245" fmla="*/ 4606082 w 5876984"/>
              <a:gd name="connsiteY2245" fmla="*/ 1658914 h 4550534"/>
              <a:gd name="connsiteX2246" fmla="*/ 4606082 w 5876984"/>
              <a:gd name="connsiteY2246" fmla="*/ 1676625 h 4550534"/>
              <a:gd name="connsiteX2247" fmla="*/ 4576142 w 5876984"/>
              <a:gd name="connsiteY2247" fmla="*/ 1679962 h 4550534"/>
              <a:gd name="connsiteX2248" fmla="*/ 4578160 w 5876984"/>
              <a:gd name="connsiteY2248" fmla="*/ 1688175 h 4550534"/>
              <a:gd name="connsiteX2249" fmla="*/ 4554949 w 5876984"/>
              <a:gd name="connsiteY2249" fmla="*/ 1718975 h 4550534"/>
              <a:gd name="connsiteX2250" fmla="*/ 4535774 w 5876984"/>
              <a:gd name="connsiteY2250" fmla="*/ 1730268 h 4550534"/>
              <a:gd name="connsiteX2251" fmla="*/ 4499779 w 5876984"/>
              <a:gd name="connsiteY2251" fmla="*/ 1746438 h 4550534"/>
              <a:gd name="connsiteX2252" fmla="*/ 4495406 w 5876984"/>
              <a:gd name="connsiteY2252" fmla="*/ 1752855 h 4550534"/>
              <a:gd name="connsiteX2253" fmla="*/ 4503816 w 5876984"/>
              <a:gd name="connsiteY2253" fmla="*/ 1757732 h 4550534"/>
              <a:gd name="connsiteX2254" fmla="*/ 4489014 w 5876984"/>
              <a:gd name="connsiteY2254" fmla="*/ 1772362 h 4550534"/>
              <a:gd name="connsiteX2255" fmla="*/ 4491032 w 5876984"/>
              <a:gd name="connsiteY2255" fmla="*/ 1756192 h 4550534"/>
              <a:gd name="connsiteX2256" fmla="*/ 4440236 w 5876984"/>
              <a:gd name="connsiteY2256" fmla="*/ 1772362 h 4550534"/>
              <a:gd name="connsiteX2257" fmla="*/ 4442255 w 5876984"/>
              <a:gd name="connsiteY2257" fmla="*/ 1788532 h 4550534"/>
              <a:gd name="connsiteX2258" fmla="*/ 4457056 w 5876984"/>
              <a:gd name="connsiteY2258" fmla="*/ 1772362 h 4550534"/>
              <a:gd name="connsiteX2259" fmla="*/ 4469840 w 5876984"/>
              <a:gd name="connsiteY2259" fmla="*/ 1793408 h 4550534"/>
              <a:gd name="connsiteX2260" fmla="*/ 4437882 w 5876984"/>
              <a:gd name="connsiteY2260" fmla="*/ 1796745 h 4550534"/>
              <a:gd name="connsiteX2261" fmla="*/ 4425098 w 5876984"/>
              <a:gd name="connsiteY2261" fmla="*/ 1780575 h 4550534"/>
              <a:gd name="connsiteX2262" fmla="*/ 4421062 w 5876984"/>
              <a:gd name="connsiteY2262" fmla="*/ 1793408 h 4550534"/>
              <a:gd name="connsiteX2263" fmla="*/ 4416688 w 5876984"/>
              <a:gd name="connsiteY2263" fmla="*/ 1785452 h 4550534"/>
              <a:gd name="connsiteX2264" fmla="*/ 4395496 w 5876984"/>
              <a:gd name="connsiteY2264" fmla="*/ 1803162 h 4550534"/>
              <a:gd name="connsiteX2265" fmla="*/ 4342344 w 5876984"/>
              <a:gd name="connsiteY2265" fmla="*/ 1817792 h 4550534"/>
              <a:gd name="connsiteX2266" fmla="*/ 4346716 w 5876984"/>
              <a:gd name="connsiteY2266" fmla="*/ 1827546 h 4550534"/>
              <a:gd name="connsiteX2267" fmla="*/ 4333934 w 5876984"/>
              <a:gd name="connsiteY2267" fmla="*/ 1835758 h 4550534"/>
              <a:gd name="connsiteX2268" fmla="*/ 4299958 w 5876984"/>
              <a:gd name="connsiteY2268" fmla="*/ 1848592 h 4550534"/>
              <a:gd name="connsiteX2269" fmla="*/ 4287174 w 5876984"/>
              <a:gd name="connsiteY2269" fmla="*/ 1842175 h 4550534"/>
              <a:gd name="connsiteX2270" fmla="*/ 4299958 w 5876984"/>
              <a:gd name="connsiteY2270" fmla="*/ 1829085 h 4550534"/>
              <a:gd name="connsiteX2271" fmla="*/ 4261607 w 5876984"/>
              <a:gd name="connsiteY2271" fmla="*/ 1840635 h 4550534"/>
              <a:gd name="connsiteX2272" fmla="*/ 4282800 w 5876984"/>
              <a:gd name="connsiteY2272" fmla="*/ 1838839 h 4550534"/>
              <a:gd name="connsiteX2273" fmla="*/ 4229649 w 5876984"/>
              <a:gd name="connsiteY2273" fmla="*/ 1871436 h 4550534"/>
              <a:gd name="connsiteX2274" fmla="*/ 4238059 w 5876984"/>
              <a:gd name="connsiteY2274" fmla="*/ 1876312 h 4550534"/>
              <a:gd name="connsiteX2275" fmla="*/ 4231668 w 5876984"/>
              <a:gd name="connsiteY2275" fmla="*/ 1889146 h 4550534"/>
              <a:gd name="connsiteX2276" fmla="*/ 4216866 w 5876984"/>
              <a:gd name="connsiteY2276" fmla="*/ 1874515 h 4550534"/>
              <a:gd name="connsiteX2277" fmla="*/ 4189282 w 5876984"/>
              <a:gd name="connsiteY2277" fmla="*/ 1881189 h 4550534"/>
              <a:gd name="connsiteX2278" fmla="*/ 4214848 w 5876984"/>
              <a:gd name="connsiteY2278" fmla="*/ 1887605 h 4550534"/>
              <a:gd name="connsiteX2279" fmla="*/ 4195673 w 5876984"/>
              <a:gd name="connsiteY2279" fmla="*/ 1902236 h 4550534"/>
              <a:gd name="connsiteX2280" fmla="*/ 4172125 w 5876984"/>
              <a:gd name="connsiteY2280" fmla="*/ 1877853 h 4550534"/>
              <a:gd name="connsiteX2281" fmla="*/ 4142522 w 5876984"/>
              <a:gd name="connsiteY2281" fmla="*/ 1913529 h 4550534"/>
              <a:gd name="connsiteX2282" fmla="*/ 4170106 w 5876984"/>
              <a:gd name="connsiteY2282" fmla="*/ 1897359 h 4550534"/>
              <a:gd name="connsiteX2283" fmla="*/ 4166070 w 5876984"/>
              <a:gd name="connsiteY2283" fmla="*/ 1911989 h 4550534"/>
              <a:gd name="connsiteX2284" fmla="*/ 4134910 w 5876984"/>
              <a:gd name="connsiteY2284" fmla="*/ 1919657 h 4550534"/>
              <a:gd name="connsiteX2285" fmla="*/ 4126876 w 5876984"/>
              <a:gd name="connsiteY2285" fmla="*/ 1922157 h 4550534"/>
              <a:gd name="connsiteX2286" fmla="*/ 4128440 w 5876984"/>
              <a:gd name="connsiteY2286" fmla="*/ 1923924 h 4550534"/>
              <a:gd name="connsiteX2287" fmla="*/ 4133399 w 5876984"/>
              <a:gd name="connsiteY2287" fmla="*/ 1924979 h 4550534"/>
              <a:gd name="connsiteX2288" fmla="*/ 4135486 w 5876984"/>
              <a:gd name="connsiteY2288" fmla="*/ 1925889 h 4550534"/>
              <a:gd name="connsiteX2289" fmla="*/ 4145802 w 5876984"/>
              <a:gd name="connsiteY2289" fmla="*/ 1924919 h 4550534"/>
              <a:gd name="connsiteX2290" fmla="*/ 4157324 w 5876984"/>
              <a:gd name="connsiteY2290" fmla="*/ 1918405 h 4550534"/>
              <a:gd name="connsiteX2291" fmla="*/ 4166070 w 5876984"/>
              <a:gd name="connsiteY2291" fmla="*/ 1915069 h 4550534"/>
              <a:gd name="connsiteX2292" fmla="*/ 4174480 w 5876984"/>
              <a:gd name="connsiteY2292" fmla="*/ 1921743 h 4550534"/>
              <a:gd name="connsiteX2293" fmla="*/ 4184908 w 5876984"/>
              <a:gd name="connsiteY2293" fmla="*/ 1910193 h 4550534"/>
              <a:gd name="connsiteX2294" fmla="*/ 4218884 w 5876984"/>
              <a:gd name="connsiteY2294" fmla="*/ 1900696 h 4550534"/>
              <a:gd name="connsiteX2295" fmla="*/ 4227630 w 5876984"/>
              <a:gd name="connsiteY2295" fmla="*/ 1910193 h 4550534"/>
              <a:gd name="connsiteX2296" fmla="*/ 4257234 w 5876984"/>
              <a:gd name="connsiteY2296" fmla="*/ 1898899 h 4550534"/>
              <a:gd name="connsiteX2297" fmla="*/ 4278427 w 5876984"/>
              <a:gd name="connsiteY2297" fmla="*/ 1882729 h 4550534"/>
              <a:gd name="connsiteX2298" fmla="*/ 4295584 w 5876984"/>
              <a:gd name="connsiteY2298" fmla="*/ 1872976 h 4550534"/>
              <a:gd name="connsiteX2299" fmla="*/ 4304672 w 5876984"/>
              <a:gd name="connsiteY2299" fmla="*/ 1876457 h 4550534"/>
              <a:gd name="connsiteX2300" fmla="*/ 4303412 w 5876984"/>
              <a:gd name="connsiteY2300" fmla="*/ 1873215 h 4550534"/>
              <a:gd name="connsiteX2301" fmla="*/ 4350542 w 5876984"/>
              <a:gd name="connsiteY2301" fmla="*/ 1853817 h 4550534"/>
              <a:gd name="connsiteX2302" fmla="*/ 4344720 w 5876984"/>
              <a:gd name="connsiteY2302" fmla="*/ 1868082 h 4550534"/>
              <a:gd name="connsiteX2303" fmla="*/ 4343472 w 5876984"/>
              <a:gd name="connsiteY2303" fmla="*/ 1869228 h 4550534"/>
              <a:gd name="connsiteX2304" fmla="*/ 4348535 w 5876984"/>
              <a:gd name="connsiteY2304" fmla="*/ 1868917 h 4550534"/>
              <a:gd name="connsiteX2305" fmla="*/ 4361518 w 5876984"/>
              <a:gd name="connsiteY2305" fmla="*/ 1864762 h 4550534"/>
              <a:gd name="connsiteX2306" fmla="*/ 4357145 w 5876984"/>
              <a:gd name="connsiteY2306" fmla="*/ 1855265 h 4550534"/>
              <a:gd name="connsiteX2307" fmla="*/ 4384730 w 5876984"/>
              <a:gd name="connsiteY2307" fmla="*/ 1843715 h 4550534"/>
              <a:gd name="connsiteX2308" fmla="*/ 4387086 w 5876984"/>
              <a:gd name="connsiteY2308" fmla="*/ 1858346 h 4550534"/>
              <a:gd name="connsiteX2309" fmla="*/ 4395826 w 5876984"/>
              <a:gd name="connsiteY2309" fmla="*/ 1841253 h 4550534"/>
              <a:gd name="connsiteX2310" fmla="*/ 4396228 w 5876984"/>
              <a:gd name="connsiteY2310" fmla="*/ 1841038 h 4550534"/>
              <a:gd name="connsiteX2311" fmla="*/ 4396576 w 5876984"/>
              <a:gd name="connsiteY2311" fmla="*/ 1835075 h 4550534"/>
              <a:gd name="connsiteX2312" fmla="*/ 4418788 w 5876984"/>
              <a:gd name="connsiteY2312" fmla="*/ 1822127 h 4550534"/>
              <a:gd name="connsiteX2313" fmla="*/ 4416372 w 5876984"/>
              <a:gd name="connsiteY2313" fmla="*/ 1830719 h 4550534"/>
              <a:gd name="connsiteX2314" fmla="*/ 4435763 w 5876984"/>
              <a:gd name="connsiteY2314" fmla="*/ 1824778 h 4550534"/>
              <a:gd name="connsiteX2315" fmla="*/ 4443004 w 5876984"/>
              <a:gd name="connsiteY2315" fmla="*/ 1821847 h 4550534"/>
              <a:gd name="connsiteX2316" fmla="*/ 4435437 w 5876984"/>
              <a:gd name="connsiteY2316" fmla="*/ 1815810 h 4550534"/>
              <a:gd name="connsiteX2317" fmla="*/ 4443678 w 5876984"/>
              <a:gd name="connsiteY2317" fmla="*/ 1809475 h 4550534"/>
              <a:gd name="connsiteX2318" fmla="*/ 4447192 w 5876984"/>
              <a:gd name="connsiteY2318" fmla="*/ 1812288 h 4550534"/>
              <a:gd name="connsiteX2319" fmla="*/ 4446628 w 5876984"/>
              <a:gd name="connsiteY2319" fmla="*/ 1806499 h 4550534"/>
              <a:gd name="connsiteX2320" fmla="*/ 4469840 w 5876984"/>
              <a:gd name="connsiteY2320" fmla="*/ 1795206 h 4550534"/>
              <a:gd name="connsiteX2321" fmla="*/ 4472194 w 5876984"/>
              <a:gd name="connsiteY2321" fmla="*/ 1812915 h 4550534"/>
              <a:gd name="connsiteX2322" fmla="*/ 4529676 w 5876984"/>
              <a:gd name="connsiteY2322" fmla="*/ 1777110 h 4550534"/>
              <a:gd name="connsiteX2323" fmla="*/ 4553988 w 5876984"/>
              <a:gd name="connsiteY2323" fmla="*/ 1761805 h 4550534"/>
              <a:gd name="connsiteX2324" fmla="*/ 4549440 w 5876984"/>
              <a:gd name="connsiteY2324" fmla="*/ 1757422 h 4550534"/>
              <a:gd name="connsiteX2325" fmla="*/ 4543712 w 5876984"/>
              <a:gd name="connsiteY2325" fmla="*/ 1759304 h 4550534"/>
              <a:gd name="connsiteX2326" fmla="*/ 4565120 w 5876984"/>
              <a:gd name="connsiteY2326" fmla="*/ 1738377 h 4550534"/>
              <a:gd name="connsiteX2327" fmla="*/ 4558764 w 5876984"/>
              <a:gd name="connsiteY2327" fmla="*/ 1751137 h 4550534"/>
              <a:gd name="connsiteX2328" fmla="*/ 4555211 w 5876984"/>
              <a:gd name="connsiteY2328" fmla="*/ 1756401 h 4550534"/>
              <a:gd name="connsiteX2329" fmla="*/ 4555870 w 5876984"/>
              <a:gd name="connsiteY2329" fmla="*/ 1760621 h 4550534"/>
              <a:gd name="connsiteX2330" fmla="*/ 4557771 w 5876984"/>
              <a:gd name="connsiteY2330" fmla="*/ 1759424 h 4550534"/>
              <a:gd name="connsiteX2331" fmla="*/ 4588926 w 5876984"/>
              <a:gd name="connsiteY2331" fmla="*/ 1749775 h 4550534"/>
              <a:gd name="connsiteX2332" fmla="*/ 4578160 w 5876984"/>
              <a:gd name="connsiteY2332" fmla="*/ 1759528 h 4550534"/>
              <a:gd name="connsiteX2333" fmla="*/ 4595317 w 5876984"/>
              <a:gd name="connsiteY2333" fmla="*/ 1762608 h 4550534"/>
              <a:gd name="connsiteX2334" fmla="*/ 4604694 w 5876984"/>
              <a:gd name="connsiteY2334" fmla="*/ 1752727 h 4550534"/>
              <a:gd name="connsiteX2335" fmla="*/ 4612468 w 5876984"/>
              <a:gd name="connsiteY2335" fmla="*/ 1752853 h 4550534"/>
              <a:gd name="connsiteX2336" fmla="*/ 4615980 w 5876984"/>
              <a:gd name="connsiteY2336" fmla="*/ 1747568 h 4550534"/>
              <a:gd name="connsiteX2337" fmla="*/ 4617662 w 5876984"/>
              <a:gd name="connsiteY2337" fmla="*/ 1745745 h 4550534"/>
              <a:gd name="connsiteX2338" fmla="*/ 4616930 w 5876984"/>
              <a:gd name="connsiteY2338" fmla="*/ 1742364 h 4550534"/>
              <a:gd name="connsiteX2339" fmla="*/ 4616510 w 5876984"/>
              <a:gd name="connsiteY2339" fmla="*/ 1733605 h 4550534"/>
              <a:gd name="connsiteX2340" fmla="*/ 4620506 w 5876984"/>
              <a:gd name="connsiteY2340" fmla="*/ 1734088 h 4550534"/>
              <a:gd name="connsiteX2341" fmla="*/ 4620382 w 5876984"/>
              <a:gd name="connsiteY2341" fmla="*/ 1733123 h 4550534"/>
              <a:gd name="connsiteX2342" fmla="*/ 4631908 w 5876984"/>
              <a:gd name="connsiteY2342" fmla="*/ 1734510 h 4550534"/>
              <a:gd name="connsiteX2343" fmla="*/ 4639044 w 5876984"/>
              <a:gd name="connsiteY2343" fmla="*/ 1732144 h 4550534"/>
              <a:gd name="connsiteX2344" fmla="*/ 4633249 w 5876984"/>
              <a:gd name="connsiteY2344" fmla="*/ 1728223 h 4550534"/>
              <a:gd name="connsiteX2345" fmla="*/ 4637746 w 5876984"/>
              <a:gd name="connsiteY2345" fmla="*/ 1726713 h 4550534"/>
              <a:gd name="connsiteX2346" fmla="*/ 4633668 w 5876984"/>
              <a:gd name="connsiteY2346" fmla="*/ 1723852 h 4550534"/>
              <a:gd name="connsiteX2347" fmla="*/ 4653016 w 5876984"/>
              <a:gd name="connsiteY2347" fmla="*/ 1706924 h 4550534"/>
              <a:gd name="connsiteX2348" fmla="*/ 4655594 w 5876984"/>
              <a:gd name="connsiteY2348" fmla="*/ 1707238 h 4550534"/>
              <a:gd name="connsiteX2349" fmla="*/ 4657352 w 5876984"/>
              <a:gd name="connsiteY2349" fmla="*/ 1705294 h 4550534"/>
              <a:gd name="connsiteX2350" fmla="*/ 4665673 w 5876984"/>
              <a:gd name="connsiteY2350" fmla="*/ 1694239 h 4550534"/>
              <a:gd name="connsiteX2351" fmla="*/ 4667638 w 5876984"/>
              <a:gd name="connsiteY2351" fmla="*/ 1708406 h 4550534"/>
              <a:gd name="connsiteX2352" fmla="*/ 4657858 w 5876984"/>
              <a:gd name="connsiteY2352" fmla="*/ 1716710 h 4550534"/>
              <a:gd name="connsiteX2353" fmla="*/ 4663018 w 5876984"/>
              <a:gd name="connsiteY2353" fmla="*/ 1718044 h 4550534"/>
              <a:gd name="connsiteX2354" fmla="*/ 4676054 w 5876984"/>
              <a:gd name="connsiteY2354" fmla="*/ 1725392 h 4550534"/>
              <a:gd name="connsiteX2355" fmla="*/ 4669662 w 5876984"/>
              <a:gd name="connsiteY2355" fmla="*/ 1712558 h 4550534"/>
              <a:gd name="connsiteX2356" fmla="*/ 4716422 w 5876984"/>
              <a:gd name="connsiteY2356" fmla="*/ 1679962 h 4550534"/>
              <a:gd name="connsiteX2357" fmla="*/ 4714403 w 5876984"/>
              <a:gd name="connsiteY2357" fmla="*/ 1658914 h 4550534"/>
              <a:gd name="connsiteX2358" fmla="*/ 4733578 w 5876984"/>
              <a:gd name="connsiteY2358" fmla="*/ 1665331 h 4550534"/>
              <a:gd name="connsiteX2359" fmla="*/ 4739970 w 5876984"/>
              <a:gd name="connsiteY2359" fmla="*/ 1639408 h 4550534"/>
              <a:gd name="connsiteX2360" fmla="*/ 4729204 w 5876984"/>
              <a:gd name="connsiteY2360" fmla="*/ 1639408 h 4550534"/>
              <a:gd name="connsiteX2361" fmla="*/ 4727186 w 5876984"/>
              <a:gd name="connsiteY2361" fmla="*/ 1626574 h 4550534"/>
              <a:gd name="connsiteX2362" fmla="*/ 4735134 w 5876984"/>
              <a:gd name="connsiteY2362" fmla="*/ 1619933 h 4550534"/>
              <a:gd name="connsiteX2363" fmla="*/ 4738054 w 5876984"/>
              <a:gd name="connsiteY2363" fmla="*/ 1618256 h 4550534"/>
              <a:gd name="connsiteX2364" fmla="*/ 4733890 w 5876984"/>
              <a:gd name="connsiteY2364" fmla="*/ 1616536 h 4550534"/>
              <a:gd name="connsiteX2365" fmla="*/ 4716746 w 5876984"/>
              <a:gd name="connsiteY2365" fmla="*/ 1629470 h 4550534"/>
              <a:gd name="connsiteX2366" fmla="*/ 4709141 w 5876984"/>
              <a:gd name="connsiteY2366" fmla="*/ 1612170 h 4550534"/>
              <a:gd name="connsiteX2367" fmla="*/ 4709882 w 5876984"/>
              <a:gd name="connsiteY2367" fmla="*/ 1611376 h 4550534"/>
              <a:gd name="connsiteX2368" fmla="*/ 4707212 w 5876984"/>
              <a:gd name="connsiteY2368" fmla="*/ 1601132 h 4550534"/>
              <a:gd name="connsiteX2369" fmla="*/ 4699602 w 5876984"/>
              <a:gd name="connsiteY2369" fmla="*/ 1593978 h 4550534"/>
              <a:gd name="connsiteX2370" fmla="*/ 4684464 w 5876984"/>
              <a:gd name="connsiteY2370" fmla="*/ 1590898 h 4550534"/>
              <a:gd name="connsiteX2371" fmla="*/ 5281855 w 5876984"/>
              <a:gd name="connsiteY2371" fmla="*/ 1584459 h 4550534"/>
              <a:gd name="connsiteX2372" fmla="*/ 5281855 w 5876984"/>
              <a:gd name="connsiteY2372" fmla="*/ 1609098 h 4550534"/>
              <a:gd name="connsiteX2373" fmla="*/ 5281855 w 5876984"/>
              <a:gd name="connsiteY2373" fmla="*/ 1584459 h 4550534"/>
              <a:gd name="connsiteX2374" fmla="*/ 5164458 w 5876984"/>
              <a:gd name="connsiteY2374" fmla="*/ 1584459 h 4550534"/>
              <a:gd name="connsiteX2375" fmla="*/ 5166435 w 5876984"/>
              <a:gd name="connsiteY2375" fmla="*/ 1596211 h 4550534"/>
              <a:gd name="connsiteX2376" fmla="*/ 5151930 w 5876984"/>
              <a:gd name="connsiteY2376" fmla="*/ 1597778 h 4550534"/>
              <a:gd name="connsiteX2377" fmla="*/ 5164458 w 5876984"/>
              <a:gd name="connsiteY2377" fmla="*/ 1584459 h 4550534"/>
              <a:gd name="connsiteX2378" fmla="*/ 5290322 w 5876984"/>
              <a:gd name="connsiteY2378" fmla="*/ 1577808 h 4550534"/>
              <a:gd name="connsiteX2379" fmla="*/ 5262736 w 5876984"/>
              <a:gd name="connsiteY2379" fmla="*/ 1590898 h 4550534"/>
              <a:gd name="connsiteX2380" fmla="*/ 5273501 w 5876984"/>
              <a:gd name="connsiteY2380" fmla="*/ 1616821 h 4550534"/>
              <a:gd name="connsiteX2381" fmla="*/ 5290322 w 5876984"/>
              <a:gd name="connsiteY2381" fmla="*/ 1577808 h 4550534"/>
              <a:gd name="connsiteX2382" fmla="*/ 4737770 w 5876984"/>
              <a:gd name="connsiteY2382" fmla="*/ 1577597 h 4550534"/>
              <a:gd name="connsiteX2383" fmla="*/ 4732700 w 5876984"/>
              <a:gd name="connsiteY2383" fmla="*/ 1581537 h 4550534"/>
              <a:gd name="connsiteX2384" fmla="*/ 4732978 w 5876984"/>
              <a:gd name="connsiteY2384" fmla="*/ 1586021 h 4550534"/>
              <a:gd name="connsiteX2385" fmla="*/ 4733578 w 5876984"/>
              <a:gd name="connsiteY2385" fmla="*/ 1586021 h 4550534"/>
              <a:gd name="connsiteX2386" fmla="*/ 4816332 w 5876984"/>
              <a:gd name="connsiteY2386" fmla="*/ 1576268 h 4550534"/>
              <a:gd name="connsiteX2387" fmla="*/ 4810415 w 5876984"/>
              <a:gd name="connsiteY2387" fmla="*/ 1580809 h 4550534"/>
              <a:gd name="connsiteX2388" fmla="*/ 4809773 w 5876984"/>
              <a:gd name="connsiteY2388" fmla="*/ 1580246 h 4550534"/>
              <a:gd name="connsiteX2389" fmla="*/ 4816332 w 5876984"/>
              <a:gd name="connsiteY2389" fmla="*/ 1576268 h 4550534"/>
              <a:gd name="connsiteX2390" fmla="*/ 4741648 w 5876984"/>
              <a:gd name="connsiteY2390" fmla="*/ 1574582 h 4550534"/>
              <a:gd name="connsiteX2391" fmla="*/ 4740978 w 5876984"/>
              <a:gd name="connsiteY2391" fmla="*/ 1575103 h 4550534"/>
              <a:gd name="connsiteX2392" fmla="*/ 4741752 w 5876984"/>
              <a:gd name="connsiteY2392" fmla="*/ 1574921 h 4550534"/>
              <a:gd name="connsiteX2393" fmla="*/ 5739474 w 5876984"/>
              <a:gd name="connsiteY2393" fmla="*/ 1567482 h 4550534"/>
              <a:gd name="connsiteX2394" fmla="*/ 5743549 w 5876984"/>
              <a:gd name="connsiteY2394" fmla="*/ 1587172 h 4550534"/>
              <a:gd name="connsiteX2395" fmla="*/ 5739474 w 5876984"/>
              <a:gd name="connsiteY2395" fmla="*/ 1567482 h 4550534"/>
              <a:gd name="connsiteX2396" fmla="*/ 4601708 w 5876984"/>
              <a:gd name="connsiteY2396" fmla="*/ 1558301 h 4550534"/>
              <a:gd name="connsiteX2397" fmla="*/ 4603727 w 5876984"/>
              <a:gd name="connsiteY2397" fmla="*/ 1568054 h 4550534"/>
              <a:gd name="connsiteX2398" fmla="*/ 4601708 w 5876984"/>
              <a:gd name="connsiteY2398" fmla="*/ 1558301 h 4550534"/>
              <a:gd name="connsiteX2399" fmla="*/ 4716422 w 5876984"/>
              <a:gd name="connsiteY2399" fmla="*/ 1556761 h 4550534"/>
              <a:gd name="connsiteX2400" fmla="*/ 4700442 w 5876984"/>
              <a:gd name="connsiteY2400" fmla="*/ 1570140 h 4550534"/>
              <a:gd name="connsiteX2401" fmla="*/ 4693153 w 5876984"/>
              <a:gd name="connsiteY2401" fmla="*/ 1577384 h 4550534"/>
              <a:gd name="connsiteX2402" fmla="*/ 4698274 w 5876984"/>
              <a:gd name="connsiteY2402" fmla="*/ 1578325 h 4550534"/>
              <a:gd name="connsiteX2403" fmla="*/ 4705362 w 5876984"/>
              <a:gd name="connsiteY2403" fmla="*/ 1574374 h 4550534"/>
              <a:gd name="connsiteX2404" fmla="*/ 4716422 w 5876984"/>
              <a:gd name="connsiteY2404" fmla="*/ 1556761 h 4550534"/>
              <a:gd name="connsiteX2405" fmla="*/ 5513770 w 5876984"/>
              <a:gd name="connsiteY2405" fmla="*/ 1551637 h 4550534"/>
              <a:gd name="connsiteX2406" fmla="*/ 5511763 w 5876984"/>
              <a:gd name="connsiteY2406" fmla="*/ 1585336 h 4550534"/>
              <a:gd name="connsiteX2407" fmla="*/ 5513770 w 5876984"/>
              <a:gd name="connsiteY2407" fmla="*/ 1551637 h 4550534"/>
              <a:gd name="connsiteX2408" fmla="*/ 4871834 w 5876984"/>
              <a:gd name="connsiteY2408" fmla="*/ 1547176 h 4550534"/>
              <a:gd name="connsiteX2409" fmla="*/ 4865448 w 5876984"/>
              <a:gd name="connsiteY2409" fmla="*/ 1548548 h 4550534"/>
              <a:gd name="connsiteX2410" fmla="*/ 4848290 w 5876984"/>
              <a:gd name="connsiteY2410" fmla="*/ 1569594 h 4550534"/>
              <a:gd name="connsiteX2411" fmla="*/ 4875876 w 5876984"/>
              <a:gd name="connsiteY2411" fmla="*/ 1548548 h 4550534"/>
              <a:gd name="connsiteX2412" fmla="*/ 4871834 w 5876984"/>
              <a:gd name="connsiteY2412" fmla="*/ 1547176 h 4550534"/>
              <a:gd name="connsiteX2413" fmla="*/ 5557483 w 5876984"/>
              <a:gd name="connsiteY2413" fmla="*/ 1543715 h 4550534"/>
              <a:gd name="connsiteX2414" fmla="*/ 5555191 w 5876984"/>
              <a:gd name="connsiteY2414" fmla="*/ 1564959 h 4550534"/>
              <a:gd name="connsiteX2415" fmla="*/ 5557483 w 5876984"/>
              <a:gd name="connsiteY2415" fmla="*/ 1543715 h 4550534"/>
              <a:gd name="connsiteX2416" fmla="*/ 5269128 w 5876984"/>
              <a:gd name="connsiteY2416" fmla="*/ 1543671 h 4550534"/>
              <a:gd name="connsiteX2417" fmla="*/ 5265091 w 5876984"/>
              <a:gd name="connsiteY2417" fmla="*/ 1571391 h 4550534"/>
              <a:gd name="connsiteX2418" fmla="*/ 5269128 w 5876984"/>
              <a:gd name="connsiteY2418" fmla="*/ 1543671 h 4550534"/>
              <a:gd name="connsiteX2419" fmla="*/ 5133223 w 5876984"/>
              <a:gd name="connsiteY2419" fmla="*/ 1535714 h 4550534"/>
              <a:gd name="connsiteX2420" fmla="*/ 5128784 w 5876984"/>
              <a:gd name="connsiteY2420" fmla="*/ 1537310 h 4550534"/>
              <a:gd name="connsiteX2421" fmla="*/ 5120132 w 5876984"/>
              <a:gd name="connsiteY2421" fmla="*/ 1555027 h 4550534"/>
              <a:gd name="connsiteX2422" fmla="*/ 5117282 w 5876984"/>
              <a:gd name="connsiteY2422" fmla="*/ 1565063 h 4550534"/>
              <a:gd name="connsiteX2423" fmla="*/ 5122710 w 5876984"/>
              <a:gd name="connsiteY2423" fmla="*/ 1561830 h 4550534"/>
              <a:gd name="connsiteX2424" fmla="*/ 5137260 w 5876984"/>
              <a:gd name="connsiteY2424" fmla="*/ 1555220 h 4550534"/>
              <a:gd name="connsiteX2425" fmla="*/ 5133223 w 5876984"/>
              <a:gd name="connsiteY2425" fmla="*/ 1535714 h 4550534"/>
              <a:gd name="connsiteX2426" fmla="*/ 2795440 w 5876984"/>
              <a:gd name="connsiteY2426" fmla="*/ 1530238 h 4550534"/>
              <a:gd name="connsiteX2427" fmla="*/ 2793626 w 5876984"/>
              <a:gd name="connsiteY2427" fmla="*/ 1533445 h 4550534"/>
              <a:gd name="connsiteX2428" fmla="*/ 2796112 w 5876984"/>
              <a:gd name="connsiteY2428" fmla="*/ 1531872 h 4550534"/>
              <a:gd name="connsiteX2429" fmla="*/ 5732114 w 5876984"/>
              <a:gd name="connsiteY2429" fmla="*/ 1527871 h 4550534"/>
              <a:gd name="connsiteX2430" fmla="*/ 5727828 w 5876984"/>
              <a:gd name="connsiteY2430" fmla="*/ 1557041 h 4550534"/>
              <a:gd name="connsiteX2431" fmla="*/ 5732114 w 5876984"/>
              <a:gd name="connsiteY2431" fmla="*/ 1527871 h 4550534"/>
              <a:gd name="connsiteX2432" fmla="*/ 5692774 w 5876984"/>
              <a:gd name="connsiteY2432" fmla="*/ 1527871 h 4550534"/>
              <a:gd name="connsiteX2433" fmla="*/ 5701159 w 5876984"/>
              <a:gd name="connsiteY2433" fmla="*/ 1565411 h 4550534"/>
              <a:gd name="connsiteX2434" fmla="*/ 5680030 w 5876984"/>
              <a:gd name="connsiteY2434" fmla="*/ 1565411 h 4550534"/>
              <a:gd name="connsiteX2435" fmla="*/ 5692774 w 5876984"/>
              <a:gd name="connsiteY2435" fmla="*/ 1527871 h 4550534"/>
              <a:gd name="connsiteX2436" fmla="*/ 2792904 w 5876984"/>
              <a:gd name="connsiteY2436" fmla="*/ 1524075 h 4550534"/>
              <a:gd name="connsiteX2437" fmla="*/ 2792786 w 5876984"/>
              <a:gd name="connsiteY2437" fmla="*/ 1525344 h 4550534"/>
              <a:gd name="connsiteX2438" fmla="*/ 2793340 w 5876984"/>
              <a:gd name="connsiteY2438" fmla="*/ 1525133 h 4550534"/>
              <a:gd name="connsiteX2439" fmla="*/ 3284235 w 5876984"/>
              <a:gd name="connsiteY2439" fmla="*/ 1519495 h 4550534"/>
              <a:gd name="connsiteX2440" fmla="*/ 3280042 w 5876984"/>
              <a:gd name="connsiteY2440" fmla="*/ 1523601 h 4550534"/>
              <a:gd name="connsiteX2441" fmla="*/ 3279743 w 5876984"/>
              <a:gd name="connsiteY2441" fmla="*/ 1523945 h 4550534"/>
              <a:gd name="connsiteX2442" fmla="*/ 3279743 w 5876984"/>
              <a:gd name="connsiteY2442" fmla="*/ 1527680 h 4550534"/>
              <a:gd name="connsiteX2443" fmla="*/ 3287523 w 5876984"/>
              <a:gd name="connsiteY2443" fmla="*/ 1525883 h 4550534"/>
              <a:gd name="connsiteX2444" fmla="*/ 3289508 w 5876984"/>
              <a:gd name="connsiteY2444" fmla="*/ 1520596 h 4550534"/>
              <a:gd name="connsiteX2445" fmla="*/ 4778728 w 5876984"/>
              <a:gd name="connsiteY2445" fmla="*/ 1517685 h 4550534"/>
              <a:gd name="connsiteX2446" fmla="*/ 4782714 w 5876984"/>
              <a:gd name="connsiteY2446" fmla="*/ 1534396 h 4550534"/>
              <a:gd name="connsiteX2447" fmla="*/ 4778728 w 5876984"/>
              <a:gd name="connsiteY2447" fmla="*/ 1517685 h 4550534"/>
              <a:gd name="connsiteX2448" fmla="*/ 2781147 w 5876984"/>
              <a:gd name="connsiteY2448" fmla="*/ 1516741 h 4550534"/>
              <a:gd name="connsiteX2449" fmla="*/ 2773030 w 5876984"/>
              <a:gd name="connsiteY2449" fmla="*/ 1519769 h 4550534"/>
              <a:gd name="connsiteX2450" fmla="*/ 2772666 w 5876984"/>
              <a:gd name="connsiteY2450" fmla="*/ 1520310 h 4550534"/>
              <a:gd name="connsiteX2451" fmla="*/ 2784955 w 5876984"/>
              <a:gd name="connsiteY2451" fmla="*/ 1518076 h 4550534"/>
              <a:gd name="connsiteX2452" fmla="*/ 2788540 w 5876984"/>
              <a:gd name="connsiteY2452" fmla="*/ 1517274 h 4550534"/>
              <a:gd name="connsiteX2453" fmla="*/ 5236154 w 5876984"/>
              <a:gd name="connsiteY2453" fmla="*/ 1516553 h 4550534"/>
              <a:gd name="connsiteX2454" fmla="*/ 5221524 w 5876984"/>
              <a:gd name="connsiteY2454" fmla="*/ 1537797 h 4550534"/>
              <a:gd name="connsiteX2455" fmla="*/ 5236154 w 5876984"/>
              <a:gd name="connsiteY2455" fmla="*/ 1516553 h 4550534"/>
              <a:gd name="connsiteX2456" fmla="*/ 468931 w 5876984"/>
              <a:gd name="connsiteY2456" fmla="*/ 1516553 h 4550534"/>
              <a:gd name="connsiteX2457" fmla="*/ 454012 w 5876984"/>
              <a:gd name="connsiteY2457" fmla="*/ 1542328 h 4550534"/>
              <a:gd name="connsiteX2458" fmla="*/ 468931 w 5876984"/>
              <a:gd name="connsiteY2458" fmla="*/ 1516553 h 4550534"/>
              <a:gd name="connsiteX2459" fmla="*/ 3169674 w 5876984"/>
              <a:gd name="connsiteY2459" fmla="*/ 1515975 h 4550534"/>
              <a:gd name="connsiteX2460" fmla="*/ 3177429 w 5876984"/>
              <a:gd name="connsiteY2460" fmla="*/ 1516230 h 4550534"/>
              <a:gd name="connsiteX2461" fmla="*/ 3179364 w 5876984"/>
              <a:gd name="connsiteY2461" fmla="*/ 1524508 h 4550534"/>
              <a:gd name="connsiteX2462" fmla="*/ 3167109 w 5876984"/>
              <a:gd name="connsiteY2462" fmla="*/ 1519334 h 4550534"/>
              <a:gd name="connsiteX2463" fmla="*/ 3169674 w 5876984"/>
              <a:gd name="connsiteY2463" fmla="*/ 1515975 h 4550534"/>
              <a:gd name="connsiteX2464" fmla="*/ 2919035 w 5876984"/>
              <a:gd name="connsiteY2464" fmla="*/ 1514725 h 4550534"/>
              <a:gd name="connsiteX2465" fmla="*/ 2886742 w 5876984"/>
              <a:gd name="connsiteY2465" fmla="*/ 1516553 h 4550534"/>
              <a:gd name="connsiteX2466" fmla="*/ 2919035 w 5876984"/>
              <a:gd name="connsiteY2466" fmla="*/ 1514725 h 4550534"/>
              <a:gd name="connsiteX2467" fmla="*/ 5161562 w 5876984"/>
              <a:gd name="connsiteY2467" fmla="*/ 1514575 h 4550534"/>
              <a:gd name="connsiteX2468" fmla="*/ 5149056 w 5876984"/>
              <a:gd name="connsiteY2468" fmla="*/ 1519274 h 4550534"/>
              <a:gd name="connsiteX2469" fmla="*/ 5149354 w 5876984"/>
              <a:gd name="connsiteY2469" fmla="*/ 1520828 h 4550534"/>
              <a:gd name="connsiteX2470" fmla="*/ 5154564 w 5876984"/>
              <a:gd name="connsiteY2470" fmla="*/ 1519624 h 4550534"/>
              <a:gd name="connsiteX2471" fmla="*/ 5153694 w 5876984"/>
              <a:gd name="connsiteY2471" fmla="*/ 1522003 h 4550534"/>
              <a:gd name="connsiteX2472" fmla="*/ 5159798 w 5876984"/>
              <a:gd name="connsiteY2472" fmla="*/ 1517960 h 4550534"/>
              <a:gd name="connsiteX2473" fmla="*/ 3358462 w 5876984"/>
              <a:gd name="connsiteY2473" fmla="*/ 1513113 h 4550534"/>
              <a:gd name="connsiteX2474" fmla="*/ 3346548 w 5876984"/>
              <a:gd name="connsiteY2474" fmla="*/ 1514836 h 4550534"/>
              <a:gd name="connsiteX2475" fmla="*/ 3343706 w 5876984"/>
              <a:gd name="connsiteY2475" fmla="*/ 1516753 h 4550534"/>
              <a:gd name="connsiteX2476" fmla="*/ 3355440 w 5876984"/>
              <a:gd name="connsiteY2476" fmla="*/ 1513887 h 4550534"/>
              <a:gd name="connsiteX2477" fmla="*/ 4922636 w 5876984"/>
              <a:gd name="connsiteY2477" fmla="*/ 1512870 h 4550534"/>
              <a:gd name="connsiteX2478" fmla="*/ 4921956 w 5876984"/>
              <a:gd name="connsiteY2478" fmla="*/ 1513105 h 4550534"/>
              <a:gd name="connsiteX2479" fmla="*/ 4920068 w 5876984"/>
              <a:gd name="connsiteY2479" fmla="*/ 1515171 h 4550534"/>
              <a:gd name="connsiteX2480" fmla="*/ 4918628 w 5876984"/>
              <a:gd name="connsiteY2480" fmla="*/ 1514250 h 4550534"/>
              <a:gd name="connsiteX2481" fmla="*/ 4911450 w 5876984"/>
              <a:gd name="connsiteY2481" fmla="*/ 1516721 h 4550534"/>
              <a:gd name="connsiteX2482" fmla="*/ 4909852 w 5876984"/>
              <a:gd name="connsiteY2482" fmla="*/ 1524421 h 4550534"/>
              <a:gd name="connsiteX2483" fmla="*/ 4922636 w 5876984"/>
              <a:gd name="connsiteY2483" fmla="*/ 1512870 h 4550534"/>
              <a:gd name="connsiteX2484" fmla="*/ 4118763 w 5876984"/>
              <a:gd name="connsiteY2484" fmla="*/ 1512325 h 4550534"/>
              <a:gd name="connsiteX2485" fmla="*/ 4112582 w 5876984"/>
              <a:gd name="connsiteY2485" fmla="*/ 1517747 h 4550534"/>
              <a:gd name="connsiteX2486" fmla="*/ 4129738 w 5876984"/>
              <a:gd name="connsiteY2486" fmla="*/ 1512870 h 4550534"/>
              <a:gd name="connsiteX2487" fmla="*/ 4118763 w 5876984"/>
              <a:gd name="connsiteY2487" fmla="*/ 1512325 h 4550534"/>
              <a:gd name="connsiteX2488" fmla="*/ 5524256 w 5876984"/>
              <a:gd name="connsiteY2488" fmla="*/ 1506367 h 4550534"/>
              <a:gd name="connsiteX2489" fmla="*/ 5530612 w 5876984"/>
              <a:gd name="connsiteY2489" fmla="*/ 1547989 h 4550534"/>
              <a:gd name="connsiteX2490" fmla="*/ 5515893 w 5876984"/>
              <a:gd name="connsiteY2490" fmla="*/ 1544943 h 4550534"/>
              <a:gd name="connsiteX2491" fmla="*/ 5524256 w 5876984"/>
              <a:gd name="connsiteY2491" fmla="*/ 1506367 h 4550534"/>
              <a:gd name="connsiteX2492" fmla="*/ 3014882 w 5876984"/>
              <a:gd name="connsiteY2492" fmla="*/ 1505323 h 4550534"/>
              <a:gd name="connsiteX2493" fmla="*/ 3021411 w 5876984"/>
              <a:gd name="connsiteY2493" fmla="*/ 1507934 h 4550534"/>
              <a:gd name="connsiteX2494" fmla="*/ 3011092 w 5876984"/>
              <a:gd name="connsiteY2494" fmla="*/ 1516292 h 4550534"/>
              <a:gd name="connsiteX2495" fmla="*/ 3009201 w 5876984"/>
              <a:gd name="connsiteY2495" fmla="*/ 1512974 h 4550534"/>
              <a:gd name="connsiteX2496" fmla="*/ 2981682 w 5876984"/>
              <a:gd name="connsiteY2496" fmla="*/ 1520826 h 4550534"/>
              <a:gd name="connsiteX2497" fmla="*/ 3007788 w 5876984"/>
              <a:gd name="connsiteY2497" fmla="*/ 1508626 h 4550534"/>
              <a:gd name="connsiteX2498" fmla="*/ 3009662 w 5876984"/>
              <a:gd name="connsiteY2498" fmla="*/ 1509251 h 4550534"/>
              <a:gd name="connsiteX2499" fmla="*/ 4863056 w 5876984"/>
              <a:gd name="connsiteY2499" fmla="*/ 1505236 h 4550534"/>
              <a:gd name="connsiteX2500" fmla="*/ 4874183 w 5876984"/>
              <a:gd name="connsiteY2500" fmla="*/ 1513237 h 4550534"/>
              <a:gd name="connsiteX2501" fmla="*/ 4854364 w 5876984"/>
              <a:gd name="connsiteY2501" fmla="*/ 1511688 h 4550534"/>
              <a:gd name="connsiteX2502" fmla="*/ 4863056 w 5876984"/>
              <a:gd name="connsiteY2502" fmla="*/ 1505236 h 4550534"/>
              <a:gd name="connsiteX2503" fmla="*/ 2933325 w 5876984"/>
              <a:gd name="connsiteY2503" fmla="*/ 1502504 h 4550534"/>
              <a:gd name="connsiteX2504" fmla="*/ 2941306 w 5876984"/>
              <a:gd name="connsiteY2504" fmla="*/ 1505040 h 4550534"/>
              <a:gd name="connsiteX2505" fmla="*/ 2939049 w 5876984"/>
              <a:gd name="connsiteY2505" fmla="*/ 1505040 h 4550534"/>
              <a:gd name="connsiteX2506" fmla="*/ 2926794 w 5876984"/>
              <a:gd name="connsiteY2506" fmla="*/ 1509860 h 4550534"/>
              <a:gd name="connsiteX2507" fmla="*/ 2933325 w 5876984"/>
              <a:gd name="connsiteY2507" fmla="*/ 1502504 h 4550534"/>
              <a:gd name="connsiteX2508" fmla="*/ 3207872 w 5876984"/>
              <a:gd name="connsiteY2508" fmla="*/ 1500335 h 4550534"/>
              <a:gd name="connsiteX2509" fmla="*/ 3221663 w 5876984"/>
              <a:gd name="connsiteY2509" fmla="*/ 1502428 h 4550534"/>
              <a:gd name="connsiteX2510" fmla="*/ 3200602 w 5876984"/>
              <a:gd name="connsiteY2510" fmla="*/ 1513422 h 4550534"/>
              <a:gd name="connsiteX2511" fmla="*/ 3207872 w 5876984"/>
              <a:gd name="connsiteY2511" fmla="*/ 1500335 h 4550534"/>
              <a:gd name="connsiteX2512" fmla="*/ 3390120 w 5876984"/>
              <a:gd name="connsiteY2512" fmla="*/ 1499693 h 4550534"/>
              <a:gd name="connsiteX2513" fmla="*/ 3389746 w 5876984"/>
              <a:gd name="connsiteY2513" fmla="*/ 1500091 h 4550534"/>
              <a:gd name="connsiteX2514" fmla="*/ 3381708 w 5876984"/>
              <a:gd name="connsiteY2514" fmla="*/ 1501233 h 4550534"/>
              <a:gd name="connsiteX2515" fmla="*/ 3390120 w 5876984"/>
              <a:gd name="connsiteY2515" fmla="*/ 1499693 h 4550534"/>
              <a:gd name="connsiteX2516" fmla="*/ 4217968 w 5876984"/>
              <a:gd name="connsiteY2516" fmla="*/ 1498251 h 4550534"/>
              <a:gd name="connsiteX2517" fmla="*/ 4215352 w 5876984"/>
              <a:gd name="connsiteY2517" fmla="*/ 1499524 h 4550534"/>
              <a:gd name="connsiteX2518" fmla="*/ 4183426 w 5876984"/>
              <a:gd name="connsiteY2518" fmla="*/ 1514165 h 4550534"/>
              <a:gd name="connsiteX2519" fmla="*/ 4188672 w 5876984"/>
              <a:gd name="connsiteY2519" fmla="*/ 1514059 h 4550534"/>
              <a:gd name="connsiteX2520" fmla="*/ 4210908 w 5876984"/>
              <a:gd name="connsiteY2520" fmla="*/ 1503783 h 4550534"/>
              <a:gd name="connsiteX2521" fmla="*/ 5788440 w 5876984"/>
              <a:gd name="connsiteY2521" fmla="*/ 1496635 h 4550534"/>
              <a:gd name="connsiteX2522" fmla="*/ 5804754 w 5876984"/>
              <a:gd name="connsiteY2522" fmla="*/ 1516294 h 4550534"/>
              <a:gd name="connsiteX2523" fmla="*/ 5790086 w 5876984"/>
              <a:gd name="connsiteY2523" fmla="*/ 1514478 h 4550534"/>
              <a:gd name="connsiteX2524" fmla="*/ 5779419 w 5876984"/>
              <a:gd name="connsiteY2524" fmla="*/ 1498139 h 4550534"/>
              <a:gd name="connsiteX2525" fmla="*/ 5788440 w 5876984"/>
              <a:gd name="connsiteY2525" fmla="*/ 1496635 h 4550534"/>
              <a:gd name="connsiteX2526" fmla="*/ 3343352 w 5876984"/>
              <a:gd name="connsiteY2526" fmla="*/ 1494816 h 4550534"/>
              <a:gd name="connsiteX2527" fmla="*/ 3326192 w 5876984"/>
              <a:gd name="connsiteY2527" fmla="*/ 1507649 h 4550534"/>
              <a:gd name="connsiteX2528" fmla="*/ 3343352 w 5876984"/>
              <a:gd name="connsiteY2528" fmla="*/ 1494816 h 4550534"/>
              <a:gd name="connsiteX2529" fmla="*/ 4181250 w 5876984"/>
              <a:gd name="connsiteY2529" fmla="*/ 1494295 h 4550534"/>
              <a:gd name="connsiteX2530" fmla="*/ 4178516 w 5876984"/>
              <a:gd name="connsiteY2530" fmla="*/ 1498241 h 4550534"/>
              <a:gd name="connsiteX2531" fmla="*/ 4187263 w 5876984"/>
              <a:gd name="connsiteY2531" fmla="*/ 1495161 h 4550534"/>
              <a:gd name="connsiteX2532" fmla="*/ 4181250 w 5876984"/>
              <a:gd name="connsiteY2532" fmla="*/ 1494295 h 4550534"/>
              <a:gd name="connsiteX2533" fmla="*/ 3275705 w 5876984"/>
              <a:gd name="connsiteY2533" fmla="*/ 1493550 h 4550534"/>
              <a:gd name="connsiteX2534" fmla="*/ 3276652 w 5876984"/>
              <a:gd name="connsiteY2534" fmla="*/ 1498902 h 4550534"/>
              <a:gd name="connsiteX2535" fmla="*/ 3281036 w 5876984"/>
              <a:gd name="connsiteY2535" fmla="*/ 1498442 h 4550534"/>
              <a:gd name="connsiteX2536" fmla="*/ 3280416 w 5876984"/>
              <a:gd name="connsiteY2536" fmla="*/ 1496501 h 4550534"/>
              <a:gd name="connsiteX2537" fmla="*/ 3275705 w 5876984"/>
              <a:gd name="connsiteY2537" fmla="*/ 1493550 h 4550534"/>
              <a:gd name="connsiteX2538" fmla="*/ 5762762 w 5876984"/>
              <a:gd name="connsiteY2538" fmla="*/ 1490523 h 4550534"/>
              <a:gd name="connsiteX2539" fmla="*/ 5745783 w 5876984"/>
              <a:gd name="connsiteY2539" fmla="*/ 1567224 h 4550534"/>
              <a:gd name="connsiteX2540" fmla="*/ 5762762 w 5876984"/>
              <a:gd name="connsiteY2540" fmla="*/ 1490523 h 4550534"/>
              <a:gd name="connsiteX2541" fmla="*/ 3237352 w 5876984"/>
              <a:gd name="connsiteY2541" fmla="*/ 1490471 h 4550534"/>
              <a:gd name="connsiteX2542" fmla="*/ 3235460 w 5876984"/>
              <a:gd name="connsiteY2542" fmla="*/ 1495700 h 4550534"/>
              <a:gd name="connsiteX2543" fmla="*/ 3235350 w 5876984"/>
              <a:gd name="connsiteY2543" fmla="*/ 1498050 h 4550534"/>
              <a:gd name="connsiteX2544" fmla="*/ 3235711 w 5876984"/>
              <a:gd name="connsiteY2544" fmla="*/ 1501485 h 4550534"/>
              <a:gd name="connsiteX2545" fmla="*/ 3243423 w 5876984"/>
              <a:gd name="connsiteY2545" fmla="*/ 1517402 h 4550534"/>
              <a:gd name="connsiteX2546" fmla="*/ 3254592 w 5876984"/>
              <a:gd name="connsiteY2546" fmla="*/ 1493452 h 4550534"/>
              <a:gd name="connsiteX2547" fmla="*/ 3254174 w 5876984"/>
              <a:gd name="connsiteY2547" fmla="*/ 1492010 h 4550534"/>
              <a:gd name="connsiteX2548" fmla="*/ 3237352 w 5876984"/>
              <a:gd name="connsiteY2548" fmla="*/ 1490471 h 4550534"/>
              <a:gd name="connsiteX2549" fmla="*/ 3059970 w 5876984"/>
              <a:gd name="connsiteY2549" fmla="*/ 1488259 h 4550534"/>
              <a:gd name="connsiteX2550" fmla="*/ 3041019 w 5876984"/>
              <a:gd name="connsiteY2550" fmla="*/ 1503146 h 4550534"/>
              <a:gd name="connsiteX2551" fmla="*/ 3059970 w 5876984"/>
              <a:gd name="connsiteY2551" fmla="*/ 1488259 h 4550534"/>
              <a:gd name="connsiteX2552" fmla="*/ 5535224 w 5876984"/>
              <a:gd name="connsiteY2552" fmla="*/ 1487128 h 4550534"/>
              <a:gd name="connsiteX2553" fmla="*/ 5546179 w 5876984"/>
              <a:gd name="connsiteY2553" fmla="*/ 1498350 h 4550534"/>
              <a:gd name="connsiteX2554" fmla="*/ 5524270 w 5876984"/>
              <a:gd name="connsiteY2554" fmla="*/ 1503195 h 4550534"/>
              <a:gd name="connsiteX2555" fmla="*/ 5535224 w 5876984"/>
              <a:gd name="connsiteY2555" fmla="*/ 1487128 h 4550534"/>
              <a:gd name="connsiteX2556" fmla="*/ 4785690 w 5876984"/>
              <a:gd name="connsiteY2556" fmla="*/ 1483928 h 4550534"/>
              <a:gd name="connsiteX2557" fmla="*/ 4784938 w 5876984"/>
              <a:gd name="connsiteY2557" fmla="*/ 1488106 h 4550534"/>
              <a:gd name="connsiteX2558" fmla="*/ 4780338 w 5876984"/>
              <a:gd name="connsiteY2558" fmla="*/ 1491824 h 4550534"/>
              <a:gd name="connsiteX2559" fmla="*/ 4792154 w 5876984"/>
              <a:gd name="connsiteY2559" fmla="*/ 1488648 h 4550534"/>
              <a:gd name="connsiteX2560" fmla="*/ 4792464 w 5876984"/>
              <a:gd name="connsiteY2560" fmla="*/ 1484496 h 4550534"/>
              <a:gd name="connsiteX2561" fmla="*/ 4792092 w 5876984"/>
              <a:gd name="connsiteY2561" fmla="*/ 1484465 h 4550534"/>
              <a:gd name="connsiteX2562" fmla="*/ 3122606 w 5876984"/>
              <a:gd name="connsiteY2562" fmla="*/ 1483732 h 4550534"/>
              <a:gd name="connsiteX2563" fmla="*/ 3135616 w 5876984"/>
              <a:gd name="connsiteY2563" fmla="*/ 1486830 h 4550534"/>
              <a:gd name="connsiteX2564" fmla="*/ 3122606 w 5876984"/>
              <a:gd name="connsiteY2564" fmla="*/ 1491734 h 4550534"/>
              <a:gd name="connsiteX2565" fmla="*/ 3122606 w 5876984"/>
              <a:gd name="connsiteY2565" fmla="*/ 1483732 h 4550534"/>
              <a:gd name="connsiteX2566" fmla="*/ 3017750 w 5876984"/>
              <a:gd name="connsiteY2566" fmla="*/ 1480158 h 4550534"/>
              <a:gd name="connsiteX2567" fmla="*/ 3015761 w 5876984"/>
              <a:gd name="connsiteY2567" fmla="*/ 1480453 h 4550534"/>
              <a:gd name="connsiteX2568" fmla="*/ 3017890 w 5876984"/>
              <a:gd name="connsiteY2568" fmla="*/ 1487412 h 4550534"/>
              <a:gd name="connsiteX2569" fmla="*/ 3018039 w 5876984"/>
              <a:gd name="connsiteY2569" fmla="*/ 1483542 h 4550534"/>
              <a:gd name="connsiteX2570" fmla="*/ 3017750 w 5876984"/>
              <a:gd name="connsiteY2570" fmla="*/ 1480158 h 4550534"/>
              <a:gd name="connsiteX2571" fmla="*/ 3394293 w 5876984"/>
              <a:gd name="connsiteY2571" fmla="*/ 1478807 h 4550534"/>
              <a:gd name="connsiteX2572" fmla="*/ 3391986 w 5876984"/>
              <a:gd name="connsiteY2572" fmla="*/ 1479156 h 4550534"/>
              <a:gd name="connsiteX2573" fmla="*/ 3398092 w 5876984"/>
              <a:gd name="connsiteY2573" fmla="*/ 1480418 h 4550534"/>
              <a:gd name="connsiteX2574" fmla="*/ 3398174 w 5876984"/>
              <a:gd name="connsiteY2574" fmla="*/ 1480309 h 4550534"/>
              <a:gd name="connsiteX2575" fmla="*/ 3284116 w 5876984"/>
              <a:gd name="connsiteY2575" fmla="*/ 1477383 h 4550534"/>
              <a:gd name="connsiteX2576" fmla="*/ 3284782 w 5876984"/>
              <a:gd name="connsiteY2576" fmla="*/ 1477469 h 4550534"/>
              <a:gd name="connsiteX2577" fmla="*/ 3284479 w 5876984"/>
              <a:gd name="connsiteY2577" fmla="*/ 1477729 h 4550534"/>
              <a:gd name="connsiteX2578" fmla="*/ 4793121 w 5876984"/>
              <a:gd name="connsiteY2578" fmla="*/ 1475654 h 4550534"/>
              <a:gd name="connsiteX2579" fmla="*/ 4787198 w 5876984"/>
              <a:gd name="connsiteY2579" fmla="*/ 1478361 h 4550534"/>
              <a:gd name="connsiteX2580" fmla="*/ 4786234 w 5876984"/>
              <a:gd name="connsiteY2580" fmla="*/ 1481714 h 4550534"/>
              <a:gd name="connsiteX2581" fmla="*/ 4790962 w 5876984"/>
              <a:gd name="connsiteY2581" fmla="*/ 1479205 h 4550534"/>
              <a:gd name="connsiteX2582" fmla="*/ 4792954 w 5876984"/>
              <a:gd name="connsiteY2582" fmla="*/ 1477903 h 4550534"/>
              <a:gd name="connsiteX2583" fmla="*/ 3292885 w 5876984"/>
              <a:gd name="connsiteY2583" fmla="*/ 1475519 h 4550534"/>
              <a:gd name="connsiteX2584" fmla="*/ 3311704 w 5876984"/>
              <a:gd name="connsiteY2584" fmla="*/ 1480720 h 4550534"/>
              <a:gd name="connsiteX2585" fmla="*/ 3297910 w 5876984"/>
              <a:gd name="connsiteY2585" fmla="*/ 1479148 h 4550534"/>
              <a:gd name="connsiteX2586" fmla="*/ 3290191 w 5876984"/>
              <a:gd name="connsiteY2586" fmla="*/ 1478161 h 4550534"/>
              <a:gd name="connsiteX2587" fmla="*/ 3290191 w 5876984"/>
              <a:gd name="connsiteY2587" fmla="*/ 1483173 h 4550534"/>
              <a:gd name="connsiteX2588" fmla="*/ 3290588 w 5876984"/>
              <a:gd name="connsiteY2588" fmla="*/ 1483550 h 4550534"/>
              <a:gd name="connsiteX2589" fmla="*/ 3313722 w 5876984"/>
              <a:gd name="connsiteY2589" fmla="*/ 1488675 h 4550534"/>
              <a:gd name="connsiteX2590" fmla="*/ 3303293 w 5876984"/>
              <a:gd name="connsiteY2590" fmla="*/ 1498426 h 4550534"/>
              <a:gd name="connsiteX2591" fmla="*/ 3292527 w 5876984"/>
              <a:gd name="connsiteY2591" fmla="*/ 1487135 h 4550534"/>
              <a:gd name="connsiteX2592" fmla="*/ 3284743 w 5876984"/>
              <a:gd name="connsiteY2592" fmla="*/ 1498052 h 4550534"/>
              <a:gd name="connsiteX2593" fmla="*/ 3287752 w 5876984"/>
              <a:gd name="connsiteY2593" fmla="*/ 1497736 h 4550534"/>
              <a:gd name="connsiteX2594" fmla="*/ 3311388 w 5876984"/>
              <a:gd name="connsiteY2594" fmla="*/ 1507649 h 4550534"/>
              <a:gd name="connsiteX2595" fmla="*/ 3328548 w 5876984"/>
              <a:gd name="connsiteY2595" fmla="*/ 1480186 h 4550534"/>
              <a:gd name="connsiteX2596" fmla="*/ 3317481 w 5876984"/>
              <a:gd name="connsiteY2596" fmla="*/ 1477866 h 4550534"/>
              <a:gd name="connsiteX2597" fmla="*/ 3313722 w 5876984"/>
              <a:gd name="connsiteY2597" fmla="*/ 1477383 h 4550534"/>
              <a:gd name="connsiteX2598" fmla="*/ 3314112 w 5876984"/>
              <a:gd name="connsiteY2598" fmla="*/ 1477166 h 4550534"/>
              <a:gd name="connsiteX2599" fmla="*/ 3248118 w 5876984"/>
              <a:gd name="connsiteY2599" fmla="*/ 1470969 h 4550534"/>
              <a:gd name="connsiteX2600" fmla="*/ 3250136 w 5876984"/>
              <a:gd name="connsiteY2600" fmla="*/ 1484056 h 4550534"/>
              <a:gd name="connsiteX2601" fmla="*/ 3256528 w 5876984"/>
              <a:gd name="connsiteY2601" fmla="*/ 1482259 h 4550534"/>
              <a:gd name="connsiteX2602" fmla="*/ 3248118 w 5876984"/>
              <a:gd name="connsiteY2602" fmla="*/ 1470969 h 4550534"/>
              <a:gd name="connsiteX2603" fmla="*/ 3266492 w 5876984"/>
              <a:gd name="connsiteY2603" fmla="*/ 1470771 h 4550534"/>
              <a:gd name="connsiteX2604" fmla="*/ 3266834 w 5876984"/>
              <a:gd name="connsiteY2604" fmla="*/ 1473234 h 4550534"/>
              <a:gd name="connsiteX2605" fmla="*/ 3267084 w 5876984"/>
              <a:gd name="connsiteY2605" fmla="*/ 1471803 h 4550534"/>
              <a:gd name="connsiteX2606" fmla="*/ 3222548 w 5876984"/>
              <a:gd name="connsiteY2606" fmla="*/ 1469429 h 4550534"/>
              <a:gd name="connsiteX2607" fmla="*/ 3220194 w 5876984"/>
              <a:gd name="connsiteY2607" fmla="*/ 1493550 h 4550534"/>
              <a:gd name="connsiteX2608" fmla="*/ 3209572 w 5876984"/>
              <a:gd name="connsiteY2608" fmla="*/ 1489391 h 4550534"/>
              <a:gd name="connsiteX2609" fmla="*/ 3209180 w 5876984"/>
              <a:gd name="connsiteY2609" fmla="*/ 1489621 h 4550534"/>
              <a:gd name="connsiteX2610" fmla="*/ 3204646 w 5876984"/>
              <a:gd name="connsiteY2610" fmla="*/ 1488539 h 4550534"/>
              <a:gd name="connsiteX2611" fmla="*/ 3202405 w 5876984"/>
              <a:gd name="connsiteY2611" fmla="*/ 1488462 h 4550534"/>
              <a:gd name="connsiteX2612" fmla="*/ 3194625 w 5876984"/>
              <a:gd name="connsiteY2612" fmla="*/ 1492010 h 4550534"/>
              <a:gd name="connsiteX2613" fmla="*/ 3198326 w 5876984"/>
              <a:gd name="connsiteY2613" fmla="*/ 1484794 h 4550534"/>
              <a:gd name="connsiteX2614" fmla="*/ 3197036 w 5876984"/>
              <a:gd name="connsiteY2614" fmla="*/ 1477697 h 4550534"/>
              <a:gd name="connsiteX2615" fmla="*/ 3197166 w 5876984"/>
              <a:gd name="connsiteY2615" fmla="*/ 1477522 h 4550534"/>
              <a:gd name="connsiteX2616" fmla="*/ 3202868 w 5876984"/>
              <a:gd name="connsiteY2616" fmla="*/ 1481746 h 4550534"/>
              <a:gd name="connsiteX2617" fmla="*/ 3204731 w 5876984"/>
              <a:gd name="connsiteY2617" fmla="*/ 1481853 h 4550534"/>
              <a:gd name="connsiteX2618" fmla="*/ 3207646 w 5876984"/>
              <a:gd name="connsiteY2618" fmla="*/ 1476966 h 4550534"/>
              <a:gd name="connsiteX2619" fmla="*/ 3205490 w 5876984"/>
              <a:gd name="connsiteY2619" fmla="*/ 1474208 h 4550534"/>
              <a:gd name="connsiteX2620" fmla="*/ 3198031 w 5876984"/>
              <a:gd name="connsiteY2620" fmla="*/ 1476358 h 4550534"/>
              <a:gd name="connsiteX2621" fmla="*/ 3197166 w 5876984"/>
              <a:gd name="connsiteY2621" fmla="*/ 1477522 h 4550534"/>
              <a:gd name="connsiteX2622" fmla="*/ 3196980 w 5876984"/>
              <a:gd name="connsiteY2622" fmla="*/ 1477383 h 4550534"/>
              <a:gd name="connsiteX2623" fmla="*/ 3197036 w 5876984"/>
              <a:gd name="connsiteY2623" fmla="*/ 1477697 h 4550534"/>
              <a:gd name="connsiteX2624" fmla="*/ 3192148 w 5876984"/>
              <a:gd name="connsiteY2624" fmla="*/ 1484280 h 4550534"/>
              <a:gd name="connsiteX2625" fmla="*/ 3190588 w 5876984"/>
              <a:gd name="connsiteY2625" fmla="*/ 1493550 h 4550534"/>
              <a:gd name="connsiteX2626" fmla="*/ 3173430 w 5876984"/>
              <a:gd name="connsiteY2626" fmla="*/ 1487135 h 4550534"/>
              <a:gd name="connsiteX2627" fmla="*/ 3169392 w 5876984"/>
              <a:gd name="connsiteY2627" fmla="*/ 1503302 h 4550534"/>
              <a:gd name="connsiteX2628" fmla="*/ 3175784 w 5876984"/>
              <a:gd name="connsiteY2628" fmla="*/ 1477383 h 4550534"/>
              <a:gd name="connsiteX2629" fmla="*/ 3154589 w 5876984"/>
              <a:gd name="connsiteY2629" fmla="*/ 1487135 h 4550534"/>
              <a:gd name="connsiteX2630" fmla="*/ 3152234 w 5876984"/>
              <a:gd name="connsiteY2630" fmla="*/ 1480720 h 4550534"/>
              <a:gd name="connsiteX2631" fmla="*/ 3150216 w 5876984"/>
              <a:gd name="connsiteY2631" fmla="*/ 1490471 h 4550534"/>
              <a:gd name="connsiteX2632" fmla="*/ 3113881 w 5876984"/>
              <a:gd name="connsiteY2632" fmla="*/ 1487135 h 4550534"/>
              <a:gd name="connsiteX2633" fmla="*/ 3099077 w 5876984"/>
              <a:gd name="connsiteY2633" fmla="*/ 1479180 h 4550534"/>
              <a:gd name="connsiteX2634" fmla="*/ 3092685 w 5876984"/>
              <a:gd name="connsiteY2634" fmla="*/ 1492010 h 4550534"/>
              <a:gd name="connsiteX2635" fmla="*/ 3020352 w 5876984"/>
              <a:gd name="connsiteY2635" fmla="*/ 1488675 h 4550534"/>
              <a:gd name="connsiteX2636" fmla="*/ 3017924 w 5876984"/>
              <a:gd name="connsiteY2636" fmla="*/ 1487521 h 4550534"/>
              <a:gd name="connsiteX2637" fmla="*/ 3019912 w 5876984"/>
              <a:gd name="connsiteY2637" fmla="*/ 1494021 h 4550534"/>
              <a:gd name="connsiteX2638" fmla="*/ 3009424 w 5876984"/>
              <a:gd name="connsiteY2638" fmla="*/ 1503845 h 4550534"/>
              <a:gd name="connsiteX2639" fmla="*/ 3007268 w 5876984"/>
              <a:gd name="connsiteY2639" fmla="*/ 1495314 h 4550534"/>
              <a:gd name="connsiteX2640" fmla="*/ 2993044 w 5876984"/>
              <a:gd name="connsiteY2640" fmla="*/ 1489468 h 4550534"/>
              <a:gd name="connsiteX2641" fmla="*/ 2991797 w 5876984"/>
              <a:gd name="connsiteY2641" fmla="*/ 1489990 h 4550534"/>
              <a:gd name="connsiteX2642" fmla="*/ 2990941 w 5876984"/>
              <a:gd name="connsiteY2642" fmla="*/ 1490127 h 4550534"/>
              <a:gd name="connsiteX2643" fmla="*/ 2988110 w 5876984"/>
              <a:gd name="connsiteY2643" fmla="*/ 1492470 h 4550534"/>
              <a:gd name="connsiteX2644" fmla="*/ 2987775 w 5876984"/>
              <a:gd name="connsiteY2644" fmla="*/ 1490632 h 4550534"/>
              <a:gd name="connsiteX2645" fmla="*/ 2981836 w 5876984"/>
              <a:gd name="connsiteY2645" fmla="*/ 1491581 h 4550534"/>
              <a:gd name="connsiteX2646" fmla="*/ 2975942 w 5876984"/>
              <a:gd name="connsiteY2646" fmla="*/ 1487135 h 4550534"/>
              <a:gd name="connsiteX2647" fmla="*/ 2988728 w 5876984"/>
              <a:gd name="connsiteY2647" fmla="*/ 1482259 h 4550534"/>
              <a:gd name="connsiteX2648" fmla="*/ 2967195 w 5876984"/>
              <a:gd name="connsiteY2648" fmla="*/ 1484056 h 4550534"/>
              <a:gd name="connsiteX2649" fmla="*/ 2954411 w 5876984"/>
              <a:gd name="connsiteY2649" fmla="*/ 1493550 h 4550534"/>
              <a:gd name="connsiteX2650" fmla="*/ 2963158 w 5876984"/>
              <a:gd name="connsiteY2650" fmla="*/ 1488675 h 4550534"/>
              <a:gd name="connsiteX2651" fmla="*/ 2963158 w 5876984"/>
              <a:gd name="connsiteY2651" fmla="*/ 1484056 h 4550534"/>
              <a:gd name="connsiteX2652" fmla="*/ 2901591 w 5876984"/>
              <a:gd name="connsiteY2652" fmla="*/ 1487135 h 4550534"/>
              <a:gd name="connsiteX2653" fmla="*/ 2914038 w 5876984"/>
              <a:gd name="connsiteY2653" fmla="*/ 1506637 h 4550534"/>
              <a:gd name="connsiteX2654" fmla="*/ 2864247 w 5876984"/>
              <a:gd name="connsiteY2654" fmla="*/ 1501954 h 4550534"/>
              <a:gd name="connsiteX2655" fmla="*/ 2812567 w 5876984"/>
              <a:gd name="connsiteY2655" fmla="*/ 1513024 h 4550534"/>
              <a:gd name="connsiteX2656" fmla="*/ 2812580 w 5876984"/>
              <a:gd name="connsiteY2656" fmla="*/ 1513076 h 4550534"/>
              <a:gd name="connsiteX2657" fmla="*/ 2831318 w 5876984"/>
              <a:gd name="connsiteY2657" fmla="*/ 1516100 h 4550534"/>
              <a:gd name="connsiteX2658" fmla="*/ 2842378 w 5876984"/>
              <a:gd name="connsiteY2658" fmla="*/ 1522804 h 4550534"/>
              <a:gd name="connsiteX2659" fmla="*/ 2821267 w 5876984"/>
              <a:gd name="connsiteY2659" fmla="*/ 1519372 h 4550534"/>
              <a:gd name="connsiteX2660" fmla="*/ 2813664 w 5876984"/>
              <a:gd name="connsiteY2660" fmla="*/ 1517518 h 4550534"/>
              <a:gd name="connsiteX2661" fmla="*/ 2816113 w 5876984"/>
              <a:gd name="connsiteY2661" fmla="*/ 1527548 h 4550534"/>
              <a:gd name="connsiteX2662" fmla="*/ 2818447 w 5876984"/>
              <a:gd name="connsiteY2662" fmla="*/ 1527501 h 4550534"/>
              <a:gd name="connsiteX2663" fmla="*/ 2816304 w 5876984"/>
              <a:gd name="connsiteY2663" fmla="*/ 1528330 h 4550534"/>
              <a:gd name="connsiteX2664" fmla="*/ 2816456 w 5876984"/>
              <a:gd name="connsiteY2664" fmla="*/ 1528952 h 4550534"/>
              <a:gd name="connsiteX2665" fmla="*/ 2811472 w 5876984"/>
              <a:gd name="connsiteY2665" fmla="*/ 1534182 h 4550534"/>
              <a:gd name="connsiteX2666" fmla="*/ 2818998 w 5876984"/>
              <a:gd name="connsiteY2666" fmla="*/ 1534708 h 4550534"/>
              <a:gd name="connsiteX2667" fmla="*/ 2835604 w 5876984"/>
              <a:gd name="connsiteY2667" fmla="*/ 1524421 h 4550534"/>
              <a:gd name="connsiteX2668" fmla="*/ 2848386 w 5876984"/>
              <a:gd name="connsiteY2668" fmla="*/ 1532377 h 4550534"/>
              <a:gd name="connsiteX2669" fmla="*/ 2856778 w 5876984"/>
              <a:gd name="connsiteY2669" fmla="*/ 1531721 h 4550534"/>
              <a:gd name="connsiteX2670" fmla="*/ 2857570 w 5876984"/>
              <a:gd name="connsiteY2670" fmla="*/ 1531176 h 4550534"/>
              <a:gd name="connsiteX2671" fmla="*/ 2862486 w 5876984"/>
              <a:gd name="connsiteY2671" fmla="*/ 1530847 h 4550534"/>
              <a:gd name="connsiteX2672" fmla="*/ 2862658 w 5876984"/>
              <a:gd name="connsiteY2672" fmla="*/ 1531260 h 4550534"/>
              <a:gd name="connsiteX2673" fmla="*/ 2949980 w 5876984"/>
              <a:gd name="connsiteY2673" fmla="*/ 1524421 h 4550534"/>
              <a:gd name="connsiteX2674" fmla="*/ 3030418 w 5876984"/>
              <a:gd name="connsiteY2674" fmla="*/ 1518937 h 4550534"/>
              <a:gd name="connsiteX2675" fmla="*/ 3028480 w 5876984"/>
              <a:gd name="connsiteY2675" fmla="*/ 1514312 h 4550534"/>
              <a:gd name="connsiteX2676" fmla="*/ 3024508 w 5876984"/>
              <a:gd name="connsiteY2676" fmla="*/ 1516500 h 4550534"/>
              <a:gd name="connsiteX2677" fmla="*/ 3026473 w 5876984"/>
              <a:gd name="connsiteY2677" fmla="*/ 1508012 h 4550534"/>
              <a:gd name="connsiteX2678" fmla="*/ 3030732 w 5876984"/>
              <a:gd name="connsiteY2678" fmla="*/ 1504829 h 4550534"/>
              <a:gd name="connsiteX2679" fmla="*/ 3040802 w 5876984"/>
              <a:gd name="connsiteY2679" fmla="*/ 1508476 h 4550534"/>
              <a:gd name="connsiteX2680" fmla="*/ 3031466 w 5876984"/>
              <a:gd name="connsiteY2680" fmla="*/ 1518866 h 4550534"/>
              <a:gd name="connsiteX2681" fmla="*/ 3047873 w 5876984"/>
              <a:gd name="connsiteY2681" fmla="*/ 1517747 h 4550534"/>
              <a:gd name="connsiteX2682" fmla="*/ 3049891 w 5876984"/>
              <a:gd name="connsiteY2682" fmla="*/ 1524421 h 4550534"/>
              <a:gd name="connsiteX2683" fmla="*/ 3064693 w 5876984"/>
              <a:gd name="connsiteY2683" fmla="*/ 1517747 h 4550534"/>
              <a:gd name="connsiteX2684" fmla="*/ 3114593 w 5876984"/>
              <a:gd name="connsiteY2684" fmla="*/ 1521149 h 4550534"/>
              <a:gd name="connsiteX2685" fmla="*/ 3116678 w 5876984"/>
              <a:gd name="connsiteY2685" fmla="*/ 1517378 h 4550534"/>
              <a:gd name="connsiteX2686" fmla="*/ 3107158 w 5876984"/>
              <a:gd name="connsiteY2686" fmla="*/ 1514066 h 4550534"/>
              <a:gd name="connsiteX2687" fmla="*/ 3131761 w 5876984"/>
              <a:gd name="connsiteY2687" fmla="*/ 1515766 h 4550534"/>
              <a:gd name="connsiteX2688" fmla="*/ 3135541 w 5876984"/>
              <a:gd name="connsiteY2688" fmla="*/ 1522577 h 4550534"/>
              <a:gd name="connsiteX2689" fmla="*/ 3162586 w 5876984"/>
              <a:gd name="connsiteY2689" fmla="*/ 1524421 h 4550534"/>
              <a:gd name="connsiteX2690" fmla="*/ 3184157 w 5876984"/>
              <a:gd name="connsiteY2690" fmla="*/ 1525070 h 4550534"/>
              <a:gd name="connsiteX2691" fmla="*/ 3201342 w 5876984"/>
              <a:gd name="connsiteY2691" fmla="*/ 1525588 h 4550534"/>
              <a:gd name="connsiteX2692" fmla="*/ 3201030 w 5876984"/>
              <a:gd name="connsiteY2692" fmla="*/ 1522279 h 4550534"/>
              <a:gd name="connsiteX2693" fmla="*/ 3207191 w 5876984"/>
              <a:gd name="connsiteY2693" fmla="*/ 1523968 h 4550534"/>
              <a:gd name="connsiteX2694" fmla="*/ 3207770 w 5876984"/>
              <a:gd name="connsiteY2694" fmla="*/ 1525782 h 4550534"/>
              <a:gd name="connsiteX2695" fmla="*/ 3213718 w 5876984"/>
              <a:gd name="connsiteY2695" fmla="*/ 1525961 h 4550534"/>
              <a:gd name="connsiteX2696" fmla="*/ 3217418 w 5876984"/>
              <a:gd name="connsiteY2696" fmla="*/ 1525961 h 4550534"/>
              <a:gd name="connsiteX2697" fmla="*/ 3224910 w 5876984"/>
              <a:gd name="connsiteY2697" fmla="*/ 1525961 h 4550534"/>
              <a:gd name="connsiteX2698" fmla="*/ 3218962 w 5876984"/>
              <a:gd name="connsiteY2698" fmla="*/ 1524224 h 4550534"/>
              <a:gd name="connsiteX2699" fmla="*/ 3215834 w 5876984"/>
              <a:gd name="connsiteY2699" fmla="*/ 1514066 h 4550534"/>
              <a:gd name="connsiteX2700" fmla="*/ 3226264 w 5876984"/>
              <a:gd name="connsiteY2700" fmla="*/ 1499693 h 4550534"/>
              <a:gd name="connsiteX2701" fmla="*/ 3230638 w 5876984"/>
              <a:gd name="connsiteY2701" fmla="*/ 1499693 h 4550534"/>
              <a:gd name="connsiteX2702" fmla="*/ 3233876 w 5876984"/>
              <a:gd name="connsiteY2702" fmla="*/ 1496083 h 4550534"/>
              <a:gd name="connsiteX2703" fmla="*/ 3230623 w 5876984"/>
              <a:gd name="connsiteY2703" fmla="*/ 1490856 h 4550534"/>
              <a:gd name="connsiteX2704" fmla="*/ 3230960 w 5876984"/>
              <a:gd name="connsiteY2704" fmla="*/ 1485596 h 4550534"/>
              <a:gd name="connsiteX2705" fmla="*/ 3245763 w 5876984"/>
              <a:gd name="connsiteY2705" fmla="*/ 1479180 h 4550534"/>
              <a:gd name="connsiteX2706" fmla="*/ 3222548 w 5876984"/>
              <a:gd name="connsiteY2706" fmla="*/ 1469429 h 4550534"/>
              <a:gd name="connsiteX2707" fmla="*/ 4733578 w 5876984"/>
              <a:gd name="connsiteY2707" fmla="*/ 1467440 h 4550534"/>
              <a:gd name="connsiteX2708" fmla="*/ 4727186 w 5876984"/>
              <a:gd name="connsiteY2708" fmla="*/ 1485407 h 4550534"/>
              <a:gd name="connsiteX2709" fmla="*/ 4731223 w 5876984"/>
              <a:gd name="connsiteY2709" fmla="*/ 1477194 h 4550534"/>
              <a:gd name="connsiteX2710" fmla="*/ 4735596 w 5876984"/>
              <a:gd name="connsiteY2710" fmla="*/ 1478990 h 4550534"/>
              <a:gd name="connsiteX2711" fmla="*/ 4733578 w 5876984"/>
              <a:gd name="connsiteY2711" fmla="*/ 1467440 h 4550534"/>
              <a:gd name="connsiteX2712" fmla="*/ 3289300 w 5876984"/>
              <a:gd name="connsiteY2712" fmla="*/ 1464946 h 4550534"/>
              <a:gd name="connsiteX2713" fmla="*/ 3273350 w 5876984"/>
              <a:gd name="connsiteY2713" fmla="*/ 1472508 h 4550534"/>
              <a:gd name="connsiteX2714" fmla="*/ 3279743 w 5876984"/>
              <a:gd name="connsiteY2714" fmla="*/ 1477383 h 4550534"/>
              <a:gd name="connsiteX2715" fmla="*/ 3266327 w 5876984"/>
              <a:gd name="connsiteY2715" fmla="*/ 1486783 h 4550534"/>
              <a:gd name="connsiteX2716" fmla="*/ 3262778 w 5876984"/>
              <a:gd name="connsiteY2716" fmla="*/ 1491606 h 4550534"/>
              <a:gd name="connsiteX2717" fmla="*/ 3268886 w 5876984"/>
              <a:gd name="connsiteY2717" fmla="*/ 1495978 h 4550534"/>
              <a:gd name="connsiteX2718" fmla="*/ 3276042 w 5876984"/>
              <a:gd name="connsiteY2718" fmla="*/ 1484930 h 4550534"/>
              <a:gd name="connsiteX2719" fmla="*/ 3284479 w 5876984"/>
              <a:gd name="connsiteY2719" fmla="*/ 1477729 h 4550534"/>
              <a:gd name="connsiteX2720" fmla="*/ 3288312 w 5876984"/>
              <a:gd name="connsiteY2720" fmla="*/ 1481382 h 4550534"/>
              <a:gd name="connsiteX2721" fmla="*/ 3286548 w 5876984"/>
              <a:gd name="connsiteY2721" fmla="*/ 1479373 h 4550534"/>
              <a:gd name="connsiteX2722" fmla="*/ 3287029 w 5876984"/>
              <a:gd name="connsiteY2722" fmla="*/ 1477756 h 4550534"/>
              <a:gd name="connsiteX2723" fmla="*/ 3284782 w 5876984"/>
              <a:gd name="connsiteY2723" fmla="*/ 1477469 h 4550534"/>
              <a:gd name="connsiteX2724" fmla="*/ 3287910 w 5876984"/>
              <a:gd name="connsiteY2724" fmla="*/ 1474799 h 4550534"/>
              <a:gd name="connsiteX2725" fmla="*/ 3288551 w 5876984"/>
              <a:gd name="connsiteY2725" fmla="*/ 1472647 h 4550534"/>
              <a:gd name="connsiteX2726" fmla="*/ 4236040 w 5876984"/>
              <a:gd name="connsiteY2726" fmla="*/ 1462564 h 4550534"/>
              <a:gd name="connsiteX2727" fmla="*/ 4216866 w 5876984"/>
              <a:gd name="connsiteY2727" fmla="*/ 1470777 h 4550534"/>
              <a:gd name="connsiteX2728" fmla="*/ 4223258 w 5876984"/>
              <a:gd name="connsiteY2728" fmla="*/ 1483867 h 4550534"/>
              <a:gd name="connsiteX2729" fmla="*/ 4230102 w 5876984"/>
              <a:gd name="connsiteY2729" fmla="*/ 1486943 h 4550534"/>
              <a:gd name="connsiteX2730" fmla="*/ 4233230 w 5876984"/>
              <a:gd name="connsiteY2730" fmla="*/ 1485989 h 4550534"/>
              <a:gd name="connsiteX2731" fmla="*/ 4238982 w 5876984"/>
              <a:gd name="connsiteY2731" fmla="*/ 1481020 h 4550534"/>
              <a:gd name="connsiteX2732" fmla="*/ 4231668 w 5876984"/>
              <a:gd name="connsiteY2732" fmla="*/ 1475654 h 4550534"/>
              <a:gd name="connsiteX2733" fmla="*/ 4242432 w 5876984"/>
              <a:gd name="connsiteY2733" fmla="*/ 1477194 h 4550534"/>
              <a:gd name="connsiteX2734" fmla="*/ 4236040 w 5876984"/>
              <a:gd name="connsiteY2734" fmla="*/ 1462564 h 4550534"/>
              <a:gd name="connsiteX2735" fmla="*/ 3369216 w 5876984"/>
              <a:gd name="connsiteY2735" fmla="*/ 1462270 h 4550534"/>
              <a:gd name="connsiteX2736" fmla="*/ 3365003 w 5876984"/>
              <a:gd name="connsiteY2736" fmla="*/ 1464448 h 4550534"/>
              <a:gd name="connsiteX2737" fmla="*/ 3361773 w 5876984"/>
              <a:gd name="connsiteY2737" fmla="*/ 1470850 h 4550534"/>
              <a:gd name="connsiteX2738" fmla="*/ 3358156 w 5876984"/>
              <a:gd name="connsiteY2738" fmla="*/ 1483523 h 4550534"/>
              <a:gd name="connsiteX2739" fmla="*/ 3360930 w 5876984"/>
              <a:gd name="connsiteY2739" fmla="*/ 1483081 h 4550534"/>
              <a:gd name="connsiteX2740" fmla="*/ 3368646 w 5876984"/>
              <a:gd name="connsiteY2740" fmla="*/ 1476100 h 4550534"/>
              <a:gd name="connsiteX2741" fmla="*/ 3370870 w 5876984"/>
              <a:gd name="connsiteY2741" fmla="*/ 1463407 h 4550534"/>
              <a:gd name="connsiteX2742" fmla="*/ 3295450 w 5876984"/>
              <a:gd name="connsiteY2742" fmla="*/ 1462031 h 4550534"/>
              <a:gd name="connsiteX2743" fmla="*/ 3291627 w 5876984"/>
              <a:gd name="connsiteY2743" fmla="*/ 1463844 h 4550534"/>
              <a:gd name="connsiteX2744" fmla="*/ 3294786 w 5876984"/>
              <a:gd name="connsiteY2744" fmla="*/ 1467309 h 4550534"/>
              <a:gd name="connsiteX2745" fmla="*/ 3317781 w 5876984"/>
              <a:gd name="connsiteY2745" fmla="*/ 1473770 h 4550534"/>
              <a:gd name="connsiteX2746" fmla="*/ 3322494 w 5876984"/>
              <a:gd name="connsiteY2746" fmla="*/ 1472484 h 4550534"/>
              <a:gd name="connsiteX2747" fmla="*/ 3325586 w 5876984"/>
              <a:gd name="connsiteY2747" fmla="*/ 1470756 h 4550534"/>
              <a:gd name="connsiteX2748" fmla="*/ 3329039 w 5876984"/>
              <a:gd name="connsiteY2748" fmla="*/ 1470698 h 4550534"/>
              <a:gd name="connsiteX2749" fmla="*/ 3334478 w 5876984"/>
              <a:gd name="connsiteY2749" fmla="*/ 1469214 h 4550534"/>
              <a:gd name="connsiteX2750" fmla="*/ 3337963 w 5876984"/>
              <a:gd name="connsiteY2750" fmla="*/ 1464552 h 4550534"/>
              <a:gd name="connsiteX2751" fmla="*/ 3318432 w 5876984"/>
              <a:gd name="connsiteY2751" fmla="*/ 1462789 h 4550534"/>
              <a:gd name="connsiteX2752" fmla="*/ 3295450 w 5876984"/>
              <a:gd name="connsiteY2752" fmla="*/ 1462031 h 4550534"/>
              <a:gd name="connsiteX2753" fmla="*/ 5532206 w 5876984"/>
              <a:gd name="connsiteY2753" fmla="*/ 1461097 h 4550534"/>
              <a:gd name="connsiteX2754" fmla="*/ 5553600 w 5876984"/>
              <a:gd name="connsiteY2754" fmla="*/ 1469396 h 4550534"/>
              <a:gd name="connsiteX2755" fmla="*/ 5538658 w 5876984"/>
              <a:gd name="connsiteY2755" fmla="*/ 1485736 h 4550534"/>
              <a:gd name="connsiteX2756" fmla="*/ 5538658 w 5876984"/>
              <a:gd name="connsiteY2756" fmla="*/ 1470952 h 4550534"/>
              <a:gd name="connsiteX2757" fmla="*/ 5532206 w 5876984"/>
              <a:gd name="connsiteY2757" fmla="*/ 1461097 h 4550534"/>
              <a:gd name="connsiteX2758" fmla="*/ 3609448 w 5876984"/>
              <a:gd name="connsiteY2758" fmla="*/ 1456342 h 4550534"/>
              <a:gd name="connsiteX2759" fmla="*/ 3543507 w 5876984"/>
              <a:gd name="connsiteY2759" fmla="*/ 1472508 h 4550534"/>
              <a:gd name="connsiteX2760" fmla="*/ 3543507 w 5876984"/>
              <a:gd name="connsiteY2760" fmla="*/ 1464553 h 4550534"/>
              <a:gd name="connsiteX2761" fmla="*/ 3494724 w 5876984"/>
              <a:gd name="connsiteY2761" fmla="*/ 1470969 h 4550534"/>
              <a:gd name="connsiteX2762" fmla="*/ 3443586 w 5876984"/>
              <a:gd name="connsiteY2762" fmla="*/ 1464553 h 4550534"/>
              <a:gd name="connsiteX2763" fmla="*/ 3428783 w 5876984"/>
              <a:gd name="connsiteY2763" fmla="*/ 1462757 h 4550534"/>
              <a:gd name="connsiteX2764" fmla="*/ 3413644 w 5876984"/>
              <a:gd name="connsiteY2764" fmla="*/ 1472508 h 4550534"/>
              <a:gd name="connsiteX2765" fmla="*/ 3420036 w 5876984"/>
              <a:gd name="connsiteY2765" fmla="*/ 1475844 h 4550534"/>
              <a:gd name="connsiteX2766" fmla="*/ 3414064 w 5876984"/>
              <a:gd name="connsiteY2766" fmla="*/ 1474016 h 4550534"/>
              <a:gd name="connsiteX2767" fmla="*/ 3413358 w 5876984"/>
              <a:gd name="connsiteY2767" fmla="*/ 1473692 h 4550534"/>
              <a:gd name="connsiteX2768" fmla="*/ 3414323 w 5876984"/>
              <a:gd name="connsiteY2768" fmla="*/ 1478578 h 4550534"/>
              <a:gd name="connsiteX2769" fmla="*/ 3418017 w 5876984"/>
              <a:gd name="connsiteY2769" fmla="*/ 1480720 h 4550534"/>
              <a:gd name="connsiteX2770" fmla="*/ 3414720 w 5876984"/>
              <a:gd name="connsiteY2770" fmla="*/ 1480589 h 4550534"/>
              <a:gd name="connsiteX2771" fmla="*/ 3415089 w 5876984"/>
              <a:gd name="connsiteY2771" fmla="*/ 1482459 h 4550534"/>
              <a:gd name="connsiteX2772" fmla="*/ 3408970 w 5876984"/>
              <a:gd name="connsiteY2772" fmla="*/ 1490263 h 4550534"/>
              <a:gd name="connsiteX2773" fmla="*/ 3385173 w 5876984"/>
              <a:gd name="connsiteY2773" fmla="*/ 1481973 h 4550534"/>
              <a:gd name="connsiteX2774" fmla="*/ 3388751 w 5876984"/>
              <a:gd name="connsiteY2774" fmla="*/ 1479646 h 4550534"/>
              <a:gd name="connsiteX2775" fmla="*/ 3384836 w 5876984"/>
              <a:gd name="connsiteY2775" fmla="*/ 1480239 h 4550534"/>
              <a:gd name="connsiteX2776" fmla="*/ 3376578 w 5876984"/>
              <a:gd name="connsiteY2776" fmla="*/ 1482295 h 4550534"/>
              <a:gd name="connsiteX2777" fmla="*/ 3372828 w 5876984"/>
              <a:gd name="connsiteY2777" fmla="*/ 1481186 h 4550534"/>
              <a:gd name="connsiteX2778" fmla="*/ 3370951 w 5876984"/>
              <a:gd name="connsiteY2778" fmla="*/ 1483634 h 4550534"/>
              <a:gd name="connsiteX2779" fmla="*/ 3370244 w 5876984"/>
              <a:gd name="connsiteY2779" fmla="*/ 1490471 h 4550534"/>
              <a:gd name="connsiteX2780" fmla="*/ 3370186 w 5876984"/>
              <a:gd name="connsiteY2780" fmla="*/ 1491023 h 4550534"/>
              <a:gd name="connsiteX2781" fmla="*/ 3371236 w 5876984"/>
              <a:gd name="connsiteY2781" fmla="*/ 1496613 h 4550534"/>
              <a:gd name="connsiteX2782" fmla="*/ 3375191 w 5876984"/>
              <a:gd name="connsiteY2782" fmla="*/ 1508835 h 4550534"/>
              <a:gd name="connsiteX2783" fmla="*/ 3384277 w 5876984"/>
              <a:gd name="connsiteY2783" fmla="*/ 1506510 h 4550534"/>
              <a:gd name="connsiteX2784" fmla="*/ 3384310 w 5876984"/>
              <a:gd name="connsiteY2784" fmla="*/ 1505892 h 4550534"/>
              <a:gd name="connsiteX2785" fmla="*/ 3389746 w 5876984"/>
              <a:gd name="connsiteY2785" fmla="*/ 1500091 h 4550534"/>
              <a:gd name="connsiteX2786" fmla="*/ 3419433 w 5876984"/>
              <a:gd name="connsiteY2786" fmla="*/ 1495875 h 4550534"/>
              <a:gd name="connsiteX2787" fmla="*/ 3460439 w 5876984"/>
              <a:gd name="connsiteY2787" fmla="*/ 1493019 h 4550534"/>
              <a:gd name="connsiteX2788" fmla="*/ 3462955 w 5876984"/>
              <a:gd name="connsiteY2788" fmla="*/ 1499117 h 4550534"/>
              <a:gd name="connsiteX2789" fmla="*/ 3468511 w 5876984"/>
              <a:gd name="connsiteY2789" fmla="*/ 1498023 h 4550534"/>
              <a:gd name="connsiteX2790" fmla="*/ 3464477 w 5876984"/>
              <a:gd name="connsiteY2790" fmla="*/ 1493019 h 4550534"/>
              <a:gd name="connsiteX2791" fmla="*/ 3469986 w 5876984"/>
              <a:gd name="connsiteY2791" fmla="*/ 1493757 h 4550534"/>
              <a:gd name="connsiteX2792" fmla="*/ 3472355 w 5876984"/>
              <a:gd name="connsiteY2792" fmla="*/ 1497266 h 4550534"/>
              <a:gd name="connsiteX2793" fmla="*/ 3480373 w 5876984"/>
              <a:gd name="connsiteY2793" fmla="*/ 1495688 h 4550534"/>
              <a:gd name="connsiteX2794" fmla="*/ 3500780 w 5876984"/>
              <a:gd name="connsiteY2794" fmla="*/ 1479180 h 4550534"/>
              <a:gd name="connsiteX2795" fmla="*/ 3513564 w 5876984"/>
              <a:gd name="connsiteY2795" fmla="*/ 1480720 h 4550534"/>
              <a:gd name="connsiteX2796" fmla="*/ 3500780 w 5876984"/>
              <a:gd name="connsiteY2796" fmla="*/ 1490471 h 4550534"/>
              <a:gd name="connsiteX2797" fmla="*/ 3539133 w 5876984"/>
              <a:gd name="connsiteY2797" fmla="*/ 1475844 h 4550534"/>
              <a:gd name="connsiteX2798" fmla="*/ 3609448 w 5876984"/>
              <a:gd name="connsiteY2798" fmla="*/ 1456342 h 4550534"/>
              <a:gd name="connsiteX2799" fmla="*/ 4724832 w 5876984"/>
              <a:gd name="connsiteY2799" fmla="*/ 1456147 h 4550534"/>
              <a:gd name="connsiteX2800" fmla="*/ 4714403 w 5876984"/>
              <a:gd name="connsiteY2800" fmla="*/ 1464361 h 4550534"/>
              <a:gd name="connsiteX2801" fmla="*/ 4729204 w 5876984"/>
              <a:gd name="connsiteY2801" fmla="*/ 1464361 h 4550534"/>
              <a:gd name="connsiteX2802" fmla="*/ 4294705 w 5876984"/>
              <a:gd name="connsiteY2802" fmla="*/ 1455287 h 4550534"/>
              <a:gd name="connsiteX2803" fmla="*/ 4274390 w 5876984"/>
              <a:gd name="connsiteY2803" fmla="*/ 1467440 h 4550534"/>
              <a:gd name="connsiteX2804" fmla="*/ 4274346 w 5876984"/>
              <a:gd name="connsiteY2804" fmla="*/ 1467476 h 4550534"/>
              <a:gd name="connsiteX2805" fmla="*/ 4293670 w 5876984"/>
              <a:gd name="connsiteY2805" fmla="*/ 1456117 h 4550534"/>
              <a:gd name="connsiteX2806" fmla="*/ 4835245 w 5876984"/>
              <a:gd name="connsiteY2806" fmla="*/ 1454306 h 4550534"/>
              <a:gd name="connsiteX2807" fmla="*/ 4822610 w 5876984"/>
              <a:gd name="connsiteY2807" fmla="*/ 1460964 h 4550534"/>
              <a:gd name="connsiteX2808" fmla="*/ 4822610 w 5876984"/>
              <a:gd name="connsiteY2808" fmla="*/ 1455904 h 4550534"/>
              <a:gd name="connsiteX2809" fmla="*/ 4835245 w 5876984"/>
              <a:gd name="connsiteY2809" fmla="*/ 1454306 h 4550534"/>
              <a:gd name="connsiteX2810" fmla="*/ 5715552 w 5876984"/>
              <a:gd name="connsiteY2810" fmla="*/ 1451734 h 4550534"/>
              <a:gd name="connsiteX2811" fmla="*/ 5715920 w 5876984"/>
              <a:gd name="connsiteY2811" fmla="*/ 1460743 h 4550534"/>
              <a:gd name="connsiteX2812" fmla="*/ 5734590 w 5876984"/>
              <a:gd name="connsiteY2812" fmla="*/ 1462299 h 4550534"/>
              <a:gd name="connsiteX2813" fmla="*/ 5713955 w 5876984"/>
              <a:gd name="connsiteY2813" fmla="*/ 1470599 h 4550534"/>
              <a:gd name="connsiteX2814" fmla="*/ 5711990 w 5876984"/>
              <a:gd name="connsiteY2814" fmla="*/ 1454259 h 4550534"/>
              <a:gd name="connsiteX2815" fmla="*/ 5715552 w 5876984"/>
              <a:gd name="connsiteY2815" fmla="*/ 1451734 h 4550534"/>
              <a:gd name="connsiteX2816" fmla="*/ 5329272 w 5876984"/>
              <a:gd name="connsiteY2816" fmla="*/ 1446148 h 4550534"/>
              <a:gd name="connsiteX2817" fmla="*/ 5323578 w 5876984"/>
              <a:gd name="connsiteY2817" fmla="*/ 1448182 h 4550534"/>
              <a:gd name="connsiteX2818" fmla="*/ 5322648 w 5876984"/>
              <a:gd name="connsiteY2818" fmla="*/ 1451784 h 4550534"/>
              <a:gd name="connsiteX2819" fmla="*/ 5320690 w 5876984"/>
              <a:gd name="connsiteY2819" fmla="*/ 1449213 h 4550534"/>
              <a:gd name="connsiteX2820" fmla="*/ 5305205 w 5876984"/>
              <a:gd name="connsiteY2820" fmla="*/ 1454744 h 4550534"/>
              <a:gd name="connsiteX2821" fmla="*/ 5221750 w 5876984"/>
              <a:gd name="connsiteY2821" fmla="*/ 1491957 h 4550534"/>
              <a:gd name="connsiteX2822" fmla="*/ 5219430 w 5876984"/>
              <a:gd name="connsiteY2822" fmla="*/ 1492829 h 4550534"/>
              <a:gd name="connsiteX2823" fmla="*/ 5220350 w 5876984"/>
              <a:gd name="connsiteY2823" fmla="*/ 1493364 h 4550534"/>
              <a:gd name="connsiteX2824" fmla="*/ 5218729 w 5876984"/>
              <a:gd name="connsiteY2824" fmla="*/ 1493093 h 4550534"/>
              <a:gd name="connsiteX2825" fmla="*/ 5172864 w 5876984"/>
              <a:gd name="connsiteY2825" fmla="*/ 1510327 h 4550534"/>
              <a:gd name="connsiteX2826" fmla="*/ 5171572 w 5876984"/>
              <a:gd name="connsiteY2826" fmla="*/ 1514411 h 4550534"/>
              <a:gd name="connsiteX2827" fmla="*/ 5184019 w 5876984"/>
              <a:gd name="connsiteY2827" fmla="*/ 1509791 h 4550534"/>
              <a:gd name="connsiteX2828" fmla="*/ 5167199 w 5876984"/>
              <a:gd name="connsiteY2828" fmla="*/ 1558301 h 4550534"/>
              <a:gd name="connsiteX2829" fmla="*/ 5116066 w 5876984"/>
              <a:gd name="connsiteY2829" fmla="*/ 1595774 h 4550534"/>
              <a:gd name="connsiteX2830" fmla="*/ 5113292 w 5876984"/>
              <a:gd name="connsiteY2830" fmla="*/ 1604725 h 4550534"/>
              <a:gd name="connsiteX2831" fmla="*/ 5111808 w 5876984"/>
              <a:gd name="connsiteY2831" fmla="*/ 1607076 h 4550534"/>
              <a:gd name="connsiteX2832" fmla="*/ 5111808 w 5876984"/>
              <a:gd name="connsiteY2832" fmla="*/ 1614104 h 4550534"/>
              <a:gd name="connsiteX2833" fmla="*/ 5112030 w 5876984"/>
              <a:gd name="connsiteY2833" fmla="*/ 1615024 h 4550534"/>
              <a:gd name="connsiteX2834" fmla="*/ 5124476 w 5876984"/>
              <a:gd name="connsiteY2834" fmla="*/ 1615024 h 4550534"/>
              <a:gd name="connsiteX2835" fmla="*/ 5112008 w 5876984"/>
              <a:gd name="connsiteY2835" fmla="*/ 1621830 h 4550534"/>
              <a:gd name="connsiteX2836" fmla="*/ 5111808 w 5876984"/>
              <a:gd name="connsiteY2836" fmla="*/ 1622171 h 4550534"/>
              <a:gd name="connsiteX2837" fmla="*/ 5111808 w 5876984"/>
              <a:gd name="connsiteY2837" fmla="*/ 1644402 h 4550534"/>
              <a:gd name="connsiteX2838" fmla="*/ 5112714 w 5876984"/>
              <a:gd name="connsiteY2838" fmla="*/ 1652931 h 4550534"/>
              <a:gd name="connsiteX2839" fmla="*/ 5121644 w 5876984"/>
              <a:gd name="connsiteY2839" fmla="*/ 1655456 h 4550534"/>
              <a:gd name="connsiteX2840" fmla="*/ 5151594 w 5876984"/>
              <a:gd name="connsiteY2840" fmla="*/ 1634226 h 4550534"/>
              <a:gd name="connsiteX2841" fmla="*/ 5147219 w 5876984"/>
              <a:gd name="connsiteY2841" fmla="*/ 1644064 h 4550534"/>
              <a:gd name="connsiteX2842" fmla="*/ 5141945 w 5876984"/>
              <a:gd name="connsiteY2842" fmla="*/ 1648152 h 4550534"/>
              <a:gd name="connsiteX2843" fmla="*/ 5148771 w 5876984"/>
              <a:gd name="connsiteY2843" fmla="*/ 1651972 h 4550534"/>
              <a:gd name="connsiteX2844" fmla="*/ 5150256 w 5876984"/>
              <a:gd name="connsiteY2844" fmla="*/ 1655500 h 4550534"/>
              <a:gd name="connsiteX2845" fmla="*/ 5144002 w 5876984"/>
              <a:gd name="connsiteY2845" fmla="*/ 1664765 h 4550534"/>
              <a:gd name="connsiteX2846" fmla="*/ 5146006 w 5876984"/>
              <a:gd name="connsiteY2846" fmla="*/ 1663791 h 4550534"/>
              <a:gd name="connsiteX2847" fmla="*/ 5148024 w 5876984"/>
              <a:gd name="connsiteY2847" fmla="*/ 1673545 h 4550534"/>
              <a:gd name="connsiteX2848" fmla="*/ 5171572 w 5876984"/>
              <a:gd name="connsiteY2848" fmla="*/ 1670208 h 4550534"/>
              <a:gd name="connsiteX2849" fmla="*/ 5154416 w 5876984"/>
              <a:gd name="connsiteY2849" fmla="*/ 1662251 h 4550534"/>
              <a:gd name="connsiteX2850" fmla="*/ 5177964 w 5876984"/>
              <a:gd name="connsiteY2850" fmla="*/ 1624778 h 4550534"/>
              <a:gd name="connsiteX2851" fmla="*/ 5154416 w 5876984"/>
              <a:gd name="connsiteY2851" fmla="*/ 1624778 h 4550534"/>
              <a:gd name="connsiteX2852" fmla="*/ 5173590 w 5876984"/>
              <a:gd name="connsiteY2852" fmla="*/ 1603731 h 4550534"/>
              <a:gd name="connsiteX2853" fmla="*/ 5186374 w 5876984"/>
              <a:gd name="connsiteY2853" fmla="*/ 1608608 h 4550534"/>
              <a:gd name="connsiteX2854" fmla="*/ 5160808 w 5876984"/>
              <a:gd name="connsiteY2854" fmla="*/ 1626574 h 4550534"/>
              <a:gd name="connsiteX2855" fmla="*/ 5182000 w 5876984"/>
              <a:gd name="connsiteY2855" fmla="*/ 1623238 h 4550534"/>
              <a:gd name="connsiteX2856" fmla="*/ 5200510 w 5876984"/>
              <a:gd name="connsiteY2856" fmla="*/ 1604100 h 4550534"/>
              <a:gd name="connsiteX2857" fmla="*/ 5194407 w 5876984"/>
              <a:gd name="connsiteY2857" fmla="*/ 1592253 h 4550534"/>
              <a:gd name="connsiteX2858" fmla="*/ 5199883 w 5876984"/>
              <a:gd name="connsiteY2858" fmla="*/ 1577668 h 4550534"/>
              <a:gd name="connsiteX2859" fmla="*/ 5208372 w 5876984"/>
              <a:gd name="connsiteY2859" fmla="*/ 1592253 h 4550534"/>
              <a:gd name="connsiteX2860" fmla="*/ 5205341 w 5876984"/>
              <a:gd name="connsiteY2860" fmla="*/ 1599105 h 4550534"/>
              <a:gd name="connsiteX2861" fmla="*/ 5217996 w 5876984"/>
              <a:gd name="connsiteY2861" fmla="*/ 1586021 h 4550534"/>
              <a:gd name="connsiteX2862" fmla="*/ 5243562 w 5876984"/>
              <a:gd name="connsiteY2862" fmla="*/ 1587561 h 4550534"/>
              <a:gd name="connsiteX2863" fmla="*/ 5230778 w 5876984"/>
              <a:gd name="connsiteY2863" fmla="*/ 1603731 h 4550534"/>
              <a:gd name="connsiteX2864" fmla="*/ 5256344 w 5876984"/>
              <a:gd name="connsiteY2864" fmla="*/ 1576268 h 4550534"/>
              <a:gd name="connsiteX2865" fmla="*/ 5239525 w 5876984"/>
              <a:gd name="connsiteY2865" fmla="*/ 1572931 h 4550534"/>
              <a:gd name="connsiteX2866" fmla="*/ 5226742 w 5876984"/>
              <a:gd name="connsiteY2866" fmla="*/ 1592438 h 4550534"/>
              <a:gd name="connsiteX2867" fmla="*/ 5226742 w 5876984"/>
              <a:gd name="connsiteY2867" fmla="*/ 1572931 h 4550534"/>
              <a:gd name="connsiteX2868" fmla="*/ 5271482 w 5876984"/>
              <a:gd name="connsiteY2868" fmla="*/ 1512870 h 4550534"/>
              <a:gd name="connsiteX2869" fmla="*/ 5294695 w 5876984"/>
              <a:gd name="connsiteY2869" fmla="*/ 1507994 h 4550534"/>
              <a:gd name="connsiteX2870" fmla="*/ 5296714 w 5876984"/>
              <a:gd name="connsiteY2870" fmla="*/ 1500037 h 4550534"/>
              <a:gd name="connsiteX2871" fmla="*/ 5292676 w 5876984"/>
              <a:gd name="connsiteY2871" fmla="*/ 1488487 h 4550534"/>
              <a:gd name="connsiteX2872" fmla="*/ 5330285 w 5876984"/>
              <a:gd name="connsiteY2872" fmla="*/ 1449831 h 4550534"/>
              <a:gd name="connsiteX2873" fmla="*/ 3679426 w 5876984"/>
              <a:gd name="connsiteY2873" fmla="*/ 1441714 h 4550534"/>
              <a:gd name="connsiteX2874" fmla="*/ 3611466 w 5876984"/>
              <a:gd name="connsiteY2874" fmla="*/ 1464553 h 4550534"/>
              <a:gd name="connsiteX2875" fmla="*/ 3679426 w 5876984"/>
              <a:gd name="connsiteY2875" fmla="*/ 1441714 h 4550534"/>
              <a:gd name="connsiteX2876" fmla="*/ 4234022 w 5876984"/>
              <a:gd name="connsiteY2876" fmla="*/ 1441517 h 4550534"/>
              <a:gd name="connsiteX2877" fmla="*/ 4250842 w 5876984"/>
              <a:gd name="connsiteY2877" fmla="*/ 1469237 h 4550534"/>
              <a:gd name="connsiteX2878" fmla="*/ 4261607 w 5876984"/>
              <a:gd name="connsiteY2878" fmla="*/ 1469237 h 4550534"/>
              <a:gd name="connsiteX2879" fmla="*/ 4250842 w 5876984"/>
              <a:gd name="connsiteY2879" fmla="*/ 1454607 h 4550534"/>
              <a:gd name="connsiteX2880" fmla="*/ 4261607 w 5876984"/>
              <a:gd name="connsiteY2880" fmla="*/ 1464361 h 4550534"/>
              <a:gd name="connsiteX2881" fmla="*/ 4267998 w 5876984"/>
              <a:gd name="connsiteY2881" fmla="*/ 1443057 h 4550534"/>
              <a:gd name="connsiteX2882" fmla="*/ 4234022 w 5876984"/>
              <a:gd name="connsiteY2882" fmla="*/ 1441517 h 4550534"/>
              <a:gd name="connsiteX2883" fmla="*/ 4746361 w 5876984"/>
              <a:gd name="connsiteY2883" fmla="*/ 1438437 h 4550534"/>
              <a:gd name="connsiteX2884" fmla="*/ 4741988 w 5876984"/>
              <a:gd name="connsiteY2884" fmla="*/ 1454607 h 4550534"/>
              <a:gd name="connsiteX2885" fmla="*/ 4746361 w 5876984"/>
              <a:gd name="connsiteY2885" fmla="*/ 1438437 h 4550534"/>
              <a:gd name="connsiteX2886" fmla="*/ 4297602 w 5876984"/>
              <a:gd name="connsiteY2886" fmla="*/ 1435100 h 4550534"/>
              <a:gd name="connsiteX2887" fmla="*/ 4295584 w 5876984"/>
              <a:gd name="connsiteY2887" fmla="*/ 1438437 h 4550534"/>
              <a:gd name="connsiteX2888" fmla="*/ 4299789 w 5876984"/>
              <a:gd name="connsiteY2888" fmla="*/ 1443988 h 4550534"/>
              <a:gd name="connsiteX2889" fmla="*/ 4303122 w 5876984"/>
              <a:gd name="connsiteY2889" fmla="*/ 1448539 h 4550534"/>
              <a:gd name="connsiteX2890" fmla="*/ 4313547 w 5876984"/>
              <a:gd name="connsiteY2890" fmla="*/ 1440181 h 4550534"/>
              <a:gd name="connsiteX2891" fmla="*/ 4308683 w 5876984"/>
              <a:gd name="connsiteY2891" fmla="*/ 1441377 h 4550534"/>
              <a:gd name="connsiteX2892" fmla="*/ 4297602 w 5876984"/>
              <a:gd name="connsiteY2892" fmla="*/ 1435100 h 4550534"/>
              <a:gd name="connsiteX2893" fmla="*/ 5771088 w 5876984"/>
              <a:gd name="connsiteY2893" fmla="*/ 1433809 h 4550534"/>
              <a:gd name="connsiteX2894" fmla="*/ 5775540 w 5876984"/>
              <a:gd name="connsiteY2894" fmla="*/ 1457450 h 4550534"/>
              <a:gd name="connsiteX2895" fmla="*/ 5771088 w 5876984"/>
              <a:gd name="connsiteY2895" fmla="*/ 1433809 h 4550534"/>
              <a:gd name="connsiteX2896" fmla="*/ 5488234 w 5876984"/>
              <a:gd name="connsiteY2896" fmla="*/ 1431671 h 4550534"/>
              <a:gd name="connsiteX2897" fmla="*/ 5488234 w 5876984"/>
              <a:gd name="connsiteY2897" fmla="*/ 1476687 h 4550534"/>
              <a:gd name="connsiteX2898" fmla="*/ 5488234 w 5876984"/>
              <a:gd name="connsiteY2898" fmla="*/ 1431671 h 4550534"/>
              <a:gd name="connsiteX2899" fmla="*/ 3764881 w 5876984"/>
              <a:gd name="connsiteY2899" fmla="*/ 1426767 h 4550534"/>
              <a:gd name="connsiteX2900" fmla="*/ 3762525 w 5876984"/>
              <a:gd name="connsiteY2900" fmla="*/ 1433759 h 4550534"/>
              <a:gd name="connsiteX2901" fmla="*/ 3775310 w 5876984"/>
              <a:gd name="connsiteY2901" fmla="*/ 1427087 h 4550534"/>
              <a:gd name="connsiteX2902" fmla="*/ 3764881 w 5876984"/>
              <a:gd name="connsiteY2902" fmla="*/ 1426767 h 4550534"/>
              <a:gd name="connsiteX2903" fmla="*/ 4291211 w 5876984"/>
              <a:gd name="connsiteY2903" fmla="*/ 1425347 h 4550534"/>
              <a:gd name="connsiteX2904" fmla="*/ 4287174 w 5876984"/>
              <a:gd name="connsiteY2904" fmla="*/ 1431764 h 4550534"/>
              <a:gd name="connsiteX2905" fmla="*/ 4291211 w 5876984"/>
              <a:gd name="connsiteY2905" fmla="*/ 1425347 h 4550534"/>
              <a:gd name="connsiteX2906" fmla="*/ 5432958 w 5876984"/>
              <a:gd name="connsiteY2906" fmla="*/ 1423749 h 4550534"/>
              <a:gd name="connsiteX2907" fmla="*/ 5424716 w 5876984"/>
              <a:gd name="connsiteY2907" fmla="*/ 1448386 h 4550534"/>
              <a:gd name="connsiteX2908" fmla="*/ 5432958 w 5876984"/>
              <a:gd name="connsiteY2908" fmla="*/ 1423749 h 4550534"/>
              <a:gd name="connsiteX2909" fmla="*/ 4316777 w 5876984"/>
              <a:gd name="connsiteY2909" fmla="*/ 1420471 h 4550534"/>
              <a:gd name="connsiteX2910" fmla="*/ 4319132 w 5876984"/>
              <a:gd name="connsiteY2910" fmla="*/ 1430223 h 4550534"/>
              <a:gd name="connsiteX2911" fmla="*/ 4326938 w 5876984"/>
              <a:gd name="connsiteY2911" fmla="*/ 1427228 h 4550534"/>
              <a:gd name="connsiteX2912" fmla="*/ 4328662 w 5876984"/>
              <a:gd name="connsiteY2912" fmla="*/ 1428341 h 4550534"/>
              <a:gd name="connsiteX2913" fmla="*/ 4338632 w 5876984"/>
              <a:gd name="connsiteY2913" fmla="*/ 1421295 h 4550534"/>
              <a:gd name="connsiteX2914" fmla="*/ 4335232 w 5876984"/>
              <a:gd name="connsiteY2914" fmla="*/ 1422768 h 4550534"/>
              <a:gd name="connsiteX2915" fmla="*/ 4316777 w 5876984"/>
              <a:gd name="connsiteY2915" fmla="*/ 1420471 h 4550534"/>
              <a:gd name="connsiteX2916" fmla="*/ 4761609 w 5876984"/>
              <a:gd name="connsiteY2916" fmla="*/ 1416211 h 4550534"/>
              <a:gd name="connsiteX2917" fmla="*/ 4750398 w 5876984"/>
              <a:gd name="connsiteY2917" fmla="*/ 1436640 h 4550534"/>
              <a:gd name="connsiteX2918" fmla="*/ 4771927 w 5876984"/>
              <a:gd name="connsiteY2918" fmla="*/ 1418930 h 4550534"/>
              <a:gd name="connsiteX2919" fmla="*/ 4761609 w 5876984"/>
              <a:gd name="connsiteY2919" fmla="*/ 1416211 h 4550534"/>
              <a:gd name="connsiteX2920" fmla="*/ 5539000 w 5876984"/>
              <a:gd name="connsiteY2920" fmla="*/ 1409457 h 4550534"/>
              <a:gd name="connsiteX2921" fmla="*/ 5534654 w 5876984"/>
              <a:gd name="connsiteY2921" fmla="*/ 1422391 h 4550534"/>
              <a:gd name="connsiteX2922" fmla="*/ 5539000 w 5876984"/>
              <a:gd name="connsiteY2922" fmla="*/ 1409457 h 4550534"/>
              <a:gd name="connsiteX2923" fmla="*/ 3847643 w 5876984"/>
              <a:gd name="connsiteY2923" fmla="*/ 1404506 h 4550534"/>
              <a:gd name="connsiteX2924" fmla="*/ 3843836 w 5876984"/>
              <a:gd name="connsiteY2924" fmla="*/ 1409253 h 4550534"/>
              <a:gd name="connsiteX2925" fmla="*/ 3843269 w 5876984"/>
              <a:gd name="connsiteY2925" fmla="*/ 1409381 h 4550534"/>
              <a:gd name="connsiteX2926" fmla="*/ 3847643 w 5876984"/>
              <a:gd name="connsiteY2926" fmla="*/ 1404506 h 4550534"/>
              <a:gd name="connsiteX2927" fmla="*/ 4419712 w 5876984"/>
              <a:gd name="connsiteY2927" fmla="*/ 1394340 h 4550534"/>
              <a:gd name="connsiteX2928" fmla="*/ 4418973 w 5876984"/>
              <a:gd name="connsiteY2928" fmla="*/ 1396688 h 4550534"/>
              <a:gd name="connsiteX2929" fmla="*/ 4421062 w 5876984"/>
              <a:gd name="connsiteY2929" fmla="*/ 1396087 h 4550534"/>
              <a:gd name="connsiteX2930" fmla="*/ 4342344 w 5876984"/>
              <a:gd name="connsiteY2930" fmla="*/ 1393007 h 4550534"/>
              <a:gd name="connsiteX2931" fmla="*/ 4337970 w 5876984"/>
              <a:gd name="connsiteY2931" fmla="*/ 1402760 h 4550534"/>
              <a:gd name="connsiteX2932" fmla="*/ 4342344 w 5876984"/>
              <a:gd name="connsiteY2932" fmla="*/ 1393007 h 4550534"/>
              <a:gd name="connsiteX2933" fmla="*/ 4044017 w 5876984"/>
              <a:gd name="connsiteY2933" fmla="*/ 1387533 h 4550534"/>
              <a:gd name="connsiteX2934" fmla="*/ 4037661 w 5876984"/>
              <a:gd name="connsiteY2934" fmla="*/ 1407222 h 4550534"/>
              <a:gd name="connsiteX2935" fmla="*/ 4028128 w 5876984"/>
              <a:gd name="connsiteY2935" fmla="*/ 1407190 h 4550534"/>
              <a:gd name="connsiteX2936" fmla="*/ 4023509 w 5876984"/>
              <a:gd name="connsiteY2936" fmla="*/ 1404821 h 4550534"/>
              <a:gd name="connsiteX2937" fmla="*/ 4021251 w 5876984"/>
              <a:gd name="connsiteY2937" fmla="*/ 1411929 h 4550534"/>
              <a:gd name="connsiteX2938" fmla="*/ 3993377 w 5876984"/>
              <a:gd name="connsiteY2938" fmla="*/ 1422385 h 4550534"/>
              <a:gd name="connsiteX2939" fmla="*/ 4005272 w 5876984"/>
              <a:gd name="connsiteY2939" fmla="*/ 1412864 h 4550534"/>
              <a:gd name="connsiteX2940" fmla="*/ 4023233 w 5876984"/>
              <a:gd name="connsiteY2940" fmla="*/ 1404679 h 4550534"/>
              <a:gd name="connsiteX2941" fmla="*/ 4018594 w 5876984"/>
              <a:gd name="connsiteY2941" fmla="*/ 1402300 h 4550534"/>
              <a:gd name="connsiteX2942" fmla="*/ 4044017 w 5876984"/>
              <a:gd name="connsiteY2942" fmla="*/ 1387533 h 4550534"/>
              <a:gd name="connsiteX2943" fmla="*/ 4453020 w 5876984"/>
              <a:gd name="connsiteY2943" fmla="*/ 1373500 h 4550534"/>
              <a:gd name="connsiteX2944" fmla="*/ 4435863 w 5876984"/>
              <a:gd name="connsiteY2944" fmla="*/ 1389670 h 4550534"/>
              <a:gd name="connsiteX2945" fmla="*/ 4453020 w 5876984"/>
              <a:gd name="connsiteY2945" fmla="*/ 1373500 h 4550534"/>
              <a:gd name="connsiteX2946" fmla="*/ 4801531 w 5876984"/>
              <a:gd name="connsiteY2946" fmla="*/ 1370164 h 4550534"/>
              <a:gd name="connsiteX2947" fmla="*/ 4795140 w 5876984"/>
              <a:gd name="connsiteY2947" fmla="*/ 1384793 h 4550534"/>
              <a:gd name="connsiteX2948" fmla="*/ 4801531 w 5876984"/>
              <a:gd name="connsiteY2948" fmla="*/ 1370164 h 4550534"/>
              <a:gd name="connsiteX2949" fmla="*/ 5549257 w 5876984"/>
              <a:gd name="connsiteY2949" fmla="*/ 1356975 h 4550534"/>
              <a:gd name="connsiteX2950" fmla="*/ 5561702 w 5876984"/>
              <a:gd name="connsiteY2950" fmla="*/ 1394115 h 4550534"/>
              <a:gd name="connsiteX2951" fmla="*/ 5545327 w 5876984"/>
              <a:gd name="connsiteY2951" fmla="*/ 1398981 h 4550534"/>
              <a:gd name="connsiteX2952" fmla="*/ 5549257 w 5876984"/>
              <a:gd name="connsiteY2952" fmla="*/ 1356975 h 4550534"/>
              <a:gd name="connsiteX2953" fmla="*/ 5831150 w 5876984"/>
              <a:gd name="connsiteY2953" fmla="*/ 1355949 h 4550534"/>
              <a:gd name="connsiteX2954" fmla="*/ 5848802 w 5876984"/>
              <a:gd name="connsiteY2954" fmla="*/ 1363766 h 4550534"/>
              <a:gd name="connsiteX2955" fmla="*/ 5846772 w 5876984"/>
              <a:gd name="connsiteY2955" fmla="*/ 1374832 h 4550534"/>
              <a:gd name="connsiteX2956" fmla="*/ 5810570 w 5876984"/>
              <a:gd name="connsiteY2956" fmla="*/ 1358987 h 4550534"/>
              <a:gd name="connsiteX2957" fmla="*/ 5825457 w 5876984"/>
              <a:gd name="connsiteY2957" fmla="*/ 1358987 h 4550534"/>
              <a:gd name="connsiteX2958" fmla="*/ 5831150 w 5876984"/>
              <a:gd name="connsiteY2958" fmla="*/ 1355949 h 4550534"/>
              <a:gd name="connsiteX2959" fmla="*/ 4145836 w 5876984"/>
              <a:gd name="connsiteY2959" fmla="*/ 1349053 h 4550534"/>
              <a:gd name="connsiteX2960" fmla="*/ 4052714 w 5876984"/>
              <a:gd name="connsiteY2960" fmla="*/ 1394069 h 4550534"/>
              <a:gd name="connsiteX2961" fmla="*/ 4145836 w 5876984"/>
              <a:gd name="connsiteY2961" fmla="*/ 1349053 h 4550534"/>
              <a:gd name="connsiteX2962" fmla="*/ 5518002 w 5876984"/>
              <a:gd name="connsiteY2962" fmla="*/ 1341131 h 4550534"/>
              <a:gd name="connsiteX2963" fmla="*/ 5509311 w 5876984"/>
              <a:gd name="connsiteY2963" fmla="*/ 1388407 h 4550534"/>
              <a:gd name="connsiteX2964" fmla="*/ 5518002 w 5876984"/>
              <a:gd name="connsiteY2964" fmla="*/ 1341131 h 4550534"/>
              <a:gd name="connsiteX2965" fmla="*/ 4913965 w 5876984"/>
              <a:gd name="connsiteY2965" fmla="*/ 1341131 h 4550534"/>
              <a:gd name="connsiteX2966" fmla="*/ 4937116 w 5876984"/>
              <a:gd name="connsiteY2966" fmla="*/ 1349488 h 4550534"/>
              <a:gd name="connsiteX2967" fmla="*/ 4917992 w 5876984"/>
              <a:gd name="connsiteY2967" fmla="*/ 1351055 h 4550534"/>
              <a:gd name="connsiteX2968" fmla="*/ 4913965 w 5876984"/>
              <a:gd name="connsiteY2968" fmla="*/ 1341131 h 4550534"/>
              <a:gd name="connsiteX2969" fmla="*/ 4429272 w 5876984"/>
              <a:gd name="connsiteY2969" fmla="*/ 1339595 h 4550534"/>
              <a:gd name="connsiteX2970" fmla="*/ 4439554 w 5876984"/>
              <a:gd name="connsiteY2970" fmla="*/ 1340813 h 4550534"/>
              <a:gd name="connsiteX2971" fmla="*/ 4436405 w 5876984"/>
              <a:gd name="connsiteY2971" fmla="*/ 1342485 h 4550534"/>
              <a:gd name="connsiteX2972" fmla="*/ 4439412 w 5876984"/>
              <a:gd name="connsiteY2972" fmla="*/ 1347513 h 4550534"/>
              <a:gd name="connsiteX2973" fmla="*/ 4428892 w 5876984"/>
              <a:gd name="connsiteY2973" fmla="*/ 1353043 h 4550534"/>
              <a:gd name="connsiteX2974" fmla="*/ 4425815 w 5876984"/>
              <a:gd name="connsiteY2974" fmla="*/ 1350644 h 4550534"/>
              <a:gd name="connsiteX2975" fmla="*/ 4422571 w 5876984"/>
              <a:gd name="connsiteY2975" fmla="*/ 1358936 h 4550534"/>
              <a:gd name="connsiteX2976" fmla="*/ 4409916 w 5876984"/>
              <a:gd name="connsiteY2976" fmla="*/ 1357382 h 4550534"/>
              <a:gd name="connsiteX2977" fmla="*/ 4414245 w 5876984"/>
              <a:gd name="connsiteY2977" fmla="*/ 1363855 h 4550534"/>
              <a:gd name="connsiteX2978" fmla="*/ 4399593 w 5876984"/>
              <a:gd name="connsiteY2978" fmla="*/ 1360489 h 4550534"/>
              <a:gd name="connsiteX2979" fmla="*/ 4399593 w 5876984"/>
              <a:gd name="connsiteY2979" fmla="*/ 1363855 h 4550534"/>
              <a:gd name="connsiteX2980" fmla="*/ 4407918 w 5876984"/>
              <a:gd name="connsiteY2980" fmla="*/ 1370328 h 4550534"/>
              <a:gd name="connsiteX2981" fmla="*/ 4399593 w 5876984"/>
              <a:gd name="connsiteY2981" fmla="*/ 1373693 h 4550534"/>
              <a:gd name="connsiteX2982" fmla="*/ 4393266 w 5876984"/>
              <a:gd name="connsiteY2982" fmla="*/ 1357382 h 4550534"/>
              <a:gd name="connsiteX2983" fmla="*/ 4407918 w 5876984"/>
              <a:gd name="connsiteY2983" fmla="*/ 1349098 h 4550534"/>
              <a:gd name="connsiteX2984" fmla="*/ 4429272 w 5876984"/>
              <a:gd name="connsiteY2984" fmla="*/ 1339595 h 4550534"/>
              <a:gd name="connsiteX2985" fmla="*/ 4416751 w 5876984"/>
              <a:gd name="connsiteY2985" fmla="*/ 1330945 h 4550534"/>
              <a:gd name="connsiteX2986" fmla="*/ 4412691 w 5876984"/>
              <a:gd name="connsiteY2986" fmla="*/ 1345482 h 4550534"/>
              <a:gd name="connsiteX2987" fmla="*/ 4399835 w 5876984"/>
              <a:gd name="connsiteY2987" fmla="*/ 1342422 h 4550534"/>
              <a:gd name="connsiteX2988" fmla="*/ 4416751 w 5876984"/>
              <a:gd name="connsiteY2988" fmla="*/ 1330945 h 4550534"/>
              <a:gd name="connsiteX2989" fmla="*/ 4816332 w 5876984"/>
              <a:gd name="connsiteY2989" fmla="*/ 1324733 h 4550534"/>
              <a:gd name="connsiteX2990" fmla="*/ 4797158 w 5876984"/>
              <a:gd name="connsiteY2990" fmla="*/ 1336026 h 4550534"/>
              <a:gd name="connsiteX2991" fmla="*/ 4818351 w 5876984"/>
              <a:gd name="connsiteY2991" fmla="*/ 1345780 h 4550534"/>
              <a:gd name="connsiteX2992" fmla="*/ 4805904 w 5876984"/>
              <a:gd name="connsiteY2992" fmla="*/ 1363747 h 4550534"/>
              <a:gd name="connsiteX2993" fmla="*/ 4818351 w 5876984"/>
              <a:gd name="connsiteY2993" fmla="*/ 1371703 h 4550534"/>
              <a:gd name="connsiteX2994" fmla="*/ 4824742 w 5876984"/>
              <a:gd name="connsiteY2994" fmla="*/ 1344240 h 4550534"/>
              <a:gd name="connsiteX2995" fmla="*/ 4841899 w 5876984"/>
              <a:gd name="connsiteY2995" fmla="*/ 1339363 h 4550534"/>
              <a:gd name="connsiteX2996" fmla="*/ 4843918 w 5876984"/>
              <a:gd name="connsiteY2996" fmla="*/ 1329610 h 4550534"/>
              <a:gd name="connsiteX2997" fmla="*/ 4820706 w 5876984"/>
              <a:gd name="connsiteY2997" fmla="*/ 1342700 h 4550534"/>
              <a:gd name="connsiteX2998" fmla="*/ 4816332 w 5876984"/>
              <a:gd name="connsiteY2998" fmla="*/ 1324733 h 4550534"/>
              <a:gd name="connsiteX2999" fmla="*/ 943881 w 5876984"/>
              <a:gd name="connsiteY2999" fmla="*/ 1321876 h 4550534"/>
              <a:gd name="connsiteX3000" fmla="*/ 922348 w 5876984"/>
              <a:gd name="connsiteY3000" fmla="*/ 1339582 h 4550534"/>
              <a:gd name="connsiteX3001" fmla="*/ 928741 w 5876984"/>
              <a:gd name="connsiteY3001" fmla="*/ 1349334 h 4550534"/>
              <a:gd name="connsiteX3002" fmla="*/ 943881 w 5876984"/>
              <a:gd name="connsiteY3002" fmla="*/ 1321876 h 4550534"/>
              <a:gd name="connsiteX3003" fmla="*/ 4308368 w 5876984"/>
              <a:gd name="connsiteY3003" fmla="*/ 1321653 h 4550534"/>
              <a:gd name="connsiteX3004" fmla="*/ 4308368 w 5876984"/>
              <a:gd name="connsiteY3004" fmla="*/ 1331150 h 4550534"/>
              <a:gd name="connsiteX3005" fmla="*/ 4308368 w 5876984"/>
              <a:gd name="connsiteY3005" fmla="*/ 1321653 h 4550534"/>
              <a:gd name="connsiteX3006" fmla="*/ 4834770 w 5876984"/>
              <a:gd name="connsiteY3006" fmla="*/ 1320497 h 4550534"/>
              <a:gd name="connsiteX3007" fmla="*/ 4829326 w 5876984"/>
              <a:gd name="connsiteY3007" fmla="*/ 1322712 h 4550534"/>
              <a:gd name="connsiteX3008" fmla="*/ 4829116 w 5876984"/>
              <a:gd name="connsiteY3008" fmla="*/ 1331150 h 4550534"/>
              <a:gd name="connsiteX3009" fmla="*/ 4839796 w 5876984"/>
              <a:gd name="connsiteY3009" fmla="*/ 1325792 h 4550534"/>
              <a:gd name="connsiteX3010" fmla="*/ 4840643 w 5876984"/>
              <a:gd name="connsiteY3010" fmla="*/ 1323940 h 4550534"/>
              <a:gd name="connsiteX3011" fmla="*/ 4836702 w 5876984"/>
              <a:gd name="connsiteY3011" fmla="*/ 1320537 h 4550534"/>
              <a:gd name="connsiteX3012" fmla="*/ 5787502 w 5876984"/>
              <a:gd name="connsiteY3012" fmla="*/ 1316909 h 4550534"/>
              <a:gd name="connsiteX3013" fmla="*/ 5783173 w 5876984"/>
              <a:gd name="connsiteY3013" fmla="*/ 1380484 h 4550534"/>
              <a:gd name="connsiteX3014" fmla="*/ 5787502 w 5876984"/>
              <a:gd name="connsiteY3014" fmla="*/ 1316909 h 4550534"/>
              <a:gd name="connsiteX3015" fmla="*/ 5194784 w 5876984"/>
              <a:gd name="connsiteY3015" fmla="*/ 1311900 h 4550534"/>
              <a:gd name="connsiteX3016" fmla="*/ 5186374 w 5876984"/>
              <a:gd name="connsiteY3016" fmla="*/ 1319857 h 4550534"/>
              <a:gd name="connsiteX3017" fmla="*/ 5199157 w 5876984"/>
              <a:gd name="connsiteY3017" fmla="*/ 1339363 h 4550534"/>
              <a:gd name="connsiteX3018" fmla="*/ 5194784 w 5876984"/>
              <a:gd name="connsiteY3018" fmla="*/ 1311900 h 4550534"/>
              <a:gd name="connsiteX3019" fmla="*/ 5876984 w 5876984"/>
              <a:gd name="connsiteY3019" fmla="*/ 1309442 h 4550534"/>
              <a:gd name="connsiteX3020" fmla="*/ 5876984 w 5876984"/>
              <a:gd name="connsiteY3020" fmla="*/ 1309443 h 4550534"/>
              <a:gd name="connsiteX3021" fmla="*/ 5862368 w 5876984"/>
              <a:gd name="connsiteY3021" fmla="*/ 1322007 h 4550534"/>
              <a:gd name="connsiteX3022" fmla="*/ 5844690 w 5876984"/>
              <a:gd name="connsiteY3022" fmla="*/ 1330686 h 4550534"/>
              <a:gd name="connsiteX3023" fmla="*/ 5855866 w 5876984"/>
              <a:gd name="connsiteY3023" fmla="*/ 1317052 h 4550534"/>
              <a:gd name="connsiteX3024" fmla="*/ 4433922 w 5876984"/>
              <a:gd name="connsiteY3024" fmla="*/ 1308730 h 4550534"/>
              <a:gd name="connsiteX3025" fmla="*/ 4459758 w 5876984"/>
              <a:gd name="connsiteY3025" fmla="*/ 1317008 h 4550534"/>
              <a:gd name="connsiteX3026" fmla="*/ 4450921 w 5876984"/>
              <a:gd name="connsiteY3026" fmla="*/ 1325027 h 4550534"/>
              <a:gd name="connsiteX3027" fmla="*/ 4442421 w 5876984"/>
              <a:gd name="connsiteY3027" fmla="*/ 1315197 h 4550534"/>
              <a:gd name="connsiteX3028" fmla="*/ 4429504 w 5876984"/>
              <a:gd name="connsiteY3028" fmla="*/ 1318560 h 4550534"/>
              <a:gd name="connsiteX3029" fmla="*/ 4433922 w 5876984"/>
              <a:gd name="connsiteY3029" fmla="*/ 1308730 h 4550534"/>
              <a:gd name="connsiteX3030" fmla="*/ 4221388 w 5876984"/>
              <a:gd name="connsiteY3030" fmla="*/ 1308247 h 4550534"/>
              <a:gd name="connsiteX3031" fmla="*/ 4176424 w 5876984"/>
              <a:gd name="connsiteY3031" fmla="*/ 1337479 h 4550534"/>
              <a:gd name="connsiteX3032" fmla="*/ 4172030 w 5876984"/>
              <a:gd name="connsiteY3032" fmla="*/ 1327736 h 4550534"/>
              <a:gd name="connsiteX3033" fmla="*/ 4159520 w 5876984"/>
              <a:gd name="connsiteY3033" fmla="*/ 1330813 h 4550534"/>
              <a:gd name="connsiteX3034" fmla="*/ 4221388 w 5876984"/>
              <a:gd name="connsiteY3034" fmla="*/ 1308247 h 4550534"/>
              <a:gd name="connsiteX3035" fmla="*/ 5036736 w 5876984"/>
              <a:gd name="connsiteY3035" fmla="*/ 1305510 h 4550534"/>
              <a:gd name="connsiteX3036" fmla="*/ 5032139 w 5876984"/>
              <a:gd name="connsiteY3036" fmla="*/ 1306417 h 4550534"/>
              <a:gd name="connsiteX3037" fmla="*/ 5029873 w 5876984"/>
              <a:gd name="connsiteY3037" fmla="*/ 1306355 h 4550534"/>
              <a:gd name="connsiteX3038" fmla="*/ 5031560 w 5876984"/>
              <a:gd name="connsiteY3038" fmla="*/ 1316834 h 4550534"/>
              <a:gd name="connsiteX3039" fmla="*/ 5034404 w 5876984"/>
              <a:gd name="connsiteY3039" fmla="*/ 1310777 h 4550534"/>
              <a:gd name="connsiteX3040" fmla="*/ 5754998 w 5876984"/>
              <a:gd name="connsiteY3040" fmla="*/ 1304915 h 4550534"/>
              <a:gd name="connsiteX3041" fmla="*/ 5742419 w 5876984"/>
              <a:gd name="connsiteY3041" fmla="*/ 1314658 h 4550534"/>
              <a:gd name="connsiteX3042" fmla="*/ 5761288 w 5876984"/>
              <a:gd name="connsiteY3042" fmla="*/ 1319530 h 4550534"/>
              <a:gd name="connsiteX3043" fmla="*/ 5754998 w 5876984"/>
              <a:gd name="connsiteY3043" fmla="*/ 1304915 h 4550534"/>
              <a:gd name="connsiteX3044" fmla="*/ 5366820 w 5876984"/>
              <a:gd name="connsiteY3044" fmla="*/ 1302885 h 4550534"/>
              <a:gd name="connsiteX3045" fmla="*/ 5357939 w 5876984"/>
              <a:gd name="connsiteY3045" fmla="*/ 1308675 h 4550534"/>
              <a:gd name="connsiteX3046" fmla="*/ 5324634 w 5876984"/>
              <a:gd name="connsiteY3046" fmla="*/ 1345780 h 4550534"/>
              <a:gd name="connsiteX3047" fmla="*/ 5322280 w 5876984"/>
              <a:gd name="connsiteY3047" fmla="*/ 1360410 h 4550534"/>
              <a:gd name="connsiteX3048" fmla="*/ 5305460 w 5876984"/>
              <a:gd name="connsiteY3048" fmla="*/ 1367083 h 4550534"/>
              <a:gd name="connsiteX3049" fmla="*/ 5283804 w 5876984"/>
              <a:gd name="connsiteY3049" fmla="*/ 1402889 h 4550534"/>
              <a:gd name="connsiteX3050" fmla="*/ 5266780 w 5876984"/>
              <a:gd name="connsiteY3050" fmla="*/ 1416878 h 4550534"/>
              <a:gd name="connsiteX3051" fmla="*/ 5304658 w 5876984"/>
              <a:gd name="connsiteY3051" fmla="*/ 1405180 h 4550534"/>
              <a:gd name="connsiteX3052" fmla="*/ 5380314 w 5876984"/>
              <a:gd name="connsiteY3052" fmla="*/ 1377129 h 4550534"/>
              <a:gd name="connsiteX3053" fmla="*/ 5379805 w 5876984"/>
              <a:gd name="connsiteY3053" fmla="*/ 1373500 h 4550534"/>
              <a:gd name="connsiteX3054" fmla="*/ 5385277 w 5876984"/>
              <a:gd name="connsiteY3054" fmla="*/ 1375289 h 4550534"/>
              <a:gd name="connsiteX3055" fmla="*/ 5390056 w 5876984"/>
              <a:gd name="connsiteY3055" fmla="*/ 1373517 h 4550534"/>
              <a:gd name="connsiteX3056" fmla="*/ 5393092 w 5876984"/>
              <a:gd name="connsiteY3056" fmla="*/ 1370613 h 4550534"/>
              <a:gd name="connsiteX3057" fmla="*/ 5399484 w 5876984"/>
              <a:gd name="connsiteY3057" fmla="*/ 1363394 h 4550534"/>
              <a:gd name="connsiteX3058" fmla="*/ 5400426 w 5876984"/>
              <a:gd name="connsiteY3058" fmla="*/ 1363111 h 4550534"/>
              <a:gd name="connsiteX3059" fmla="*/ 5402424 w 5876984"/>
              <a:gd name="connsiteY3059" fmla="*/ 1354738 h 4550534"/>
              <a:gd name="connsiteX3060" fmla="*/ 5394336 w 5876984"/>
              <a:gd name="connsiteY3060" fmla="*/ 1318467 h 4550534"/>
              <a:gd name="connsiteX3061" fmla="*/ 5389816 w 5876984"/>
              <a:gd name="connsiteY3061" fmla="*/ 1315769 h 4550534"/>
              <a:gd name="connsiteX3062" fmla="*/ 5389183 w 5876984"/>
              <a:gd name="connsiteY3062" fmla="*/ 1318692 h 4550534"/>
              <a:gd name="connsiteX3063" fmla="*/ 5394904 w 5876984"/>
              <a:gd name="connsiteY3063" fmla="*/ 1325028 h 4550534"/>
              <a:gd name="connsiteX3064" fmla="*/ 5384025 w 5876984"/>
              <a:gd name="connsiteY3064" fmla="*/ 1339741 h 4550534"/>
              <a:gd name="connsiteX3065" fmla="*/ 5384025 w 5876984"/>
              <a:gd name="connsiteY3065" fmla="*/ 1321930 h 4550534"/>
              <a:gd name="connsiteX3066" fmla="*/ 5367028 w 5876984"/>
              <a:gd name="connsiteY3066" fmla="*/ 1320124 h 4550534"/>
              <a:gd name="connsiteX3067" fmla="*/ 5380270 w 5876984"/>
              <a:gd name="connsiteY3067" fmla="*/ 1310069 h 4550534"/>
              <a:gd name="connsiteX3068" fmla="*/ 5371170 w 5876984"/>
              <a:gd name="connsiteY3068" fmla="*/ 1304636 h 4550534"/>
              <a:gd name="connsiteX3069" fmla="*/ 5456168 w 5876984"/>
              <a:gd name="connsiteY3069" fmla="*/ 1302146 h 4550534"/>
              <a:gd name="connsiteX3070" fmla="*/ 5443506 w 5876984"/>
              <a:gd name="connsiteY3070" fmla="*/ 1318402 h 4550534"/>
              <a:gd name="connsiteX3071" fmla="*/ 5450354 w 5876984"/>
              <a:gd name="connsiteY3071" fmla="*/ 1323914 h 4550534"/>
              <a:gd name="connsiteX3072" fmla="*/ 5462306 w 5876984"/>
              <a:gd name="connsiteY3072" fmla="*/ 1313055 h 4550534"/>
              <a:gd name="connsiteX3073" fmla="*/ 5456168 w 5876984"/>
              <a:gd name="connsiteY3073" fmla="*/ 1302146 h 4550534"/>
              <a:gd name="connsiteX3074" fmla="*/ 5135242 w 5876984"/>
              <a:gd name="connsiteY3074" fmla="*/ 1297270 h 4550534"/>
              <a:gd name="connsiteX3075" fmla="*/ 5118422 w 5876984"/>
              <a:gd name="connsiteY3075" fmla="*/ 1316777 h 4550534"/>
              <a:gd name="connsiteX3076" fmla="*/ 5135242 w 5876984"/>
              <a:gd name="connsiteY3076" fmla="*/ 1297270 h 4550534"/>
              <a:gd name="connsiteX3077" fmla="*/ 5205548 w 5876984"/>
              <a:gd name="connsiteY3077" fmla="*/ 1292393 h 4550534"/>
              <a:gd name="connsiteX3078" fmla="*/ 5226742 w 5876984"/>
              <a:gd name="connsiteY3078" fmla="*/ 1328070 h 4550534"/>
              <a:gd name="connsiteX3079" fmla="*/ 5209586 w 5876984"/>
              <a:gd name="connsiteY3079" fmla="*/ 1353993 h 4550534"/>
              <a:gd name="connsiteX3080" fmla="*/ 5230778 w 5876984"/>
              <a:gd name="connsiteY3080" fmla="*/ 1344240 h 4550534"/>
              <a:gd name="connsiteX3081" fmla="*/ 5252308 w 5876984"/>
              <a:gd name="connsiteY3081" fmla="*/ 1323193 h 4550534"/>
              <a:gd name="connsiteX3082" fmla="*/ 5247935 w 5876984"/>
              <a:gd name="connsiteY3082" fmla="*/ 1308563 h 4550534"/>
              <a:gd name="connsiteX3083" fmla="*/ 5205548 w 5876984"/>
              <a:gd name="connsiteY3083" fmla="*/ 1292393 h 4550534"/>
              <a:gd name="connsiteX3084" fmla="*/ 4482706 w 5876984"/>
              <a:gd name="connsiteY3084" fmla="*/ 1285675 h 4550534"/>
              <a:gd name="connsiteX3085" fmla="*/ 4461784 w 5876984"/>
              <a:gd name="connsiteY3085" fmla="*/ 1307807 h 4550534"/>
              <a:gd name="connsiteX3086" fmla="*/ 4474404 w 5876984"/>
              <a:gd name="connsiteY3086" fmla="*/ 1307807 h 4550534"/>
              <a:gd name="connsiteX3087" fmla="*/ 4455474 w 5876984"/>
              <a:gd name="connsiteY3087" fmla="*/ 1311076 h 4550534"/>
              <a:gd name="connsiteX3088" fmla="*/ 4455474 w 5876984"/>
              <a:gd name="connsiteY3088" fmla="*/ 1288693 h 4550534"/>
              <a:gd name="connsiteX3089" fmla="*/ 4468094 w 5876984"/>
              <a:gd name="connsiteY3089" fmla="*/ 1296741 h 4550534"/>
              <a:gd name="connsiteX3090" fmla="*/ 4482706 w 5876984"/>
              <a:gd name="connsiteY3090" fmla="*/ 1285675 h 4550534"/>
              <a:gd name="connsiteX3091" fmla="*/ 4204146 w 5876984"/>
              <a:gd name="connsiteY3091" fmla="*/ 1285675 h 4550534"/>
              <a:gd name="connsiteX3092" fmla="*/ 4221484 w 5876984"/>
              <a:gd name="connsiteY3092" fmla="*/ 1293694 h 4550534"/>
              <a:gd name="connsiteX3093" fmla="*/ 4200068 w 5876984"/>
              <a:gd name="connsiteY3093" fmla="*/ 1301972 h 4550534"/>
              <a:gd name="connsiteX3094" fmla="*/ 4204146 w 5876984"/>
              <a:gd name="connsiteY3094" fmla="*/ 1285675 h 4550534"/>
              <a:gd name="connsiteX3095" fmla="*/ 4867466 w 5876984"/>
              <a:gd name="connsiteY3095" fmla="*/ 1282639 h 4550534"/>
              <a:gd name="connsiteX3096" fmla="*/ 4859056 w 5876984"/>
              <a:gd name="connsiteY3096" fmla="*/ 1285977 h 4550534"/>
              <a:gd name="connsiteX3097" fmla="*/ 4850310 w 5876984"/>
              <a:gd name="connsiteY3097" fmla="*/ 1298810 h 4550534"/>
              <a:gd name="connsiteX3098" fmla="*/ 4856702 w 5876984"/>
              <a:gd name="connsiteY3098" fmla="*/ 1308563 h 4550534"/>
              <a:gd name="connsiteX3099" fmla="*/ 4867466 w 5876984"/>
              <a:gd name="connsiteY3099" fmla="*/ 1282639 h 4550534"/>
              <a:gd name="connsiteX3100" fmla="*/ 5314797 w 5876984"/>
              <a:gd name="connsiteY3100" fmla="*/ 1278942 h 4550534"/>
              <a:gd name="connsiteX3101" fmla="*/ 5313870 w 5876984"/>
              <a:gd name="connsiteY3101" fmla="*/ 1279303 h 4550534"/>
              <a:gd name="connsiteX3102" fmla="*/ 5318427 w 5876984"/>
              <a:gd name="connsiteY3102" fmla="*/ 1282997 h 4550534"/>
              <a:gd name="connsiteX3103" fmla="*/ 5321014 w 5876984"/>
              <a:gd name="connsiteY3103" fmla="*/ 1282939 h 4550534"/>
              <a:gd name="connsiteX3104" fmla="*/ 4255656 w 5876984"/>
              <a:gd name="connsiteY3104" fmla="*/ 1274467 h 4550534"/>
              <a:gd name="connsiteX3105" fmla="*/ 4240918 w 5876984"/>
              <a:gd name="connsiteY3105" fmla="*/ 1290822 h 4550534"/>
              <a:gd name="connsiteX3106" fmla="*/ 4255656 w 5876984"/>
              <a:gd name="connsiteY3106" fmla="*/ 1274467 h 4550534"/>
              <a:gd name="connsiteX3107" fmla="*/ 4927008 w 5876984"/>
              <a:gd name="connsiteY3107" fmla="*/ 1269550 h 4550534"/>
              <a:gd name="connsiteX3108" fmla="*/ 4909852 w 5876984"/>
              <a:gd name="connsiteY3108" fmla="*/ 1285977 h 4550534"/>
              <a:gd name="connsiteX3109" fmla="*/ 4927008 w 5876984"/>
              <a:gd name="connsiteY3109" fmla="*/ 1269550 h 4550534"/>
              <a:gd name="connsiteX3110" fmla="*/ 1020252 w 5876984"/>
              <a:gd name="connsiteY3110" fmla="*/ 1269170 h 4550534"/>
              <a:gd name="connsiteX3111" fmla="*/ 1013859 w 5876984"/>
              <a:gd name="connsiteY3111" fmla="*/ 1271580 h 4550534"/>
              <a:gd name="connsiteX3112" fmla="*/ 1018232 w 5876984"/>
              <a:gd name="connsiteY3112" fmla="*/ 1281331 h 4550534"/>
              <a:gd name="connsiteX3113" fmla="*/ 1003093 w 5876984"/>
              <a:gd name="connsiteY3113" fmla="*/ 1277995 h 4550534"/>
              <a:gd name="connsiteX3114" fmla="*/ 949936 w 5876984"/>
              <a:gd name="connsiteY3114" fmla="*/ 1313665 h 4550534"/>
              <a:gd name="connsiteX3115" fmla="*/ 960703 w 5876984"/>
              <a:gd name="connsiteY3115" fmla="*/ 1326495 h 4550534"/>
              <a:gd name="connsiteX3116" fmla="*/ 1041447 w 5876984"/>
              <a:gd name="connsiteY3116" fmla="*/ 1269784 h 4550534"/>
              <a:gd name="connsiteX3117" fmla="*/ 1020252 w 5876984"/>
              <a:gd name="connsiteY3117" fmla="*/ 1269170 h 4550534"/>
              <a:gd name="connsiteX3118" fmla="*/ 5075698 w 5876984"/>
              <a:gd name="connsiteY3118" fmla="*/ 1268010 h 4550534"/>
              <a:gd name="connsiteX3119" fmla="*/ 5060896 w 5876984"/>
              <a:gd name="connsiteY3119" fmla="*/ 1290853 h 4550534"/>
              <a:gd name="connsiteX3120" fmla="*/ 5075698 w 5876984"/>
              <a:gd name="connsiteY3120" fmla="*/ 1287517 h 4550534"/>
              <a:gd name="connsiteX3121" fmla="*/ 5075698 w 5876984"/>
              <a:gd name="connsiteY3121" fmla="*/ 1268010 h 4550534"/>
              <a:gd name="connsiteX3122" fmla="*/ 4563359 w 5876984"/>
              <a:gd name="connsiteY3122" fmla="*/ 1256716 h 4550534"/>
              <a:gd name="connsiteX3123" fmla="*/ 4563359 w 5876984"/>
              <a:gd name="connsiteY3123" fmla="*/ 1269550 h 4550534"/>
              <a:gd name="connsiteX3124" fmla="*/ 4563359 w 5876984"/>
              <a:gd name="connsiteY3124" fmla="*/ 1256716 h 4550534"/>
              <a:gd name="connsiteX3125" fmla="*/ 5662517 w 5876984"/>
              <a:gd name="connsiteY3125" fmla="*/ 1252854 h 4550534"/>
              <a:gd name="connsiteX3126" fmla="*/ 5672998 w 5876984"/>
              <a:gd name="connsiteY3126" fmla="*/ 1252854 h 4550534"/>
              <a:gd name="connsiteX3127" fmla="*/ 5676928 w 5876984"/>
              <a:gd name="connsiteY3127" fmla="*/ 1264275 h 4550534"/>
              <a:gd name="connsiteX3128" fmla="*/ 5664810 w 5876984"/>
              <a:gd name="connsiteY3128" fmla="*/ 1280889 h 4550534"/>
              <a:gd name="connsiteX3129" fmla="*/ 5662517 w 5876984"/>
              <a:gd name="connsiteY3129" fmla="*/ 1252854 h 4550534"/>
              <a:gd name="connsiteX3130" fmla="*/ 4320883 w 5876984"/>
              <a:gd name="connsiteY3130" fmla="*/ 1252854 h 4550534"/>
              <a:gd name="connsiteX3131" fmla="*/ 4310334 w 5876984"/>
              <a:gd name="connsiteY3131" fmla="*/ 1270707 h 4550534"/>
              <a:gd name="connsiteX3132" fmla="*/ 4320883 w 5876984"/>
              <a:gd name="connsiteY3132" fmla="*/ 1252854 h 4550534"/>
              <a:gd name="connsiteX3133" fmla="*/ 5620484 w 5876984"/>
              <a:gd name="connsiteY3133" fmla="*/ 1248327 h 4550534"/>
              <a:gd name="connsiteX3134" fmla="*/ 5622570 w 5876984"/>
              <a:gd name="connsiteY3134" fmla="*/ 1267317 h 4550534"/>
              <a:gd name="connsiteX3135" fmla="*/ 5620484 w 5876984"/>
              <a:gd name="connsiteY3135" fmla="*/ 1248327 h 4550534"/>
              <a:gd name="connsiteX3136" fmla="*/ 5201176 w 5876984"/>
              <a:gd name="connsiteY3136" fmla="*/ 1246963 h 4550534"/>
              <a:gd name="connsiteX3137" fmla="*/ 5194784 w 5876984"/>
              <a:gd name="connsiteY3137" fmla="*/ 1269550 h 4550534"/>
              <a:gd name="connsiteX3138" fmla="*/ 5201176 w 5876984"/>
              <a:gd name="connsiteY3138" fmla="*/ 1246963 h 4550534"/>
              <a:gd name="connsiteX3139" fmla="*/ 4508948 w 5876984"/>
              <a:gd name="connsiteY3139" fmla="*/ 1244932 h 4550534"/>
              <a:gd name="connsiteX3140" fmla="*/ 4513235 w 5876984"/>
              <a:gd name="connsiteY3140" fmla="*/ 1259418 h 4550534"/>
              <a:gd name="connsiteX3141" fmla="*/ 4488180 w 5876984"/>
              <a:gd name="connsiteY3141" fmla="*/ 1257866 h 4550534"/>
              <a:gd name="connsiteX3142" fmla="*/ 4508948 w 5876984"/>
              <a:gd name="connsiteY3142" fmla="*/ 1244932 h 4550534"/>
              <a:gd name="connsiteX3143" fmla="*/ 5773251 w 5876984"/>
              <a:gd name="connsiteY3143" fmla="*/ 1243077 h 4550534"/>
              <a:gd name="connsiteX3144" fmla="*/ 5802451 w 5876984"/>
              <a:gd name="connsiteY3144" fmla="*/ 1243077 h 4550534"/>
              <a:gd name="connsiteX3145" fmla="*/ 5804774 w 5876984"/>
              <a:gd name="connsiteY3145" fmla="*/ 1259256 h 4550534"/>
              <a:gd name="connsiteX3146" fmla="*/ 5781547 w 5876984"/>
              <a:gd name="connsiteY3146" fmla="*/ 1246415 h 4550534"/>
              <a:gd name="connsiteX3147" fmla="*/ 5790174 w 5876984"/>
              <a:gd name="connsiteY3147" fmla="*/ 1301632 h 4550534"/>
              <a:gd name="connsiteX3148" fmla="*/ 5785860 w 5876984"/>
              <a:gd name="connsiteY3148" fmla="*/ 1308054 h 4550534"/>
              <a:gd name="connsiteX3149" fmla="*/ 5766946 w 5876984"/>
              <a:gd name="connsiteY3149" fmla="*/ 1304714 h 4550534"/>
              <a:gd name="connsiteX3150" fmla="*/ 5773251 w 5876984"/>
              <a:gd name="connsiteY3150" fmla="*/ 1243077 h 4550534"/>
              <a:gd name="connsiteX3151" fmla="*/ 1164918 w 5876984"/>
              <a:gd name="connsiteY3151" fmla="*/ 1240786 h 4550534"/>
              <a:gd name="connsiteX3152" fmla="*/ 1128583 w 5876984"/>
              <a:gd name="connsiteY3152" fmla="*/ 1252077 h 4550534"/>
              <a:gd name="connsiteX3153" fmla="*/ 1164918 w 5876984"/>
              <a:gd name="connsiteY3153" fmla="*/ 1240786 h 4550534"/>
              <a:gd name="connsiteX3154" fmla="*/ 5738543 w 5876984"/>
              <a:gd name="connsiteY3154" fmla="*/ 1240405 h 4550534"/>
              <a:gd name="connsiteX3155" fmla="*/ 5753048 w 5876984"/>
              <a:gd name="connsiteY3155" fmla="*/ 1281187 h 4550534"/>
              <a:gd name="connsiteX3156" fmla="*/ 5751069 w 5876984"/>
              <a:gd name="connsiteY3156" fmla="*/ 1298998 h 4550534"/>
              <a:gd name="connsiteX3157" fmla="*/ 5726016 w 5876984"/>
              <a:gd name="connsiteY3157" fmla="*/ 1256666 h 4550534"/>
              <a:gd name="connsiteX3158" fmla="*/ 5738543 w 5876984"/>
              <a:gd name="connsiteY3158" fmla="*/ 1240405 h 4550534"/>
              <a:gd name="connsiteX3159" fmla="*/ 5507146 w 5876984"/>
              <a:gd name="connsiteY3159" fmla="*/ 1236554 h 4550534"/>
              <a:gd name="connsiteX3160" fmla="*/ 5506657 w 5876984"/>
              <a:gd name="connsiteY3160" fmla="*/ 1242183 h 4550534"/>
              <a:gd name="connsiteX3161" fmla="*/ 5513692 w 5876984"/>
              <a:gd name="connsiteY3161" fmla="*/ 1240546 h 4550534"/>
              <a:gd name="connsiteX3162" fmla="*/ 5508630 w 5876984"/>
              <a:gd name="connsiteY3162" fmla="*/ 1239251 h 4550534"/>
              <a:gd name="connsiteX3163" fmla="*/ 1077445 w 5876984"/>
              <a:gd name="connsiteY3163" fmla="*/ 1235911 h 4550534"/>
              <a:gd name="connsiteX3164" fmla="*/ 1037409 w 5876984"/>
              <a:gd name="connsiteY3164" fmla="*/ 1268244 h 4550534"/>
              <a:gd name="connsiteX3165" fmla="*/ 1083837 w 5876984"/>
              <a:gd name="connsiteY3165" fmla="*/ 1242326 h 4550534"/>
              <a:gd name="connsiteX3166" fmla="*/ 1077445 w 5876984"/>
              <a:gd name="connsiteY3166" fmla="*/ 1235911 h 4550534"/>
              <a:gd name="connsiteX3167" fmla="*/ 5359470 w 5876984"/>
              <a:gd name="connsiteY3167" fmla="*/ 1235878 h 4550534"/>
              <a:gd name="connsiteX3168" fmla="*/ 5363643 w 5876984"/>
              <a:gd name="connsiteY3168" fmla="*/ 1247277 h 4550534"/>
              <a:gd name="connsiteX3169" fmla="*/ 5346260 w 5876984"/>
              <a:gd name="connsiteY3169" fmla="*/ 1248831 h 4550534"/>
              <a:gd name="connsiteX3170" fmla="*/ 5359470 w 5876984"/>
              <a:gd name="connsiteY3170" fmla="*/ 1235878 h 4550534"/>
              <a:gd name="connsiteX3171" fmla="*/ 4285132 w 5876984"/>
              <a:gd name="connsiteY3171" fmla="*/ 1235878 h 4550534"/>
              <a:gd name="connsiteX3172" fmla="*/ 4253646 w 5876984"/>
              <a:gd name="connsiteY3172" fmla="*/ 1268077 h 4550534"/>
              <a:gd name="connsiteX3173" fmla="*/ 4310590 w 5876984"/>
              <a:gd name="connsiteY3173" fmla="*/ 1235878 h 4550534"/>
              <a:gd name="connsiteX3174" fmla="*/ 4308580 w 5876984"/>
              <a:gd name="connsiteY3174" fmla="*/ 1243800 h 4550534"/>
              <a:gd name="connsiteX3175" fmla="*/ 4312935 w 5876984"/>
              <a:gd name="connsiteY3175" fmla="*/ 1255045 h 4550534"/>
              <a:gd name="connsiteX3176" fmla="*/ 4230198 w 5876984"/>
              <a:gd name="connsiteY3176" fmla="*/ 1306922 h 4550534"/>
              <a:gd name="connsiteX3177" fmla="*/ 4221824 w 5876984"/>
              <a:gd name="connsiteY3177" fmla="*/ 1289034 h 4550534"/>
              <a:gd name="connsiteX3178" fmla="*/ 4285132 w 5876984"/>
              <a:gd name="connsiteY3178" fmla="*/ 1235878 h 4550534"/>
              <a:gd name="connsiteX3179" fmla="*/ 4517364 w 5876984"/>
              <a:gd name="connsiteY3179" fmla="*/ 1230617 h 4550534"/>
              <a:gd name="connsiteX3180" fmla="*/ 4523044 w 5876984"/>
              <a:gd name="connsiteY3180" fmla="*/ 1231669 h 4550534"/>
              <a:gd name="connsiteX3181" fmla="*/ 4525078 w 5876984"/>
              <a:gd name="connsiteY3181" fmla="*/ 1236515 h 4550534"/>
              <a:gd name="connsiteX3182" fmla="*/ 4516600 w 5876984"/>
              <a:gd name="connsiteY3182" fmla="*/ 1244677 h 4550534"/>
              <a:gd name="connsiteX3183" fmla="*/ 4510158 w 5876984"/>
              <a:gd name="connsiteY3183" fmla="*/ 1233199 h 4550534"/>
              <a:gd name="connsiteX3184" fmla="*/ 4517364 w 5876984"/>
              <a:gd name="connsiteY3184" fmla="*/ 1230617 h 4550534"/>
              <a:gd name="connsiteX3185" fmla="*/ 5711437 w 5876984"/>
              <a:gd name="connsiteY3185" fmla="*/ 1230219 h 4550534"/>
              <a:gd name="connsiteX3186" fmla="*/ 5711437 w 5876984"/>
              <a:gd name="connsiteY3186" fmla="*/ 1255994 h 4550534"/>
              <a:gd name="connsiteX3187" fmla="*/ 5711437 w 5876984"/>
              <a:gd name="connsiteY3187" fmla="*/ 1230219 h 4550534"/>
              <a:gd name="connsiteX3188" fmla="*/ 4408278 w 5876984"/>
              <a:gd name="connsiteY3188" fmla="*/ 1225916 h 4550534"/>
              <a:gd name="connsiteX3189" fmla="*/ 4403906 w 5876984"/>
              <a:gd name="connsiteY3189" fmla="*/ 1238749 h 4550534"/>
              <a:gd name="connsiteX3190" fmla="*/ 4408278 w 5876984"/>
              <a:gd name="connsiteY3190" fmla="*/ 1225916 h 4550534"/>
              <a:gd name="connsiteX3191" fmla="*/ 4897176 w 5876984"/>
              <a:gd name="connsiteY3191" fmla="*/ 1222297 h 4550534"/>
              <a:gd name="connsiteX3192" fmla="*/ 4899609 w 5876984"/>
              <a:gd name="connsiteY3192" fmla="*/ 1243540 h 4550534"/>
              <a:gd name="connsiteX3193" fmla="*/ 4897176 w 5876984"/>
              <a:gd name="connsiteY3193" fmla="*/ 1222297 h 4550534"/>
              <a:gd name="connsiteX3194" fmla="*/ 5507497 w 5876984"/>
              <a:gd name="connsiteY3194" fmla="*/ 1221722 h 4550534"/>
              <a:gd name="connsiteX3195" fmla="*/ 5508209 w 5876984"/>
              <a:gd name="connsiteY3195" fmla="*/ 1224306 h 4550534"/>
              <a:gd name="connsiteX3196" fmla="*/ 5507406 w 5876984"/>
              <a:gd name="connsiteY3196" fmla="*/ 1233557 h 4550534"/>
              <a:gd name="connsiteX3197" fmla="*/ 5507967 w 5876984"/>
              <a:gd name="connsiteY3197" fmla="*/ 1232425 h 4550534"/>
              <a:gd name="connsiteX3198" fmla="*/ 5513692 w 5876984"/>
              <a:gd name="connsiteY3198" fmla="*/ 1233873 h 4550534"/>
              <a:gd name="connsiteX3199" fmla="*/ 5511463 w 5876984"/>
              <a:gd name="connsiteY3199" fmla="*/ 1225210 h 4550534"/>
              <a:gd name="connsiteX3200" fmla="*/ 5224387 w 5876984"/>
              <a:gd name="connsiteY3200" fmla="*/ 1217703 h 4550534"/>
              <a:gd name="connsiteX3201" fmla="*/ 5211940 w 5876984"/>
              <a:gd name="connsiteY3201" fmla="*/ 1230793 h 4550534"/>
              <a:gd name="connsiteX3202" fmla="*/ 5230778 w 5876984"/>
              <a:gd name="connsiteY3202" fmla="*/ 1227456 h 4550534"/>
              <a:gd name="connsiteX3203" fmla="*/ 5224387 w 5876984"/>
              <a:gd name="connsiteY3203" fmla="*/ 1217703 h 4550534"/>
              <a:gd name="connsiteX3204" fmla="*/ 4584552 w 5876984"/>
              <a:gd name="connsiteY3204" fmla="*/ 1216163 h 4550534"/>
              <a:gd name="connsiteX3205" fmla="*/ 4574124 w 5876984"/>
              <a:gd name="connsiteY3205" fmla="*/ 1228996 h 4550534"/>
              <a:gd name="connsiteX3206" fmla="*/ 4584552 w 5876984"/>
              <a:gd name="connsiteY3206" fmla="*/ 1216163 h 4550534"/>
              <a:gd name="connsiteX3207" fmla="*/ 5403142 w 5876984"/>
              <a:gd name="connsiteY3207" fmla="*/ 1212056 h 4550534"/>
              <a:gd name="connsiteX3208" fmla="*/ 5392588 w 5876984"/>
              <a:gd name="connsiteY3208" fmla="*/ 1217703 h 4550534"/>
              <a:gd name="connsiteX3209" fmla="*/ 5407390 w 5876984"/>
              <a:gd name="connsiteY3209" fmla="*/ 1221039 h 4550534"/>
              <a:gd name="connsiteX3210" fmla="*/ 5403142 w 5876984"/>
              <a:gd name="connsiteY3210" fmla="*/ 1212056 h 4550534"/>
              <a:gd name="connsiteX3211" fmla="*/ 1069034 w 5876984"/>
              <a:gd name="connsiteY3211" fmla="*/ 1211532 h 4550534"/>
              <a:gd name="connsiteX3212" fmla="*/ 1052212 w 5876984"/>
              <a:gd name="connsiteY3212" fmla="*/ 1229239 h 4550534"/>
              <a:gd name="connsiteX3213" fmla="*/ 1073407 w 5876984"/>
              <a:gd name="connsiteY3213" fmla="*/ 1221284 h 4550534"/>
              <a:gd name="connsiteX3214" fmla="*/ 1069034 w 5876984"/>
              <a:gd name="connsiteY3214" fmla="*/ 1211532 h 4550534"/>
              <a:gd name="connsiteX3215" fmla="*/ 4212066 w 5876984"/>
              <a:gd name="connsiteY3215" fmla="*/ 1207584 h 4550534"/>
              <a:gd name="connsiteX3216" fmla="*/ 4195086 w 5876984"/>
              <a:gd name="connsiteY3216" fmla="*/ 1224299 h 4550534"/>
              <a:gd name="connsiteX3217" fmla="*/ 4212066 w 5876984"/>
              <a:gd name="connsiteY3217" fmla="*/ 1207584 h 4550534"/>
              <a:gd name="connsiteX3218" fmla="*/ 5707352 w 5876984"/>
              <a:gd name="connsiteY3218" fmla="*/ 1206452 h 4550534"/>
              <a:gd name="connsiteX3219" fmla="*/ 5705358 w 5876984"/>
              <a:gd name="connsiteY3219" fmla="*/ 1231091 h 4550534"/>
              <a:gd name="connsiteX3220" fmla="*/ 5707352 w 5876984"/>
              <a:gd name="connsiteY3220" fmla="*/ 1206452 h 4550534"/>
              <a:gd name="connsiteX3221" fmla="*/ 5357134 w 5876984"/>
              <a:gd name="connsiteY3221" fmla="*/ 1205423 h 4550534"/>
              <a:gd name="connsiteX3222" fmla="*/ 5343474 w 5876984"/>
              <a:gd name="connsiteY3222" fmla="*/ 1212826 h 4550534"/>
              <a:gd name="connsiteX3223" fmla="*/ 5358612 w 5876984"/>
              <a:gd name="connsiteY3223" fmla="*/ 1212826 h 4550534"/>
              <a:gd name="connsiteX3224" fmla="*/ 5335063 w 5876984"/>
              <a:gd name="connsiteY3224" fmla="*/ 1230793 h 4550534"/>
              <a:gd name="connsiteX3225" fmla="*/ 5328714 w 5876984"/>
              <a:gd name="connsiteY3225" fmla="*/ 1243177 h 4550534"/>
              <a:gd name="connsiteX3226" fmla="*/ 5326900 w 5876984"/>
              <a:gd name="connsiteY3226" fmla="*/ 1246676 h 4550534"/>
              <a:gd name="connsiteX3227" fmla="*/ 5328412 w 5876984"/>
              <a:gd name="connsiteY3227" fmla="*/ 1248660 h 4550534"/>
              <a:gd name="connsiteX3228" fmla="*/ 5342766 w 5876984"/>
              <a:gd name="connsiteY3228" fmla="*/ 1255648 h 4550534"/>
              <a:gd name="connsiteX3229" fmla="*/ 5352220 w 5876984"/>
              <a:gd name="connsiteY3229" fmla="*/ 1251839 h 4550534"/>
              <a:gd name="connsiteX3230" fmla="*/ 5352058 w 5876984"/>
              <a:gd name="connsiteY3230" fmla="*/ 1255894 h 4550534"/>
              <a:gd name="connsiteX3231" fmla="*/ 5348890 w 5876984"/>
              <a:gd name="connsiteY3231" fmla="*/ 1258630 h 4550534"/>
              <a:gd name="connsiteX3232" fmla="*/ 5354698 w 5876984"/>
              <a:gd name="connsiteY3232" fmla="*/ 1261457 h 4550534"/>
              <a:gd name="connsiteX3233" fmla="*/ 5354996 w 5876984"/>
              <a:gd name="connsiteY3233" fmla="*/ 1261240 h 4550534"/>
              <a:gd name="connsiteX3234" fmla="*/ 5357120 w 5876984"/>
              <a:gd name="connsiteY3234" fmla="*/ 1260587 h 4550534"/>
              <a:gd name="connsiteX3235" fmla="*/ 5360146 w 5876984"/>
              <a:gd name="connsiteY3235" fmla="*/ 1264109 h 4550534"/>
              <a:gd name="connsiteX3236" fmla="*/ 5360784 w 5876984"/>
              <a:gd name="connsiteY3236" fmla="*/ 1264420 h 4550534"/>
              <a:gd name="connsiteX3237" fmla="*/ 5373414 w 5876984"/>
              <a:gd name="connsiteY3237" fmla="*/ 1243626 h 4550534"/>
              <a:gd name="connsiteX3238" fmla="*/ 5377450 w 5876984"/>
              <a:gd name="connsiteY3238" fmla="*/ 1251839 h 4550534"/>
              <a:gd name="connsiteX3239" fmla="*/ 5392588 w 5876984"/>
              <a:gd name="connsiteY3239" fmla="*/ 1238749 h 4550534"/>
              <a:gd name="connsiteX3240" fmla="*/ 5383842 w 5876984"/>
              <a:gd name="connsiteY3240" fmla="*/ 1225916 h 4550534"/>
              <a:gd name="connsiteX3241" fmla="*/ 5369040 w 5876984"/>
              <a:gd name="connsiteY3241" fmla="*/ 1230793 h 4550534"/>
              <a:gd name="connsiteX3242" fmla="*/ 5375432 w 5876984"/>
              <a:gd name="connsiteY3242" fmla="*/ 1219499 h 4550534"/>
              <a:gd name="connsiteX3243" fmla="*/ 5388215 w 5876984"/>
              <a:gd name="connsiteY3243" fmla="*/ 1219499 h 4550534"/>
              <a:gd name="connsiteX3244" fmla="*/ 5357134 w 5876984"/>
              <a:gd name="connsiteY3244" fmla="*/ 1205423 h 4550534"/>
              <a:gd name="connsiteX3245" fmla="*/ 4902998 w 5876984"/>
              <a:gd name="connsiteY3245" fmla="*/ 1203169 h 4550534"/>
              <a:gd name="connsiteX3246" fmla="*/ 4886641 w 5876984"/>
              <a:gd name="connsiteY3246" fmla="*/ 1204869 h 4550534"/>
              <a:gd name="connsiteX3247" fmla="*/ 4873858 w 5876984"/>
              <a:gd name="connsiteY3247" fmla="*/ 1211286 h 4550534"/>
              <a:gd name="connsiteX3248" fmla="*/ 4865448 w 5876984"/>
              <a:gd name="connsiteY3248" fmla="*/ 1246963 h 4550534"/>
              <a:gd name="connsiteX3249" fmla="*/ 4852664 w 5876984"/>
              <a:gd name="connsiteY3249" fmla="*/ 1250299 h 4550534"/>
              <a:gd name="connsiteX3250" fmla="*/ 4852664 w 5876984"/>
              <a:gd name="connsiteY3250" fmla="*/ 1261593 h 4550534"/>
              <a:gd name="connsiteX3251" fmla="*/ 4861074 w 5876984"/>
              <a:gd name="connsiteY3251" fmla="*/ 1279303 h 4550534"/>
              <a:gd name="connsiteX3252" fmla="*/ 4861074 w 5876984"/>
              <a:gd name="connsiteY3252" fmla="*/ 1253379 h 4550534"/>
              <a:gd name="connsiteX3253" fmla="*/ 4880250 w 5876984"/>
              <a:gd name="connsiteY3253" fmla="*/ 1238749 h 4550534"/>
              <a:gd name="connsiteX3254" fmla="*/ 4882268 w 5876984"/>
              <a:gd name="connsiteY3254" fmla="*/ 1243626 h 4550534"/>
              <a:gd name="connsiteX3255" fmla="*/ 4884286 w 5876984"/>
              <a:gd name="connsiteY3255" fmla="*/ 1272886 h 4550534"/>
              <a:gd name="connsiteX3256" fmla="*/ 4888660 w 5876984"/>
              <a:gd name="connsiteY3256" fmla="*/ 1251839 h 4550534"/>
              <a:gd name="connsiteX3257" fmla="*/ 4905816 w 5876984"/>
              <a:gd name="connsiteY3257" fmla="*/ 1246963 h 4550534"/>
              <a:gd name="connsiteX3258" fmla="*/ 4895051 w 5876984"/>
              <a:gd name="connsiteY3258" fmla="*/ 1209746 h 4550534"/>
              <a:gd name="connsiteX3259" fmla="*/ 4903461 w 5876984"/>
              <a:gd name="connsiteY3259" fmla="*/ 1211286 h 4550534"/>
              <a:gd name="connsiteX3260" fmla="*/ 4902998 w 5876984"/>
              <a:gd name="connsiteY3260" fmla="*/ 1203169 h 4550534"/>
              <a:gd name="connsiteX3261" fmla="*/ 4537666 w 5876984"/>
              <a:gd name="connsiteY3261" fmla="*/ 1201925 h 4550534"/>
              <a:gd name="connsiteX3262" fmla="*/ 4524895 w 5876984"/>
              <a:gd name="connsiteY3262" fmla="*/ 1228836 h 4550534"/>
              <a:gd name="connsiteX3263" fmla="*/ 4531280 w 5876984"/>
              <a:gd name="connsiteY3263" fmla="*/ 1203434 h 4550534"/>
              <a:gd name="connsiteX3264" fmla="*/ 4537666 w 5876984"/>
              <a:gd name="connsiteY3264" fmla="*/ 1201925 h 4550534"/>
              <a:gd name="connsiteX3265" fmla="*/ 5050234 w 5876984"/>
              <a:gd name="connsiteY3265" fmla="*/ 1199662 h 4550534"/>
              <a:gd name="connsiteX3266" fmla="*/ 5054520 w 5876984"/>
              <a:gd name="connsiteY3266" fmla="*/ 1216372 h 4550534"/>
              <a:gd name="connsiteX3267" fmla="*/ 5050234 w 5876984"/>
              <a:gd name="connsiteY3267" fmla="*/ 1199662 h 4550534"/>
              <a:gd name="connsiteX3268" fmla="*/ 4550882 w 5876984"/>
              <a:gd name="connsiteY3268" fmla="*/ 1184948 h 4550534"/>
              <a:gd name="connsiteX3269" fmla="*/ 4564145 w 5876984"/>
              <a:gd name="connsiteY3269" fmla="*/ 1188144 h 4550534"/>
              <a:gd name="connsiteX3270" fmla="*/ 4548788 w 5876984"/>
              <a:gd name="connsiteY3270" fmla="*/ 1195068 h 4550534"/>
              <a:gd name="connsiteX3271" fmla="*/ 4550882 w 5876984"/>
              <a:gd name="connsiteY3271" fmla="*/ 1184948 h 4550534"/>
              <a:gd name="connsiteX3272" fmla="*/ 4426187 w 5876984"/>
              <a:gd name="connsiteY3272" fmla="*/ 1179290 h 4550534"/>
              <a:gd name="connsiteX3273" fmla="*/ 4410830 w 5876984"/>
              <a:gd name="connsiteY3273" fmla="*/ 1201671 h 4550534"/>
              <a:gd name="connsiteX3274" fmla="*/ 4426187 w 5876984"/>
              <a:gd name="connsiteY3274" fmla="*/ 1179290 h 4550534"/>
              <a:gd name="connsiteX3275" fmla="*/ 5288304 w 5876984"/>
              <a:gd name="connsiteY3275" fmla="*/ 1178946 h 4550534"/>
              <a:gd name="connsiteX3276" fmla="*/ 5281912 w 5876984"/>
              <a:gd name="connsiteY3276" fmla="*/ 1211286 h 4550534"/>
              <a:gd name="connsiteX3277" fmla="*/ 5299068 w 5876984"/>
              <a:gd name="connsiteY3277" fmla="*/ 1180486 h 4550534"/>
              <a:gd name="connsiteX3278" fmla="*/ 5288304 w 5876984"/>
              <a:gd name="connsiteY3278" fmla="*/ 1178946 h 4550534"/>
              <a:gd name="connsiteX3279" fmla="*/ 5128850 w 5876984"/>
              <a:gd name="connsiteY3279" fmla="*/ 1175609 h 4550534"/>
              <a:gd name="connsiteX3280" fmla="*/ 5116066 w 5876984"/>
              <a:gd name="connsiteY3280" fmla="*/ 1199992 h 4550534"/>
              <a:gd name="connsiteX3281" fmla="*/ 5128850 w 5876984"/>
              <a:gd name="connsiteY3281" fmla="*/ 1175609 h 4550534"/>
              <a:gd name="connsiteX3282" fmla="*/ 5805494 w 5876984"/>
              <a:gd name="connsiteY3282" fmla="*/ 1173631 h 4550534"/>
              <a:gd name="connsiteX3283" fmla="*/ 5824549 w 5876984"/>
              <a:gd name="connsiteY3283" fmla="*/ 1176740 h 4550534"/>
              <a:gd name="connsiteX3284" fmla="*/ 5813852 w 5876984"/>
              <a:gd name="connsiteY3284" fmla="*/ 1194875 h 4550534"/>
              <a:gd name="connsiteX3285" fmla="*/ 5805494 w 5876984"/>
              <a:gd name="connsiteY3285" fmla="*/ 1173631 h 4550534"/>
              <a:gd name="connsiteX3286" fmla="*/ 4571634 w 5876984"/>
              <a:gd name="connsiteY3286" fmla="*/ 1170612 h 4550534"/>
              <a:gd name="connsiteX3287" fmla="*/ 4556676 w 5876984"/>
              <a:gd name="connsiteY3287" fmla="*/ 1178660 h 4550534"/>
              <a:gd name="connsiteX3288" fmla="*/ 4571634 w 5876984"/>
              <a:gd name="connsiteY3288" fmla="*/ 1170612 h 4550534"/>
              <a:gd name="connsiteX3289" fmla="*/ 5332120 w 5876984"/>
              <a:gd name="connsiteY3289" fmla="*/ 1158653 h 4550534"/>
              <a:gd name="connsiteX3290" fmla="*/ 5322280 w 5876984"/>
              <a:gd name="connsiteY3290" fmla="*/ 1169192 h 4550534"/>
              <a:gd name="connsiteX3291" fmla="*/ 5331026 w 5876984"/>
              <a:gd name="connsiteY3291" fmla="*/ 1180486 h 4550534"/>
              <a:gd name="connsiteX3292" fmla="*/ 5352220 w 5876984"/>
              <a:gd name="connsiteY3292" fmla="*/ 1172273 h 4550534"/>
              <a:gd name="connsiteX3293" fmla="*/ 5331026 w 5876984"/>
              <a:gd name="connsiteY3293" fmla="*/ 1174069 h 4550534"/>
              <a:gd name="connsiteX3294" fmla="*/ 5337082 w 5876984"/>
              <a:gd name="connsiteY3294" fmla="*/ 1159439 h 4550534"/>
              <a:gd name="connsiteX3295" fmla="*/ 5332120 w 5876984"/>
              <a:gd name="connsiteY3295" fmla="*/ 1158653 h 4550534"/>
              <a:gd name="connsiteX3296" fmla="*/ 5106604 w 5876984"/>
              <a:gd name="connsiteY3296" fmla="*/ 1152128 h 4550534"/>
              <a:gd name="connsiteX3297" fmla="*/ 5073310 w 5876984"/>
              <a:gd name="connsiteY3297" fmla="*/ 1158525 h 4550534"/>
              <a:gd name="connsiteX3298" fmla="*/ 5106604 w 5876984"/>
              <a:gd name="connsiteY3298" fmla="*/ 1152128 h 4550534"/>
              <a:gd name="connsiteX3299" fmla="*/ 4646450 w 5876984"/>
              <a:gd name="connsiteY3299" fmla="*/ 1151226 h 4550534"/>
              <a:gd name="connsiteX3300" fmla="*/ 4629294 w 5876984"/>
              <a:gd name="connsiteY3300" fmla="*/ 1165856 h 4550534"/>
              <a:gd name="connsiteX3301" fmla="*/ 4646450 w 5876984"/>
              <a:gd name="connsiteY3301" fmla="*/ 1151226 h 4550534"/>
              <a:gd name="connsiteX3302" fmla="*/ 5781068 w 5876984"/>
              <a:gd name="connsiteY3302" fmla="*/ 1150996 h 4550534"/>
              <a:gd name="connsiteX3303" fmla="*/ 5793594 w 5876984"/>
              <a:gd name="connsiteY3303" fmla="*/ 1185401 h 4550534"/>
              <a:gd name="connsiteX3304" fmla="*/ 5764585 w 5876984"/>
              <a:gd name="connsiteY3304" fmla="*/ 1164188 h 4550534"/>
              <a:gd name="connsiteX3305" fmla="*/ 5774804 w 5876984"/>
              <a:gd name="connsiteY3305" fmla="*/ 1160825 h 4550534"/>
              <a:gd name="connsiteX3306" fmla="*/ 5781068 w 5876984"/>
              <a:gd name="connsiteY3306" fmla="*/ 1150996 h 4550534"/>
              <a:gd name="connsiteX3307" fmla="*/ 5183814 w 5876984"/>
              <a:gd name="connsiteY3307" fmla="*/ 1145623 h 4550534"/>
              <a:gd name="connsiteX3308" fmla="*/ 5175609 w 5876984"/>
              <a:gd name="connsiteY3308" fmla="*/ 1147889 h 4550534"/>
              <a:gd name="connsiteX3309" fmla="*/ 5188392 w 5876984"/>
              <a:gd name="connsiteY3309" fmla="*/ 1157642 h 4550534"/>
              <a:gd name="connsiteX3310" fmla="*/ 5177964 w 5876984"/>
              <a:gd name="connsiteY3310" fmla="*/ 1156102 h 4550534"/>
              <a:gd name="connsiteX3311" fmla="*/ 5182000 w 5876984"/>
              <a:gd name="connsiteY3311" fmla="*/ 1170732 h 4550534"/>
              <a:gd name="connsiteX3312" fmla="*/ 5192766 w 5876984"/>
              <a:gd name="connsiteY3312" fmla="*/ 1174069 h 4550534"/>
              <a:gd name="connsiteX3313" fmla="*/ 5194364 w 5876984"/>
              <a:gd name="connsiteY3313" fmla="*/ 1173235 h 4550534"/>
              <a:gd name="connsiteX3314" fmla="*/ 5197446 w 5876984"/>
              <a:gd name="connsiteY3314" fmla="*/ 1171626 h 4550534"/>
              <a:gd name="connsiteX3315" fmla="*/ 5194842 w 5876984"/>
              <a:gd name="connsiteY3315" fmla="*/ 1166158 h 4550534"/>
              <a:gd name="connsiteX3316" fmla="*/ 5194600 w 5876984"/>
              <a:gd name="connsiteY3316" fmla="*/ 1165430 h 4550534"/>
              <a:gd name="connsiteX3317" fmla="*/ 5188392 w 5876984"/>
              <a:gd name="connsiteY3317" fmla="*/ 1164316 h 4550534"/>
              <a:gd name="connsiteX3318" fmla="*/ 5191504 w 5876984"/>
              <a:gd name="connsiteY3318" fmla="*/ 1160979 h 4550534"/>
              <a:gd name="connsiteX3319" fmla="*/ 5192960 w 5876984"/>
              <a:gd name="connsiteY3319" fmla="*/ 1160477 h 4550534"/>
              <a:gd name="connsiteX3320" fmla="*/ 5188844 w 5876984"/>
              <a:gd name="connsiteY3320" fmla="*/ 1148053 h 4550534"/>
              <a:gd name="connsiteX3321" fmla="*/ 5299068 w 5876984"/>
              <a:gd name="connsiteY3321" fmla="*/ 1144809 h 4550534"/>
              <a:gd name="connsiteX3322" fmla="*/ 5292676 w 5876984"/>
              <a:gd name="connsiteY3322" fmla="*/ 1159439 h 4550534"/>
              <a:gd name="connsiteX3323" fmla="*/ 5309496 w 5876984"/>
              <a:gd name="connsiteY3323" fmla="*/ 1157642 h 4550534"/>
              <a:gd name="connsiteX3324" fmla="*/ 5299068 w 5876984"/>
              <a:gd name="connsiteY3324" fmla="*/ 1144809 h 4550534"/>
              <a:gd name="connsiteX3325" fmla="*/ 5535224 w 5876984"/>
              <a:gd name="connsiteY3325" fmla="*/ 1144205 h 4550534"/>
              <a:gd name="connsiteX3326" fmla="*/ 5535224 w 5876984"/>
              <a:gd name="connsiteY3326" fmla="*/ 1171116 h 4550534"/>
              <a:gd name="connsiteX3327" fmla="*/ 5535224 w 5876984"/>
              <a:gd name="connsiteY3327" fmla="*/ 1144205 h 4550534"/>
              <a:gd name="connsiteX3328" fmla="*/ 5326653 w 5876984"/>
              <a:gd name="connsiteY3328" fmla="*/ 1139932 h 4550534"/>
              <a:gd name="connsiteX3329" fmla="*/ 5318243 w 5876984"/>
              <a:gd name="connsiteY3329" fmla="*/ 1152766 h 4550534"/>
              <a:gd name="connsiteX3330" fmla="*/ 5333044 w 5876984"/>
              <a:gd name="connsiteY3330" fmla="*/ 1149685 h 4550534"/>
              <a:gd name="connsiteX3331" fmla="*/ 5119156 w 5876984"/>
              <a:gd name="connsiteY3331" fmla="*/ 1138547 h 4550534"/>
              <a:gd name="connsiteX3332" fmla="*/ 5123328 w 5876984"/>
              <a:gd name="connsiteY3332" fmla="*/ 1148471 h 4550534"/>
              <a:gd name="connsiteX3333" fmla="*/ 5105944 w 5876984"/>
              <a:gd name="connsiteY3333" fmla="*/ 1145337 h 4550534"/>
              <a:gd name="connsiteX3334" fmla="*/ 5119156 w 5876984"/>
              <a:gd name="connsiteY3334" fmla="*/ 1138547 h 4550534"/>
              <a:gd name="connsiteX3335" fmla="*/ 4937437 w 5876984"/>
              <a:gd name="connsiteY3335" fmla="*/ 1136596 h 4550534"/>
              <a:gd name="connsiteX3336" fmla="*/ 4927008 w 5876984"/>
              <a:gd name="connsiteY3336" fmla="*/ 1152766 h 4550534"/>
              <a:gd name="connsiteX3337" fmla="*/ 4924990 w 5876984"/>
              <a:gd name="connsiteY3337" fmla="*/ 1144809 h 4550534"/>
              <a:gd name="connsiteX3338" fmla="*/ 4914226 w 5876984"/>
              <a:gd name="connsiteY3338" fmla="*/ 1174069 h 4550534"/>
              <a:gd name="connsiteX3339" fmla="*/ 4895051 w 5876984"/>
              <a:gd name="connsiteY3339" fmla="*/ 1182026 h 4550534"/>
              <a:gd name="connsiteX3340" fmla="*/ 4916244 w 5876984"/>
              <a:gd name="connsiteY3340" fmla="*/ 1216163 h 4550534"/>
              <a:gd name="connsiteX3341" fmla="*/ 4916244 w 5876984"/>
              <a:gd name="connsiteY3341" fmla="*/ 1195116 h 4550534"/>
              <a:gd name="connsiteX3342" fmla="*/ 4939792 w 5876984"/>
              <a:gd name="connsiteY3342" fmla="*/ 1167396 h 4550534"/>
              <a:gd name="connsiteX3343" fmla="*/ 4929027 w 5876984"/>
              <a:gd name="connsiteY3343" fmla="*/ 1149685 h 4550534"/>
              <a:gd name="connsiteX3344" fmla="*/ 4937437 w 5876984"/>
              <a:gd name="connsiteY3344" fmla="*/ 1136596 h 4550534"/>
              <a:gd name="connsiteX3345" fmla="*/ 4595314 w 5876984"/>
              <a:gd name="connsiteY3345" fmla="*/ 1131470 h 4550534"/>
              <a:gd name="connsiteX3346" fmla="*/ 4576362 w 5876984"/>
              <a:gd name="connsiteY3346" fmla="*/ 1144683 h 4550534"/>
              <a:gd name="connsiteX3347" fmla="*/ 4595314 w 5876984"/>
              <a:gd name="connsiteY3347" fmla="*/ 1131470 h 4550534"/>
              <a:gd name="connsiteX3348" fmla="*/ 4975786 w 5876984"/>
              <a:gd name="connsiteY3348" fmla="*/ 1130179 h 4550534"/>
              <a:gd name="connsiteX3349" fmla="*/ 4975786 w 5876984"/>
              <a:gd name="connsiteY3349" fmla="*/ 1139932 h 4550534"/>
              <a:gd name="connsiteX3350" fmla="*/ 4988570 w 5876984"/>
              <a:gd name="connsiteY3350" fmla="*/ 1135056 h 4550534"/>
              <a:gd name="connsiteX3351" fmla="*/ 4975786 w 5876984"/>
              <a:gd name="connsiteY3351" fmla="*/ 1130179 h 4550534"/>
              <a:gd name="connsiteX3352" fmla="*/ 4289896 w 5876984"/>
              <a:gd name="connsiteY3352" fmla="*/ 1128414 h 4550534"/>
              <a:gd name="connsiteX3353" fmla="*/ 4275392 w 5876984"/>
              <a:gd name="connsiteY3353" fmla="*/ 1141676 h 4550534"/>
              <a:gd name="connsiteX3354" fmla="*/ 4289896 w 5876984"/>
              <a:gd name="connsiteY3354" fmla="*/ 1128414 h 4550534"/>
              <a:gd name="connsiteX3355" fmla="*/ 4537193 w 5876984"/>
              <a:gd name="connsiteY3355" fmla="*/ 1128361 h 4550534"/>
              <a:gd name="connsiteX3356" fmla="*/ 4552292 w 5876984"/>
              <a:gd name="connsiteY3356" fmla="*/ 1136290 h 4550534"/>
              <a:gd name="connsiteX3357" fmla="*/ 4543568 w 5876984"/>
              <a:gd name="connsiteY3357" fmla="*/ 1165453 h 4550534"/>
              <a:gd name="connsiteX3358" fmla="*/ 4528804 w 5876984"/>
              <a:gd name="connsiteY3358" fmla="*/ 1159057 h 4550534"/>
              <a:gd name="connsiteX3359" fmla="*/ 4533166 w 5876984"/>
              <a:gd name="connsiteY3359" fmla="*/ 1137825 h 4550534"/>
              <a:gd name="connsiteX3360" fmla="*/ 4545917 w 5876984"/>
              <a:gd name="connsiteY3360" fmla="*/ 1134755 h 4550534"/>
              <a:gd name="connsiteX3361" fmla="*/ 4537193 w 5876984"/>
              <a:gd name="connsiteY3361" fmla="*/ 1128361 h 4550534"/>
              <a:gd name="connsiteX3362" fmla="*/ 5231530 w 5876984"/>
              <a:gd name="connsiteY3362" fmla="*/ 1126178 h 4550534"/>
              <a:gd name="connsiteX3363" fmla="*/ 5234503 w 5876984"/>
              <a:gd name="connsiteY3363" fmla="*/ 1134929 h 4550534"/>
              <a:gd name="connsiteX3364" fmla="*/ 5235734 w 5876984"/>
              <a:gd name="connsiteY3364" fmla="*/ 1129874 h 4550534"/>
              <a:gd name="connsiteX3365" fmla="*/ 4929027 w 5876984"/>
              <a:gd name="connsiteY3365" fmla="*/ 1123762 h 4550534"/>
              <a:gd name="connsiteX3366" fmla="*/ 4950220 w 5876984"/>
              <a:gd name="connsiteY3366" fmla="*/ 1139932 h 4550534"/>
              <a:gd name="connsiteX3367" fmla="*/ 4948202 w 5876984"/>
              <a:gd name="connsiteY3367" fmla="*/ 1130179 h 4550534"/>
              <a:gd name="connsiteX3368" fmla="*/ 4929027 w 5876984"/>
              <a:gd name="connsiteY3368" fmla="*/ 1123762 h 4550534"/>
              <a:gd name="connsiteX3369" fmla="*/ 4287491 w 5876984"/>
              <a:gd name="connsiteY3369" fmla="*/ 1114376 h 4550534"/>
              <a:gd name="connsiteX3370" fmla="*/ 4292706 w 5876984"/>
              <a:gd name="connsiteY3370" fmla="*/ 1116884 h 4550534"/>
              <a:gd name="connsiteX3371" fmla="*/ 4286579 w 5876984"/>
              <a:gd name="connsiteY3371" fmla="*/ 1120332 h 4550534"/>
              <a:gd name="connsiteX3372" fmla="*/ 4286579 w 5876984"/>
              <a:gd name="connsiteY3372" fmla="*/ 1126964 h 4550534"/>
              <a:gd name="connsiteX3373" fmla="*/ 4278194 w 5876984"/>
              <a:gd name="connsiteY3373" fmla="*/ 1118740 h 4550534"/>
              <a:gd name="connsiteX3374" fmla="*/ 4287491 w 5876984"/>
              <a:gd name="connsiteY3374" fmla="*/ 1114376 h 4550534"/>
              <a:gd name="connsiteX3375" fmla="*/ 1011840 w 5876984"/>
              <a:gd name="connsiteY3375" fmla="*/ 1112480 h 4550534"/>
              <a:gd name="connsiteX3376" fmla="*/ 990308 w 5876984"/>
              <a:gd name="connsiteY3376" fmla="*/ 1115816 h 4550534"/>
              <a:gd name="connsiteX3377" fmla="*/ 939507 w 5876984"/>
              <a:gd name="connsiteY3377" fmla="*/ 1143273 h 4550534"/>
              <a:gd name="connsiteX3378" fmla="*/ 941525 w 5876984"/>
              <a:gd name="connsiteY3378" fmla="*/ 1162776 h 4550534"/>
              <a:gd name="connsiteX3379" fmla="*/ 977861 w 5876984"/>
              <a:gd name="connsiteY3379" fmla="*/ 1140194 h 4550534"/>
              <a:gd name="connsiteX3380" fmla="*/ 1011840 w 5876984"/>
              <a:gd name="connsiteY3380" fmla="*/ 1112480 h 4550534"/>
              <a:gd name="connsiteX3381" fmla="*/ 4654860 w 5876984"/>
              <a:gd name="connsiteY3381" fmla="*/ 1112212 h 4550534"/>
              <a:gd name="connsiteX3382" fmla="*/ 4648469 w 5876984"/>
              <a:gd name="connsiteY3382" fmla="*/ 1125302 h 4550534"/>
              <a:gd name="connsiteX3383" fmla="*/ 4654860 w 5876984"/>
              <a:gd name="connsiteY3383" fmla="*/ 1112212 h 4550534"/>
              <a:gd name="connsiteX3384" fmla="*/ 4994961 w 5876984"/>
              <a:gd name="connsiteY3384" fmla="*/ 1109133 h 4550534"/>
              <a:gd name="connsiteX3385" fmla="*/ 5001353 w 5876984"/>
              <a:gd name="connsiteY3385" fmla="*/ 1120426 h 4550534"/>
              <a:gd name="connsiteX3386" fmla="*/ 4994961 w 5876984"/>
              <a:gd name="connsiteY3386" fmla="*/ 1109133 h 4550534"/>
              <a:gd name="connsiteX3387" fmla="*/ 4597253 w 5876984"/>
              <a:gd name="connsiteY3387" fmla="*/ 1109121 h 4550534"/>
              <a:gd name="connsiteX3388" fmla="*/ 4614591 w 5876984"/>
              <a:gd name="connsiteY3388" fmla="*/ 1115588 h 4550534"/>
              <a:gd name="connsiteX3389" fmla="*/ 4603713 w 5876984"/>
              <a:gd name="connsiteY3389" fmla="*/ 1122056 h 4550534"/>
              <a:gd name="connsiteX3390" fmla="*/ 4599633 w 5876984"/>
              <a:gd name="connsiteY3390" fmla="*/ 1114036 h 4550534"/>
              <a:gd name="connsiteX3391" fmla="*/ 4582296 w 5876984"/>
              <a:gd name="connsiteY3391" fmla="*/ 1118951 h 4550534"/>
              <a:gd name="connsiteX3392" fmla="*/ 4597253 w 5876984"/>
              <a:gd name="connsiteY3392" fmla="*/ 1109121 h 4550534"/>
              <a:gd name="connsiteX3393" fmla="*/ 4468596 w 5876984"/>
              <a:gd name="connsiteY3393" fmla="*/ 1109121 h 4550534"/>
              <a:gd name="connsiteX3394" fmla="*/ 4459870 w 5876984"/>
              <a:gd name="connsiteY3394" fmla="*/ 1122436 h 4550534"/>
              <a:gd name="connsiteX3395" fmla="*/ 4468596 w 5876984"/>
              <a:gd name="connsiteY3395" fmla="*/ 1109121 h 4550534"/>
              <a:gd name="connsiteX3396" fmla="*/ 4831134 w 5876984"/>
              <a:gd name="connsiteY3396" fmla="*/ 1107592 h 4550534"/>
              <a:gd name="connsiteX3397" fmla="*/ 4824742 w 5876984"/>
              <a:gd name="connsiteY3397" fmla="*/ 1121966 h 4550534"/>
              <a:gd name="connsiteX3398" fmla="*/ 4831134 w 5876984"/>
              <a:gd name="connsiteY3398" fmla="*/ 1107592 h 4550534"/>
              <a:gd name="connsiteX3399" fmla="*/ 5340409 w 5876984"/>
              <a:gd name="connsiteY3399" fmla="*/ 1106770 h 4550534"/>
              <a:gd name="connsiteX3400" fmla="*/ 5335063 w 5876984"/>
              <a:gd name="connsiteY3400" fmla="*/ 1121966 h 4550534"/>
              <a:gd name="connsiteX3401" fmla="*/ 5347847 w 5876984"/>
              <a:gd name="connsiteY3401" fmla="*/ 1109133 h 4550534"/>
              <a:gd name="connsiteX3402" fmla="*/ 5340409 w 5876984"/>
              <a:gd name="connsiteY3402" fmla="*/ 1106770 h 4550534"/>
              <a:gd name="connsiteX3403" fmla="*/ 5564949 w 5876984"/>
              <a:gd name="connsiteY3403" fmla="*/ 1103416 h 4550534"/>
              <a:gd name="connsiteX3404" fmla="*/ 5568440 w 5876984"/>
              <a:gd name="connsiteY3404" fmla="*/ 1104447 h 4550534"/>
              <a:gd name="connsiteX3405" fmla="*/ 5558134 w 5876984"/>
              <a:gd name="connsiteY3405" fmla="*/ 1120188 h 4550534"/>
              <a:gd name="connsiteX3406" fmla="*/ 5553810 w 5876984"/>
              <a:gd name="connsiteY3406" fmla="*/ 1109195 h 4550534"/>
              <a:gd name="connsiteX3407" fmla="*/ 5564450 w 5876984"/>
              <a:gd name="connsiteY3407" fmla="*/ 1105946 h 4550534"/>
              <a:gd name="connsiteX3408" fmla="*/ 5564949 w 5876984"/>
              <a:gd name="connsiteY3408" fmla="*/ 1103416 h 4550534"/>
              <a:gd name="connsiteX3409" fmla="*/ 5315888 w 5876984"/>
              <a:gd name="connsiteY3409" fmla="*/ 1102716 h 4550534"/>
              <a:gd name="connsiteX3410" fmla="*/ 5301086 w 5876984"/>
              <a:gd name="connsiteY3410" fmla="*/ 1120426 h 4550534"/>
              <a:gd name="connsiteX3411" fmla="*/ 5315888 w 5876984"/>
              <a:gd name="connsiteY3411" fmla="*/ 1102716 h 4550534"/>
              <a:gd name="connsiteX3412" fmla="*/ 4301240 w 5876984"/>
              <a:gd name="connsiteY3412" fmla="*/ 1094408 h 4550534"/>
              <a:gd name="connsiteX3413" fmla="*/ 4294864 w 5876984"/>
              <a:gd name="connsiteY3413" fmla="*/ 1113398 h 4550534"/>
              <a:gd name="connsiteX3414" fmla="*/ 4288490 w 5876984"/>
              <a:gd name="connsiteY3414" fmla="*/ 1102404 h 4550534"/>
              <a:gd name="connsiteX3415" fmla="*/ 4301240 w 5876984"/>
              <a:gd name="connsiteY3415" fmla="*/ 1094408 h 4550534"/>
              <a:gd name="connsiteX3416" fmla="*/ 1033036 w 5876984"/>
              <a:gd name="connsiteY3416" fmla="*/ 1093234 h 4550534"/>
              <a:gd name="connsiteX3417" fmla="*/ 1015878 w 5876984"/>
              <a:gd name="connsiteY3417" fmla="*/ 1110940 h 4550534"/>
              <a:gd name="connsiteX3418" fmla="*/ 1033036 w 5876984"/>
              <a:gd name="connsiteY3418" fmla="*/ 1093234 h 4550534"/>
              <a:gd name="connsiteX3419" fmla="*/ 5254326 w 5876984"/>
              <a:gd name="connsiteY3419" fmla="*/ 1086289 h 4550534"/>
              <a:gd name="connsiteX3420" fmla="*/ 5237170 w 5876984"/>
              <a:gd name="connsiteY3420" fmla="*/ 1102716 h 4550534"/>
              <a:gd name="connsiteX3421" fmla="*/ 5245916 w 5876984"/>
              <a:gd name="connsiteY3421" fmla="*/ 1112212 h 4550534"/>
              <a:gd name="connsiteX3422" fmla="*/ 5258700 w 5876984"/>
              <a:gd name="connsiteY3422" fmla="*/ 1112212 h 4550534"/>
              <a:gd name="connsiteX3423" fmla="*/ 5254326 w 5876984"/>
              <a:gd name="connsiteY3423" fmla="*/ 1086289 h 4550534"/>
              <a:gd name="connsiteX3424" fmla="*/ 4491274 w 5876984"/>
              <a:gd name="connsiteY3424" fmla="*/ 1086140 h 4550534"/>
              <a:gd name="connsiteX3425" fmla="*/ 4491246 w 5876984"/>
              <a:gd name="connsiteY3425" fmla="*/ 1086238 h 4550534"/>
              <a:gd name="connsiteX3426" fmla="*/ 4491164 w 5876984"/>
              <a:gd name="connsiteY3426" fmla="*/ 1086236 h 4550534"/>
              <a:gd name="connsiteX3427" fmla="*/ 1007467 w 5876984"/>
              <a:gd name="connsiteY3427" fmla="*/ 1085022 h 4550534"/>
              <a:gd name="connsiteX3428" fmla="*/ 992663 w 5876984"/>
              <a:gd name="connsiteY3428" fmla="*/ 1094774 h 4550534"/>
              <a:gd name="connsiteX3429" fmla="*/ 1007467 w 5876984"/>
              <a:gd name="connsiteY3429" fmla="*/ 1085022 h 4550534"/>
              <a:gd name="connsiteX3430" fmla="*/ 5137490 w 5876984"/>
              <a:gd name="connsiteY3430" fmla="*/ 1083090 h 4550534"/>
              <a:gd name="connsiteX3431" fmla="*/ 5144096 w 5876984"/>
              <a:gd name="connsiteY3431" fmla="*/ 1110001 h 4550534"/>
              <a:gd name="connsiteX3432" fmla="*/ 5126712 w 5876984"/>
              <a:gd name="connsiteY3432" fmla="*/ 1100443 h 4550534"/>
              <a:gd name="connsiteX3433" fmla="*/ 5137490 w 5876984"/>
              <a:gd name="connsiteY3433" fmla="*/ 1083090 h 4550534"/>
              <a:gd name="connsiteX3434" fmla="*/ 5335063 w 5876984"/>
              <a:gd name="connsiteY3434" fmla="*/ 1078332 h 4550534"/>
              <a:gd name="connsiteX3435" fmla="*/ 5324634 w 5876984"/>
              <a:gd name="connsiteY3435" fmla="*/ 1081412 h 4550534"/>
              <a:gd name="connsiteX3436" fmla="*/ 5324634 w 5876984"/>
              <a:gd name="connsiteY3436" fmla="*/ 1107592 h 4550534"/>
              <a:gd name="connsiteX3437" fmla="*/ 5335063 w 5876984"/>
              <a:gd name="connsiteY3437" fmla="*/ 1078332 h 4550534"/>
              <a:gd name="connsiteX3438" fmla="*/ 4493388 w 5876984"/>
              <a:gd name="connsiteY3438" fmla="*/ 1078332 h 4550534"/>
              <a:gd name="connsiteX3439" fmla="*/ 4493514 w 5876984"/>
              <a:gd name="connsiteY3439" fmla="*/ 1084139 h 4550534"/>
              <a:gd name="connsiteX3440" fmla="*/ 4491274 w 5876984"/>
              <a:gd name="connsiteY3440" fmla="*/ 1086140 h 4550534"/>
              <a:gd name="connsiteX3441" fmla="*/ 4358357 w 5876984"/>
              <a:gd name="connsiteY3441" fmla="*/ 1069509 h 4550534"/>
              <a:gd name="connsiteX3442" fmla="*/ 4348204 w 5876984"/>
              <a:gd name="connsiteY3442" fmla="*/ 1094148 h 4550534"/>
              <a:gd name="connsiteX3443" fmla="*/ 4358357 w 5876984"/>
              <a:gd name="connsiteY3443" fmla="*/ 1069509 h 4550534"/>
              <a:gd name="connsiteX3444" fmla="*/ 1215720 w 5876984"/>
              <a:gd name="connsiteY3444" fmla="*/ 1068856 h 4550534"/>
              <a:gd name="connsiteX3445" fmla="*/ 1192505 w 5876984"/>
              <a:gd name="connsiteY3445" fmla="*/ 1085022 h 4550534"/>
              <a:gd name="connsiteX3446" fmla="*/ 1215720 w 5876984"/>
              <a:gd name="connsiteY3446" fmla="*/ 1068856 h 4550534"/>
              <a:gd name="connsiteX3447" fmla="*/ 5390233 w 5876984"/>
              <a:gd name="connsiteY3447" fmla="*/ 1066782 h 4550534"/>
              <a:gd name="connsiteX3448" fmla="*/ 5365004 w 5876984"/>
              <a:gd name="connsiteY3448" fmla="*/ 1112212 h 4550534"/>
              <a:gd name="connsiteX3449" fmla="*/ 5347847 w 5876984"/>
              <a:gd name="connsiteY3449" fmla="*/ 1121966 h 4550534"/>
              <a:gd name="connsiteX3450" fmla="*/ 5362648 w 5876984"/>
              <a:gd name="connsiteY3450" fmla="*/ 1120426 h 4550534"/>
              <a:gd name="connsiteX3451" fmla="*/ 5347847 w 5876984"/>
              <a:gd name="connsiteY3451" fmla="*/ 1160979 h 4550534"/>
              <a:gd name="connsiteX3452" fmla="*/ 5379805 w 5876984"/>
              <a:gd name="connsiteY3452" fmla="*/ 1133516 h 4550534"/>
              <a:gd name="connsiteX3453" fmla="*/ 5375432 w 5876984"/>
              <a:gd name="connsiteY3453" fmla="*/ 1104255 h 4550534"/>
              <a:gd name="connsiteX3454" fmla="*/ 5396625 w 5876984"/>
              <a:gd name="connsiteY3454" fmla="*/ 1107592 h 4550534"/>
              <a:gd name="connsiteX3455" fmla="*/ 5403016 w 5876984"/>
              <a:gd name="connsiteY3455" fmla="*/ 1091166 h 4550534"/>
              <a:gd name="connsiteX3456" fmla="*/ 5386196 w 5876984"/>
              <a:gd name="connsiteY3456" fmla="*/ 1083209 h 4550534"/>
              <a:gd name="connsiteX3457" fmla="*/ 5390233 w 5876984"/>
              <a:gd name="connsiteY3457" fmla="*/ 1066782 h 4550534"/>
              <a:gd name="connsiteX3458" fmla="*/ 4628853 w 5876984"/>
              <a:gd name="connsiteY3458" fmla="*/ 1066114 h 4550534"/>
              <a:gd name="connsiteX3459" fmla="*/ 4639808 w 5876984"/>
              <a:gd name="connsiteY3459" fmla="*/ 1070934 h 4550534"/>
              <a:gd name="connsiteX3460" fmla="*/ 4622348 w 5876984"/>
              <a:gd name="connsiteY3460" fmla="*/ 1075754 h 4550534"/>
              <a:gd name="connsiteX3461" fmla="*/ 4633303 w 5876984"/>
              <a:gd name="connsiteY3461" fmla="*/ 1074232 h 4550534"/>
              <a:gd name="connsiteX3462" fmla="*/ 4628853 w 5876984"/>
              <a:gd name="connsiteY3462" fmla="*/ 1066114 h 4550534"/>
              <a:gd name="connsiteX3463" fmla="*/ 5062076 w 5876984"/>
              <a:gd name="connsiteY3463" fmla="*/ 1054797 h 4550534"/>
              <a:gd name="connsiteX3464" fmla="*/ 5058075 w 5876984"/>
              <a:gd name="connsiteY3464" fmla="*/ 1071508 h 4550534"/>
              <a:gd name="connsiteX3465" fmla="*/ 5062076 w 5876984"/>
              <a:gd name="connsiteY3465" fmla="*/ 1054797 h 4550534"/>
              <a:gd name="connsiteX3466" fmla="*/ 5231423 w 5876984"/>
              <a:gd name="connsiteY3466" fmla="*/ 1051284 h 4550534"/>
              <a:gd name="connsiteX3467" fmla="*/ 5228628 w 5876984"/>
              <a:gd name="connsiteY3467" fmla="*/ 1059753 h 4550534"/>
              <a:gd name="connsiteX3468" fmla="*/ 5232965 w 5876984"/>
              <a:gd name="connsiteY3468" fmla="*/ 1062707 h 4550534"/>
              <a:gd name="connsiteX3469" fmla="*/ 5243562 w 5876984"/>
              <a:gd name="connsiteY3469" fmla="*/ 1068579 h 4550534"/>
              <a:gd name="connsiteX3470" fmla="*/ 5252308 w 5876984"/>
              <a:gd name="connsiteY3470" fmla="*/ 1058826 h 4550534"/>
              <a:gd name="connsiteX3471" fmla="*/ 5237170 w 5876984"/>
              <a:gd name="connsiteY3471" fmla="*/ 1057286 h 4550534"/>
              <a:gd name="connsiteX3472" fmla="*/ 4380034 w 5876984"/>
              <a:gd name="connsiteY3472" fmla="*/ 1046874 h 4550534"/>
              <a:gd name="connsiteX3473" fmla="*/ 4373907 w 5876984"/>
              <a:gd name="connsiteY3473" fmla="*/ 1064723 h 4550534"/>
              <a:gd name="connsiteX3474" fmla="*/ 4380034 w 5876984"/>
              <a:gd name="connsiteY3474" fmla="*/ 1046874 h 4550534"/>
              <a:gd name="connsiteX3475" fmla="*/ 5347847 w 5876984"/>
              <a:gd name="connsiteY3475" fmla="*/ 1044195 h 4550534"/>
              <a:gd name="connsiteX3476" fmla="*/ 5328672 w 5876984"/>
              <a:gd name="connsiteY3476" fmla="*/ 1071659 h 4550534"/>
              <a:gd name="connsiteX3477" fmla="*/ 5356257 w 5876984"/>
              <a:gd name="connsiteY3477" fmla="*/ 1063702 h 4550534"/>
              <a:gd name="connsiteX3478" fmla="*/ 5365004 w 5876984"/>
              <a:gd name="connsiteY3478" fmla="*/ 1052409 h 4550534"/>
              <a:gd name="connsiteX3479" fmla="*/ 5341456 w 5876984"/>
              <a:gd name="connsiteY3479" fmla="*/ 1049072 h 4550534"/>
              <a:gd name="connsiteX3480" fmla="*/ 5237872 w 5876984"/>
              <a:gd name="connsiteY3480" fmla="*/ 1037839 h 4550534"/>
              <a:gd name="connsiteX3481" fmla="*/ 5236652 w 5876984"/>
              <a:gd name="connsiteY3481" fmla="*/ 1039907 h 4550534"/>
              <a:gd name="connsiteX3482" fmla="*/ 5238158 w 5876984"/>
              <a:gd name="connsiteY3482" fmla="*/ 1038729 h 4550534"/>
              <a:gd name="connsiteX3483" fmla="*/ 4633589 w 5876984"/>
              <a:gd name="connsiteY3483" fmla="*/ 1037154 h 4550534"/>
              <a:gd name="connsiteX3484" fmla="*/ 4654650 w 5876984"/>
              <a:gd name="connsiteY3484" fmla="*/ 1038752 h 4550534"/>
              <a:gd name="connsiteX3485" fmla="*/ 4643952 w 5876984"/>
              <a:gd name="connsiteY3485" fmla="*/ 1048871 h 4550534"/>
              <a:gd name="connsiteX3486" fmla="*/ 4633589 w 5876984"/>
              <a:gd name="connsiteY3486" fmla="*/ 1037154 h 4550534"/>
              <a:gd name="connsiteX3487" fmla="*/ 4592807 w 5876984"/>
              <a:gd name="connsiteY3487" fmla="*/ 1034213 h 4550534"/>
              <a:gd name="connsiteX3488" fmla="*/ 4584162 w 5876984"/>
              <a:gd name="connsiteY3488" fmla="*/ 1044293 h 4550534"/>
              <a:gd name="connsiteX3489" fmla="*/ 4592807 w 5876984"/>
              <a:gd name="connsiteY3489" fmla="*/ 1034213 h 4550534"/>
              <a:gd name="connsiteX3490" fmla="*/ 5336241 w 5876984"/>
              <a:gd name="connsiteY3490" fmla="*/ 1031843 h 4550534"/>
              <a:gd name="connsiteX3491" fmla="*/ 5331026 w 5876984"/>
              <a:gd name="connsiteY3491" fmla="*/ 1034442 h 4550534"/>
              <a:gd name="connsiteX3492" fmla="*/ 5337082 w 5876984"/>
              <a:gd name="connsiteY3492" fmla="*/ 1044195 h 4550534"/>
              <a:gd name="connsiteX3493" fmla="*/ 5341456 w 5876984"/>
              <a:gd name="connsiteY3493" fmla="*/ 1032902 h 4550534"/>
              <a:gd name="connsiteX3494" fmla="*/ 5336241 w 5876984"/>
              <a:gd name="connsiteY3494" fmla="*/ 1031843 h 4550534"/>
              <a:gd name="connsiteX3495" fmla="*/ 5819242 w 5876984"/>
              <a:gd name="connsiteY3495" fmla="*/ 1029191 h 4550534"/>
              <a:gd name="connsiteX3496" fmla="*/ 5812890 w 5876984"/>
              <a:gd name="connsiteY3496" fmla="*/ 1040603 h 4550534"/>
              <a:gd name="connsiteX3497" fmla="*/ 5823588 w 5876984"/>
              <a:gd name="connsiteY3497" fmla="*/ 1045530 h 4550534"/>
              <a:gd name="connsiteX3498" fmla="*/ 5819242 w 5876984"/>
              <a:gd name="connsiteY3498" fmla="*/ 1029191 h 4550534"/>
              <a:gd name="connsiteX3499" fmla="*/ 5684272 w 5876984"/>
              <a:gd name="connsiteY3499" fmla="*/ 1023108 h 4550534"/>
              <a:gd name="connsiteX3500" fmla="*/ 5695397 w 5876984"/>
              <a:gd name="connsiteY3500" fmla="*/ 1042436 h 4550534"/>
              <a:gd name="connsiteX3501" fmla="*/ 5684272 w 5876984"/>
              <a:gd name="connsiteY3501" fmla="*/ 1023108 h 4550534"/>
              <a:gd name="connsiteX3502" fmla="*/ 3468514 w 5876984"/>
              <a:gd name="connsiteY3502" fmla="*/ 1018908 h 4550534"/>
              <a:gd name="connsiteX3503" fmla="*/ 3458389 w 5876984"/>
              <a:gd name="connsiteY3503" fmla="*/ 1031647 h 4550534"/>
              <a:gd name="connsiteX3504" fmla="*/ 3473192 w 5876984"/>
              <a:gd name="connsiteY3504" fmla="*/ 1020099 h 4550534"/>
              <a:gd name="connsiteX3505" fmla="*/ 3468514 w 5876984"/>
              <a:gd name="connsiteY3505" fmla="*/ 1018908 h 4550534"/>
              <a:gd name="connsiteX3506" fmla="*/ 1632561 w 5876984"/>
              <a:gd name="connsiteY3506" fmla="*/ 1003933 h 4550534"/>
              <a:gd name="connsiteX3507" fmla="*/ 1604974 w 5876984"/>
              <a:gd name="connsiteY3507" fmla="*/ 1012144 h 4550534"/>
              <a:gd name="connsiteX3508" fmla="*/ 1615403 w 5876984"/>
              <a:gd name="connsiteY3508" fmla="*/ 1015223 h 4550534"/>
              <a:gd name="connsiteX3509" fmla="*/ 1638954 w 5876984"/>
              <a:gd name="connsiteY3509" fmla="*/ 1007269 h 4550534"/>
              <a:gd name="connsiteX3510" fmla="*/ 1632561 w 5876984"/>
              <a:gd name="connsiteY3510" fmla="*/ 1003933 h 4550534"/>
              <a:gd name="connsiteX3511" fmla="*/ 1747285 w 5876984"/>
              <a:gd name="connsiteY3511" fmla="*/ 999057 h 4550534"/>
              <a:gd name="connsiteX3512" fmla="*/ 1730464 w 5876984"/>
              <a:gd name="connsiteY3512" fmla="*/ 1007269 h 4550534"/>
              <a:gd name="connsiteX3513" fmla="*/ 1743249 w 5876984"/>
              <a:gd name="connsiteY3513" fmla="*/ 1015223 h 4550534"/>
              <a:gd name="connsiteX3514" fmla="*/ 1747285 w 5876984"/>
              <a:gd name="connsiteY3514" fmla="*/ 999057 h 4550534"/>
              <a:gd name="connsiteX3515" fmla="*/ 5026828 w 5876984"/>
              <a:gd name="connsiteY3515" fmla="*/ 998209 h 4550534"/>
              <a:gd name="connsiteX3516" fmla="*/ 5030785 w 5876984"/>
              <a:gd name="connsiteY3516" fmla="*/ 1023984 h 4550534"/>
              <a:gd name="connsiteX3517" fmla="*/ 5020566 w 5876984"/>
              <a:gd name="connsiteY3517" fmla="*/ 1022452 h 4550534"/>
              <a:gd name="connsiteX3518" fmla="*/ 5026828 w 5876984"/>
              <a:gd name="connsiteY3518" fmla="*/ 998209 h 4550534"/>
              <a:gd name="connsiteX3519" fmla="*/ 5301444 w 5876984"/>
              <a:gd name="connsiteY3519" fmla="*/ 997077 h 4550534"/>
              <a:gd name="connsiteX3520" fmla="*/ 5286473 w 5876984"/>
              <a:gd name="connsiteY3520" fmla="*/ 1037260 h 4550534"/>
              <a:gd name="connsiteX3521" fmla="*/ 5301444 w 5876984"/>
              <a:gd name="connsiteY3521" fmla="*/ 997077 h 4550534"/>
              <a:gd name="connsiteX3522" fmla="*/ 3285125 w 5876984"/>
              <a:gd name="connsiteY3522" fmla="*/ 995464 h 4550534"/>
              <a:gd name="connsiteX3523" fmla="*/ 3279743 w 5876984"/>
              <a:gd name="connsiteY3523" fmla="*/ 995721 h 4550534"/>
              <a:gd name="connsiteX3524" fmla="*/ 3290508 w 5876984"/>
              <a:gd name="connsiteY3524" fmla="*/ 997517 h 4550534"/>
              <a:gd name="connsiteX3525" fmla="*/ 3285125 w 5876984"/>
              <a:gd name="connsiteY3525" fmla="*/ 995464 h 4550534"/>
              <a:gd name="connsiteX3526" fmla="*/ 1785639 w 5876984"/>
              <a:gd name="connsiteY3526" fmla="*/ 991102 h 4550534"/>
              <a:gd name="connsiteX3527" fmla="*/ 1772854 w 5876984"/>
              <a:gd name="connsiteY3527" fmla="*/ 1005472 h 4550534"/>
              <a:gd name="connsiteX3528" fmla="*/ 1783284 w 5876984"/>
              <a:gd name="connsiteY3528" fmla="*/ 1008809 h 4550534"/>
              <a:gd name="connsiteX3529" fmla="*/ 1802797 w 5876984"/>
              <a:gd name="connsiteY3529" fmla="*/ 1000596 h 4550534"/>
              <a:gd name="connsiteX3530" fmla="*/ 1785639 w 5876984"/>
              <a:gd name="connsiteY3530" fmla="*/ 994182 h 4550534"/>
              <a:gd name="connsiteX3531" fmla="*/ 1785639 w 5876984"/>
              <a:gd name="connsiteY3531" fmla="*/ 991102 h 4550534"/>
              <a:gd name="connsiteX3532" fmla="*/ 1828029 w 5876984"/>
              <a:gd name="connsiteY3532" fmla="*/ 989306 h 4550534"/>
              <a:gd name="connsiteX3533" fmla="*/ 1806834 w 5876984"/>
              <a:gd name="connsiteY3533" fmla="*/ 1000596 h 4550534"/>
              <a:gd name="connsiteX3534" fmla="*/ 1828029 w 5876984"/>
              <a:gd name="connsiteY3534" fmla="*/ 989306 h 4550534"/>
              <a:gd name="connsiteX3535" fmla="*/ 5683009 w 5876984"/>
              <a:gd name="connsiteY3535" fmla="*/ 986891 h 4550534"/>
              <a:gd name="connsiteX3536" fmla="*/ 5693742 w 5876984"/>
              <a:gd name="connsiteY3536" fmla="*/ 1012666 h 4550534"/>
              <a:gd name="connsiteX3537" fmla="*/ 5678984 w 5876984"/>
              <a:gd name="connsiteY3537" fmla="*/ 1012666 h 4550534"/>
              <a:gd name="connsiteX3538" fmla="*/ 5683009 w 5876984"/>
              <a:gd name="connsiteY3538" fmla="*/ 986891 h 4550534"/>
              <a:gd name="connsiteX3539" fmla="*/ 4372879 w 5876984"/>
              <a:gd name="connsiteY3539" fmla="*/ 986891 h 4550534"/>
              <a:gd name="connsiteX3540" fmla="*/ 4338633 w 5876984"/>
              <a:gd name="connsiteY3540" fmla="*/ 1005881 h 4550534"/>
              <a:gd name="connsiteX3541" fmla="*/ 4372879 w 5876984"/>
              <a:gd name="connsiteY3541" fmla="*/ 986891 h 4550534"/>
              <a:gd name="connsiteX3542" fmla="*/ 3581645 w 5876984"/>
              <a:gd name="connsiteY3542" fmla="*/ 983496 h 4550534"/>
              <a:gd name="connsiteX3543" fmla="*/ 3569118 w 5876984"/>
              <a:gd name="connsiteY3543" fmla="*/ 993420 h 4550534"/>
              <a:gd name="connsiteX3544" fmla="*/ 3581645 w 5876984"/>
              <a:gd name="connsiteY3544" fmla="*/ 983496 h 4550534"/>
              <a:gd name="connsiteX3545" fmla="*/ 4531402 w 5876984"/>
              <a:gd name="connsiteY3545" fmla="*/ 982595 h 4550534"/>
              <a:gd name="connsiteX3546" fmla="*/ 4533756 w 5876984"/>
              <a:gd name="connsiteY3546" fmla="*/ 1011855 h 4550534"/>
              <a:gd name="connsiteX3547" fmla="*/ 4522990 w 5876984"/>
              <a:gd name="connsiteY3547" fmla="*/ 1026229 h 4550534"/>
              <a:gd name="connsiteX3548" fmla="*/ 4510208 w 5876984"/>
              <a:gd name="connsiteY3548" fmla="*/ 1031362 h 4550534"/>
              <a:gd name="connsiteX3549" fmla="*/ 4531402 w 5876984"/>
              <a:gd name="connsiteY3549" fmla="*/ 982595 h 4550534"/>
              <a:gd name="connsiteX3550" fmla="*/ 3432300 w 5876984"/>
              <a:gd name="connsiteY3550" fmla="*/ 982364 h 4550534"/>
              <a:gd name="connsiteX3551" fmla="*/ 3425796 w 5876984"/>
              <a:gd name="connsiteY3551" fmla="*/ 990046 h 4550534"/>
              <a:gd name="connsiteX3552" fmla="*/ 3432300 w 5876984"/>
              <a:gd name="connsiteY3552" fmla="*/ 982364 h 4550534"/>
              <a:gd name="connsiteX3553" fmla="*/ 3447159 w 5876984"/>
              <a:gd name="connsiteY3553" fmla="*/ 980797 h 4550534"/>
              <a:gd name="connsiteX3554" fmla="*/ 3443026 w 5876984"/>
              <a:gd name="connsiteY3554" fmla="*/ 992288 h 4550534"/>
              <a:gd name="connsiteX3555" fmla="*/ 3447159 w 5876984"/>
              <a:gd name="connsiteY3555" fmla="*/ 980797 h 4550534"/>
              <a:gd name="connsiteX3556" fmla="*/ 5798363 w 5876984"/>
              <a:gd name="connsiteY3556" fmla="*/ 977837 h 4550534"/>
              <a:gd name="connsiteX3557" fmla="*/ 5793944 w 5876984"/>
              <a:gd name="connsiteY3557" fmla="*/ 1045488 h 4550534"/>
              <a:gd name="connsiteX3558" fmla="*/ 5798363 w 5876984"/>
              <a:gd name="connsiteY3558" fmla="*/ 977837 h 4550534"/>
              <a:gd name="connsiteX3559" fmla="*/ 5300944 w 5876984"/>
              <a:gd name="connsiteY3559" fmla="*/ 975574 h 4550534"/>
              <a:gd name="connsiteX3560" fmla="*/ 5316244 w 5876984"/>
              <a:gd name="connsiteY3560" fmla="*/ 990340 h 4550534"/>
              <a:gd name="connsiteX3561" fmla="*/ 5300944 w 5876984"/>
              <a:gd name="connsiteY3561" fmla="*/ 975574 h 4550534"/>
              <a:gd name="connsiteX3562" fmla="*/ 5021807 w 5876984"/>
              <a:gd name="connsiteY3562" fmla="*/ 974442 h 4550534"/>
              <a:gd name="connsiteX3563" fmla="*/ 5026153 w 5876984"/>
              <a:gd name="connsiteY3563" fmla="*/ 993432 h 4550534"/>
              <a:gd name="connsiteX3564" fmla="*/ 5021807 w 5876984"/>
              <a:gd name="connsiteY3564" fmla="*/ 974442 h 4550534"/>
              <a:gd name="connsiteX3565" fmla="*/ 3156155 w 5876984"/>
              <a:gd name="connsiteY3565" fmla="*/ 974118 h 4550534"/>
              <a:gd name="connsiteX3566" fmla="*/ 3158626 w 5876984"/>
              <a:gd name="connsiteY3566" fmla="*/ 978015 h 4550534"/>
              <a:gd name="connsiteX3567" fmla="*/ 3156088 w 5876984"/>
              <a:gd name="connsiteY3567" fmla="*/ 974143 h 4550534"/>
              <a:gd name="connsiteX3568" fmla="*/ 5361613 w 5876984"/>
              <a:gd name="connsiteY3568" fmla="*/ 972545 h 4550534"/>
              <a:gd name="connsiteX3569" fmla="*/ 5349866 w 5876984"/>
              <a:gd name="connsiteY3569" fmla="*/ 972841 h 4550534"/>
              <a:gd name="connsiteX3570" fmla="*/ 5352220 w 5876984"/>
              <a:gd name="connsiteY3570" fmla="*/ 984135 h 4550534"/>
              <a:gd name="connsiteX3571" fmla="*/ 5369040 w 5876984"/>
              <a:gd name="connsiteY3571" fmla="*/ 995429 h 4550534"/>
              <a:gd name="connsiteX3572" fmla="*/ 5361613 w 5876984"/>
              <a:gd name="connsiteY3572" fmla="*/ 972545 h 4550534"/>
              <a:gd name="connsiteX3573" fmla="*/ 3534998 w 5876984"/>
              <a:gd name="connsiteY3573" fmla="*/ 971047 h 4550534"/>
              <a:gd name="connsiteX3574" fmla="*/ 3543557 w 5876984"/>
              <a:gd name="connsiteY3574" fmla="*/ 980541 h 4550534"/>
              <a:gd name="connsiteX3575" fmla="*/ 3528495 w 5876984"/>
              <a:gd name="connsiteY3575" fmla="*/ 983540 h 4550534"/>
              <a:gd name="connsiteX3576" fmla="*/ 3534998 w 5876984"/>
              <a:gd name="connsiteY3576" fmla="*/ 971047 h 4550534"/>
              <a:gd name="connsiteX3577" fmla="*/ 3127591 w 5876984"/>
              <a:gd name="connsiteY3577" fmla="*/ 970445 h 4550534"/>
              <a:gd name="connsiteX3578" fmla="*/ 3111862 w 5876984"/>
              <a:gd name="connsiteY3578" fmla="*/ 974679 h 4550534"/>
              <a:gd name="connsiteX3579" fmla="*/ 3141804 w 5876984"/>
              <a:gd name="connsiteY3579" fmla="*/ 974679 h 4550534"/>
              <a:gd name="connsiteX3580" fmla="*/ 3127591 w 5876984"/>
              <a:gd name="connsiteY3580" fmla="*/ 970445 h 4550534"/>
              <a:gd name="connsiteX3581" fmla="*/ 1842623 w 5876984"/>
              <a:gd name="connsiteY3581" fmla="*/ 966082 h 4550534"/>
              <a:gd name="connsiteX3582" fmla="*/ 1834422 w 5876984"/>
              <a:gd name="connsiteY3582" fmla="*/ 973139 h 4550534"/>
              <a:gd name="connsiteX3583" fmla="*/ 1855617 w 5876984"/>
              <a:gd name="connsiteY3583" fmla="*/ 969804 h 4550534"/>
              <a:gd name="connsiteX3584" fmla="*/ 1842623 w 5876984"/>
              <a:gd name="connsiteY3584" fmla="*/ 966082 h 4550534"/>
              <a:gd name="connsiteX3585" fmla="*/ 3386642 w 5876984"/>
              <a:gd name="connsiteY3585" fmla="*/ 964169 h 4550534"/>
              <a:gd name="connsiteX3586" fmla="*/ 3392248 w 5876984"/>
              <a:gd name="connsiteY3586" fmla="*/ 968087 h 4550534"/>
              <a:gd name="connsiteX3587" fmla="*/ 3379239 w 5876984"/>
              <a:gd name="connsiteY3587" fmla="*/ 966520 h 4550534"/>
              <a:gd name="connsiteX3588" fmla="*/ 3386642 w 5876984"/>
              <a:gd name="connsiteY3588" fmla="*/ 964169 h 4550534"/>
              <a:gd name="connsiteX3589" fmla="*/ 5193001 w 5876984"/>
              <a:gd name="connsiteY3589" fmla="*/ 963124 h 4550534"/>
              <a:gd name="connsiteX3590" fmla="*/ 5203512 w 5876984"/>
              <a:gd name="connsiteY3590" fmla="*/ 969653 h 4550534"/>
              <a:gd name="connsiteX3591" fmla="*/ 5197070 w 5876984"/>
              <a:gd name="connsiteY3591" fmla="*/ 976444 h 4550534"/>
              <a:gd name="connsiteX3592" fmla="*/ 5193001 w 5876984"/>
              <a:gd name="connsiteY3592" fmla="*/ 963124 h 4550534"/>
              <a:gd name="connsiteX3593" fmla="*/ 1221997 w 5876984"/>
              <a:gd name="connsiteY3593" fmla="*/ 963124 h 4550534"/>
              <a:gd name="connsiteX3594" fmla="*/ 1193828 w 5876984"/>
              <a:gd name="connsiteY3594" fmla="*/ 984368 h 4550534"/>
              <a:gd name="connsiteX3595" fmla="*/ 1221997 w 5876984"/>
              <a:gd name="connsiteY3595" fmla="*/ 963124 h 4550534"/>
              <a:gd name="connsiteX3596" fmla="*/ 3236916 w 5876984"/>
              <a:gd name="connsiteY3596" fmla="*/ 961251 h 4550534"/>
              <a:gd name="connsiteX3597" fmla="*/ 3224567 w 5876984"/>
              <a:gd name="connsiteY3597" fmla="*/ 969804 h 4550534"/>
              <a:gd name="connsiteX3598" fmla="*/ 3237352 w 5876984"/>
              <a:gd name="connsiteY3598" fmla="*/ 968264 h 4550534"/>
              <a:gd name="connsiteX3599" fmla="*/ 3236916 w 5876984"/>
              <a:gd name="connsiteY3599" fmla="*/ 961251 h 4550534"/>
              <a:gd name="connsiteX3600" fmla="*/ 4886398 w 5876984"/>
              <a:gd name="connsiteY3600" fmla="*/ 959378 h 4550534"/>
              <a:gd name="connsiteX3601" fmla="*/ 4900902 w 5876984"/>
              <a:gd name="connsiteY3601" fmla="*/ 959378 h 4550534"/>
              <a:gd name="connsiteX3602" fmla="*/ 4890354 w 5876984"/>
              <a:gd name="connsiteY3602" fmla="*/ 967495 h 4550534"/>
              <a:gd name="connsiteX3603" fmla="*/ 4886398 w 5876984"/>
              <a:gd name="connsiteY3603" fmla="*/ 959378 h 4550534"/>
              <a:gd name="connsiteX3604" fmla="*/ 3596458 w 5876984"/>
              <a:gd name="connsiteY3604" fmla="*/ 958597 h 4550534"/>
              <a:gd name="connsiteX3605" fmla="*/ 3579501 w 5876984"/>
              <a:gd name="connsiteY3605" fmla="*/ 969819 h 4550534"/>
              <a:gd name="connsiteX3606" fmla="*/ 3596458 w 5876984"/>
              <a:gd name="connsiteY3606" fmla="*/ 958597 h 4550534"/>
              <a:gd name="connsiteX3607" fmla="*/ 3630200 w 5876984"/>
              <a:gd name="connsiteY3607" fmla="*/ 956219 h 4550534"/>
              <a:gd name="connsiteX3608" fmla="*/ 3637015 w 5876984"/>
              <a:gd name="connsiteY3608" fmla="*/ 959640 h 4550534"/>
              <a:gd name="connsiteX3609" fmla="*/ 3607100 w 5876984"/>
              <a:gd name="connsiteY3609" fmla="*/ 967807 h 4550534"/>
              <a:gd name="connsiteX3610" fmla="*/ 3604720 w 5876984"/>
              <a:gd name="connsiteY3610" fmla="*/ 956577 h 4550534"/>
              <a:gd name="connsiteX3611" fmla="*/ 3630200 w 5876984"/>
              <a:gd name="connsiteY3611" fmla="*/ 956219 h 4550534"/>
              <a:gd name="connsiteX3612" fmla="*/ 2984900 w 5876984"/>
              <a:gd name="connsiteY3612" fmla="*/ 955465 h 4550534"/>
              <a:gd name="connsiteX3613" fmla="*/ 2977961 w 5876984"/>
              <a:gd name="connsiteY3613" fmla="*/ 963388 h 4550534"/>
              <a:gd name="connsiteX3614" fmla="*/ 2995119 w 5876984"/>
              <a:gd name="connsiteY3614" fmla="*/ 958512 h 4550534"/>
              <a:gd name="connsiteX3615" fmla="*/ 2984900 w 5876984"/>
              <a:gd name="connsiteY3615" fmla="*/ 955465 h 4550534"/>
              <a:gd name="connsiteX3616" fmla="*/ 1642343 w 5876984"/>
              <a:gd name="connsiteY3616" fmla="*/ 955202 h 4550534"/>
              <a:gd name="connsiteX3617" fmla="*/ 1646273 w 5876984"/>
              <a:gd name="connsiteY3617" fmla="*/ 963560 h 4550534"/>
              <a:gd name="connsiteX3618" fmla="*/ 1623675 w 5876984"/>
              <a:gd name="connsiteY3618" fmla="*/ 961993 h 4550534"/>
              <a:gd name="connsiteX3619" fmla="*/ 1642343 w 5876984"/>
              <a:gd name="connsiteY3619" fmla="*/ 955202 h 4550534"/>
              <a:gd name="connsiteX3620" fmla="*/ 1555866 w 5876984"/>
              <a:gd name="connsiteY3620" fmla="*/ 955202 h 4550534"/>
              <a:gd name="connsiteX3621" fmla="*/ 1524341 w 5876984"/>
              <a:gd name="connsiteY3621" fmla="*/ 976449 h 4550534"/>
              <a:gd name="connsiteX3622" fmla="*/ 1555866 w 5876984"/>
              <a:gd name="connsiteY3622" fmla="*/ 955202 h 4550534"/>
              <a:gd name="connsiteX3623" fmla="*/ 3436062 w 5876984"/>
              <a:gd name="connsiteY3623" fmla="*/ 954046 h 4550534"/>
              <a:gd name="connsiteX3624" fmla="*/ 3441213 w 5876984"/>
              <a:gd name="connsiteY3624" fmla="*/ 956138 h 4550534"/>
              <a:gd name="connsiteX3625" fmla="*/ 3432642 w 5876984"/>
              <a:gd name="connsiteY3625" fmla="*/ 959182 h 4550534"/>
              <a:gd name="connsiteX3626" fmla="*/ 3436062 w 5876984"/>
              <a:gd name="connsiteY3626" fmla="*/ 954046 h 4550534"/>
              <a:gd name="connsiteX3627" fmla="*/ 2028040 w 5876984"/>
              <a:gd name="connsiteY3627" fmla="*/ 952289 h 4550534"/>
              <a:gd name="connsiteX3628" fmla="*/ 2011050 w 5876984"/>
              <a:gd name="connsiteY3628" fmla="*/ 961848 h 4550534"/>
              <a:gd name="connsiteX3629" fmla="*/ 2045030 w 5876984"/>
              <a:gd name="connsiteY3629" fmla="*/ 958512 h 4550534"/>
              <a:gd name="connsiteX3630" fmla="*/ 2028040 w 5876984"/>
              <a:gd name="connsiteY3630" fmla="*/ 952289 h 4550534"/>
              <a:gd name="connsiteX3631" fmla="*/ 5856121 w 5876984"/>
              <a:gd name="connsiteY3631" fmla="*/ 951807 h 4550534"/>
              <a:gd name="connsiteX3632" fmla="*/ 5862476 w 5876984"/>
              <a:gd name="connsiteY3632" fmla="*/ 971497 h 4550534"/>
              <a:gd name="connsiteX3633" fmla="*/ 5856121 w 5876984"/>
              <a:gd name="connsiteY3633" fmla="*/ 951807 h 4550534"/>
              <a:gd name="connsiteX3634" fmla="*/ 3535824 w 5876984"/>
              <a:gd name="connsiteY3634" fmla="*/ 949543 h 4550534"/>
              <a:gd name="connsiteX3635" fmla="*/ 3537801 w 5876984"/>
              <a:gd name="connsiteY3635" fmla="*/ 961020 h 4550534"/>
              <a:gd name="connsiteX3636" fmla="*/ 3529560 w 5876984"/>
              <a:gd name="connsiteY3636" fmla="*/ 961020 h 4550534"/>
              <a:gd name="connsiteX3637" fmla="*/ 3535824 w 5876984"/>
              <a:gd name="connsiteY3637" fmla="*/ 949543 h 4550534"/>
              <a:gd name="connsiteX3638" fmla="*/ 4384924 w 5876984"/>
              <a:gd name="connsiteY3638" fmla="*/ 947280 h 4550534"/>
              <a:gd name="connsiteX3639" fmla="*/ 4389246 w 5876984"/>
              <a:gd name="connsiteY3639" fmla="*/ 963577 h 4550534"/>
              <a:gd name="connsiteX3640" fmla="*/ 4376612 w 5876984"/>
              <a:gd name="connsiteY3640" fmla="*/ 965129 h 4550534"/>
              <a:gd name="connsiteX3641" fmla="*/ 4384924 w 5876984"/>
              <a:gd name="connsiteY3641" fmla="*/ 947280 h 4550534"/>
              <a:gd name="connsiteX3642" fmla="*/ 3299088 w 5876984"/>
              <a:gd name="connsiteY3642" fmla="*/ 944238 h 4550534"/>
              <a:gd name="connsiteX3643" fmla="*/ 3290508 w 5876984"/>
              <a:gd name="connsiteY3643" fmla="*/ 947221 h 4550534"/>
              <a:gd name="connsiteX3644" fmla="*/ 3307667 w 5876984"/>
              <a:gd name="connsiteY3644" fmla="*/ 947221 h 4550534"/>
              <a:gd name="connsiteX3645" fmla="*/ 3299088 w 5876984"/>
              <a:gd name="connsiteY3645" fmla="*/ 944238 h 4550534"/>
              <a:gd name="connsiteX3646" fmla="*/ 2112989 w 5876984"/>
              <a:gd name="connsiteY3646" fmla="*/ 943885 h 4550534"/>
              <a:gd name="connsiteX3647" fmla="*/ 2076990 w 5876984"/>
              <a:gd name="connsiteY3647" fmla="*/ 955177 h 4550534"/>
              <a:gd name="connsiteX3648" fmla="*/ 2110970 w 5876984"/>
              <a:gd name="connsiteY3648" fmla="*/ 952097 h 4550534"/>
              <a:gd name="connsiteX3649" fmla="*/ 2112989 w 5876984"/>
              <a:gd name="connsiteY3649" fmla="*/ 943885 h 4550534"/>
              <a:gd name="connsiteX3650" fmla="*/ 1726090 w 5876984"/>
              <a:gd name="connsiteY3650" fmla="*/ 943885 h 4550534"/>
              <a:gd name="connsiteX3651" fmla="*/ 1706914 w 5876984"/>
              <a:gd name="connsiteY3651" fmla="*/ 950301 h 4550534"/>
              <a:gd name="connsiteX3652" fmla="*/ 1726090 w 5876984"/>
              <a:gd name="connsiteY3652" fmla="*/ 943885 h 4550534"/>
              <a:gd name="connsiteX3653" fmla="*/ 3216156 w 5876984"/>
              <a:gd name="connsiteY3653" fmla="*/ 942345 h 4550534"/>
              <a:gd name="connsiteX3654" fmla="*/ 3216156 w 5876984"/>
              <a:gd name="connsiteY3654" fmla="*/ 953637 h 4550534"/>
              <a:gd name="connsiteX3655" fmla="*/ 3232978 w 5876984"/>
              <a:gd name="connsiteY3655" fmla="*/ 943885 h 4550534"/>
              <a:gd name="connsiteX3656" fmla="*/ 3216156 w 5876984"/>
              <a:gd name="connsiteY3656" fmla="*/ 942345 h 4550534"/>
              <a:gd name="connsiteX3657" fmla="*/ 3576204 w 5876984"/>
              <a:gd name="connsiteY3657" fmla="*/ 939024 h 4550534"/>
              <a:gd name="connsiteX3658" fmla="*/ 3549174 w 5876984"/>
              <a:gd name="connsiteY3658" fmla="*/ 961738 h 4550534"/>
              <a:gd name="connsiteX3659" fmla="*/ 3540932 w 5876984"/>
              <a:gd name="connsiteY3659" fmla="*/ 950253 h 4550534"/>
              <a:gd name="connsiteX3660" fmla="*/ 3561700 w 5876984"/>
              <a:gd name="connsiteY3660" fmla="*/ 945660 h 4550534"/>
              <a:gd name="connsiteX3661" fmla="*/ 3576204 w 5876984"/>
              <a:gd name="connsiteY3661" fmla="*/ 939024 h 4550534"/>
              <a:gd name="connsiteX3662" fmla="*/ 2498122 w 5876984"/>
              <a:gd name="connsiteY3662" fmla="*/ 938689 h 4550534"/>
              <a:gd name="connsiteX3663" fmla="*/ 2487104 w 5876984"/>
              <a:gd name="connsiteY3663" fmla="*/ 943885 h 4550534"/>
              <a:gd name="connsiteX3664" fmla="*/ 2510655 w 5876984"/>
              <a:gd name="connsiteY3664" fmla="*/ 940806 h 4550534"/>
              <a:gd name="connsiteX3665" fmla="*/ 2498122 w 5876984"/>
              <a:gd name="connsiteY3665" fmla="*/ 938689 h 4550534"/>
              <a:gd name="connsiteX3666" fmla="*/ 5715257 w 5876984"/>
              <a:gd name="connsiteY3666" fmla="*/ 935962 h 4550534"/>
              <a:gd name="connsiteX3667" fmla="*/ 5739027 w 5876984"/>
              <a:gd name="connsiteY3667" fmla="*/ 988900 h 4550534"/>
              <a:gd name="connsiteX3668" fmla="*/ 5715257 w 5876984"/>
              <a:gd name="connsiteY3668" fmla="*/ 935962 h 4550534"/>
              <a:gd name="connsiteX3669" fmla="*/ 4967858 w 5876984"/>
              <a:gd name="connsiteY3669" fmla="*/ 935962 h 4550534"/>
              <a:gd name="connsiteX3670" fmla="*/ 4982488 w 5876984"/>
              <a:gd name="connsiteY3670" fmla="*/ 942249 h 4550534"/>
              <a:gd name="connsiteX3671" fmla="*/ 4967858 w 5876984"/>
              <a:gd name="connsiteY3671" fmla="*/ 943759 h 4550534"/>
              <a:gd name="connsiteX3672" fmla="*/ 4965864 w 5876984"/>
              <a:gd name="connsiteY3672" fmla="*/ 945519 h 4550534"/>
              <a:gd name="connsiteX3673" fmla="*/ 4967858 w 5876984"/>
              <a:gd name="connsiteY3673" fmla="*/ 935962 h 4550534"/>
              <a:gd name="connsiteX3674" fmla="*/ 3588772 w 5876984"/>
              <a:gd name="connsiteY3674" fmla="*/ 935962 h 4550534"/>
              <a:gd name="connsiteX3675" fmla="*/ 3588772 w 5876984"/>
              <a:gd name="connsiteY3675" fmla="*/ 950417 h 4550534"/>
              <a:gd name="connsiteX3676" fmla="*/ 3586177 w 5876984"/>
              <a:gd name="connsiteY3676" fmla="*/ 942415 h 4550534"/>
              <a:gd name="connsiteX3677" fmla="*/ 3588772 w 5876984"/>
              <a:gd name="connsiteY3677" fmla="*/ 935962 h 4550534"/>
              <a:gd name="connsiteX3678" fmla="*/ 2580632 w 5876984"/>
              <a:gd name="connsiteY3678" fmla="*/ 935931 h 4550534"/>
              <a:gd name="connsiteX3679" fmla="*/ 2519065 w 5876984"/>
              <a:gd name="connsiteY3679" fmla="*/ 943885 h 4550534"/>
              <a:gd name="connsiteX3680" fmla="*/ 2574240 w 5876984"/>
              <a:gd name="connsiteY3680" fmla="*/ 947221 h 4550534"/>
              <a:gd name="connsiteX3681" fmla="*/ 2580632 w 5876984"/>
              <a:gd name="connsiteY3681" fmla="*/ 935931 h 4550534"/>
              <a:gd name="connsiteX3682" fmla="*/ 3138153 w 5876984"/>
              <a:gd name="connsiteY3682" fmla="*/ 935894 h 4550534"/>
              <a:gd name="connsiteX3683" fmla="*/ 3142511 w 5876984"/>
              <a:gd name="connsiteY3683" fmla="*/ 942290 h 4550534"/>
              <a:gd name="connsiteX3684" fmla="*/ 3106300 w 5876984"/>
              <a:gd name="connsiteY3684" fmla="*/ 952013 h 4550534"/>
              <a:gd name="connsiteX3685" fmla="*/ 3112670 w 5876984"/>
              <a:gd name="connsiteY3685" fmla="*/ 955084 h 4550534"/>
              <a:gd name="connsiteX3686" fmla="*/ 3104790 w 5876984"/>
              <a:gd name="connsiteY3686" fmla="*/ 956396 h 4550534"/>
              <a:gd name="connsiteX3687" fmla="*/ 3102436 w 5876984"/>
              <a:gd name="connsiteY3687" fmla="*/ 954143 h 4550534"/>
              <a:gd name="connsiteX3688" fmla="*/ 3100202 w 5876984"/>
              <a:gd name="connsiteY3688" fmla="*/ 951588 h 4550534"/>
              <a:gd name="connsiteX3689" fmla="*/ 3099928 w 5876984"/>
              <a:gd name="connsiteY3689" fmla="*/ 945616 h 4550534"/>
              <a:gd name="connsiteX3690" fmla="*/ 3108646 w 5876984"/>
              <a:gd name="connsiteY3690" fmla="*/ 937428 h 4550534"/>
              <a:gd name="connsiteX3691" fmla="*/ 3138153 w 5876984"/>
              <a:gd name="connsiteY3691" fmla="*/ 935894 h 4550534"/>
              <a:gd name="connsiteX3692" fmla="*/ 3165553 w 5876984"/>
              <a:gd name="connsiteY3692" fmla="*/ 935096 h 4550534"/>
              <a:gd name="connsiteX3693" fmla="*/ 3169762 w 5876984"/>
              <a:gd name="connsiteY3693" fmla="*/ 943618 h 4550534"/>
              <a:gd name="connsiteX3694" fmla="*/ 3159692 w 5876984"/>
              <a:gd name="connsiteY3694" fmla="*/ 935363 h 4550534"/>
              <a:gd name="connsiteX3695" fmla="*/ 3165553 w 5876984"/>
              <a:gd name="connsiteY3695" fmla="*/ 935096 h 4550534"/>
              <a:gd name="connsiteX3696" fmla="*/ 3095574 w 5876984"/>
              <a:gd name="connsiteY3696" fmla="*/ 934076 h 4550534"/>
              <a:gd name="connsiteX3697" fmla="*/ 3093588 w 5876984"/>
              <a:gd name="connsiteY3697" fmla="*/ 943633 h 4550534"/>
              <a:gd name="connsiteX3698" fmla="*/ 3081010 w 5876984"/>
              <a:gd name="connsiteY3698" fmla="*/ 938854 h 4550534"/>
              <a:gd name="connsiteX3699" fmla="*/ 3095574 w 5876984"/>
              <a:gd name="connsiteY3699" fmla="*/ 934076 h 4550534"/>
              <a:gd name="connsiteX3700" fmla="*/ 2964435 w 5876984"/>
              <a:gd name="connsiteY3700" fmla="*/ 933347 h 4550534"/>
              <a:gd name="connsiteX3701" fmla="*/ 2979376 w 5876984"/>
              <a:gd name="connsiteY3701" fmla="*/ 935123 h 4550534"/>
              <a:gd name="connsiteX3702" fmla="*/ 2968849 w 5876984"/>
              <a:gd name="connsiteY3702" fmla="*/ 944762 h 4550534"/>
              <a:gd name="connsiteX3703" fmla="*/ 2964435 w 5876984"/>
              <a:gd name="connsiteY3703" fmla="*/ 933347 h 4550534"/>
              <a:gd name="connsiteX3704" fmla="*/ 5032825 w 5876984"/>
              <a:gd name="connsiteY3704" fmla="*/ 929171 h 4550534"/>
              <a:gd name="connsiteX3705" fmla="*/ 5053403 w 5876984"/>
              <a:gd name="connsiteY3705" fmla="*/ 939298 h 4550534"/>
              <a:gd name="connsiteX3706" fmla="*/ 5053845 w 5876984"/>
              <a:gd name="connsiteY3706" fmla="*/ 939802 h 4550534"/>
              <a:gd name="connsiteX3707" fmla="*/ 5062590 w 5876984"/>
              <a:gd name="connsiteY3707" fmla="*/ 938518 h 4550534"/>
              <a:gd name="connsiteX3708" fmla="*/ 5057970 w 5876984"/>
              <a:gd name="connsiteY3708" fmla="*/ 943338 h 4550534"/>
              <a:gd name="connsiteX3709" fmla="*/ 5057060 w 5876984"/>
              <a:gd name="connsiteY3709" fmla="*/ 943460 h 4550534"/>
              <a:gd name="connsiteX3710" fmla="*/ 5058928 w 5876984"/>
              <a:gd name="connsiteY3710" fmla="*/ 945587 h 4550534"/>
              <a:gd name="connsiteX3711" fmla="*/ 5056197 w 5876984"/>
              <a:gd name="connsiteY3711" fmla="*/ 950396 h 4550534"/>
              <a:gd name="connsiteX3712" fmla="*/ 5039260 w 5876984"/>
              <a:gd name="connsiteY3712" fmla="*/ 968514 h 4550534"/>
              <a:gd name="connsiteX3713" fmla="*/ 5043325 w 5876984"/>
              <a:gd name="connsiteY3713" fmla="*/ 981714 h 4550534"/>
              <a:gd name="connsiteX3714" fmla="*/ 5034857 w 5876984"/>
              <a:gd name="connsiteY3714" fmla="*/ 986633 h 4550534"/>
              <a:gd name="connsiteX3715" fmla="*/ 5029903 w 5876984"/>
              <a:gd name="connsiteY3715" fmla="*/ 957805 h 4550534"/>
              <a:gd name="connsiteX3716" fmla="*/ 5031364 w 5876984"/>
              <a:gd name="connsiteY3716" fmla="*/ 943491 h 4550534"/>
              <a:gd name="connsiteX3717" fmla="*/ 5028806 w 5876984"/>
              <a:gd name="connsiteY3717" fmla="*/ 943338 h 4550534"/>
              <a:gd name="connsiteX3718" fmla="*/ 5031568 w 5876984"/>
              <a:gd name="connsiteY3718" fmla="*/ 941485 h 4550534"/>
              <a:gd name="connsiteX3719" fmla="*/ 1851580 w 5876984"/>
              <a:gd name="connsiteY3719" fmla="*/ 927719 h 4550534"/>
              <a:gd name="connsiteX3720" fmla="*/ 1830385 w 5876984"/>
              <a:gd name="connsiteY3720" fmla="*/ 939010 h 4550534"/>
              <a:gd name="connsiteX3721" fmla="*/ 1851580 w 5876984"/>
              <a:gd name="connsiteY3721" fmla="*/ 927719 h 4550534"/>
              <a:gd name="connsiteX3722" fmla="*/ 3494034 w 5876984"/>
              <a:gd name="connsiteY3722" fmla="*/ 925423 h 4550534"/>
              <a:gd name="connsiteX3723" fmla="*/ 3496087 w 5876984"/>
              <a:gd name="connsiteY3723" fmla="*/ 928535 h 4550534"/>
              <a:gd name="connsiteX3724" fmla="*/ 3494034 w 5876984"/>
              <a:gd name="connsiteY3724" fmla="*/ 925480 h 4550534"/>
              <a:gd name="connsiteX3725" fmla="*/ 4727741 w 5876984"/>
              <a:gd name="connsiteY3725" fmla="*/ 925341 h 4550534"/>
              <a:gd name="connsiteX3726" fmla="*/ 4745124 w 5876984"/>
              <a:gd name="connsiteY3726" fmla="*/ 933438 h 4550534"/>
              <a:gd name="connsiteX3727" fmla="*/ 4738519 w 5876984"/>
              <a:gd name="connsiteY3727" fmla="*/ 940227 h 4550534"/>
              <a:gd name="connsiteX3728" fmla="*/ 4727741 w 5876984"/>
              <a:gd name="connsiteY3728" fmla="*/ 925341 h 4550534"/>
              <a:gd name="connsiteX3729" fmla="*/ 1889933 w 5876984"/>
              <a:gd name="connsiteY3729" fmla="*/ 924383 h 4550534"/>
              <a:gd name="connsiteX3730" fmla="*/ 1862009 w 5876984"/>
              <a:gd name="connsiteY3730" fmla="*/ 934134 h 4550534"/>
              <a:gd name="connsiteX3731" fmla="*/ 1889933 w 5876984"/>
              <a:gd name="connsiteY3731" fmla="*/ 924383 h 4550534"/>
              <a:gd name="connsiteX3732" fmla="*/ 3492178 w 5876984"/>
              <a:gd name="connsiteY3732" fmla="*/ 922720 h 4550534"/>
              <a:gd name="connsiteX3733" fmla="*/ 3494034 w 5876984"/>
              <a:gd name="connsiteY3733" fmla="*/ 925480 h 4550534"/>
              <a:gd name="connsiteX3734" fmla="*/ 3494034 w 5876984"/>
              <a:gd name="connsiteY3734" fmla="*/ 928535 h 4550534"/>
              <a:gd name="connsiteX3735" fmla="*/ 3483079 w 5876984"/>
              <a:gd name="connsiteY3735" fmla="*/ 936835 h 4550534"/>
              <a:gd name="connsiteX3736" fmla="*/ 3492178 w 5876984"/>
              <a:gd name="connsiteY3736" fmla="*/ 922720 h 4550534"/>
              <a:gd name="connsiteX3737" fmla="*/ 2693845 w 5876984"/>
              <a:gd name="connsiteY3737" fmla="*/ 921369 h 4550534"/>
              <a:gd name="connsiteX3738" fmla="*/ 2709882 w 5876984"/>
              <a:gd name="connsiteY3738" fmla="*/ 925971 h 4550534"/>
              <a:gd name="connsiteX3739" fmla="*/ 2690930 w 5876984"/>
              <a:gd name="connsiteY3739" fmla="*/ 929015 h 4550534"/>
              <a:gd name="connsiteX3740" fmla="*/ 2690930 w 5876984"/>
              <a:gd name="connsiteY3740" fmla="*/ 922673 h 4550534"/>
              <a:gd name="connsiteX3741" fmla="*/ 2693845 w 5876984"/>
              <a:gd name="connsiteY3741" fmla="*/ 921369 h 4550534"/>
              <a:gd name="connsiteX3742" fmla="*/ 3451926 w 5876984"/>
              <a:gd name="connsiteY3742" fmla="*/ 921250 h 4550534"/>
              <a:gd name="connsiteX3743" fmla="*/ 3458973 w 5876984"/>
              <a:gd name="connsiteY3743" fmla="*/ 931329 h 4550534"/>
              <a:gd name="connsiteX3744" fmla="*/ 3454524 w 5876984"/>
              <a:gd name="connsiteY3744" fmla="*/ 937960 h 4550534"/>
              <a:gd name="connsiteX3745" fmla="*/ 3451926 w 5876984"/>
              <a:gd name="connsiteY3745" fmla="*/ 921250 h 4550534"/>
              <a:gd name="connsiteX3746" fmla="*/ 3447106 w 5876984"/>
              <a:gd name="connsiteY3746" fmla="*/ 921250 h 4550534"/>
              <a:gd name="connsiteX3747" fmla="*/ 3451556 w 5876984"/>
              <a:gd name="connsiteY3747" fmla="*/ 929134 h 4550534"/>
              <a:gd name="connsiteX3748" fmla="*/ 3447106 w 5876984"/>
              <a:gd name="connsiteY3748" fmla="*/ 943630 h 4550534"/>
              <a:gd name="connsiteX3749" fmla="*/ 3449331 w 5876984"/>
              <a:gd name="connsiteY3749" fmla="*/ 932439 h 4550534"/>
              <a:gd name="connsiteX3750" fmla="*/ 3444510 w 5876984"/>
              <a:gd name="connsiteY3750" fmla="*/ 924302 h 4550534"/>
              <a:gd name="connsiteX3751" fmla="*/ 3447106 w 5876984"/>
              <a:gd name="connsiteY3751" fmla="*/ 921250 h 4550534"/>
              <a:gd name="connsiteX3752" fmla="*/ 4909548 w 5876984"/>
              <a:gd name="connsiteY3752" fmla="*/ 920219 h 4550534"/>
              <a:gd name="connsiteX3753" fmla="*/ 4907420 w 5876984"/>
              <a:gd name="connsiteY3753" fmla="*/ 920254 h 4550534"/>
              <a:gd name="connsiteX3754" fmla="*/ 4909852 w 5876984"/>
              <a:gd name="connsiteY3754" fmla="*/ 920994 h 4550534"/>
              <a:gd name="connsiteX3755" fmla="*/ 4325716 w 5876984"/>
              <a:gd name="connsiteY3755" fmla="*/ 913092 h 4550534"/>
              <a:gd name="connsiteX3756" fmla="*/ 4317305 w 5876984"/>
              <a:gd name="connsiteY3756" fmla="*/ 926179 h 4550534"/>
              <a:gd name="connsiteX3757" fmla="*/ 4325716 w 5876984"/>
              <a:gd name="connsiteY3757" fmla="*/ 913092 h 4550534"/>
              <a:gd name="connsiteX3758" fmla="*/ 4890678 w 5876984"/>
              <a:gd name="connsiteY3758" fmla="*/ 912781 h 4550534"/>
              <a:gd name="connsiteX3759" fmla="*/ 4890457 w 5876984"/>
              <a:gd name="connsiteY3759" fmla="*/ 913256 h 4550534"/>
              <a:gd name="connsiteX3760" fmla="*/ 4890929 w 5876984"/>
              <a:gd name="connsiteY3760" fmla="*/ 913280 h 4550534"/>
              <a:gd name="connsiteX3761" fmla="*/ 4797158 w 5876984"/>
              <a:gd name="connsiteY3761" fmla="*/ 912781 h 4550534"/>
              <a:gd name="connsiteX3762" fmla="*/ 4795140 w 5876984"/>
              <a:gd name="connsiteY3762" fmla="*/ 925871 h 4550534"/>
              <a:gd name="connsiteX3763" fmla="*/ 4797158 w 5876984"/>
              <a:gd name="connsiteY3763" fmla="*/ 912781 h 4550534"/>
              <a:gd name="connsiteX3764" fmla="*/ 5428582 w 5876984"/>
              <a:gd name="connsiteY3764" fmla="*/ 909701 h 4550534"/>
              <a:gd name="connsiteX3765" fmla="*/ 5409408 w 5876984"/>
              <a:gd name="connsiteY3765" fmla="*/ 919454 h 4550534"/>
              <a:gd name="connsiteX3766" fmla="*/ 5407390 w 5876984"/>
              <a:gd name="connsiteY3766" fmla="*/ 937165 h 4550534"/>
              <a:gd name="connsiteX3767" fmla="*/ 5428582 w 5876984"/>
              <a:gd name="connsiteY3767" fmla="*/ 909701 h 4550534"/>
              <a:gd name="connsiteX3768" fmla="*/ 2082827 w 5876984"/>
              <a:gd name="connsiteY3768" fmla="*/ 907668 h 4550534"/>
              <a:gd name="connsiteX3769" fmla="*/ 2086842 w 5876984"/>
              <a:gd name="connsiteY3769" fmla="*/ 912630 h 4550534"/>
              <a:gd name="connsiteX3770" fmla="*/ 2042674 w 5876984"/>
              <a:gd name="connsiteY3770" fmla="*/ 920988 h 4550534"/>
              <a:gd name="connsiteX3771" fmla="*/ 2082827 w 5876984"/>
              <a:gd name="connsiteY3771" fmla="*/ 907668 h 4550534"/>
              <a:gd name="connsiteX3772" fmla="*/ 1511645 w 5876984"/>
              <a:gd name="connsiteY3772" fmla="*/ 906536 h 4550534"/>
              <a:gd name="connsiteX3773" fmla="*/ 1515720 w 5876984"/>
              <a:gd name="connsiteY3773" fmla="*/ 912783 h 4550534"/>
              <a:gd name="connsiteX3774" fmla="*/ 1487874 w 5876984"/>
              <a:gd name="connsiteY3774" fmla="*/ 914532 h 4550534"/>
              <a:gd name="connsiteX3775" fmla="*/ 3463325 w 5876984"/>
              <a:gd name="connsiteY3775" fmla="*/ 905816 h 4550534"/>
              <a:gd name="connsiteX3776" fmla="*/ 3477785 w 5876984"/>
              <a:gd name="connsiteY3776" fmla="*/ 915431 h 4550534"/>
              <a:gd name="connsiteX3777" fmla="*/ 3488672 w 5876984"/>
              <a:gd name="connsiteY3777" fmla="*/ 915431 h 4550534"/>
              <a:gd name="connsiteX3778" fmla="*/ 3460773 w 5876984"/>
              <a:gd name="connsiteY3778" fmla="*/ 930047 h 4550534"/>
              <a:gd name="connsiteX3779" fmla="*/ 3479826 w 5876984"/>
              <a:gd name="connsiteY3779" fmla="*/ 923380 h 4550534"/>
              <a:gd name="connsiteX3780" fmla="*/ 3469279 w 5876984"/>
              <a:gd name="connsiteY3780" fmla="*/ 909021 h 4550534"/>
              <a:gd name="connsiteX3781" fmla="*/ 3451926 w 5876984"/>
              <a:gd name="connsiteY3781" fmla="*/ 916970 h 4550534"/>
              <a:gd name="connsiteX3782" fmla="*/ 3463325 w 5876984"/>
              <a:gd name="connsiteY3782" fmla="*/ 905816 h 4550534"/>
              <a:gd name="connsiteX3783" fmla="*/ 3885660 w 5876984"/>
              <a:gd name="connsiteY3783" fmla="*/ 903340 h 4550534"/>
              <a:gd name="connsiteX3784" fmla="*/ 3881623 w 5876984"/>
              <a:gd name="connsiteY3784" fmla="*/ 916427 h 4550534"/>
              <a:gd name="connsiteX3785" fmla="*/ 3892053 w 5876984"/>
              <a:gd name="connsiteY3785" fmla="*/ 910013 h 4550534"/>
              <a:gd name="connsiteX3786" fmla="*/ 3885660 w 5876984"/>
              <a:gd name="connsiteY3786" fmla="*/ 903340 h 4550534"/>
              <a:gd name="connsiteX3787" fmla="*/ 4396743 w 5876984"/>
              <a:gd name="connsiteY3787" fmla="*/ 903141 h 4550534"/>
              <a:gd name="connsiteX3788" fmla="*/ 4401089 w 5876984"/>
              <a:gd name="connsiteY3788" fmla="*/ 916461 h 4550534"/>
              <a:gd name="connsiteX3789" fmla="*/ 4382034 w 5876984"/>
              <a:gd name="connsiteY3789" fmla="*/ 914894 h 4550534"/>
              <a:gd name="connsiteX3790" fmla="*/ 4396743 w 5876984"/>
              <a:gd name="connsiteY3790" fmla="*/ 903141 h 4550534"/>
              <a:gd name="connsiteX3791" fmla="*/ 4369671 w 5876984"/>
              <a:gd name="connsiteY3791" fmla="*/ 903141 h 4550534"/>
              <a:gd name="connsiteX3792" fmla="*/ 4359122 w 5876984"/>
              <a:gd name="connsiteY3792" fmla="*/ 928916 h 4550534"/>
              <a:gd name="connsiteX3793" fmla="*/ 4369671 w 5876984"/>
              <a:gd name="connsiteY3793" fmla="*/ 903141 h 4550534"/>
              <a:gd name="connsiteX3794" fmla="*/ 2114225 w 5876984"/>
              <a:gd name="connsiteY3794" fmla="*/ 903141 h 4550534"/>
              <a:gd name="connsiteX3795" fmla="*/ 2116518 w 5876984"/>
              <a:gd name="connsiteY3795" fmla="*/ 909932 h 4550534"/>
              <a:gd name="connsiteX3796" fmla="*/ 2091627 w 5876984"/>
              <a:gd name="connsiteY3796" fmla="*/ 913066 h 4550534"/>
              <a:gd name="connsiteX3797" fmla="*/ 2114225 w 5876984"/>
              <a:gd name="connsiteY3797" fmla="*/ 903141 h 4550534"/>
              <a:gd name="connsiteX3798" fmla="*/ 2088325 w 5876984"/>
              <a:gd name="connsiteY3798" fmla="*/ 899746 h 4550534"/>
              <a:gd name="connsiteX3799" fmla="*/ 2020423 w 5876984"/>
              <a:gd name="connsiteY3799" fmla="*/ 922126 h 4550534"/>
              <a:gd name="connsiteX3800" fmla="*/ 2088325 w 5876984"/>
              <a:gd name="connsiteY3800" fmla="*/ 899746 h 4550534"/>
              <a:gd name="connsiteX3801" fmla="*/ 3483626 w 5876984"/>
              <a:gd name="connsiteY3801" fmla="*/ 896752 h 4550534"/>
              <a:gd name="connsiteX3802" fmla="*/ 3498512 w 5876984"/>
              <a:gd name="connsiteY3802" fmla="*/ 903236 h 4550534"/>
              <a:gd name="connsiteX3803" fmla="*/ 3490054 w 5876984"/>
              <a:gd name="connsiteY3803" fmla="*/ 913092 h 4550534"/>
              <a:gd name="connsiteX3804" fmla="*/ 3483626 w 5876984"/>
              <a:gd name="connsiteY3804" fmla="*/ 896752 h 4550534"/>
              <a:gd name="connsiteX3805" fmla="*/ 2204894 w 5876984"/>
              <a:gd name="connsiteY3805" fmla="*/ 896741 h 4550534"/>
              <a:gd name="connsiteX3806" fmla="*/ 2221831 w 5876984"/>
              <a:gd name="connsiteY3806" fmla="*/ 898263 h 4550534"/>
              <a:gd name="connsiteX3807" fmla="*/ 2189989 w 5876984"/>
              <a:gd name="connsiteY3807" fmla="*/ 909678 h 4550534"/>
              <a:gd name="connsiteX3808" fmla="*/ 2204894 w 5876984"/>
              <a:gd name="connsiteY3808" fmla="*/ 896741 h 4550534"/>
              <a:gd name="connsiteX3809" fmla="*/ 3511634 w 5876984"/>
              <a:gd name="connsiteY3809" fmla="*/ 896351 h 4550534"/>
              <a:gd name="connsiteX3810" fmla="*/ 3506814 w 5876984"/>
              <a:gd name="connsiteY3810" fmla="*/ 902352 h 4550534"/>
              <a:gd name="connsiteX3811" fmla="*/ 3511634 w 5876984"/>
              <a:gd name="connsiteY3811" fmla="*/ 896351 h 4550534"/>
              <a:gd name="connsiteX3812" fmla="*/ 3502734 w 5876984"/>
              <a:gd name="connsiteY3812" fmla="*/ 895219 h 4550534"/>
              <a:gd name="connsiteX3813" fmla="*/ 3500138 w 5876984"/>
              <a:gd name="connsiteY3813" fmla="*/ 905143 h 4550534"/>
              <a:gd name="connsiteX3814" fmla="*/ 3502734 w 5876984"/>
              <a:gd name="connsiteY3814" fmla="*/ 895219 h 4550534"/>
              <a:gd name="connsiteX3815" fmla="*/ 1763775 w 5876984"/>
              <a:gd name="connsiteY3815" fmla="*/ 892591 h 4550534"/>
              <a:gd name="connsiteX3816" fmla="*/ 1782737 w 5876984"/>
              <a:gd name="connsiteY3816" fmla="*/ 895874 h 4550534"/>
              <a:gd name="connsiteX3817" fmla="*/ 1720772 w 5876984"/>
              <a:gd name="connsiteY3817" fmla="*/ 915066 h 4550534"/>
              <a:gd name="connsiteX3818" fmla="*/ 1740072 w 5876984"/>
              <a:gd name="connsiteY3818" fmla="*/ 902187 h 4550534"/>
              <a:gd name="connsiteX3819" fmla="*/ 1763775 w 5876984"/>
              <a:gd name="connsiteY3819" fmla="*/ 892591 h 4550534"/>
              <a:gd name="connsiteX3820" fmla="*/ 3924014 w 5876984"/>
              <a:gd name="connsiteY3820" fmla="*/ 890510 h 4550534"/>
              <a:gd name="connsiteX3821" fmla="*/ 3917622 w 5876984"/>
              <a:gd name="connsiteY3821" fmla="*/ 896925 h 4550534"/>
              <a:gd name="connsiteX3822" fmla="*/ 3924014 w 5876984"/>
              <a:gd name="connsiteY3822" fmla="*/ 890510 h 4550534"/>
              <a:gd name="connsiteX3823" fmla="*/ 4955788 w 5876984"/>
              <a:gd name="connsiteY3823" fmla="*/ 889560 h 4550534"/>
              <a:gd name="connsiteX3824" fmla="*/ 4920516 w 5876984"/>
              <a:gd name="connsiteY3824" fmla="*/ 942498 h 4550534"/>
              <a:gd name="connsiteX3825" fmla="*/ 4955788 w 5876984"/>
              <a:gd name="connsiteY3825" fmla="*/ 889560 h 4550534"/>
              <a:gd name="connsiteX3826" fmla="*/ 3523445 w 5876984"/>
              <a:gd name="connsiteY3826" fmla="*/ 889413 h 4550534"/>
              <a:gd name="connsiteX3827" fmla="*/ 3529796 w 5876984"/>
              <a:gd name="connsiteY3827" fmla="*/ 890912 h 4550534"/>
              <a:gd name="connsiteX3828" fmla="*/ 3529796 w 5876984"/>
              <a:gd name="connsiteY3828" fmla="*/ 898908 h 4550534"/>
              <a:gd name="connsiteX3829" fmla="*/ 3525451 w 5876984"/>
              <a:gd name="connsiteY3829" fmla="*/ 897159 h 4550534"/>
              <a:gd name="connsiteX3830" fmla="*/ 3525451 w 5876984"/>
              <a:gd name="connsiteY3830" fmla="*/ 894161 h 4550534"/>
              <a:gd name="connsiteX3831" fmla="*/ 3523445 w 5876984"/>
              <a:gd name="connsiteY3831" fmla="*/ 889413 h 4550534"/>
              <a:gd name="connsiteX3832" fmla="*/ 3536143 w 5876984"/>
              <a:gd name="connsiteY3832" fmla="*/ 885685 h 4550534"/>
              <a:gd name="connsiteX3833" fmla="*/ 3544286 w 5876984"/>
              <a:gd name="connsiteY3833" fmla="*/ 887099 h 4550534"/>
              <a:gd name="connsiteX3834" fmla="*/ 3546543 w 5876984"/>
              <a:gd name="connsiteY3834" fmla="*/ 894973 h 4550534"/>
              <a:gd name="connsiteX3835" fmla="*/ 3534289 w 5876984"/>
              <a:gd name="connsiteY3835" fmla="*/ 894973 h 4550534"/>
              <a:gd name="connsiteX3836" fmla="*/ 3536143 w 5876984"/>
              <a:gd name="connsiteY3836" fmla="*/ 885685 h 4550534"/>
              <a:gd name="connsiteX3837" fmla="*/ 1833177 w 5876984"/>
              <a:gd name="connsiteY3837" fmla="*/ 883901 h 4550534"/>
              <a:gd name="connsiteX3838" fmla="*/ 1799393 w 5876984"/>
              <a:gd name="connsiteY3838" fmla="*/ 893826 h 4550534"/>
              <a:gd name="connsiteX3839" fmla="*/ 1833177 w 5876984"/>
              <a:gd name="connsiteY3839" fmla="*/ 883901 h 4550534"/>
              <a:gd name="connsiteX3840" fmla="*/ 4810704 w 5876984"/>
              <a:gd name="connsiteY3840" fmla="*/ 883088 h 4550534"/>
              <a:gd name="connsiteX3841" fmla="*/ 4801531 w 5876984"/>
              <a:gd name="connsiteY3841" fmla="*/ 886858 h 4550534"/>
              <a:gd name="connsiteX3842" fmla="*/ 4788748 w 5876984"/>
              <a:gd name="connsiteY3842" fmla="*/ 891735 h 4550534"/>
              <a:gd name="connsiteX3843" fmla="*/ 4790766 w 5876984"/>
              <a:gd name="connsiteY3843" fmla="*/ 896611 h 4550534"/>
              <a:gd name="connsiteX3844" fmla="*/ 4784543 w 5876984"/>
              <a:gd name="connsiteY3844" fmla="*/ 894173 h 4550534"/>
              <a:gd name="connsiteX3845" fmla="*/ 4781940 w 5876984"/>
              <a:gd name="connsiteY3845" fmla="*/ 893153 h 4550534"/>
              <a:gd name="connsiteX3846" fmla="*/ 4781656 w 5876984"/>
              <a:gd name="connsiteY3846" fmla="*/ 895558 h 4550534"/>
              <a:gd name="connsiteX3847" fmla="*/ 4778808 w 5876984"/>
              <a:gd name="connsiteY3847" fmla="*/ 898242 h 4550534"/>
              <a:gd name="connsiteX3848" fmla="*/ 4788748 w 5876984"/>
              <a:gd name="connsiteY3848" fmla="*/ 898151 h 4550534"/>
              <a:gd name="connsiteX3849" fmla="*/ 4803550 w 5876984"/>
              <a:gd name="connsiteY3849" fmla="*/ 909701 h 4550534"/>
              <a:gd name="connsiteX3850" fmla="*/ 4799597 w 5876984"/>
              <a:gd name="connsiteY3850" fmla="*/ 903734 h 4550534"/>
              <a:gd name="connsiteX3851" fmla="*/ 4797490 w 5876984"/>
              <a:gd name="connsiteY3851" fmla="*/ 901646 h 4550534"/>
              <a:gd name="connsiteX3852" fmla="*/ 4796042 w 5876984"/>
              <a:gd name="connsiteY3852" fmla="*/ 901276 h 4550534"/>
              <a:gd name="connsiteX3853" fmla="*/ 4796168 w 5876984"/>
              <a:gd name="connsiteY3853" fmla="*/ 900336 h 4550534"/>
              <a:gd name="connsiteX3854" fmla="*/ 4796075 w 5876984"/>
              <a:gd name="connsiteY3854" fmla="*/ 900245 h 4550534"/>
              <a:gd name="connsiteX3855" fmla="*/ 4796264 w 5876984"/>
              <a:gd name="connsiteY3855" fmla="*/ 899614 h 4550534"/>
              <a:gd name="connsiteX3856" fmla="*/ 4796526 w 5876984"/>
              <a:gd name="connsiteY3856" fmla="*/ 897637 h 4550534"/>
              <a:gd name="connsiteX3857" fmla="*/ 4795700 w 5876984"/>
              <a:gd name="connsiteY3857" fmla="*/ 891204 h 4550534"/>
              <a:gd name="connsiteX3858" fmla="*/ 4801328 w 5876984"/>
              <a:gd name="connsiteY3858" fmla="*/ 889970 h 4550534"/>
              <a:gd name="connsiteX3859" fmla="*/ 4805411 w 5876984"/>
              <a:gd name="connsiteY3859" fmla="*/ 894940 h 4550534"/>
              <a:gd name="connsiteX3860" fmla="*/ 4804632 w 5876984"/>
              <a:gd name="connsiteY3860" fmla="*/ 896930 h 4550534"/>
              <a:gd name="connsiteX3861" fmla="*/ 4807628 w 5876984"/>
              <a:gd name="connsiteY3861" fmla="*/ 895167 h 4550534"/>
              <a:gd name="connsiteX3862" fmla="*/ 4816332 w 5876984"/>
              <a:gd name="connsiteY3862" fmla="*/ 895071 h 4550534"/>
              <a:gd name="connsiteX3863" fmla="*/ 4810704 w 5876984"/>
              <a:gd name="connsiteY3863" fmla="*/ 883088 h 4550534"/>
              <a:gd name="connsiteX3864" fmla="*/ 5217596 w 5876984"/>
              <a:gd name="connsiteY3864" fmla="*/ 881638 h 4550534"/>
              <a:gd name="connsiteX3865" fmla="*/ 5228721 w 5876984"/>
              <a:gd name="connsiteY3865" fmla="*/ 897715 h 4550534"/>
              <a:gd name="connsiteX3866" fmla="*/ 5217596 w 5876984"/>
              <a:gd name="connsiteY3866" fmla="*/ 881638 h 4550534"/>
              <a:gd name="connsiteX3867" fmla="*/ 2034241 w 5876984"/>
              <a:gd name="connsiteY3867" fmla="*/ 880896 h 4550534"/>
              <a:gd name="connsiteX3868" fmla="*/ 2044797 w 5876984"/>
              <a:gd name="connsiteY3868" fmla="*/ 881528 h 4550534"/>
              <a:gd name="connsiteX3869" fmla="*/ 2030167 w 5876984"/>
              <a:gd name="connsiteY3869" fmla="*/ 892647 h 4550534"/>
              <a:gd name="connsiteX3870" fmla="*/ 2038480 w 5876984"/>
              <a:gd name="connsiteY3870" fmla="*/ 891132 h 4550534"/>
              <a:gd name="connsiteX3871" fmla="*/ 2030167 w 5876984"/>
              <a:gd name="connsiteY3871" fmla="*/ 886329 h 4550534"/>
              <a:gd name="connsiteX3872" fmla="*/ 2034241 w 5876984"/>
              <a:gd name="connsiteY3872" fmla="*/ 880896 h 4550534"/>
              <a:gd name="connsiteX3873" fmla="*/ 5007390 w 5876984"/>
              <a:gd name="connsiteY3873" fmla="*/ 878243 h 4550534"/>
              <a:gd name="connsiteX3874" fmla="*/ 4994688 w 5876984"/>
              <a:gd name="connsiteY3874" fmla="*/ 893129 h 4550534"/>
              <a:gd name="connsiteX3875" fmla="*/ 5007390 w 5876984"/>
              <a:gd name="connsiteY3875" fmla="*/ 878243 h 4550534"/>
              <a:gd name="connsiteX3876" fmla="*/ 2457697 w 5876984"/>
              <a:gd name="connsiteY3876" fmla="*/ 878243 h 4550534"/>
              <a:gd name="connsiteX3877" fmla="*/ 2404629 w 5876984"/>
              <a:gd name="connsiteY3877" fmla="*/ 888167 h 4550534"/>
              <a:gd name="connsiteX3878" fmla="*/ 2457697 w 5876984"/>
              <a:gd name="connsiteY3878" fmla="*/ 878243 h 4550534"/>
              <a:gd name="connsiteX3879" fmla="*/ 1860285 w 5876984"/>
              <a:gd name="connsiteY3879" fmla="*/ 877531 h 4550534"/>
              <a:gd name="connsiteX3880" fmla="*/ 1855870 w 5876984"/>
              <a:gd name="connsiteY3880" fmla="*/ 890725 h 4550534"/>
              <a:gd name="connsiteX3881" fmla="*/ 1840928 w 5876984"/>
              <a:gd name="connsiteY3881" fmla="*/ 885809 h 4550534"/>
              <a:gd name="connsiteX3882" fmla="*/ 1860285 w 5876984"/>
              <a:gd name="connsiteY3882" fmla="*/ 877531 h 4550534"/>
              <a:gd name="connsiteX3883" fmla="*/ 2087260 w 5876984"/>
              <a:gd name="connsiteY3883" fmla="*/ 874922 h 4550534"/>
              <a:gd name="connsiteX3884" fmla="*/ 2095739 w 5876984"/>
              <a:gd name="connsiteY3884" fmla="*/ 875224 h 4550534"/>
              <a:gd name="connsiteX3885" fmla="*/ 2053058 w 5876984"/>
              <a:gd name="connsiteY3885" fmla="*/ 883022 h 4550534"/>
              <a:gd name="connsiteX3886" fmla="*/ 2087260 w 5876984"/>
              <a:gd name="connsiteY3886" fmla="*/ 874922 h 4550534"/>
              <a:gd name="connsiteX3887" fmla="*/ 4597748 w 5876984"/>
              <a:gd name="connsiteY3887" fmla="*/ 872584 h 4550534"/>
              <a:gd name="connsiteX3888" fmla="*/ 4595708 w 5876984"/>
              <a:gd name="connsiteY3888" fmla="*/ 895297 h 4550534"/>
              <a:gd name="connsiteX3889" fmla="*/ 4571912 w 5876984"/>
              <a:gd name="connsiteY3889" fmla="*/ 890448 h 4550534"/>
              <a:gd name="connsiteX3890" fmla="*/ 4597748 w 5876984"/>
              <a:gd name="connsiteY3890" fmla="*/ 872584 h 4550534"/>
              <a:gd name="connsiteX3891" fmla="*/ 5065340 w 5876984"/>
              <a:gd name="connsiteY3891" fmla="*/ 870697 h 4550534"/>
              <a:gd name="connsiteX3892" fmla="*/ 5080392 w 5876984"/>
              <a:gd name="connsiteY3892" fmla="*/ 874053 h 4550534"/>
              <a:gd name="connsiteX3893" fmla="*/ 5065340 w 5876984"/>
              <a:gd name="connsiteY3893" fmla="*/ 886959 h 4550534"/>
              <a:gd name="connsiteX3894" fmla="*/ 5080392 w 5876984"/>
              <a:gd name="connsiteY3894" fmla="*/ 903221 h 4550534"/>
              <a:gd name="connsiteX3895" fmla="*/ 5065340 w 5876984"/>
              <a:gd name="connsiteY3895" fmla="*/ 911480 h 4550534"/>
              <a:gd name="connsiteX3896" fmla="*/ 5071694 w 5876984"/>
              <a:gd name="connsiteY3896" fmla="*/ 924386 h 4550534"/>
              <a:gd name="connsiteX3897" fmla="*/ 5046608 w 5876984"/>
              <a:gd name="connsiteY3897" fmla="*/ 916385 h 4550534"/>
              <a:gd name="connsiteX3898" fmla="*/ 5065340 w 5876984"/>
              <a:gd name="connsiteY3898" fmla="*/ 874053 h 4550534"/>
              <a:gd name="connsiteX3899" fmla="*/ 5065340 w 5876984"/>
              <a:gd name="connsiteY3899" fmla="*/ 870697 h 4550534"/>
              <a:gd name="connsiteX3900" fmla="*/ 5256344 w 5876984"/>
              <a:gd name="connsiteY3900" fmla="*/ 870688 h 4550534"/>
              <a:gd name="connsiteX3901" fmla="*/ 5245328 w 5876984"/>
              <a:gd name="connsiteY3901" fmla="*/ 887692 h 4550534"/>
              <a:gd name="connsiteX3902" fmla="*/ 5249514 w 5876984"/>
              <a:gd name="connsiteY3902" fmla="*/ 907611 h 4550534"/>
              <a:gd name="connsiteX3903" fmla="*/ 5250816 w 5876984"/>
              <a:gd name="connsiteY3903" fmla="*/ 906742 h 4550534"/>
              <a:gd name="connsiteX3904" fmla="*/ 5255672 w 5876984"/>
              <a:gd name="connsiteY3904" fmla="*/ 890099 h 4550534"/>
              <a:gd name="connsiteX3905" fmla="*/ 5255711 w 5876984"/>
              <a:gd name="connsiteY3905" fmla="*/ 888957 h 4550534"/>
              <a:gd name="connsiteX3906" fmla="*/ 5255546 w 5876984"/>
              <a:gd name="connsiteY3906" fmla="*/ 882878 h 4550534"/>
              <a:gd name="connsiteX3907" fmla="*/ 5255964 w 5876984"/>
              <a:gd name="connsiteY3907" fmla="*/ 881670 h 4550534"/>
              <a:gd name="connsiteX3908" fmla="*/ 3929589 w 5876984"/>
              <a:gd name="connsiteY3908" fmla="*/ 870195 h 4550534"/>
              <a:gd name="connsiteX3909" fmla="*/ 3942224 w 5876984"/>
              <a:gd name="connsiteY3909" fmla="*/ 870195 h 4550534"/>
              <a:gd name="connsiteX3910" fmla="*/ 3929589 w 5876984"/>
              <a:gd name="connsiteY3910" fmla="*/ 870195 h 4550534"/>
              <a:gd name="connsiteX3911" fmla="*/ 3905449 w 5876984"/>
              <a:gd name="connsiteY3911" fmla="*/ 870066 h 4550534"/>
              <a:gd name="connsiteX3912" fmla="*/ 3918873 w 5876984"/>
              <a:gd name="connsiteY3912" fmla="*/ 876333 h 4550534"/>
              <a:gd name="connsiteX3913" fmla="*/ 3906238 w 5876984"/>
              <a:gd name="connsiteY3913" fmla="*/ 876333 h 4550534"/>
              <a:gd name="connsiteX3914" fmla="*/ 3905449 w 5876984"/>
              <a:gd name="connsiteY3914" fmla="*/ 870066 h 4550534"/>
              <a:gd name="connsiteX3915" fmla="*/ 4428183 w 5876984"/>
              <a:gd name="connsiteY3915" fmla="*/ 870058 h 4550534"/>
              <a:gd name="connsiteX3916" fmla="*/ 4427147 w 5876984"/>
              <a:gd name="connsiteY3916" fmla="*/ 873404 h 4550534"/>
              <a:gd name="connsiteX3917" fmla="*/ 4424070 w 5876984"/>
              <a:gd name="connsiteY3917" fmla="*/ 876823 h 4550534"/>
              <a:gd name="connsiteX3918" fmla="*/ 4426942 w 5876984"/>
              <a:gd name="connsiteY3918" fmla="*/ 877353 h 4550534"/>
              <a:gd name="connsiteX3919" fmla="*/ 4439557 w 5876984"/>
              <a:gd name="connsiteY3919" fmla="*/ 883365 h 4550534"/>
              <a:gd name="connsiteX3920" fmla="*/ 4410218 w 5876984"/>
              <a:gd name="connsiteY3920" fmla="*/ 880327 h 4550534"/>
              <a:gd name="connsiteX3921" fmla="*/ 4415992 w 5876984"/>
              <a:gd name="connsiteY3921" fmla="*/ 875835 h 4550534"/>
              <a:gd name="connsiteX3922" fmla="*/ 4414669 w 5876984"/>
              <a:gd name="connsiteY3922" fmla="*/ 873910 h 4550534"/>
              <a:gd name="connsiteX3923" fmla="*/ 4425489 w 5876984"/>
              <a:gd name="connsiteY3923" fmla="*/ 870612 h 4550534"/>
              <a:gd name="connsiteX3924" fmla="*/ 4428183 w 5876984"/>
              <a:gd name="connsiteY3924" fmla="*/ 870058 h 4550534"/>
              <a:gd name="connsiteX3925" fmla="*/ 4937069 w 5876984"/>
              <a:gd name="connsiteY3925" fmla="*/ 870012 h 4550534"/>
              <a:gd name="connsiteX3926" fmla="*/ 4940950 w 5876984"/>
              <a:gd name="connsiteY3926" fmla="*/ 870642 h 4550534"/>
              <a:gd name="connsiteX3927" fmla="*/ 4926240 w 5876984"/>
              <a:gd name="connsiteY3927" fmla="*/ 891569 h 4550534"/>
              <a:gd name="connsiteX3928" fmla="*/ 4924236 w 5876984"/>
              <a:gd name="connsiteY3928" fmla="*/ 873960 h 4550534"/>
              <a:gd name="connsiteX3929" fmla="*/ 4937069 w 5876984"/>
              <a:gd name="connsiteY3929" fmla="*/ 870012 h 4550534"/>
              <a:gd name="connsiteX3930" fmla="*/ 5353784 w 5876984"/>
              <a:gd name="connsiteY3930" fmla="*/ 866925 h 4550534"/>
              <a:gd name="connsiteX3931" fmla="*/ 5353784 w 5876984"/>
              <a:gd name="connsiteY3931" fmla="*/ 891564 h 4550534"/>
              <a:gd name="connsiteX3932" fmla="*/ 5345294 w 5876984"/>
              <a:gd name="connsiteY3932" fmla="*/ 880153 h 4550534"/>
              <a:gd name="connsiteX3933" fmla="*/ 5338842 w 5876984"/>
              <a:gd name="connsiteY3933" fmla="*/ 881708 h 4550534"/>
              <a:gd name="connsiteX3934" fmla="*/ 5353784 w 5876984"/>
              <a:gd name="connsiteY3934" fmla="*/ 866925 h 4550534"/>
              <a:gd name="connsiteX3935" fmla="*/ 2427590 w 5876984"/>
              <a:gd name="connsiteY3935" fmla="*/ 864662 h 4550534"/>
              <a:gd name="connsiteX3936" fmla="*/ 2433962 w 5876984"/>
              <a:gd name="connsiteY3936" fmla="*/ 876194 h 4550534"/>
              <a:gd name="connsiteX3937" fmla="*/ 2400089 w 5876984"/>
              <a:gd name="connsiteY3937" fmla="*/ 872786 h 4550534"/>
              <a:gd name="connsiteX3938" fmla="*/ 2427590 w 5876984"/>
              <a:gd name="connsiteY3938" fmla="*/ 864662 h 4550534"/>
              <a:gd name="connsiteX3939" fmla="*/ 2971391 w 5876984"/>
              <a:gd name="connsiteY3939" fmla="*/ 861168 h 4550534"/>
              <a:gd name="connsiteX3940" fmla="*/ 2952083 w 5876984"/>
              <a:gd name="connsiteY3940" fmla="*/ 872330 h 4550534"/>
              <a:gd name="connsiteX3941" fmla="*/ 2971391 w 5876984"/>
              <a:gd name="connsiteY3941" fmla="*/ 861168 h 4550534"/>
              <a:gd name="connsiteX3942" fmla="*/ 2889382 w 5876984"/>
              <a:gd name="connsiteY3942" fmla="*/ 860511 h 4550534"/>
              <a:gd name="connsiteX3943" fmla="*/ 2887417 w 5876984"/>
              <a:gd name="connsiteY3943" fmla="*/ 870069 h 4550534"/>
              <a:gd name="connsiteX3944" fmla="*/ 2864491 w 5876984"/>
              <a:gd name="connsiteY3944" fmla="*/ 866799 h 4550534"/>
              <a:gd name="connsiteX3945" fmla="*/ 2889382 w 5876984"/>
              <a:gd name="connsiteY3945" fmla="*/ 860511 h 4550534"/>
              <a:gd name="connsiteX3946" fmla="*/ 4333792 w 5876984"/>
              <a:gd name="connsiteY3946" fmla="*/ 859003 h 4550534"/>
              <a:gd name="connsiteX3947" fmla="*/ 4325186 w 5876984"/>
              <a:gd name="connsiteY3947" fmla="*/ 891565 h 4550534"/>
              <a:gd name="connsiteX3948" fmla="*/ 4333792 w 5876984"/>
              <a:gd name="connsiteY3948" fmla="*/ 859003 h 4550534"/>
              <a:gd name="connsiteX3949" fmla="*/ 5660321 w 5876984"/>
              <a:gd name="connsiteY3949" fmla="*/ 854476 h 4550534"/>
              <a:gd name="connsiteX3950" fmla="*/ 5660321 w 5876984"/>
              <a:gd name="connsiteY3950" fmla="*/ 860722 h 4550534"/>
              <a:gd name="connsiteX3951" fmla="*/ 5670802 w 5876984"/>
              <a:gd name="connsiteY3951" fmla="*/ 865469 h 4550534"/>
              <a:gd name="connsiteX3952" fmla="*/ 5652134 w 5876984"/>
              <a:gd name="connsiteY3952" fmla="*/ 873466 h 4550534"/>
              <a:gd name="connsiteX3953" fmla="*/ 5660321 w 5876984"/>
              <a:gd name="connsiteY3953" fmla="*/ 854476 h 4550534"/>
              <a:gd name="connsiteX3954" fmla="*/ 5452130 w 5876984"/>
              <a:gd name="connsiteY3954" fmla="*/ 852721 h 4550534"/>
              <a:gd name="connsiteX3955" fmla="*/ 5443384 w 5876984"/>
              <a:gd name="connsiteY3955" fmla="*/ 869147 h 4550534"/>
              <a:gd name="connsiteX3956" fmla="*/ 5452130 w 5876984"/>
              <a:gd name="connsiteY3956" fmla="*/ 852721 h 4550534"/>
              <a:gd name="connsiteX3957" fmla="*/ 5078872 w 5876984"/>
              <a:gd name="connsiteY3957" fmla="*/ 851894 h 4550534"/>
              <a:gd name="connsiteX3958" fmla="*/ 5080798 w 5876984"/>
              <a:gd name="connsiteY3958" fmla="*/ 852800 h 4550534"/>
              <a:gd name="connsiteX3959" fmla="*/ 5080798 w 5876984"/>
              <a:gd name="connsiteY3959" fmla="*/ 865543 h 4550534"/>
              <a:gd name="connsiteX3960" fmla="*/ 5061442 w 5876984"/>
              <a:gd name="connsiteY3960" fmla="*/ 862295 h 4550534"/>
              <a:gd name="connsiteX3961" fmla="*/ 5078872 w 5876984"/>
              <a:gd name="connsiteY3961" fmla="*/ 851894 h 4550534"/>
              <a:gd name="connsiteX3962" fmla="*/ 1849491 w 5876984"/>
              <a:gd name="connsiteY3962" fmla="*/ 851471 h 4550534"/>
              <a:gd name="connsiteX3963" fmla="*/ 1813247 w 5876984"/>
              <a:gd name="connsiteY3963" fmla="*/ 864408 h 4550534"/>
              <a:gd name="connsiteX3964" fmla="*/ 1849491 w 5876984"/>
              <a:gd name="connsiteY3964" fmla="*/ 851471 h 4550534"/>
              <a:gd name="connsiteX3965" fmla="*/ 5780566 w 5876984"/>
              <a:gd name="connsiteY3965" fmla="*/ 849949 h 4550534"/>
              <a:gd name="connsiteX3966" fmla="*/ 5780566 w 5876984"/>
              <a:gd name="connsiteY3966" fmla="*/ 866288 h 4550534"/>
              <a:gd name="connsiteX3967" fmla="*/ 5765810 w 5876984"/>
              <a:gd name="connsiteY3967" fmla="*/ 864732 h 4550534"/>
              <a:gd name="connsiteX3968" fmla="*/ 5765810 w 5876984"/>
              <a:gd name="connsiteY3968" fmla="*/ 874588 h 4550534"/>
              <a:gd name="connsiteX3969" fmla="*/ 5780566 w 5876984"/>
              <a:gd name="connsiteY3969" fmla="*/ 849949 h 4550534"/>
              <a:gd name="connsiteX3970" fmla="*/ 5014961 w 5876984"/>
              <a:gd name="connsiteY3970" fmla="*/ 849949 h 4550534"/>
              <a:gd name="connsiteX3971" fmla="*/ 5014961 w 5876984"/>
              <a:gd name="connsiteY3971" fmla="*/ 874588 h 4550534"/>
              <a:gd name="connsiteX3972" fmla="*/ 5014961 w 5876984"/>
              <a:gd name="connsiteY3972" fmla="*/ 849949 h 4550534"/>
              <a:gd name="connsiteX3973" fmla="*/ 4452100 w 5876984"/>
              <a:gd name="connsiteY3973" fmla="*/ 849744 h 4550534"/>
              <a:gd name="connsiteX3974" fmla="*/ 4442416 w 5876984"/>
              <a:gd name="connsiteY3974" fmla="*/ 880251 h 4550534"/>
              <a:gd name="connsiteX3975" fmla="*/ 4429478 w 5876984"/>
              <a:gd name="connsiteY3975" fmla="*/ 865728 h 4550534"/>
              <a:gd name="connsiteX3976" fmla="*/ 4447922 w 5876984"/>
              <a:gd name="connsiteY3976" fmla="*/ 850297 h 4550534"/>
              <a:gd name="connsiteX3977" fmla="*/ 4452100 w 5876984"/>
              <a:gd name="connsiteY3977" fmla="*/ 849744 h 4550534"/>
              <a:gd name="connsiteX3978" fmla="*/ 5708785 w 5876984"/>
              <a:gd name="connsiteY3978" fmla="*/ 847685 h 4550534"/>
              <a:gd name="connsiteX3979" fmla="*/ 5724190 w 5876984"/>
              <a:gd name="connsiteY3979" fmla="*/ 907412 h 4550534"/>
              <a:gd name="connsiteX3980" fmla="*/ 5708785 w 5876984"/>
              <a:gd name="connsiteY3980" fmla="*/ 847685 h 4550534"/>
              <a:gd name="connsiteX3981" fmla="*/ 3068127 w 5876984"/>
              <a:gd name="connsiteY3981" fmla="*/ 841970 h 4550534"/>
              <a:gd name="connsiteX3982" fmla="*/ 3079250 w 5876984"/>
              <a:gd name="connsiteY3982" fmla="*/ 844095 h 4550534"/>
              <a:gd name="connsiteX3983" fmla="*/ 3060303 w 5876984"/>
              <a:gd name="connsiteY3983" fmla="*/ 842319 h 4550534"/>
              <a:gd name="connsiteX3984" fmla="*/ 3068127 w 5876984"/>
              <a:gd name="connsiteY3984" fmla="*/ 841970 h 4550534"/>
              <a:gd name="connsiteX3985" fmla="*/ 3163798 w 5876984"/>
              <a:gd name="connsiteY3985" fmla="*/ 839741 h 4550534"/>
              <a:gd name="connsiteX3986" fmla="*/ 3175662 w 5876984"/>
              <a:gd name="connsiteY3986" fmla="*/ 845161 h 4550534"/>
              <a:gd name="connsiteX3987" fmla="*/ 3153759 w 5876984"/>
              <a:gd name="connsiteY3987" fmla="*/ 841765 h 4550534"/>
              <a:gd name="connsiteX3988" fmla="*/ 3163798 w 5876984"/>
              <a:gd name="connsiteY3988" fmla="*/ 839741 h 4550534"/>
              <a:gd name="connsiteX3989" fmla="*/ 5080587 w 5876984"/>
              <a:gd name="connsiteY3989" fmla="*/ 832973 h 4550534"/>
              <a:gd name="connsiteX3990" fmla="*/ 5089279 w 5876984"/>
              <a:gd name="connsiteY3990" fmla="*/ 841134 h 4550534"/>
              <a:gd name="connsiteX3991" fmla="*/ 5067376 w 5876984"/>
              <a:gd name="connsiteY3991" fmla="*/ 844449 h 4550534"/>
              <a:gd name="connsiteX3992" fmla="*/ 5080587 w 5876984"/>
              <a:gd name="connsiteY3992" fmla="*/ 832973 h 4550534"/>
              <a:gd name="connsiteX3993" fmla="*/ 3101551 w 5876984"/>
              <a:gd name="connsiteY3993" fmla="*/ 832752 h 4550534"/>
              <a:gd name="connsiteX3994" fmla="*/ 3108926 w 5876984"/>
              <a:gd name="connsiteY3994" fmla="*/ 834356 h 4550534"/>
              <a:gd name="connsiteX3995" fmla="*/ 3094422 w 5876984"/>
              <a:gd name="connsiteY3995" fmla="*/ 835864 h 4550534"/>
              <a:gd name="connsiteX3996" fmla="*/ 3101551 w 5876984"/>
              <a:gd name="connsiteY3996" fmla="*/ 832752 h 4550534"/>
              <a:gd name="connsiteX3997" fmla="*/ 1816920 w 5876984"/>
              <a:gd name="connsiteY3997" fmla="*/ 832640 h 4550534"/>
              <a:gd name="connsiteX3998" fmla="*/ 1830206 w 5876984"/>
              <a:gd name="connsiteY3998" fmla="*/ 839802 h 4550534"/>
              <a:gd name="connsiteX3999" fmla="*/ 1802359 w 5876984"/>
              <a:gd name="connsiteY3999" fmla="*/ 841351 h 4550534"/>
              <a:gd name="connsiteX4000" fmla="*/ 1816920 w 5876984"/>
              <a:gd name="connsiteY4000" fmla="*/ 832640 h 4550534"/>
              <a:gd name="connsiteX4001" fmla="*/ 2178810 w 5876984"/>
              <a:gd name="connsiteY4001" fmla="*/ 829954 h 4550534"/>
              <a:gd name="connsiteX4002" fmla="*/ 2150964 w 5876984"/>
              <a:gd name="connsiteY4002" fmla="*/ 839511 h 4550534"/>
              <a:gd name="connsiteX4003" fmla="*/ 2178810 w 5876984"/>
              <a:gd name="connsiteY4003" fmla="*/ 829954 h 4550534"/>
              <a:gd name="connsiteX4004" fmla="*/ 2975178 w 5876984"/>
              <a:gd name="connsiteY4004" fmla="*/ 828038 h 4550534"/>
              <a:gd name="connsiteX4005" fmla="*/ 2994690 w 5876984"/>
              <a:gd name="connsiteY4005" fmla="*/ 831222 h 4550534"/>
              <a:gd name="connsiteX4006" fmla="*/ 2972781 w 5876984"/>
              <a:gd name="connsiteY4006" fmla="*/ 836261 h 4550534"/>
              <a:gd name="connsiteX4007" fmla="*/ 2975178 w 5876984"/>
              <a:gd name="connsiteY4007" fmla="*/ 828038 h 4550534"/>
              <a:gd name="connsiteX4008" fmla="*/ 4401414 w 5876984"/>
              <a:gd name="connsiteY4008" fmla="*/ 826182 h 4550534"/>
              <a:gd name="connsiteX4009" fmla="*/ 4403380 w 5876984"/>
              <a:gd name="connsiteY4009" fmla="*/ 844035 h 4550534"/>
              <a:gd name="connsiteX4010" fmla="*/ 4401414 w 5876984"/>
              <a:gd name="connsiteY4010" fmla="*/ 826182 h 4550534"/>
              <a:gd name="connsiteX4011" fmla="*/ 3063898 w 5876984"/>
              <a:gd name="connsiteY4011" fmla="*/ 825622 h 4550534"/>
              <a:gd name="connsiteX4012" fmla="*/ 3068861 w 5876984"/>
              <a:gd name="connsiteY4012" fmla="*/ 829650 h 4550534"/>
              <a:gd name="connsiteX4013" fmla="*/ 3055853 w 5876984"/>
              <a:gd name="connsiteY4013" fmla="*/ 831150 h 4550534"/>
              <a:gd name="connsiteX4014" fmla="*/ 3063898 w 5876984"/>
              <a:gd name="connsiteY4014" fmla="*/ 825622 h 4550534"/>
              <a:gd name="connsiteX4015" fmla="*/ 5792812 w 5876984"/>
              <a:gd name="connsiteY4015" fmla="*/ 823919 h 4550534"/>
              <a:gd name="connsiteX4016" fmla="*/ 5814174 w 5876984"/>
              <a:gd name="connsiteY4016" fmla="*/ 888173 h 4550534"/>
              <a:gd name="connsiteX4017" fmla="*/ 5792812 w 5876984"/>
              <a:gd name="connsiteY4017" fmla="*/ 823919 h 4550534"/>
              <a:gd name="connsiteX4018" fmla="*/ 4456554 w 5876984"/>
              <a:gd name="connsiteY4018" fmla="*/ 823919 h 4550534"/>
              <a:gd name="connsiteX4019" fmla="*/ 4458888 w 5876984"/>
              <a:gd name="connsiteY4019" fmla="*/ 841768 h 4550534"/>
              <a:gd name="connsiteX4020" fmla="*/ 4456554 w 5876984"/>
              <a:gd name="connsiteY4020" fmla="*/ 823919 h 4550534"/>
              <a:gd name="connsiteX4021" fmla="*/ 5027901 w 5876984"/>
              <a:gd name="connsiteY4021" fmla="*/ 821655 h 4550534"/>
              <a:gd name="connsiteX4022" fmla="*/ 5015456 w 5876984"/>
              <a:gd name="connsiteY4022" fmla="*/ 835897 h 4550534"/>
              <a:gd name="connsiteX4023" fmla="*/ 5027901 w 5876984"/>
              <a:gd name="connsiteY4023" fmla="*/ 821655 h 4550534"/>
              <a:gd name="connsiteX4024" fmla="*/ 4631132 w 5876984"/>
              <a:gd name="connsiteY4024" fmla="*/ 820523 h 4550534"/>
              <a:gd name="connsiteX4025" fmla="*/ 4648192 w 5876984"/>
              <a:gd name="connsiteY4025" fmla="*/ 826938 h 4550534"/>
              <a:gd name="connsiteX4026" fmla="*/ 4646185 w 5876984"/>
              <a:gd name="connsiteY4026" fmla="*/ 840026 h 4550534"/>
              <a:gd name="connsiteX4027" fmla="*/ 4635481 w 5876984"/>
              <a:gd name="connsiteY4027" fmla="*/ 841565 h 4550534"/>
              <a:gd name="connsiteX4028" fmla="*/ 4650198 w 5876984"/>
              <a:gd name="connsiteY4028" fmla="*/ 851317 h 4550534"/>
              <a:gd name="connsiteX4029" fmla="*/ 4639829 w 5876984"/>
              <a:gd name="connsiteY4029" fmla="*/ 864405 h 4550534"/>
              <a:gd name="connsiteX4030" fmla="*/ 4616415 w 5876984"/>
              <a:gd name="connsiteY4030" fmla="*/ 846442 h 4550534"/>
              <a:gd name="connsiteX4031" fmla="*/ 4637488 w 5876984"/>
              <a:gd name="connsiteY4031" fmla="*/ 833354 h 4550534"/>
              <a:gd name="connsiteX4032" fmla="*/ 4627119 w 5876984"/>
              <a:gd name="connsiteY4032" fmla="*/ 823859 h 4550534"/>
              <a:gd name="connsiteX4033" fmla="*/ 4631132 w 5876984"/>
              <a:gd name="connsiteY4033" fmla="*/ 820523 h 4550534"/>
              <a:gd name="connsiteX4034" fmla="*/ 4362402 w 5876984"/>
              <a:gd name="connsiteY4034" fmla="*/ 820523 h 4550534"/>
              <a:gd name="connsiteX4035" fmla="*/ 4344670 w 5876984"/>
              <a:gd name="connsiteY4035" fmla="*/ 859876 h 4550534"/>
              <a:gd name="connsiteX4036" fmla="*/ 4362402 w 5876984"/>
              <a:gd name="connsiteY4036" fmla="*/ 820523 h 4550534"/>
              <a:gd name="connsiteX4037" fmla="*/ 4013324 w 5876984"/>
              <a:gd name="connsiteY4037" fmla="*/ 819829 h 4550534"/>
              <a:gd name="connsiteX4038" fmla="*/ 4025674 w 5876984"/>
              <a:gd name="connsiteY4038" fmla="*/ 821689 h 4550534"/>
              <a:gd name="connsiteX4039" fmla="*/ 4015186 w 5876984"/>
              <a:gd name="connsiteY4039" fmla="*/ 824810 h 4550534"/>
              <a:gd name="connsiteX4040" fmla="*/ 4013324 w 5876984"/>
              <a:gd name="connsiteY4040" fmla="*/ 819829 h 4550534"/>
              <a:gd name="connsiteX4041" fmla="*/ 5458522 w 5876984"/>
              <a:gd name="connsiteY4041" fmla="*/ 817044 h 4550534"/>
              <a:gd name="connsiteX4042" fmla="*/ 5460540 w 5876984"/>
              <a:gd name="connsiteY4042" fmla="*/ 833214 h 4550534"/>
              <a:gd name="connsiteX4043" fmla="*/ 5468950 w 5876984"/>
              <a:gd name="connsiteY4043" fmla="*/ 823718 h 4550534"/>
              <a:gd name="connsiteX4044" fmla="*/ 5458522 w 5876984"/>
              <a:gd name="connsiteY4044" fmla="*/ 817044 h 4550534"/>
              <a:gd name="connsiteX4045" fmla="*/ 2930738 w 5876984"/>
              <a:gd name="connsiteY4045" fmla="*/ 815368 h 4550534"/>
              <a:gd name="connsiteX4046" fmla="*/ 2945732 w 5876984"/>
              <a:gd name="connsiteY4046" fmla="*/ 815799 h 4550534"/>
              <a:gd name="connsiteX4047" fmla="*/ 2937040 w 5876984"/>
              <a:gd name="connsiteY4047" fmla="*/ 817276 h 4550534"/>
              <a:gd name="connsiteX4048" fmla="*/ 2937040 w 5876984"/>
              <a:gd name="connsiteY4048" fmla="*/ 820474 h 4550534"/>
              <a:gd name="connsiteX4049" fmla="*/ 2923828 w 5876984"/>
              <a:gd name="connsiteY4049" fmla="*/ 821950 h 4550534"/>
              <a:gd name="connsiteX4050" fmla="*/ 2930738 w 5876984"/>
              <a:gd name="connsiteY4050" fmla="*/ 815368 h 4550534"/>
              <a:gd name="connsiteX4051" fmla="*/ 3050489 w 5876984"/>
              <a:gd name="connsiteY4051" fmla="*/ 814864 h 4550534"/>
              <a:gd name="connsiteX4052" fmla="*/ 3056994 w 5876984"/>
              <a:gd name="connsiteY4052" fmla="*/ 818134 h 4550534"/>
              <a:gd name="connsiteX4053" fmla="*/ 3054940 w 5876984"/>
              <a:gd name="connsiteY4053" fmla="*/ 825930 h 4550534"/>
              <a:gd name="connsiteX4054" fmla="*/ 3050489 w 5876984"/>
              <a:gd name="connsiteY4054" fmla="*/ 814864 h 4550534"/>
              <a:gd name="connsiteX4055" fmla="*/ 2258482 w 5876984"/>
              <a:gd name="connsiteY4055" fmla="*/ 814864 h 4550534"/>
              <a:gd name="connsiteX4056" fmla="*/ 2264852 w 5876984"/>
              <a:gd name="connsiteY4056" fmla="*/ 819684 h 4550534"/>
              <a:gd name="connsiteX4057" fmla="*/ 2216235 w 5876984"/>
              <a:gd name="connsiteY4057" fmla="*/ 822982 h 4550534"/>
              <a:gd name="connsiteX4058" fmla="*/ 2258482 w 5876984"/>
              <a:gd name="connsiteY4058" fmla="*/ 814864 h 4550534"/>
              <a:gd name="connsiteX4059" fmla="*/ 2655639 w 5876984"/>
              <a:gd name="connsiteY4059" fmla="*/ 809343 h 4550534"/>
              <a:gd name="connsiteX4060" fmla="*/ 2645264 w 5876984"/>
              <a:gd name="connsiteY4060" fmla="*/ 814267 h 4550534"/>
              <a:gd name="connsiteX4061" fmla="*/ 2670802 w 5876984"/>
              <a:gd name="connsiteY4061" fmla="*/ 809407 h 4550534"/>
              <a:gd name="connsiteX4062" fmla="*/ 2655639 w 5876984"/>
              <a:gd name="connsiteY4062" fmla="*/ 809343 h 4550534"/>
              <a:gd name="connsiteX4063" fmla="*/ 2745324 w 5876984"/>
              <a:gd name="connsiteY4063" fmla="*/ 809205 h 4550534"/>
              <a:gd name="connsiteX4064" fmla="*/ 2753894 w 5876984"/>
              <a:gd name="connsiteY4064" fmla="*/ 809205 h 4550534"/>
              <a:gd name="connsiteX4065" fmla="*/ 2755872 w 5876984"/>
              <a:gd name="connsiteY4065" fmla="*/ 812250 h 4550534"/>
              <a:gd name="connsiteX4066" fmla="*/ 2726533 w 5876984"/>
              <a:gd name="connsiteY4066" fmla="*/ 823665 h 4550534"/>
              <a:gd name="connsiteX4067" fmla="*/ 2745324 w 5876984"/>
              <a:gd name="connsiteY4067" fmla="*/ 809205 h 4550534"/>
              <a:gd name="connsiteX4068" fmla="*/ 4308413 w 5876984"/>
              <a:gd name="connsiteY4068" fmla="*/ 806942 h 4550534"/>
              <a:gd name="connsiteX4069" fmla="*/ 4314855 w 5876984"/>
              <a:gd name="connsiteY4069" fmla="*/ 806942 h 4550534"/>
              <a:gd name="connsiteX4070" fmla="*/ 4321298 w 5876984"/>
              <a:gd name="connsiteY4070" fmla="*/ 810337 h 4550534"/>
              <a:gd name="connsiteX4071" fmla="*/ 4308413 w 5876984"/>
              <a:gd name="connsiteY4071" fmla="*/ 813732 h 4550534"/>
              <a:gd name="connsiteX4072" fmla="*/ 4308413 w 5876984"/>
              <a:gd name="connsiteY4072" fmla="*/ 806942 h 4550534"/>
              <a:gd name="connsiteX4073" fmla="*/ 2411223 w 5876984"/>
              <a:gd name="connsiteY4073" fmla="*/ 806942 h 4550534"/>
              <a:gd name="connsiteX4074" fmla="*/ 2413200 w 5876984"/>
              <a:gd name="connsiteY4074" fmla="*/ 818186 h 4550534"/>
              <a:gd name="connsiteX4075" fmla="*/ 2398696 w 5876984"/>
              <a:gd name="connsiteY4075" fmla="*/ 816437 h 4550534"/>
              <a:gd name="connsiteX4076" fmla="*/ 2377928 w 5876984"/>
              <a:gd name="connsiteY4076" fmla="*/ 814938 h 4550534"/>
              <a:gd name="connsiteX4077" fmla="*/ 2411223 w 5876984"/>
              <a:gd name="connsiteY4077" fmla="*/ 806942 h 4550534"/>
              <a:gd name="connsiteX4078" fmla="*/ 4510710 w 5876984"/>
              <a:gd name="connsiteY4078" fmla="*/ 806730 h 4550534"/>
              <a:gd name="connsiteX4079" fmla="*/ 4525630 w 5876984"/>
              <a:gd name="connsiteY4079" fmla="*/ 820258 h 4550534"/>
              <a:gd name="connsiteX4080" fmla="*/ 4510710 w 5876984"/>
              <a:gd name="connsiteY4080" fmla="*/ 806730 h 4550534"/>
              <a:gd name="connsiteX4081" fmla="*/ 4262130 w 5876984"/>
              <a:gd name="connsiteY4081" fmla="*/ 806084 h 4550534"/>
              <a:gd name="connsiteX4082" fmla="*/ 4272560 w 5876984"/>
              <a:gd name="connsiteY4082" fmla="*/ 819171 h 4550534"/>
              <a:gd name="connsiteX4083" fmla="*/ 4270541 w 5876984"/>
              <a:gd name="connsiteY4083" fmla="*/ 807624 h 4550534"/>
              <a:gd name="connsiteX4084" fmla="*/ 4262130 w 5876984"/>
              <a:gd name="connsiteY4084" fmla="*/ 806084 h 4550534"/>
              <a:gd name="connsiteX4085" fmla="*/ 4644012 w 5876984"/>
              <a:gd name="connsiteY4085" fmla="*/ 803547 h 4550534"/>
              <a:gd name="connsiteX4086" fmla="*/ 4646338 w 5876984"/>
              <a:gd name="connsiteY4086" fmla="*/ 820258 h 4550534"/>
              <a:gd name="connsiteX4087" fmla="*/ 4644012 w 5876984"/>
              <a:gd name="connsiteY4087" fmla="*/ 803547 h 4550534"/>
              <a:gd name="connsiteX4088" fmla="*/ 4969363 w 5876984"/>
              <a:gd name="connsiteY4088" fmla="*/ 801970 h 4550534"/>
              <a:gd name="connsiteX4089" fmla="*/ 4976547 w 5876984"/>
              <a:gd name="connsiteY4089" fmla="*/ 802698 h 4550534"/>
              <a:gd name="connsiteX4090" fmla="*/ 4953152 w 5876984"/>
              <a:gd name="connsiteY4090" fmla="*/ 815356 h 4550534"/>
              <a:gd name="connsiteX4091" fmla="*/ 4969363 w 5876984"/>
              <a:gd name="connsiteY4091" fmla="*/ 801970 h 4550534"/>
              <a:gd name="connsiteX4092" fmla="*/ 5392454 w 5876984"/>
              <a:gd name="connsiteY4092" fmla="*/ 801283 h 4550534"/>
              <a:gd name="connsiteX4093" fmla="*/ 5383762 w 5876984"/>
              <a:gd name="connsiteY4093" fmla="*/ 823667 h 4550534"/>
              <a:gd name="connsiteX4094" fmla="*/ 5392454 w 5876984"/>
              <a:gd name="connsiteY4094" fmla="*/ 801283 h 4550534"/>
              <a:gd name="connsiteX4095" fmla="*/ 2816681 w 5876984"/>
              <a:gd name="connsiteY4095" fmla="*/ 795624 h 4550534"/>
              <a:gd name="connsiteX4096" fmla="*/ 2779936 w 5876984"/>
              <a:gd name="connsiteY4096" fmla="*/ 806690 h 4550534"/>
              <a:gd name="connsiteX4097" fmla="*/ 2816681 w 5876984"/>
              <a:gd name="connsiteY4097" fmla="*/ 795624 h 4550534"/>
              <a:gd name="connsiteX4098" fmla="*/ 2741032 w 5876984"/>
              <a:gd name="connsiteY4098" fmla="*/ 789966 h 4550534"/>
              <a:gd name="connsiteX4099" fmla="*/ 2709109 w 5876984"/>
              <a:gd name="connsiteY4099" fmla="*/ 794826 h 4550534"/>
              <a:gd name="connsiteX4100" fmla="*/ 2730278 w 5876984"/>
              <a:gd name="connsiteY4100" fmla="*/ 801221 h 4550534"/>
              <a:gd name="connsiteX4101" fmla="*/ 2728262 w 5876984"/>
              <a:gd name="connsiteY4101" fmla="*/ 809407 h 4550534"/>
              <a:gd name="connsiteX4102" fmla="*/ 2675170 w 5876984"/>
              <a:gd name="connsiteY4102" fmla="*/ 809407 h 4550534"/>
              <a:gd name="connsiteX4103" fmla="*/ 2713141 w 5876984"/>
              <a:gd name="connsiteY4103" fmla="*/ 820663 h 4550534"/>
              <a:gd name="connsiteX4104" fmla="*/ 2670802 w 5876984"/>
              <a:gd name="connsiteY4104" fmla="*/ 823988 h 4550534"/>
              <a:gd name="connsiteX4105" fmla="*/ 2619726 w 5876984"/>
              <a:gd name="connsiteY4105" fmla="*/ 815802 h 4550534"/>
              <a:gd name="connsiteX4106" fmla="*/ 2598556 w 5876984"/>
              <a:gd name="connsiteY4106" fmla="*/ 822197 h 4550534"/>
              <a:gd name="connsiteX4107" fmla="*/ 2594524 w 5876984"/>
              <a:gd name="connsiteY4107" fmla="*/ 812476 h 4550534"/>
              <a:gd name="connsiteX4108" fmla="*/ 2581755 w 5876984"/>
              <a:gd name="connsiteY4108" fmla="*/ 822197 h 4550534"/>
              <a:gd name="connsiteX4109" fmla="*/ 2507494 w 5876984"/>
              <a:gd name="connsiteY4109" fmla="*/ 819128 h 4550534"/>
              <a:gd name="connsiteX4110" fmla="*/ 2581755 w 5876984"/>
              <a:gd name="connsiteY4110" fmla="*/ 806081 h 4550534"/>
              <a:gd name="connsiteX4111" fmla="*/ 2494725 w 5876984"/>
              <a:gd name="connsiteY4111" fmla="*/ 799686 h 4550534"/>
              <a:gd name="connsiteX4112" fmla="*/ 2485988 w 5876984"/>
              <a:gd name="connsiteY4112" fmla="*/ 817337 h 4550534"/>
              <a:gd name="connsiteX4113" fmla="*/ 2448017 w 5876984"/>
              <a:gd name="connsiteY4113" fmla="*/ 819128 h 4550534"/>
              <a:gd name="connsiteX4114" fmla="*/ 2477588 w 5876984"/>
              <a:gd name="connsiteY4114" fmla="*/ 809407 h 4550534"/>
              <a:gd name="connsiteX4115" fmla="*/ 2469187 w 5876984"/>
              <a:gd name="connsiteY4115" fmla="*/ 806081 h 4550534"/>
              <a:gd name="connsiteX4116" fmla="*/ 2477588 w 5876984"/>
              <a:gd name="connsiteY4116" fmla="*/ 803012 h 4550534"/>
              <a:gd name="connsiteX4117" fmla="*/ 2452050 w 5876984"/>
              <a:gd name="connsiteY4117" fmla="*/ 796361 h 4550534"/>
              <a:gd name="connsiteX4118" fmla="*/ 2602925 w 5876984"/>
              <a:gd name="connsiteY4118" fmla="*/ 793291 h 4550534"/>
              <a:gd name="connsiteX4119" fmla="*/ 2741032 w 5876984"/>
              <a:gd name="connsiteY4119" fmla="*/ 789966 h 4550534"/>
              <a:gd name="connsiteX4120" fmla="*/ 4997306 w 5876984"/>
              <a:gd name="connsiteY4120" fmla="*/ 778176 h 4550534"/>
              <a:gd name="connsiteX4121" fmla="*/ 4982009 w 5876984"/>
              <a:gd name="connsiteY4121" fmla="*/ 805554 h 4550534"/>
              <a:gd name="connsiteX4122" fmla="*/ 4997306 w 5876984"/>
              <a:gd name="connsiteY4122" fmla="*/ 778176 h 4550534"/>
              <a:gd name="connsiteX4123" fmla="*/ 4626821 w 5876984"/>
              <a:gd name="connsiteY4123" fmla="*/ 775253 h 4550534"/>
              <a:gd name="connsiteX4124" fmla="*/ 4620510 w 5876984"/>
              <a:gd name="connsiteY4124" fmla="*/ 811210 h 4550534"/>
              <a:gd name="connsiteX4125" fmla="*/ 4626821 w 5876984"/>
              <a:gd name="connsiteY4125" fmla="*/ 775253 h 4550534"/>
              <a:gd name="connsiteX4126" fmla="*/ 5334044 w 5876984"/>
              <a:gd name="connsiteY4126" fmla="*/ 763394 h 4550534"/>
              <a:gd name="connsiteX4127" fmla="*/ 5329524 w 5876984"/>
              <a:gd name="connsiteY4127" fmla="*/ 772743 h 4550534"/>
              <a:gd name="connsiteX4128" fmla="*/ 5312140 w 5876984"/>
              <a:gd name="connsiteY4128" fmla="*/ 768069 h 4550534"/>
              <a:gd name="connsiteX4129" fmla="*/ 5334044 w 5876984"/>
              <a:gd name="connsiteY4129" fmla="*/ 763394 h 4550534"/>
              <a:gd name="connsiteX4130" fmla="*/ 4658952 w 5876984"/>
              <a:gd name="connsiteY4130" fmla="*/ 761672 h 4550534"/>
              <a:gd name="connsiteX4131" fmla="*/ 4669479 w 5876984"/>
              <a:gd name="connsiteY4131" fmla="*/ 768069 h 4550534"/>
              <a:gd name="connsiteX4132" fmla="*/ 4641632 w 5876984"/>
              <a:gd name="connsiteY4132" fmla="*/ 771021 h 4550534"/>
              <a:gd name="connsiteX4133" fmla="*/ 4658952 w 5876984"/>
              <a:gd name="connsiteY4133" fmla="*/ 761672 h 4550534"/>
              <a:gd name="connsiteX4134" fmla="*/ 4596513 w 5876984"/>
              <a:gd name="connsiteY4134" fmla="*/ 760540 h 4550534"/>
              <a:gd name="connsiteX4135" fmla="*/ 4596513 w 5876984"/>
              <a:gd name="connsiteY4135" fmla="*/ 785179 h 4550534"/>
              <a:gd name="connsiteX4136" fmla="*/ 4596513 w 5876984"/>
              <a:gd name="connsiteY4136" fmla="*/ 760540 h 4550534"/>
              <a:gd name="connsiteX4137" fmla="*/ 4924215 w 5876984"/>
              <a:gd name="connsiteY4137" fmla="*/ 758277 h 4550534"/>
              <a:gd name="connsiteX4138" fmla="*/ 4921875 w 5876984"/>
              <a:gd name="connsiteY4138" fmla="*/ 776126 h 4550534"/>
              <a:gd name="connsiteX4139" fmla="*/ 4924215 w 5876984"/>
              <a:gd name="connsiteY4139" fmla="*/ 758277 h 4550534"/>
              <a:gd name="connsiteX4140" fmla="*/ 4514541 w 5876984"/>
              <a:gd name="connsiteY4140" fmla="*/ 753750 h 4550534"/>
              <a:gd name="connsiteX4141" fmla="*/ 4523030 w 5876984"/>
              <a:gd name="connsiteY4141" fmla="*/ 768335 h 4550534"/>
              <a:gd name="connsiteX4142" fmla="*/ 4516578 w 5876984"/>
              <a:gd name="connsiteY4142" fmla="*/ 782919 h 4550534"/>
              <a:gd name="connsiteX4143" fmla="*/ 4514541 w 5876984"/>
              <a:gd name="connsiteY4143" fmla="*/ 753750 h 4550534"/>
              <a:gd name="connsiteX4144" fmla="*/ 4301590 w 5876984"/>
              <a:gd name="connsiteY4144" fmla="*/ 753725 h 4550534"/>
              <a:gd name="connsiteX4145" fmla="*/ 4284271 w 5876984"/>
              <a:gd name="connsiteY4145" fmla="*/ 774993 h 4550534"/>
              <a:gd name="connsiteX4146" fmla="*/ 4301590 w 5876984"/>
              <a:gd name="connsiteY4146" fmla="*/ 753725 h 4550534"/>
              <a:gd name="connsiteX4147" fmla="*/ 4004893 w 5876984"/>
              <a:gd name="connsiteY4147" fmla="*/ 752684 h 4550534"/>
              <a:gd name="connsiteX4148" fmla="*/ 4019734 w 5876984"/>
              <a:gd name="connsiteY4148" fmla="*/ 755384 h 4550534"/>
              <a:gd name="connsiteX4149" fmla="*/ 4000497 w 5876984"/>
              <a:gd name="connsiteY4149" fmla="*/ 768210 h 4550534"/>
              <a:gd name="connsiteX4150" fmla="*/ 4004893 w 5876984"/>
              <a:gd name="connsiteY4150" fmla="*/ 752684 h 4550534"/>
              <a:gd name="connsiteX4151" fmla="*/ 5315974 w 5876984"/>
              <a:gd name="connsiteY4151" fmla="*/ 743564 h 4550534"/>
              <a:gd name="connsiteX4152" fmla="*/ 5309752 w 5876984"/>
              <a:gd name="connsiteY4152" fmla="*/ 761413 h 4550534"/>
              <a:gd name="connsiteX4153" fmla="*/ 5315974 w 5876984"/>
              <a:gd name="connsiteY4153" fmla="*/ 743564 h 4550534"/>
              <a:gd name="connsiteX4154" fmla="*/ 5054132 w 5876984"/>
              <a:gd name="connsiteY4154" fmla="*/ 743564 h 4550534"/>
              <a:gd name="connsiteX4155" fmla="*/ 5056169 w 5876984"/>
              <a:gd name="connsiteY4155" fmla="*/ 763254 h 4550534"/>
              <a:gd name="connsiteX4156" fmla="*/ 5054132 w 5876984"/>
              <a:gd name="connsiteY4156" fmla="*/ 743564 h 4550534"/>
              <a:gd name="connsiteX4157" fmla="*/ 4442042 w 5876984"/>
              <a:gd name="connsiteY4157" fmla="*/ 742200 h 4550534"/>
              <a:gd name="connsiteX4158" fmla="*/ 4453823 w 5876984"/>
              <a:gd name="connsiteY4158" fmla="*/ 742207 h 4550534"/>
              <a:gd name="connsiteX4159" fmla="*/ 4432048 w 5876984"/>
              <a:gd name="connsiteY4159" fmla="*/ 765946 h 4550534"/>
              <a:gd name="connsiteX4160" fmla="*/ 4419119 w 5876984"/>
              <a:gd name="connsiteY4160" fmla="*/ 764431 h 4550534"/>
              <a:gd name="connsiteX4161" fmla="*/ 4425584 w 5876984"/>
              <a:gd name="connsiteY4161" fmla="*/ 748521 h 4550534"/>
              <a:gd name="connsiteX4162" fmla="*/ 4442042 w 5876984"/>
              <a:gd name="connsiteY4162" fmla="*/ 742200 h 4550534"/>
              <a:gd name="connsiteX4163" fmla="*/ 5334786 w 5876984"/>
              <a:gd name="connsiteY4163" fmla="*/ 740559 h 4550534"/>
              <a:gd name="connsiteX4164" fmla="*/ 5330613 w 5876984"/>
              <a:gd name="connsiteY4164" fmla="*/ 753496 h 4550534"/>
              <a:gd name="connsiteX4165" fmla="*/ 5334786 w 5876984"/>
              <a:gd name="connsiteY4165" fmla="*/ 740559 h 4550534"/>
              <a:gd name="connsiteX4166" fmla="*/ 4668195 w 5876984"/>
              <a:gd name="connsiteY4166" fmla="*/ 740169 h 4550534"/>
              <a:gd name="connsiteX4167" fmla="*/ 4665762 w 5876984"/>
              <a:gd name="connsiteY4167" fmla="*/ 754627 h 4550534"/>
              <a:gd name="connsiteX4168" fmla="*/ 4654984 w 5876984"/>
              <a:gd name="connsiteY4168" fmla="*/ 746764 h 4550534"/>
              <a:gd name="connsiteX4169" fmla="*/ 4668195 w 5876984"/>
              <a:gd name="connsiteY4169" fmla="*/ 740169 h 4550534"/>
              <a:gd name="connsiteX4170" fmla="*/ 4292863 w 5876984"/>
              <a:gd name="connsiteY4170" fmla="*/ 735642 h 4550534"/>
              <a:gd name="connsiteX4171" fmla="*/ 4288578 w 5876984"/>
              <a:gd name="connsiteY4171" fmla="*/ 748961 h 4550534"/>
              <a:gd name="connsiteX4172" fmla="*/ 4292863 w 5876984"/>
              <a:gd name="connsiteY4172" fmla="*/ 735642 h 4550534"/>
              <a:gd name="connsiteX4173" fmla="*/ 4210286 w 5876984"/>
              <a:gd name="connsiteY4173" fmla="*/ 731115 h 4550534"/>
              <a:gd name="connsiteX4174" fmla="*/ 4218528 w 5876984"/>
              <a:gd name="connsiteY4174" fmla="*/ 739424 h 4550534"/>
              <a:gd name="connsiteX4175" fmla="*/ 4204023 w 5876984"/>
              <a:gd name="connsiteY4175" fmla="*/ 735939 h 4550534"/>
              <a:gd name="connsiteX4176" fmla="*/ 4210286 w 5876984"/>
              <a:gd name="connsiteY4176" fmla="*/ 731115 h 4550534"/>
              <a:gd name="connsiteX4177" fmla="*/ 4828428 w 5876984"/>
              <a:gd name="connsiteY4177" fmla="*/ 727719 h 4550534"/>
              <a:gd name="connsiteX4178" fmla="*/ 4826421 w 5876984"/>
              <a:gd name="connsiteY4178" fmla="*/ 761416 h 4550534"/>
              <a:gd name="connsiteX4179" fmla="*/ 4828428 w 5876984"/>
              <a:gd name="connsiteY4179" fmla="*/ 727719 h 4550534"/>
              <a:gd name="connsiteX4180" fmla="*/ 4181385 w 5876984"/>
              <a:gd name="connsiteY4180" fmla="*/ 721915 h 4550534"/>
              <a:gd name="connsiteX4181" fmla="*/ 4177012 w 5876984"/>
              <a:gd name="connsiteY4181" fmla="*/ 729870 h 4550534"/>
              <a:gd name="connsiteX4182" fmla="*/ 4185423 w 5876984"/>
              <a:gd name="connsiteY4182" fmla="*/ 731666 h 4550534"/>
              <a:gd name="connsiteX4183" fmla="*/ 4185423 w 5876984"/>
              <a:gd name="connsiteY4183" fmla="*/ 734745 h 4550534"/>
              <a:gd name="connsiteX4184" fmla="*/ 4194170 w 5876984"/>
              <a:gd name="connsiteY4184" fmla="*/ 728331 h 4550534"/>
              <a:gd name="connsiteX4185" fmla="*/ 4181385 w 5876984"/>
              <a:gd name="connsiteY4185" fmla="*/ 721915 h 4550534"/>
              <a:gd name="connsiteX4186" fmla="*/ 4224502 w 5876984"/>
              <a:gd name="connsiteY4186" fmla="*/ 719797 h 4550534"/>
              <a:gd name="connsiteX4187" fmla="*/ 4214022 w 5876984"/>
              <a:gd name="connsiteY4187" fmla="*/ 729721 h 4550534"/>
              <a:gd name="connsiteX4188" fmla="*/ 4224502 w 5876984"/>
              <a:gd name="connsiteY4188" fmla="*/ 719797 h 4550534"/>
              <a:gd name="connsiteX4189" fmla="*/ 4932879 w 5876984"/>
              <a:gd name="connsiteY4189" fmla="*/ 708479 h 4550534"/>
              <a:gd name="connsiteX4190" fmla="*/ 4939142 w 5876984"/>
              <a:gd name="connsiteY4190" fmla="*/ 722938 h 4550534"/>
              <a:gd name="connsiteX4191" fmla="*/ 4932879 w 5876984"/>
              <a:gd name="connsiteY4191" fmla="*/ 708479 h 4550534"/>
              <a:gd name="connsiteX4192" fmla="*/ 4299704 w 5876984"/>
              <a:gd name="connsiteY4192" fmla="*/ 708479 h 4550534"/>
              <a:gd name="connsiteX4193" fmla="*/ 4301790 w 5876984"/>
              <a:gd name="connsiteY4193" fmla="*/ 735390 h 4550534"/>
              <a:gd name="connsiteX4194" fmla="*/ 4299704 w 5876984"/>
              <a:gd name="connsiteY4194" fmla="*/ 708479 h 4550534"/>
              <a:gd name="connsiteX4195" fmla="*/ 4394110 w 5876984"/>
              <a:gd name="connsiteY4195" fmla="*/ 705235 h 4550534"/>
              <a:gd name="connsiteX4196" fmla="*/ 4384159 w 5876984"/>
              <a:gd name="connsiteY4196" fmla="*/ 709551 h 4550534"/>
              <a:gd name="connsiteX4197" fmla="*/ 4405838 w 5876984"/>
              <a:gd name="connsiteY4197" fmla="*/ 708016 h 4550534"/>
              <a:gd name="connsiteX4198" fmla="*/ 4394110 w 5876984"/>
              <a:gd name="connsiteY4198" fmla="*/ 705235 h 4550534"/>
              <a:gd name="connsiteX4199" fmla="*/ 5046092 w 5876984"/>
              <a:gd name="connsiteY4199" fmla="*/ 703952 h 4550534"/>
              <a:gd name="connsiteX4200" fmla="*/ 5043834 w 5876984"/>
              <a:gd name="connsiteY4200" fmla="*/ 733122 h 4550534"/>
              <a:gd name="connsiteX4201" fmla="*/ 5046092 w 5876984"/>
              <a:gd name="connsiteY4201" fmla="*/ 703952 h 4550534"/>
              <a:gd name="connsiteX4202" fmla="*/ 5007432 w 5876984"/>
              <a:gd name="connsiteY4202" fmla="*/ 703952 h 4550534"/>
              <a:gd name="connsiteX4203" fmla="*/ 5015817 w 5876984"/>
              <a:gd name="connsiteY4203" fmla="*/ 741492 h 4550534"/>
              <a:gd name="connsiteX4204" fmla="*/ 4994688 w 5876984"/>
              <a:gd name="connsiteY4204" fmla="*/ 741492 h 4550534"/>
              <a:gd name="connsiteX4205" fmla="*/ 5007432 w 5876984"/>
              <a:gd name="connsiteY4205" fmla="*/ 703952 h 4550534"/>
              <a:gd name="connsiteX4206" fmla="*/ 4469222 w 5876984"/>
              <a:gd name="connsiteY4206" fmla="*/ 695705 h 4550534"/>
              <a:gd name="connsiteX4207" fmla="*/ 4454594 w 5876984"/>
              <a:gd name="connsiteY4207" fmla="*/ 721805 h 4550534"/>
              <a:gd name="connsiteX4208" fmla="*/ 4469222 w 5876984"/>
              <a:gd name="connsiteY4208" fmla="*/ 695705 h 4550534"/>
              <a:gd name="connsiteX4209" fmla="*/ 5486247 w 5876984"/>
              <a:gd name="connsiteY4209" fmla="*/ 693766 h 4550534"/>
              <a:gd name="connsiteX4210" fmla="*/ 5503164 w 5876984"/>
              <a:gd name="connsiteY4210" fmla="*/ 719542 h 4550534"/>
              <a:gd name="connsiteX4211" fmla="*/ 5486247 w 5876984"/>
              <a:gd name="connsiteY4211" fmla="*/ 693766 h 4550534"/>
              <a:gd name="connsiteX4212" fmla="*/ 4302499 w 5876984"/>
              <a:gd name="connsiteY4212" fmla="*/ 693766 h 4550534"/>
              <a:gd name="connsiteX4213" fmla="*/ 4300445 w 5876984"/>
              <a:gd name="connsiteY4213" fmla="*/ 701814 h 4550534"/>
              <a:gd name="connsiteX4214" fmla="*/ 4302499 w 5876984"/>
              <a:gd name="connsiteY4214" fmla="*/ 693766 h 4550534"/>
              <a:gd name="connsiteX4215" fmla="*/ 4094038 w 5876984"/>
              <a:gd name="connsiteY4215" fmla="*/ 693766 h 4550534"/>
              <a:gd name="connsiteX4216" fmla="*/ 4096044 w 5876984"/>
              <a:gd name="connsiteY4216" fmla="*/ 710478 h 4550534"/>
              <a:gd name="connsiteX4217" fmla="*/ 4094038 w 5876984"/>
              <a:gd name="connsiteY4217" fmla="*/ 693766 h 4550534"/>
              <a:gd name="connsiteX4218" fmla="*/ 4028536 w 5876984"/>
              <a:gd name="connsiteY4218" fmla="*/ 680014 h 4550534"/>
              <a:gd name="connsiteX4219" fmla="*/ 4035490 w 5876984"/>
              <a:gd name="connsiteY4219" fmla="*/ 686003 h 4550534"/>
              <a:gd name="connsiteX4220" fmla="*/ 4033525 w 5876984"/>
              <a:gd name="connsiteY4220" fmla="*/ 692380 h 4550534"/>
              <a:gd name="connsiteX4221" fmla="*/ 4023046 w 5876984"/>
              <a:gd name="connsiteY4221" fmla="*/ 681158 h 4550534"/>
              <a:gd name="connsiteX4222" fmla="*/ 4028536 w 5876984"/>
              <a:gd name="connsiteY4222" fmla="*/ 680014 h 4550534"/>
              <a:gd name="connsiteX4223" fmla="*/ 4895051 w 5876984"/>
              <a:gd name="connsiteY4223" fmla="*/ 677674 h 4550534"/>
              <a:gd name="connsiteX4224" fmla="*/ 4886641 w 5876984"/>
              <a:gd name="connsiteY4224" fmla="*/ 692303 h 4550534"/>
              <a:gd name="connsiteX4225" fmla="*/ 4893032 w 5876984"/>
              <a:gd name="connsiteY4225" fmla="*/ 697180 h 4550534"/>
              <a:gd name="connsiteX4226" fmla="*/ 4895051 w 5876984"/>
              <a:gd name="connsiteY4226" fmla="*/ 677674 h 4550534"/>
              <a:gd name="connsiteX4227" fmla="*/ 4041312 w 5876984"/>
              <a:gd name="connsiteY4227" fmla="*/ 674527 h 4550534"/>
              <a:gd name="connsiteX4228" fmla="*/ 4043347 w 5876984"/>
              <a:gd name="connsiteY4228" fmla="*/ 684451 h 4550534"/>
              <a:gd name="connsiteX4229" fmla="*/ 4041312 w 5876984"/>
              <a:gd name="connsiteY4229" fmla="*/ 674527 h 4550534"/>
              <a:gd name="connsiteX4230" fmla="*/ 5103098 w 5876984"/>
              <a:gd name="connsiteY4230" fmla="*/ 672717 h 4550534"/>
              <a:gd name="connsiteX4231" fmla="*/ 5119412 w 5876984"/>
              <a:gd name="connsiteY4231" fmla="*/ 692375 h 4550534"/>
              <a:gd name="connsiteX4232" fmla="*/ 5104745 w 5876984"/>
              <a:gd name="connsiteY4232" fmla="*/ 690559 h 4550534"/>
              <a:gd name="connsiteX4233" fmla="*/ 5094078 w 5876984"/>
              <a:gd name="connsiteY4233" fmla="*/ 674220 h 4550534"/>
              <a:gd name="connsiteX4234" fmla="*/ 5103098 w 5876984"/>
              <a:gd name="connsiteY4234" fmla="*/ 672717 h 4550534"/>
              <a:gd name="connsiteX4235" fmla="*/ 4238808 w 5876984"/>
              <a:gd name="connsiteY4235" fmla="*/ 672263 h 4550534"/>
              <a:gd name="connsiteX4236" fmla="*/ 4236766 w 5876984"/>
              <a:gd name="connsiteY4236" fmla="*/ 690113 h 4550534"/>
              <a:gd name="connsiteX4237" fmla="*/ 4238808 w 5876984"/>
              <a:gd name="connsiteY4237" fmla="*/ 672263 h 4550534"/>
              <a:gd name="connsiteX4238" fmla="*/ 4871098 w 5876984"/>
              <a:gd name="connsiteY4238" fmla="*/ 670643 h 4550534"/>
              <a:gd name="connsiteX4239" fmla="*/ 4871098 w 5876984"/>
              <a:gd name="connsiteY4239" fmla="*/ 683327 h 4550534"/>
              <a:gd name="connsiteX4240" fmla="*/ 4871098 w 5876984"/>
              <a:gd name="connsiteY4240" fmla="*/ 670643 h 4550534"/>
              <a:gd name="connsiteX4241" fmla="*/ 5486373 w 5876984"/>
              <a:gd name="connsiteY4241" fmla="*/ 667736 h 4550534"/>
              <a:gd name="connsiteX4242" fmla="*/ 5501671 w 5876984"/>
              <a:gd name="connsiteY4242" fmla="*/ 678730 h 4550534"/>
              <a:gd name="connsiteX4243" fmla="*/ 5492978 w 5876984"/>
              <a:gd name="connsiteY4243" fmla="*/ 685226 h 4550534"/>
              <a:gd name="connsiteX4244" fmla="*/ 5486373 w 5876984"/>
              <a:gd name="connsiteY4244" fmla="*/ 667736 h 4550534"/>
              <a:gd name="connsiteX4245" fmla="*/ 5077420 w 5876984"/>
              <a:gd name="connsiteY4245" fmla="*/ 666604 h 4550534"/>
              <a:gd name="connsiteX4246" fmla="*/ 5060441 w 5876984"/>
              <a:gd name="connsiteY4246" fmla="*/ 743305 h 4550534"/>
              <a:gd name="connsiteX4247" fmla="*/ 5077420 w 5876984"/>
              <a:gd name="connsiteY4247" fmla="*/ 666604 h 4550534"/>
              <a:gd name="connsiteX4248" fmla="*/ 4343126 w 5876984"/>
              <a:gd name="connsiteY4248" fmla="*/ 666471 h 4550534"/>
              <a:gd name="connsiteX4249" fmla="*/ 4359020 w 5876984"/>
              <a:gd name="connsiteY4249" fmla="*/ 666534 h 4550534"/>
              <a:gd name="connsiteX4250" fmla="*/ 4342066 w 5876984"/>
              <a:gd name="connsiteY4250" fmla="*/ 714882 h 4550534"/>
              <a:gd name="connsiteX4251" fmla="*/ 4356984 w 5876984"/>
              <a:gd name="connsiteY4251" fmla="*/ 716673 h 4550534"/>
              <a:gd name="connsiteX4252" fmla="*/ 4344100 w 5876984"/>
              <a:gd name="connsiteY4252" fmla="*/ 726394 h 4550534"/>
              <a:gd name="connsiteX4253" fmla="*/ 4324773 w 5876984"/>
              <a:gd name="connsiteY4253" fmla="*/ 723068 h 4550534"/>
              <a:gd name="connsiteX4254" fmla="*/ 4322739 w 5876984"/>
              <a:gd name="connsiteY4254" fmla="*/ 727928 h 4550534"/>
              <a:gd name="connsiteX4255" fmla="*/ 4335623 w 5876984"/>
              <a:gd name="connsiteY4255" fmla="*/ 734323 h 4550534"/>
              <a:gd name="connsiteX4256" fmla="*/ 4320704 w 5876984"/>
              <a:gd name="connsiteY4256" fmla="*/ 706952 h 4550534"/>
              <a:gd name="connsiteX4257" fmla="*/ 4333588 w 5876984"/>
              <a:gd name="connsiteY4257" fmla="*/ 711812 h 4550534"/>
              <a:gd name="connsiteX4258" fmla="*/ 4350542 w 5876984"/>
              <a:gd name="connsiteY4258" fmla="*/ 695441 h 4550534"/>
              <a:gd name="connsiteX4259" fmla="*/ 4327146 w 5876984"/>
              <a:gd name="connsiteY4259" fmla="*/ 687511 h 4550534"/>
              <a:gd name="connsiteX4260" fmla="*/ 4346474 w 5876984"/>
              <a:gd name="connsiteY4260" fmla="*/ 674465 h 4550534"/>
              <a:gd name="connsiteX4261" fmla="*/ 4333588 w 5876984"/>
              <a:gd name="connsiteY4261" fmla="*/ 671395 h 4550534"/>
              <a:gd name="connsiteX4262" fmla="*/ 4343126 w 5876984"/>
              <a:gd name="connsiteY4262" fmla="*/ 666471 h 4550534"/>
              <a:gd name="connsiteX4263" fmla="*/ 4849104 w 5876984"/>
              <a:gd name="connsiteY4263" fmla="*/ 663209 h 4550534"/>
              <a:gd name="connsiteX4264" fmla="*/ 4862316 w 5876984"/>
              <a:gd name="connsiteY4264" fmla="*/ 674431 h 4550534"/>
              <a:gd name="connsiteX4265" fmla="*/ 4840412 w 5876984"/>
              <a:gd name="connsiteY4265" fmla="*/ 679277 h 4550534"/>
              <a:gd name="connsiteX4266" fmla="*/ 4849104 w 5876984"/>
              <a:gd name="connsiteY4266" fmla="*/ 663209 h 4550534"/>
              <a:gd name="connsiteX4267" fmla="*/ 4456777 w 5876984"/>
              <a:gd name="connsiteY4267" fmla="*/ 661346 h 4550534"/>
              <a:gd name="connsiteX4268" fmla="*/ 4469649 w 5876984"/>
              <a:gd name="connsiteY4268" fmla="*/ 664459 h 4550534"/>
              <a:gd name="connsiteX4269" fmla="*/ 4478118 w 5876984"/>
              <a:gd name="connsiteY4269" fmla="*/ 671202 h 4550534"/>
              <a:gd name="connsiteX4270" fmla="*/ 4456777 w 5876984"/>
              <a:gd name="connsiteY4270" fmla="*/ 674314 h 4550534"/>
              <a:gd name="connsiteX4271" fmla="*/ 4456777 w 5876984"/>
              <a:gd name="connsiteY4271" fmla="*/ 661346 h 4550534"/>
              <a:gd name="connsiteX4272" fmla="*/ 4067354 w 5876984"/>
              <a:gd name="connsiteY4272" fmla="*/ 657927 h 4550534"/>
              <a:gd name="connsiteX4273" fmla="*/ 4087989 w 5876984"/>
              <a:gd name="connsiteY4273" fmla="*/ 667484 h 4550534"/>
              <a:gd name="connsiteX4274" fmla="*/ 4067354 w 5876984"/>
              <a:gd name="connsiteY4274" fmla="*/ 657927 h 4550534"/>
              <a:gd name="connsiteX4275" fmla="*/ 4429211 w 5876984"/>
              <a:gd name="connsiteY4275" fmla="*/ 653023 h 4550534"/>
              <a:gd name="connsiteX4276" fmla="*/ 4409902 w 5876984"/>
              <a:gd name="connsiteY4276" fmla="*/ 733851 h 4550534"/>
              <a:gd name="connsiteX4277" fmla="*/ 4360786 w 5876984"/>
              <a:gd name="connsiteY4277" fmla="*/ 818003 h 4550534"/>
              <a:gd name="connsiteX4278" fmla="*/ 4373658 w 5876984"/>
              <a:gd name="connsiteY4278" fmla="*/ 769405 h 4550534"/>
              <a:gd name="connsiteX4279" fmla="*/ 4380094 w 5876984"/>
              <a:gd name="connsiteY4279" fmla="*/ 746896 h 4550534"/>
              <a:gd name="connsiteX4280" fmla="*/ 4367223 w 5876984"/>
              <a:gd name="connsiteY4280" fmla="*/ 742036 h 4550534"/>
              <a:gd name="connsiteX4281" fmla="*/ 4380094 w 5876984"/>
              <a:gd name="connsiteY4281" fmla="*/ 693437 h 4550534"/>
              <a:gd name="connsiteX4282" fmla="*/ 4403467 w 5876984"/>
              <a:gd name="connsiteY4282" fmla="*/ 699831 h 4550534"/>
              <a:gd name="connsiteX4283" fmla="*/ 4405838 w 5876984"/>
              <a:gd name="connsiteY4283" fmla="*/ 690112 h 4550534"/>
              <a:gd name="connsiteX4284" fmla="*/ 4392967 w 5876984"/>
              <a:gd name="connsiteY4284" fmla="*/ 685507 h 4550534"/>
              <a:gd name="connsiteX4285" fmla="*/ 4429211 w 5876984"/>
              <a:gd name="connsiteY4285" fmla="*/ 653023 h 4550534"/>
              <a:gd name="connsiteX4286" fmla="*/ 4503252 w 5876984"/>
              <a:gd name="connsiteY4286" fmla="*/ 650026 h 4550534"/>
              <a:gd name="connsiteX4287" fmla="*/ 4499170 w 5876984"/>
              <a:gd name="connsiteY4287" fmla="*/ 666349 h 4550534"/>
              <a:gd name="connsiteX4288" fmla="*/ 4503252 w 5876984"/>
              <a:gd name="connsiteY4288" fmla="*/ 650026 h 4550534"/>
              <a:gd name="connsiteX4289" fmla="*/ 4114522 w 5876984"/>
              <a:gd name="connsiteY4289" fmla="*/ 649628 h 4550534"/>
              <a:gd name="connsiteX4290" fmla="*/ 4120786 w 5876984"/>
              <a:gd name="connsiteY4290" fmla="*/ 661381 h 4550534"/>
              <a:gd name="connsiteX4291" fmla="*/ 4116500 w 5876984"/>
              <a:gd name="connsiteY4291" fmla="*/ 661381 h 4550534"/>
              <a:gd name="connsiteX4292" fmla="*/ 4095732 w 5876984"/>
              <a:gd name="connsiteY4292" fmla="*/ 659553 h 4550534"/>
              <a:gd name="connsiteX4293" fmla="*/ 4114522 w 5876984"/>
              <a:gd name="connsiteY4293" fmla="*/ 649628 h 4550534"/>
              <a:gd name="connsiteX4294" fmla="*/ 4867466 w 5876984"/>
              <a:gd name="connsiteY4294" fmla="*/ 643537 h 4550534"/>
              <a:gd name="connsiteX4295" fmla="*/ 4866784 w 5876984"/>
              <a:gd name="connsiteY4295" fmla="*/ 643866 h 4550534"/>
              <a:gd name="connsiteX4296" fmla="*/ 4867386 w 5876984"/>
              <a:gd name="connsiteY4296" fmla="*/ 644141 h 4550534"/>
              <a:gd name="connsiteX4297" fmla="*/ 4890678 w 5876984"/>
              <a:gd name="connsiteY4297" fmla="*/ 635580 h 4550534"/>
              <a:gd name="connsiteX4298" fmla="*/ 4898074 w 5876984"/>
              <a:gd name="connsiteY4298" fmla="*/ 642458 h 4550534"/>
              <a:gd name="connsiteX4299" fmla="*/ 4899266 w 5876984"/>
              <a:gd name="connsiteY4299" fmla="*/ 641626 h 4550534"/>
              <a:gd name="connsiteX4300" fmla="*/ 4907756 w 5876984"/>
              <a:gd name="connsiteY4300" fmla="*/ 651318 h 4550534"/>
              <a:gd name="connsiteX4301" fmla="*/ 4901222 w 5876984"/>
              <a:gd name="connsiteY4301" fmla="*/ 651820 h 4550534"/>
              <a:gd name="connsiteX4302" fmla="*/ 4901442 w 5876984"/>
              <a:gd name="connsiteY4302" fmla="*/ 653290 h 4550534"/>
              <a:gd name="connsiteX4303" fmla="*/ 4909852 w 5876984"/>
              <a:gd name="connsiteY4303" fmla="*/ 651750 h 4550534"/>
              <a:gd name="connsiteX4304" fmla="*/ 4914226 w 5876984"/>
              <a:gd name="connsiteY4304" fmla="*/ 638660 h 4550534"/>
              <a:gd name="connsiteX4305" fmla="*/ 4916244 w 5876984"/>
              <a:gd name="connsiteY4305" fmla="*/ 672797 h 4550534"/>
              <a:gd name="connsiteX4306" fmla="*/ 4931382 w 5876984"/>
              <a:gd name="connsiteY4306" fmla="*/ 669460 h 4550534"/>
              <a:gd name="connsiteX4307" fmla="*/ 4920617 w 5876984"/>
              <a:gd name="connsiteY4307" fmla="*/ 682550 h 4550534"/>
              <a:gd name="connsiteX4308" fmla="*/ 4909852 w 5876984"/>
              <a:gd name="connsiteY4308" fmla="*/ 679213 h 4550534"/>
              <a:gd name="connsiteX4309" fmla="*/ 4927008 w 5876984"/>
              <a:gd name="connsiteY4309" fmla="*/ 697180 h 4550534"/>
              <a:gd name="connsiteX4310" fmla="*/ 4911871 w 5876984"/>
              <a:gd name="connsiteY4310" fmla="*/ 710014 h 4550534"/>
              <a:gd name="connsiteX4311" fmla="*/ 4909852 w 5876984"/>
              <a:gd name="connsiteY4311" fmla="*/ 693844 h 4550534"/>
              <a:gd name="connsiteX4312" fmla="*/ 4884286 w 5876984"/>
              <a:gd name="connsiteY4312" fmla="*/ 714891 h 4550534"/>
              <a:gd name="connsiteX4313" fmla="*/ 4888660 w 5876984"/>
              <a:gd name="connsiteY4313" fmla="*/ 721564 h 4550534"/>
              <a:gd name="connsiteX4314" fmla="*/ 4899424 w 5876984"/>
              <a:gd name="connsiteY4314" fmla="*/ 714891 h 4550534"/>
              <a:gd name="connsiteX4315" fmla="*/ 4911871 w 5876984"/>
              <a:gd name="connsiteY4315" fmla="*/ 716687 h 4550534"/>
              <a:gd name="connsiteX4316" fmla="*/ 4920617 w 5876984"/>
              <a:gd name="connsiteY4316" fmla="*/ 732857 h 4550534"/>
              <a:gd name="connsiteX4317" fmla="*/ 4935418 w 5876984"/>
              <a:gd name="connsiteY4317" fmla="*/ 724643 h 4550534"/>
              <a:gd name="connsiteX4318" fmla="*/ 4922636 w 5876984"/>
              <a:gd name="connsiteY4318" fmla="*/ 753904 h 4550534"/>
              <a:gd name="connsiteX4319" fmla="*/ 4914226 w 5876984"/>
              <a:gd name="connsiteY4319" fmla="*/ 742610 h 4550534"/>
              <a:gd name="connsiteX4320" fmla="*/ 4901442 w 5876984"/>
              <a:gd name="connsiteY4320" fmla="*/ 779827 h 4550534"/>
              <a:gd name="connsiteX4321" fmla="*/ 4914226 w 5876984"/>
              <a:gd name="connsiteY4321" fmla="*/ 778288 h 4550534"/>
              <a:gd name="connsiteX4322" fmla="*/ 4922636 w 5876984"/>
              <a:gd name="connsiteY4322" fmla="*/ 794457 h 4550534"/>
              <a:gd name="connsiteX4323" fmla="*/ 4911871 w 5876984"/>
              <a:gd name="connsiteY4323" fmla="*/ 842968 h 4550534"/>
              <a:gd name="connsiteX4324" fmla="*/ 4901442 w 5876984"/>
              <a:gd name="connsiteY4324" fmla="*/ 833214 h 4550534"/>
              <a:gd name="connsiteX4325" fmla="*/ 4903461 w 5876984"/>
              <a:gd name="connsiteY4325" fmla="*/ 854518 h 4550534"/>
              <a:gd name="connsiteX4326" fmla="*/ 4886641 w 5876984"/>
              <a:gd name="connsiteY4326" fmla="*/ 854518 h 4550534"/>
              <a:gd name="connsiteX4327" fmla="*/ 4897070 w 5876984"/>
              <a:gd name="connsiteY4327" fmla="*/ 860935 h 4550534"/>
              <a:gd name="connsiteX4328" fmla="*/ 4905816 w 5876984"/>
              <a:gd name="connsiteY4328" fmla="*/ 893275 h 4550534"/>
              <a:gd name="connsiteX4329" fmla="*/ 4894336 w 5876984"/>
              <a:gd name="connsiteY4329" fmla="*/ 910214 h 4550534"/>
              <a:gd name="connsiteX4330" fmla="*/ 4896578 w 5876984"/>
              <a:gd name="connsiteY4330" fmla="*/ 913561 h 4550534"/>
              <a:gd name="connsiteX4331" fmla="*/ 4907137 w 5876984"/>
              <a:gd name="connsiteY4331" fmla="*/ 914089 h 4550534"/>
              <a:gd name="connsiteX4332" fmla="*/ 4906951 w 5876984"/>
              <a:gd name="connsiteY4332" fmla="*/ 913616 h 4550534"/>
              <a:gd name="connsiteX4333" fmla="*/ 4911871 w 5876984"/>
              <a:gd name="connsiteY4333" fmla="*/ 911241 h 4550534"/>
              <a:gd name="connsiteX4334" fmla="*/ 4924990 w 5876984"/>
              <a:gd name="connsiteY4334" fmla="*/ 912781 h 4550534"/>
              <a:gd name="connsiteX4335" fmla="*/ 4918652 w 5876984"/>
              <a:gd name="connsiteY4335" fmla="*/ 918126 h 4550534"/>
              <a:gd name="connsiteX4336" fmla="*/ 4920176 w 5876984"/>
              <a:gd name="connsiteY4336" fmla="*/ 920051 h 4550534"/>
              <a:gd name="connsiteX4337" fmla="*/ 4916298 w 5876984"/>
              <a:gd name="connsiteY4337" fmla="*/ 920112 h 4550534"/>
              <a:gd name="connsiteX4338" fmla="*/ 4905816 w 5876984"/>
              <a:gd name="connsiteY4338" fmla="*/ 928951 h 4550534"/>
              <a:gd name="connsiteX4339" fmla="*/ 4895093 w 5876984"/>
              <a:gd name="connsiteY4339" fmla="*/ 921540 h 4550534"/>
              <a:gd name="connsiteX4340" fmla="*/ 4893879 w 5876984"/>
              <a:gd name="connsiteY4340" fmla="*/ 919131 h 4550534"/>
              <a:gd name="connsiteX4341" fmla="*/ 4891110 w 5876984"/>
              <a:gd name="connsiteY4341" fmla="*/ 918478 h 4550534"/>
              <a:gd name="connsiteX4342" fmla="*/ 4889370 w 5876984"/>
              <a:gd name="connsiteY4342" fmla="*/ 915594 h 4550534"/>
              <a:gd name="connsiteX4343" fmla="*/ 4880081 w 5876984"/>
              <a:gd name="connsiteY4343" fmla="*/ 935561 h 4550534"/>
              <a:gd name="connsiteX4344" fmla="*/ 4888660 w 5876984"/>
              <a:gd name="connsiteY4344" fmla="*/ 953335 h 4550534"/>
              <a:gd name="connsiteX4345" fmla="*/ 4871840 w 5876984"/>
              <a:gd name="connsiteY4345" fmla="*/ 963088 h 4550534"/>
              <a:gd name="connsiteX4346" fmla="*/ 4869484 w 5876984"/>
              <a:gd name="connsiteY4346" fmla="*/ 984135 h 4550534"/>
              <a:gd name="connsiteX4347" fmla="*/ 4884286 w 5876984"/>
              <a:gd name="connsiteY4347" fmla="*/ 997225 h 4550534"/>
              <a:gd name="connsiteX4348" fmla="*/ 4861074 w 5876984"/>
              <a:gd name="connsiteY4348" fmla="*/ 997225 h 4550534"/>
              <a:gd name="connsiteX4349" fmla="*/ 4859056 w 5876984"/>
              <a:gd name="connsiteY4349" fmla="*/ 1019812 h 4550534"/>
              <a:gd name="connsiteX4350" fmla="*/ 4871840 w 5876984"/>
              <a:gd name="connsiteY4350" fmla="*/ 1019812 h 4550534"/>
              <a:gd name="connsiteX4351" fmla="*/ 4854683 w 5876984"/>
              <a:gd name="connsiteY4351" fmla="*/ 1032902 h 4550534"/>
              <a:gd name="connsiteX4352" fmla="*/ 4850310 w 5876984"/>
              <a:gd name="connsiteY4352" fmla="*/ 1074995 h 4550534"/>
              <a:gd name="connsiteX4353" fmla="*/ 4859056 w 5876984"/>
              <a:gd name="connsiteY4353" fmla="*/ 1081412 h 4550534"/>
              <a:gd name="connsiteX4354" fmla="*/ 4841899 w 5876984"/>
              <a:gd name="connsiteY4354" fmla="*/ 1078332 h 4550534"/>
              <a:gd name="connsiteX4355" fmla="*/ 4841899 w 5876984"/>
              <a:gd name="connsiteY4355" fmla="*/ 1114009 h 4550534"/>
              <a:gd name="connsiteX4356" fmla="*/ 4852664 w 5876984"/>
              <a:gd name="connsiteY4356" fmla="*/ 1102716 h 4550534"/>
              <a:gd name="connsiteX4357" fmla="*/ 4839880 w 5876984"/>
              <a:gd name="connsiteY4357" fmla="*/ 1130179 h 4550534"/>
              <a:gd name="connsiteX4358" fmla="*/ 4839880 w 5876984"/>
              <a:gd name="connsiteY4358" fmla="*/ 1120426 h 4550534"/>
              <a:gd name="connsiteX4359" fmla="*/ 4835508 w 5876984"/>
              <a:gd name="connsiteY4359" fmla="*/ 1143012 h 4550534"/>
              <a:gd name="connsiteX4360" fmla="*/ 4848290 w 5876984"/>
              <a:gd name="connsiteY4360" fmla="*/ 1138135 h 4550534"/>
              <a:gd name="connsiteX4361" fmla="*/ 4833489 w 5876984"/>
              <a:gd name="connsiteY4361" fmla="*/ 1146349 h 4550534"/>
              <a:gd name="connsiteX4362" fmla="*/ 4839880 w 5876984"/>
              <a:gd name="connsiteY4362" fmla="*/ 1162519 h 4550534"/>
              <a:gd name="connsiteX4363" fmla="*/ 4849594 w 5876984"/>
              <a:gd name="connsiteY4363" fmla="*/ 1156969 h 4550534"/>
              <a:gd name="connsiteX4364" fmla="*/ 4855662 w 5876984"/>
              <a:gd name="connsiteY4364" fmla="*/ 1153934 h 4550534"/>
              <a:gd name="connsiteX4365" fmla="*/ 4857354 w 5876984"/>
              <a:gd name="connsiteY4365" fmla="*/ 1149867 h 4550534"/>
              <a:gd name="connsiteX4366" fmla="*/ 4859454 w 5876984"/>
              <a:gd name="connsiteY4366" fmla="*/ 1147858 h 4550534"/>
              <a:gd name="connsiteX4367" fmla="*/ 4858636 w 5876984"/>
              <a:gd name="connsiteY4367" fmla="*/ 1146156 h 4550534"/>
              <a:gd name="connsiteX4368" fmla="*/ 4854683 w 5876984"/>
              <a:gd name="connsiteY4368" fmla="*/ 1139932 h 4550534"/>
              <a:gd name="connsiteX4369" fmla="*/ 4893032 w 5876984"/>
              <a:gd name="connsiteY4369" fmla="*/ 1089626 h 4550534"/>
              <a:gd name="connsiteX4370" fmla="*/ 4897070 w 5876984"/>
              <a:gd name="connsiteY4370" fmla="*/ 1058826 h 4550534"/>
              <a:gd name="connsiteX4371" fmla="*/ 4918262 w 5876984"/>
              <a:gd name="connsiteY4371" fmla="*/ 1006979 h 4550534"/>
              <a:gd name="connsiteX4372" fmla="*/ 4937437 w 5876984"/>
              <a:gd name="connsiteY4372" fmla="*/ 1006979 h 4550534"/>
              <a:gd name="connsiteX4373" fmla="*/ 4939792 w 5876984"/>
              <a:gd name="connsiteY4373" fmla="*/ 993888 h 4550534"/>
              <a:gd name="connsiteX4374" fmla="*/ 4967376 w 5876984"/>
              <a:gd name="connsiteY4374" fmla="*/ 987472 h 4550534"/>
              <a:gd name="connsiteX4375" fmla="*/ 4950220 w 5876984"/>
              <a:gd name="connsiteY4375" fmla="*/ 976178 h 4550534"/>
              <a:gd name="connsiteX4376" fmla="*/ 4969395 w 5876984"/>
              <a:gd name="connsiteY4376" fmla="*/ 961548 h 4550534"/>
              <a:gd name="connsiteX4377" fmla="*/ 4960985 w 5876984"/>
              <a:gd name="connsiteY4377" fmla="*/ 949998 h 4550534"/>
              <a:gd name="connsiteX4378" fmla="*/ 4982178 w 5876984"/>
              <a:gd name="connsiteY4378" fmla="*/ 959751 h 4550534"/>
              <a:gd name="connsiteX4379" fmla="*/ 4990588 w 5876984"/>
              <a:gd name="connsiteY4379" fmla="*/ 943582 h 4550534"/>
              <a:gd name="connsiteX4380" fmla="*/ 4986552 w 5876984"/>
              <a:gd name="connsiteY4380" fmla="*/ 930748 h 4550534"/>
              <a:gd name="connsiteX4381" fmla="*/ 4965358 w 5876984"/>
              <a:gd name="connsiteY4381" fmla="*/ 924075 h 4550534"/>
              <a:gd name="connsiteX4382" fmla="*/ 4982178 w 5876984"/>
              <a:gd name="connsiteY4382" fmla="*/ 924075 h 4550534"/>
              <a:gd name="connsiteX4383" fmla="*/ 4990588 w 5876984"/>
              <a:gd name="connsiteY4383" fmla="*/ 895071 h 4550534"/>
              <a:gd name="connsiteX4384" fmla="*/ 5012118 w 5876984"/>
              <a:gd name="connsiteY4384" fmla="*/ 904825 h 4550534"/>
              <a:gd name="connsiteX4385" fmla="*/ 5020528 w 5876984"/>
              <a:gd name="connsiteY4385" fmla="*/ 914578 h 4550534"/>
              <a:gd name="connsiteX4386" fmla="*/ 5014136 w 5876984"/>
              <a:gd name="connsiteY4386" fmla="*/ 933828 h 4550534"/>
              <a:gd name="connsiteX4387" fmla="*/ 5003371 w 5876984"/>
              <a:gd name="connsiteY4387" fmla="*/ 924075 h 4550534"/>
              <a:gd name="connsiteX4388" fmla="*/ 5007744 w 5876984"/>
              <a:gd name="connsiteY4388" fmla="*/ 943582 h 4550534"/>
              <a:gd name="connsiteX4389" fmla="*/ 4977805 w 5876984"/>
              <a:gd name="connsiteY4389" fmla="*/ 976178 h 4550534"/>
              <a:gd name="connsiteX4390" fmla="*/ 4981148 w 5876984"/>
              <a:gd name="connsiteY4390" fmla="*/ 978171 h 4550534"/>
              <a:gd name="connsiteX4391" fmla="*/ 4986926 w 5876984"/>
              <a:gd name="connsiteY4391" fmla="*/ 970826 h 4550534"/>
              <a:gd name="connsiteX4392" fmla="*/ 5006220 w 5876984"/>
              <a:gd name="connsiteY4392" fmla="*/ 967651 h 4550534"/>
              <a:gd name="connsiteX4393" fmla="*/ 4981497 w 5876984"/>
              <a:gd name="connsiteY4393" fmla="*/ 978379 h 4550534"/>
              <a:gd name="connsiteX4394" fmla="*/ 4988570 w 5876984"/>
              <a:gd name="connsiteY4394" fmla="*/ 982595 h 4550534"/>
              <a:gd name="connsiteX4395" fmla="*/ 4988570 w 5876984"/>
              <a:gd name="connsiteY4395" fmla="*/ 989012 h 4550534"/>
              <a:gd name="connsiteX4396" fmla="*/ 4971414 w 5876984"/>
              <a:gd name="connsiteY4396" fmla="*/ 989012 h 4550534"/>
              <a:gd name="connsiteX4397" fmla="*/ 4982178 w 5876984"/>
              <a:gd name="connsiteY4397" fmla="*/ 1002101 h 4550534"/>
              <a:gd name="connsiteX4398" fmla="*/ 4965358 w 5876984"/>
              <a:gd name="connsiteY4398" fmla="*/ 1006979 h 4550534"/>
              <a:gd name="connsiteX4399" fmla="*/ 4952575 w 5876984"/>
              <a:gd name="connsiteY4399" fmla="*/ 1032902 h 4550534"/>
              <a:gd name="connsiteX4400" fmla="*/ 4965358 w 5876984"/>
              <a:gd name="connsiteY4400" fmla="*/ 1037779 h 4550534"/>
              <a:gd name="connsiteX4401" fmla="*/ 4969395 w 5876984"/>
              <a:gd name="connsiteY4401" fmla="*/ 1045735 h 4550534"/>
              <a:gd name="connsiteX4402" fmla="*/ 4956612 w 5876984"/>
              <a:gd name="connsiteY4402" fmla="*/ 1060365 h 4550534"/>
              <a:gd name="connsiteX4403" fmla="*/ 4933400 w 5876984"/>
              <a:gd name="connsiteY4403" fmla="*/ 1107592 h 4550534"/>
              <a:gd name="connsiteX4404" fmla="*/ 4958966 w 5876984"/>
              <a:gd name="connsiteY4404" fmla="*/ 1121966 h 4550534"/>
              <a:gd name="connsiteX4405" fmla="*/ 4950220 w 5876984"/>
              <a:gd name="connsiteY4405" fmla="*/ 1112212 h 4550534"/>
              <a:gd name="connsiteX4406" fmla="*/ 4965358 w 5876984"/>
              <a:gd name="connsiteY4406" fmla="*/ 1110672 h 4550534"/>
              <a:gd name="connsiteX4407" fmla="*/ 5007744 w 5876984"/>
              <a:gd name="connsiteY4407" fmla="*/ 1032902 h 4550534"/>
              <a:gd name="connsiteX4408" fmla="*/ 5009763 w 5876984"/>
              <a:gd name="connsiteY4408" fmla="*/ 1049072 h 4550534"/>
              <a:gd name="connsiteX4409" fmla="*/ 5028938 w 5876984"/>
              <a:gd name="connsiteY4409" fmla="*/ 1049072 h 4550534"/>
              <a:gd name="connsiteX4410" fmla="*/ 5016154 w 5876984"/>
              <a:gd name="connsiteY4410" fmla="*/ 1052409 h 4550534"/>
              <a:gd name="connsiteX4411" fmla="*/ 5026919 w 5876984"/>
              <a:gd name="connsiteY4411" fmla="*/ 1074995 h 4550534"/>
              <a:gd name="connsiteX4412" fmla="*/ 5007744 w 5876984"/>
              <a:gd name="connsiteY4412" fmla="*/ 1065242 h 4550534"/>
              <a:gd name="connsiteX4413" fmla="*/ 5018509 w 5876984"/>
              <a:gd name="connsiteY4413" fmla="*/ 1057286 h 4550534"/>
              <a:gd name="connsiteX4414" fmla="*/ 4996980 w 5876984"/>
              <a:gd name="connsiteY4414" fmla="*/ 1055488 h 4550534"/>
              <a:gd name="connsiteX4415" fmla="*/ 5003371 w 5876984"/>
              <a:gd name="connsiteY4415" fmla="*/ 1073455 h 4550534"/>
              <a:gd name="connsiteX4416" fmla="*/ 5018509 w 5876984"/>
              <a:gd name="connsiteY4416" fmla="*/ 1084749 h 4550534"/>
              <a:gd name="connsiteX4417" fmla="*/ 4988570 w 5876984"/>
              <a:gd name="connsiteY4417" fmla="*/ 1149685 h 4550534"/>
              <a:gd name="connsiteX4418" fmla="*/ 5005726 w 5876984"/>
              <a:gd name="connsiteY4418" fmla="*/ 1154562 h 4550534"/>
              <a:gd name="connsiteX4419" fmla="*/ 4975786 w 5876984"/>
              <a:gd name="connsiteY4419" fmla="*/ 1175609 h 4550534"/>
              <a:gd name="connsiteX4420" fmla="*/ 4971414 w 5876984"/>
              <a:gd name="connsiteY4420" fmla="*/ 1159439 h 4550534"/>
              <a:gd name="connsiteX4421" fmla="*/ 4982178 w 5876984"/>
              <a:gd name="connsiteY4421" fmla="*/ 1160979 h 4550534"/>
              <a:gd name="connsiteX4422" fmla="*/ 4969395 w 5876984"/>
              <a:gd name="connsiteY4422" fmla="*/ 1146349 h 4550534"/>
              <a:gd name="connsiteX4423" fmla="*/ 4977805 w 5876984"/>
              <a:gd name="connsiteY4423" fmla="*/ 1182026 h 4550534"/>
              <a:gd name="connsiteX4424" fmla="*/ 4967376 w 5876984"/>
              <a:gd name="connsiteY4424" fmla="*/ 1201532 h 4550534"/>
              <a:gd name="connsiteX4425" fmla="*/ 4952575 w 5876984"/>
              <a:gd name="connsiteY4425" fmla="*/ 1186903 h 4550534"/>
              <a:gd name="connsiteX4426" fmla="*/ 4950220 w 5876984"/>
              <a:gd name="connsiteY4426" fmla="*/ 1207949 h 4550534"/>
              <a:gd name="connsiteX4427" fmla="*/ 4960985 w 5876984"/>
              <a:gd name="connsiteY4427" fmla="*/ 1237210 h 4550534"/>
              <a:gd name="connsiteX4428" fmla="*/ 4950220 w 5876984"/>
              <a:gd name="connsiteY4428" fmla="*/ 1232332 h 4550534"/>
              <a:gd name="connsiteX4429" fmla="*/ 4948202 w 5876984"/>
              <a:gd name="connsiteY4429" fmla="*/ 1246963 h 4550534"/>
              <a:gd name="connsiteX4430" fmla="*/ 4931382 w 5876984"/>
              <a:gd name="connsiteY4430" fmla="*/ 1256716 h 4550534"/>
              <a:gd name="connsiteX4431" fmla="*/ 4941810 w 5876984"/>
              <a:gd name="connsiteY4431" fmla="*/ 1274426 h 4550534"/>
              <a:gd name="connsiteX4432" fmla="*/ 4927008 w 5876984"/>
              <a:gd name="connsiteY4432" fmla="*/ 1279303 h 4550534"/>
              <a:gd name="connsiteX4433" fmla="*/ 4929027 w 5876984"/>
              <a:gd name="connsiteY4433" fmla="*/ 1295729 h 4550534"/>
              <a:gd name="connsiteX4434" fmla="*/ 4918262 w 5876984"/>
              <a:gd name="connsiteY4434" fmla="*/ 1290853 h 4550534"/>
              <a:gd name="connsiteX4435" fmla="*/ 4927008 w 5876984"/>
              <a:gd name="connsiteY4435" fmla="*/ 1298810 h 4550534"/>
              <a:gd name="connsiteX4436" fmla="*/ 4916244 w 5876984"/>
              <a:gd name="connsiteY4436" fmla="*/ 1305226 h 4550534"/>
              <a:gd name="connsiteX4437" fmla="*/ 4907834 w 5876984"/>
              <a:gd name="connsiteY4437" fmla="*/ 1293933 h 4550534"/>
              <a:gd name="connsiteX4438" fmla="*/ 4918262 w 5876984"/>
              <a:gd name="connsiteY4438" fmla="*/ 1316777 h 4550534"/>
              <a:gd name="connsiteX4439" fmla="*/ 4903461 w 5876984"/>
              <a:gd name="connsiteY4439" fmla="*/ 1331150 h 4550534"/>
              <a:gd name="connsiteX4440" fmla="*/ 4888660 w 5876984"/>
              <a:gd name="connsiteY4440" fmla="*/ 1332946 h 4550534"/>
              <a:gd name="connsiteX4441" fmla="*/ 4865448 w 5876984"/>
              <a:gd name="connsiteY4441" fmla="*/ 1388130 h 4550534"/>
              <a:gd name="connsiteX4442" fmla="*/ 4846272 w 5876984"/>
              <a:gd name="connsiteY4442" fmla="*/ 1388130 h 4550534"/>
              <a:gd name="connsiteX4443" fmla="*/ 4835508 w 5876984"/>
              <a:gd name="connsiteY4443" fmla="*/ 1412514 h 4550534"/>
              <a:gd name="connsiteX4444" fmla="*/ 4833489 w 5876984"/>
              <a:gd name="connsiteY4444" fmla="*/ 1430223 h 4550534"/>
              <a:gd name="connsiteX4445" fmla="*/ 4822724 w 5876984"/>
              <a:gd name="connsiteY4445" fmla="*/ 1430223 h 4550534"/>
              <a:gd name="connsiteX4446" fmla="*/ 4803550 w 5876984"/>
              <a:gd name="connsiteY4446" fmla="*/ 1461023 h 4550534"/>
              <a:gd name="connsiteX4447" fmla="*/ 4805683 w 5876984"/>
              <a:gd name="connsiteY4447" fmla="*/ 1476771 h 4550534"/>
              <a:gd name="connsiteX4448" fmla="*/ 4806162 w 5876984"/>
              <a:gd name="connsiteY4448" fmla="*/ 1477025 h 4550534"/>
              <a:gd name="connsiteX4449" fmla="*/ 4805836 w 5876984"/>
              <a:gd name="connsiteY4449" fmla="*/ 1477898 h 4550534"/>
              <a:gd name="connsiteX4450" fmla="*/ 4805988 w 5876984"/>
              <a:gd name="connsiteY4450" fmla="*/ 1479022 h 4550534"/>
              <a:gd name="connsiteX4451" fmla="*/ 4809941 w 5876984"/>
              <a:gd name="connsiteY4451" fmla="*/ 1493364 h 4550534"/>
              <a:gd name="connsiteX4452" fmla="*/ 4763181 w 5876984"/>
              <a:gd name="connsiteY4452" fmla="*/ 1519287 h 4550534"/>
              <a:gd name="connsiteX4453" fmla="*/ 4752752 w 5876984"/>
              <a:gd name="connsiteY4453" fmla="*/ 1533917 h 4550534"/>
              <a:gd name="connsiteX4454" fmla="*/ 4750398 w 5876984"/>
              <a:gd name="connsiteY4454" fmla="*/ 1524421 h 4550534"/>
              <a:gd name="connsiteX4455" fmla="*/ 4744006 w 5876984"/>
              <a:gd name="connsiteY4455" fmla="*/ 1548548 h 4550534"/>
              <a:gd name="connsiteX4456" fmla="*/ 4758808 w 5876984"/>
              <a:gd name="connsiteY4456" fmla="*/ 1538794 h 4550534"/>
              <a:gd name="connsiteX4457" fmla="*/ 4718776 w 5876984"/>
              <a:gd name="connsiteY4457" fmla="*/ 1564717 h 4550534"/>
              <a:gd name="connsiteX4458" fmla="*/ 4727186 w 5876984"/>
              <a:gd name="connsiteY4458" fmla="*/ 1574471 h 4550534"/>
              <a:gd name="connsiteX4459" fmla="*/ 4712384 w 5876984"/>
              <a:gd name="connsiteY4459" fmla="*/ 1586021 h 4550534"/>
              <a:gd name="connsiteX4460" fmla="*/ 4724621 w 5876984"/>
              <a:gd name="connsiteY4460" fmla="*/ 1586021 h 4550534"/>
              <a:gd name="connsiteX4461" fmla="*/ 4723140 w 5876984"/>
              <a:gd name="connsiteY4461" fmla="*/ 1585172 h 4550534"/>
              <a:gd name="connsiteX4462" fmla="*/ 4737298 w 5876984"/>
              <a:gd name="connsiteY4462" fmla="*/ 1571505 h 4550534"/>
              <a:gd name="connsiteX4463" fmla="*/ 4744879 w 5876984"/>
              <a:gd name="connsiteY4463" fmla="*/ 1574187 h 4550534"/>
              <a:gd name="connsiteX4464" fmla="*/ 4749269 w 5876984"/>
              <a:gd name="connsiteY4464" fmla="*/ 1573156 h 4550534"/>
              <a:gd name="connsiteX4465" fmla="*/ 4760714 w 5876984"/>
              <a:gd name="connsiteY4465" fmla="*/ 1568171 h 4550534"/>
              <a:gd name="connsiteX4466" fmla="*/ 4739640 w 5876984"/>
              <a:gd name="connsiteY4466" fmla="*/ 1568171 h 4550534"/>
              <a:gd name="connsiteX4467" fmla="*/ 4769076 w 5876984"/>
              <a:gd name="connsiteY4467" fmla="*/ 1561761 h 4550534"/>
              <a:gd name="connsiteX4468" fmla="*/ 4773424 w 5876984"/>
              <a:gd name="connsiteY4468" fmla="*/ 1581249 h 4550534"/>
              <a:gd name="connsiteX4469" fmla="*/ 4752016 w 5876984"/>
              <a:gd name="connsiteY4469" fmla="*/ 1579743 h 4550534"/>
              <a:gd name="connsiteX4470" fmla="*/ 4748382 w 5876984"/>
              <a:gd name="connsiteY4470" fmla="*/ 1579131 h 4550534"/>
              <a:gd name="connsiteX4471" fmla="*/ 4741988 w 5876984"/>
              <a:gd name="connsiteY4471" fmla="*/ 1587561 h 4550534"/>
              <a:gd name="connsiteX4472" fmla="*/ 4733147 w 5876984"/>
              <a:gd name="connsiteY4472" fmla="*/ 1588754 h 4550534"/>
              <a:gd name="connsiteX4473" fmla="*/ 4733286 w 5876984"/>
              <a:gd name="connsiteY4473" fmla="*/ 1590993 h 4550534"/>
              <a:gd name="connsiteX4474" fmla="*/ 4729704 w 5876984"/>
              <a:gd name="connsiteY4474" fmla="*/ 1588938 h 4550534"/>
              <a:gd name="connsiteX4475" fmla="*/ 4721342 w 5876984"/>
              <a:gd name="connsiteY4475" fmla="*/ 1588363 h 4550534"/>
              <a:gd name="connsiteX4476" fmla="*/ 4710030 w 5876984"/>
              <a:gd name="connsiteY4476" fmla="*/ 1593978 h 4550534"/>
              <a:gd name="connsiteX4477" fmla="*/ 4714656 w 5876984"/>
              <a:gd name="connsiteY4477" fmla="*/ 1601389 h 4550534"/>
              <a:gd name="connsiteX4478" fmla="*/ 4716814 w 5876984"/>
              <a:gd name="connsiteY4478" fmla="*/ 1603927 h 4550534"/>
              <a:gd name="connsiteX4479" fmla="*/ 4718874 w 5876984"/>
              <a:gd name="connsiteY4479" fmla="*/ 1601714 h 4550534"/>
              <a:gd name="connsiteX4480" fmla="*/ 4731537 w 5876984"/>
              <a:gd name="connsiteY4480" fmla="*/ 1593513 h 4550534"/>
              <a:gd name="connsiteX4481" fmla="*/ 4746664 w 5876984"/>
              <a:gd name="connsiteY4481" fmla="*/ 1596876 h 4550534"/>
              <a:gd name="connsiteX4482" fmla="*/ 4748681 w 5876984"/>
              <a:gd name="connsiteY4482" fmla="*/ 1608258 h 4550534"/>
              <a:gd name="connsiteX4483" fmla="*/ 4742294 w 5876984"/>
              <a:gd name="connsiteY4483" fmla="*/ 1601790 h 4550534"/>
              <a:gd name="connsiteX4484" fmla="*/ 4727504 w 5876984"/>
              <a:gd name="connsiteY4484" fmla="*/ 1600238 h 4550534"/>
              <a:gd name="connsiteX4485" fmla="*/ 4731537 w 5876984"/>
              <a:gd name="connsiteY4485" fmla="*/ 1611621 h 4550534"/>
              <a:gd name="connsiteX4486" fmla="*/ 4755067 w 5876984"/>
              <a:gd name="connsiteY4486" fmla="*/ 1624555 h 4550534"/>
              <a:gd name="connsiteX4487" fmla="*/ 4745308 w 5876984"/>
              <a:gd name="connsiteY4487" fmla="*/ 1621143 h 4550534"/>
              <a:gd name="connsiteX4488" fmla="*/ 4739970 w 5876984"/>
              <a:gd name="connsiteY4488" fmla="*/ 1624778 h 4550534"/>
              <a:gd name="connsiteX4489" fmla="*/ 4744006 w 5876984"/>
              <a:gd name="connsiteY4489" fmla="*/ 1632991 h 4550534"/>
              <a:gd name="connsiteX4490" fmla="*/ 4773946 w 5876984"/>
              <a:gd name="connsiteY4490" fmla="*/ 1624778 h 4550534"/>
              <a:gd name="connsiteX4491" fmla="*/ 4769572 w 5876984"/>
              <a:gd name="connsiteY4491" fmla="*/ 1632991 h 4550534"/>
              <a:gd name="connsiteX4492" fmla="*/ 4793121 w 5876984"/>
              <a:gd name="connsiteY4492" fmla="*/ 1595774 h 4550534"/>
              <a:gd name="connsiteX4493" fmla="*/ 4807922 w 5876984"/>
              <a:gd name="connsiteY4493" fmla="*/ 1607067 h 4550534"/>
              <a:gd name="connsiteX4494" fmla="*/ 4801783 w 5876984"/>
              <a:gd name="connsiteY4494" fmla="*/ 1587433 h 4550534"/>
              <a:gd name="connsiteX4495" fmla="*/ 4810415 w 5876984"/>
              <a:gd name="connsiteY4495" fmla="*/ 1580809 h 4550534"/>
              <a:gd name="connsiteX4496" fmla="*/ 4814314 w 5876984"/>
              <a:gd name="connsiteY4496" fmla="*/ 1584224 h 4550534"/>
              <a:gd name="connsiteX4497" fmla="*/ 4833489 w 5876984"/>
              <a:gd name="connsiteY4497" fmla="*/ 1558301 h 4550534"/>
              <a:gd name="connsiteX4498" fmla="*/ 4852664 w 5876984"/>
              <a:gd name="connsiteY4498" fmla="*/ 1558301 h 4550534"/>
              <a:gd name="connsiteX4499" fmla="*/ 4848290 w 5876984"/>
              <a:gd name="connsiteY4499" fmla="*/ 1542131 h 4550534"/>
              <a:gd name="connsiteX4500" fmla="*/ 4861074 w 5876984"/>
              <a:gd name="connsiteY4500" fmla="*/ 1537254 h 4550534"/>
              <a:gd name="connsiteX4501" fmla="*/ 4869484 w 5876984"/>
              <a:gd name="connsiteY4501" fmla="*/ 1540591 h 4550534"/>
              <a:gd name="connsiteX4502" fmla="*/ 4899424 w 5876984"/>
              <a:gd name="connsiteY4502" fmla="*/ 1488487 h 4550534"/>
              <a:gd name="connsiteX4503" fmla="*/ 4918262 w 5876984"/>
              <a:gd name="connsiteY4503" fmla="*/ 1500037 h 4550534"/>
              <a:gd name="connsiteX4504" fmla="*/ 4924990 w 5876984"/>
              <a:gd name="connsiteY4504" fmla="*/ 1478990 h 4550534"/>
              <a:gd name="connsiteX4505" fmla="*/ 4909852 w 5876984"/>
              <a:gd name="connsiteY4505" fmla="*/ 1488487 h 4550534"/>
              <a:gd name="connsiteX4506" fmla="*/ 4941810 w 5876984"/>
              <a:gd name="connsiteY4506" fmla="*/ 1469237 h 4550534"/>
              <a:gd name="connsiteX4507" fmla="*/ 4920617 w 5876984"/>
              <a:gd name="connsiteY4507" fmla="*/ 1465901 h 4550534"/>
              <a:gd name="connsiteX4508" fmla="*/ 4952575 w 5876984"/>
              <a:gd name="connsiteY4508" fmla="*/ 1407637 h 4550534"/>
              <a:gd name="connsiteX4509" fmla="*/ 4950220 w 5876984"/>
              <a:gd name="connsiteY4509" fmla="*/ 1418930 h 4550534"/>
              <a:gd name="connsiteX4510" fmla="*/ 4964365 w 5876984"/>
              <a:gd name="connsiteY4510" fmla="*/ 1420302 h 4550534"/>
              <a:gd name="connsiteX4511" fmla="*/ 4966192 w 5876984"/>
              <a:gd name="connsiteY4511" fmla="*/ 1419803 h 4550534"/>
              <a:gd name="connsiteX4512" fmla="*/ 4970260 w 5876984"/>
              <a:gd name="connsiteY4512" fmla="*/ 1401208 h 4550534"/>
              <a:gd name="connsiteX4513" fmla="*/ 4970294 w 5876984"/>
              <a:gd name="connsiteY4513" fmla="*/ 1400518 h 4550534"/>
              <a:gd name="connsiteX4514" fmla="*/ 4970463 w 5876984"/>
              <a:gd name="connsiteY4514" fmla="*/ 1400279 h 4550534"/>
              <a:gd name="connsiteX4515" fmla="*/ 4976440 w 5876984"/>
              <a:gd name="connsiteY4515" fmla="*/ 1372954 h 4550534"/>
              <a:gd name="connsiteX4516" fmla="*/ 4971462 w 5876984"/>
              <a:gd name="connsiteY4516" fmla="*/ 1374828 h 4550534"/>
              <a:gd name="connsiteX4517" fmla="*/ 4975282 w 5876984"/>
              <a:gd name="connsiteY4517" fmla="*/ 1365003 h 4550534"/>
              <a:gd name="connsiteX4518" fmla="*/ 4981226 w 5876984"/>
              <a:gd name="connsiteY4518" fmla="*/ 1351079 h 4550534"/>
              <a:gd name="connsiteX4519" fmla="*/ 4982591 w 5876984"/>
              <a:gd name="connsiteY4519" fmla="*/ 1344836 h 4550534"/>
              <a:gd name="connsiteX4520" fmla="*/ 4977943 w 5876984"/>
              <a:gd name="connsiteY4520" fmla="*/ 1345850 h 4550534"/>
              <a:gd name="connsiteX4521" fmla="*/ 4982302 w 5876984"/>
              <a:gd name="connsiteY4521" fmla="*/ 1344312 h 4550534"/>
              <a:gd name="connsiteX4522" fmla="*/ 4988672 w 5876984"/>
              <a:gd name="connsiteY4522" fmla="*/ 1316894 h 4550534"/>
              <a:gd name="connsiteX4523" fmla="*/ 4988702 w 5876984"/>
              <a:gd name="connsiteY4523" fmla="*/ 1316898 h 4550534"/>
              <a:gd name="connsiteX4524" fmla="*/ 4994760 w 5876984"/>
              <a:gd name="connsiteY4524" fmla="*/ 1289210 h 4550534"/>
              <a:gd name="connsiteX4525" fmla="*/ 5007540 w 5876984"/>
              <a:gd name="connsiteY4525" fmla="*/ 1261750 h 4550534"/>
              <a:gd name="connsiteX4526" fmla="*/ 5027512 w 5876984"/>
              <a:gd name="connsiteY4526" fmla="*/ 1291680 h 4550534"/>
              <a:gd name="connsiteX4527" fmla="*/ 5029094 w 5876984"/>
              <a:gd name="connsiteY4527" fmla="*/ 1301520 h 4550534"/>
              <a:gd name="connsiteX4528" fmla="*/ 5036822 w 5876984"/>
              <a:gd name="connsiteY4528" fmla="*/ 1301520 h 4550534"/>
              <a:gd name="connsiteX4529" fmla="*/ 5038502 w 5876984"/>
              <a:gd name="connsiteY4529" fmla="*/ 1301520 h 4550534"/>
              <a:gd name="connsiteX4530" fmla="*/ 5040050 w 5876984"/>
              <a:gd name="connsiteY4530" fmla="*/ 1298020 h 4550534"/>
              <a:gd name="connsiteX4531" fmla="*/ 5039703 w 5876984"/>
              <a:gd name="connsiteY4531" fmla="*/ 1284179 h 4550534"/>
              <a:gd name="connsiteX4532" fmla="*/ 5052486 w 5876984"/>
              <a:gd name="connsiteY4532" fmla="*/ 1289056 h 4550534"/>
              <a:gd name="connsiteX4533" fmla="*/ 5082090 w 5876984"/>
              <a:gd name="connsiteY4533" fmla="*/ 1245423 h 4550534"/>
              <a:gd name="connsiteX4534" fmla="*/ 5094874 w 5876984"/>
              <a:gd name="connsiteY4534" fmla="*/ 1251839 h 4550534"/>
              <a:gd name="connsiteX4535" fmla="*/ 5101265 w 5876984"/>
              <a:gd name="connsiteY4535" fmla="*/ 1237210 h 4550534"/>
              <a:gd name="connsiteX4536" fmla="*/ 5088481 w 5876984"/>
              <a:gd name="connsiteY4536" fmla="*/ 1227456 h 4550534"/>
              <a:gd name="connsiteX4537" fmla="*/ 5099246 w 5876984"/>
              <a:gd name="connsiteY4537" fmla="*/ 1216163 h 4550534"/>
              <a:gd name="connsiteX4538" fmla="*/ 5086462 w 5876984"/>
              <a:gd name="connsiteY4538" fmla="*/ 1216163 h 4550534"/>
              <a:gd name="connsiteX4539" fmla="*/ 5089658 w 5876984"/>
              <a:gd name="connsiteY4539" fmla="*/ 1212789 h 4550534"/>
              <a:gd name="connsiteX4540" fmla="*/ 5089288 w 5876984"/>
              <a:gd name="connsiteY4540" fmla="*/ 1212802 h 4550534"/>
              <a:gd name="connsiteX4541" fmla="*/ 5084201 w 5876984"/>
              <a:gd name="connsiteY4541" fmla="*/ 1212991 h 4550534"/>
              <a:gd name="connsiteX4542" fmla="*/ 5087555 w 5876984"/>
              <a:gd name="connsiteY4542" fmla="*/ 1207203 h 4550534"/>
              <a:gd name="connsiteX4543" fmla="*/ 5097791 w 5876984"/>
              <a:gd name="connsiteY4543" fmla="*/ 1206111 h 4550534"/>
              <a:gd name="connsiteX4544" fmla="*/ 5100418 w 5876984"/>
              <a:gd name="connsiteY4544" fmla="*/ 1204035 h 4550534"/>
              <a:gd name="connsiteX4545" fmla="*/ 5105638 w 5876984"/>
              <a:gd name="connsiteY4545" fmla="*/ 1196656 h 4550534"/>
              <a:gd name="connsiteX4546" fmla="*/ 5088481 w 5876984"/>
              <a:gd name="connsiteY4546" fmla="*/ 1196656 h 4550534"/>
              <a:gd name="connsiteX4547" fmla="*/ 5137260 w 5876984"/>
              <a:gd name="connsiteY4547" fmla="*/ 1165856 h 4550534"/>
              <a:gd name="connsiteX4548" fmla="*/ 5146006 w 5876984"/>
              <a:gd name="connsiteY4548" fmla="*/ 1138135 h 4550534"/>
              <a:gd name="connsiteX4549" fmla="*/ 5154416 w 5876984"/>
              <a:gd name="connsiteY4549" fmla="*/ 1143012 h 4550534"/>
              <a:gd name="connsiteX4550" fmla="*/ 5169218 w 5876984"/>
              <a:gd name="connsiteY4550" fmla="*/ 1123762 h 4550534"/>
              <a:gd name="connsiteX4551" fmla="*/ 5137260 w 5876984"/>
              <a:gd name="connsiteY4551" fmla="*/ 1117089 h 4550534"/>
              <a:gd name="connsiteX4552" fmla="*/ 5152398 w 5876984"/>
              <a:gd name="connsiteY4552" fmla="*/ 1092962 h 4550534"/>
              <a:gd name="connsiteX4553" fmla="*/ 5164002 w 5876984"/>
              <a:gd name="connsiteY4553" fmla="*/ 1068247 h 4550534"/>
              <a:gd name="connsiteX4554" fmla="*/ 5163904 w 5876984"/>
              <a:gd name="connsiteY4554" fmla="*/ 1067652 h 4550534"/>
              <a:gd name="connsiteX4555" fmla="*/ 5164949 w 5876984"/>
              <a:gd name="connsiteY4555" fmla="*/ 1045914 h 4550534"/>
              <a:gd name="connsiteX4556" fmla="*/ 5192530 w 5876984"/>
              <a:gd name="connsiteY4556" fmla="*/ 1007160 h 4550534"/>
              <a:gd name="connsiteX4557" fmla="*/ 5188157 w 5876984"/>
              <a:gd name="connsiteY4557" fmla="*/ 995612 h 4550534"/>
              <a:gd name="connsiteX4558" fmla="*/ 5198462 w 5876984"/>
              <a:gd name="connsiteY4558" fmla="*/ 983951 h 4550534"/>
              <a:gd name="connsiteX4559" fmla="*/ 5202530 w 5876984"/>
              <a:gd name="connsiteY4559" fmla="*/ 980428 h 4550534"/>
              <a:gd name="connsiteX4560" fmla="*/ 5224387 w 5876984"/>
              <a:gd name="connsiteY4560" fmla="*/ 920994 h 4550534"/>
              <a:gd name="connsiteX4561" fmla="*/ 5224387 w 5876984"/>
              <a:gd name="connsiteY4561" fmla="*/ 938705 h 4550534"/>
              <a:gd name="connsiteX4562" fmla="*/ 5237170 w 5876984"/>
              <a:gd name="connsiteY4562" fmla="*/ 942041 h 4550534"/>
              <a:gd name="connsiteX4563" fmla="*/ 5239525 w 5876984"/>
              <a:gd name="connsiteY4563" fmla="*/ 935625 h 4550534"/>
              <a:gd name="connsiteX4564" fmla="*/ 5228760 w 5876984"/>
              <a:gd name="connsiteY4564" fmla="*/ 928951 h 4550534"/>
              <a:gd name="connsiteX4565" fmla="*/ 5237044 w 5876984"/>
              <a:gd name="connsiteY4565" fmla="*/ 925005 h 4550534"/>
              <a:gd name="connsiteX4566" fmla="*/ 5240121 w 5876984"/>
              <a:gd name="connsiteY4566" fmla="*/ 925414 h 4550534"/>
              <a:gd name="connsiteX4567" fmla="*/ 5239744 w 5876984"/>
              <a:gd name="connsiteY4567" fmla="*/ 921570 h 4550534"/>
              <a:gd name="connsiteX4568" fmla="*/ 5242734 w 5876984"/>
              <a:gd name="connsiteY4568" fmla="*/ 912131 h 4550534"/>
              <a:gd name="connsiteX4569" fmla="*/ 5243013 w 5876984"/>
              <a:gd name="connsiteY4569" fmla="*/ 911945 h 4550534"/>
              <a:gd name="connsiteX4570" fmla="*/ 5237170 w 5876984"/>
              <a:gd name="connsiteY4570" fmla="*/ 911241 h 4550534"/>
              <a:gd name="connsiteX4571" fmla="*/ 5205548 w 5876984"/>
              <a:gd name="connsiteY4571" fmla="*/ 922535 h 4550534"/>
              <a:gd name="connsiteX4572" fmla="*/ 5213958 w 5876984"/>
              <a:gd name="connsiteY4572" fmla="*/ 907904 h 4550534"/>
              <a:gd name="connsiteX4573" fmla="*/ 5228760 w 5876984"/>
              <a:gd name="connsiteY4573" fmla="*/ 911241 h 4550534"/>
              <a:gd name="connsiteX4574" fmla="*/ 5239525 w 5876984"/>
              <a:gd name="connsiteY4574" fmla="*/ 869147 h 4550534"/>
              <a:gd name="connsiteX4575" fmla="*/ 5241543 w 5876984"/>
              <a:gd name="connsiteY4575" fmla="*/ 860935 h 4550534"/>
              <a:gd name="connsiteX4576" fmla="*/ 5254326 w 5876984"/>
              <a:gd name="connsiteY4576" fmla="*/ 846304 h 4550534"/>
              <a:gd name="connsiteX4577" fmla="*/ 5257522 w 5876984"/>
              <a:gd name="connsiteY4577" fmla="*/ 858303 h 4550534"/>
              <a:gd name="connsiteX4578" fmla="*/ 5260522 w 5876984"/>
              <a:gd name="connsiteY4578" fmla="*/ 868481 h 4550534"/>
              <a:gd name="connsiteX4579" fmla="*/ 5262784 w 5876984"/>
              <a:gd name="connsiteY4579" fmla="*/ 861933 h 4550534"/>
              <a:gd name="connsiteX4580" fmla="*/ 5272291 w 5876984"/>
              <a:gd name="connsiteY4580" fmla="*/ 851637 h 4550534"/>
              <a:gd name="connsiteX4581" fmla="*/ 5272408 w 5876984"/>
              <a:gd name="connsiteY4581" fmla="*/ 850989 h 4550534"/>
              <a:gd name="connsiteX4582" fmla="*/ 5271482 w 5876984"/>
              <a:gd name="connsiteY4582" fmla="*/ 831674 h 4550534"/>
              <a:gd name="connsiteX4583" fmla="*/ 5286285 w 5876984"/>
              <a:gd name="connsiteY4583" fmla="*/ 815504 h 4550534"/>
              <a:gd name="connsiteX4584" fmla="*/ 5313870 w 5876984"/>
              <a:gd name="connsiteY4584" fmla="*/ 825257 h 4550534"/>
              <a:gd name="connsiteX4585" fmla="*/ 5309496 w 5876984"/>
              <a:gd name="connsiteY4585" fmla="*/ 800874 h 4550534"/>
              <a:gd name="connsiteX4586" fmla="*/ 5290322 w 5876984"/>
              <a:gd name="connsiteY4586" fmla="*/ 792917 h 4550534"/>
              <a:gd name="connsiteX4587" fmla="*/ 5311852 w 5876984"/>
              <a:gd name="connsiteY4587" fmla="*/ 778288 h 4550534"/>
              <a:gd name="connsiteX4588" fmla="*/ 5335063 w 5876984"/>
              <a:gd name="connsiteY4588" fmla="*/ 783164 h 4550534"/>
              <a:gd name="connsiteX4589" fmla="*/ 5337082 w 5876984"/>
              <a:gd name="connsiteY4589" fmla="*/ 802671 h 4550534"/>
              <a:gd name="connsiteX4590" fmla="*/ 5320241 w 5876984"/>
              <a:gd name="connsiteY4590" fmla="*/ 841111 h 4550534"/>
              <a:gd name="connsiteX4591" fmla="*/ 5315856 w 5876984"/>
              <a:gd name="connsiteY4591" fmla="*/ 851399 h 4550534"/>
              <a:gd name="connsiteX4592" fmla="*/ 5315142 w 5876984"/>
              <a:gd name="connsiteY4592" fmla="*/ 854692 h 4550534"/>
              <a:gd name="connsiteX4593" fmla="*/ 5326394 w 5876984"/>
              <a:gd name="connsiteY4593" fmla="*/ 861131 h 4550534"/>
              <a:gd name="connsiteX4594" fmla="*/ 5322102 w 5876984"/>
              <a:gd name="connsiteY4594" fmla="*/ 864928 h 4550534"/>
              <a:gd name="connsiteX4595" fmla="*/ 5320178 w 5876984"/>
              <a:gd name="connsiteY4595" fmla="*/ 873030 h 4550534"/>
              <a:gd name="connsiteX4596" fmla="*/ 5313870 w 5876984"/>
              <a:gd name="connsiteY4596" fmla="*/ 890194 h 4550534"/>
              <a:gd name="connsiteX4597" fmla="*/ 5324634 w 5876984"/>
              <a:gd name="connsiteY4597" fmla="*/ 890194 h 4550534"/>
              <a:gd name="connsiteX4598" fmla="*/ 5316735 w 5876984"/>
              <a:gd name="connsiteY4598" fmla="*/ 902466 h 4550534"/>
              <a:gd name="connsiteX4599" fmla="*/ 5314980 w 5876984"/>
              <a:gd name="connsiteY4599" fmla="*/ 903412 h 4550534"/>
              <a:gd name="connsiteX4600" fmla="*/ 5315080 w 5876984"/>
              <a:gd name="connsiteY4600" fmla="*/ 904276 h 4550534"/>
              <a:gd name="connsiteX4601" fmla="*/ 5311506 w 5876984"/>
              <a:gd name="connsiteY4601" fmla="*/ 916354 h 4550534"/>
              <a:gd name="connsiteX4602" fmla="*/ 5318243 w 5876984"/>
              <a:gd name="connsiteY4602" fmla="*/ 920994 h 4550534"/>
              <a:gd name="connsiteX4603" fmla="*/ 5315888 w 5876984"/>
              <a:gd name="connsiteY4603" fmla="*/ 938705 h 4550534"/>
              <a:gd name="connsiteX4604" fmla="*/ 5305460 w 5876984"/>
              <a:gd name="connsiteY4604" fmla="*/ 942041 h 4550534"/>
              <a:gd name="connsiteX4605" fmla="*/ 5311852 w 5876984"/>
              <a:gd name="connsiteY4605" fmla="*/ 958211 h 4550534"/>
              <a:gd name="connsiteX4606" fmla="*/ 5304282 w 5876984"/>
              <a:gd name="connsiteY4606" fmla="*/ 940453 h 4550534"/>
              <a:gd name="connsiteX4607" fmla="*/ 5304892 w 5876984"/>
              <a:gd name="connsiteY4607" fmla="*/ 936224 h 4550534"/>
              <a:gd name="connsiteX4608" fmla="*/ 5290264 w 5876984"/>
              <a:gd name="connsiteY4608" fmla="*/ 961884 h 4550534"/>
              <a:gd name="connsiteX4609" fmla="*/ 5283626 w 5876984"/>
              <a:gd name="connsiteY4609" fmla="*/ 971412 h 4550534"/>
              <a:gd name="connsiteX4610" fmla="*/ 5286285 w 5876984"/>
              <a:gd name="connsiteY4610" fmla="*/ 974382 h 4550534"/>
              <a:gd name="connsiteX4611" fmla="*/ 5280250 w 5876984"/>
              <a:gd name="connsiteY4611" fmla="*/ 976255 h 4550534"/>
              <a:gd name="connsiteX4612" fmla="*/ 5273292 w 5876984"/>
              <a:gd name="connsiteY4612" fmla="*/ 986243 h 4550534"/>
              <a:gd name="connsiteX4613" fmla="*/ 5274973 w 5876984"/>
              <a:gd name="connsiteY4613" fmla="*/ 988338 h 4550534"/>
              <a:gd name="connsiteX4614" fmla="*/ 5277539 w 5876984"/>
              <a:gd name="connsiteY4614" fmla="*/ 995429 h 4550534"/>
              <a:gd name="connsiteX4615" fmla="*/ 5265974 w 5876984"/>
              <a:gd name="connsiteY4615" fmla="*/ 999150 h 4550534"/>
              <a:gd name="connsiteX4616" fmla="*/ 5262540 w 5876984"/>
              <a:gd name="connsiteY4616" fmla="*/ 1000696 h 4550534"/>
              <a:gd name="connsiteX4617" fmla="*/ 5260847 w 5876984"/>
              <a:gd name="connsiteY4617" fmla="*/ 1002936 h 4550534"/>
              <a:gd name="connsiteX4618" fmla="*/ 5260718 w 5876984"/>
              <a:gd name="connsiteY4618" fmla="*/ 1005182 h 4550534"/>
              <a:gd name="connsiteX4619" fmla="*/ 5288304 w 5876984"/>
              <a:gd name="connsiteY4619" fmla="*/ 1010058 h 4550534"/>
              <a:gd name="connsiteX4620" fmla="*/ 5258700 w 5876984"/>
              <a:gd name="connsiteY4620" fmla="*/ 1023148 h 4550534"/>
              <a:gd name="connsiteX4621" fmla="*/ 5269128 w 5876984"/>
              <a:gd name="connsiteY4621" fmla="*/ 1039319 h 4550534"/>
              <a:gd name="connsiteX4622" fmla="*/ 5283930 w 5876984"/>
              <a:gd name="connsiteY4622" fmla="*/ 1021352 h 4550534"/>
              <a:gd name="connsiteX4623" fmla="*/ 5269128 w 5876984"/>
              <a:gd name="connsiteY4623" fmla="*/ 1055488 h 4550534"/>
              <a:gd name="connsiteX4624" fmla="*/ 5267110 w 5876984"/>
              <a:gd name="connsiteY4624" fmla="*/ 1096042 h 4550534"/>
              <a:gd name="connsiteX4625" fmla="*/ 5315888 w 5876984"/>
              <a:gd name="connsiteY4625" fmla="*/ 1066782 h 4550534"/>
              <a:gd name="connsiteX4626" fmla="*/ 5313870 w 5876984"/>
              <a:gd name="connsiteY4626" fmla="*/ 1053948 h 4550534"/>
              <a:gd name="connsiteX4627" fmla="*/ 5301086 w 5876984"/>
              <a:gd name="connsiteY4627" fmla="*/ 1053948 h 4550534"/>
              <a:gd name="connsiteX4628" fmla="*/ 5292676 w 5876984"/>
              <a:gd name="connsiteY4628" fmla="*/ 1029565 h 4550534"/>
              <a:gd name="connsiteX4629" fmla="*/ 5307478 w 5876984"/>
              <a:gd name="connsiteY4629" fmla="*/ 1037779 h 4550534"/>
              <a:gd name="connsiteX4630" fmla="*/ 5313870 w 5876984"/>
              <a:gd name="connsiteY4630" fmla="*/ 1028025 h 4550534"/>
              <a:gd name="connsiteX4631" fmla="*/ 5305460 w 5876984"/>
              <a:gd name="connsiteY4631" fmla="*/ 1018272 h 4550534"/>
              <a:gd name="connsiteX4632" fmla="*/ 5322280 w 5876984"/>
              <a:gd name="connsiteY4632" fmla="*/ 1002101 h 4550534"/>
              <a:gd name="connsiteX4633" fmla="*/ 5331026 w 5876984"/>
              <a:gd name="connsiteY4633" fmla="*/ 1021352 h 4550534"/>
              <a:gd name="connsiteX4634" fmla="*/ 5339437 w 5876984"/>
              <a:gd name="connsiteY4634" fmla="*/ 1010058 h 4550534"/>
              <a:gd name="connsiteX4635" fmla="*/ 5326653 w 5876984"/>
              <a:gd name="connsiteY4635" fmla="*/ 997225 h 4550534"/>
              <a:gd name="connsiteX4636" fmla="*/ 5315888 w 5876984"/>
              <a:gd name="connsiteY4636" fmla="*/ 1000305 h 4550534"/>
              <a:gd name="connsiteX4637" fmla="*/ 5333044 w 5876984"/>
              <a:gd name="connsiteY4637" fmla="*/ 963088 h 4550534"/>
              <a:gd name="connsiteX4638" fmla="*/ 5337082 w 5876984"/>
              <a:gd name="connsiteY4638" fmla="*/ 888398 h 4550534"/>
              <a:gd name="connsiteX4639" fmla="*/ 5358612 w 5876984"/>
              <a:gd name="connsiteY4639" fmla="*/ 899948 h 4550534"/>
              <a:gd name="connsiteX4640" fmla="*/ 5343474 w 5876984"/>
              <a:gd name="connsiteY4640" fmla="*/ 937165 h 4550534"/>
              <a:gd name="connsiteX4641" fmla="*/ 5331026 w 5876984"/>
              <a:gd name="connsiteY4641" fmla="*/ 958211 h 4550534"/>
              <a:gd name="connsiteX4642" fmla="*/ 5352220 w 5876984"/>
              <a:gd name="connsiteY4642" fmla="*/ 948458 h 4550534"/>
              <a:gd name="connsiteX4643" fmla="*/ 5345828 w 5876984"/>
              <a:gd name="connsiteY4643" fmla="*/ 924075 h 4550534"/>
              <a:gd name="connsiteX4644" fmla="*/ 5367022 w 5876984"/>
              <a:gd name="connsiteY4644" fmla="*/ 893275 h 4550534"/>
              <a:gd name="connsiteX4645" fmla="*/ 5379805 w 5876984"/>
              <a:gd name="connsiteY4645" fmla="*/ 899948 h 4550534"/>
              <a:gd name="connsiteX4646" fmla="*/ 5390233 w 5876984"/>
              <a:gd name="connsiteY4646" fmla="*/ 893275 h 4550534"/>
              <a:gd name="connsiteX4647" fmla="*/ 5379805 w 5876984"/>
              <a:gd name="connsiteY4647" fmla="*/ 878644 h 4550534"/>
              <a:gd name="connsiteX4648" fmla="*/ 5369040 w 5876984"/>
              <a:gd name="connsiteY4648" fmla="*/ 881981 h 4550534"/>
              <a:gd name="connsiteX4649" fmla="*/ 5386196 w 5876984"/>
              <a:gd name="connsiteY4649" fmla="*/ 857597 h 4550534"/>
              <a:gd name="connsiteX4650" fmla="*/ 5398980 w 5876984"/>
              <a:gd name="connsiteY4650" fmla="*/ 864271 h 4550534"/>
              <a:gd name="connsiteX4651" fmla="*/ 5386196 w 5876984"/>
              <a:gd name="connsiteY4651" fmla="*/ 842968 h 4550534"/>
              <a:gd name="connsiteX4652" fmla="*/ 5418154 w 5876984"/>
              <a:gd name="connsiteY4652" fmla="*/ 818841 h 4550534"/>
              <a:gd name="connsiteX4653" fmla="*/ 5432956 w 5876984"/>
              <a:gd name="connsiteY4653" fmla="*/ 791121 h 4550534"/>
              <a:gd name="connsiteX4654" fmla="*/ 5445739 w 5876984"/>
              <a:gd name="connsiteY4654" fmla="*/ 797794 h 4550534"/>
              <a:gd name="connsiteX4655" fmla="*/ 5447758 w 5876984"/>
              <a:gd name="connsiteY4655" fmla="*/ 781367 h 4550534"/>
              <a:gd name="connsiteX4656" fmla="*/ 5464578 w 5876984"/>
              <a:gd name="connsiteY4656" fmla="*/ 774950 h 4550534"/>
              <a:gd name="connsiteX4657" fmla="*/ 5468950 w 5876984"/>
              <a:gd name="connsiteY4657" fmla="*/ 761860 h 4550534"/>
              <a:gd name="connsiteX4658" fmla="*/ 5456168 w 5876984"/>
              <a:gd name="connsiteY4658" fmla="*/ 771614 h 4550534"/>
              <a:gd name="connsiteX4659" fmla="*/ 5443384 w 5876984"/>
              <a:gd name="connsiteY4659" fmla="*/ 761860 h 4550534"/>
              <a:gd name="connsiteX4660" fmla="*/ 5445739 w 5876984"/>
              <a:gd name="connsiteY4660" fmla="*/ 749027 h 4550534"/>
              <a:gd name="connsiteX4661" fmla="*/ 5466932 w 5876984"/>
              <a:gd name="connsiteY4661" fmla="*/ 740814 h 4550534"/>
              <a:gd name="connsiteX4662" fmla="*/ 5462559 w 5876984"/>
              <a:gd name="connsiteY4662" fmla="*/ 758781 h 4550534"/>
              <a:gd name="connsiteX4663" fmla="*/ 5490144 w 5876984"/>
              <a:gd name="connsiteY4663" fmla="*/ 747487 h 4550534"/>
              <a:gd name="connsiteX4664" fmla="*/ 5494516 w 5876984"/>
              <a:gd name="connsiteY4664" fmla="*/ 721564 h 4550534"/>
              <a:gd name="connsiteX4665" fmla="*/ 5507300 w 5876984"/>
              <a:gd name="connsiteY4665" fmla="*/ 734397 h 4550534"/>
              <a:gd name="connsiteX4666" fmla="*/ 5496535 w 5876984"/>
              <a:gd name="connsiteY4666" fmla="*/ 757241 h 4550534"/>
              <a:gd name="connsiteX4667" fmla="*/ 5502926 w 5876984"/>
              <a:gd name="connsiteY4667" fmla="*/ 758781 h 4550534"/>
              <a:gd name="connsiteX4668" fmla="*/ 5507300 w 5876984"/>
              <a:gd name="connsiteY4668" fmla="*/ 792917 h 4550534"/>
              <a:gd name="connsiteX4669" fmla="*/ 5490144 w 5876984"/>
              <a:gd name="connsiteY4669" fmla="*/ 800874 h 4550534"/>
              <a:gd name="connsiteX4670" fmla="*/ 5484088 w 5876984"/>
              <a:gd name="connsiteY4670" fmla="*/ 826797 h 4550534"/>
              <a:gd name="connsiteX4671" fmla="*/ 5488125 w 5876984"/>
              <a:gd name="connsiteY4671" fmla="*/ 813964 h 4550534"/>
              <a:gd name="connsiteX4672" fmla="*/ 5464578 w 5876984"/>
              <a:gd name="connsiteY4672" fmla="*/ 805751 h 4550534"/>
              <a:gd name="connsiteX4673" fmla="*/ 5475342 w 5876984"/>
              <a:gd name="connsiteY4673" fmla="*/ 815504 h 4550534"/>
              <a:gd name="connsiteX4674" fmla="*/ 5471305 w 5876984"/>
              <a:gd name="connsiteY4674" fmla="*/ 833214 h 4550534"/>
              <a:gd name="connsiteX4675" fmla="*/ 5454149 w 5876984"/>
              <a:gd name="connsiteY4675" fmla="*/ 836551 h 4550534"/>
              <a:gd name="connsiteX4676" fmla="*/ 5466932 w 5876984"/>
              <a:gd name="connsiteY4676" fmla="*/ 857597 h 4550534"/>
              <a:gd name="connsiteX4677" fmla="*/ 5488125 w 5876984"/>
              <a:gd name="connsiteY4677" fmla="*/ 864271 h 4550534"/>
              <a:gd name="connsiteX4678" fmla="*/ 5475342 w 5876984"/>
              <a:gd name="connsiteY4678" fmla="*/ 898151 h 4550534"/>
              <a:gd name="connsiteX4679" fmla="*/ 5466932 w 5876984"/>
              <a:gd name="connsiteY4679" fmla="*/ 890194 h 4550534"/>
              <a:gd name="connsiteX4680" fmla="*/ 5462559 w 5876984"/>
              <a:gd name="connsiteY4680" fmla="*/ 914578 h 4550534"/>
              <a:gd name="connsiteX4681" fmla="*/ 5445739 w 5876984"/>
              <a:gd name="connsiteY4681" fmla="*/ 942041 h 4550534"/>
              <a:gd name="connsiteX4682" fmla="*/ 5418154 w 5876984"/>
              <a:gd name="connsiteY4682" fmla="*/ 948458 h 4550534"/>
              <a:gd name="connsiteX4683" fmla="*/ 5434974 w 5876984"/>
              <a:gd name="connsiteY4683" fmla="*/ 966425 h 4550534"/>
              <a:gd name="connsiteX4684" fmla="*/ 5426564 w 5876984"/>
              <a:gd name="connsiteY4684" fmla="*/ 977718 h 4550534"/>
              <a:gd name="connsiteX4685" fmla="*/ 5415800 w 5876984"/>
              <a:gd name="connsiteY4685" fmla="*/ 974382 h 4550534"/>
              <a:gd name="connsiteX4686" fmla="*/ 5420172 w 5876984"/>
              <a:gd name="connsiteY4686" fmla="*/ 985932 h 4550534"/>
              <a:gd name="connsiteX4687" fmla="*/ 5398980 w 5876984"/>
              <a:gd name="connsiteY4687" fmla="*/ 987472 h 4550534"/>
              <a:gd name="connsiteX4688" fmla="*/ 5403016 w 5876984"/>
              <a:gd name="connsiteY4688" fmla="*/ 1013395 h 4550534"/>
              <a:gd name="connsiteX4689" fmla="*/ 5422191 w 5876984"/>
              <a:gd name="connsiteY4689" fmla="*/ 992348 h 4550534"/>
              <a:gd name="connsiteX4690" fmla="*/ 5409408 w 5876984"/>
              <a:gd name="connsiteY4690" fmla="*/ 1034442 h 4550534"/>
              <a:gd name="connsiteX4691" fmla="*/ 5439348 w 5876984"/>
              <a:gd name="connsiteY4691" fmla="*/ 984135 h 4550534"/>
              <a:gd name="connsiteX4692" fmla="*/ 5426564 w 5876984"/>
              <a:gd name="connsiteY4692" fmla="*/ 985932 h 4550534"/>
              <a:gd name="connsiteX4693" fmla="*/ 5443384 w 5876984"/>
              <a:gd name="connsiteY4693" fmla="*/ 974382 h 4550534"/>
              <a:gd name="connsiteX4694" fmla="*/ 5460540 w 5876984"/>
              <a:gd name="connsiteY4694" fmla="*/ 981055 h 4550534"/>
              <a:gd name="connsiteX4695" fmla="*/ 5439348 w 5876984"/>
              <a:gd name="connsiteY4695" fmla="*/ 1032902 h 4550534"/>
              <a:gd name="connsiteX4696" fmla="*/ 5434974 w 5876984"/>
              <a:gd name="connsiteY4696" fmla="*/ 1042655 h 4550534"/>
              <a:gd name="connsiteX4697" fmla="*/ 5413781 w 5876984"/>
              <a:gd name="connsiteY4697" fmla="*/ 1040859 h 4550534"/>
              <a:gd name="connsiteX4698" fmla="*/ 5409408 w 5876984"/>
              <a:gd name="connsiteY4698" fmla="*/ 1057286 h 4550534"/>
              <a:gd name="connsiteX4699" fmla="*/ 5426564 w 5876984"/>
              <a:gd name="connsiteY4699" fmla="*/ 1050612 h 4550534"/>
              <a:gd name="connsiteX4700" fmla="*/ 5418154 w 5876984"/>
              <a:gd name="connsiteY4700" fmla="*/ 1062162 h 4550534"/>
              <a:gd name="connsiteX4701" fmla="*/ 5432956 w 5876984"/>
              <a:gd name="connsiteY4701" fmla="*/ 1078332 h 4550534"/>
              <a:gd name="connsiteX4702" fmla="*/ 5449776 w 5876984"/>
              <a:gd name="connsiteY4702" fmla="*/ 1078332 h 4550534"/>
              <a:gd name="connsiteX4703" fmla="*/ 5458522 w 5876984"/>
              <a:gd name="connsiteY4703" fmla="*/ 1094502 h 4550534"/>
              <a:gd name="connsiteX4704" fmla="*/ 5432956 w 5876984"/>
              <a:gd name="connsiteY4704" fmla="*/ 1091166 h 4550534"/>
              <a:gd name="connsiteX4705" fmla="*/ 5428582 w 5876984"/>
              <a:gd name="connsiteY4705" fmla="*/ 1118885 h 4550534"/>
              <a:gd name="connsiteX4706" fmla="*/ 5418154 w 5876984"/>
              <a:gd name="connsiteY4706" fmla="*/ 1110672 h 4550534"/>
              <a:gd name="connsiteX4707" fmla="*/ 5398980 w 5876984"/>
              <a:gd name="connsiteY4707" fmla="*/ 1120426 h 4550534"/>
              <a:gd name="connsiteX4708" fmla="*/ 5383842 w 5876984"/>
              <a:gd name="connsiteY4708" fmla="*/ 1138135 h 4550534"/>
              <a:gd name="connsiteX4709" fmla="*/ 5400998 w 5876984"/>
              <a:gd name="connsiteY4709" fmla="*/ 1156102 h 4550534"/>
              <a:gd name="connsiteX4710" fmla="*/ 5373414 w 5876984"/>
              <a:gd name="connsiteY4710" fmla="*/ 1160979 h 4550534"/>
              <a:gd name="connsiteX4711" fmla="*/ 5379805 w 5876984"/>
              <a:gd name="connsiteY4711" fmla="*/ 1188442 h 4550534"/>
              <a:gd name="connsiteX4712" fmla="*/ 5365004 w 5876984"/>
              <a:gd name="connsiteY4712" fmla="*/ 1198196 h 4550534"/>
              <a:gd name="connsiteX4713" fmla="*/ 5413781 w 5876984"/>
              <a:gd name="connsiteY4713" fmla="*/ 1165856 h 4550534"/>
              <a:gd name="connsiteX4714" fmla="*/ 5390233 w 5876984"/>
              <a:gd name="connsiteY4714" fmla="*/ 1196656 h 4550534"/>
              <a:gd name="connsiteX4715" fmla="*/ 5441366 w 5876984"/>
              <a:gd name="connsiteY4715" fmla="*/ 1212826 h 4550534"/>
              <a:gd name="connsiteX4716" fmla="*/ 5422191 w 5876984"/>
              <a:gd name="connsiteY4716" fmla="*/ 1266470 h 4550534"/>
              <a:gd name="connsiteX4717" fmla="*/ 5411762 w 5876984"/>
              <a:gd name="connsiteY4717" fmla="*/ 1242086 h 4550534"/>
              <a:gd name="connsiteX4718" fmla="*/ 5383127 w 5876984"/>
              <a:gd name="connsiteY4718" fmla="*/ 1267849 h 4550534"/>
              <a:gd name="connsiteX4719" fmla="*/ 5379756 w 5876984"/>
              <a:gd name="connsiteY4719" fmla="*/ 1274517 h 4550534"/>
              <a:gd name="connsiteX4720" fmla="*/ 5415526 w 5876984"/>
              <a:gd name="connsiteY4720" fmla="*/ 1295883 h 4550534"/>
              <a:gd name="connsiteX4721" fmla="*/ 5436026 w 5876984"/>
              <a:gd name="connsiteY4721" fmla="*/ 1312382 h 4550534"/>
              <a:gd name="connsiteX4722" fmla="*/ 5452130 w 5876984"/>
              <a:gd name="connsiteY4722" fmla="*/ 1295729 h 4550534"/>
              <a:gd name="connsiteX4723" fmla="*/ 5460540 w 5876984"/>
              <a:gd name="connsiteY4723" fmla="*/ 1285977 h 4550534"/>
              <a:gd name="connsiteX4724" fmla="*/ 5486107 w 5876984"/>
              <a:gd name="connsiteY4724" fmla="*/ 1240546 h 4550534"/>
              <a:gd name="connsiteX4725" fmla="*/ 5493718 w 5876984"/>
              <a:gd name="connsiteY4725" fmla="*/ 1220013 h 4550534"/>
              <a:gd name="connsiteX4726" fmla="*/ 5498521 w 5876984"/>
              <a:gd name="connsiteY4726" fmla="*/ 1216869 h 4550534"/>
              <a:gd name="connsiteX4727" fmla="*/ 5501106 w 5876984"/>
              <a:gd name="connsiteY4727" fmla="*/ 1198529 h 4550534"/>
              <a:gd name="connsiteX4728" fmla="*/ 5504992 w 5876984"/>
              <a:gd name="connsiteY4728" fmla="*/ 1212634 h 4550534"/>
              <a:gd name="connsiteX4729" fmla="*/ 5506022 w 5876984"/>
              <a:gd name="connsiteY4729" fmla="*/ 1211959 h 4550534"/>
              <a:gd name="connsiteX4730" fmla="*/ 5515710 w 5876984"/>
              <a:gd name="connsiteY4730" fmla="*/ 1207949 h 4550534"/>
              <a:gd name="connsiteX4731" fmla="*/ 5515710 w 5876984"/>
              <a:gd name="connsiteY4731" fmla="*/ 1217703 h 4550534"/>
              <a:gd name="connsiteX4732" fmla="*/ 5522102 w 5876984"/>
              <a:gd name="connsiteY4732" fmla="*/ 1199992 h 4550534"/>
              <a:gd name="connsiteX4733" fmla="*/ 5513692 w 5876984"/>
              <a:gd name="connsiteY4733" fmla="*/ 1198196 h 4550534"/>
              <a:gd name="connsiteX4734" fmla="*/ 5520084 w 5876984"/>
              <a:gd name="connsiteY4734" fmla="*/ 1170732 h 4550534"/>
              <a:gd name="connsiteX4735" fmla="*/ 5526476 w 5876984"/>
              <a:gd name="connsiteY4735" fmla="*/ 1212826 h 4550534"/>
              <a:gd name="connsiteX4736" fmla="*/ 5522102 w 5876984"/>
              <a:gd name="connsiteY4736" fmla="*/ 1250299 h 4550534"/>
              <a:gd name="connsiteX4737" fmla="*/ 5502926 w 5876984"/>
              <a:gd name="connsiteY4737" fmla="*/ 1259796 h 4550534"/>
              <a:gd name="connsiteX4738" fmla="*/ 5501854 w 5876984"/>
              <a:gd name="connsiteY4738" fmla="*/ 1254862 h 4550534"/>
              <a:gd name="connsiteX4739" fmla="*/ 5494850 w 5876984"/>
              <a:gd name="connsiteY4739" fmla="*/ 1254862 h 4550534"/>
              <a:gd name="connsiteX4740" fmla="*/ 5484635 w 5876984"/>
              <a:gd name="connsiteY4740" fmla="*/ 1282511 h 4550534"/>
              <a:gd name="connsiteX4741" fmla="*/ 5490144 w 5876984"/>
              <a:gd name="connsiteY4741" fmla="*/ 1308563 h 4550534"/>
              <a:gd name="connsiteX4742" fmla="*/ 5464578 w 5876984"/>
              <a:gd name="connsiteY4742" fmla="*/ 1310103 h 4550534"/>
              <a:gd name="connsiteX4743" fmla="*/ 5461844 w 5876984"/>
              <a:gd name="connsiteY4743" fmla="*/ 1330444 h 4550534"/>
              <a:gd name="connsiteX4744" fmla="*/ 5458762 w 5876984"/>
              <a:gd name="connsiteY4744" fmla="*/ 1333421 h 4550534"/>
              <a:gd name="connsiteX4745" fmla="*/ 5479431 w 5876984"/>
              <a:gd name="connsiteY4745" fmla="*/ 1363893 h 4550534"/>
              <a:gd name="connsiteX4746" fmla="*/ 5446107 w 5876984"/>
              <a:gd name="connsiteY4746" fmla="*/ 1395700 h 4550534"/>
              <a:gd name="connsiteX4747" fmla="*/ 5412428 w 5876984"/>
              <a:gd name="connsiteY4747" fmla="*/ 1414588 h 4550534"/>
              <a:gd name="connsiteX4748" fmla="*/ 5409408 w 5876984"/>
              <a:gd name="connsiteY4748" fmla="*/ 1420471 h 4550534"/>
              <a:gd name="connsiteX4749" fmla="*/ 5390233 w 5876984"/>
              <a:gd name="connsiteY4749" fmla="*/ 1425347 h 4550534"/>
              <a:gd name="connsiteX4750" fmla="*/ 5390233 w 5876984"/>
              <a:gd name="connsiteY4750" fmla="*/ 1449730 h 4550534"/>
              <a:gd name="connsiteX4751" fmla="*/ 5380015 w 5876984"/>
              <a:gd name="connsiteY4751" fmla="*/ 1441229 h 4550534"/>
              <a:gd name="connsiteX4752" fmla="*/ 5371689 w 5876984"/>
              <a:gd name="connsiteY4752" fmla="*/ 1430999 h 4550534"/>
              <a:gd name="connsiteX4753" fmla="*/ 5369688 w 5876984"/>
              <a:gd name="connsiteY4753" fmla="*/ 1431714 h 4550534"/>
              <a:gd name="connsiteX4754" fmla="*/ 5364330 w 5876984"/>
              <a:gd name="connsiteY4754" fmla="*/ 1437539 h 4550534"/>
              <a:gd name="connsiteX4755" fmla="*/ 5360630 w 5876984"/>
              <a:gd name="connsiteY4755" fmla="*/ 1444854 h 4550534"/>
              <a:gd name="connsiteX4756" fmla="*/ 5358612 w 5876984"/>
              <a:gd name="connsiteY4756" fmla="*/ 1462564 h 4550534"/>
              <a:gd name="connsiteX4757" fmla="*/ 5367022 w 5876984"/>
              <a:gd name="connsiteY4757" fmla="*/ 1475654 h 4550534"/>
              <a:gd name="connsiteX4758" fmla="*/ 5373414 w 5876984"/>
              <a:gd name="connsiteY4758" fmla="*/ 1477194 h 4550534"/>
              <a:gd name="connsiteX4759" fmla="*/ 5352220 w 5876984"/>
              <a:gd name="connsiteY4759" fmla="*/ 1475654 h 4550534"/>
              <a:gd name="connsiteX4760" fmla="*/ 5345828 w 5876984"/>
              <a:gd name="connsiteY4760" fmla="*/ 1511330 h 4550534"/>
              <a:gd name="connsiteX4761" fmla="*/ 5335063 w 5876984"/>
              <a:gd name="connsiteY4761" fmla="*/ 1501577 h 4550534"/>
              <a:gd name="connsiteX4762" fmla="*/ 5335063 w 5876984"/>
              <a:gd name="connsiteY4762" fmla="*/ 1542131 h 4550534"/>
              <a:gd name="connsiteX4763" fmla="*/ 5315888 w 5876984"/>
              <a:gd name="connsiteY4763" fmla="*/ 1538794 h 4550534"/>
              <a:gd name="connsiteX4764" fmla="*/ 5313870 w 5876984"/>
              <a:gd name="connsiteY4764" fmla="*/ 1512870 h 4550534"/>
              <a:gd name="connsiteX4765" fmla="*/ 5305460 w 5876984"/>
              <a:gd name="connsiteY4765" fmla="*/ 1558301 h 4550534"/>
              <a:gd name="connsiteX4766" fmla="*/ 5290322 w 5876984"/>
              <a:gd name="connsiteY4766" fmla="*/ 1561637 h 4550534"/>
              <a:gd name="connsiteX4767" fmla="*/ 5294695 w 5876984"/>
              <a:gd name="connsiteY4767" fmla="*/ 1579348 h 4550534"/>
              <a:gd name="connsiteX4768" fmla="*/ 5311852 w 5876984"/>
              <a:gd name="connsiteY4768" fmla="*/ 1566515 h 4550534"/>
              <a:gd name="connsiteX4769" fmla="*/ 5292676 w 5876984"/>
              <a:gd name="connsiteY4769" fmla="*/ 1592438 h 4550534"/>
              <a:gd name="connsiteX4770" fmla="*/ 5356257 w 5876984"/>
              <a:gd name="connsiteY4770" fmla="*/ 1519287 h 4550534"/>
              <a:gd name="connsiteX4771" fmla="*/ 5313870 w 5876984"/>
              <a:gd name="connsiteY4771" fmla="*/ 1595774 h 4550534"/>
              <a:gd name="connsiteX4772" fmla="*/ 5312424 w 5876984"/>
              <a:gd name="connsiteY4772" fmla="*/ 1600690 h 4550534"/>
              <a:gd name="connsiteX4773" fmla="*/ 5317680 w 5876984"/>
              <a:gd name="connsiteY4773" fmla="*/ 1605262 h 4550534"/>
              <a:gd name="connsiteX4774" fmla="*/ 5304368 w 5876984"/>
              <a:gd name="connsiteY4774" fmla="*/ 1635129 h 4550534"/>
              <a:gd name="connsiteX4775" fmla="*/ 5302791 w 5876984"/>
              <a:gd name="connsiteY4775" fmla="*/ 1617149 h 4550534"/>
              <a:gd name="connsiteX4776" fmla="*/ 5309063 w 5876984"/>
              <a:gd name="connsiteY4776" fmla="*/ 1608430 h 4550534"/>
              <a:gd name="connsiteX4777" fmla="*/ 5301086 w 5876984"/>
              <a:gd name="connsiteY4777" fmla="*/ 1616821 h 4550534"/>
              <a:gd name="connsiteX4778" fmla="*/ 5296714 w 5876984"/>
              <a:gd name="connsiteY4778" fmla="*/ 1608608 h 4550534"/>
              <a:gd name="connsiteX4779" fmla="*/ 5254326 w 5876984"/>
              <a:gd name="connsiteY4779" fmla="*/ 1645824 h 4550534"/>
              <a:gd name="connsiteX4780" fmla="*/ 5247935 w 5876984"/>
              <a:gd name="connsiteY4780" fmla="*/ 1637868 h 4550534"/>
              <a:gd name="connsiteX4781" fmla="*/ 5235152 w 5876984"/>
              <a:gd name="connsiteY4781" fmla="*/ 1657374 h 4550534"/>
              <a:gd name="connsiteX4782" fmla="*/ 5254326 w 5876984"/>
              <a:gd name="connsiteY4782" fmla="*/ 1645824 h 4550534"/>
              <a:gd name="connsiteX4783" fmla="*/ 5249953 w 5876984"/>
              <a:gd name="connsiteY4783" fmla="*/ 1688175 h 4550534"/>
              <a:gd name="connsiteX4784" fmla="*/ 5224387 w 5876984"/>
              <a:gd name="connsiteY4784" fmla="*/ 1712558 h 4550534"/>
              <a:gd name="connsiteX4785" fmla="*/ 5165180 w 5876984"/>
              <a:gd name="connsiteY4785" fmla="*/ 1777239 h 4550534"/>
              <a:gd name="connsiteX4786" fmla="*/ 5160808 w 5876984"/>
              <a:gd name="connsiteY4786" fmla="*/ 1767485 h 4550534"/>
              <a:gd name="connsiteX4787" fmla="*/ 5152398 w 5876984"/>
              <a:gd name="connsiteY4787" fmla="*/ 1774159 h 4550534"/>
              <a:gd name="connsiteX4788" fmla="*/ 5143651 w 5876984"/>
              <a:gd name="connsiteY4788" fmla="*/ 1795206 h 4550534"/>
              <a:gd name="connsiteX4789" fmla="*/ 5135242 w 5876984"/>
              <a:gd name="connsiteY4789" fmla="*/ 1790328 h 4550534"/>
              <a:gd name="connsiteX4790" fmla="*/ 5135242 w 5876984"/>
              <a:gd name="connsiteY4790" fmla="*/ 1803162 h 4550534"/>
              <a:gd name="connsiteX4791" fmla="*/ 5124476 w 5876984"/>
              <a:gd name="connsiteY4791" fmla="*/ 1800082 h 4550534"/>
              <a:gd name="connsiteX4792" fmla="*/ 5126832 w 5876984"/>
              <a:gd name="connsiteY4792" fmla="*/ 1811375 h 4550534"/>
              <a:gd name="connsiteX4793" fmla="*/ 5121851 w 5876984"/>
              <a:gd name="connsiteY4793" fmla="*/ 1815686 h 4550534"/>
              <a:gd name="connsiteX4794" fmla="*/ 5119234 w 5876984"/>
              <a:gd name="connsiteY4794" fmla="*/ 1826566 h 4550534"/>
              <a:gd name="connsiteX4795" fmla="*/ 5118197 w 5876984"/>
              <a:gd name="connsiteY4795" fmla="*/ 1847149 h 4550534"/>
              <a:gd name="connsiteX4796" fmla="*/ 5096672 w 5876984"/>
              <a:gd name="connsiteY4796" fmla="*/ 1850486 h 4550534"/>
              <a:gd name="connsiteX4797" fmla="*/ 5096672 w 5876984"/>
              <a:gd name="connsiteY4797" fmla="*/ 1889239 h 4550534"/>
              <a:gd name="connsiteX4798" fmla="*/ 5069092 w 5876984"/>
              <a:gd name="connsiteY4798" fmla="*/ 1924912 h 4550534"/>
              <a:gd name="connsiteX4799" fmla="*/ 5015949 w 5876984"/>
              <a:gd name="connsiteY4799" fmla="*/ 1989842 h 4550534"/>
              <a:gd name="connsiteX4800" fmla="*/ 4969197 w 5876984"/>
              <a:gd name="connsiteY4800" fmla="*/ 2017303 h 4550534"/>
              <a:gd name="connsiteX4801" fmla="*/ 4952593 w 5876984"/>
              <a:gd name="connsiteY4801" fmla="*/ 2030869 h 4550534"/>
              <a:gd name="connsiteX4802" fmla="*/ 4953061 w 5876984"/>
              <a:gd name="connsiteY4802" fmla="*/ 2031200 h 4550534"/>
              <a:gd name="connsiteX4803" fmla="*/ 4950811 w 5876984"/>
              <a:gd name="connsiteY4803" fmla="*/ 2042569 h 4550534"/>
              <a:gd name="connsiteX4804" fmla="*/ 4945121 w 5876984"/>
              <a:gd name="connsiteY4804" fmla="*/ 2036974 h 4550534"/>
              <a:gd name="connsiteX4805" fmla="*/ 4936074 w 5876984"/>
              <a:gd name="connsiteY4805" fmla="*/ 2044366 h 4550534"/>
              <a:gd name="connsiteX4806" fmla="*/ 4936818 w 5876984"/>
              <a:gd name="connsiteY4806" fmla="*/ 2050479 h 4550534"/>
              <a:gd name="connsiteX4807" fmla="*/ 4936192 w 5876984"/>
              <a:gd name="connsiteY4807" fmla="*/ 2058099 h 4550534"/>
              <a:gd name="connsiteX4808" fmla="*/ 4925579 w 5876984"/>
              <a:gd name="connsiteY4808" fmla="*/ 2052039 h 4550534"/>
              <a:gd name="connsiteX4809" fmla="*/ 4890030 w 5876984"/>
              <a:gd name="connsiteY4809" fmla="*/ 2075368 h 4550534"/>
              <a:gd name="connsiteX4810" fmla="*/ 4846096 w 5876984"/>
              <a:gd name="connsiteY4810" fmla="*/ 2090446 h 4550534"/>
              <a:gd name="connsiteX4811" fmla="*/ 4803380 w 5876984"/>
              <a:gd name="connsiteY4811" fmla="*/ 2113030 h 4550534"/>
              <a:gd name="connsiteX4812" fmla="*/ 4761000 w 5876984"/>
              <a:gd name="connsiteY4812" fmla="*/ 2132535 h 4550534"/>
              <a:gd name="connsiteX4813" fmla="*/ 4718621 w 5876984"/>
              <a:gd name="connsiteY4813" fmla="*/ 2152040 h 4550534"/>
              <a:gd name="connsiteX4814" fmla="*/ 4675905 w 5876984"/>
              <a:gd name="connsiteY4814" fmla="*/ 2169748 h 4550534"/>
              <a:gd name="connsiteX4815" fmla="*/ 4650344 w 5876984"/>
              <a:gd name="connsiteY4815" fmla="*/ 2184120 h 4550534"/>
              <a:gd name="connsiteX4816" fmla="*/ 4629153 w 5876984"/>
              <a:gd name="connsiteY4816" fmla="*/ 2202085 h 4550534"/>
              <a:gd name="connsiteX4817" fmla="*/ 4582401 w 5876984"/>
              <a:gd name="connsiteY4817" fmla="*/ 2237758 h 4550534"/>
              <a:gd name="connsiteX4818" fmla="*/ 4531277 w 5876984"/>
              <a:gd name="connsiteY4818" fmla="*/ 2244174 h 4550534"/>
              <a:gd name="connsiteX4819" fmla="*/ 4503697 w 5876984"/>
              <a:gd name="connsiteY4819" fmla="*/ 2257263 h 4550534"/>
              <a:gd name="connsiteX4820" fmla="*/ 4475086 w 5876984"/>
              <a:gd name="connsiteY4820" fmla="*/ 2248272 h 4550534"/>
              <a:gd name="connsiteX4821" fmla="*/ 4451292 w 5876984"/>
              <a:gd name="connsiteY4821" fmla="*/ 2230468 h 4550534"/>
              <a:gd name="connsiteX4822" fmla="*/ 4450972 w 5876984"/>
              <a:gd name="connsiteY4822" fmla="*/ 2230544 h 4550534"/>
              <a:gd name="connsiteX4823" fmla="*/ 4444338 w 5876984"/>
              <a:gd name="connsiteY4823" fmla="*/ 2227933 h 4550534"/>
              <a:gd name="connsiteX4824" fmla="*/ 4446668 w 5876984"/>
              <a:gd name="connsiteY4824" fmla="*/ 2227343 h 4550534"/>
              <a:gd name="connsiteX4825" fmla="*/ 4429930 w 5876984"/>
              <a:gd name="connsiteY4825" fmla="*/ 2216706 h 4550534"/>
              <a:gd name="connsiteX4826" fmla="*/ 4410970 w 5876984"/>
              <a:gd name="connsiteY4826" fmla="*/ 2216750 h 4550534"/>
              <a:gd name="connsiteX4827" fmla="*/ 4391122 w 5876984"/>
              <a:gd name="connsiteY4827" fmla="*/ 2232824 h 4550534"/>
              <a:gd name="connsiteX4828" fmla="*/ 4363536 w 5876984"/>
              <a:gd name="connsiteY4828" fmla="*/ 2237700 h 4550534"/>
              <a:gd name="connsiteX4829" fmla="*/ 4376168 w 5876984"/>
              <a:gd name="connsiteY4829" fmla="*/ 2228316 h 4550534"/>
              <a:gd name="connsiteX4830" fmla="*/ 4374728 w 5876984"/>
              <a:gd name="connsiteY4830" fmla="*/ 2226843 h 4550534"/>
              <a:gd name="connsiteX4831" fmla="*/ 4367136 w 5876984"/>
              <a:gd name="connsiteY4831" fmla="*/ 2227331 h 4550534"/>
              <a:gd name="connsiteX4832" fmla="*/ 4358869 w 5876984"/>
              <a:gd name="connsiteY4832" fmla="*/ 2228396 h 4550534"/>
              <a:gd name="connsiteX4833" fmla="*/ 4347286 w 5876984"/>
              <a:gd name="connsiteY4833" fmla="*/ 2237265 h 4550534"/>
              <a:gd name="connsiteX4834" fmla="*/ 4343226 w 5876984"/>
              <a:gd name="connsiteY4834" fmla="*/ 2234813 h 4550534"/>
              <a:gd name="connsiteX4835" fmla="*/ 4346723 w 5876984"/>
              <a:gd name="connsiteY4835" fmla="*/ 2228642 h 4550534"/>
              <a:gd name="connsiteX4836" fmla="*/ 4339645 w 5876984"/>
              <a:gd name="connsiteY4836" fmla="*/ 2229097 h 4550534"/>
              <a:gd name="connsiteX4837" fmla="*/ 4333000 w 5876984"/>
              <a:gd name="connsiteY4837" fmla="*/ 2228376 h 4550534"/>
              <a:gd name="connsiteX4838" fmla="*/ 4324094 w 5876984"/>
              <a:gd name="connsiteY4838" fmla="*/ 2239882 h 4550534"/>
              <a:gd name="connsiteX4839" fmla="*/ 4287174 w 5876984"/>
              <a:gd name="connsiteY4839" fmla="*/ 2262084 h 4550534"/>
              <a:gd name="connsiteX4840" fmla="*/ 4272036 w 5876984"/>
              <a:gd name="connsiteY4840" fmla="*/ 2257207 h 4550534"/>
              <a:gd name="connsiteX4841" fmla="*/ 4223258 w 5876984"/>
              <a:gd name="connsiteY4841" fmla="*/ 2270040 h 4550534"/>
              <a:gd name="connsiteX4842" fmla="*/ 4229649 w 5876984"/>
              <a:gd name="connsiteY4842" fmla="*/ 2258747 h 4550534"/>
              <a:gd name="connsiteX4843" fmla="*/ 4202064 w 5876984"/>
              <a:gd name="connsiteY4843" fmla="*/ 2278254 h 4550534"/>
              <a:gd name="connsiteX4844" fmla="*/ 4180872 w 5876984"/>
              <a:gd name="connsiteY4844" fmla="*/ 2281590 h 4550534"/>
              <a:gd name="connsiteX4845" fmla="*/ 4163715 w 5876984"/>
              <a:gd name="connsiteY4845" fmla="*/ 2271838 h 4550534"/>
              <a:gd name="connsiteX4846" fmla="*/ 4148914 w 5876984"/>
              <a:gd name="connsiteY4846" fmla="*/ 2279794 h 4550534"/>
              <a:gd name="connsiteX4847" fmla="*/ 4163715 w 5876984"/>
              <a:gd name="connsiteY4847" fmla="*/ 2284671 h 4550534"/>
              <a:gd name="connsiteX4848" fmla="*/ 4138148 w 5876984"/>
              <a:gd name="connsiteY4848" fmla="*/ 2295964 h 4550534"/>
              <a:gd name="connsiteX4849" fmla="*/ 4129738 w 5876984"/>
              <a:gd name="connsiteY4849" fmla="*/ 2286211 h 4550534"/>
              <a:gd name="connsiteX4850" fmla="*/ 4108544 w 5876984"/>
              <a:gd name="connsiteY4850" fmla="*/ 2292884 h 4550534"/>
              <a:gd name="connsiteX4851" fmla="*/ 4108544 w 5876984"/>
              <a:gd name="connsiteY4851" fmla="*/ 2305718 h 4550534"/>
              <a:gd name="connsiteX4852" fmla="*/ 4144540 w 5876984"/>
              <a:gd name="connsiteY4852" fmla="*/ 2299301 h 4550534"/>
              <a:gd name="connsiteX4853" fmla="*/ 4142522 w 5876984"/>
              <a:gd name="connsiteY4853" fmla="*/ 2312134 h 4550534"/>
              <a:gd name="connsiteX4854" fmla="*/ 4127846 w 5876984"/>
              <a:gd name="connsiteY4854" fmla="*/ 2312968 h 4550534"/>
              <a:gd name="connsiteX4855" fmla="*/ 4115120 w 5876984"/>
              <a:gd name="connsiteY4855" fmla="*/ 2318724 h 4550534"/>
              <a:gd name="connsiteX4856" fmla="*/ 4144340 w 5876984"/>
              <a:gd name="connsiteY4856" fmla="*/ 2316681 h 4550534"/>
              <a:gd name="connsiteX4857" fmla="*/ 4146695 w 5876984"/>
              <a:gd name="connsiteY4857" fmla="*/ 2336188 h 4550534"/>
              <a:gd name="connsiteX4858" fmla="*/ 4157124 w 5876984"/>
              <a:gd name="connsiteY4858" fmla="*/ 2334647 h 4550534"/>
              <a:gd name="connsiteX4859" fmla="*/ 4148714 w 5876984"/>
              <a:gd name="connsiteY4859" fmla="*/ 2316681 h 4550534"/>
              <a:gd name="connsiteX4860" fmla="*/ 4161498 w 5876984"/>
              <a:gd name="connsiteY4860" fmla="*/ 2326434 h 4550534"/>
              <a:gd name="connsiteX4861" fmla="*/ 4191104 w 5876984"/>
              <a:gd name="connsiteY4861" fmla="*/ 2316681 h 4550534"/>
              <a:gd name="connsiteX4862" fmla="*/ 4225420 w 5876984"/>
              <a:gd name="connsiteY4862" fmla="*/ 2326434 h 4550534"/>
              <a:gd name="connsiteX4863" fmla="*/ 4197496 w 5876984"/>
              <a:gd name="connsiteY4863" fmla="*/ 2345940 h 4550534"/>
              <a:gd name="connsiteX4864" fmla="*/ 4150732 w 5876984"/>
              <a:gd name="connsiteY4864" fmla="*/ 2354154 h 4550534"/>
              <a:gd name="connsiteX4865" fmla="*/ 4169908 w 5876984"/>
              <a:gd name="connsiteY4865" fmla="*/ 2355694 h 4550534"/>
              <a:gd name="connsiteX4866" fmla="*/ 4203888 w 5876984"/>
              <a:gd name="connsiteY4866" fmla="*/ 2355694 h 4550534"/>
              <a:gd name="connsiteX4867" fmla="*/ 4210281 w 5876984"/>
              <a:gd name="connsiteY4867" fmla="*/ 2396247 h 4550534"/>
              <a:gd name="connsiteX4868" fmla="*/ 4189085 w 5876984"/>
              <a:gd name="connsiteY4868" fmla="*/ 2383413 h 4550534"/>
              <a:gd name="connsiteX4869" fmla="*/ 4169908 w 5876984"/>
              <a:gd name="connsiteY4869" fmla="*/ 2404459 h 4550534"/>
              <a:gd name="connsiteX4870" fmla="*/ 4157124 w 5876984"/>
              <a:gd name="connsiteY4870" fmla="*/ 2391370 h 4550534"/>
              <a:gd name="connsiteX4871" fmla="*/ 4129537 w 5876984"/>
              <a:gd name="connsiteY4871" fmla="*/ 2419089 h 4550534"/>
              <a:gd name="connsiteX4872" fmla="*/ 4140302 w 5876984"/>
              <a:gd name="connsiteY4872" fmla="*/ 2410876 h 4550534"/>
              <a:gd name="connsiteX4873" fmla="*/ 4125163 w 5876984"/>
              <a:gd name="connsiteY4873" fmla="*/ 2427046 h 4550534"/>
              <a:gd name="connsiteX4874" fmla="*/ 4116752 w 5876984"/>
              <a:gd name="connsiteY4874" fmla="*/ 2414213 h 4550534"/>
              <a:gd name="connsiteX4875" fmla="*/ 4091183 w 5876984"/>
              <a:gd name="connsiteY4875" fmla="*/ 2433462 h 4550534"/>
              <a:gd name="connsiteX4876" fmla="*/ 4108341 w 5876984"/>
              <a:gd name="connsiteY4876" fmla="*/ 2436799 h 4550534"/>
              <a:gd name="connsiteX4877" fmla="*/ 4091183 w 5876984"/>
              <a:gd name="connsiteY4877" fmla="*/ 2449889 h 4550534"/>
              <a:gd name="connsiteX4878" fmla="*/ 4096727 w 5876984"/>
              <a:gd name="connsiteY4878" fmla="*/ 2455974 h 4550534"/>
              <a:gd name="connsiteX4879" fmla="*/ 4106754 w 5876984"/>
              <a:gd name="connsiteY4879" fmla="*/ 2453662 h 4550534"/>
              <a:gd name="connsiteX4880" fmla="*/ 4106785 w 5876984"/>
              <a:gd name="connsiteY4880" fmla="*/ 2453567 h 4550534"/>
              <a:gd name="connsiteX4881" fmla="*/ 4108936 w 5876984"/>
              <a:gd name="connsiteY4881" fmla="*/ 2448413 h 4550534"/>
              <a:gd name="connsiteX4882" fmla="*/ 4120646 w 5876984"/>
              <a:gd name="connsiteY4882" fmla="*/ 2449904 h 4550534"/>
              <a:gd name="connsiteX4883" fmla="*/ 4121008 w 5876984"/>
              <a:gd name="connsiteY4883" fmla="*/ 2449913 h 4550534"/>
              <a:gd name="connsiteX4884" fmla="*/ 4137291 w 5876984"/>
              <a:gd name="connsiteY4884" fmla="*/ 2441021 h 4550534"/>
              <a:gd name="connsiteX4885" fmla="*/ 4136876 w 5876984"/>
              <a:gd name="connsiteY4885" fmla="*/ 2440003 h 4550534"/>
              <a:gd name="connsiteX4886" fmla="*/ 4130223 w 5876984"/>
              <a:gd name="connsiteY4886" fmla="*/ 2438434 h 4550534"/>
              <a:gd name="connsiteX4887" fmla="*/ 4147363 w 5876984"/>
              <a:gd name="connsiteY4887" fmla="*/ 2428789 h 4550534"/>
              <a:gd name="connsiteX4888" fmla="*/ 4149056 w 5876984"/>
              <a:gd name="connsiteY4888" fmla="*/ 2433430 h 4550534"/>
              <a:gd name="connsiteX4889" fmla="*/ 4163150 w 5876984"/>
              <a:gd name="connsiteY4889" fmla="*/ 2422997 h 4550534"/>
              <a:gd name="connsiteX4890" fmla="*/ 4161568 w 5876984"/>
              <a:gd name="connsiteY4890" fmla="*/ 2417280 h 4550534"/>
              <a:gd name="connsiteX4891" fmla="*/ 4147004 w 5876984"/>
              <a:gd name="connsiteY4891" fmla="*/ 2428446 h 4550534"/>
              <a:gd name="connsiteX4892" fmla="*/ 4144686 w 5876984"/>
              <a:gd name="connsiteY4892" fmla="*/ 2414234 h 4550534"/>
              <a:gd name="connsiteX4893" fmla="*/ 4165870 w 5876984"/>
              <a:gd name="connsiteY4893" fmla="*/ 2409413 h 4550534"/>
              <a:gd name="connsiteX4894" fmla="*/ 4169854 w 5876984"/>
              <a:gd name="connsiteY4894" fmla="*/ 2417876 h 4550534"/>
              <a:gd name="connsiteX4895" fmla="*/ 4182824 w 5876984"/>
              <a:gd name="connsiteY4895" fmla="*/ 2407911 h 4550534"/>
              <a:gd name="connsiteX4896" fmla="*/ 4204014 w 5876984"/>
              <a:gd name="connsiteY4896" fmla="*/ 2424337 h 4550534"/>
              <a:gd name="connsiteX4897" fmla="*/ 4190986 w 5876984"/>
              <a:gd name="connsiteY4897" fmla="*/ 2440501 h 4550534"/>
              <a:gd name="connsiteX4898" fmla="*/ 4184378 w 5876984"/>
              <a:gd name="connsiteY4898" fmla="*/ 2444638 h 4550534"/>
              <a:gd name="connsiteX4899" fmla="*/ 4184407 w 5876984"/>
              <a:gd name="connsiteY4899" fmla="*/ 2444689 h 4550534"/>
              <a:gd name="connsiteX4900" fmla="*/ 4184256 w 5876984"/>
              <a:gd name="connsiteY4900" fmla="*/ 2444714 h 4550534"/>
              <a:gd name="connsiteX4901" fmla="*/ 4173196 w 5876984"/>
              <a:gd name="connsiteY4901" fmla="*/ 2451637 h 4550534"/>
              <a:gd name="connsiteX4902" fmla="*/ 4155249 w 5876984"/>
              <a:gd name="connsiteY4902" fmla="*/ 2459531 h 4550534"/>
              <a:gd name="connsiteX4903" fmla="*/ 4153749 w 5876984"/>
              <a:gd name="connsiteY4903" fmla="*/ 2465842 h 4550534"/>
              <a:gd name="connsiteX4904" fmla="*/ 4149070 w 5876984"/>
              <a:gd name="connsiteY4904" fmla="*/ 2462249 h 4550534"/>
              <a:gd name="connsiteX4905" fmla="*/ 4136072 w 5876984"/>
              <a:gd name="connsiteY4905" fmla="*/ 2467966 h 4550534"/>
              <a:gd name="connsiteX4906" fmla="*/ 4105550 w 5876984"/>
              <a:gd name="connsiteY4906" fmla="*/ 2483012 h 4550534"/>
              <a:gd name="connsiteX4907" fmla="*/ 4099116 w 5876984"/>
              <a:gd name="connsiteY4907" fmla="*/ 2484323 h 4550534"/>
              <a:gd name="connsiteX4908" fmla="*/ 4099930 w 5876984"/>
              <a:gd name="connsiteY4908" fmla="*/ 2485565 h 4550534"/>
              <a:gd name="connsiteX4909" fmla="*/ 4118770 w 5876984"/>
              <a:gd name="connsiteY4909" fmla="*/ 2477352 h 4550534"/>
              <a:gd name="connsiteX4910" fmla="*/ 4135928 w 5876984"/>
              <a:gd name="connsiteY4910" fmla="*/ 2485565 h 4550534"/>
              <a:gd name="connsiteX4911" fmla="*/ 4130840 w 5876984"/>
              <a:gd name="connsiteY4911" fmla="*/ 2502633 h 4550534"/>
              <a:gd name="connsiteX4912" fmla="*/ 4129926 w 5876984"/>
              <a:gd name="connsiteY4912" fmla="*/ 2507749 h 4550534"/>
              <a:gd name="connsiteX4913" fmla="*/ 4137200 w 5876984"/>
              <a:gd name="connsiteY4913" fmla="*/ 2508451 h 4550534"/>
              <a:gd name="connsiteX4914" fmla="*/ 4141291 w 5876984"/>
              <a:gd name="connsiteY4914" fmla="*/ 2507958 h 4550534"/>
              <a:gd name="connsiteX4915" fmla="*/ 4141282 w 5876984"/>
              <a:gd name="connsiteY4915" fmla="*/ 2507952 h 4550534"/>
              <a:gd name="connsiteX4916" fmla="*/ 4149156 w 5876984"/>
              <a:gd name="connsiteY4916" fmla="*/ 2477414 h 4550534"/>
              <a:gd name="connsiteX4917" fmla="*/ 4165486 w 5876984"/>
              <a:gd name="connsiteY4917" fmla="*/ 2496189 h 4550534"/>
              <a:gd name="connsiteX4918" fmla="*/ 4172188 w 5876984"/>
              <a:gd name="connsiteY4918" fmla="*/ 2509958 h 4550534"/>
              <a:gd name="connsiteX4919" fmla="*/ 4182052 w 5876984"/>
              <a:gd name="connsiteY4919" fmla="*/ 2511637 h 4550534"/>
              <a:gd name="connsiteX4920" fmla="*/ 4188622 w 5876984"/>
              <a:gd name="connsiteY4920" fmla="*/ 2492526 h 4550534"/>
              <a:gd name="connsiteX4921" fmla="*/ 4236958 w 5876984"/>
              <a:gd name="connsiteY4921" fmla="*/ 2490995 h 4550534"/>
              <a:gd name="connsiteX4922" fmla="*/ 4224624 w 5876984"/>
              <a:gd name="connsiteY4922" fmla="*/ 2503755 h 4550534"/>
              <a:gd name="connsiteX4923" fmla="*/ 4228625 w 5876984"/>
              <a:gd name="connsiteY4923" fmla="*/ 2507073 h 4550534"/>
              <a:gd name="connsiteX4924" fmla="*/ 4205207 w 5876984"/>
              <a:gd name="connsiteY4924" fmla="*/ 2510007 h 4550534"/>
              <a:gd name="connsiteX4925" fmla="*/ 4192591 w 5876984"/>
              <a:gd name="connsiteY4925" fmla="*/ 2513431 h 4550534"/>
              <a:gd name="connsiteX4926" fmla="*/ 4199236 w 5876984"/>
              <a:gd name="connsiteY4926" fmla="*/ 2514562 h 4550534"/>
              <a:gd name="connsiteX4927" fmla="*/ 4247991 w 5876984"/>
              <a:gd name="connsiteY4927" fmla="*/ 2516358 h 4550534"/>
              <a:gd name="connsiteX4928" fmla="*/ 4356261 w 5876984"/>
              <a:gd name="connsiteY4928" fmla="*/ 2508147 h 4550534"/>
              <a:gd name="connsiteX4929" fmla="*/ 4592304 w 5876984"/>
              <a:gd name="connsiteY4929" fmla="*/ 2474019 h 4550534"/>
              <a:gd name="connsiteX4930" fmla="*/ 4581544 w 5876984"/>
              <a:gd name="connsiteY4930" fmla="*/ 2501732 h 4550534"/>
              <a:gd name="connsiteX4931" fmla="*/ 4498828 w 5876984"/>
              <a:gd name="connsiteY4931" fmla="*/ 2526109 h 4550534"/>
              <a:gd name="connsiteX4932" fmla="*/ 4480107 w 5876984"/>
              <a:gd name="connsiteY4932" fmla="*/ 2532251 h 4550534"/>
              <a:gd name="connsiteX4933" fmla="*/ 4483272 w 5876984"/>
              <a:gd name="connsiteY4933" fmla="*/ 2535778 h 4550534"/>
              <a:gd name="connsiteX4934" fmla="*/ 4480763 w 5876984"/>
              <a:gd name="connsiteY4934" fmla="*/ 2545507 h 4550534"/>
              <a:gd name="connsiteX4935" fmla="*/ 4459995 w 5876984"/>
              <a:gd name="connsiteY4935" fmla="*/ 2542395 h 4550534"/>
              <a:gd name="connsiteX4936" fmla="*/ 4460236 w 5876984"/>
              <a:gd name="connsiteY4936" fmla="*/ 2538771 h 4550534"/>
              <a:gd name="connsiteX4937" fmla="*/ 4458941 w 5876984"/>
              <a:gd name="connsiteY4937" fmla="*/ 2539196 h 4550534"/>
              <a:gd name="connsiteX4938" fmla="*/ 4437928 w 5876984"/>
              <a:gd name="connsiteY4938" fmla="*/ 2541444 h 4550534"/>
              <a:gd name="connsiteX4939" fmla="*/ 4455867 w 5876984"/>
              <a:gd name="connsiteY4939" fmla="*/ 2546724 h 4550534"/>
              <a:gd name="connsiteX4940" fmla="*/ 4357363 w 5876984"/>
              <a:gd name="connsiteY4940" fmla="*/ 2569317 h 4550534"/>
              <a:gd name="connsiteX4941" fmla="*/ 4357617 w 5876984"/>
              <a:gd name="connsiteY4941" fmla="*/ 2563668 h 4550534"/>
              <a:gd name="connsiteX4942" fmla="*/ 4358690 w 5876984"/>
              <a:gd name="connsiteY4942" fmla="*/ 2560260 h 4550534"/>
              <a:gd name="connsiteX4943" fmla="*/ 4356798 w 5876984"/>
              <a:gd name="connsiteY4943" fmla="*/ 2560622 h 4550534"/>
              <a:gd name="connsiteX4944" fmla="*/ 4175699 w 5876984"/>
              <a:gd name="connsiteY4944" fmla="*/ 2550230 h 4550534"/>
              <a:gd name="connsiteX4945" fmla="*/ 4120429 w 5876984"/>
              <a:gd name="connsiteY4945" fmla="*/ 2536598 h 4550534"/>
              <a:gd name="connsiteX4946" fmla="*/ 4093212 w 5876984"/>
              <a:gd name="connsiteY4946" fmla="*/ 2536918 h 4550534"/>
              <a:gd name="connsiteX4947" fmla="*/ 4087214 w 5876984"/>
              <a:gd name="connsiteY4947" fmla="*/ 2538830 h 4550534"/>
              <a:gd name="connsiteX4948" fmla="*/ 4078398 w 5876984"/>
              <a:gd name="connsiteY4948" fmla="*/ 2547164 h 4550534"/>
              <a:gd name="connsiteX4949" fmla="*/ 4068920 w 5876984"/>
              <a:gd name="connsiteY4949" fmla="*/ 2537204 h 4550534"/>
              <a:gd name="connsiteX4950" fmla="*/ 4055126 w 5876984"/>
              <a:gd name="connsiteY4950" fmla="*/ 2537366 h 4550534"/>
              <a:gd name="connsiteX4951" fmla="*/ 4057204 w 5876984"/>
              <a:gd name="connsiteY4951" fmla="*/ 2548704 h 4550534"/>
              <a:gd name="connsiteX4952" fmla="*/ 4008420 w 5876984"/>
              <a:gd name="connsiteY4952" fmla="*/ 2563334 h 4550534"/>
              <a:gd name="connsiteX4953" fmla="*/ 3997654 w 5876984"/>
              <a:gd name="connsiteY4953" fmla="*/ 2552040 h 4550534"/>
              <a:gd name="connsiteX4954" fmla="*/ 3884949 w 5876984"/>
              <a:gd name="connsiteY4954" fmla="*/ 2569750 h 4550534"/>
              <a:gd name="connsiteX4955" fmla="*/ 3774599 w 5876984"/>
              <a:gd name="connsiteY4955" fmla="*/ 2574626 h 4550534"/>
              <a:gd name="connsiteX4956" fmla="*/ 3768206 w 5876984"/>
              <a:gd name="connsiteY4956" fmla="*/ 2559997 h 4550534"/>
              <a:gd name="connsiteX4957" fmla="*/ 3770225 w 5876984"/>
              <a:gd name="connsiteY4957" fmla="*/ 2582840 h 4550534"/>
              <a:gd name="connsiteX4958" fmla="*/ 3568365 w 5876984"/>
              <a:gd name="connsiteY4958" fmla="*/ 2581300 h 4550534"/>
              <a:gd name="connsiteX4959" fmla="*/ 3574757 w 5876984"/>
              <a:gd name="connsiteY4959" fmla="*/ 2592593 h 4550534"/>
              <a:gd name="connsiteX4960" fmla="*/ 3551207 w 5876984"/>
              <a:gd name="connsiteY4960" fmla="*/ 2595673 h 4550534"/>
              <a:gd name="connsiteX4961" fmla="*/ 3547170 w 5876984"/>
              <a:gd name="connsiteY4961" fmla="*/ 2579503 h 4550534"/>
              <a:gd name="connsiteX4962" fmla="*/ 3538422 w 5876984"/>
              <a:gd name="connsiteY4962" fmla="*/ 2594133 h 4550534"/>
              <a:gd name="connsiteX4963" fmla="*/ 3534385 w 5876984"/>
              <a:gd name="connsiteY4963" fmla="*/ 2579503 h 4550534"/>
              <a:gd name="connsiteX4964" fmla="*/ 3474836 w 5876984"/>
              <a:gd name="connsiteY4964" fmla="*/ 2574626 h 4550534"/>
              <a:gd name="connsiteX4965" fmla="*/ 3491658 w 5876984"/>
              <a:gd name="connsiteY4965" fmla="*/ 2590797 h 4550534"/>
              <a:gd name="connsiteX4966" fmla="*/ 3470463 w 5876984"/>
              <a:gd name="connsiteY4966" fmla="*/ 2584380 h 4550534"/>
              <a:gd name="connsiteX4967" fmla="*/ 3442876 w 5876984"/>
              <a:gd name="connsiteY4967" fmla="*/ 2569750 h 4550534"/>
              <a:gd name="connsiteX4968" fmla="*/ 3460034 w 5876984"/>
              <a:gd name="connsiteY4968" fmla="*/ 2586176 h 4550534"/>
              <a:gd name="connsiteX4969" fmla="*/ 3454210 w 5876984"/>
              <a:gd name="connsiteY4969" fmla="*/ 2593415 h 4550534"/>
              <a:gd name="connsiteX4970" fmla="*/ 3453927 w 5876984"/>
              <a:gd name="connsiteY4970" fmla="*/ 2596015 h 4550534"/>
              <a:gd name="connsiteX4971" fmla="*/ 3470784 w 5876984"/>
              <a:gd name="connsiteY4971" fmla="*/ 2600906 h 4550534"/>
              <a:gd name="connsiteX4972" fmla="*/ 3459864 w 5876984"/>
              <a:gd name="connsiteY4972" fmla="*/ 2606569 h 4550534"/>
              <a:gd name="connsiteX4973" fmla="*/ 3453588 w 5876984"/>
              <a:gd name="connsiteY4973" fmla="*/ 2605150 h 4550534"/>
              <a:gd name="connsiteX4974" fmla="*/ 3453641 w 5876984"/>
              <a:gd name="connsiteY4974" fmla="*/ 2615179 h 4550534"/>
              <a:gd name="connsiteX4975" fmla="*/ 3466089 w 5876984"/>
              <a:gd name="connsiteY4975" fmla="*/ 2608763 h 4550534"/>
              <a:gd name="connsiteX4976" fmla="*/ 3464070 w 5876984"/>
              <a:gd name="connsiteY4976" fmla="*/ 2618516 h 4550534"/>
              <a:gd name="connsiteX4977" fmla="*/ 3478874 w 5876984"/>
              <a:gd name="connsiteY4977" fmla="*/ 2616720 h 4550534"/>
              <a:gd name="connsiteX4978" fmla="*/ 3434465 w 5876984"/>
              <a:gd name="connsiteY4978" fmla="*/ 2629809 h 4550534"/>
              <a:gd name="connsiteX4979" fmla="*/ 3430090 w 5876984"/>
              <a:gd name="connsiteY4979" fmla="*/ 2618516 h 4550534"/>
              <a:gd name="connsiteX4980" fmla="*/ 3323778 w 5876984"/>
              <a:gd name="connsiteY4980" fmla="*/ 2615179 h 4550534"/>
              <a:gd name="connsiteX4981" fmla="*/ 3342954 w 5876984"/>
              <a:gd name="connsiteY4981" fmla="*/ 2608763 h 4550534"/>
              <a:gd name="connsiteX4982" fmla="*/ 3332188 w 5876984"/>
              <a:gd name="connsiteY4982" fmla="*/ 2592593 h 4550534"/>
              <a:gd name="connsiteX4983" fmla="*/ 3291817 w 5876984"/>
              <a:gd name="connsiteY4983" fmla="*/ 2595673 h 4550534"/>
              <a:gd name="connsiteX4984" fmla="*/ 3294172 w 5876984"/>
              <a:gd name="connsiteY4984" fmla="*/ 2607223 h 4550534"/>
              <a:gd name="connsiteX4985" fmla="*/ 3298208 w 5876984"/>
              <a:gd name="connsiteY4985" fmla="*/ 2626473 h 4550534"/>
              <a:gd name="connsiteX4986" fmla="*/ 3283406 w 5876984"/>
              <a:gd name="connsiteY4986" fmla="*/ 2610303 h 4550534"/>
              <a:gd name="connsiteX4987" fmla="*/ 3266248 w 5876984"/>
              <a:gd name="connsiteY4987" fmla="*/ 2621596 h 4550534"/>
              <a:gd name="connsiteX4988" fmla="*/ 3268602 w 5876984"/>
              <a:gd name="connsiteY4988" fmla="*/ 2607223 h 4550534"/>
              <a:gd name="connsiteX4989" fmla="*/ 3232268 w 5876984"/>
              <a:gd name="connsiteY4989" fmla="*/ 2616720 h 4550534"/>
              <a:gd name="connsiteX4990" fmla="*/ 3185504 w 5876984"/>
              <a:gd name="connsiteY4990" fmla="*/ 2610303 h 4550534"/>
              <a:gd name="connsiteX4991" fmla="*/ 3187858 w 5876984"/>
              <a:gd name="connsiteY4991" fmla="*/ 2594133 h 4550534"/>
              <a:gd name="connsiteX4992" fmla="*/ 3162290 w 5876984"/>
              <a:gd name="connsiteY4992" fmla="*/ 2610303 h 4550534"/>
              <a:gd name="connsiteX4993" fmla="*/ 3100386 w 5876984"/>
              <a:gd name="connsiteY4993" fmla="*/ 2600549 h 4550534"/>
              <a:gd name="connsiteX4994" fmla="*/ 3100386 w 5876984"/>
              <a:gd name="connsiteY4994" fmla="*/ 2608763 h 4550534"/>
              <a:gd name="connsiteX4995" fmla="*/ 3117544 w 5876984"/>
              <a:gd name="connsiteY4995" fmla="*/ 2610303 h 4550534"/>
              <a:gd name="connsiteX4996" fmla="*/ 3112582 w 5876984"/>
              <a:gd name="connsiteY4996" fmla="*/ 2617811 h 4550534"/>
              <a:gd name="connsiteX4997" fmla="*/ 3112251 w 5876984"/>
              <a:gd name="connsiteY4997" fmla="*/ 2618641 h 4550534"/>
              <a:gd name="connsiteX4998" fmla="*/ 3127080 w 5876984"/>
              <a:gd name="connsiteY4998" fmla="*/ 2617376 h 4550534"/>
              <a:gd name="connsiteX4999" fmla="*/ 3127654 w 5876984"/>
              <a:gd name="connsiteY4999" fmla="*/ 2614627 h 4550534"/>
              <a:gd name="connsiteX5000" fmla="*/ 3127950 w 5876984"/>
              <a:gd name="connsiteY5000" fmla="*/ 2613201 h 4550534"/>
              <a:gd name="connsiteX5001" fmla="*/ 3155796 w 5876984"/>
              <a:gd name="connsiteY5001" fmla="*/ 2609830 h 4550534"/>
              <a:gd name="connsiteX5002" fmla="*/ 3157170 w 5876984"/>
              <a:gd name="connsiteY5002" fmla="*/ 2614811 h 4550534"/>
              <a:gd name="connsiteX5003" fmla="*/ 3166729 w 5876984"/>
              <a:gd name="connsiteY5003" fmla="*/ 2613995 h 4550534"/>
              <a:gd name="connsiteX5004" fmla="*/ 3162358 w 5876984"/>
              <a:gd name="connsiteY5004" fmla="*/ 2622757 h 4550534"/>
              <a:gd name="connsiteX5005" fmla="*/ 3175152 w 5876984"/>
              <a:gd name="connsiteY5005" fmla="*/ 2613201 h 4550534"/>
              <a:gd name="connsiteX5006" fmla="*/ 3181604 w 5876984"/>
              <a:gd name="connsiteY5006" fmla="*/ 2624613 h 4550534"/>
              <a:gd name="connsiteX5007" fmla="*/ 3166790 w 5876984"/>
              <a:gd name="connsiteY5007" fmla="*/ 2631000 h 4550534"/>
              <a:gd name="connsiteX5008" fmla="*/ 3160569 w 5876984"/>
              <a:gd name="connsiteY5008" fmla="*/ 2626341 h 4550534"/>
              <a:gd name="connsiteX5009" fmla="*/ 3155388 w 5876984"/>
              <a:gd name="connsiteY5009" fmla="*/ 2636724 h 4550534"/>
              <a:gd name="connsiteX5010" fmla="*/ 3100806 w 5876984"/>
              <a:gd name="connsiteY5010" fmla="*/ 2664297 h 4550534"/>
              <a:gd name="connsiteX5011" fmla="*/ 3073225 w 5876984"/>
              <a:gd name="connsiteY5011" fmla="*/ 2651208 h 4550534"/>
              <a:gd name="connsiteX5012" fmla="*/ 3003106 w 5876984"/>
              <a:gd name="connsiteY5012" fmla="*/ 2663167 h 4550534"/>
              <a:gd name="connsiteX5013" fmla="*/ 3002820 w 5876984"/>
              <a:gd name="connsiteY5013" fmla="*/ 2663946 h 4550534"/>
              <a:gd name="connsiteX5014" fmla="*/ 3001804 w 5876984"/>
              <a:gd name="connsiteY5014" fmla="*/ 2663390 h 4550534"/>
              <a:gd name="connsiteX5015" fmla="*/ 2997800 w 5876984"/>
              <a:gd name="connsiteY5015" fmla="*/ 2664072 h 4550534"/>
              <a:gd name="connsiteX5016" fmla="*/ 2980784 w 5876984"/>
              <a:gd name="connsiteY5016" fmla="*/ 2666918 h 4550534"/>
              <a:gd name="connsiteX5017" fmla="*/ 2979270 w 5876984"/>
              <a:gd name="connsiteY5017" fmla="*/ 2670362 h 4550534"/>
              <a:gd name="connsiteX5018" fmla="*/ 2974778 w 5876984"/>
              <a:gd name="connsiteY5018" fmla="*/ 2667922 h 4550534"/>
              <a:gd name="connsiteX5019" fmla="*/ 2951656 w 5876984"/>
              <a:gd name="connsiteY5019" fmla="*/ 2671789 h 4550534"/>
              <a:gd name="connsiteX5020" fmla="*/ 2951682 w 5876984"/>
              <a:gd name="connsiteY5020" fmla="*/ 2671902 h 4550534"/>
              <a:gd name="connsiteX5021" fmla="*/ 2932505 w 5876984"/>
              <a:gd name="connsiteY5021" fmla="*/ 2675238 h 4550534"/>
              <a:gd name="connsiteX5022" fmla="*/ 2941252 w 5876984"/>
              <a:gd name="connsiteY5022" fmla="*/ 2684992 h 4550534"/>
              <a:gd name="connsiteX5023" fmla="*/ 2926282 w 5876984"/>
              <a:gd name="connsiteY5023" fmla="*/ 2684190 h 4550534"/>
              <a:gd name="connsiteX5024" fmla="*/ 2921492 w 5876984"/>
              <a:gd name="connsiteY5024" fmla="*/ 2676271 h 4550534"/>
              <a:gd name="connsiteX5025" fmla="*/ 2895504 w 5876984"/>
              <a:gd name="connsiteY5025" fmla="*/ 2678655 h 4550534"/>
              <a:gd name="connsiteX5026" fmla="*/ 2898526 w 5876984"/>
              <a:gd name="connsiteY5026" fmla="*/ 2680115 h 4550534"/>
              <a:gd name="connsiteX5027" fmla="*/ 2894824 w 5876984"/>
              <a:gd name="connsiteY5027" fmla="*/ 2684992 h 4550534"/>
              <a:gd name="connsiteX5028" fmla="*/ 2882713 w 5876984"/>
              <a:gd name="connsiteY5028" fmla="*/ 2681058 h 4550534"/>
              <a:gd name="connsiteX5029" fmla="*/ 2878297 w 5876984"/>
              <a:gd name="connsiteY5029" fmla="*/ 2680233 h 4550534"/>
              <a:gd name="connsiteX5030" fmla="*/ 2877712 w 5876984"/>
              <a:gd name="connsiteY5030" fmla="*/ 2680287 h 4550534"/>
              <a:gd name="connsiteX5031" fmla="*/ 2879223 w 5876984"/>
              <a:gd name="connsiteY5031" fmla="*/ 2686018 h 4550534"/>
              <a:gd name="connsiteX5032" fmla="*/ 2884059 w 5876984"/>
              <a:gd name="connsiteY5032" fmla="*/ 2698082 h 4550534"/>
              <a:gd name="connsiteX5033" fmla="*/ 2879685 w 5876984"/>
              <a:gd name="connsiteY5033" fmla="*/ 2702958 h 4550534"/>
              <a:gd name="connsiteX5034" fmla="*/ 2872830 w 5876984"/>
              <a:gd name="connsiteY5034" fmla="*/ 2692275 h 4550534"/>
              <a:gd name="connsiteX5035" fmla="*/ 2870224 w 5876984"/>
              <a:gd name="connsiteY5035" fmla="*/ 2680974 h 4550534"/>
              <a:gd name="connsiteX5036" fmla="*/ 2858974 w 5876984"/>
              <a:gd name="connsiteY5036" fmla="*/ 2682005 h 4550534"/>
              <a:gd name="connsiteX5037" fmla="*/ 2851928 w 5876984"/>
              <a:gd name="connsiteY5037" fmla="*/ 2681861 h 4550534"/>
              <a:gd name="connsiteX5038" fmla="*/ 2852097 w 5876984"/>
              <a:gd name="connsiteY5038" fmla="*/ 2684992 h 4550534"/>
              <a:gd name="connsiteX5039" fmla="*/ 2858490 w 5876984"/>
              <a:gd name="connsiteY5039" fmla="*/ 2686532 h 4550534"/>
              <a:gd name="connsiteX5040" fmla="*/ 2842046 w 5876984"/>
              <a:gd name="connsiteY5040" fmla="*/ 2681944 h 4550534"/>
              <a:gd name="connsiteX5041" fmla="*/ 2841180 w 5876984"/>
              <a:gd name="connsiteY5041" fmla="*/ 2681642 h 4550534"/>
              <a:gd name="connsiteX5042" fmla="*/ 2828980 w 5876984"/>
              <a:gd name="connsiteY5042" fmla="*/ 2681392 h 4550534"/>
              <a:gd name="connsiteX5043" fmla="*/ 2828404 w 5876984"/>
              <a:gd name="connsiteY5043" fmla="*/ 2682283 h 4550534"/>
              <a:gd name="connsiteX5044" fmla="*/ 2828884 w 5876984"/>
              <a:gd name="connsiteY5044" fmla="*/ 2692949 h 4550534"/>
              <a:gd name="connsiteX5045" fmla="*/ 2796922 w 5876984"/>
              <a:gd name="connsiteY5045" fmla="*/ 2692949 h 4550534"/>
              <a:gd name="connsiteX5046" fmla="*/ 2798941 w 5876984"/>
              <a:gd name="connsiteY5046" fmla="*/ 2699621 h 4550534"/>
              <a:gd name="connsiteX5047" fmla="*/ 2820136 w 5876984"/>
              <a:gd name="connsiteY5047" fmla="*/ 2722207 h 4550534"/>
              <a:gd name="connsiteX5048" fmla="*/ 2800960 w 5876984"/>
              <a:gd name="connsiteY5048" fmla="*/ 2719128 h 4550534"/>
              <a:gd name="connsiteX5049" fmla="*/ 2788512 w 5876984"/>
              <a:gd name="connsiteY5049" fmla="*/ 2706038 h 4550534"/>
              <a:gd name="connsiteX5050" fmla="*/ 2792549 w 5876984"/>
              <a:gd name="connsiteY5050" fmla="*/ 2720667 h 4550534"/>
              <a:gd name="connsiteX5051" fmla="*/ 2786156 w 5876984"/>
              <a:gd name="connsiteY5051" fmla="*/ 2722207 h 4550534"/>
              <a:gd name="connsiteX5052" fmla="*/ 2764962 w 5876984"/>
              <a:gd name="connsiteY5052" fmla="*/ 2701161 h 4550534"/>
              <a:gd name="connsiteX5053" fmla="*/ 2788512 w 5876984"/>
              <a:gd name="connsiteY5053" fmla="*/ 2753008 h 4550534"/>
              <a:gd name="connsiteX5054" fmla="*/ 2786156 w 5876984"/>
              <a:gd name="connsiteY5054" fmla="*/ 2757884 h 4550534"/>
              <a:gd name="connsiteX5055" fmla="*/ 2766980 w 5876984"/>
              <a:gd name="connsiteY5055" fmla="*/ 2748130 h 4550534"/>
              <a:gd name="connsiteX5056" fmla="*/ 2773372 w 5876984"/>
              <a:gd name="connsiteY5056" fmla="*/ 2783807 h 4550534"/>
              <a:gd name="connsiteX5057" fmla="*/ 2807352 w 5876984"/>
              <a:gd name="connsiteY5057" fmla="*/ 2795356 h 4550534"/>
              <a:gd name="connsiteX5058" fmla="*/ 2790530 w 5876984"/>
              <a:gd name="connsiteY5058" fmla="*/ 2787143 h 4550534"/>
              <a:gd name="connsiteX5059" fmla="*/ 2779764 w 5876984"/>
              <a:gd name="connsiteY5059" fmla="*/ 2806650 h 4550534"/>
              <a:gd name="connsiteX5060" fmla="*/ 2769335 w 5876984"/>
              <a:gd name="connsiteY5060" fmla="*/ 2788683 h 4550534"/>
              <a:gd name="connsiteX5061" fmla="*/ 2769335 w 5876984"/>
              <a:gd name="connsiteY5061" fmla="*/ 2824359 h 4550534"/>
              <a:gd name="connsiteX5062" fmla="*/ 2758569 w 5876984"/>
              <a:gd name="connsiteY5062" fmla="*/ 2809729 h 4550534"/>
              <a:gd name="connsiteX5063" fmla="*/ 2764962 w 5876984"/>
              <a:gd name="connsiteY5063" fmla="*/ 2803313 h 4550534"/>
              <a:gd name="connsiteX5064" fmla="*/ 2764962 w 5876984"/>
              <a:gd name="connsiteY5064" fmla="*/ 2795356 h 4550534"/>
              <a:gd name="connsiteX5065" fmla="*/ 2754532 w 5876984"/>
              <a:gd name="connsiteY5065" fmla="*/ 2782266 h 4550534"/>
              <a:gd name="connsiteX5066" fmla="*/ 2760588 w 5876984"/>
              <a:gd name="connsiteY5066" fmla="*/ 2792020 h 4550534"/>
              <a:gd name="connsiteX5067" fmla="*/ 2748140 w 5876984"/>
              <a:gd name="connsiteY5067" fmla="*/ 2793560 h 4550534"/>
              <a:gd name="connsiteX5068" fmla="*/ 2728963 w 5876984"/>
              <a:gd name="connsiteY5068" fmla="*/ 2772514 h 4550534"/>
              <a:gd name="connsiteX5069" fmla="*/ 2713824 w 5876984"/>
              <a:gd name="connsiteY5069" fmla="*/ 2772514 h 4550534"/>
              <a:gd name="connsiteX5070" fmla="*/ 2741747 w 5876984"/>
              <a:gd name="connsiteY5070" fmla="*/ 2800233 h 4550534"/>
              <a:gd name="connsiteX5071" fmla="*/ 2733000 w 5876984"/>
              <a:gd name="connsiteY5071" fmla="*/ 2806650 h 4550534"/>
              <a:gd name="connsiteX5072" fmla="*/ 2728963 w 5876984"/>
              <a:gd name="connsiteY5072" fmla="*/ 2792020 h 4550534"/>
              <a:gd name="connsiteX5073" fmla="*/ 2716178 w 5876984"/>
              <a:gd name="connsiteY5073" fmla="*/ 2792020 h 4550534"/>
              <a:gd name="connsiteX5074" fmla="*/ 2726608 w 5876984"/>
              <a:gd name="connsiteY5074" fmla="*/ 2800233 h 4550534"/>
              <a:gd name="connsiteX5075" fmla="*/ 2716178 w 5876984"/>
              <a:gd name="connsiteY5075" fmla="*/ 2813067 h 4550534"/>
              <a:gd name="connsiteX5076" fmla="*/ 2679844 w 5876984"/>
              <a:gd name="connsiteY5076" fmla="*/ 2819483 h 4550534"/>
              <a:gd name="connsiteX5077" fmla="*/ 2682198 w 5876984"/>
              <a:gd name="connsiteY5077" fmla="*/ 2814606 h 4550534"/>
              <a:gd name="connsiteX5078" fmla="*/ 2675807 w 5876984"/>
              <a:gd name="connsiteY5078" fmla="*/ 2813067 h 4550534"/>
              <a:gd name="connsiteX5079" fmla="*/ 2688591 w 5876984"/>
              <a:gd name="connsiteY5079" fmla="*/ 2808189 h 4550534"/>
              <a:gd name="connsiteX5080" fmla="*/ 2684218 w 5876984"/>
              <a:gd name="connsiteY5080" fmla="*/ 2801773 h 4550534"/>
              <a:gd name="connsiteX5081" fmla="*/ 2663022 w 5876984"/>
              <a:gd name="connsiteY5081" fmla="*/ 2793560 h 4550534"/>
              <a:gd name="connsiteX5082" fmla="*/ 2694983 w 5876984"/>
              <a:gd name="connsiteY5082" fmla="*/ 2834113 h 4550534"/>
              <a:gd name="connsiteX5083" fmla="*/ 2688591 w 5876984"/>
              <a:gd name="connsiteY5083" fmla="*/ 2837449 h 4550534"/>
              <a:gd name="connsiteX5084" fmla="*/ 2673451 w 5876984"/>
              <a:gd name="connsiteY5084" fmla="*/ 2832573 h 4550534"/>
              <a:gd name="connsiteX5085" fmla="*/ 2686236 w 5876984"/>
              <a:gd name="connsiteY5085" fmla="*/ 2842325 h 4550534"/>
              <a:gd name="connsiteX5086" fmla="*/ 2686236 w 5876984"/>
              <a:gd name="connsiteY5086" fmla="*/ 2864912 h 4550534"/>
              <a:gd name="connsiteX5087" fmla="*/ 2682198 w 5876984"/>
              <a:gd name="connsiteY5087" fmla="*/ 2858496 h 4550534"/>
              <a:gd name="connsiteX5088" fmla="*/ 2667060 w 5876984"/>
              <a:gd name="connsiteY5088" fmla="*/ 2848742 h 4550534"/>
              <a:gd name="connsiteX5089" fmla="*/ 2675807 w 5876984"/>
              <a:gd name="connsiteY5089" fmla="*/ 2843866 h 4550534"/>
              <a:gd name="connsiteX5090" fmla="*/ 2665040 w 5876984"/>
              <a:gd name="connsiteY5090" fmla="*/ 2835909 h 4550534"/>
              <a:gd name="connsiteX5091" fmla="*/ 2658648 w 5876984"/>
              <a:gd name="connsiteY5091" fmla="*/ 2843866 h 4550534"/>
              <a:gd name="connsiteX5092" fmla="*/ 2663022 w 5876984"/>
              <a:gd name="connsiteY5092" fmla="*/ 2868248 h 4550534"/>
              <a:gd name="connsiteX5093" fmla="*/ 2654274 w 5876984"/>
              <a:gd name="connsiteY5093" fmla="*/ 2845663 h 4550534"/>
              <a:gd name="connsiteX5094" fmla="*/ 2645864 w 5876984"/>
              <a:gd name="connsiteY5094" fmla="*/ 2837449 h 4550534"/>
              <a:gd name="connsiteX5095" fmla="*/ 2652256 w 5876984"/>
              <a:gd name="connsiteY5095" fmla="*/ 2856956 h 4550534"/>
              <a:gd name="connsiteX5096" fmla="*/ 2635434 w 5876984"/>
              <a:gd name="connsiteY5096" fmla="*/ 2843866 h 4550534"/>
              <a:gd name="connsiteX5097" fmla="*/ 2631061 w 5876984"/>
              <a:gd name="connsiteY5097" fmla="*/ 2855159 h 4550534"/>
              <a:gd name="connsiteX5098" fmla="*/ 2643845 w 5876984"/>
              <a:gd name="connsiteY5098" fmla="*/ 2864912 h 4550534"/>
              <a:gd name="connsiteX5099" fmla="*/ 2635434 w 5876984"/>
              <a:gd name="connsiteY5099" fmla="*/ 2861832 h 4550534"/>
              <a:gd name="connsiteX5100" fmla="*/ 2633080 w 5876984"/>
              <a:gd name="connsiteY5100" fmla="*/ 2868248 h 4550534"/>
              <a:gd name="connsiteX5101" fmla="*/ 2654274 w 5876984"/>
              <a:gd name="connsiteY5101" fmla="*/ 2892632 h 4550534"/>
              <a:gd name="connsiteX5102" fmla="*/ 2671432 w 5876984"/>
              <a:gd name="connsiteY5102" fmla="*/ 2894172 h 4550534"/>
              <a:gd name="connsiteX5103" fmla="*/ 2663022 w 5876984"/>
              <a:gd name="connsiteY5103" fmla="*/ 2881338 h 4550534"/>
              <a:gd name="connsiteX5104" fmla="*/ 2671432 w 5876984"/>
              <a:gd name="connsiteY5104" fmla="*/ 2881338 h 4550534"/>
              <a:gd name="connsiteX5105" fmla="*/ 2690609 w 5876984"/>
              <a:gd name="connsiteY5105" fmla="*/ 2907261 h 4550534"/>
              <a:gd name="connsiteX5106" fmla="*/ 2677825 w 5876984"/>
              <a:gd name="connsiteY5106" fmla="*/ 2895711 h 4550534"/>
              <a:gd name="connsiteX5107" fmla="*/ 2675807 w 5876984"/>
              <a:gd name="connsiteY5107" fmla="*/ 2910341 h 4550534"/>
              <a:gd name="connsiteX5108" fmla="*/ 2686236 w 5876984"/>
              <a:gd name="connsiteY5108" fmla="*/ 2917015 h 4550534"/>
              <a:gd name="connsiteX5109" fmla="*/ 2671432 w 5876984"/>
              <a:gd name="connsiteY5109" fmla="*/ 2923431 h 4550534"/>
              <a:gd name="connsiteX5110" fmla="*/ 2660667 w 5876984"/>
              <a:gd name="connsiteY5110" fmla="*/ 2912138 h 4550534"/>
              <a:gd name="connsiteX5111" fmla="*/ 2671432 w 5876984"/>
              <a:gd name="connsiteY5111" fmla="*/ 2928307 h 4550534"/>
              <a:gd name="connsiteX5112" fmla="*/ 2654274 w 5876984"/>
              <a:gd name="connsiteY5112" fmla="*/ 2917015 h 4550534"/>
              <a:gd name="connsiteX5113" fmla="*/ 2626687 w 5876984"/>
              <a:gd name="connsiteY5113" fmla="*/ 2921635 h 4550534"/>
              <a:gd name="connsiteX5114" fmla="*/ 2647882 w 5876984"/>
              <a:gd name="connsiteY5114" fmla="*/ 2929847 h 4550534"/>
              <a:gd name="connsiteX5115" fmla="*/ 2631061 w 5876984"/>
              <a:gd name="connsiteY5115" fmla="*/ 2928307 h 4550534"/>
              <a:gd name="connsiteX5116" fmla="*/ 2624668 w 5876984"/>
              <a:gd name="connsiteY5116" fmla="*/ 2938061 h 4550534"/>
              <a:gd name="connsiteX5117" fmla="*/ 2637452 w 5876984"/>
              <a:gd name="connsiteY5117" fmla="*/ 2939601 h 4550534"/>
              <a:gd name="connsiteX5118" fmla="*/ 2618276 w 5876984"/>
              <a:gd name="connsiteY5118" fmla="*/ 2960647 h 4550534"/>
              <a:gd name="connsiteX5119" fmla="*/ 2622650 w 5876984"/>
              <a:gd name="connsiteY5119" fmla="*/ 2941141 h 4550534"/>
              <a:gd name="connsiteX5120" fmla="*/ 2601118 w 5876984"/>
              <a:gd name="connsiteY5120" fmla="*/ 2920095 h 4550534"/>
              <a:gd name="connsiteX5121" fmla="*/ 2590688 w 5876984"/>
              <a:gd name="connsiteY5121" fmla="*/ 2924971 h 4550534"/>
              <a:gd name="connsiteX5122" fmla="*/ 2613903 w 5876984"/>
              <a:gd name="connsiteY5122" fmla="*/ 2947814 h 4550534"/>
              <a:gd name="connsiteX5123" fmla="*/ 2592707 w 5876984"/>
              <a:gd name="connsiteY5123" fmla="*/ 2950894 h 4550534"/>
              <a:gd name="connsiteX5124" fmla="*/ 2618276 w 5876984"/>
              <a:gd name="connsiteY5124" fmla="*/ 2960647 h 4550534"/>
              <a:gd name="connsiteX5125" fmla="*/ 2635434 w 5876984"/>
              <a:gd name="connsiteY5125" fmla="*/ 2978614 h 4550534"/>
              <a:gd name="connsiteX5126" fmla="*/ 2616258 w 5876984"/>
              <a:gd name="connsiteY5126" fmla="*/ 2973737 h 4550534"/>
              <a:gd name="connsiteX5127" fmla="*/ 2618276 w 5876984"/>
              <a:gd name="connsiteY5127" fmla="*/ 2967064 h 4550534"/>
              <a:gd name="connsiteX5128" fmla="*/ 2605492 w 5876984"/>
              <a:gd name="connsiteY5128" fmla="*/ 2978614 h 4550534"/>
              <a:gd name="connsiteX5129" fmla="*/ 2611884 w 5876984"/>
              <a:gd name="connsiteY5129" fmla="*/ 2971940 h 4550534"/>
              <a:gd name="connsiteX5130" fmla="*/ 2616258 w 5876984"/>
              <a:gd name="connsiteY5130" fmla="*/ 2997863 h 4550534"/>
              <a:gd name="connsiteX5131" fmla="*/ 2599100 w 5876984"/>
              <a:gd name="connsiteY5131" fmla="*/ 2989906 h 4550534"/>
              <a:gd name="connsiteX5132" fmla="*/ 2590688 w 5876984"/>
              <a:gd name="connsiteY5132" fmla="*/ 2980154 h 4550534"/>
              <a:gd name="connsiteX5133" fmla="*/ 2586315 w 5876984"/>
              <a:gd name="connsiteY5133" fmla="*/ 2986570 h 4550534"/>
              <a:gd name="connsiteX5134" fmla="*/ 2567138 w 5876984"/>
              <a:gd name="connsiteY5134" fmla="*/ 2975277 h 4550534"/>
              <a:gd name="connsiteX5135" fmla="*/ 2590688 w 5876984"/>
              <a:gd name="connsiteY5135" fmla="*/ 2999660 h 4550534"/>
              <a:gd name="connsiteX5136" fmla="*/ 2584296 w 5876984"/>
              <a:gd name="connsiteY5136" fmla="*/ 3012493 h 4550534"/>
              <a:gd name="connsiteX5137" fmla="*/ 2560746 w 5876984"/>
              <a:gd name="connsiteY5137" fmla="*/ 3014290 h 4550534"/>
              <a:gd name="connsiteX5138" fmla="*/ 2584296 w 5876984"/>
              <a:gd name="connsiteY5138" fmla="*/ 3025583 h 4550534"/>
              <a:gd name="connsiteX5139" fmla="*/ 2560746 w 5876984"/>
              <a:gd name="connsiteY5139" fmla="*/ 3022246 h 4550534"/>
              <a:gd name="connsiteX5140" fmla="*/ 2554354 w 5876984"/>
              <a:gd name="connsiteY5140" fmla="*/ 3028919 h 4550534"/>
              <a:gd name="connsiteX5141" fmla="*/ 2535514 w 5876984"/>
              <a:gd name="connsiteY5141" fmla="*/ 3019166 h 4550534"/>
              <a:gd name="connsiteX5142" fmla="*/ 2556708 w 5876984"/>
              <a:gd name="connsiteY5142" fmla="*/ 3033796 h 4550534"/>
              <a:gd name="connsiteX5143" fmla="*/ 2563101 w 5876984"/>
              <a:gd name="connsiteY5143" fmla="*/ 3031999 h 4550534"/>
              <a:gd name="connsiteX5144" fmla="*/ 2558727 w 5876984"/>
              <a:gd name="connsiteY5144" fmla="*/ 3036876 h 4550534"/>
              <a:gd name="connsiteX5145" fmla="*/ 2567138 w 5876984"/>
              <a:gd name="connsiteY5145" fmla="*/ 3048169 h 4550534"/>
              <a:gd name="connsiteX5146" fmla="*/ 2541570 w 5876984"/>
              <a:gd name="connsiteY5146" fmla="*/ 3053046 h 4550534"/>
              <a:gd name="connsiteX5147" fmla="*/ 2567138 w 5876984"/>
              <a:gd name="connsiteY5147" fmla="*/ 3056382 h 4550534"/>
              <a:gd name="connsiteX5148" fmla="*/ 2560746 w 5876984"/>
              <a:gd name="connsiteY5148" fmla="*/ 3072552 h 4550534"/>
              <a:gd name="connsiteX5149" fmla="*/ 2560746 w 5876984"/>
              <a:gd name="connsiteY5149" fmla="*/ 3062799 h 4550534"/>
              <a:gd name="connsiteX5150" fmla="*/ 2541570 w 5876984"/>
              <a:gd name="connsiteY5150" fmla="*/ 3077428 h 4550534"/>
              <a:gd name="connsiteX5151" fmla="*/ 2560746 w 5876984"/>
              <a:gd name="connsiteY5151" fmla="*/ 3085642 h 4550534"/>
              <a:gd name="connsiteX5152" fmla="*/ 2537532 w 5876984"/>
              <a:gd name="connsiteY5152" fmla="*/ 3088722 h 4550534"/>
              <a:gd name="connsiteX5153" fmla="*/ 2552335 w 5876984"/>
              <a:gd name="connsiteY5153" fmla="*/ 3101812 h 4550534"/>
              <a:gd name="connsiteX5154" fmla="*/ 2526766 w 5876984"/>
              <a:gd name="connsiteY5154" fmla="*/ 3131071 h 4550534"/>
              <a:gd name="connsiteX5155" fmla="*/ 2509944 w 5876984"/>
              <a:gd name="connsiteY5155" fmla="*/ 3124397 h 4550534"/>
              <a:gd name="connsiteX5156" fmla="*/ 2492786 w 5876984"/>
              <a:gd name="connsiteY5156" fmla="*/ 3182917 h 4550534"/>
              <a:gd name="connsiteX5157" fmla="*/ 2490768 w 5876984"/>
              <a:gd name="connsiteY5157" fmla="*/ 3189334 h 4550534"/>
              <a:gd name="connsiteX5158" fmla="*/ 2492786 w 5876984"/>
              <a:gd name="connsiteY5158" fmla="*/ 3194210 h 4550534"/>
              <a:gd name="connsiteX5159" fmla="*/ 2505570 w 5876984"/>
              <a:gd name="connsiteY5159" fmla="*/ 3190873 h 4550534"/>
              <a:gd name="connsiteX5160" fmla="*/ 2503552 w 5876984"/>
              <a:gd name="connsiteY5160" fmla="*/ 3223469 h 4550534"/>
              <a:gd name="connsiteX5161" fmla="*/ 2488413 w 5876984"/>
              <a:gd name="connsiteY5161" fmla="*/ 3247853 h 4550534"/>
              <a:gd name="connsiteX5162" fmla="*/ 2458806 w 5876984"/>
              <a:gd name="connsiteY5162" fmla="*/ 3306114 h 4550534"/>
              <a:gd name="connsiteX5163" fmla="*/ 2446022 w 5876984"/>
              <a:gd name="connsiteY5163" fmla="*/ 3299698 h 4550534"/>
              <a:gd name="connsiteX5164" fmla="*/ 2433237 w 5876984"/>
              <a:gd name="connsiteY5164" fmla="*/ 3315868 h 4550534"/>
              <a:gd name="connsiteX5165" fmla="*/ 2448377 w 5876984"/>
              <a:gd name="connsiteY5165" fmla="*/ 3317408 h 4550534"/>
              <a:gd name="connsiteX5166" fmla="*/ 2422808 w 5876984"/>
              <a:gd name="connsiteY5166" fmla="*/ 3369254 h 4550534"/>
              <a:gd name="connsiteX5167" fmla="*/ 2399258 w 5876984"/>
              <a:gd name="connsiteY5167" fmla="*/ 3367714 h 4550534"/>
              <a:gd name="connsiteX5168" fmla="*/ 2403631 w 5876984"/>
              <a:gd name="connsiteY5168" fmla="*/ 3384140 h 4550534"/>
              <a:gd name="connsiteX5169" fmla="*/ 2386473 w 5876984"/>
              <a:gd name="connsiteY5169" fmla="*/ 3390557 h 4550534"/>
              <a:gd name="connsiteX5170" fmla="*/ 2414061 w 5876984"/>
              <a:gd name="connsiteY5170" fmla="*/ 3390557 h 4550534"/>
              <a:gd name="connsiteX5171" fmla="*/ 2405650 w 5876984"/>
              <a:gd name="connsiteY5171" fmla="*/ 3406726 h 4550534"/>
              <a:gd name="connsiteX5172" fmla="*/ 2369651 w 5876984"/>
              <a:gd name="connsiteY5172" fmla="*/ 3439066 h 4550534"/>
              <a:gd name="connsiteX5173" fmla="*/ 2397239 w 5876984"/>
              <a:gd name="connsiteY5173" fmla="*/ 3432649 h 4550534"/>
              <a:gd name="connsiteX5174" fmla="*/ 2388828 w 5876984"/>
              <a:gd name="connsiteY5174" fmla="*/ 3435986 h 4550534"/>
              <a:gd name="connsiteX5175" fmla="*/ 2376044 w 5876984"/>
              <a:gd name="connsiteY5175" fmla="*/ 3461909 h 4550534"/>
              <a:gd name="connsiteX5176" fmla="*/ 2390847 w 5876984"/>
              <a:gd name="connsiteY5176" fmla="*/ 3463449 h 4550534"/>
              <a:gd name="connsiteX5177" fmla="*/ 2369651 w 5876984"/>
              <a:gd name="connsiteY5177" fmla="*/ 3481415 h 4550534"/>
              <a:gd name="connsiteX5178" fmla="*/ 2365278 w 5876984"/>
              <a:gd name="connsiteY5178" fmla="*/ 3497585 h 4550534"/>
              <a:gd name="connsiteX5179" fmla="*/ 2356867 w 5876984"/>
              <a:gd name="connsiteY5179" fmla="*/ 3507338 h 4550534"/>
              <a:gd name="connsiteX5180" fmla="*/ 2367296 w 5876984"/>
              <a:gd name="connsiteY5180" fmla="*/ 3520171 h 4550534"/>
              <a:gd name="connsiteX5181" fmla="*/ 2376044 w 5876984"/>
              <a:gd name="connsiteY5181" fmla="*/ 3507338 h 4550534"/>
              <a:gd name="connsiteX5182" fmla="*/ 2446022 w 5876984"/>
              <a:gd name="connsiteY5182" fmla="*/ 3512214 h 4550534"/>
              <a:gd name="connsiteX5183" fmla="*/ 2379072 w 5876984"/>
              <a:gd name="connsiteY5183" fmla="*/ 3532587 h 4550534"/>
              <a:gd name="connsiteX5184" fmla="*/ 2317351 w 5876984"/>
              <a:gd name="connsiteY5184" fmla="*/ 3552610 h 4550534"/>
              <a:gd name="connsiteX5185" fmla="*/ 2317162 w 5876984"/>
              <a:gd name="connsiteY5185" fmla="*/ 3556302 h 4550534"/>
              <a:gd name="connsiteX5186" fmla="*/ 2318829 w 5876984"/>
              <a:gd name="connsiteY5186" fmla="*/ 3556962 h 4550534"/>
              <a:gd name="connsiteX5187" fmla="*/ 2335672 w 5876984"/>
              <a:gd name="connsiteY5187" fmla="*/ 3562520 h 4550534"/>
              <a:gd name="connsiteX5188" fmla="*/ 2356867 w 5876984"/>
              <a:gd name="connsiteY5188" fmla="*/ 3559184 h 4550534"/>
              <a:gd name="connsiteX5189" fmla="*/ 2360904 w 5876984"/>
              <a:gd name="connsiteY5189" fmla="*/ 3544554 h 4550534"/>
              <a:gd name="connsiteX5190" fmla="*/ 2365278 w 5876984"/>
              <a:gd name="connsiteY5190" fmla="*/ 3559184 h 4550534"/>
              <a:gd name="connsiteX5191" fmla="*/ 2401276 w 5876984"/>
              <a:gd name="connsiteY5191" fmla="*/ 3559184 h 4550534"/>
              <a:gd name="connsiteX5192" fmla="*/ 2441984 w 5876984"/>
              <a:gd name="connsiteY5192" fmla="*/ 3552767 h 4550534"/>
              <a:gd name="connsiteX5193" fmla="*/ 2426846 w 5876984"/>
              <a:gd name="connsiteY5193" fmla="*/ 3570477 h 4550534"/>
              <a:gd name="connsiteX5194" fmla="*/ 2356867 w 5876984"/>
              <a:gd name="connsiteY5194" fmla="*/ 3575353 h 4550534"/>
              <a:gd name="connsiteX5195" fmla="*/ 2318513 w 5876984"/>
              <a:gd name="connsiteY5195" fmla="*/ 3583567 h 4550534"/>
              <a:gd name="connsiteX5196" fmla="*/ 2319444 w 5876984"/>
              <a:gd name="connsiteY5196" fmla="*/ 3591310 h 4550534"/>
              <a:gd name="connsiteX5197" fmla="*/ 2318958 w 5876984"/>
              <a:gd name="connsiteY5197" fmla="*/ 3592577 h 4550534"/>
              <a:gd name="connsiteX5198" fmla="*/ 2320758 w 5876984"/>
              <a:gd name="connsiteY5198" fmla="*/ 3611691 h 4550534"/>
              <a:gd name="connsiteX5199" fmla="*/ 2319688 w 5876984"/>
              <a:gd name="connsiteY5199" fmla="*/ 3611694 h 4550534"/>
              <a:gd name="connsiteX5200" fmla="*/ 2320532 w 5876984"/>
              <a:gd name="connsiteY5200" fmla="*/ 3612570 h 4550534"/>
              <a:gd name="connsiteX5201" fmla="*/ 2331298 w 5876984"/>
              <a:gd name="connsiteY5201" fmla="*/ 3596400 h 4550534"/>
              <a:gd name="connsiteX5202" fmla="*/ 2384455 w 5876984"/>
              <a:gd name="connsiteY5202" fmla="*/ 3601276 h 4550534"/>
              <a:gd name="connsiteX5203" fmla="*/ 2384455 w 5876984"/>
              <a:gd name="connsiteY5203" fmla="*/ 3617446 h 4550534"/>
              <a:gd name="connsiteX5204" fmla="*/ 2333316 w 5876984"/>
              <a:gd name="connsiteY5204" fmla="*/ 3625660 h 4550534"/>
              <a:gd name="connsiteX5205" fmla="*/ 2324906 w 5876984"/>
              <a:gd name="connsiteY5205" fmla="*/ 3615906 h 4550534"/>
              <a:gd name="connsiteX5206" fmla="*/ 2284534 w 5876984"/>
              <a:gd name="connsiteY5206" fmla="*/ 3635412 h 4550534"/>
              <a:gd name="connsiteX5207" fmla="*/ 2307748 w 5876984"/>
              <a:gd name="connsiteY5207" fmla="*/ 3643626 h 4550534"/>
              <a:gd name="connsiteX5208" fmla="*/ 2312122 w 5876984"/>
              <a:gd name="connsiteY5208" fmla="*/ 3661335 h 4550534"/>
              <a:gd name="connsiteX5209" fmla="*/ 2322887 w 5876984"/>
              <a:gd name="connsiteY5209" fmla="*/ 3645166 h 4550534"/>
              <a:gd name="connsiteX5210" fmla="*/ 2373689 w 5876984"/>
              <a:gd name="connsiteY5210" fmla="*/ 3640289 h 4550534"/>
              <a:gd name="connsiteX5211" fmla="*/ 2401276 w 5876984"/>
              <a:gd name="connsiteY5211" fmla="*/ 3648245 h 4550534"/>
              <a:gd name="connsiteX5212" fmla="*/ 2403631 w 5876984"/>
              <a:gd name="connsiteY5212" fmla="*/ 3656459 h 4550534"/>
              <a:gd name="connsiteX5213" fmla="*/ 2318513 w 5876984"/>
              <a:gd name="connsiteY5213" fmla="*/ 3693675 h 4550534"/>
              <a:gd name="connsiteX5214" fmla="*/ 2367296 w 5876984"/>
              <a:gd name="connsiteY5214" fmla="*/ 3700348 h 4550534"/>
              <a:gd name="connsiteX5215" fmla="*/ 2418435 w 5876984"/>
              <a:gd name="connsiteY5215" fmla="*/ 3695471 h 4550534"/>
              <a:gd name="connsiteX5216" fmla="*/ 2241807 w 5876984"/>
              <a:gd name="connsiteY5216" fmla="*/ 3740900 h 4550534"/>
              <a:gd name="connsiteX5217" fmla="*/ 2263338 w 5876984"/>
              <a:gd name="connsiteY5217" fmla="*/ 3752194 h 4550534"/>
              <a:gd name="connsiteX5218" fmla="*/ 2394884 w 5876984"/>
              <a:gd name="connsiteY5218" fmla="*/ 3743980 h 4550534"/>
              <a:gd name="connsiteX5219" fmla="*/ 2329280 w 5876984"/>
              <a:gd name="connsiteY5219" fmla="*/ 3766824 h 4550534"/>
              <a:gd name="connsiteX5220" fmla="*/ 2239789 w 5876984"/>
              <a:gd name="connsiteY5220" fmla="*/ 3771700 h 4550534"/>
              <a:gd name="connsiteX5221" fmla="*/ 2239789 w 5876984"/>
              <a:gd name="connsiteY5221" fmla="*/ 3782993 h 4550534"/>
              <a:gd name="connsiteX5222" fmla="*/ 2227004 w 5876984"/>
              <a:gd name="connsiteY5222" fmla="*/ 3776577 h 4550534"/>
              <a:gd name="connsiteX5223" fmla="*/ 2201771 w 5876984"/>
              <a:gd name="connsiteY5223" fmla="*/ 3800703 h 4550534"/>
              <a:gd name="connsiteX5224" fmla="*/ 2280160 w 5876984"/>
              <a:gd name="connsiteY5224" fmla="*/ 3804039 h 4550534"/>
              <a:gd name="connsiteX5225" fmla="*/ 2350475 w 5876984"/>
              <a:gd name="connsiteY5225" fmla="*/ 3804039 h 4550534"/>
              <a:gd name="connsiteX5226" fmla="*/ 2231378 w 5876984"/>
              <a:gd name="connsiteY5226" fmla="*/ 3822006 h 4550534"/>
              <a:gd name="connsiteX5227" fmla="*/ 2214220 w 5876984"/>
              <a:gd name="connsiteY5227" fmla="*/ 3833299 h 4550534"/>
              <a:gd name="connsiteX5228" fmla="*/ 2127083 w 5876984"/>
              <a:gd name="connsiteY5228" fmla="*/ 3823546 h 4550534"/>
              <a:gd name="connsiteX5229" fmla="*/ 2101514 w 5876984"/>
              <a:gd name="connsiteY5229" fmla="*/ 3825086 h 4550534"/>
              <a:gd name="connsiteX5230" fmla="*/ 2090965 w 5876984"/>
              <a:gd name="connsiteY5230" fmla="*/ 3831700 h 4550534"/>
              <a:gd name="connsiteX5231" fmla="*/ 2075787 w 5876984"/>
              <a:gd name="connsiteY5231" fmla="*/ 3864882 h 4550534"/>
              <a:gd name="connsiteX5232" fmla="*/ 2090496 w 5876984"/>
              <a:gd name="connsiteY5232" fmla="*/ 3862013 h 4550534"/>
              <a:gd name="connsiteX5233" fmla="*/ 2099495 w 5876984"/>
              <a:gd name="connsiteY5233" fmla="*/ 3870515 h 4550534"/>
              <a:gd name="connsiteX5234" fmla="*/ 2112280 w 5876984"/>
              <a:gd name="connsiteY5234" fmla="*/ 3859222 h 4550534"/>
              <a:gd name="connsiteX5235" fmla="*/ 2129438 w 5876984"/>
              <a:gd name="connsiteY5235" fmla="*/ 3868975 h 4550534"/>
              <a:gd name="connsiteX5236" fmla="*/ 2137849 w 5876984"/>
              <a:gd name="connsiteY5236" fmla="*/ 3860762 h 4550534"/>
              <a:gd name="connsiteX5237" fmla="*/ 2148278 w 5876984"/>
              <a:gd name="connsiteY5237" fmla="*/ 3870515 h 4550534"/>
              <a:gd name="connsiteX5238" fmla="*/ 2095121 w 5876984"/>
              <a:gd name="connsiteY5238" fmla="*/ 3885145 h 4550534"/>
              <a:gd name="connsiteX5239" fmla="*/ 2073926 w 5876984"/>
              <a:gd name="connsiteY5239" fmla="*/ 3877189 h 4550534"/>
              <a:gd name="connsiteX5240" fmla="*/ 2073926 w 5876984"/>
              <a:gd name="connsiteY5240" fmla="*/ 3896438 h 4550534"/>
              <a:gd name="connsiteX5241" fmla="*/ 2050334 w 5876984"/>
              <a:gd name="connsiteY5241" fmla="*/ 3890406 h 4550534"/>
              <a:gd name="connsiteX5242" fmla="*/ 2046057 w 5876984"/>
              <a:gd name="connsiteY5242" fmla="*/ 3889559 h 4550534"/>
              <a:gd name="connsiteX5243" fmla="*/ 2030307 w 5876984"/>
              <a:gd name="connsiteY5243" fmla="*/ 3901760 h 4550534"/>
              <a:gd name="connsiteX5244" fmla="*/ 2003984 w 5876984"/>
              <a:gd name="connsiteY5244" fmla="*/ 3914758 h 4550534"/>
              <a:gd name="connsiteX5245" fmla="*/ 2005282 w 5876984"/>
              <a:gd name="connsiteY5245" fmla="*/ 3915336 h 4550534"/>
              <a:gd name="connsiteX5246" fmla="*/ 2077228 w 5876984"/>
              <a:gd name="connsiteY5246" fmla="*/ 3909316 h 4550534"/>
              <a:gd name="connsiteX5247" fmla="*/ 2089674 w 5876984"/>
              <a:gd name="connsiteY5247" fmla="*/ 3915686 h 4550534"/>
              <a:gd name="connsiteX5248" fmla="*/ 2202693 w 5876984"/>
              <a:gd name="connsiteY5248" fmla="*/ 3902947 h 4550534"/>
              <a:gd name="connsiteX5249" fmla="*/ 2236667 w 5876984"/>
              <a:gd name="connsiteY5249" fmla="*/ 3901163 h 4550534"/>
              <a:gd name="connsiteX5250" fmla="*/ 2219512 w 5876984"/>
              <a:gd name="connsiteY5250" fmla="*/ 3935051 h 4550534"/>
              <a:gd name="connsiteX5251" fmla="*/ 2206730 w 5876984"/>
              <a:gd name="connsiteY5251" fmla="*/ 3920527 h 4550534"/>
              <a:gd name="connsiteX5252" fmla="*/ 2166366 w 5876984"/>
              <a:gd name="connsiteY5252" fmla="*/ 3926897 h 4550534"/>
              <a:gd name="connsiteX5253" fmla="*/ 2157957 w 5876984"/>
              <a:gd name="connsiteY5253" fmla="*/ 3939891 h 4550534"/>
              <a:gd name="connsiteX5254" fmla="*/ 2126002 w 5876984"/>
              <a:gd name="connsiteY5254" fmla="*/ 3949574 h 4550534"/>
              <a:gd name="connsiteX5255" fmla="*/ 2108846 w 5876984"/>
              <a:gd name="connsiteY5255" fmla="*/ 3935051 h 4550534"/>
              <a:gd name="connsiteX5256" fmla="*/ 2049309 w 5876984"/>
              <a:gd name="connsiteY5256" fmla="*/ 3931738 h 4550534"/>
              <a:gd name="connsiteX5257" fmla="*/ 1987250 w 5876984"/>
              <a:gd name="connsiteY5257" fmla="*/ 3924321 h 4550534"/>
              <a:gd name="connsiteX5258" fmla="*/ 1987423 w 5876984"/>
              <a:gd name="connsiteY5258" fmla="*/ 3918524 h 4550534"/>
              <a:gd name="connsiteX5259" fmla="*/ 1968336 w 5876984"/>
              <a:gd name="connsiteY5259" fmla="*/ 3922612 h 4550534"/>
              <a:gd name="connsiteX5260" fmla="*/ 1942773 w 5876984"/>
              <a:gd name="connsiteY5260" fmla="*/ 3943913 h 4550534"/>
              <a:gd name="connsiteX5261" fmla="*/ 1881222 w 5876984"/>
              <a:gd name="connsiteY5261" fmla="*/ 3930824 h 4550534"/>
              <a:gd name="connsiteX5262" fmla="*/ 1881354 w 5876984"/>
              <a:gd name="connsiteY5262" fmla="*/ 3928326 h 4550534"/>
              <a:gd name="connsiteX5263" fmla="*/ 1880359 w 5876984"/>
              <a:gd name="connsiteY5263" fmla="*/ 3928005 h 4550534"/>
              <a:gd name="connsiteX5264" fmla="*/ 1874045 w 5876984"/>
              <a:gd name="connsiteY5264" fmla="*/ 3921516 h 4550534"/>
              <a:gd name="connsiteX5265" fmla="*/ 1876269 w 5876984"/>
              <a:gd name="connsiteY5265" fmla="*/ 3909521 h 4550534"/>
              <a:gd name="connsiteX5266" fmla="*/ 1857573 w 5876984"/>
              <a:gd name="connsiteY5266" fmla="*/ 3902514 h 4550534"/>
              <a:gd name="connsiteX5267" fmla="*/ 1816728 w 5876984"/>
              <a:gd name="connsiteY5267" fmla="*/ 3894124 h 4550534"/>
              <a:gd name="connsiteX5268" fmla="*/ 1780201 w 5876984"/>
              <a:gd name="connsiteY5268" fmla="*/ 3885485 h 4550534"/>
              <a:gd name="connsiteX5269" fmla="*/ 1770596 w 5876984"/>
              <a:gd name="connsiteY5269" fmla="*/ 3886132 h 4550534"/>
              <a:gd name="connsiteX5270" fmla="*/ 1770500 w 5876984"/>
              <a:gd name="connsiteY5270" fmla="*/ 3886398 h 4550534"/>
              <a:gd name="connsiteX5271" fmla="*/ 1757774 w 5876984"/>
              <a:gd name="connsiteY5271" fmla="*/ 3887048 h 4550534"/>
              <a:gd name="connsiteX5272" fmla="*/ 1774594 w 5876984"/>
              <a:gd name="connsiteY5272" fmla="*/ 3905015 h 4550534"/>
              <a:gd name="connsiteX5273" fmla="*/ 1768203 w 5876984"/>
              <a:gd name="connsiteY5273" fmla="*/ 3921184 h 4550534"/>
              <a:gd name="connsiteX5274" fmla="*/ 1776949 w 5876984"/>
              <a:gd name="connsiteY5274" fmla="*/ 3911432 h 4550534"/>
              <a:gd name="connsiteX5275" fmla="*/ 1796124 w 5876984"/>
              <a:gd name="connsiteY5275" fmla="*/ 3921184 h 4550534"/>
              <a:gd name="connsiteX5276" fmla="*/ 1785359 w 5876984"/>
              <a:gd name="connsiteY5276" fmla="*/ 3935815 h 4550534"/>
              <a:gd name="connsiteX5277" fmla="*/ 1764166 w 5876984"/>
              <a:gd name="connsiteY5277" fmla="*/ 3934275 h 4550534"/>
              <a:gd name="connsiteX5278" fmla="*/ 1800161 w 5876984"/>
              <a:gd name="connsiteY5278" fmla="*/ 3960198 h 4550534"/>
              <a:gd name="connsiteX5279" fmla="*/ 1798142 w 5876984"/>
              <a:gd name="connsiteY5279" fmla="*/ 3982785 h 4550534"/>
              <a:gd name="connsiteX5280" fmla="*/ 1780986 w 5876984"/>
              <a:gd name="connsiteY5280" fmla="*/ 3976368 h 4550534"/>
              <a:gd name="connsiteX5281" fmla="*/ 1780986 w 5876984"/>
              <a:gd name="connsiteY5281" fmla="*/ 3963278 h 4550534"/>
              <a:gd name="connsiteX5282" fmla="*/ 1766184 w 5876984"/>
              <a:gd name="connsiteY5282" fmla="*/ 3966615 h 4550534"/>
              <a:gd name="connsiteX5283" fmla="*/ 1778968 w 5876984"/>
              <a:gd name="connsiteY5283" fmla="*/ 3977908 h 4550534"/>
              <a:gd name="connsiteX5284" fmla="*/ 1766184 w 5876984"/>
              <a:gd name="connsiteY5284" fmla="*/ 3995875 h 4550534"/>
              <a:gd name="connsiteX5285" fmla="*/ 1734227 w 5876984"/>
              <a:gd name="connsiteY5285" fmla="*/ 3956862 h 4550534"/>
              <a:gd name="connsiteX5286" fmla="*/ 1723798 w 5876984"/>
              <a:gd name="connsiteY5286" fmla="*/ 4002292 h 4550534"/>
              <a:gd name="connsiteX5287" fmla="*/ 1732208 w 5876984"/>
              <a:gd name="connsiteY5287" fmla="*/ 4015382 h 4550534"/>
              <a:gd name="connsiteX5288" fmla="*/ 1742973 w 5876984"/>
              <a:gd name="connsiteY5288" fmla="*/ 4013586 h 4550534"/>
              <a:gd name="connsiteX5289" fmla="*/ 1730190 w 5876984"/>
              <a:gd name="connsiteY5289" fmla="*/ 4086735 h 4550534"/>
              <a:gd name="connsiteX5290" fmla="*/ 1742973 w 5876984"/>
              <a:gd name="connsiteY5290" fmla="*/ 4089815 h 4550534"/>
              <a:gd name="connsiteX5291" fmla="*/ 1734227 w 5876984"/>
              <a:gd name="connsiteY5291" fmla="*/ 4104445 h 4550534"/>
              <a:gd name="connsiteX5292" fmla="*/ 1719425 w 5876984"/>
              <a:gd name="connsiteY5292" fmla="*/ 4094692 h 4550534"/>
              <a:gd name="connsiteX5293" fmla="*/ 1715052 w 5876984"/>
              <a:gd name="connsiteY5293" fmla="*/ 4123952 h 4550534"/>
              <a:gd name="connsiteX5294" fmla="*/ 1698232 w 5876984"/>
              <a:gd name="connsiteY5294" fmla="*/ 4130369 h 4550534"/>
              <a:gd name="connsiteX5295" fmla="*/ 1708660 w 5876984"/>
              <a:gd name="connsiteY5295" fmla="*/ 4135246 h 4550534"/>
              <a:gd name="connsiteX5296" fmla="*/ 1689486 w 5876984"/>
              <a:gd name="connsiteY5296" fmla="*/ 4141663 h 4550534"/>
              <a:gd name="connsiteX5297" fmla="*/ 1700250 w 5876984"/>
              <a:gd name="connsiteY5297" fmla="*/ 4153212 h 4550534"/>
              <a:gd name="connsiteX5298" fmla="*/ 1670646 w 5876984"/>
              <a:gd name="connsiteY5298" fmla="*/ 4154752 h 4550534"/>
              <a:gd name="connsiteX5299" fmla="*/ 1668292 w 5876984"/>
              <a:gd name="connsiteY5299" fmla="*/ 4174259 h 4550534"/>
              <a:gd name="connsiteX5300" fmla="*/ 1664255 w 5876984"/>
              <a:gd name="connsiteY5300" fmla="*/ 4170922 h 4550534"/>
              <a:gd name="connsiteX5301" fmla="*/ 1659882 w 5876984"/>
              <a:gd name="connsiteY5301" fmla="*/ 4170922 h 4550534"/>
              <a:gd name="connsiteX5302" fmla="*/ 1659882 w 5876984"/>
              <a:gd name="connsiteY5302" fmla="*/ 4158089 h 4550534"/>
              <a:gd name="connsiteX5303" fmla="*/ 1666273 w 5876984"/>
              <a:gd name="connsiteY5303" fmla="*/ 4190429 h 4550534"/>
              <a:gd name="connsiteX5304" fmla="*/ 1647098 w 5876984"/>
              <a:gd name="connsiteY5304" fmla="*/ 4198643 h 4550534"/>
              <a:gd name="connsiteX5305" fmla="*/ 1653490 w 5876984"/>
              <a:gd name="connsiteY5305" fmla="*/ 4208396 h 4550534"/>
              <a:gd name="connsiteX5306" fmla="*/ 1621532 w 5876984"/>
              <a:gd name="connsiteY5306" fmla="*/ 4205060 h 4550534"/>
              <a:gd name="connsiteX5307" fmla="*/ 1619514 w 5876984"/>
              <a:gd name="connsiteY5307" fmla="*/ 4184013 h 4550534"/>
              <a:gd name="connsiteX5308" fmla="*/ 1598321 w 5876984"/>
              <a:gd name="connsiteY5308" fmla="*/ 4185553 h 4550534"/>
              <a:gd name="connsiteX5309" fmla="*/ 1613122 w 5876984"/>
              <a:gd name="connsiteY5309" fmla="*/ 4217893 h 4550534"/>
              <a:gd name="connsiteX5310" fmla="*/ 1630279 w 5876984"/>
              <a:gd name="connsiteY5310" fmla="*/ 4232523 h 4550534"/>
              <a:gd name="connsiteX5311" fmla="*/ 1619514 w 5876984"/>
              <a:gd name="connsiteY5311" fmla="*/ 4219689 h 4550534"/>
              <a:gd name="connsiteX5312" fmla="*/ 1602357 w 5876984"/>
              <a:gd name="connsiteY5312" fmla="*/ 4229443 h 4550534"/>
              <a:gd name="connsiteX5313" fmla="*/ 1615141 w 5876984"/>
              <a:gd name="connsiteY5313" fmla="*/ 4237400 h 4550534"/>
              <a:gd name="connsiteX5314" fmla="*/ 1604712 w 5876984"/>
              <a:gd name="connsiteY5314" fmla="*/ 4239196 h 4550534"/>
              <a:gd name="connsiteX5315" fmla="*/ 1623887 w 5876984"/>
              <a:gd name="connsiteY5315" fmla="*/ 4250490 h 4550534"/>
              <a:gd name="connsiteX5316" fmla="*/ 1604712 w 5876984"/>
              <a:gd name="connsiteY5316" fmla="*/ 4256906 h 4550534"/>
              <a:gd name="connsiteX5317" fmla="*/ 1625905 w 5876984"/>
              <a:gd name="connsiteY5317" fmla="*/ 4268200 h 4550534"/>
              <a:gd name="connsiteX5318" fmla="*/ 1611104 w 5876984"/>
              <a:gd name="connsiteY5318" fmla="*/ 4265120 h 4550534"/>
              <a:gd name="connsiteX5319" fmla="*/ 1602357 w 5876984"/>
              <a:gd name="connsiteY5319" fmla="*/ 4271536 h 4550534"/>
              <a:gd name="connsiteX5320" fmla="*/ 1617495 w 5876984"/>
              <a:gd name="connsiteY5320" fmla="*/ 4300797 h 4550534"/>
              <a:gd name="connsiteX5321" fmla="*/ 1638688 w 5876984"/>
              <a:gd name="connsiteY5321" fmla="*/ 4303876 h 4550534"/>
              <a:gd name="connsiteX5322" fmla="*/ 1643062 w 5876984"/>
              <a:gd name="connsiteY5322" fmla="*/ 4312090 h 4550534"/>
              <a:gd name="connsiteX5323" fmla="*/ 1634315 w 5876984"/>
              <a:gd name="connsiteY5323" fmla="*/ 4325180 h 4550534"/>
              <a:gd name="connsiteX5324" fmla="*/ 1613122 w 5876984"/>
              <a:gd name="connsiteY5324" fmla="*/ 4292583 h 4550534"/>
              <a:gd name="connsiteX5325" fmla="*/ 1604712 w 5876984"/>
              <a:gd name="connsiteY5325" fmla="*/ 4292583 h 4550534"/>
              <a:gd name="connsiteX5326" fmla="*/ 1623887 w 5876984"/>
              <a:gd name="connsiteY5326" fmla="*/ 4372150 h 4550534"/>
              <a:gd name="connsiteX5327" fmla="*/ 1608749 w 5876984"/>
              <a:gd name="connsiteY5327" fmla="*/ 4381903 h 4550534"/>
              <a:gd name="connsiteX5328" fmla="*/ 1572754 w 5876984"/>
              <a:gd name="connsiteY5328" fmla="*/ 4341350 h 4550534"/>
              <a:gd name="connsiteX5329" fmla="*/ 1566362 w 5876984"/>
              <a:gd name="connsiteY5329" fmla="*/ 4342890 h 4550534"/>
              <a:gd name="connsiteX5330" fmla="*/ 1579146 w 5876984"/>
              <a:gd name="connsiteY5330" fmla="*/ 4404490 h 4550534"/>
              <a:gd name="connsiteX5331" fmla="*/ 1572754 w 5876984"/>
              <a:gd name="connsiteY5331" fmla="*/ 4458134 h 4550534"/>
              <a:gd name="connsiteX5332" fmla="*/ 1577128 w 5876984"/>
              <a:gd name="connsiteY5332" fmla="*/ 4466091 h 4550534"/>
              <a:gd name="connsiteX5333" fmla="*/ 1559970 w 5876984"/>
              <a:gd name="connsiteY5333" fmla="*/ 4463010 h 4550534"/>
              <a:gd name="connsiteX5334" fmla="*/ 1545169 w 5876984"/>
              <a:gd name="connsiteY5334" fmla="*/ 4475844 h 4550534"/>
              <a:gd name="connsiteX5335" fmla="*/ 1555597 w 5876984"/>
              <a:gd name="connsiteY5335" fmla="*/ 4482260 h 4550534"/>
              <a:gd name="connsiteX5336" fmla="*/ 1553579 w 5876984"/>
              <a:gd name="connsiteY5336" fmla="*/ 4475844 h 4550534"/>
              <a:gd name="connsiteX5337" fmla="*/ 1572754 w 5876984"/>
              <a:gd name="connsiteY5337" fmla="*/ 4498687 h 4550534"/>
              <a:gd name="connsiteX5338" fmla="*/ 1519602 w 5876984"/>
              <a:gd name="connsiteY5338" fmla="*/ 4539241 h 4550534"/>
              <a:gd name="connsiteX5339" fmla="*/ 1487645 w 5876984"/>
              <a:gd name="connsiteY5339" fmla="*/ 4550534 h 4550534"/>
              <a:gd name="connsiteX5340" fmla="*/ 1424064 w 5876984"/>
              <a:gd name="connsiteY5340" fmla="*/ 4487137 h 4550534"/>
              <a:gd name="connsiteX5341" fmla="*/ 1440884 w 5876984"/>
              <a:gd name="connsiteY5341" fmla="*/ 4493811 h 4550534"/>
              <a:gd name="connsiteX5342" fmla="*/ 1438866 w 5876984"/>
              <a:gd name="connsiteY5342" fmla="*/ 4464550 h 4550534"/>
              <a:gd name="connsiteX5343" fmla="*/ 1411281 w 5876984"/>
              <a:gd name="connsiteY5343" fmla="*/ 4393197 h 4550534"/>
              <a:gd name="connsiteX5344" fmla="*/ 1415318 w 5876984"/>
              <a:gd name="connsiteY5344" fmla="*/ 4329800 h 4550534"/>
              <a:gd name="connsiteX5345" fmla="*/ 1404890 w 5876984"/>
              <a:gd name="connsiteY5345" fmla="*/ 4347767 h 4550534"/>
              <a:gd name="connsiteX5346" fmla="*/ 1398498 w 5876984"/>
              <a:gd name="connsiteY5346" fmla="*/ 4310550 h 4550534"/>
              <a:gd name="connsiteX5347" fmla="*/ 1394125 w 5876984"/>
              <a:gd name="connsiteY5347" fmla="*/ 4271536 h 4550534"/>
              <a:gd name="connsiteX5348" fmla="*/ 1408926 w 5876984"/>
              <a:gd name="connsiteY5348" fmla="*/ 4266660 h 4550534"/>
              <a:gd name="connsiteX5349" fmla="*/ 1402535 w 5876984"/>
              <a:gd name="connsiteY5349" fmla="*/ 4239196 h 4550534"/>
              <a:gd name="connsiteX5350" fmla="*/ 1406908 w 5876984"/>
              <a:gd name="connsiteY5350" fmla="*/ 4250490 h 4550534"/>
              <a:gd name="connsiteX5351" fmla="*/ 1400516 w 5876984"/>
              <a:gd name="connsiteY5351" fmla="*/ 4230983 h 4550534"/>
              <a:gd name="connsiteX5352" fmla="*/ 1411281 w 5876984"/>
              <a:gd name="connsiteY5352" fmla="*/ 4167586 h 4550534"/>
              <a:gd name="connsiteX5353" fmla="*/ 1377304 w 5876984"/>
              <a:gd name="connsiteY5353" fmla="*/ 4127289 h 4550534"/>
              <a:gd name="connsiteX5354" fmla="*/ 1345346 w 5876984"/>
              <a:gd name="connsiteY5354" fmla="*/ 4130369 h 4550534"/>
              <a:gd name="connsiteX5355" fmla="*/ 1351738 w 5876984"/>
              <a:gd name="connsiteY5355" fmla="*/ 4141663 h 4550534"/>
              <a:gd name="connsiteX5356" fmla="*/ 1372931 w 5876984"/>
              <a:gd name="connsiteY5356" fmla="*/ 4143459 h 4550534"/>
              <a:gd name="connsiteX5357" fmla="*/ 1366539 w 5876984"/>
              <a:gd name="connsiteY5357" fmla="*/ 4177339 h 4550534"/>
              <a:gd name="connsiteX5358" fmla="*/ 1351738 w 5876984"/>
              <a:gd name="connsiteY5358" fmla="*/ 4180676 h 4550534"/>
              <a:gd name="connsiteX5359" fmla="*/ 1358129 w 5876984"/>
              <a:gd name="connsiteY5359" fmla="*/ 4195306 h 4550534"/>
              <a:gd name="connsiteX5360" fmla="*/ 1366539 w 5876984"/>
              <a:gd name="connsiteY5360" fmla="*/ 4195306 h 4550534"/>
              <a:gd name="connsiteX5361" fmla="*/ 1355775 w 5876984"/>
              <a:gd name="connsiteY5361" fmla="*/ 4203520 h 4550534"/>
              <a:gd name="connsiteX5362" fmla="*/ 1328190 w 5876984"/>
              <a:gd name="connsiteY5362" fmla="*/ 4180676 h 4550534"/>
              <a:gd name="connsiteX5363" fmla="*/ 1336936 w 5876984"/>
              <a:gd name="connsiteY5363" fmla="*/ 4217893 h 4550534"/>
              <a:gd name="connsiteX5364" fmla="*/ 1317762 w 5876984"/>
              <a:gd name="connsiteY5364" fmla="*/ 4217893 h 4550534"/>
              <a:gd name="connsiteX5365" fmla="*/ 1309015 w 5876984"/>
              <a:gd name="connsiteY5365" fmla="*/ 4245613 h 4550534"/>
              <a:gd name="connsiteX5366" fmla="*/ 1292195 w 5876984"/>
              <a:gd name="connsiteY5366" fmla="*/ 4239196 h 4550534"/>
              <a:gd name="connsiteX5367" fmla="*/ 1279412 w 5876984"/>
              <a:gd name="connsiteY5367" fmla="*/ 4260243 h 4550534"/>
              <a:gd name="connsiteX5368" fmla="*/ 1287822 w 5876984"/>
              <a:gd name="connsiteY5368" fmla="*/ 4263323 h 4550534"/>
              <a:gd name="connsiteX5369" fmla="*/ 1271002 w 5876984"/>
              <a:gd name="connsiteY5369" fmla="*/ 4292583 h 4550534"/>
              <a:gd name="connsiteX5370" fmla="*/ 1243080 w 5876984"/>
              <a:gd name="connsiteY5370" fmla="*/ 4316966 h 4550534"/>
              <a:gd name="connsiteX5371" fmla="*/ 1221887 w 5876984"/>
              <a:gd name="connsiteY5371" fmla="*/ 4190429 h 4550534"/>
              <a:gd name="connsiteX5372" fmla="*/ 1215495 w 5876984"/>
              <a:gd name="connsiteY5372" fmla="*/ 4149875 h 4550534"/>
              <a:gd name="connsiteX5373" fmla="*/ 1207085 w 5876984"/>
              <a:gd name="connsiteY5373" fmla="*/ 4110862 h 4550534"/>
              <a:gd name="connsiteX5374" fmla="*/ 1217850 w 5876984"/>
              <a:gd name="connsiteY5374" fmla="*/ 4143459 h 4550534"/>
              <a:gd name="connsiteX5375" fmla="*/ 1205067 w 5876984"/>
              <a:gd name="connsiteY5375" fmla="*/ 4091612 h 4550534"/>
              <a:gd name="connsiteX5376" fmla="*/ 1192284 w 5876984"/>
              <a:gd name="connsiteY5376" fmla="*/ 4075185 h 4550534"/>
              <a:gd name="connsiteX5377" fmla="*/ 1215495 w 5876984"/>
              <a:gd name="connsiteY5377" fmla="*/ 4093152 h 4550534"/>
              <a:gd name="connsiteX5378" fmla="*/ 1183874 w 5876984"/>
              <a:gd name="connsiteY5378" fmla="*/ 4059016 h 4550534"/>
              <a:gd name="connsiteX5379" fmla="*/ 1198676 w 5876984"/>
              <a:gd name="connsiteY5379" fmla="*/ 4054138 h 4550534"/>
              <a:gd name="connsiteX5380" fmla="*/ 1205067 w 5876984"/>
              <a:gd name="connsiteY5380" fmla="*/ 4037969 h 4550534"/>
              <a:gd name="connsiteX5381" fmla="*/ 1202712 w 5876984"/>
              <a:gd name="connsiteY5381" fmla="*/ 4033092 h 4550534"/>
              <a:gd name="connsiteX5382" fmla="*/ 1179501 w 5876984"/>
              <a:gd name="connsiteY5382" fmla="*/ 4023338 h 4550534"/>
              <a:gd name="connsiteX5383" fmla="*/ 1177482 w 5876984"/>
              <a:gd name="connsiteY5383" fmla="*/ 4029755 h 4550534"/>
              <a:gd name="connsiteX5384" fmla="*/ 1192284 w 5876984"/>
              <a:gd name="connsiteY5384" fmla="*/ 4037969 h 4550534"/>
              <a:gd name="connsiteX5385" fmla="*/ 1190266 w 5876984"/>
              <a:gd name="connsiteY5385" fmla="*/ 4051059 h 4550534"/>
              <a:gd name="connsiteX5386" fmla="*/ 1177482 w 5876984"/>
              <a:gd name="connsiteY5386" fmla="*/ 4033092 h 4550534"/>
              <a:gd name="connsiteX5387" fmla="*/ 1160326 w 5876984"/>
              <a:gd name="connsiteY5387" fmla="*/ 4044385 h 4550534"/>
              <a:gd name="connsiteX5388" fmla="*/ 1136778 w 5876984"/>
              <a:gd name="connsiteY5388" fmla="*/ 4034632 h 4550534"/>
              <a:gd name="connsiteX5389" fmla="*/ 1158308 w 5876984"/>
              <a:gd name="connsiteY5389" fmla="*/ 4073645 h 4550534"/>
              <a:gd name="connsiteX5390" fmla="*/ 1162344 w 5876984"/>
              <a:gd name="connsiteY5390" fmla="*/ 4089815 h 4550534"/>
              <a:gd name="connsiteX5391" fmla="*/ 1175128 w 5876984"/>
              <a:gd name="connsiteY5391" fmla="*/ 4088275 h 4550534"/>
              <a:gd name="connsiteX5392" fmla="*/ 1166718 w 5876984"/>
              <a:gd name="connsiteY5392" fmla="*/ 4101109 h 4550534"/>
              <a:gd name="connsiteX5393" fmla="*/ 1175128 w 5876984"/>
              <a:gd name="connsiteY5393" fmla="*/ 4247153 h 4550534"/>
              <a:gd name="connsiteX5394" fmla="*/ 1147543 w 5876984"/>
              <a:gd name="connsiteY5394" fmla="*/ 4216353 h 4550534"/>
              <a:gd name="connsiteX5395" fmla="*/ 1145525 w 5876984"/>
              <a:gd name="connsiteY5395" fmla="*/ 4250490 h 4550534"/>
              <a:gd name="connsiteX5396" fmla="*/ 1128367 w 5876984"/>
              <a:gd name="connsiteY5396" fmla="*/ 4260243 h 4550534"/>
              <a:gd name="connsiteX5397" fmla="*/ 1134759 w 5876984"/>
              <a:gd name="connsiteY5397" fmla="*/ 4287707 h 4550534"/>
              <a:gd name="connsiteX5398" fmla="*/ 1124331 w 5876984"/>
              <a:gd name="connsiteY5398" fmla="*/ 4303876 h 4550534"/>
              <a:gd name="connsiteX5399" fmla="*/ 1117939 w 5876984"/>
              <a:gd name="connsiteY5399" fmla="*/ 4289247 h 4550534"/>
              <a:gd name="connsiteX5400" fmla="*/ 1098764 w 5876984"/>
              <a:gd name="connsiteY5400" fmla="*/ 4297459 h 4550534"/>
              <a:gd name="connsiteX5401" fmla="*/ 1052005 w 5876984"/>
              <a:gd name="connsiteY5401" fmla="*/ 4230983 h 4550534"/>
              <a:gd name="connsiteX5402" fmla="*/ 1028457 w 5876984"/>
              <a:gd name="connsiteY5402" fmla="*/ 4162966 h 4550534"/>
              <a:gd name="connsiteX5403" fmla="*/ 1005245 w 5876984"/>
              <a:gd name="connsiteY5403" fmla="*/ 4078522 h 4550534"/>
              <a:gd name="connsiteX5404" fmla="*/ 988088 w 5876984"/>
              <a:gd name="connsiteY5404" fmla="*/ 4008709 h 4550534"/>
              <a:gd name="connsiteX5405" fmla="*/ 998853 w 5876984"/>
              <a:gd name="connsiteY5405" fmla="*/ 4008709 h 4550534"/>
              <a:gd name="connsiteX5406" fmla="*/ 983715 w 5876984"/>
              <a:gd name="connsiteY5406" fmla="*/ 3984325 h 4550534"/>
              <a:gd name="connsiteX5407" fmla="*/ 1000871 w 5876984"/>
              <a:gd name="connsiteY5407" fmla="*/ 3976368 h 4550534"/>
              <a:gd name="connsiteX5408" fmla="*/ 949739 w 5876984"/>
              <a:gd name="connsiteY5408" fmla="*/ 3891925 h 4550534"/>
              <a:gd name="connsiteX5409" fmla="*/ 939310 w 5876984"/>
              <a:gd name="connsiteY5409" fmla="*/ 3866001 h 4550534"/>
              <a:gd name="connsiteX5410" fmla="*/ 971268 w 5876984"/>
              <a:gd name="connsiteY5410" fmla="*/ 3778477 h 4550534"/>
              <a:gd name="connsiteX5411" fmla="*/ 966895 w 5876984"/>
              <a:gd name="connsiteY5411" fmla="*/ 3788231 h 4550534"/>
              <a:gd name="connsiteX5412" fmla="*/ 945702 w 5876984"/>
              <a:gd name="connsiteY5412" fmla="*/ 3775140 h 4550534"/>
              <a:gd name="connsiteX5413" fmla="*/ 943684 w 5876984"/>
              <a:gd name="connsiteY5413" fmla="*/ 3758971 h 4550534"/>
              <a:gd name="connsiteX5414" fmla="*/ 958485 w 5876984"/>
              <a:gd name="connsiteY5414" fmla="*/ 3742800 h 4550534"/>
              <a:gd name="connsiteX5415" fmla="*/ 937292 w 5876984"/>
              <a:gd name="connsiteY5415" fmla="*/ 3733047 h 4550534"/>
              <a:gd name="connsiteX5416" fmla="*/ 962522 w 5876984"/>
              <a:gd name="connsiteY5416" fmla="*/ 3622680 h 4550534"/>
              <a:gd name="connsiteX5417" fmla="*/ 962522 w 5876984"/>
              <a:gd name="connsiteY5417" fmla="*/ 3593677 h 4550534"/>
              <a:gd name="connsiteX5418" fmla="*/ 924172 w 5876984"/>
              <a:gd name="connsiteY5418" fmla="*/ 3564416 h 4550534"/>
              <a:gd name="connsiteX5419" fmla="*/ 952094 w 5876984"/>
              <a:gd name="connsiteY5419" fmla="*/ 3423249 h 4550534"/>
              <a:gd name="connsiteX5420" fmla="*/ 945702 w 5876984"/>
              <a:gd name="connsiteY5420" fmla="*/ 3368065 h 4550534"/>
              <a:gd name="connsiteX5421" fmla="*/ 949739 w 5876984"/>
              <a:gd name="connsiteY5421" fmla="*/ 3282082 h 4550534"/>
              <a:gd name="connsiteX5422" fmla="*/ 937292 w 5876984"/>
              <a:gd name="connsiteY5422" fmla="*/ 3220482 h 4550534"/>
              <a:gd name="connsiteX5423" fmla="*/ 954112 w 5876984"/>
              <a:gd name="connsiteY5423" fmla="*/ 3214065 h 4550534"/>
              <a:gd name="connsiteX5424" fmla="*/ 943684 w 5876984"/>
              <a:gd name="connsiteY5424" fmla="*/ 3173511 h 4550534"/>
              <a:gd name="connsiteX5425" fmla="*/ 952094 w 5876984"/>
              <a:gd name="connsiteY5425" fmla="*/ 3181468 h 4550534"/>
              <a:gd name="connsiteX5426" fmla="*/ 964877 w 5876984"/>
              <a:gd name="connsiteY5426" fmla="*/ 3103698 h 4550534"/>
              <a:gd name="connsiteX5427" fmla="*/ 954112 w 5876984"/>
              <a:gd name="connsiteY5427" fmla="*/ 3137835 h 4550534"/>
              <a:gd name="connsiteX5428" fmla="*/ 966895 w 5876984"/>
              <a:gd name="connsiteY5428" fmla="*/ 3173511 h 4550534"/>
              <a:gd name="connsiteX5429" fmla="*/ 979678 w 5876984"/>
              <a:gd name="connsiteY5429" fmla="*/ 3165298 h 4550534"/>
              <a:gd name="connsiteX5430" fmla="*/ 983715 w 5876984"/>
              <a:gd name="connsiteY5430" fmla="*/ 3189681 h 4550534"/>
              <a:gd name="connsiteX5431" fmla="*/ 975305 w 5876984"/>
              <a:gd name="connsiteY5431" fmla="*/ 3149128 h 4550534"/>
              <a:gd name="connsiteX5432" fmla="*/ 995867 w 5876984"/>
              <a:gd name="connsiteY5432" fmla="*/ 3103762 h 4550534"/>
              <a:gd name="connsiteX5433" fmla="*/ 997348 w 5876984"/>
              <a:gd name="connsiteY5433" fmla="*/ 3084366 h 4550534"/>
              <a:gd name="connsiteX5434" fmla="*/ 996973 w 5876984"/>
              <a:gd name="connsiteY5434" fmla="*/ 3084020 h 4550534"/>
              <a:gd name="connsiteX5435" fmla="*/ 997480 w 5876984"/>
              <a:gd name="connsiteY5435" fmla="*/ 3082633 h 4550534"/>
              <a:gd name="connsiteX5436" fmla="*/ 997870 w 5876984"/>
              <a:gd name="connsiteY5436" fmla="*/ 3077517 h 4550534"/>
              <a:gd name="connsiteX5437" fmla="*/ 1009358 w 5876984"/>
              <a:gd name="connsiteY5437" fmla="*/ 3057385 h 4550534"/>
              <a:gd name="connsiteX5438" fmla="*/ 978077 w 5876984"/>
              <a:gd name="connsiteY5438" fmla="*/ 3051604 h 4550534"/>
              <a:gd name="connsiteX5439" fmla="*/ 979038 w 5876984"/>
              <a:gd name="connsiteY5439" fmla="*/ 3058773 h 4550534"/>
              <a:gd name="connsiteX5440" fmla="*/ 977341 w 5876984"/>
              <a:gd name="connsiteY5440" fmla="*/ 3065256 h 4550534"/>
              <a:gd name="connsiteX5441" fmla="*/ 987708 w 5876984"/>
              <a:gd name="connsiteY5441" fmla="*/ 3064683 h 4550534"/>
              <a:gd name="connsiteX5442" fmla="*/ 992074 w 5876984"/>
              <a:gd name="connsiteY5442" fmla="*/ 3091705 h 4550534"/>
              <a:gd name="connsiteX5443" fmla="*/ 973433 w 5876984"/>
              <a:gd name="connsiteY5443" fmla="*/ 3089148 h 4550534"/>
              <a:gd name="connsiteX5444" fmla="*/ 968682 w 5876984"/>
              <a:gd name="connsiteY5444" fmla="*/ 3089377 h 4550534"/>
              <a:gd name="connsiteX5445" fmla="*/ 966279 w 5876984"/>
              <a:gd name="connsiteY5445" fmla="*/ 3099630 h 4550534"/>
              <a:gd name="connsiteX5446" fmla="*/ 962267 w 5876984"/>
              <a:gd name="connsiteY5446" fmla="*/ 3089685 h 4550534"/>
              <a:gd name="connsiteX5447" fmla="*/ 951769 w 5876984"/>
              <a:gd name="connsiteY5447" fmla="*/ 3090190 h 4550534"/>
              <a:gd name="connsiteX5448" fmla="*/ 939007 w 5876984"/>
              <a:gd name="connsiteY5448" fmla="*/ 3061400 h 4550534"/>
              <a:gd name="connsiteX5449" fmla="*/ 964533 w 5876984"/>
              <a:gd name="connsiteY5449" fmla="*/ 3079078 h 4550534"/>
              <a:gd name="connsiteX5450" fmla="*/ 974342 w 5876984"/>
              <a:gd name="connsiteY5450" fmla="*/ 3075621 h 4550534"/>
              <a:gd name="connsiteX5451" fmla="*/ 975043 w 5876984"/>
              <a:gd name="connsiteY5451" fmla="*/ 3071212 h 4550534"/>
              <a:gd name="connsiteX5452" fmla="*/ 965081 w 5876984"/>
              <a:gd name="connsiteY5452" fmla="*/ 3076990 h 4550534"/>
              <a:gd name="connsiteX5453" fmla="*/ 975444 w 5876984"/>
              <a:gd name="connsiteY5453" fmla="*/ 3031974 h 4550534"/>
              <a:gd name="connsiteX5454" fmla="*/ 977765 w 5876984"/>
              <a:gd name="connsiteY5454" fmla="*/ 3049280 h 4550534"/>
              <a:gd name="connsiteX5455" fmla="*/ 980186 w 5876984"/>
              <a:gd name="connsiteY5455" fmla="*/ 3035913 h 4550534"/>
              <a:gd name="connsiteX5456" fmla="*/ 987799 w 5876984"/>
              <a:gd name="connsiteY5456" fmla="*/ 3024011 h 4550534"/>
              <a:gd name="connsiteX5457" fmla="*/ 985780 w 5876984"/>
              <a:gd name="connsiteY5457" fmla="*/ 3017337 h 4550534"/>
              <a:gd name="connsiteX5458" fmla="*/ 979387 w 5876984"/>
              <a:gd name="connsiteY5458" fmla="*/ 3024011 h 4550534"/>
              <a:gd name="connsiteX5459" fmla="*/ 992173 w 5876984"/>
              <a:gd name="connsiteY5459" fmla="*/ 3009380 h 4550534"/>
              <a:gd name="connsiteX5460" fmla="*/ 923872 w 5876984"/>
              <a:gd name="connsiteY5460" fmla="*/ 3004504 h 4550534"/>
              <a:gd name="connsiteX5461" fmla="*/ 921852 w 5876984"/>
              <a:gd name="connsiteY5461" fmla="*/ 3031967 h 4550534"/>
              <a:gd name="connsiteX5462" fmla="*/ 802746 w 5876984"/>
              <a:gd name="connsiteY5462" fmla="*/ 2991414 h 4550534"/>
              <a:gd name="connsiteX5463" fmla="*/ 807120 w 5876984"/>
              <a:gd name="connsiteY5463" fmla="*/ 3020674 h 4550534"/>
              <a:gd name="connsiteX5464" fmla="*/ 771119 w 5876984"/>
              <a:gd name="connsiteY5464" fmla="*/ 3041720 h 4550534"/>
              <a:gd name="connsiteX5465" fmla="*/ 732763 w 5876984"/>
              <a:gd name="connsiteY5465" fmla="*/ 3040180 h 4550534"/>
              <a:gd name="connsiteX5466" fmla="*/ 688013 w 5876984"/>
              <a:gd name="connsiteY5466" fmla="*/ 2999628 h 4550534"/>
              <a:gd name="connsiteX5467" fmla="*/ 705172 w 5876984"/>
              <a:gd name="connsiteY5467" fmla="*/ 2988334 h 4550534"/>
              <a:gd name="connsiteX5468" fmla="*/ 705172 w 5876984"/>
              <a:gd name="connsiteY5468" fmla="*/ 2950862 h 4550534"/>
              <a:gd name="connsiteX5469" fmla="*/ 690032 w 5876984"/>
              <a:gd name="connsiteY5469" fmla="*/ 2924939 h 4550534"/>
              <a:gd name="connsiteX5470" fmla="*/ 630815 w 5876984"/>
              <a:gd name="connsiteY5470" fmla="*/ 2950862 h 4550534"/>
              <a:gd name="connsiteX5471" fmla="*/ 628460 w 5876984"/>
              <a:gd name="connsiteY5471" fmla="*/ 2954198 h 4550534"/>
              <a:gd name="connsiteX5472" fmla="*/ 643264 w 5876984"/>
              <a:gd name="connsiteY5472" fmla="*/ 2955738 h 4550534"/>
              <a:gd name="connsiteX5473" fmla="*/ 636871 w 5876984"/>
              <a:gd name="connsiteY5473" fmla="*/ 2963952 h 4550534"/>
              <a:gd name="connsiteX5474" fmla="*/ 671191 w 5876984"/>
              <a:gd name="connsiteY5474" fmla="*/ 2981661 h 4550534"/>
              <a:gd name="connsiteX5475" fmla="*/ 656050 w 5876984"/>
              <a:gd name="connsiteY5475" fmla="*/ 3006044 h 4550534"/>
              <a:gd name="connsiteX5476" fmla="*/ 615675 w 5876984"/>
              <a:gd name="connsiteY5476" fmla="*/ 2988334 h 4550534"/>
              <a:gd name="connsiteX5477" fmla="*/ 605244 w 5876984"/>
              <a:gd name="connsiteY5477" fmla="*/ 2968828 h 4550534"/>
              <a:gd name="connsiteX5478" fmla="*/ 620049 w 5876984"/>
              <a:gd name="connsiteY5478" fmla="*/ 2950862 h 4550534"/>
              <a:gd name="connsiteX5479" fmla="*/ 592458 w 5876984"/>
              <a:gd name="connsiteY5479" fmla="*/ 2939569 h 4550534"/>
              <a:gd name="connsiteX5480" fmla="*/ 628460 w 5876984"/>
              <a:gd name="connsiteY5480" fmla="*/ 2939569 h 4550534"/>
              <a:gd name="connsiteX5481" fmla="*/ 645620 w 5876984"/>
              <a:gd name="connsiteY5481" fmla="*/ 2928275 h 4550534"/>
              <a:gd name="connsiteX5482" fmla="*/ 579673 w 5876984"/>
              <a:gd name="connsiteY5482" fmla="*/ 2877970 h 4550534"/>
              <a:gd name="connsiteX5483" fmla="*/ 564869 w 5876984"/>
              <a:gd name="connsiteY5483" fmla="*/ 2895679 h 4550534"/>
              <a:gd name="connsiteX5484" fmla="*/ 575299 w 5876984"/>
              <a:gd name="connsiteY5484" fmla="*/ 2894139 h 4550534"/>
              <a:gd name="connsiteX5485" fmla="*/ 577318 w 5876984"/>
              <a:gd name="connsiteY5485" fmla="*/ 2903893 h 4550534"/>
              <a:gd name="connsiteX5486" fmla="*/ 556121 w 5876984"/>
              <a:gd name="connsiteY5486" fmla="*/ 2912106 h 4550534"/>
              <a:gd name="connsiteX5487" fmla="*/ 509353 w 5876984"/>
              <a:gd name="connsiteY5487" fmla="*/ 2899016 h 4550534"/>
              <a:gd name="connsiteX5488" fmla="*/ 479744 w 5876984"/>
              <a:gd name="connsiteY5488" fmla="*/ 2881306 h 4550534"/>
              <a:gd name="connsiteX5489" fmla="*/ 462585 w 5876984"/>
              <a:gd name="connsiteY5489" fmla="*/ 2847170 h 4550534"/>
              <a:gd name="connsiteX5490" fmla="*/ 437014 w 5876984"/>
              <a:gd name="connsiteY5490" fmla="*/ 2845630 h 4550534"/>
              <a:gd name="connsiteX5491" fmla="*/ 437014 w 5876984"/>
              <a:gd name="connsiteY5491" fmla="*/ 2813034 h 4550534"/>
              <a:gd name="connsiteX5492" fmla="*/ 466959 w 5876984"/>
              <a:gd name="connsiteY5492" fmla="*/ 2813034 h 4550534"/>
              <a:gd name="connsiteX5493" fmla="*/ 466959 w 5876984"/>
              <a:gd name="connsiteY5493" fmla="*/ 2829203 h 4550534"/>
              <a:gd name="connsiteX5494" fmla="*/ 481764 w 5876984"/>
              <a:gd name="connsiteY5494" fmla="*/ 2829203 h 4550534"/>
              <a:gd name="connsiteX5495" fmla="*/ 496568 w 5876984"/>
              <a:gd name="connsiteY5495" fmla="*/ 2814574 h 4550534"/>
              <a:gd name="connsiteX5496" fmla="*/ 481764 w 5876984"/>
              <a:gd name="connsiteY5496" fmla="*/ 2813034 h 4550534"/>
              <a:gd name="connsiteX5497" fmla="*/ 477726 w 5876984"/>
              <a:gd name="connsiteY5497" fmla="*/ 2787111 h 4550534"/>
              <a:gd name="connsiteX5498" fmla="*/ 457622 w 5876984"/>
              <a:gd name="connsiteY5498" fmla="*/ 2785956 h 4550534"/>
              <a:gd name="connsiteX5499" fmla="*/ 455781 w 5876984"/>
              <a:gd name="connsiteY5499" fmla="*/ 2781417 h 4550534"/>
              <a:gd name="connsiteX5500" fmla="*/ 444845 w 5876984"/>
              <a:gd name="connsiteY5500" fmla="*/ 2783400 h 4550534"/>
              <a:gd name="connsiteX5501" fmla="*/ 443996 w 5876984"/>
              <a:gd name="connsiteY5501" fmla="*/ 2789550 h 4550534"/>
              <a:gd name="connsiteX5502" fmla="*/ 439370 w 5876984"/>
              <a:gd name="connsiteY5502" fmla="*/ 2806617 h 4550534"/>
              <a:gd name="connsiteX5503" fmla="*/ 429034 w 5876984"/>
              <a:gd name="connsiteY5503" fmla="*/ 2789954 h 4550534"/>
              <a:gd name="connsiteX5504" fmla="*/ 429546 w 5876984"/>
              <a:gd name="connsiteY5504" fmla="*/ 2786174 h 4550534"/>
              <a:gd name="connsiteX5505" fmla="*/ 414334 w 5876984"/>
              <a:gd name="connsiteY5505" fmla="*/ 2788932 h 4550534"/>
              <a:gd name="connsiteX5506" fmla="*/ 418707 w 5876984"/>
              <a:gd name="connsiteY5506" fmla="*/ 2797144 h 4550534"/>
              <a:gd name="connsiteX5507" fmla="*/ 350410 w 5876984"/>
              <a:gd name="connsiteY5507" fmla="*/ 2808435 h 4550534"/>
              <a:gd name="connsiteX5508" fmla="*/ 297254 w 5876984"/>
              <a:gd name="connsiteY5508" fmla="*/ 2847440 h 4550534"/>
              <a:gd name="connsiteX5509" fmla="*/ 333589 w 5876984"/>
              <a:gd name="connsiteY5509" fmla="*/ 2787392 h 4550534"/>
              <a:gd name="connsiteX5510" fmla="*/ 327197 w 5876984"/>
              <a:gd name="connsiteY5510" fmla="*/ 2779181 h 4550534"/>
              <a:gd name="connsiteX5511" fmla="*/ 308020 w 5876984"/>
              <a:gd name="connsiteY5511" fmla="*/ 2772766 h 4550534"/>
              <a:gd name="connsiteX5512" fmla="*/ 276059 w 5876984"/>
              <a:gd name="connsiteY5512" fmla="*/ 2777641 h 4550534"/>
              <a:gd name="connsiteX5513" fmla="*/ 263275 w 5876984"/>
              <a:gd name="connsiteY5513" fmla="*/ 2790729 h 4550534"/>
              <a:gd name="connsiteX5514" fmla="*/ 269666 w 5876984"/>
              <a:gd name="connsiteY5514" fmla="*/ 2808435 h 4550534"/>
              <a:gd name="connsiteX5515" fmla="*/ 254864 w 5876984"/>
              <a:gd name="connsiteY5515" fmla="*/ 2806895 h 4550534"/>
              <a:gd name="connsiteX5516" fmla="*/ 167727 w 5876984"/>
              <a:gd name="connsiteY5516" fmla="*/ 2848980 h 4550534"/>
              <a:gd name="connsiteX5517" fmla="*/ 161335 w 5876984"/>
              <a:gd name="connsiteY5517" fmla="*/ 2862067 h 4550534"/>
              <a:gd name="connsiteX5518" fmla="*/ 208099 w 5876984"/>
              <a:gd name="connsiteY5518" fmla="*/ 2805099 h 4550534"/>
              <a:gd name="connsiteX5519" fmla="*/ 180511 w 5876984"/>
              <a:gd name="connsiteY5519" fmla="*/ 2798683 h 4550534"/>
              <a:gd name="connsiteX5520" fmla="*/ 182530 w 5876984"/>
              <a:gd name="connsiteY5520" fmla="*/ 2787392 h 4550534"/>
              <a:gd name="connsiteX5521" fmla="*/ 199688 w 5876984"/>
              <a:gd name="connsiteY5521" fmla="*/ 2776102 h 4550534"/>
              <a:gd name="connsiteX5522" fmla="*/ 197333 w 5876984"/>
              <a:gd name="connsiteY5522" fmla="*/ 2785853 h 4550534"/>
              <a:gd name="connsiteX5523" fmla="*/ 212137 w 5876984"/>
              <a:gd name="connsiteY5523" fmla="*/ 2767890 h 4550534"/>
              <a:gd name="connsiteX5524" fmla="*/ 276059 w 5876984"/>
              <a:gd name="connsiteY5524" fmla="*/ 2759935 h 4550534"/>
              <a:gd name="connsiteX5525" fmla="*/ 288843 w 5876984"/>
              <a:gd name="connsiteY5525" fmla="*/ 2769686 h 4550534"/>
              <a:gd name="connsiteX5526" fmla="*/ 280433 w 5876984"/>
              <a:gd name="connsiteY5526" fmla="*/ 2748387 h 4550534"/>
              <a:gd name="connsiteX5527" fmla="*/ 318786 w 5876984"/>
              <a:gd name="connsiteY5527" fmla="*/ 2720930 h 4550534"/>
              <a:gd name="connsiteX5528" fmla="*/ 371606 w 5876984"/>
              <a:gd name="connsiteY5528" fmla="*/ 2732221 h 4550534"/>
              <a:gd name="connsiteX5529" fmla="*/ 399530 w 5876984"/>
              <a:gd name="connsiteY5529" fmla="*/ 2709639 h 4550534"/>
              <a:gd name="connsiteX5530" fmla="*/ 425052 w 5876984"/>
              <a:gd name="connsiteY5530" fmla="*/ 2703356 h 4550534"/>
              <a:gd name="connsiteX5531" fmla="*/ 437752 w 5876984"/>
              <a:gd name="connsiteY5531" fmla="*/ 2692392 h 4550534"/>
              <a:gd name="connsiteX5532" fmla="*/ 428182 w 5876984"/>
              <a:gd name="connsiteY5532" fmla="*/ 2669560 h 4550534"/>
              <a:gd name="connsiteX5533" fmla="*/ 456193 w 5876984"/>
              <a:gd name="connsiteY5533" fmla="*/ 2563302 h 4550534"/>
              <a:gd name="connsiteX5534" fmla="*/ 439370 w 5876984"/>
              <a:gd name="connsiteY5534" fmla="*/ 2571515 h 4550534"/>
              <a:gd name="connsiteX5535" fmla="*/ 445762 w 5876984"/>
              <a:gd name="connsiteY5535" fmla="*/ 2506579 h 4550534"/>
              <a:gd name="connsiteX5536" fmla="*/ 466959 w 5876984"/>
              <a:gd name="connsiteY5536" fmla="*/ 2512995 h 4550534"/>
              <a:gd name="connsiteX5537" fmla="*/ 468978 w 5876984"/>
              <a:gd name="connsiteY5537" fmla="*/ 2506579 h 4550534"/>
              <a:gd name="connsiteX5538" fmla="*/ 449800 w 5876984"/>
              <a:gd name="connsiteY5538" fmla="*/ 2503243 h 4550534"/>
              <a:gd name="connsiteX5539" fmla="*/ 479744 w 5876984"/>
              <a:gd name="connsiteY5539" fmla="*/ 2493489 h 4550534"/>
              <a:gd name="connsiteX5540" fmla="*/ 475513 w 5876984"/>
              <a:gd name="connsiteY5540" fmla="*/ 2487630 h 4550534"/>
              <a:gd name="connsiteX5541" fmla="*/ 470604 w 5876984"/>
              <a:gd name="connsiteY5541" fmla="*/ 2486760 h 4550534"/>
              <a:gd name="connsiteX5542" fmla="*/ 454705 w 5876984"/>
              <a:gd name="connsiteY5542" fmla="*/ 2493827 h 4550534"/>
              <a:gd name="connsiteX5543" fmla="*/ 238042 w 5876984"/>
              <a:gd name="connsiteY5543" fmla="*/ 2513330 h 4550534"/>
              <a:gd name="connsiteX5544" fmla="*/ 229295 w 5876984"/>
              <a:gd name="connsiteY5544" fmla="*/ 2521542 h 4550534"/>
              <a:gd name="connsiteX5545" fmla="*/ 210118 w 5876984"/>
              <a:gd name="connsiteY5545" fmla="*/ 2509994 h 4550534"/>
              <a:gd name="connsiteX5546" fmla="*/ 199688 w 5876984"/>
              <a:gd name="connsiteY5546" fmla="*/ 2516666 h 4550534"/>
              <a:gd name="connsiteX5547" fmla="*/ 133747 w 5876984"/>
              <a:gd name="connsiteY5547" fmla="*/ 2505118 h 4550534"/>
              <a:gd name="connsiteX5548" fmla="*/ 131392 w 5876984"/>
              <a:gd name="connsiteY5548" fmla="*/ 2495624 h 4550534"/>
              <a:gd name="connsiteX5549" fmla="*/ 55022 w 5876984"/>
              <a:gd name="connsiteY5549" fmla="*/ 2485872 h 4550534"/>
              <a:gd name="connsiteX5550" fmla="*/ 8258 w 5876984"/>
              <a:gd name="connsiteY5550" fmla="*/ 2354487 h 4550534"/>
              <a:gd name="connsiteX5551" fmla="*/ 46611 w 5876984"/>
              <a:gd name="connsiteY5551" fmla="*/ 2341399 h 4550534"/>
              <a:gd name="connsiteX5552" fmla="*/ 99767 w 5876984"/>
              <a:gd name="connsiteY5552" fmla="*/ 2428904 h 4550534"/>
              <a:gd name="connsiteX5553" fmla="*/ 120962 w 5876984"/>
              <a:gd name="connsiteY5553" fmla="*/ 2424285 h 4550534"/>
              <a:gd name="connsiteX5554" fmla="*/ 112552 w 5876984"/>
              <a:gd name="connsiteY5554" fmla="*/ 2416074 h 4550534"/>
              <a:gd name="connsiteX5555" fmla="*/ 135766 w 5876984"/>
              <a:gd name="connsiteY5555" fmla="*/ 2362442 h 4550534"/>
              <a:gd name="connsiteX5556" fmla="*/ 154942 w 5876984"/>
              <a:gd name="connsiteY5556" fmla="*/ 2352947 h 4550534"/>
              <a:gd name="connsiteX5557" fmla="*/ 163353 w 5876984"/>
              <a:gd name="connsiteY5557" fmla="*/ 2305730 h 4550534"/>
              <a:gd name="connsiteX5558" fmla="*/ 159316 w 5876984"/>
              <a:gd name="connsiteY5558" fmla="*/ 2263646 h 4550534"/>
              <a:gd name="connsiteX5559" fmla="*/ 180511 w 5876984"/>
              <a:gd name="connsiteY5559" fmla="*/ 2229516 h 4550534"/>
              <a:gd name="connsiteX5560" fmla="*/ 178493 w 5876984"/>
              <a:gd name="connsiteY5560" fmla="*/ 2313942 h 4550534"/>
              <a:gd name="connsiteX5561" fmla="*/ 184549 w 5876984"/>
              <a:gd name="connsiteY5561" fmla="*/ 2284688 h 4550534"/>
              <a:gd name="connsiteX5562" fmla="*/ 197333 w 5876984"/>
              <a:gd name="connsiteY5562" fmla="*/ 2300855 h 4550534"/>
              <a:gd name="connsiteX5563" fmla="*/ 197333 w 5876984"/>
              <a:gd name="connsiteY5563" fmla="*/ 2271857 h 4550534"/>
              <a:gd name="connsiteX5564" fmla="*/ 220884 w 5876984"/>
              <a:gd name="connsiteY5564" fmla="*/ 2219765 h 4550534"/>
              <a:gd name="connsiteX5565" fmla="*/ 199688 w 5876984"/>
              <a:gd name="connsiteY5565" fmla="*/ 2227976 h 4550534"/>
              <a:gd name="connsiteX5566" fmla="*/ 188922 w 5876984"/>
              <a:gd name="connsiteY5566" fmla="*/ 2214889 h 4550534"/>
              <a:gd name="connsiteX5567" fmla="*/ 172100 w 5876984"/>
              <a:gd name="connsiteY5567" fmla="*/ 2227976 h 4550534"/>
              <a:gd name="connsiteX5568" fmla="*/ 133747 w 5876984"/>
              <a:gd name="connsiteY5568" fmla="*/ 2240807 h 4550534"/>
              <a:gd name="connsiteX5569" fmla="*/ 150569 w 5876984"/>
              <a:gd name="connsiteY5569" fmla="*/ 2227976 h 4550534"/>
              <a:gd name="connsiteX5570" fmla="*/ 148551 w 5876984"/>
              <a:gd name="connsiteY5570" fmla="*/ 2223100 h 4550534"/>
              <a:gd name="connsiteX5571" fmla="*/ 150569 w 5876984"/>
              <a:gd name="connsiteY5571" fmla="*/ 2214889 h 4550534"/>
              <a:gd name="connsiteX5572" fmla="*/ 114571 w 5876984"/>
              <a:gd name="connsiteY5572" fmla="*/ 2206934 h 4550534"/>
              <a:gd name="connsiteX5573" fmla="*/ 99767 w 5876984"/>
              <a:gd name="connsiteY5573" fmla="*/ 2165106 h 4550534"/>
              <a:gd name="connsiteX5574" fmla="*/ 82609 w 5876984"/>
              <a:gd name="connsiteY5574" fmla="*/ 2165106 h 4550534"/>
              <a:gd name="connsiteX5575" fmla="*/ 91020 w 5876984"/>
              <a:gd name="connsiteY5575" fmla="*/ 2160230 h 4550534"/>
              <a:gd name="connsiteX5576" fmla="*/ 101786 w 5876984"/>
              <a:gd name="connsiteY5576" fmla="*/ 2116350 h 4550534"/>
              <a:gd name="connsiteX5577" fmla="*/ 91020 w 5876984"/>
              <a:gd name="connsiteY5577" fmla="*/ 2072469 h 4550534"/>
              <a:gd name="connsiteX5578" fmla="*/ 46611 w 5876984"/>
              <a:gd name="connsiteY5578" fmla="*/ 2067593 h 4550534"/>
              <a:gd name="connsiteX5579" fmla="*/ 84964 w 5876984"/>
              <a:gd name="connsiteY5579" fmla="*/ 2001131 h 4550534"/>
              <a:gd name="connsiteX5580" fmla="*/ 91020 w 5876984"/>
              <a:gd name="connsiteY5580" fmla="*/ 1938004 h 4550534"/>
              <a:gd name="connsiteX5581" fmla="*/ 122982 w 5876984"/>
              <a:gd name="connsiteY5581" fmla="*/ 1942879 h 4550534"/>
              <a:gd name="connsiteX5582" fmla="*/ 248471 w 5876984"/>
              <a:gd name="connsiteY5582" fmla="*/ 1791991 h 4550534"/>
              <a:gd name="connsiteX5583" fmla="*/ 218529 w 5876984"/>
              <a:gd name="connsiteY5583" fmla="*/ 1798407 h 4550534"/>
              <a:gd name="connsiteX5584" fmla="*/ 182530 w 5876984"/>
              <a:gd name="connsiteY5584" fmla="*/ 1787115 h 4550534"/>
              <a:gd name="connsiteX5585" fmla="*/ 212137 w 5876984"/>
              <a:gd name="connsiteY5585" fmla="*/ 1764534 h 4550534"/>
              <a:gd name="connsiteX5586" fmla="*/ 225257 w 5876984"/>
              <a:gd name="connsiteY5586" fmla="*/ 1764534 h 4550534"/>
              <a:gd name="connsiteX5587" fmla="*/ 227276 w 5876984"/>
              <a:gd name="connsiteY5587" fmla="*/ 1777364 h 4550534"/>
              <a:gd name="connsiteX5588" fmla="*/ 246453 w 5876984"/>
              <a:gd name="connsiteY5588" fmla="*/ 1759658 h 4550534"/>
              <a:gd name="connsiteX5589" fmla="*/ 238042 w 5876984"/>
              <a:gd name="connsiteY5589" fmla="*/ 1748110 h 4550534"/>
              <a:gd name="connsiteX5590" fmla="*/ 263275 w 5876984"/>
              <a:gd name="connsiteY5590" fmla="*/ 1745031 h 4550534"/>
              <a:gd name="connsiteX5591" fmla="*/ 280433 w 5876984"/>
              <a:gd name="connsiteY5591" fmla="*/ 1733740 h 4550534"/>
              <a:gd name="connsiteX5592" fmla="*/ 267648 w 5876984"/>
              <a:gd name="connsiteY5592" fmla="*/ 1728864 h 4550534"/>
              <a:gd name="connsiteX5593" fmla="*/ 293217 w 5876984"/>
              <a:gd name="connsiteY5593" fmla="*/ 1676772 h 4550534"/>
              <a:gd name="connsiteX5594" fmla="*/ 310039 w 5876984"/>
              <a:gd name="connsiteY5594" fmla="*/ 1675232 h 4550534"/>
              <a:gd name="connsiteX5595" fmla="*/ 403567 w 5876984"/>
              <a:gd name="connsiteY5595" fmla="*/ 1589267 h 4550534"/>
              <a:gd name="connsiteX5596" fmla="*/ 397175 w 5876984"/>
              <a:gd name="connsiteY5596" fmla="*/ 1581312 h 4550534"/>
              <a:gd name="connsiteX5597" fmla="*/ 461098 w 5876984"/>
              <a:gd name="connsiteY5597" fmla="*/ 1555394 h 4550534"/>
              <a:gd name="connsiteX5598" fmla="*/ 495078 w 5876984"/>
              <a:gd name="connsiteY5598" fmla="*/ 1511513 h 4550534"/>
              <a:gd name="connsiteX5599" fmla="*/ 482293 w 5876984"/>
              <a:gd name="connsiteY5599" fmla="*/ 1514593 h 4550534"/>
              <a:gd name="connsiteX5600" fmla="*/ 507862 w 5876984"/>
              <a:gd name="connsiteY5600" fmla="*/ 1505098 h 4550534"/>
              <a:gd name="connsiteX5601" fmla="*/ 554627 w 5876984"/>
              <a:gd name="connsiteY5601" fmla="*/ 1445051 h 4550534"/>
              <a:gd name="connsiteX5602" fmla="*/ 580196 w 5876984"/>
              <a:gd name="connsiteY5602" fmla="*/ 1446590 h 4550534"/>
              <a:gd name="connsiteX5603" fmla="*/ 582214 w 5876984"/>
              <a:gd name="connsiteY5603" fmla="*/ 1433759 h 4550534"/>
              <a:gd name="connsiteX5604" fmla="*/ 569429 w 5876984"/>
              <a:gd name="connsiteY5604" fmla="*/ 1443254 h 4550534"/>
              <a:gd name="connsiteX5605" fmla="*/ 633352 w 5876984"/>
              <a:gd name="connsiteY5605" fmla="*/ 1357546 h 4550534"/>
              <a:gd name="connsiteX5606" fmla="*/ 648155 w 5876984"/>
              <a:gd name="connsiteY5606" fmla="*/ 1362421 h 4550534"/>
              <a:gd name="connsiteX5607" fmla="*/ 671705 w 5876984"/>
              <a:gd name="connsiteY5607" fmla="*/ 1324955 h 4550534"/>
              <a:gd name="connsiteX5608" fmla="*/ 665313 w 5876984"/>
              <a:gd name="connsiteY5608" fmla="*/ 1354209 h 4550534"/>
              <a:gd name="connsiteX5609" fmla="*/ 705685 w 5876984"/>
              <a:gd name="connsiteY5609" fmla="*/ 1333167 h 4550534"/>
              <a:gd name="connsiteX5610" fmla="*/ 709722 w 5876984"/>
              <a:gd name="connsiteY5610" fmla="*/ 1321876 h 4550534"/>
              <a:gd name="connsiteX5611" fmla="*/ 686509 w 5876984"/>
              <a:gd name="connsiteY5611" fmla="*/ 1315204 h 4550534"/>
              <a:gd name="connsiteX5612" fmla="*/ 714096 w 5876984"/>
              <a:gd name="connsiteY5612" fmla="*/ 1318541 h 4550534"/>
              <a:gd name="connsiteX5613" fmla="*/ 728899 w 5876984"/>
              <a:gd name="connsiteY5613" fmla="*/ 1313665 h 4550534"/>
              <a:gd name="connsiteX5614" fmla="*/ 743702 w 5876984"/>
              <a:gd name="connsiteY5614" fmla="*/ 1286207 h 4550534"/>
              <a:gd name="connsiteX5615" fmla="*/ 726880 w 5876984"/>
              <a:gd name="connsiteY5615" fmla="*/ 1299038 h 4550534"/>
              <a:gd name="connsiteX5616" fmla="*/ 756486 w 5876984"/>
              <a:gd name="connsiteY5616" fmla="*/ 1255156 h 4550534"/>
              <a:gd name="connsiteX5617" fmla="*/ 746057 w 5876984"/>
              <a:gd name="connsiteY5617" fmla="*/ 1282871 h 4550534"/>
              <a:gd name="connsiteX5618" fmla="*/ 771626 w 5876984"/>
              <a:gd name="connsiteY5618" fmla="*/ 1266704 h 4550534"/>
              <a:gd name="connsiteX5619" fmla="*/ 775664 w 5876984"/>
              <a:gd name="connsiteY5619" fmla="*/ 1274660 h 4550534"/>
              <a:gd name="connsiteX5620" fmla="*/ 820409 w 5876984"/>
              <a:gd name="connsiteY5620" fmla="*/ 1231035 h 4550534"/>
              <a:gd name="connsiteX5621" fmla="*/ 837231 w 5876984"/>
              <a:gd name="connsiteY5621" fmla="*/ 1229239 h 4550534"/>
              <a:gd name="connsiteX5622" fmla="*/ 858763 w 5876984"/>
              <a:gd name="connsiteY5622" fmla="*/ 1214869 h 4550534"/>
              <a:gd name="connsiteX5623" fmla="*/ 860781 w 5876984"/>
              <a:gd name="connsiteY5623" fmla="*/ 1205118 h 4550534"/>
              <a:gd name="connsiteX5624" fmla="*/ 837231 w 5876984"/>
              <a:gd name="connsiteY5624" fmla="*/ 1214869 h 4550534"/>
              <a:gd name="connsiteX5625" fmla="*/ 865155 w 5876984"/>
              <a:gd name="connsiteY5625" fmla="*/ 1198445 h 4550534"/>
              <a:gd name="connsiteX5626" fmla="*/ 881977 w 5876984"/>
              <a:gd name="connsiteY5626" fmla="*/ 1170988 h 4550534"/>
              <a:gd name="connsiteX5627" fmla="*/ 881977 w 5876984"/>
              <a:gd name="connsiteY5627" fmla="*/ 1175864 h 4550534"/>
              <a:gd name="connsiteX5628" fmla="*/ 952292 w 5876984"/>
              <a:gd name="connsiteY5628" fmla="*/ 1119152 h 4550534"/>
              <a:gd name="connsiteX5629" fmla="*/ 1033036 w 5876984"/>
              <a:gd name="connsiteY5629" fmla="*/ 1068856 h 4550534"/>
              <a:gd name="connsiteX5630" fmla="*/ 1054231 w 5876984"/>
              <a:gd name="connsiteY5630" fmla="*/ 1049353 h 4550534"/>
              <a:gd name="connsiteX5631" fmla="*/ 1067016 w 5876984"/>
              <a:gd name="connsiteY5631" fmla="*/ 1055769 h 4550534"/>
              <a:gd name="connsiteX5632" fmla="*/ 1083837 w 5876984"/>
              <a:gd name="connsiteY5632" fmla="*/ 1049353 h 4550534"/>
              <a:gd name="connsiteX5633" fmla="*/ 1083837 w 5876984"/>
              <a:gd name="connsiteY5633" fmla="*/ 1036523 h 4550534"/>
              <a:gd name="connsiteX5634" fmla="*/ 1098976 w 5876984"/>
              <a:gd name="connsiteY5634" fmla="*/ 1038062 h 4550534"/>
              <a:gd name="connsiteX5635" fmla="*/ 1132956 w 5876984"/>
              <a:gd name="connsiteY5635" fmla="*/ 1026515 h 4550534"/>
              <a:gd name="connsiteX5636" fmla="*/ 1111761 w 5876984"/>
              <a:gd name="connsiteY5636" fmla="*/ 1028311 h 4550534"/>
              <a:gd name="connsiteX5637" fmla="*/ 1173329 w 5876984"/>
              <a:gd name="connsiteY5637" fmla="*/ 986226 h 4550534"/>
              <a:gd name="connsiteX5638" fmla="*/ 1160544 w 5876984"/>
              <a:gd name="connsiteY5638" fmla="*/ 999057 h 4550534"/>
              <a:gd name="connsiteX5639" fmla="*/ 1224467 w 5876984"/>
              <a:gd name="connsiteY5639" fmla="*/ 994182 h 4550534"/>
              <a:gd name="connsiteX5640" fmla="*/ 1164918 w 5876984"/>
              <a:gd name="connsiteY5640" fmla="*/ 1008809 h 4550534"/>
              <a:gd name="connsiteX5641" fmla="*/ 1096958 w 5876984"/>
              <a:gd name="connsiteY5641" fmla="*/ 1049353 h 4550534"/>
              <a:gd name="connsiteX5642" fmla="*/ 1090565 w 5876984"/>
              <a:gd name="connsiteY5642" fmla="*/ 1055769 h 4550534"/>
              <a:gd name="connsiteX5643" fmla="*/ 1103014 w 5876984"/>
              <a:gd name="connsiteY5643" fmla="*/ 1055769 h 4550534"/>
              <a:gd name="connsiteX5644" fmla="*/ 1049857 w 5876984"/>
              <a:gd name="connsiteY5644" fmla="*/ 1093234 h 4550534"/>
              <a:gd name="connsiteX5645" fmla="*/ 1079800 w 5876984"/>
              <a:gd name="connsiteY5645" fmla="*/ 1085022 h 4550534"/>
              <a:gd name="connsiteX5646" fmla="*/ 1098976 w 5876984"/>
              <a:gd name="connsiteY5646" fmla="*/ 1070395 h 4550534"/>
              <a:gd name="connsiteX5647" fmla="*/ 958683 w 5876984"/>
              <a:gd name="connsiteY5647" fmla="*/ 1170988 h 4550534"/>
              <a:gd name="connsiteX5648" fmla="*/ 1020251 w 5876984"/>
              <a:gd name="connsiteY5648" fmla="*/ 1149946 h 4550534"/>
              <a:gd name="connsiteX5649" fmla="*/ 1015878 w 5876984"/>
              <a:gd name="connsiteY5649" fmla="*/ 1162776 h 4550534"/>
              <a:gd name="connsiteX5650" fmla="*/ 1054231 w 5876984"/>
              <a:gd name="connsiteY5650" fmla="*/ 1148149 h 4550534"/>
              <a:gd name="connsiteX5651" fmla="*/ 1041447 w 5876984"/>
              <a:gd name="connsiteY5651" fmla="*/ 1141734 h 4550534"/>
              <a:gd name="connsiteX5652" fmla="*/ 1054231 w 5876984"/>
              <a:gd name="connsiteY5652" fmla="*/ 1131983 h 4550534"/>
              <a:gd name="connsiteX5653" fmla="*/ 1166936 w 5876984"/>
              <a:gd name="connsiteY5653" fmla="*/ 1075271 h 4550534"/>
              <a:gd name="connsiteX5654" fmla="*/ 1168955 w 5876984"/>
              <a:gd name="connsiteY5654" fmla="*/ 1091438 h 4550534"/>
              <a:gd name="connsiteX5655" fmla="*/ 1218074 w 5876984"/>
              <a:gd name="connsiteY5655" fmla="*/ 1052689 h 4550534"/>
              <a:gd name="connsiteX5656" fmla="*/ 1228504 w 5876984"/>
              <a:gd name="connsiteY5656" fmla="*/ 1057565 h 4550534"/>
              <a:gd name="connsiteX5657" fmla="*/ 1232877 w 5876984"/>
              <a:gd name="connsiteY5657" fmla="*/ 1044477 h 4550534"/>
              <a:gd name="connsiteX5658" fmla="*/ 1260465 w 5876984"/>
              <a:gd name="connsiteY5658" fmla="*/ 1049353 h 4550534"/>
              <a:gd name="connsiteX5659" fmla="*/ 1294444 w 5876984"/>
              <a:gd name="connsiteY5659" fmla="*/ 1020099 h 4550534"/>
              <a:gd name="connsiteX5660" fmla="*/ 1292426 w 5876984"/>
              <a:gd name="connsiteY5660" fmla="*/ 1031647 h 4550534"/>
              <a:gd name="connsiteX5661" fmla="*/ 1368797 w 5876984"/>
              <a:gd name="connsiteY5661" fmla="*/ 986226 h 4550534"/>
              <a:gd name="connsiteX5662" fmla="*/ 1368797 w 5876984"/>
              <a:gd name="connsiteY5662" fmla="*/ 992642 h 4550534"/>
              <a:gd name="connsiteX5663" fmla="*/ 1466699 w 5876984"/>
              <a:gd name="connsiteY5663" fmla="*/ 955177 h 4550534"/>
              <a:gd name="connsiteX5664" fmla="*/ 1555854 w 5876984"/>
              <a:gd name="connsiteY5664" fmla="*/ 919764 h 4550534"/>
              <a:gd name="connsiteX5665" fmla="*/ 1534659 w 5876984"/>
              <a:gd name="connsiteY5665" fmla="*/ 935931 h 4550534"/>
              <a:gd name="connsiteX5666" fmla="*/ 1619777 w 5876984"/>
              <a:gd name="connsiteY5666" fmla="*/ 913092 h 4550534"/>
              <a:gd name="connsiteX5667" fmla="*/ 1640972 w 5876984"/>
              <a:gd name="connsiteY5667" fmla="*/ 916427 h 4550534"/>
              <a:gd name="connsiteX5668" fmla="*/ 1645346 w 5876984"/>
              <a:gd name="connsiteY5668" fmla="*/ 905137 h 4550534"/>
              <a:gd name="connsiteX5669" fmla="*/ 1702540 w 5876984"/>
              <a:gd name="connsiteY5669" fmla="*/ 895386 h 4550534"/>
              <a:gd name="connsiteX5670" fmla="*/ 1660149 w 5876984"/>
              <a:gd name="connsiteY5670" fmla="*/ 913092 h 4550534"/>
              <a:gd name="connsiteX5671" fmla="*/ 1719698 w 5876984"/>
              <a:gd name="connsiteY5671" fmla="*/ 919764 h 4550534"/>
              <a:gd name="connsiteX5672" fmla="*/ 1668560 w 5876984"/>
              <a:gd name="connsiteY5672" fmla="*/ 931054 h 4550534"/>
              <a:gd name="connsiteX5673" fmla="*/ 1677307 w 5876984"/>
              <a:gd name="connsiteY5673" fmla="*/ 919764 h 4550534"/>
              <a:gd name="connsiteX5674" fmla="*/ 1666541 w 5876984"/>
              <a:gd name="connsiteY5674" fmla="*/ 916427 h 4550534"/>
              <a:gd name="connsiteX5675" fmla="*/ 1579405 w 5876984"/>
              <a:gd name="connsiteY5675" fmla="*/ 947221 h 4550534"/>
              <a:gd name="connsiteX5676" fmla="*/ 1494287 w 5876984"/>
              <a:gd name="connsiteY5676" fmla="*/ 991102 h 4550534"/>
              <a:gd name="connsiteX5677" fmla="*/ 1385955 w 5876984"/>
              <a:gd name="connsiteY5677" fmla="*/ 1029850 h 4550534"/>
              <a:gd name="connsiteX5678" fmla="*/ 1389992 w 5876984"/>
              <a:gd name="connsiteY5678" fmla="*/ 1015223 h 4550534"/>
              <a:gd name="connsiteX5679" fmla="*/ 1377544 w 5876984"/>
              <a:gd name="connsiteY5679" fmla="*/ 1033187 h 4550534"/>
              <a:gd name="connsiteX5680" fmla="*/ 1345583 w 5876984"/>
              <a:gd name="connsiteY5680" fmla="*/ 1044477 h 4550534"/>
              <a:gd name="connsiteX5681" fmla="*/ 1294444 w 5876984"/>
              <a:gd name="connsiteY5681" fmla="*/ 1052689 h 4550534"/>
              <a:gd name="connsiteX5682" fmla="*/ 1288053 w 5876984"/>
              <a:gd name="connsiteY5682" fmla="*/ 1059104 h 4550534"/>
              <a:gd name="connsiteX5683" fmla="*/ 1311603 w 5876984"/>
              <a:gd name="connsiteY5683" fmla="*/ 1060644 h 4550534"/>
              <a:gd name="connsiteX5684" fmla="*/ 1181740 w 5876984"/>
              <a:gd name="connsiteY5684" fmla="*/ 1104525 h 4550534"/>
              <a:gd name="connsiteX5685" fmla="*/ 1175347 w 5876984"/>
              <a:gd name="connsiteY5685" fmla="*/ 1120692 h 4550534"/>
              <a:gd name="connsiteX5686" fmla="*/ 1145741 w 5876984"/>
              <a:gd name="connsiteY5686" fmla="*/ 1125567 h 4550534"/>
              <a:gd name="connsiteX5687" fmla="*/ 1124545 w 5876984"/>
              <a:gd name="connsiteY5687" fmla="*/ 1161237 h 4550534"/>
              <a:gd name="connsiteX5688" fmla="*/ 1109406 w 5876984"/>
              <a:gd name="connsiteY5688" fmla="*/ 1157900 h 4550534"/>
              <a:gd name="connsiteX5689" fmla="*/ 1126564 w 5876984"/>
              <a:gd name="connsiteY5689" fmla="*/ 1145070 h 4550534"/>
              <a:gd name="connsiteX5690" fmla="*/ 1062642 w 5876984"/>
              <a:gd name="connsiteY5690" fmla="*/ 1177403 h 4550534"/>
              <a:gd name="connsiteX5691" fmla="*/ 1098976 w 5876984"/>
              <a:gd name="connsiteY5691" fmla="*/ 1169448 h 4550534"/>
              <a:gd name="connsiteX5692" fmla="*/ 1100996 w 5876984"/>
              <a:gd name="connsiteY5692" fmla="*/ 1188694 h 4550534"/>
              <a:gd name="connsiteX5693" fmla="*/ 1073407 w 5876984"/>
              <a:gd name="connsiteY5693" fmla="*/ 1211532 h 4550534"/>
              <a:gd name="connsiteX5694" fmla="*/ 1092585 w 5876984"/>
              <a:gd name="connsiteY5694" fmla="*/ 1206657 h 4550534"/>
              <a:gd name="connsiteX5695" fmla="*/ 1052212 w 5876984"/>
              <a:gd name="connsiteY5695" fmla="*/ 1238990 h 4550534"/>
              <a:gd name="connsiteX5696" fmla="*/ 1086192 w 5876984"/>
              <a:gd name="connsiteY5696" fmla="*/ 1221284 h 4550534"/>
              <a:gd name="connsiteX5697" fmla="*/ 1086192 w 5876984"/>
              <a:gd name="connsiteY5697" fmla="*/ 1232575 h 4550534"/>
              <a:gd name="connsiteX5698" fmla="*/ 1198898 w 5876984"/>
              <a:gd name="connsiteY5698" fmla="*/ 1196905 h 4550534"/>
              <a:gd name="connsiteX5699" fmla="*/ 1252054 w 5876984"/>
              <a:gd name="connsiteY5699" fmla="*/ 1180739 h 4550534"/>
              <a:gd name="connsiteX5700" fmla="*/ 1231521 w 5876984"/>
              <a:gd name="connsiteY5700" fmla="*/ 1198746 h 4550534"/>
              <a:gd name="connsiteX5701" fmla="*/ 1236772 w 5876984"/>
              <a:gd name="connsiteY5701" fmla="*/ 1204949 h 4550534"/>
              <a:gd name="connsiteX5702" fmla="*/ 1236581 w 5876984"/>
              <a:gd name="connsiteY5702" fmla="*/ 1205279 h 4550534"/>
              <a:gd name="connsiteX5703" fmla="*/ 1230470 w 5876984"/>
              <a:gd name="connsiteY5703" fmla="*/ 1208244 h 4550534"/>
              <a:gd name="connsiteX5704" fmla="*/ 1218074 w 5876984"/>
              <a:gd name="connsiteY5704" fmla="*/ 1206657 h 4550534"/>
              <a:gd name="connsiteX5705" fmla="*/ 1234896 w 5876984"/>
              <a:gd name="connsiteY5705" fmla="*/ 1208197 h 4550534"/>
              <a:gd name="connsiteX5706" fmla="*/ 1236581 w 5876984"/>
              <a:gd name="connsiteY5706" fmla="*/ 1205279 h 4550534"/>
              <a:gd name="connsiteX5707" fmla="*/ 1236915 w 5876984"/>
              <a:gd name="connsiteY5707" fmla="*/ 1205118 h 4550534"/>
              <a:gd name="connsiteX5708" fmla="*/ 1236772 w 5876984"/>
              <a:gd name="connsiteY5708" fmla="*/ 1204949 h 4550534"/>
              <a:gd name="connsiteX5709" fmla="*/ 1242004 w 5876984"/>
              <a:gd name="connsiteY5709" fmla="*/ 1195891 h 4550534"/>
              <a:gd name="connsiteX5710" fmla="*/ 1254662 w 5876984"/>
              <a:gd name="connsiteY5710" fmla="*/ 1189624 h 4550534"/>
              <a:gd name="connsiteX5711" fmla="*/ 1266825 w 5876984"/>
              <a:gd name="connsiteY5711" fmla="*/ 1185533 h 4550534"/>
              <a:gd name="connsiteX5712" fmla="*/ 1266857 w 5876984"/>
              <a:gd name="connsiteY5712" fmla="*/ 1185615 h 4550534"/>
              <a:gd name="connsiteX5713" fmla="*/ 1267062 w 5876984"/>
              <a:gd name="connsiteY5713" fmla="*/ 1185454 h 4550534"/>
              <a:gd name="connsiteX5714" fmla="*/ 1269717 w 5876984"/>
              <a:gd name="connsiteY5714" fmla="*/ 1184561 h 4550534"/>
              <a:gd name="connsiteX5715" fmla="*/ 1284015 w 5876984"/>
              <a:gd name="connsiteY5715" fmla="*/ 1175864 h 4550534"/>
              <a:gd name="connsiteX5716" fmla="*/ 1276194 w 5876984"/>
              <a:gd name="connsiteY5716" fmla="*/ 1178237 h 4550534"/>
              <a:gd name="connsiteX5717" fmla="*/ 1267062 w 5876984"/>
              <a:gd name="connsiteY5717" fmla="*/ 1185454 h 4550534"/>
              <a:gd name="connsiteX5718" fmla="*/ 1266825 w 5876984"/>
              <a:gd name="connsiteY5718" fmla="*/ 1185533 h 4550534"/>
              <a:gd name="connsiteX5719" fmla="*/ 1262484 w 5876984"/>
              <a:gd name="connsiteY5719" fmla="*/ 1174324 h 4550534"/>
              <a:gd name="connsiteX5720" fmla="*/ 1294444 w 5876984"/>
              <a:gd name="connsiteY5720" fmla="*/ 1177403 h 4550534"/>
              <a:gd name="connsiteX5721" fmla="*/ 1356012 w 5876984"/>
              <a:gd name="connsiteY5721" fmla="*/ 1141734 h 4550534"/>
              <a:gd name="connsiteX5722" fmla="*/ 1349620 w 5876984"/>
              <a:gd name="connsiteY5722" fmla="*/ 1133779 h 4550534"/>
              <a:gd name="connsiteX5723" fmla="*/ 1379563 w 5876984"/>
              <a:gd name="connsiteY5723" fmla="*/ 1135319 h 4550534"/>
              <a:gd name="connsiteX5724" fmla="*/ 1398740 w 5876984"/>
              <a:gd name="connsiteY5724" fmla="*/ 1122232 h 4550534"/>
              <a:gd name="connsiteX5725" fmla="*/ 1383600 w 5876984"/>
              <a:gd name="connsiteY5725" fmla="*/ 1120692 h 4550534"/>
              <a:gd name="connsiteX5726" fmla="*/ 1434738 w 5876984"/>
              <a:gd name="connsiteY5726" fmla="*/ 1096314 h 4550534"/>
              <a:gd name="connsiteX5727" fmla="*/ 1536678 w 5876984"/>
              <a:gd name="connsiteY5727" fmla="*/ 1057565 h 4550534"/>
              <a:gd name="connsiteX5728" fmla="*/ 1545425 w 5876984"/>
              <a:gd name="connsiteY5728" fmla="*/ 1070395 h 4550534"/>
              <a:gd name="connsiteX5729" fmla="*/ 1602619 w 5876984"/>
              <a:gd name="connsiteY5729" fmla="*/ 1057565 h 4550534"/>
              <a:gd name="connsiteX5730" fmla="*/ 1643327 w 5876984"/>
              <a:gd name="connsiteY5730" fmla="*/ 1031647 h 4550534"/>
              <a:gd name="connsiteX5731" fmla="*/ 1617758 w 5876984"/>
              <a:gd name="connsiteY5731" fmla="*/ 1028311 h 4550534"/>
              <a:gd name="connsiteX5732" fmla="*/ 1649720 w 5876984"/>
              <a:gd name="connsiteY5732" fmla="*/ 1018560 h 4550534"/>
              <a:gd name="connsiteX5733" fmla="*/ 1664523 w 5876984"/>
              <a:gd name="connsiteY5733" fmla="*/ 1029850 h 4550534"/>
              <a:gd name="connsiteX5734" fmla="*/ 1700521 w 5876984"/>
              <a:gd name="connsiteY5734" fmla="*/ 1013684 h 4550534"/>
              <a:gd name="connsiteX5735" fmla="*/ 1674952 w 5876984"/>
              <a:gd name="connsiteY5735" fmla="*/ 1007269 h 4550534"/>
              <a:gd name="connsiteX5736" fmla="*/ 1568639 w 5876984"/>
              <a:gd name="connsiteY5736" fmla="*/ 1039602 h 4550534"/>
              <a:gd name="connsiteX5737" fmla="*/ 1526248 w 5876984"/>
              <a:gd name="connsiteY5737" fmla="*/ 1055769 h 4550534"/>
              <a:gd name="connsiteX5738" fmla="*/ 1479484 w 5876984"/>
              <a:gd name="connsiteY5738" fmla="*/ 1065520 h 4550534"/>
              <a:gd name="connsiteX5739" fmla="*/ 1455933 w 5876984"/>
              <a:gd name="connsiteY5739" fmla="*/ 1021639 h 4550534"/>
              <a:gd name="connsiteX5740" fmla="*/ 1471073 w 5876984"/>
              <a:gd name="connsiteY5740" fmla="*/ 1000596 h 4550534"/>
              <a:gd name="connsiteX5741" fmla="*/ 1530622 w 5876984"/>
              <a:gd name="connsiteY5741" fmla="*/ 986226 h 4550534"/>
              <a:gd name="connsiteX5742" fmla="*/ 1568639 w 5876984"/>
              <a:gd name="connsiteY5742" fmla="*/ 974679 h 4550534"/>
              <a:gd name="connsiteX5743" fmla="*/ 1611366 w 5876984"/>
              <a:gd name="connsiteY5743" fmla="*/ 984430 h 4550534"/>
              <a:gd name="connsiteX5744" fmla="*/ 1621796 w 5876984"/>
              <a:gd name="connsiteY5744" fmla="*/ 968264 h 4550534"/>
              <a:gd name="connsiteX5745" fmla="*/ 1666541 w 5876984"/>
              <a:gd name="connsiteY5745" fmla="*/ 963388 h 4550534"/>
              <a:gd name="connsiteX5746" fmla="*/ 1655776 w 5876984"/>
              <a:gd name="connsiteY5746" fmla="*/ 960052 h 4550534"/>
              <a:gd name="connsiteX5747" fmla="*/ 1760070 w 5876984"/>
              <a:gd name="connsiteY5747" fmla="*/ 935931 h 4550534"/>
              <a:gd name="connsiteX5748" fmla="*/ 1760070 w 5876984"/>
              <a:gd name="connsiteY5748" fmla="*/ 926179 h 4550534"/>
              <a:gd name="connsiteX5749" fmla="*/ 1911129 w 5876984"/>
              <a:gd name="connsiteY5749" fmla="*/ 905137 h 4550534"/>
              <a:gd name="connsiteX5750" fmla="*/ 1908773 w 5876984"/>
              <a:gd name="connsiteY5750" fmla="*/ 914888 h 4550534"/>
              <a:gd name="connsiteX5751" fmla="*/ 1959912 w 5876984"/>
              <a:gd name="connsiteY5751" fmla="*/ 910013 h 4550534"/>
              <a:gd name="connsiteX5752" fmla="*/ 1870757 w 5876984"/>
              <a:gd name="connsiteY5752" fmla="*/ 940806 h 4550534"/>
              <a:gd name="connsiteX5753" fmla="*/ 1936362 w 5876984"/>
              <a:gd name="connsiteY5753" fmla="*/ 942345 h 4550534"/>
              <a:gd name="connsiteX5754" fmla="*/ 1961930 w 5876984"/>
              <a:gd name="connsiteY5754" fmla="*/ 937470 h 4550534"/>
              <a:gd name="connsiteX5755" fmla="*/ 2008695 w 5876984"/>
              <a:gd name="connsiteY5755" fmla="*/ 919764 h 4550534"/>
              <a:gd name="connsiteX5756" fmla="*/ 2011050 w 5876984"/>
              <a:gd name="connsiteY5756" fmla="*/ 931054 h 4550534"/>
              <a:gd name="connsiteX5757" fmla="*/ 1947128 w 5876984"/>
              <a:gd name="connsiteY5757" fmla="*/ 956972 h 4550534"/>
              <a:gd name="connsiteX5758" fmla="*/ 1938717 w 5876984"/>
              <a:gd name="connsiteY5758" fmla="*/ 947221 h 4550534"/>
              <a:gd name="connsiteX5759" fmla="*/ 1923913 w 5876984"/>
              <a:gd name="connsiteY5759" fmla="*/ 968264 h 4550534"/>
              <a:gd name="connsiteX5760" fmla="*/ 1983462 w 5876984"/>
              <a:gd name="connsiteY5760" fmla="*/ 950301 h 4550534"/>
              <a:gd name="connsiteX5761" fmla="*/ 2123755 w 5876984"/>
              <a:gd name="connsiteY5761" fmla="*/ 922843 h 4550534"/>
              <a:gd name="connsiteX5762" fmla="*/ 2134185 w 5876984"/>
              <a:gd name="connsiteY5762" fmla="*/ 932594 h 4550534"/>
              <a:gd name="connsiteX5763" fmla="*/ 2230069 w 5876984"/>
              <a:gd name="connsiteY5763" fmla="*/ 900261 h 4550534"/>
              <a:gd name="connsiteX5764" fmla="*/ 2236460 w 5876984"/>
              <a:gd name="connsiteY5764" fmla="*/ 913092 h 4550534"/>
              <a:gd name="connsiteX5765" fmla="*/ 2117363 w 5876984"/>
              <a:gd name="connsiteY5765" fmla="*/ 945682 h 4550534"/>
              <a:gd name="connsiteX5766" fmla="*/ 2136539 w 5876984"/>
              <a:gd name="connsiteY5766" fmla="*/ 953637 h 4550534"/>
              <a:gd name="connsiteX5767" fmla="*/ 2308458 w 5876984"/>
              <a:gd name="connsiteY5767" fmla="*/ 927719 h 4550534"/>
              <a:gd name="connsiteX5768" fmla="*/ 2293654 w 5876984"/>
              <a:gd name="connsiteY5768" fmla="*/ 937470 h 4550534"/>
              <a:gd name="connsiteX5769" fmla="*/ 2463890 w 5876984"/>
              <a:gd name="connsiteY5769" fmla="*/ 911552 h 4550534"/>
              <a:gd name="connsiteX5770" fmla="*/ 2451106 w 5876984"/>
              <a:gd name="connsiteY5770" fmla="*/ 924383 h 4550534"/>
              <a:gd name="connsiteX5771" fmla="*/ 2531850 w 5876984"/>
              <a:gd name="connsiteY5771" fmla="*/ 922843 h 4550534"/>
              <a:gd name="connsiteX5772" fmla="*/ 2544634 w 5876984"/>
              <a:gd name="connsiteY5772" fmla="*/ 934134 h 4550534"/>
              <a:gd name="connsiteX5773" fmla="*/ 2595772 w 5876984"/>
              <a:gd name="connsiteY5773" fmla="*/ 927719 h 4550534"/>
              <a:gd name="connsiteX5774" fmla="*/ 2585006 w 5876984"/>
              <a:gd name="connsiteY5774" fmla="*/ 931054 h 4550534"/>
              <a:gd name="connsiteX5775" fmla="*/ 2591399 w 5876984"/>
              <a:gd name="connsiteY5775" fmla="*/ 932594 h 4550534"/>
              <a:gd name="connsiteX5776" fmla="*/ 2640181 w 5876984"/>
              <a:gd name="connsiteY5776" fmla="*/ 945682 h 4550534"/>
              <a:gd name="connsiteX5777" fmla="*/ 2654984 w 5876984"/>
              <a:gd name="connsiteY5777" fmla="*/ 942345 h 4550534"/>
              <a:gd name="connsiteX5778" fmla="*/ 2665750 w 5876984"/>
              <a:gd name="connsiteY5778" fmla="*/ 940806 h 4550534"/>
              <a:gd name="connsiteX5779" fmla="*/ 2689301 w 5876984"/>
              <a:gd name="connsiteY5779" fmla="*/ 937470 h 4550534"/>
              <a:gd name="connsiteX5780" fmla="*/ 2720925 w 5876984"/>
              <a:gd name="connsiteY5780" fmla="*/ 932594 h 4550534"/>
              <a:gd name="connsiteX5781" fmla="*/ 2718907 w 5876984"/>
              <a:gd name="connsiteY5781" fmla="*/ 937470 h 4550534"/>
              <a:gd name="connsiteX5782" fmla="*/ 2793259 w 5876984"/>
              <a:gd name="connsiteY5782" fmla="*/ 937470 h 4550534"/>
              <a:gd name="connsiteX5783" fmla="*/ 2831612 w 5876984"/>
              <a:gd name="connsiteY5783" fmla="*/ 937470 h 4550534"/>
              <a:gd name="connsiteX5784" fmla="*/ 2867611 w 5876984"/>
              <a:gd name="connsiteY5784" fmla="*/ 940806 h 4550534"/>
              <a:gd name="connsiteX5785" fmla="*/ 2865592 w 5876984"/>
              <a:gd name="connsiteY5785" fmla="*/ 935931 h 4550534"/>
              <a:gd name="connsiteX5786" fmla="*/ 2929178 w 5876984"/>
              <a:gd name="connsiteY5786" fmla="*/ 940806 h 4550534"/>
              <a:gd name="connsiteX5787" fmla="*/ 2920431 w 5876984"/>
              <a:gd name="connsiteY5787" fmla="*/ 948761 h 4550534"/>
              <a:gd name="connsiteX5788" fmla="*/ 2946000 w 5876984"/>
              <a:gd name="connsiteY5788" fmla="*/ 935931 h 4550534"/>
              <a:gd name="connsiteX5789" fmla="*/ 2939608 w 5876984"/>
              <a:gd name="connsiteY5789" fmla="*/ 947221 h 4550534"/>
              <a:gd name="connsiteX5790" fmla="*/ 2992764 w 5876984"/>
              <a:gd name="connsiteY5790" fmla="*/ 952097 h 4550534"/>
              <a:gd name="connsiteX5791" fmla="*/ 3009922 w 5876984"/>
              <a:gd name="connsiteY5791" fmla="*/ 948761 h 4550534"/>
              <a:gd name="connsiteX5792" fmla="*/ 3005549 w 5876984"/>
              <a:gd name="connsiteY5792" fmla="*/ 934134 h 4550534"/>
              <a:gd name="connsiteX5793" fmla="*/ 3011941 w 5876984"/>
              <a:gd name="connsiteY5793" fmla="*/ 937470 h 4550534"/>
              <a:gd name="connsiteX5794" fmla="*/ 3018333 w 5876984"/>
              <a:gd name="connsiteY5794" fmla="*/ 937470 h 4550534"/>
              <a:gd name="connsiteX5795" fmla="*/ 3011941 w 5876984"/>
              <a:gd name="connsiteY5795" fmla="*/ 945682 h 4550534"/>
              <a:gd name="connsiteX5796" fmla="*/ 3016315 w 5876984"/>
              <a:gd name="connsiteY5796" fmla="*/ 950301 h 4550534"/>
              <a:gd name="connsiteX5797" fmla="*/ 3029099 w 5876984"/>
              <a:gd name="connsiteY5797" fmla="*/ 940806 h 4550534"/>
              <a:gd name="connsiteX5798" fmla="*/ 3029099 w 5876984"/>
              <a:gd name="connsiteY5798" fmla="*/ 952097 h 4550534"/>
              <a:gd name="connsiteX5799" fmla="*/ 3095040 w 5876984"/>
              <a:gd name="connsiteY5799" fmla="*/ 945682 h 4550534"/>
              <a:gd name="connsiteX5800" fmla="*/ 3100202 w 5876984"/>
              <a:gd name="connsiteY5800" fmla="*/ 951588 h 4550534"/>
              <a:gd name="connsiteX5801" fmla="*/ 3100222 w 5876984"/>
              <a:gd name="connsiteY5801" fmla="*/ 952025 h 4550534"/>
              <a:gd name="connsiteX5802" fmla="*/ 3102436 w 5876984"/>
              <a:gd name="connsiteY5802" fmla="*/ 954143 h 4550534"/>
              <a:gd name="connsiteX5803" fmla="*/ 3109002 w 5876984"/>
              <a:gd name="connsiteY5803" fmla="*/ 961656 h 4550534"/>
              <a:gd name="connsiteX5804" fmla="*/ 3131039 w 5876984"/>
              <a:gd name="connsiteY5804" fmla="*/ 961848 h 4550534"/>
              <a:gd name="connsiteX5805" fmla="*/ 3143823 w 5876984"/>
              <a:gd name="connsiteY5805" fmla="*/ 974679 h 4550534"/>
              <a:gd name="connsiteX5806" fmla="*/ 3148197 w 5876984"/>
              <a:gd name="connsiteY5806" fmla="*/ 971599 h 4550534"/>
              <a:gd name="connsiteX5807" fmla="*/ 3145841 w 5876984"/>
              <a:gd name="connsiteY5807" fmla="*/ 958512 h 4550534"/>
              <a:gd name="connsiteX5808" fmla="*/ 3156088 w 5876984"/>
              <a:gd name="connsiteY5808" fmla="*/ 974143 h 4550534"/>
              <a:gd name="connsiteX5809" fmla="*/ 3154000 w 5876984"/>
              <a:gd name="connsiteY5809" fmla="*/ 974936 h 4550534"/>
              <a:gd name="connsiteX5810" fmla="*/ 3145841 w 5876984"/>
              <a:gd name="connsiteY5810" fmla="*/ 978015 h 4550534"/>
              <a:gd name="connsiteX5811" fmla="*/ 3165019 w 5876984"/>
              <a:gd name="connsiteY5811" fmla="*/ 978015 h 4550534"/>
              <a:gd name="connsiteX5812" fmla="*/ 3158626 w 5876984"/>
              <a:gd name="connsiteY5812" fmla="*/ 969804 h 4550534"/>
              <a:gd name="connsiteX5813" fmla="*/ 3201354 w 5876984"/>
              <a:gd name="connsiteY5813" fmla="*/ 978015 h 4550534"/>
              <a:gd name="connsiteX5814" fmla="*/ 3207745 w 5876984"/>
              <a:gd name="connsiteY5814" fmla="*/ 958512 h 4550534"/>
              <a:gd name="connsiteX5815" fmla="*/ 3169392 w 5876984"/>
              <a:gd name="connsiteY5815" fmla="*/ 947221 h 4550534"/>
              <a:gd name="connsiteX5816" fmla="*/ 3184196 w 5876984"/>
              <a:gd name="connsiteY5816" fmla="*/ 935931 h 4550534"/>
              <a:gd name="connsiteX5817" fmla="*/ 3205390 w 5876984"/>
              <a:gd name="connsiteY5817" fmla="*/ 942345 h 4550534"/>
              <a:gd name="connsiteX5818" fmla="*/ 3218176 w 5876984"/>
              <a:gd name="connsiteY5818" fmla="*/ 934134 h 4550534"/>
              <a:gd name="connsiteX5819" fmla="*/ 3266958 w 5876984"/>
              <a:gd name="connsiteY5819" fmla="*/ 942345 h 4550534"/>
              <a:gd name="connsiteX5820" fmla="*/ 3258547 w 5876984"/>
              <a:gd name="connsiteY5820" fmla="*/ 940806 h 4550534"/>
              <a:gd name="connsiteX5821" fmla="*/ 3271332 w 5876984"/>
              <a:gd name="connsiteY5821" fmla="*/ 942345 h 4550534"/>
              <a:gd name="connsiteX5822" fmla="*/ 3271332 w 5876984"/>
              <a:gd name="connsiteY5822" fmla="*/ 937470 h 4550534"/>
              <a:gd name="connsiteX5823" fmla="*/ 3316078 w 5876984"/>
              <a:gd name="connsiteY5823" fmla="*/ 935931 h 4550534"/>
              <a:gd name="connsiteX5824" fmla="*/ 3352076 w 5876984"/>
              <a:gd name="connsiteY5824" fmla="*/ 921303 h 4550534"/>
              <a:gd name="connsiteX5825" fmla="*/ 3362842 w 5876984"/>
              <a:gd name="connsiteY5825" fmla="*/ 937470 h 4550534"/>
              <a:gd name="connsiteX5826" fmla="*/ 3369234 w 5876984"/>
              <a:gd name="connsiteY5826" fmla="*/ 937470 h 4550534"/>
              <a:gd name="connsiteX5827" fmla="*/ 3403214 w 5876984"/>
              <a:gd name="connsiteY5827" fmla="*/ 929258 h 4550534"/>
              <a:gd name="connsiteX5828" fmla="*/ 3428783 w 5876984"/>
              <a:gd name="connsiteY5828" fmla="*/ 913092 h 4550534"/>
              <a:gd name="connsiteX5829" fmla="*/ 3432820 w 5876984"/>
              <a:gd name="connsiteY5829" fmla="*/ 921303 h 4550534"/>
              <a:gd name="connsiteX5830" fmla="*/ 3430802 w 5876984"/>
              <a:gd name="connsiteY5830" fmla="*/ 910013 h 4550534"/>
              <a:gd name="connsiteX5831" fmla="*/ 3439212 w 5876984"/>
              <a:gd name="connsiteY5831" fmla="*/ 917967 h 4550534"/>
              <a:gd name="connsiteX5832" fmla="*/ 3441568 w 5876984"/>
              <a:gd name="connsiteY5832" fmla="*/ 927719 h 4550534"/>
              <a:gd name="connsiteX5833" fmla="*/ 3430802 w 5876984"/>
              <a:gd name="connsiteY5833" fmla="*/ 924383 h 4550534"/>
              <a:gd name="connsiteX5834" fmla="*/ 3437193 w 5876984"/>
              <a:gd name="connsiteY5834" fmla="*/ 929258 h 4550534"/>
              <a:gd name="connsiteX5835" fmla="*/ 3430802 w 5876984"/>
              <a:gd name="connsiteY5835" fmla="*/ 929258 h 4550534"/>
              <a:gd name="connsiteX5836" fmla="*/ 3445604 w 5876984"/>
              <a:gd name="connsiteY5836" fmla="*/ 939010 h 4550534"/>
              <a:gd name="connsiteX5837" fmla="*/ 3407251 w 5876984"/>
              <a:gd name="connsiteY5837" fmla="*/ 939010 h 4550534"/>
              <a:gd name="connsiteX5838" fmla="*/ 3388411 w 5876984"/>
              <a:gd name="connsiteY5838" fmla="*/ 940806 h 4550534"/>
              <a:gd name="connsiteX5839" fmla="*/ 3360823 w 5876984"/>
              <a:gd name="connsiteY5839" fmla="*/ 952097 h 4550534"/>
              <a:gd name="connsiteX5840" fmla="*/ 3350058 w 5876984"/>
              <a:gd name="connsiteY5840" fmla="*/ 940806 h 4550534"/>
              <a:gd name="connsiteX5841" fmla="*/ 3343665 w 5876984"/>
              <a:gd name="connsiteY5841" fmla="*/ 950301 h 4550534"/>
              <a:gd name="connsiteX5842" fmla="*/ 3332900 w 5876984"/>
              <a:gd name="connsiteY5842" fmla="*/ 942345 h 4550534"/>
              <a:gd name="connsiteX5843" fmla="*/ 3320114 w 5876984"/>
              <a:gd name="connsiteY5843" fmla="*/ 960052 h 4550534"/>
              <a:gd name="connsiteX5844" fmla="*/ 3313722 w 5876984"/>
              <a:gd name="connsiteY5844" fmla="*/ 952097 h 4550534"/>
              <a:gd name="connsiteX5845" fmla="*/ 3279743 w 5876984"/>
              <a:gd name="connsiteY5845" fmla="*/ 964928 h 4550534"/>
              <a:gd name="connsiteX5846" fmla="*/ 3250136 w 5876984"/>
              <a:gd name="connsiteY5846" fmla="*/ 964928 h 4550534"/>
              <a:gd name="connsiteX5847" fmla="*/ 3277724 w 5876984"/>
              <a:gd name="connsiteY5847" fmla="*/ 969804 h 4550534"/>
              <a:gd name="connsiteX5848" fmla="*/ 3309685 w 5876984"/>
              <a:gd name="connsiteY5848" fmla="*/ 978015 h 4550534"/>
              <a:gd name="connsiteX5849" fmla="*/ 3305312 w 5876984"/>
              <a:gd name="connsiteY5849" fmla="*/ 989306 h 4550534"/>
              <a:gd name="connsiteX5850" fmla="*/ 3305312 w 5876984"/>
              <a:gd name="connsiteY5850" fmla="*/ 997517 h 4550534"/>
              <a:gd name="connsiteX5851" fmla="*/ 3326507 w 5876984"/>
              <a:gd name="connsiteY5851" fmla="*/ 987766 h 4550534"/>
              <a:gd name="connsiteX5852" fmla="*/ 3373271 w 5876984"/>
              <a:gd name="connsiteY5852" fmla="*/ 1003933 h 4550534"/>
              <a:gd name="connsiteX5853" fmla="*/ 3388411 w 5876984"/>
              <a:gd name="connsiteY5853" fmla="*/ 995721 h 4550534"/>
              <a:gd name="connsiteX5854" fmla="*/ 3382018 w 5876984"/>
              <a:gd name="connsiteY5854" fmla="*/ 1000596 h 4550534"/>
              <a:gd name="connsiteX5855" fmla="*/ 3403214 w 5876984"/>
              <a:gd name="connsiteY5855" fmla="*/ 1002393 h 4550534"/>
              <a:gd name="connsiteX5856" fmla="*/ 3394803 w 5876984"/>
              <a:gd name="connsiteY5856" fmla="*/ 1000596 h 4550534"/>
              <a:gd name="connsiteX5857" fmla="*/ 3411625 w 5876984"/>
              <a:gd name="connsiteY5857" fmla="*/ 992642 h 4550534"/>
              <a:gd name="connsiteX5858" fmla="*/ 3407251 w 5876984"/>
              <a:gd name="connsiteY5858" fmla="*/ 999057 h 4550534"/>
              <a:gd name="connsiteX5859" fmla="*/ 3432820 w 5876984"/>
              <a:gd name="connsiteY5859" fmla="*/ 1003933 h 4550534"/>
              <a:gd name="connsiteX5860" fmla="*/ 3428783 w 5876984"/>
              <a:gd name="connsiteY5860" fmla="*/ 994182 h 4550534"/>
              <a:gd name="connsiteX5861" fmla="*/ 3435175 w 5876984"/>
              <a:gd name="connsiteY5861" fmla="*/ 992642 h 4550534"/>
              <a:gd name="connsiteX5862" fmla="*/ 3449978 w 5876984"/>
              <a:gd name="connsiteY5862" fmla="*/ 991102 h 4550534"/>
              <a:gd name="connsiteX5863" fmla="*/ 3460744 w 5876984"/>
              <a:gd name="connsiteY5863" fmla="*/ 995721 h 4550534"/>
              <a:gd name="connsiteX5864" fmla="*/ 3437193 w 5876984"/>
              <a:gd name="connsiteY5864" fmla="*/ 1007269 h 4550534"/>
              <a:gd name="connsiteX5865" fmla="*/ 3454352 w 5876984"/>
              <a:gd name="connsiteY5865" fmla="*/ 1010348 h 4550534"/>
              <a:gd name="connsiteX5866" fmla="*/ 3481940 w 5876984"/>
              <a:gd name="connsiteY5866" fmla="*/ 1024975 h 4550534"/>
              <a:gd name="connsiteX5867" fmla="*/ 3524330 w 5876984"/>
              <a:gd name="connsiteY5867" fmla="*/ 1020099 h 4550534"/>
              <a:gd name="connsiteX5868" fmla="*/ 3541488 w 5876984"/>
              <a:gd name="connsiteY5868" fmla="*/ 1023436 h 4550534"/>
              <a:gd name="connsiteX5869" fmla="*/ 3532741 w 5876984"/>
              <a:gd name="connsiteY5869" fmla="*/ 1013684 h 4550534"/>
              <a:gd name="connsiteX5870" fmla="*/ 3528704 w 5876984"/>
              <a:gd name="connsiteY5870" fmla="*/ 1021639 h 4550534"/>
              <a:gd name="connsiteX5871" fmla="*/ 3543507 w 5876984"/>
              <a:gd name="connsiteY5871" fmla="*/ 1018560 h 4550534"/>
              <a:gd name="connsiteX5872" fmla="*/ 3592290 w 5876984"/>
              <a:gd name="connsiteY5872" fmla="*/ 1021639 h 4550534"/>
              <a:gd name="connsiteX5873" fmla="*/ 3583879 w 5876984"/>
              <a:gd name="connsiteY5873" fmla="*/ 1015223 h 4550534"/>
              <a:gd name="connsiteX5874" fmla="*/ 3628624 w 5876984"/>
              <a:gd name="connsiteY5874" fmla="*/ 1005472 h 4550534"/>
              <a:gd name="connsiteX5875" fmla="*/ 3666641 w 5876984"/>
              <a:gd name="connsiteY5875" fmla="*/ 997517 h 4550534"/>
              <a:gd name="connsiteX5876" fmla="*/ 3662604 w 5876984"/>
              <a:gd name="connsiteY5876" fmla="*/ 995721 h 4550534"/>
              <a:gd name="connsiteX5877" fmla="*/ 3751760 w 5876984"/>
              <a:gd name="connsiteY5877" fmla="*/ 955177 h 4550534"/>
              <a:gd name="connsiteX5878" fmla="*/ 3758152 w 5876984"/>
              <a:gd name="connsiteY5878" fmla="*/ 964928 h 4550534"/>
              <a:gd name="connsiteX5879" fmla="*/ 3760507 w 5876984"/>
              <a:gd name="connsiteY5879" fmla="*/ 953637 h 4550534"/>
              <a:gd name="connsiteX5880" fmla="*/ 3788094 w 5876984"/>
              <a:gd name="connsiteY5880" fmla="*/ 940806 h 4550534"/>
              <a:gd name="connsiteX5881" fmla="*/ 3817701 w 5876984"/>
              <a:gd name="connsiteY5881" fmla="*/ 922843 h 4550534"/>
              <a:gd name="connsiteX5882" fmla="*/ 3822074 w 5876984"/>
              <a:gd name="connsiteY5882" fmla="*/ 926179 h 4550534"/>
              <a:gd name="connsiteX5883" fmla="*/ 3828467 w 5876984"/>
              <a:gd name="connsiteY5883" fmla="*/ 926179 h 4550534"/>
              <a:gd name="connsiteX5884" fmla="*/ 3845288 w 5876984"/>
              <a:gd name="connsiteY5884" fmla="*/ 900261 h 4550534"/>
              <a:gd name="connsiteX5885" fmla="*/ 3858073 w 5876984"/>
              <a:gd name="connsiteY5885" fmla="*/ 908216 h 4550534"/>
              <a:gd name="connsiteX5886" fmla="*/ 3862446 w 5876984"/>
              <a:gd name="connsiteY5886" fmla="*/ 903340 h 4550534"/>
              <a:gd name="connsiteX5887" fmla="*/ 3851680 w 5876984"/>
              <a:gd name="connsiteY5887" fmla="*/ 895386 h 4550534"/>
              <a:gd name="connsiteX5888" fmla="*/ 3881623 w 5876984"/>
              <a:gd name="connsiteY5888" fmla="*/ 885634 h 4550534"/>
              <a:gd name="connsiteX5889" fmla="*/ 3894408 w 5876984"/>
              <a:gd name="connsiteY5889" fmla="*/ 892049 h 4550534"/>
              <a:gd name="connsiteX5890" fmla="*/ 3907192 w 5876984"/>
              <a:gd name="connsiteY5890" fmla="*/ 880759 h 4550534"/>
              <a:gd name="connsiteX5891" fmla="*/ 3913584 w 5876984"/>
              <a:gd name="connsiteY5891" fmla="*/ 892049 h 4550534"/>
              <a:gd name="connsiteX5892" fmla="*/ 3955975 w 5876984"/>
              <a:gd name="connsiteY5892" fmla="*/ 866132 h 4550534"/>
              <a:gd name="connsiteX5893" fmla="*/ 3962368 w 5876984"/>
              <a:gd name="connsiteY5893" fmla="*/ 878962 h 4550534"/>
              <a:gd name="connsiteX5894" fmla="*/ 3985581 w 5876984"/>
              <a:gd name="connsiteY5894" fmla="*/ 851505 h 4550534"/>
              <a:gd name="connsiteX5895" fmla="*/ 3979189 w 5876984"/>
              <a:gd name="connsiteY5895" fmla="*/ 845089 h 4550534"/>
              <a:gd name="connsiteX5896" fmla="*/ 4002739 w 5876984"/>
              <a:gd name="connsiteY5896" fmla="*/ 824047 h 4550534"/>
              <a:gd name="connsiteX5897" fmla="*/ 4057914 w 5876984"/>
              <a:gd name="connsiteY5897" fmla="*/ 809420 h 4550534"/>
              <a:gd name="connsiteX5898" fmla="*/ 4061686 w 5876984"/>
              <a:gd name="connsiteY5898" fmla="*/ 797973 h 4550534"/>
              <a:gd name="connsiteX5899" fmla="*/ 4057624 w 5876984"/>
              <a:gd name="connsiteY5899" fmla="*/ 796627 h 4550534"/>
              <a:gd name="connsiteX5900" fmla="*/ 4048548 w 5876984"/>
              <a:gd name="connsiteY5900" fmla="*/ 792617 h 4550534"/>
              <a:gd name="connsiteX5901" fmla="*/ 4031405 w 5876984"/>
              <a:gd name="connsiteY5901" fmla="*/ 805552 h 4550534"/>
              <a:gd name="connsiteX5902" fmla="*/ 4046532 w 5876984"/>
              <a:gd name="connsiteY5902" fmla="*/ 769594 h 4550534"/>
              <a:gd name="connsiteX5903" fmla="*/ 4061322 w 5876984"/>
              <a:gd name="connsiteY5903" fmla="*/ 771146 h 4550534"/>
              <a:gd name="connsiteX5904" fmla="*/ 4063340 w 5876984"/>
              <a:gd name="connsiteY5904" fmla="*/ 784340 h 4550534"/>
              <a:gd name="connsiteX5905" fmla="*/ 4056952 w 5876984"/>
              <a:gd name="connsiteY5905" fmla="*/ 777872 h 4550534"/>
              <a:gd name="connsiteX5906" fmla="*/ 4042162 w 5876984"/>
              <a:gd name="connsiteY5906" fmla="*/ 776061 h 4550534"/>
              <a:gd name="connsiteX5907" fmla="*/ 4046532 w 5876984"/>
              <a:gd name="connsiteY5907" fmla="*/ 787702 h 4550534"/>
              <a:gd name="connsiteX5908" fmla="*/ 4062036 w 5876984"/>
              <a:gd name="connsiteY5908" fmla="*/ 789901 h 4550534"/>
              <a:gd name="connsiteX5909" fmla="*/ 4065551 w 5876984"/>
              <a:gd name="connsiteY5909" fmla="*/ 794809 h 4550534"/>
              <a:gd name="connsiteX5910" fmla="*/ 4079110 w 5876984"/>
              <a:gd name="connsiteY5910" fmla="*/ 788378 h 4550534"/>
              <a:gd name="connsiteX5911" fmla="*/ 4073054 w 5876984"/>
              <a:gd name="connsiteY5911" fmla="*/ 780166 h 4550534"/>
              <a:gd name="connsiteX5912" fmla="*/ 4083484 w 5876984"/>
              <a:gd name="connsiteY5912" fmla="*/ 781706 h 4550534"/>
              <a:gd name="connsiteX5913" fmla="*/ 4079110 w 5876984"/>
              <a:gd name="connsiteY5913" fmla="*/ 773751 h 4550534"/>
              <a:gd name="connsiteX5914" fmla="*/ 4075072 w 5876984"/>
              <a:gd name="connsiteY5914" fmla="*/ 775290 h 4550534"/>
              <a:gd name="connsiteX5915" fmla="*/ 4078184 w 5876984"/>
              <a:gd name="connsiteY5915" fmla="*/ 762524 h 4550534"/>
              <a:gd name="connsiteX5916" fmla="*/ 4082764 w 5876984"/>
              <a:gd name="connsiteY5916" fmla="*/ 757028 h 4550534"/>
              <a:gd name="connsiteX5917" fmla="*/ 4068158 w 5876984"/>
              <a:gd name="connsiteY5917" fmla="*/ 755992 h 4550534"/>
              <a:gd name="connsiteX5918" fmla="*/ 4057790 w 5876984"/>
              <a:gd name="connsiteY5918" fmla="*/ 750790 h 4550534"/>
              <a:gd name="connsiteX5919" fmla="*/ 4049428 w 5876984"/>
              <a:gd name="connsiteY5919" fmla="*/ 767072 h 4550534"/>
              <a:gd name="connsiteX5920" fmla="*/ 4053440 w 5876984"/>
              <a:gd name="connsiteY5920" fmla="*/ 745880 h 4550534"/>
              <a:gd name="connsiteX5921" fmla="*/ 4062138 w 5876984"/>
              <a:gd name="connsiteY5921" fmla="*/ 750790 h 4550534"/>
              <a:gd name="connsiteX5922" fmla="*/ 4076856 w 5876984"/>
              <a:gd name="connsiteY5922" fmla="*/ 744330 h 4550534"/>
              <a:gd name="connsiteX5923" fmla="*/ 4055782 w 5876984"/>
              <a:gd name="connsiteY5923" fmla="*/ 744330 h 4550534"/>
              <a:gd name="connsiteX5924" fmla="*/ 4085218 w 5876984"/>
              <a:gd name="connsiteY5924" fmla="*/ 737869 h 4550534"/>
              <a:gd name="connsiteX5925" fmla="*/ 4080373 w 5876984"/>
              <a:gd name="connsiteY5925" fmla="*/ 751860 h 4550534"/>
              <a:gd name="connsiteX5926" fmla="*/ 4084800 w 5876984"/>
              <a:gd name="connsiteY5926" fmla="*/ 754582 h 4550534"/>
              <a:gd name="connsiteX5927" fmla="*/ 4087857 w 5876984"/>
              <a:gd name="connsiteY5927" fmla="*/ 750912 h 4550534"/>
              <a:gd name="connsiteX5928" fmla="*/ 4088758 w 5876984"/>
              <a:gd name="connsiteY5928" fmla="*/ 757013 h 4550534"/>
              <a:gd name="connsiteX5929" fmla="*/ 4089566 w 5876984"/>
              <a:gd name="connsiteY5929" fmla="*/ 757510 h 4550534"/>
              <a:gd name="connsiteX5930" fmla="*/ 4088824 w 5876984"/>
              <a:gd name="connsiteY5930" fmla="*/ 757457 h 4550534"/>
              <a:gd name="connsiteX5931" fmla="*/ 4089666 w 5876984"/>
              <a:gd name="connsiteY5931" fmla="*/ 763166 h 4550534"/>
              <a:gd name="connsiteX5932" fmla="*/ 4077092 w 5876984"/>
              <a:gd name="connsiteY5932" fmla="*/ 770415 h 4550534"/>
              <a:gd name="connsiteX5933" fmla="*/ 4083484 w 5876984"/>
              <a:gd name="connsiteY5933" fmla="*/ 775290 h 4550534"/>
              <a:gd name="connsiteX5934" fmla="*/ 4094250 w 5876984"/>
              <a:gd name="connsiteY5934" fmla="*/ 767079 h 4550534"/>
              <a:gd name="connsiteX5935" fmla="*/ 4117464 w 5876984"/>
              <a:gd name="connsiteY5935" fmla="*/ 762203 h 4550534"/>
              <a:gd name="connsiteX5936" fmla="*/ 4102660 w 5876984"/>
              <a:gd name="connsiteY5936" fmla="*/ 750912 h 4550534"/>
              <a:gd name="connsiteX5937" fmla="*/ 4145050 w 5876984"/>
              <a:gd name="connsiteY5937" fmla="*/ 734745 h 4550534"/>
              <a:gd name="connsiteX5938" fmla="*/ 4164227 w 5876984"/>
              <a:gd name="connsiteY5938" fmla="*/ 703952 h 4550534"/>
              <a:gd name="connsiteX5939" fmla="*/ 4183404 w 5876984"/>
              <a:gd name="connsiteY5939" fmla="*/ 705492 h 4550534"/>
              <a:gd name="connsiteX5940" fmla="*/ 4177012 w 5876984"/>
              <a:gd name="connsiteY5940" fmla="*/ 720119 h 4550534"/>
              <a:gd name="connsiteX5941" fmla="*/ 4194170 w 5876984"/>
              <a:gd name="connsiteY5941" fmla="*/ 717039 h 4550534"/>
              <a:gd name="connsiteX5942" fmla="*/ 4189797 w 5876984"/>
              <a:gd name="connsiteY5942" fmla="*/ 710367 h 4550534"/>
              <a:gd name="connsiteX5943" fmla="*/ 4204600 w 5876984"/>
              <a:gd name="connsiteY5943" fmla="*/ 717039 h 4550534"/>
              <a:gd name="connsiteX5944" fmla="*/ 4204600 w 5876984"/>
              <a:gd name="connsiteY5944" fmla="*/ 760664 h 4550534"/>
              <a:gd name="connsiteX5945" fmla="*/ 4215365 w 5876984"/>
              <a:gd name="connsiteY5945" fmla="*/ 746037 h 4550534"/>
              <a:gd name="connsiteX5946" fmla="*/ 4202581 w 5876984"/>
              <a:gd name="connsiteY5946" fmla="*/ 747833 h 4550534"/>
              <a:gd name="connsiteX5947" fmla="*/ 4202581 w 5876984"/>
              <a:gd name="connsiteY5947" fmla="*/ 741161 h 4550534"/>
              <a:gd name="connsiteX5948" fmla="*/ 4223777 w 5876984"/>
              <a:gd name="connsiteY5948" fmla="*/ 742958 h 4550534"/>
              <a:gd name="connsiteX5949" fmla="*/ 4221758 w 5876984"/>
              <a:gd name="connsiteY5949" fmla="*/ 750912 h 4550534"/>
              <a:gd name="connsiteX5950" fmla="*/ 4229276 w 5876984"/>
              <a:gd name="connsiteY5950" fmla="*/ 751148 h 4550534"/>
              <a:gd name="connsiteX5951" fmla="*/ 4235788 w 5876984"/>
              <a:gd name="connsiteY5951" fmla="*/ 739185 h 4550534"/>
              <a:gd name="connsiteX5952" fmla="*/ 4235204 w 5876984"/>
              <a:gd name="connsiteY5952" fmla="*/ 726484 h 4550534"/>
              <a:gd name="connsiteX5953" fmla="*/ 4258516 w 5876984"/>
              <a:gd name="connsiteY5953" fmla="*/ 719797 h 4550534"/>
              <a:gd name="connsiteX5954" fmla="*/ 4241532 w 5876984"/>
              <a:gd name="connsiteY5954" fmla="*/ 736002 h 4550534"/>
              <a:gd name="connsiteX5955" fmla="*/ 4241434 w 5876984"/>
              <a:gd name="connsiteY5955" fmla="*/ 738291 h 4550534"/>
              <a:gd name="connsiteX5956" fmla="*/ 4245430 w 5876984"/>
              <a:gd name="connsiteY5956" fmla="*/ 739966 h 4550534"/>
              <a:gd name="connsiteX5957" fmla="*/ 4243332 w 5876984"/>
              <a:gd name="connsiteY5957" fmla="*/ 741610 h 4550534"/>
              <a:gd name="connsiteX5958" fmla="*/ 4241037 w 5876984"/>
              <a:gd name="connsiteY5958" fmla="*/ 747569 h 4550534"/>
              <a:gd name="connsiteX5959" fmla="*/ 4241026 w 5876984"/>
              <a:gd name="connsiteY5959" fmla="*/ 747835 h 4550534"/>
              <a:gd name="connsiteX5960" fmla="*/ 4251643 w 5876984"/>
              <a:gd name="connsiteY5960" fmla="*/ 748041 h 4550534"/>
              <a:gd name="connsiteX5961" fmla="*/ 4260112 w 5876984"/>
              <a:gd name="connsiteY5961" fmla="*/ 738082 h 4550534"/>
              <a:gd name="connsiteX5962" fmla="*/ 4262130 w 5876984"/>
              <a:gd name="connsiteY5962" fmla="*/ 760664 h 4550534"/>
              <a:gd name="connsiteX5963" fmla="*/ 4260112 w 5876984"/>
              <a:gd name="connsiteY5963" fmla="*/ 770415 h 4550534"/>
              <a:gd name="connsiteX5964" fmla="*/ 4270541 w 5876984"/>
              <a:gd name="connsiteY5964" fmla="*/ 791457 h 4550534"/>
              <a:gd name="connsiteX5965" fmla="*/ 4262130 w 5876984"/>
              <a:gd name="connsiteY5965" fmla="*/ 786582 h 4550534"/>
              <a:gd name="connsiteX5966" fmla="*/ 4265788 w 5876984"/>
              <a:gd name="connsiteY5966" fmla="*/ 798675 h 4550534"/>
              <a:gd name="connsiteX5967" fmla="*/ 4274140 w 5876984"/>
              <a:gd name="connsiteY5967" fmla="*/ 803263 h 4550534"/>
              <a:gd name="connsiteX5968" fmla="*/ 4276540 w 5876984"/>
              <a:gd name="connsiteY5968" fmla="*/ 799084 h 4550534"/>
              <a:gd name="connsiteX5969" fmla="*/ 4289680 w 5876984"/>
              <a:gd name="connsiteY5969" fmla="*/ 789966 h 4550534"/>
              <a:gd name="connsiteX5970" fmla="*/ 4281203 w 5876984"/>
              <a:gd name="connsiteY5970" fmla="*/ 804711 h 4550534"/>
              <a:gd name="connsiteX5971" fmla="*/ 4275738 w 5876984"/>
              <a:gd name="connsiteY5971" fmla="*/ 804141 h 4550534"/>
              <a:gd name="connsiteX5972" fmla="*/ 4285344 w 5876984"/>
              <a:gd name="connsiteY5972" fmla="*/ 809420 h 4550534"/>
              <a:gd name="connsiteX5973" fmla="*/ 4291736 w 5876984"/>
              <a:gd name="connsiteY5973" fmla="*/ 803005 h 4550534"/>
              <a:gd name="connsiteX5974" fmla="*/ 4313268 w 5876984"/>
              <a:gd name="connsiteY5974" fmla="*/ 820711 h 4550534"/>
              <a:gd name="connsiteX5975" fmla="*/ 4315287 w 5876984"/>
              <a:gd name="connsiteY5975" fmla="*/ 845089 h 4550534"/>
              <a:gd name="connsiteX5976" fmla="*/ 4313268 w 5876984"/>
              <a:gd name="connsiteY5976" fmla="*/ 877422 h 4550534"/>
              <a:gd name="connsiteX5977" fmla="*/ 4302502 w 5876984"/>
              <a:gd name="connsiteY5977" fmla="*/ 910013 h 4550534"/>
              <a:gd name="connsiteX5978" fmla="*/ 4307036 w 5876984"/>
              <a:gd name="connsiteY5978" fmla="*/ 907888 h 4550534"/>
              <a:gd name="connsiteX5979" fmla="*/ 4306398 w 5876984"/>
              <a:gd name="connsiteY5979" fmla="*/ 906762 h 4550534"/>
              <a:gd name="connsiteX5980" fmla="*/ 4313212 w 5876984"/>
              <a:gd name="connsiteY5980" fmla="*/ 901149 h 4550534"/>
              <a:gd name="connsiteX5981" fmla="*/ 4317174 w 5876984"/>
              <a:gd name="connsiteY5981" fmla="*/ 901737 h 4550534"/>
              <a:gd name="connsiteX5982" fmla="*/ 4321678 w 5876984"/>
              <a:gd name="connsiteY5982" fmla="*/ 893589 h 4550534"/>
              <a:gd name="connsiteX5983" fmla="*/ 4325716 w 5876984"/>
              <a:gd name="connsiteY5983" fmla="*/ 906676 h 4550534"/>
              <a:gd name="connsiteX5984" fmla="*/ 4338500 w 5876984"/>
              <a:gd name="connsiteY5984" fmla="*/ 916427 h 4550534"/>
              <a:gd name="connsiteX5985" fmla="*/ 4357676 w 5876984"/>
              <a:gd name="connsiteY5985" fmla="*/ 895386 h 4550534"/>
              <a:gd name="connsiteX5986" fmla="*/ 4349267 w 5876984"/>
              <a:gd name="connsiteY5986" fmla="*/ 935931 h 4550534"/>
              <a:gd name="connsiteX5987" fmla="*/ 4340855 w 5876984"/>
              <a:gd name="connsiteY5987" fmla="*/ 955177 h 4550534"/>
              <a:gd name="connsiteX5988" fmla="*/ 4338500 w 5876984"/>
              <a:gd name="connsiteY5988" fmla="*/ 981351 h 4550534"/>
              <a:gd name="connsiteX5989" fmla="*/ 4283325 w 5876984"/>
              <a:gd name="connsiteY5989" fmla="*/ 1070395 h 4550534"/>
              <a:gd name="connsiteX5990" fmla="*/ 4294092 w 5876984"/>
              <a:gd name="connsiteY5990" fmla="*/ 1063980 h 4550534"/>
              <a:gd name="connsiteX5991" fmla="*/ 4306876 w 5876984"/>
              <a:gd name="connsiteY5991" fmla="*/ 1068856 h 4550534"/>
              <a:gd name="connsiteX5992" fmla="*/ 4281307 w 5876984"/>
              <a:gd name="connsiteY5992" fmla="*/ 1073731 h 4550534"/>
              <a:gd name="connsiteX5993" fmla="*/ 4255738 w 5876984"/>
              <a:gd name="connsiteY5993" fmla="*/ 1120692 h 4550534"/>
              <a:gd name="connsiteX5994" fmla="*/ 4251364 w 5876984"/>
              <a:gd name="connsiteY5994" fmla="*/ 1131983 h 4550534"/>
              <a:gd name="connsiteX5995" fmla="*/ 4226132 w 5876984"/>
              <a:gd name="connsiteY5995" fmla="*/ 1157900 h 4550534"/>
              <a:gd name="connsiteX5996" fmla="*/ 4272560 w 5876984"/>
              <a:gd name="connsiteY5996" fmla="*/ 1141734 h 4550534"/>
              <a:gd name="connsiteX5997" fmla="*/ 4239773 w 5876984"/>
              <a:gd name="connsiteY5997" fmla="*/ 1179119 h 4550534"/>
              <a:gd name="connsiteX5998" fmla="*/ 4235254 w 5876984"/>
              <a:gd name="connsiteY5998" fmla="*/ 1187728 h 4550534"/>
              <a:gd name="connsiteX5999" fmla="*/ 4239498 w 5876984"/>
              <a:gd name="connsiteY5999" fmla="*/ 1191120 h 4550534"/>
              <a:gd name="connsiteX6000" fmla="*/ 4221237 w 5876984"/>
              <a:gd name="connsiteY6000" fmla="*/ 1202798 h 4550534"/>
              <a:gd name="connsiteX6001" fmla="*/ 4223223 w 5876984"/>
              <a:gd name="connsiteY6001" fmla="*/ 1197891 h 4550534"/>
              <a:gd name="connsiteX6002" fmla="*/ 4202581 w 5876984"/>
              <a:gd name="connsiteY6002" fmla="*/ 1207844 h 4550534"/>
              <a:gd name="connsiteX6003" fmla="*/ 4179030 w 5876984"/>
              <a:gd name="connsiteY6003" fmla="*/ 1224620 h 4550534"/>
              <a:gd name="connsiteX6004" fmla="*/ 4204600 w 5876984"/>
              <a:gd name="connsiteY6004" fmla="*/ 1224620 h 4550534"/>
              <a:gd name="connsiteX6005" fmla="*/ 4196188 w 5876984"/>
              <a:gd name="connsiteY6005" fmla="*/ 1234115 h 4550534"/>
              <a:gd name="connsiteX6006" fmla="*/ 4190262 w 5876984"/>
              <a:gd name="connsiteY6006" fmla="*/ 1232613 h 4550534"/>
              <a:gd name="connsiteX6007" fmla="*/ 4179550 w 5876984"/>
              <a:gd name="connsiteY6007" fmla="*/ 1243713 h 4550534"/>
              <a:gd name="connsiteX6008" fmla="*/ 4167258 w 5876984"/>
              <a:gd name="connsiteY6008" fmla="*/ 1253727 h 4550534"/>
              <a:gd name="connsiteX6009" fmla="*/ 4162636 w 5876984"/>
              <a:gd name="connsiteY6009" fmla="*/ 1246088 h 4550534"/>
              <a:gd name="connsiteX6010" fmla="*/ 4155733 w 5876984"/>
              <a:gd name="connsiteY6010" fmla="*/ 1249832 h 4550534"/>
              <a:gd name="connsiteX6011" fmla="*/ 4132266 w 5876984"/>
              <a:gd name="connsiteY6011" fmla="*/ 1268244 h 4550534"/>
              <a:gd name="connsiteX6012" fmla="*/ 4128228 w 5876984"/>
              <a:gd name="connsiteY6012" fmla="*/ 1263369 h 4550534"/>
              <a:gd name="connsiteX6013" fmla="*/ 4051522 w 5876984"/>
              <a:gd name="connsiteY6013" fmla="*/ 1297498 h 4550534"/>
              <a:gd name="connsiteX6014" fmla="*/ 3977171 w 5876984"/>
              <a:gd name="connsiteY6014" fmla="*/ 1326495 h 4550534"/>
              <a:gd name="connsiteX6015" fmla="*/ 3858073 w 5876984"/>
              <a:gd name="connsiteY6015" fmla="*/ 1368836 h 4550534"/>
              <a:gd name="connsiteX6016" fmla="*/ 3872876 w 5876984"/>
              <a:gd name="connsiteY6016" fmla="*/ 1378587 h 4550534"/>
              <a:gd name="connsiteX6017" fmla="*/ 3836878 w 5876984"/>
              <a:gd name="connsiteY6017" fmla="*/ 1393214 h 4550534"/>
              <a:gd name="connsiteX6018" fmla="*/ 3841251 w 5876984"/>
              <a:gd name="connsiteY6018" fmla="*/ 1386543 h 4550534"/>
              <a:gd name="connsiteX6019" fmla="*/ 3828467 w 5876984"/>
              <a:gd name="connsiteY6019" fmla="*/ 1388339 h 4550534"/>
              <a:gd name="connsiteX6020" fmla="*/ 3830485 w 5876984"/>
              <a:gd name="connsiteY6020" fmla="*/ 1394754 h 4550534"/>
              <a:gd name="connsiteX6021" fmla="*/ 3690192 w 5876984"/>
              <a:gd name="connsiteY6021" fmla="*/ 1431963 h 4550534"/>
              <a:gd name="connsiteX6022" fmla="*/ 3749741 w 5876984"/>
              <a:gd name="connsiteY6022" fmla="*/ 1433759 h 4550534"/>
              <a:gd name="connsiteX6023" fmla="*/ 3715761 w 5876984"/>
              <a:gd name="connsiteY6023" fmla="*/ 1441714 h 4550534"/>
              <a:gd name="connsiteX6024" fmla="*/ 3741330 w 5876984"/>
              <a:gd name="connsiteY6024" fmla="*/ 1435299 h 4550534"/>
              <a:gd name="connsiteX6025" fmla="*/ 3745367 w 5876984"/>
              <a:gd name="connsiteY6025" fmla="*/ 1443254 h 4550534"/>
              <a:gd name="connsiteX6026" fmla="*/ 3758152 w 5876984"/>
              <a:gd name="connsiteY6026" fmla="*/ 1436838 h 4550534"/>
              <a:gd name="connsiteX6027" fmla="*/ 3756133 w 5876984"/>
              <a:gd name="connsiteY6027" fmla="*/ 1420672 h 4550534"/>
              <a:gd name="connsiteX6028" fmla="*/ 3779347 w 5876984"/>
              <a:gd name="connsiteY6028" fmla="*/ 1425548 h 4550534"/>
              <a:gd name="connsiteX6029" fmla="*/ 3794487 w 5876984"/>
              <a:gd name="connsiteY6029" fmla="*/ 1415797 h 4550534"/>
              <a:gd name="connsiteX6030" fmla="*/ 3794487 w 5876984"/>
              <a:gd name="connsiteY6030" fmla="*/ 1427087 h 4550534"/>
              <a:gd name="connsiteX6031" fmla="*/ 3804916 w 5876984"/>
              <a:gd name="connsiteY6031" fmla="*/ 1420672 h 4550534"/>
              <a:gd name="connsiteX6032" fmla="*/ 3796505 w 5876984"/>
              <a:gd name="connsiteY6032" fmla="*/ 1412717 h 4550534"/>
              <a:gd name="connsiteX6033" fmla="*/ 3832504 w 5876984"/>
              <a:gd name="connsiteY6033" fmla="*/ 1402966 h 4550534"/>
              <a:gd name="connsiteX6034" fmla="*/ 3838896 w 5876984"/>
              <a:gd name="connsiteY6034" fmla="*/ 1414257 h 4550534"/>
              <a:gd name="connsiteX6035" fmla="*/ 3843269 w 5876984"/>
              <a:gd name="connsiteY6035" fmla="*/ 1409959 h 4550534"/>
              <a:gd name="connsiteX6036" fmla="*/ 3843836 w 5876984"/>
              <a:gd name="connsiteY6036" fmla="*/ 1409253 h 4550534"/>
              <a:gd name="connsiteX6037" fmla="*/ 3892431 w 5876984"/>
              <a:gd name="connsiteY6037" fmla="*/ 1398250 h 4550534"/>
              <a:gd name="connsiteX6038" fmla="*/ 3936798 w 5876984"/>
              <a:gd name="connsiteY6038" fmla="*/ 1383463 h 4550534"/>
              <a:gd name="connsiteX6039" fmla="*/ 4021916 w 5876984"/>
              <a:gd name="connsiteY6039" fmla="*/ 1350873 h 4550534"/>
              <a:gd name="connsiteX6040" fmla="*/ 4019560 w 5876984"/>
              <a:gd name="connsiteY6040" fmla="*/ 1342919 h 4550534"/>
              <a:gd name="connsiteX6041" fmla="*/ 4049504 w 5876984"/>
              <a:gd name="connsiteY6041" fmla="*/ 1338043 h 4550534"/>
              <a:gd name="connsiteX6042" fmla="*/ 4070699 w 5876984"/>
              <a:gd name="connsiteY6042" fmla="*/ 1317001 h 4550534"/>
              <a:gd name="connsiteX6043" fmla="*/ 4089876 w 5876984"/>
              <a:gd name="connsiteY6043" fmla="*/ 1317001 h 4550534"/>
              <a:gd name="connsiteX6044" fmla="*/ 4087857 w 5876984"/>
              <a:gd name="connsiteY6044" fmla="*/ 1303914 h 4550534"/>
              <a:gd name="connsiteX6045" fmla="*/ 4121837 w 5876984"/>
              <a:gd name="connsiteY6045" fmla="*/ 1289287 h 4550534"/>
              <a:gd name="connsiteX6046" fmla="*/ 4160190 w 5876984"/>
              <a:gd name="connsiteY6046" fmla="*/ 1282871 h 4550534"/>
              <a:gd name="connsiteX6047" fmla="*/ 4157836 w 5876984"/>
              <a:gd name="connsiteY6047" fmla="*/ 1266704 h 4550534"/>
              <a:gd name="connsiteX6048" fmla="*/ 4166583 w 5876984"/>
              <a:gd name="connsiteY6048" fmla="*/ 1273120 h 4550534"/>
              <a:gd name="connsiteX6049" fmla="*/ 4221758 w 5876984"/>
              <a:gd name="connsiteY6049" fmla="*/ 1232575 h 4550534"/>
              <a:gd name="connsiteX6050" fmla="*/ 4255738 w 5876984"/>
              <a:gd name="connsiteY6050" fmla="*/ 1213072 h 4550534"/>
              <a:gd name="connsiteX6051" fmla="*/ 4257524 w 5876984"/>
              <a:gd name="connsiteY6051" fmla="*/ 1211196 h 4550534"/>
              <a:gd name="connsiteX6052" fmla="*/ 4255926 w 5876984"/>
              <a:gd name="connsiteY6052" fmla="*/ 1209719 h 4550534"/>
              <a:gd name="connsiteX6053" fmla="*/ 4257260 w 5876984"/>
              <a:gd name="connsiteY6053" fmla="*/ 1199662 h 4550534"/>
              <a:gd name="connsiteX6054" fmla="*/ 4263685 w 5876984"/>
              <a:gd name="connsiteY6054" fmla="*/ 1204727 h 4550534"/>
              <a:gd name="connsiteX6055" fmla="*/ 4278952 w 5876984"/>
              <a:gd name="connsiteY6055" fmla="*/ 1188694 h 4550534"/>
              <a:gd name="connsiteX6056" fmla="*/ 4296110 w 5876984"/>
              <a:gd name="connsiteY6056" fmla="*/ 1188694 h 4550534"/>
              <a:gd name="connsiteX6057" fmla="*/ 4447169 w 5876984"/>
              <a:gd name="connsiteY6057" fmla="*/ 1026515 h 4550534"/>
              <a:gd name="connsiteX6058" fmla="*/ 4359696 w 5876984"/>
              <a:gd name="connsiteY6058" fmla="*/ 1138398 h 4550534"/>
              <a:gd name="connsiteX6059" fmla="*/ 4303974 w 5876984"/>
              <a:gd name="connsiteY6059" fmla="*/ 1186320 h 4550534"/>
              <a:gd name="connsiteX6060" fmla="*/ 4266535 w 5876984"/>
              <a:gd name="connsiteY6060" fmla="*/ 1210623 h 4550534"/>
              <a:gd name="connsiteX6061" fmla="*/ 4265594 w 5876984"/>
              <a:gd name="connsiteY6061" fmla="*/ 1218651 h 4550534"/>
              <a:gd name="connsiteX6062" fmla="*/ 4260879 w 5876984"/>
              <a:gd name="connsiteY6062" fmla="*/ 1214295 h 4550534"/>
              <a:gd name="connsiteX6063" fmla="*/ 4252157 w 5876984"/>
              <a:gd name="connsiteY6063" fmla="*/ 1219956 h 4550534"/>
              <a:gd name="connsiteX6064" fmla="*/ 4252960 w 5876984"/>
              <a:gd name="connsiteY6064" fmla="*/ 1226561 h 4550534"/>
              <a:gd name="connsiteX6065" fmla="*/ 4255482 w 5876984"/>
              <a:gd name="connsiteY6065" fmla="*/ 1233705 h 4550534"/>
              <a:gd name="connsiteX6066" fmla="*/ 4252692 w 5876984"/>
              <a:gd name="connsiteY6066" fmla="*/ 1234127 h 4550534"/>
              <a:gd name="connsiteX6067" fmla="*/ 4255738 w 5876984"/>
              <a:gd name="connsiteY6067" fmla="*/ 1238990 h 4550534"/>
              <a:gd name="connsiteX6068" fmla="*/ 4234542 w 5876984"/>
              <a:gd name="connsiteY6068" fmla="*/ 1243866 h 4550534"/>
              <a:gd name="connsiteX6069" fmla="*/ 4210992 w 5876984"/>
              <a:gd name="connsiteY6069" fmla="*/ 1253617 h 4550534"/>
              <a:gd name="connsiteX6070" fmla="*/ 4219403 w 5876984"/>
              <a:gd name="connsiteY6070" fmla="*/ 1258493 h 4550534"/>
              <a:gd name="connsiteX6071" fmla="*/ 4198207 w 5876984"/>
              <a:gd name="connsiteY6071" fmla="*/ 1268244 h 4550534"/>
              <a:gd name="connsiteX6072" fmla="*/ 4185423 w 5876984"/>
              <a:gd name="connsiteY6072" fmla="*/ 1287747 h 4550534"/>
              <a:gd name="connsiteX6073" fmla="*/ 4179030 w 5876984"/>
              <a:gd name="connsiteY6073" fmla="*/ 1281331 h 4550534"/>
              <a:gd name="connsiteX6074" fmla="*/ 4121837 w 5876984"/>
              <a:gd name="connsiteY6074" fmla="*/ 1310328 h 4550534"/>
              <a:gd name="connsiteX6075" fmla="*/ 4141014 w 5876984"/>
              <a:gd name="connsiteY6075" fmla="*/ 1323416 h 4550534"/>
              <a:gd name="connsiteX6076" fmla="*/ 4117464 w 5876984"/>
              <a:gd name="connsiteY6076" fmla="*/ 1315204 h 4550534"/>
              <a:gd name="connsiteX6077" fmla="*/ 4066662 w 5876984"/>
              <a:gd name="connsiteY6077" fmla="*/ 1345998 h 4550534"/>
              <a:gd name="connsiteX6078" fmla="*/ 4002739 w 5876984"/>
              <a:gd name="connsiteY6078" fmla="*/ 1363960 h 4550534"/>
              <a:gd name="connsiteX6079" fmla="*/ 4013506 w 5876984"/>
              <a:gd name="connsiteY6079" fmla="*/ 1365500 h 4550534"/>
              <a:gd name="connsiteX6080" fmla="*/ 3941172 w 5876984"/>
              <a:gd name="connsiteY6080" fmla="*/ 1393214 h 4550534"/>
              <a:gd name="connsiteX6081" fmla="*/ 3866484 w 5876984"/>
              <a:gd name="connsiteY6081" fmla="*/ 1427087 h 4550534"/>
              <a:gd name="connsiteX6082" fmla="*/ 3790113 w 5876984"/>
              <a:gd name="connsiteY6082" fmla="*/ 1457881 h 4550534"/>
              <a:gd name="connsiteX6083" fmla="*/ 3709369 w 5876984"/>
              <a:gd name="connsiteY6083" fmla="*/ 1479180 h 4550534"/>
              <a:gd name="connsiteX6084" fmla="*/ 3704996 w 5876984"/>
              <a:gd name="connsiteY6084" fmla="*/ 1488675 h 4550534"/>
              <a:gd name="connsiteX6085" fmla="*/ 3569076 w 5876984"/>
              <a:gd name="connsiteY6085" fmla="*/ 1522804 h 4550534"/>
              <a:gd name="connsiteX6086" fmla="*/ 3568781 w 5876984"/>
              <a:gd name="connsiteY6086" fmla="*/ 1521393 h 4550534"/>
              <a:gd name="connsiteX6087" fmla="*/ 3567028 w 5876984"/>
              <a:gd name="connsiteY6087" fmla="*/ 1512988 h 4550534"/>
              <a:gd name="connsiteX6088" fmla="*/ 3566294 w 5876984"/>
              <a:gd name="connsiteY6088" fmla="*/ 1514030 h 4550534"/>
              <a:gd name="connsiteX6089" fmla="*/ 3564926 w 5876984"/>
              <a:gd name="connsiteY6089" fmla="*/ 1512348 h 4550534"/>
              <a:gd name="connsiteX6090" fmla="*/ 3538713 w 5876984"/>
              <a:gd name="connsiteY6090" fmla="*/ 1524537 h 4550534"/>
              <a:gd name="connsiteX6091" fmla="*/ 3507172 w 5876984"/>
              <a:gd name="connsiteY6091" fmla="*/ 1532555 h 4550534"/>
              <a:gd name="connsiteX6092" fmla="*/ 3496753 w 5876984"/>
              <a:gd name="connsiteY6092" fmla="*/ 1533869 h 4550534"/>
              <a:gd name="connsiteX6093" fmla="*/ 3500195 w 5876984"/>
              <a:gd name="connsiteY6093" fmla="*/ 1534800 h 4550534"/>
              <a:gd name="connsiteX6094" fmla="*/ 3515050 w 5876984"/>
              <a:gd name="connsiteY6094" fmla="*/ 1533469 h 4550534"/>
              <a:gd name="connsiteX6095" fmla="*/ 3518613 w 5876984"/>
              <a:gd name="connsiteY6095" fmla="*/ 1533211 h 4550534"/>
              <a:gd name="connsiteX6096" fmla="*/ 3519993 w 5876984"/>
              <a:gd name="connsiteY6096" fmla="*/ 1532032 h 4550534"/>
              <a:gd name="connsiteX6097" fmla="*/ 3519292 w 5876984"/>
              <a:gd name="connsiteY6097" fmla="*/ 1533163 h 4550534"/>
              <a:gd name="connsiteX6098" fmla="*/ 3529525 w 5876984"/>
              <a:gd name="connsiteY6098" fmla="*/ 1532426 h 4550534"/>
              <a:gd name="connsiteX6099" fmla="*/ 3543055 w 5876984"/>
              <a:gd name="connsiteY6099" fmla="*/ 1537254 h 4550534"/>
              <a:gd name="connsiteX6100" fmla="*/ 3666178 w 5876984"/>
              <a:gd name="connsiteY6100" fmla="*/ 1522624 h 4550534"/>
              <a:gd name="connsiteX6101" fmla="*/ 3672570 w 5876984"/>
              <a:gd name="connsiteY6101" fmla="*/ 1530837 h 4550534"/>
              <a:gd name="connsiteX6102" fmla="*/ 3721600 w 5876984"/>
              <a:gd name="connsiteY6102" fmla="*/ 1523876 h 4550534"/>
              <a:gd name="connsiteX6103" fmla="*/ 3741568 w 5876984"/>
              <a:gd name="connsiteY6103" fmla="*/ 1522297 h 4550534"/>
              <a:gd name="connsiteX6104" fmla="*/ 3742279 w 5876984"/>
              <a:gd name="connsiteY6104" fmla="*/ 1520384 h 4550534"/>
              <a:gd name="connsiteX6105" fmla="*/ 3751629 w 5876984"/>
              <a:gd name="connsiteY6105" fmla="*/ 1519272 h 4550534"/>
              <a:gd name="connsiteX6106" fmla="*/ 3764070 w 5876984"/>
              <a:gd name="connsiteY6106" fmla="*/ 1514411 h 4550534"/>
              <a:gd name="connsiteX6107" fmla="*/ 3794009 w 5876984"/>
              <a:gd name="connsiteY6107" fmla="*/ 1521084 h 4550534"/>
              <a:gd name="connsiteX6108" fmla="*/ 3798046 w 5876984"/>
              <a:gd name="connsiteY6108" fmla="*/ 1511330 h 4550534"/>
              <a:gd name="connsiteX6109" fmla="*/ 3827986 w 5876984"/>
              <a:gd name="connsiteY6109" fmla="*/ 1509791 h 4550534"/>
              <a:gd name="connsiteX6110" fmla="*/ 3863981 w 5876984"/>
              <a:gd name="connsiteY6110" fmla="*/ 1507994 h 4550534"/>
              <a:gd name="connsiteX6111" fmla="*/ 3885174 w 5876984"/>
              <a:gd name="connsiteY6111" fmla="*/ 1500037 h 4550534"/>
              <a:gd name="connsiteX6112" fmla="*/ 3919488 w 5876984"/>
              <a:gd name="connsiteY6112" fmla="*/ 1495161 h 4550534"/>
              <a:gd name="connsiteX6113" fmla="*/ 3951109 w 5876984"/>
              <a:gd name="connsiteY6113" fmla="*/ 1486947 h 4550534"/>
              <a:gd name="connsiteX6114" fmla="*/ 3981049 w 5876984"/>
              <a:gd name="connsiteY6114" fmla="*/ 1478990 h 4550534"/>
              <a:gd name="connsiteX6115" fmla="*/ 4013006 w 5876984"/>
              <a:gd name="connsiteY6115" fmla="*/ 1474114 h 4550534"/>
              <a:gd name="connsiteX6116" fmla="*/ 4010652 w 5876984"/>
              <a:gd name="connsiteY6116" fmla="*/ 1467440 h 4550534"/>
              <a:gd name="connsiteX6117" fmla="*/ 4046984 w 5876984"/>
              <a:gd name="connsiteY6117" fmla="*/ 1462564 h 4550534"/>
              <a:gd name="connsiteX6118" fmla="*/ 4072550 w 5876984"/>
              <a:gd name="connsiteY6118" fmla="*/ 1446394 h 4550534"/>
              <a:gd name="connsiteX6119" fmla="*/ 4087352 w 5876984"/>
              <a:gd name="connsiteY6119" fmla="*/ 1454607 h 4550534"/>
              <a:gd name="connsiteX6120" fmla="*/ 4108544 w 5876984"/>
              <a:gd name="connsiteY6120" fmla="*/ 1444854 h 4550534"/>
              <a:gd name="connsiteX6121" fmla="*/ 4102153 w 5876984"/>
              <a:gd name="connsiteY6121" fmla="*/ 1438437 h 4550534"/>
              <a:gd name="connsiteX6122" fmla="*/ 4121328 w 5876984"/>
              <a:gd name="connsiteY6122" fmla="*/ 1438437 h 4550534"/>
              <a:gd name="connsiteX6123" fmla="*/ 4144540 w 5876984"/>
              <a:gd name="connsiteY6123" fmla="*/ 1420471 h 4550534"/>
              <a:gd name="connsiteX6124" fmla="*/ 4178516 w 5876984"/>
              <a:gd name="connsiteY6124" fmla="*/ 1410717 h 4550534"/>
              <a:gd name="connsiteX6125" fmla="*/ 4168088 w 5876984"/>
              <a:gd name="connsiteY6125" fmla="*/ 1404300 h 4550534"/>
              <a:gd name="connsiteX6126" fmla="*/ 4206101 w 5876984"/>
              <a:gd name="connsiteY6126" fmla="*/ 1389670 h 4550534"/>
              <a:gd name="connsiteX6127" fmla="*/ 4236040 w 5876984"/>
              <a:gd name="connsiteY6127" fmla="*/ 1367083 h 4550534"/>
              <a:gd name="connsiteX6128" fmla="*/ 4250842 w 5876984"/>
              <a:gd name="connsiteY6128" fmla="*/ 1370164 h 4550534"/>
              <a:gd name="connsiteX6129" fmla="*/ 4246806 w 5876984"/>
              <a:gd name="connsiteY6129" fmla="*/ 1353993 h 4550534"/>
              <a:gd name="connsiteX6130" fmla="*/ 4278427 w 5876984"/>
              <a:gd name="connsiteY6130" fmla="*/ 1345780 h 4550534"/>
              <a:gd name="connsiteX6131" fmla="*/ 4308368 w 5876984"/>
              <a:gd name="connsiteY6131" fmla="*/ 1313440 h 4550534"/>
              <a:gd name="connsiteX6132" fmla="*/ 4340325 w 5876984"/>
              <a:gd name="connsiteY6132" fmla="*/ 1292393 h 4550534"/>
              <a:gd name="connsiteX6133" fmla="*/ 4327542 w 5876984"/>
              <a:gd name="connsiteY6133" fmla="*/ 1285977 h 4550534"/>
              <a:gd name="connsiteX6134" fmla="*/ 4337970 w 5876984"/>
              <a:gd name="connsiteY6134" fmla="*/ 1276223 h 4550534"/>
              <a:gd name="connsiteX6135" fmla="*/ 4369928 w 5876984"/>
              <a:gd name="connsiteY6135" fmla="*/ 1246963 h 4550534"/>
              <a:gd name="connsiteX6136" fmla="*/ 4391122 w 5876984"/>
              <a:gd name="connsiteY6136" fmla="*/ 1251839 h 4550534"/>
              <a:gd name="connsiteX6137" fmla="*/ 4395496 w 5876984"/>
              <a:gd name="connsiteY6137" fmla="*/ 1211286 h 4550534"/>
              <a:gd name="connsiteX6138" fmla="*/ 4401887 w 5876984"/>
              <a:gd name="connsiteY6138" fmla="*/ 1222579 h 4550534"/>
              <a:gd name="connsiteX6139" fmla="*/ 4421062 w 5876984"/>
              <a:gd name="connsiteY6139" fmla="*/ 1224376 h 4550534"/>
              <a:gd name="connsiteX6140" fmla="*/ 4425098 w 5876984"/>
              <a:gd name="connsiteY6140" fmla="*/ 1203073 h 4550534"/>
              <a:gd name="connsiteX6141" fmla="*/ 4427454 w 5876984"/>
              <a:gd name="connsiteY6141" fmla="*/ 1212826 h 4550534"/>
              <a:gd name="connsiteX6142" fmla="*/ 4433845 w 5876984"/>
              <a:gd name="connsiteY6142" fmla="*/ 1188442 h 4550534"/>
              <a:gd name="connsiteX6143" fmla="*/ 4450665 w 5876984"/>
              <a:gd name="connsiteY6143" fmla="*/ 1186903 h 4550534"/>
              <a:gd name="connsiteX6144" fmla="*/ 4442255 w 5876984"/>
              <a:gd name="connsiteY6144" fmla="*/ 1170732 h 4550534"/>
              <a:gd name="connsiteX6145" fmla="*/ 4461430 w 5876984"/>
              <a:gd name="connsiteY6145" fmla="*/ 1141473 h 4550534"/>
              <a:gd name="connsiteX6146" fmla="*/ 4442255 w 5876984"/>
              <a:gd name="connsiteY6146" fmla="*/ 1139932 h 4550534"/>
              <a:gd name="connsiteX6147" fmla="*/ 4465802 w 5876984"/>
              <a:gd name="connsiteY6147" fmla="*/ 1135056 h 4550534"/>
              <a:gd name="connsiteX6148" fmla="*/ 4457056 w 5876984"/>
              <a:gd name="connsiteY6148" fmla="*/ 1123762 h 4550534"/>
              <a:gd name="connsiteX6149" fmla="*/ 4467821 w 5876984"/>
              <a:gd name="connsiteY6149" fmla="*/ 1130179 h 4550534"/>
              <a:gd name="connsiteX6150" fmla="*/ 4486028 w 5876984"/>
              <a:gd name="connsiteY6150" fmla="*/ 1105507 h 4550534"/>
              <a:gd name="connsiteX6151" fmla="*/ 4491246 w 5876984"/>
              <a:gd name="connsiteY6151" fmla="*/ 1086238 h 4550534"/>
              <a:gd name="connsiteX6152" fmla="*/ 4495406 w 5876984"/>
              <a:gd name="connsiteY6152" fmla="*/ 1086289 h 4550534"/>
              <a:gd name="connsiteX6153" fmla="*/ 4506170 w 5876984"/>
              <a:gd name="connsiteY6153" fmla="*/ 1052409 h 4550534"/>
              <a:gd name="connsiteX6154" fmla="*/ 4512226 w 5876984"/>
              <a:gd name="connsiteY6154" fmla="*/ 1045735 h 4550534"/>
              <a:gd name="connsiteX6155" fmla="*/ 4522990 w 5876984"/>
              <a:gd name="connsiteY6155" fmla="*/ 1047532 h 4550534"/>
              <a:gd name="connsiteX6156" fmla="*/ 4516599 w 5876984"/>
              <a:gd name="connsiteY6156" fmla="*/ 1036239 h 4550534"/>
              <a:gd name="connsiteX6157" fmla="*/ 4510208 w 5876984"/>
              <a:gd name="connsiteY6157" fmla="*/ 1044195 h 4550534"/>
              <a:gd name="connsiteX6158" fmla="*/ 4522990 w 5876984"/>
              <a:gd name="connsiteY6158" fmla="*/ 1026229 h 4550534"/>
              <a:gd name="connsiteX6159" fmla="*/ 4533756 w 5876984"/>
              <a:gd name="connsiteY6159" fmla="*/ 1014935 h 4550534"/>
              <a:gd name="connsiteX6160" fmla="*/ 4542166 w 5876984"/>
              <a:gd name="connsiteY6160" fmla="*/ 1021352 h 4550534"/>
              <a:gd name="connsiteX6161" fmla="*/ 4548558 w 5876984"/>
              <a:gd name="connsiteY6161" fmla="*/ 985932 h 4550534"/>
              <a:gd name="connsiteX6162" fmla="*/ 4561341 w 5876984"/>
              <a:gd name="connsiteY6162" fmla="*/ 987472 h 4550534"/>
              <a:gd name="connsiteX6163" fmla="*/ 4561341 w 5876984"/>
              <a:gd name="connsiteY6163" fmla="*/ 977718 h 4550534"/>
              <a:gd name="connsiteX6164" fmla="*/ 4548558 w 5876984"/>
              <a:gd name="connsiteY6164" fmla="*/ 976178 h 4550534"/>
              <a:gd name="connsiteX6165" fmla="*/ 4561341 w 5876984"/>
              <a:gd name="connsiteY6165" fmla="*/ 961548 h 4550534"/>
              <a:gd name="connsiteX6166" fmla="*/ 4551922 w 5876984"/>
              <a:gd name="connsiteY6166" fmla="*/ 961708 h 4550534"/>
              <a:gd name="connsiteX6167" fmla="*/ 4550908 w 5876984"/>
              <a:gd name="connsiteY6167" fmla="*/ 961248 h 4550534"/>
              <a:gd name="connsiteX6168" fmla="*/ 4546010 w 5876984"/>
              <a:gd name="connsiteY6168" fmla="*/ 968525 h 4550534"/>
              <a:gd name="connsiteX6169" fmla="*/ 4545969 w 5876984"/>
              <a:gd name="connsiteY6169" fmla="*/ 951710 h 4550534"/>
              <a:gd name="connsiteX6170" fmla="*/ 4547892 w 5876984"/>
              <a:gd name="connsiteY6170" fmla="*/ 948812 h 4550534"/>
              <a:gd name="connsiteX6171" fmla="*/ 4544682 w 5876984"/>
              <a:gd name="connsiteY6171" fmla="*/ 947153 h 4550534"/>
              <a:gd name="connsiteX6172" fmla="*/ 4550801 w 5876984"/>
              <a:gd name="connsiteY6172" fmla="*/ 940489 h 4550534"/>
              <a:gd name="connsiteX6173" fmla="*/ 4551886 w 5876984"/>
              <a:gd name="connsiteY6173" fmla="*/ 942797 h 4550534"/>
              <a:gd name="connsiteX6174" fmla="*/ 4558678 w 5876984"/>
              <a:gd name="connsiteY6174" fmla="*/ 932567 h 4550534"/>
              <a:gd name="connsiteX6175" fmla="*/ 4557720 w 5876984"/>
              <a:gd name="connsiteY6175" fmla="*/ 951128 h 4550534"/>
              <a:gd name="connsiteX6176" fmla="*/ 4552914 w 5876984"/>
              <a:gd name="connsiteY6176" fmla="*/ 958267 h 4550534"/>
              <a:gd name="connsiteX6177" fmla="*/ 4560684 w 5876984"/>
              <a:gd name="connsiteY6177" fmla="*/ 958452 h 4550534"/>
              <a:gd name="connsiteX6178" fmla="*/ 4567732 w 5876984"/>
              <a:gd name="connsiteY6178" fmla="*/ 943582 h 4550534"/>
              <a:gd name="connsiteX6179" fmla="*/ 4584552 w 5876984"/>
              <a:gd name="connsiteY6179" fmla="*/ 948458 h 4550534"/>
              <a:gd name="connsiteX6180" fmla="*/ 4582534 w 5876984"/>
              <a:gd name="connsiteY6180" fmla="*/ 928951 h 4550534"/>
              <a:gd name="connsiteX6181" fmla="*/ 4574124 w 5876984"/>
              <a:gd name="connsiteY6181" fmla="*/ 917658 h 4550534"/>
              <a:gd name="connsiteX6182" fmla="*/ 4597336 w 5876984"/>
              <a:gd name="connsiteY6182" fmla="*/ 922535 h 4550534"/>
              <a:gd name="connsiteX6183" fmla="*/ 4588926 w 5876984"/>
              <a:gd name="connsiteY6183" fmla="*/ 912781 h 4550534"/>
              <a:gd name="connsiteX6184" fmla="*/ 4614492 w 5876984"/>
              <a:gd name="connsiteY6184" fmla="*/ 881981 h 4550534"/>
              <a:gd name="connsiteX6185" fmla="*/ 4603727 w 5876984"/>
              <a:gd name="connsiteY6185" fmla="*/ 881981 h 4550534"/>
              <a:gd name="connsiteX6186" fmla="*/ 4606082 w 5876984"/>
              <a:gd name="connsiteY6186" fmla="*/ 872228 h 4550534"/>
              <a:gd name="connsiteX6187" fmla="*/ 4620884 w 5876984"/>
              <a:gd name="connsiteY6187" fmla="*/ 865811 h 4550534"/>
              <a:gd name="connsiteX6188" fmla="*/ 4642078 w 5876984"/>
              <a:gd name="connsiteY6188" fmla="*/ 869147 h 4550534"/>
              <a:gd name="connsiteX6189" fmla="*/ 4637704 w 5876984"/>
              <a:gd name="connsiteY6189" fmla="*/ 890194 h 4550534"/>
              <a:gd name="connsiteX6190" fmla="*/ 4612474 w 5876984"/>
              <a:gd name="connsiteY6190" fmla="*/ 906365 h 4550534"/>
              <a:gd name="connsiteX6191" fmla="*/ 4622902 w 5876984"/>
              <a:gd name="connsiteY6191" fmla="*/ 917658 h 4550534"/>
              <a:gd name="connsiteX6192" fmla="*/ 4612474 w 5876984"/>
              <a:gd name="connsiteY6192" fmla="*/ 912781 h 4550534"/>
              <a:gd name="connsiteX6193" fmla="*/ 4603727 w 5876984"/>
              <a:gd name="connsiteY6193" fmla="*/ 920994 h 4550534"/>
              <a:gd name="connsiteX6194" fmla="*/ 4631312 w 5876984"/>
              <a:gd name="connsiteY6194" fmla="*/ 927411 h 4550534"/>
              <a:gd name="connsiteX6195" fmla="*/ 4603727 w 5876984"/>
              <a:gd name="connsiteY6195" fmla="*/ 927411 h 4550534"/>
              <a:gd name="connsiteX6196" fmla="*/ 4601708 w 5876984"/>
              <a:gd name="connsiteY6196" fmla="*/ 949998 h 4550534"/>
              <a:gd name="connsiteX6197" fmla="*/ 4627276 w 5876984"/>
              <a:gd name="connsiteY6197" fmla="*/ 946918 h 4550534"/>
              <a:gd name="connsiteX6198" fmla="*/ 4599690 w 5876984"/>
              <a:gd name="connsiteY6198" fmla="*/ 951794 h 4550534"/>
              <a:gd name="connsiteX6199" fmla="*/ 4593298 w 5876984"/>
              <a:gd name="connsiteY6199" fmla="*/ 995429 h 4550534"/>
              <a:gd name="connsiteX6200" fmla="*/ 4599690 w 5876984"/>
              <a:gd name="connsiteY6200" fmla="*/ 997225 h 4550534"/>
              <a:gd name="connsiteX6201" fmla="*/ 4608100 w 5876984"/>
              <a:gd name="connsiteY6201" fmla="*/ 989012 h 4550534"/>
              <a:gd name="connsiteX6202" fmla="*/ 4590944 w 5876984"/>
              <a:gd name="connsiteY6202" fmla="*/ 1003641 h 4550534"/>
              <a:gd name="connsiteX6203" fmla="*/ 4601708 w 5876984"/>
              <a:gd name="connsiteY6203" fmla="*/ 1011855 h 4550534"/>
              <a:gd name="connsiteX6204" fmla="*/ 4578160 w 5876984"/>
              <a:gd name="connsiteY6204" fmla="*/ 1014935 h 4550534"/>
              <a:gd name="connsiteX6205" fmla="*/ 4584552 w 5876984"/>
              <a:gd name="connsiteY6205" fmla="*/ 1062162 h 4550534"/>
              <a:gd name="connsiteX6206" fmla="*/ 4567732 w 5876984"/>
              <a:gd name="connsiteY6206" fmla="*/ 1062162 h 4550534"/>
              <a:gd name="connsiteX6207" fmla="*/ 4559322 w 5876984"/>
              <a:gd name="connsiteY6207" fmla="*/ 1091166 h 4550534"/>
              <a:gd name="connsiteX6208" fmla="*/ 4546540 w 5876984"/>
              <a:gd name="connsiteY6208" fmla="*/ 1086289 h 4550534"/>
              <a:gd name="connsiteX6209" fmla="*/ 4550576 w 5876984"/>
              <a:gd name="connsiteY6209" fmla="*/ 1099379 h 4550534"/>
              <a:gd name="connsiteX6210" fmla="*/ 4565714 w 5876984"/>
              <a:gd name="connsiteY6210" fmla="*/ 1096042 h 4550534"/>
              <a:gd name="connsiteX6211" fmla="*/ 4556968 w 5876984"/>
              <a:gd name="connsiteY6211" fmla="*/ 1107592 h 4550534"/>
              <a:gd name="connsiteX6212" fmla="*/ 4535774 w 5876984"/>
              <a:gd name="connsiteY6212" fmla="*/ 1104255 h 4550534"/>
              <a:gd name="connsiteX6213" fmla="*/ 4531402 w 5876984"/>
              <a:gd name="connsiteY6213" fmla="*/ 1136596 h 4550534"/>
              <a:gd name="connsiteX6214" fmla="*/ 4520972 w 5876984"/>
              <a:gd name="connsiteY6214" fmla="*/ 1139932 h 4550534"/>
              <a:gd name="connsiteX6215" fmla="*/ 4527364 w 5876984"/>
              <a:gd name="connsiteY6215" fmla="*/ 1149685 h 4550534"/>
              <a:gd name="connsiteX6216" fmla="*/ 4535774 w 5876984"/>
              <a:gd name="connsiteY6216" fmla="*/ 1146349 h 4550534"/>
              <a:gd name="connsiteX6217" fmla="*/ 4510208 w 5876984"/>
              <a:gd name="connsiteY6217" fmla="*/ 1167396 h 4550534"/>
              <a:gd name="connsiteX6218" fmla="*/ 4518617 w 5876984"/>
              <a:gd name="connsiteY6218" fmla="*/ 1169192 h 4550534"/>
              <a:gd name="connsiteX6219" fmla="*/ 4529383 w 5876984"/>
              <a:gd name="connsiteY6219" fmla="*/ 1164316 h 4550534"/>
              <a:gd name="connsiteX6220" fmla="*/ 4508189 w 5876984"/>
              <a:gd name="connsiteY6220" fmla="*/ 1216163 h 4550534"/>
              <a:gd name="connsiteX6221" fmla="*/ 4499779 w 5876984"/>
              <a:gd name="connsiteY6221" fmla="*/ 1212826 h 4550534"/>
              <a:gd name="connsiteX6222" fmla="*/ 4474212 w 5876984"/>
              <a:gd name="connsiteY6222" fmla="*/ 1240546 h 4550534"/>
              <a:gd name="connsiteX6223" fmla="*/ 4459411 w 5876984"/>
              <a:gd name="connsiteY6223" fmla="*/ 1274426 h 4550534"/>
              <a:gd name="connsiteX6224" fmla="*/ 4433845 w 5876984"/>
              <a:gd name="connsiteY6224" fmla="*/ 1287517 h 4550534"/>
              <a:gd name="connsiteX6225" fmla="*/ 4429472 w 5876984"/>
              <a:gd name="connsiteY6225" fmla="*/ 1303686 h 4550534"/>
              <a:gd name="connsiteX6226" fmla="*/ 4416688 w 5876984"/>
              <a:gd name="connsiteY6226" fmla="*/ 1326273 h 4550534"/>
              <a:gd name="connsiteX6227" fmla="*/ 4401887 w 5876984"/>
              <a:gd name="connsiteY6227" fmla="*/ 1323193 h 4550534"/>
              <a:gd name="connsiteX6228" fmla="*/ 4393477 w 5876984"/>
              <a:gd name="connsiteY6228" fmla="*/ 1331150 h 4550534"/>
              <a:gd name="connsiteX6229" fmla="*/ 4399868 w 5876984"/>
              <a:gd name="connsiteY6229" fmla="*/ 1340903 h 4550534"/>
              <a:gd name="connsiteX6230" fmla="*/ 4389104 w 5876984"/>
              <a:gd name="connsiteY6230" fmla="*/ 1331150 h 4550534"/>
              <a:gd name="connsiteX6231" fmla="*/ 4389104 w 5876984"/>
              <a:gd name="connsiteY6231" fmla="*/ 1349117 h 4550534"/>
              <a:gd name="connsiteX6232" fmla="*/ 4371946 w 5876984"/>
              <a:gd name="connsiteY6232" fmla="*/ 1347576 h 4550534"/>
              <a:gd name="connsiteX6233" fmla="*/ 4378339 w 5876984"/>
              <a:gd name="connsiteY6233" fmla="*/ 1370164 h 4550534"/>
              <a:gd name="connsiteX6234" fmla="*/ 4389104 w 5876984"/>
              <a:gd name="connsiteY6234" fmla="*/ 1371703 h 4550534"/>
              <a:gd name="connsiteX6235" fmla="*/ 4382712 w 5876984"/>
              <a:gd name="connsiteY6235" fmla="*/ 1373500 h 4550534"/>
              <a:gd name="connsiteX6236" fmla="*/ 4397514 w 5876984"/>
              <a:gd name="connsiteY6236" fmla="*/ 1378376 h 4550534"/>
              <a:gd name="connsiteX6237" fmla="*/ 4374302 w 5876984"/>
              <a:gd name="connsiteY6237" fmla="*/ 1391210 h 4550534"/>
              <a:gd name="connsiteX6238" fmla="*/ 4367910 w 5876984"/>
              <a:gd name="connsiteY6238" fmla="*/ 1381457 h 4550534"/>
              <a:gd name="connsiteX6239" fmla="*/ 4369928 w 5876984"/>
              <a:gd name="connsiteY6239" fmla="*/ 1370164 h 4550534"/>
              <a:gd name="connsiteX6240" fmla="*/ 4350754 w 5876984"/>
              <a:gd name="connsiteY6240" fmla="*/ 1375040 h 4550534"/>
              <a:gd name="connsiteX6241" fmla="*/ 4350754 w 5876984"/>
              <a:gd name="connsiteY6241" fmla="*/ 1388130 h 4550534"/>
              <a:gd name="connsiteX6242" fmla="*/ 4361518 w 5876984"/>
              <a:gd name="connsiteY6242" fmla="*/ 1384793 h 4550534"/>
              <a:gd name="connsiteX6243" fmla="*/ 4374302 w 5876984"/>
              <a:gd name="connsiteY6243" fmla="*/ 1391210 h 4550534"/>
              <a:gd name="connsiteX6244" fmla="*/ 4365555 w 5876984"/>
              <a:gd name="connsiteY6244" fmla="*/ 1400964 h 4550534"/>
              <a:gd name="connsiteX6245" fmla="*/ 4359164 w 5876984"/>
              <a:gd name="connsiteY6245" fmla="*/ 1393007 h 4550534"/>
              <a:gd name="connsiteX6246" fmla="*/ 4355126 w 5876984"/>
              <a:gd name="connsiteY6246" fmla="*/ 1396087 h 4550534"/>
              <a:gd name="connsiteX6247" fmla="*/ 4360341 w 5876984"/>
              <a:gd name="connsiteY6247" fmla="*/ 1401637 h 4550534"/>
              <a:gd name="connsiteX6248" fmla="*/ 4363946 w 5876984"/>
              <a:gd name="connsiteY6248" fmla="*/ 1404543 h 4550534"/>
              <a:gd name="connsiteX6249" fmla="*/ 4396031 w 5876984"/>
              <a:gd name="connsiteY6249" fmla="*/ 1391418 h 4550534"/>
              <a:gd name="connsiteX6250" fmla="*/ 4406418 w 5876984"/>
              <a:gd name="connsiteY6250" fmla="*/ 1383816 h 4550534"/>
              <a:gd name="connsiteX6251" fmla="*/ 4421008 w 5876984"/>
              <a:gd name="connsiteY6251" fmla="*/ 1388163 h 4550534"/>
              <a:gd name="connsiteX6252" fmla="*/ 4422281 w 5876984"/>
              <a:gd name="connsiteY6252" fmla="*/ 1387039 h 4550534"/>
              <a:gd name="connsiteX6253" fmla="*/ 4437882 w 5876984"/>
              <a:gd name="connsiteY6253" fmla="*/ 1381457 h 4550534"/>
              <a:gd name="connsiteX6254" fmla="*/ 4457056 w 5876984"/>
              <a:gd name="connsiteY6254" fmla="*/ 1360410 h 4550534"/>
              <a:gd name="connsiteX6255" fmla="*/ 4450665 w 5876984"/>
              <a:gd name="connsiteY6255" fmla="*/ 1370164 h 4550534"/>
              <a:gd name="connsiteX6256" fmla="*/ 4473182 w 5876984"/>
              <a:gd name="connsiteY6256" fmla="*/ 1344645 h 4550534"/>
              <a:gd name="connsiteX6257" fmla="*/ 4488506 w 5876984"/>
              <a:gd name="connsiteY6257" fmla="*/ 1339533 h 4550534"/>
              <a:gd name="connsiteX6258" fmla="*/ 4489108 w 5876984"/>
              <a:gd name="connsiteY6258" fmla="*/ 1338484 h 4550534"/>
              <a:gd name="connsiteX6259" fmla="*/ 4490482 w 5876984"/>
              <a:gd name="connsiteY6259" fmla="*/ 1325599 h 4550534"/>
              <a:gd name="connsiteX6260" fmla="*/ 4510208 w 5876984"/>
              <a:gd name="connsiteY6260" fmla="*/ 1292393 h 4550534"/>
              <a:gd name="connsiteX6261" fmla="*/ 4522990 w 5876984"/>
              <a:gd name="connsiteY6261" fmla="*/ 1287517 h 4550534"/>
              <a:gd name="connsiteX6262" fmla="*/ 4542166 w 5876984"/>
              <a:gd name="connsiteY6262" fmla="*/ 1274426 h 4550534"/>
              <a:gd name="connsiteX6263" fmla="*/ 4559322 w 5876984"/>
              <a:gd name="connsiteY6263" fmla="*/ 1237210 h 4550534"/>
              <a:gd name="connsiteX6264" fmla="*/ 4571769 w 5876984"/>
              <a:gd name="connsiteY6264" fmla="*/ 1245423 h 4550534"/>
              <a:gd name="connsiteX6265" fmla="*/ 4561341 w 5876984"/>
              <a:gd name="connsiteY6265" fmla="*/ 1237210 h 4550534"/>
              <a:gd name="connsiteX6266" fmla="*/ 4582534 w 5876984"/>
              <a:gd name="connsiteY6266" fmla="*/ 1193319 h 4550534"/>
              <a:gd name="connsiteX6267" fmla="*/ 4584552 w 5876984"/>
              <a:gd name="connsiteY6267" fmla="*/ 1183566 h 4550534"/>
              <a:gd name="connsiteX6268" fmla="*/ 4597336 w 5876984"/>
              <a:gd name="connsiteY6268" fmla="*/ 1183566 h 4550534"/>
              <a:gd name="connsiteX6269" fmla="*/ 4597336 w 5876984"/>
              <a:gd name="connsiteY6269" fmla="*/ 1164316 h 4550534"/>
              <a:gd name="connsiteX6270" fmla="*/ 4610118 w 5876984"/>
              <a:gd name="connsiteY6270" fmla="*/ 1147889 h 4550534"/>
              <a:gd name="connsiteX6271" fmla="*/ 4659234 w 5876984"/>
              <a:gd name="connsiteY6271" fmla="*/ 1092962 h 4550534"/>
              <a:gd name="connsiteX6272" fmla="*/ 4671680 w 5876984"/>
              <a:gd name="connsiteY6272" fmla="*/ 1036239 h 4550534"/>
              <a:gd name="connsiteX6273" fmla="*/ 4682445 w 5876984"/>
              <a:gd name="connsiteY6273" fmla="*/ 1026229 h 4550534"/>
              <a:gd name="connsiteX6274" fmla="*/ 4680427 w 5876984"/>
              <a:gd name="connsiteY6274" fmla="*/ 1068579 h 4550534"/>
              <a:gd name="connsiteX6275" fmla="*/ 4697246 w 5876984"/>
              <a:gd name="connsiteY6275" fmla="*/ 1071659 h 4550534"/>
              <a:gd name="connsiteX6276" fmla="*/ 4693210 w 5876984"/>
              <a:gd name="connsiteY6276" fmla="*/ 1057286 h 4550534"/>
              <a:gd name="connsiteX6277" fmla="*/ 4716422 w 5876984"/>
              <a:gd name="connsiteY6277" fmla="*/ 1058826 h 4550534"/>
              <a:gd name="connsiteX6278" fmla="*/ 4699602 w 5876984"/>
              <a:gd name="connsiteY6278" fmla="*/ 1044195 h 4550534"/>
              <a:gd name="connsiteX6279" fmla="*/ 4710030 w 5876984"/>
              <a:gd name="connsiteY6279" fmla="*/ 1026229 h 4550534"/>
              <a:gd name="connsiteX6280" fmla="*/ 4686818 w 5876984"/>
              <a:gd name="connsiteY6280" fmla="*/ 1021352 h 4550534"/>
              <a:gd name="connsiteX6281" fmla="*/ 4690855 w 5876984"/>
              <a:gd name="connsiteY6281" fmla="*/ 998765 h 4550534"/>
              <a:gd name="connsiteX6282" fmla="*/ 4708012 w 5876984"/>
              <a:gd name="connsiteY6282" fmla="*/ 997225 h 4550534"/>
              <a:gd name="connsiteX6283" fmla="*/ 4722813 w 5876984"/>
              <a:gd name="connsiteY6283" fmla="*/ 966425 h 4550534"/>
              <a:gd name="connsiteX6284" fmla="*/ 4720794 w 5876984"/>
              <a:gd name="connsiteY6284" fmla="*/ 989012 h 4550534"/>
              <a:gd name="connsiteX6285" fmla="*/ 4744006 w 5876984"/>
              <a:gd name="connsiteY6285" fmla="*/ 982595 h 4550534"/>
              <a:gd name="connsiteX6286" fmla="*/ 4731223 w 5876984"/>
              <a:gd name="connsiteY6286" fmla="*/ 972841 h 4550534"/>
              <a:gd name="connsiteX6287" fmla="*/ 4756789 w 5876984"/>
              <a:gd name="connsiteY6287" fmla="*/ 933828 h 4550534"/>
              <a:gd name="connsiteX6288" fmla="*/ 4773946 w 5876984"/>
              <a:gd name="connsiteY6288" fmla="*/ 930748 h 4550534"/>
              <a:gd name="connsiteX6289" fmla="*/ 4771927 w 5876984"/>
              <a:gd name="connsiteY6289" fmla="*/ 925871 h 4550534"/>
              <a:gd name="connsiteX6290" fmla="*/ 4744006 w 5876984"/>
              <a:gd name="connsiteY6290" fmla="*/ 927411 h 4550534"/>
              <a:gd name="connsiteX6291" fmla="*/ 4748380 w 5876984"/>
              <a:gd name="connsiteY6291" fmla="*/ 912781 h 4550534"/>
              <a:gd name="connsiteX6292" fmla="*/ 4731223 w 5876984"/>
              <a:gd name="connsiteY6292" fmla="*/ 920994 h 4550534"/>
              <a:gd name="connsiteX6293" fmla="*/ 4741988 w 5876984"/>
              <a:gd name="connsiteY6293" fmla="*/ 904825 h 4550534"/>
              <a:gd name="connsiteX6294" fmla="*/ 4761162 w 5876984"/>
              <a:gd name="connsiteY6294" fmla="*/ 914578 h 4550534"/>
              <a:gd name="connsiteX6295" fmla="*/ 4767554 w 5876984"/>
              <a:gd name="connsiteY6295" fmla="*/ 898151 h 4550534"/>
              <a:gd name="connsiteX6296" fmla="*/ 4769695 w 5876984"/>
              <a:gd name="connsiteY6296" fmla="*/ 898171 h 4550534"/>
              <a:gd name="connsiteX6297" fmla="*/ 4770322 w 5876984"/>
              <a:gd name="connsiteY6297" fmla="*/ 896821 h 4550534"/>
              <a:gd name="connsiteX6298" fmla="*/ 4776731 w 5876984"/>
              <a:gd name="connsiteY6298" fmla="*/ 885033 h 4550534"/>
              <a:gd name="connsiteX6299" fmla="*/ 4782409 w 5876984"/>
              <a:gd name="connsiteY6299" fmla="*/ 889190 h 4550534"/>
              <a:gd name="connsiteX6300" fmla="*/ 4782314 w 5876984"/>
              <a:gd name="connsiteY6300" fmla="*/ 889995 h 4550534"/>
              <a:gd name="connsiteX6301" fmla="*/ 4787528 w 5876984"/>
              <a:gd name="connsiteY6301" fmla="*/ 887724 h 4550534"/>
              <a:gd name="connsiteX6302" fmla="*/ 4801531 w 5876984"/>
              <a:gd name="connsiteY6302" fmla="*/ 883521 h 4550534"/>
              <a:gd name="connsiteX6303" fmla="*/ 4795140 w 5876984"/>
              <a:gd name="connsiteY6303" fmla="*/ 875564 h 4550534"/>
              <a:gd name="connsiteX6304" fmla="*/ 4784375 w 5876984"/>
              <a:gd name="connsiteY6304" fmla="*/ 880441 h 4550534"/>
              <a:gd name="connsiteX6305" fmla="*/ 4787878 w 5876984"/>
              <a:gd name="connsiteY6305" fmla="*/ 869242 h 4550534"/>
              <a:gd name="connsiteX6306" fmla="*/ 4783894 w 5876984"/>
              <a:gd name="connsiteY6306" fmla="*/ 861159 h 4550534"/>
              <a:gd name="connsiteX6307" fmla="*/ 4801494 w 5876984"/>
              <a:gd name="connsiteY6307" fmla="*/ 837520 h 4550534"/>
              <a:gd name="connsiteX6308" fmla="*/ 4797182 w 5876984"/>
              <a:gd name="connsiteY6308" fmla="*/ 848145 h 4550534"/>
              <a:gd name="connsiteX6309" fmla="*/ 4805484 w 5876984"/>
              <a:gd name="connsiteY6309" fmla="*/ 863597 h 4550534"/>
              <a:gd name="connsiteX6310" fmla="*/ 4812296 w 5876984"/>
              <a:gd name="connsiteY6310" fmla="*/ 880441 h 4550534"/>
              <a:gd name="connsiteX6311" fmla="*/ 4820706 w 5876984"/>
              <a:gd name="connsiteY6311" fmla="*/ 878644 h 4550534"/>
              <a:gd name="connsiteX6312" fmla="*/ 4814314 w 5876984"/>
              <a:gd name="connsiteY6312" fmla="*/ 838091 h 4550534"/>
              <a:gd name="connsiteX6313" fmla="*/ 4827098 w 5876984"/>
              <a:gd name="connsiteY6313" fmla="*/ 836551 h 4550534"/>
              <a:gd name="connsiteX6314" fmla="*/ 4827098 w 5876984"/>
              <a:gd name="connsiteY6314" fmla="*/ 831674 h 4550534"/>
              <a:gd name="connsiteX6315" fmla="*/ 4816332 w 5876984"/>
              <a:gd name="connsiteY6315" fmla="*/ 831674 h 4550534"/>
              <a:gd name="connsiteX6316" fmla="*/ 4827098 w 5876984"/>
              <a:gd name="connsiteY6316" fmla="*/ 813964 h 4550534"/>
              <a:gd name="connsiteX6317" fmla="*/ 4818351 w 5876984"/>
              <a:gd name="connsiteY6317" fmla="*/ 781367 h 4550534"/>
              <a:gd name="connsiteX6318" fmla="*/ 4837526 w 5876984"/>
              <a:gd name="connsiteY6318" fmla="*/ 807290 h 4550534"/>
              <a:gd name="connsiteX6319" fmla="*/ 4839880 w 5876984"/>
              <a:gd name="connsiteY6319" fmla="*/ 773411 h 4550534"/>
              <a:gd name="connsiteX6320" fmla="*/ 4814314 w 5876984"/>
              <a:gd name="connsiteY6320" fmla="*/ 774950 h 4550534"/>
              <a:gd name="connsiteX6321" fmla="*/ 4816332 w 5876984"/>
              <a:gd name="connsiteY6321" fmla="*/ 766738 h 4550534"/>
              <a:gd name="connsiteX6322" fmla="*/ 4846272 w 5876984"/>
              <a:gd name="connsiteY6322" fmla="*/ 770074 h 4550534"/>
              <a:gd name="connsiteX6323" fmla="*/ 4852664 w 5876984"/>
              <a:gd name="connsiteY6323" fmla="*/ 753904 h 4550534"/>
              <a:gd name="connsiteX6324" fmla="*/ 4844674 w 5876984"/>
              <a:gd name="connsiteY6324" fmla="*/ 728943 h 4550534"/>
              <a:gd name="connsiteX6325" fmla="*/ 4846492 w 5876984"/>
              <a:gd name="connsiteY6325" fmla="*/ 720997 h 4550534"/>
              <a:gd name="connsiteX6326" fmla="*/ 4845604 w 5876984"/>
              <a:gd name="connsiteY6326" fmla="*/ 722935 h 4550534"/>
              <a:gd name="connsiteX6327" fmla="*/ 4830551 w 5876984"/>
              <a:gd name="connsiteY6327" fmla="*/ 721398 h 4550534"/>
              <a:gd name="connsiteX6328" fmla="*/ 4839248 w 5876984"/>
              <a:gd name="connsiteY6328" fmla="*/ 682449 h 4550534"/>
              <a:gd name="connsiteX6329" fmla="*/ 4852048 w 5876984"/>
              <a:gd name="connsiteY6329" fmla="*/ 689604 h 4550534"/>
              <a:gd name="connsiteX6330" fmla="*/ 4855730 w 5876984"/>
              <a:gd name="connsiteY6330" fmla="*/ 697160 h 4550534"/>
              <a:gd name="connsiteX6331" fmla="*/ 4863056 w 5876984"/>
              <a:gd name="connsiteY6331" fmla="*/ 692635 h 4550534"/>
              <a:gd name="connsiteX6332" fmla="*/ 4858884 w 5876984"/>
              <a:gd name="connsiteY6332" fmla="*/ 704352 h 4550534"/>
              <a:gd name="connsiteX6333" fmla="*/ 4858710 w 5876984"/>
              <a:gd name="connsiteY6333" fmla="*/ 700524 h 4550534"/>
              <a:gd name="connsiteX6334" fmla="*/ 4856106 w 5876984"/>
              <a:gd name="connsiteY6334" fmla="*/ 700025 h 4550534"/>
              <a:gd name="connsiteX6335" fmla="*/ 4852548 w 5876984"/>
              <a:gd name="connsiteY6335" fmla="*/ 707785 h 4550534"/>
              <a:gd name="connsiteX6336" fmla="*/ 4855292 w 5876984"/>
              <a:gd name="connsiteY6336" fmla="*/ 708943 h 4550534"/>
              <a:gd name="connsiteX6337" fmla="*/ 4860464 w 5876984"/>
              <a:gd name="connsiteY6337" fmla="*/ 721848 h 4550534"/>
              <a:gd name="connsiteX6338" fmla="*/ 4868948 w 5876984"/>
              <a:gd name="connsiteY6338" fmla="*/ 724477 h 4550534"/>
              <a:gd name="connsiteX6339" fmla="*/ 4869846 w 5876984"/>
              <a:gd name="connsiteY6339" fmla="*/ 722927 h 4550534"/>
              <a:gd name="connsiteX6340" fmla="*/ 4871466 w 5876984"/>
              <a:gd name="connsiteY6340" fmla="*/ 715219 h 4550534"/>
              <a:gd name="connsiteX6341" fmla="*/ 4884286 w 5876984"/>
              <a:gd name="connsiteY6341" fmla="*/ 687427 h 4550534"/>
              <a:gd name="connsiteX6342" fmla="*/ 4880250 w 5876984"/>
              <a:gd name="connsiteY6342" fmla="*/ 658167 h 4550534"/>
              <a:gd name="connsiteX6343" fmla="*/ 4870914 w 5876984"/>
              <a:gd name="connsiteY6343" fmla="*/ 655536 h 4550534"/>
              <a:gd name="connsiteX6344" fmla="*/ 4864426 w 5876984"/>
              <a:gd name="connsiteY6344" fmla="*/ 652395 h 4550534"/>
              <a:gd name="connsiteX6345" fmla="*/ 4863162 w 5876984"/>
              <a:gd name="connsiteY6345" fmla="*/ 654102 h 4550534"/>
              <a:gd name="connsiteX6346" fmla="*/ 4854799 w 5876984"/>
              <a:gd name="connsiteY6346" fmla="*/ 661818 h 4550534"/>
              <a:gd name="connsiteX6347" fmla="*/ 4854799 w 5876984"/>
              <a:gd name="connsiteY6347" fmla="*/ 647034 h 4550534"/>
              <a:gd name="connsiteX6348" fmla="*/ 4846310 w 5876984"/>
              <a:gd name="connsiteY6348" fmla="*/ 637178 h 4550534"/>
              <a:gd name="connsiteX6349" fmla="*/ 4859680 w 5876984"/>
              <a:gd name="connsiteY6349" fmla="*/ 640615 h 4550534"/>
              <a:gd name="connsiteX6350" fmla="*/ 4860211 w 5876984"/>
              <a:gd name="connsiteY6350" fmla="*/ 640858 h 4550534"/>
              <a:gd name="connsiteX6351" fmla="*/ 4862520 w 5876984"/>
              <a:gd name="connsiteY6351" fmla="*/ 639739 h 4550534"/>
              <a:gd name="connsiteX6352" fmla="*/ 4877894 w 5876984"/>
              <a:gd name="connsiteY6352" fmla="*/ 649953 h 4550534"/>
              <a:gd name="connsiteX6353" fmla="*/ 4879360 w 5876984"/>
              <a:gd name="connsiteY6353" fmla="*/ 646585 h 4550534"/>
              <a:gd name="connsiteX6354" fmla="*/ 4882991 w 5876984"/>
              <a:gd name="connsiteY6354" fmla="*/ 647810 h 4550534"/>
              <a:gd name="connsiteX6355" fmla="*/ 4884892 w 5876984"/>
              <a:gd name="connsiteY6355" fmla="*/ 644675 h 4550534"/>
              <a:gd name="connsiteX6356" fmla="*/ 4889136 w 5876984"/>
              <a:gd name="connsiteY6356" fmla="*/ 644377 h 4550534"/>
              <a:gd name="connsiteX6357" fmla="*/ 4882268 w 5876984"/>
              <a:gd name="connsiteY6357" fmla="*/ 639975 h 4550534"/>
              <a:gd name="connsiteX6358" fmla="*/ 4890678 w 5876984"/>
              <a:gd name="connsiteY6358" fmla="*/ 635580 h 4550534"/>
              <a:gd name="connsiteX6359" fmla="*/ 4274135 w 5876984"/>
              <a:gd name="connsiteY6359" fmla="*/ 634915 h 4550534"/>
              <a:gd name="connsiteX6360" fmla="*/ 4284548 w 5876984"/>
              <a:gd name="connsiteY6360" fmla="*/ 663942 h 4550534"/>
              <a:gd name="connsiteX6361" fmla="*/ 4280517 w 5876984"/>
              <a:gd name="connsiteY6361" fmla="*/ 677043 h 4550534"/>
              <a:gd name="connsiteX6362" fmla="*/ 4278166 w 5876984"/>
              <a:gd name="connsiteY6362" fmla="*/ 685263 h 4550534"/>
              <a:gd name="connsiteX6363" fmla="*/ 4257006 w 5876984"/>
              <a:gd name="connsiteY6363" fmla="*/ 712749 h 4550534"/>
              <a:gd name="connsiteX6364" fmla="*/ 4259357 w 5876984"/>
              <a:gd name="connsiteY6364" fmla="*/ 673703 h 4550534"/>
              <a:gd name="connsiteX6365" fmla="*/ 4274135 w 5876984"/>
              <a:gd name="connsiteY6365" fmla="*/ 634915 h 4550534"/>
              <a:gd name="connsiteX6366" fmla="*/ 4347268 w 5876984"/>
              <a:gd name="connsiteY6366" fmla="*/ 630388 h 4550534"/>
              <a:gd name="connsiteX6367" fmla="*/ 4387631 w 5876984"/>
              <a:gd name="connsiteY6367" fmla="*/ 644860 h 4550534"/>
              <a:gd name="connsiteX6368" fmla="*/ 4372495 w 5876984"/>
              <a:gd name="connsiteY6368" fmla="*/ 662950 h 4550534"/>
              <a:gd name="connsiteX6369" fmla="*/ 4362068 w 5876984"/>
              <a:gd name="connsiteY6369" fmla="*/ 644860 h 4550534"/>
              <a:gd name="connsiteX6370" fmla="*/ 4342895 w 5876984"/>
              <a:gd name="connsiteY6370" fmla="*/ 661400 h 4550534"/>
              <a:gd name="connsiteX6371" fmla="*/ 4347268 w 5876984"/>
              <a:gd name="connsiteY6371" fmla="*/ 630388 h 4550534"/>
              <a:gd name="connsiteX6372" fmla="*/ 5027288 w 5876984"/>
              <a:gd name="connsiteY6372" fmla="*/ 628525 h 4550534"/>
              <a:gd name="connsiteX6373" fmla="*/ 5031362 w 5876984"/>
              <a:gd name="connsiteY6373" fmla="*/ 636825 h 4550534"/>
              <a:gd name="connsiteX6374" fmla="*/ 5050718 w 5876984"/>
              <a:gd name="connsiteY6374" fmla="*/ 638380 h 4550534"/>
              <a:gd name="connsiteX6375" fmla="*/ 5027288 w 5876984"/>
              <a:gd name="connsiteY6375" fmla="*/ 646680 h 4550534"/>
              <a:gd name="connsiteX6376" fmla="*/ 5027288 w 5876984"/>
              <a:gd name="connsiteY6376" fmla="*/ 628525 h 4550534"/>
              <a:gd name="connsiteX6377" fmla="*/ 4095732 w 5876984"/>
              <a:gd name="connsiteY6377" fmla="*/ 615675 h 4550534"/>
              <a:gd name="connsiteX6378" fmla="*/ 4128028 w 5876984"/>
              <a:gd name="connsiteY6378" fmla="*/ 625505 h 4550534"/>
              <a:gd name="connsiteX6379" fmla="*/ 4125648 w 5876984"/>
              <a:gd name="connsiteY6379" fmla="*/ 633525 h 4550534"/>
              <a:gd name="connsiteX6380" fmla="*/ 4095732 w 5876984"/>
              <a:gd name="connsiteY6380" fmla="*/ 615675 h 4550534"/>
              <a:gd name="connsiteX6381" fmla="*/ 5086089 w 5876984"/>
              <a:gd name="connsiteY6381" fmla="*/ 608130 h 4550534"/>
              <a:gd name="connsiteX6382" fmla="*/ 5090198 w 5876984"/>
              <a:gd name="connsiteY6382" fmla="*/ 633532 h 4550534"/>
              <a:gd name="connsiteX6383" fmla="*/ 5086089 w 5876984"/>
              <a:gd name="connsiteY6383" fmla="*/ 608130 h 4550534"/>
              <a:gd name="connsiteX6384" fmla="*/ 4802502 w 5876984"/>
              <a:gd name="connsiteY6384" fmla="*/ 607753 h 4550534"/>
              <a:gd name="connsiteX6385" fmla="*/ 4800524 w 5876984"/>
              <a:gd name="connsiteY6385" fmla="*/ 652768 h 4550534"/>
              <a:gd name="connsiteX6386" fmla="*/ 4802502 w 5876984"/>
              <a:gd name="connsiteY6386" fmla="*/ 607753 h 4550534"/>
              <a:gd name="connsiteX6387" fmla="*/ 4858884 w 5876984"/>
              <a:gd name="connsiteY6387" fmla="*/ 603226 h 4550534"/>
              <a:gd name="connsiteX6388" fmla="*/ 4874183 w 5876984"/>
              <a:gd name="connsiteY6388" fmla="*/ 621090 h 4550534"/>
              <a:gd name="connsiteX6389" fmla="*/ 4858884 w 5876984"/>
              <a:gd name="connsiteY6389" fmla="*/ 629001 h 4550534"/>
              <a:gd name="connsiteX6390" fmla="*/ 4858884 w 5876984"/>
              <a:gd name="connsiteY6390" fmla="*/ 603226 h 4550534"/>
              <a:gd name="connsiteX6391" fmla="*/ 4855142 w 5876984"/>
              <a:gd name="connsiteY6391" fmla="*/ 584639 h 4550534"/>
              <a:gd name="connsiteX6392" fmla="*/ 4850796 w 5876984"/>
              <a:gd name="connsiteY6392" fmla="*/ 597391 h 4550534"/>
              <a:gd name="connsiteX6393" fmla="*/ 4855142 w 5876984"/>
              <a:gd name="connsiteY6393" fmla="*/ 584639 h 4550534"/>
              <a:gd name="connsiteX6394" fmla="*/ 4099842 w 5876984"/>
              <a:gd name="connsiteY6394" fmla="*/ 583163 h 4550534"/>
              <a:gd name="connsiteX6395" fmla="*/ 4099842 w 5876984"/>
              <a:gd name="connsiteY6395" fmla="*/ 589404 h 4550534"/>
              <a:gd name="connsiteX6396" fmla="*/ 4077932 w 5876984"/>
              <a:gd name="connsiteY6396" fmla="*/ 587724 h 4550534"/>
              <a:gd name="connsiteX6397" fmla="*/ 4099842 w 5876984"/>
              <a:gd name="connsiteY6397" fmla="*/ 583163 h 4550534"/>
              <a:gd name="connsiteX6398" fmla="*/ 4896392 w 5876984"/>
              <a:gd name="connsiteY6398" fmla="*/ 581723 h 4550534"/>
              <a:gd name="connsiteX6399" fmla="*/ 4911278 w 5876984"/>
              <a:gd name="connsiteY6399" fmla="*/ 585118 h 4550534"/>
              <a:gd name="connsiteX6400" fmla="*/ 4902820 w 5876984"/>
              <a:gd name="connsiteY6400" fmla="*/ 595042 h 4550534"/>
              <a:gd name="connsiteX6401" fmla="*/ 4896392 w 5876984"/>
              <a:gd name="connsiteY6401" fmla="*/ 581723 h 4550534"/>
              <a:gd name="connsiteX6402" fmla="*/ 4291674 w 5876984"/>
              <a:gd name="connsiteY6402" fmla="*/ 577196 h 4550534"/>
              <a:gd name="connsiteX6403" fmla="*/ 4285240 w 5876984"/>
              <a:gd name="connsiteY6403" fmla="*/ 635790 h 4550534"/>
              <a:gd name="connsiteX6404" fmla="*/ 4291674 w 5876984"/>
              <a:gd name="connsiteY6404" fmla="*/ 577196 h 4550534"/>
              <a:gd name="connsiteX6405" fmla="*/ 3542416 w 5876984"/>
              <a:gd name="connsiteY6405" fmla="*/ 573104 h 4550534"/>
              <a:gd name="connsiteX6406" fmla="*/ 3546866 w 5876984"/>
              <a:gd name="connsiteY6406" fmla="*/ 574932 h 4550534"/>
              <a:gd name="connsiteX6407" fmla="*/ 3542416 w 5876984"/>
              <a:gd name="connsiteY6407" fmla="*/ 573104 h 4550534"/>
              <a:gd name="connsiteX6408" fmla="*/ 4941748 w 5876984"/>
              <a:gd name="connsiteY6408" fmla="*/ 565163 h 4550534"/>
              <a:gd name="connsiteX6409" fmla="*/ 4948354 w 5876984"/>
              <a:gd name="connsiteY6409" fmla="*/ 568519 h 4550534"/>
              <a:gd name="connsiteX6410" fmla="*/ 4935142 w 5876984"/>
              <a:gd name="connsiteY6410" fmla="*/ 578069 h 4550534"/>
              <a:gd name="connsiteX6411" fmla="*/ 4941748 w 5876984"/>
              <a:gd name="connsiteY6411" fmla="*/ 565163 h 4550534"/>
              <a:gd name="connsiteX6412" fmla="*/ 5002174 w 5876984"/>
              <a:gd name="connsiteY6412" fmla="*/ 543976 h 4550534"/>
              <a:gd name="connsiteX6413" fmla="*/ 5002037 w 5876984"/>
              <a:gd name="connsiteY6413" fmla="*/ 544387 h 4550534"/>
              <a:gd name="connsiteX6414" fmla="*/ 5000621 w 5876984"/>
              <a:gd name="connsiteY6414" fmla="*/ 548649 h 4550534"/>
              <a:gd name="connsiteX6415" fmla="*/ 4452836 w 5876984"/>
              <a:gd name="connsiteY6415" fmla="*/ 540980 h 4550534"/>
              <a:gd name="connsiteX6416" fmla="*/ 4437598 w 5876984"/>
              <a:gd name="connsiteY6416" fmla="*/ 640317 h 4550534"/>
              <a:gd name="connsiteX6417" fmla="*/ 4405768 w 5876984"/>
              <a:gd name="connsiteY6417" fmla="*/ 628736 h 4550534"/>
              <a:gd name="connsiteX6418" fmla="*/ 4431164 w 5876984"/>
              <a:gd name="connsiteY6418" fmla="*/ 628736 h 4550534"/>
              <a:gd name="connsiteX6419" fmla="*/ 4452836 w 5876984"/>
              <a:gd name="connsiteY6419" fmla="*/ 540980 h 4550534"/>
              <a:gd name="connsiteX6420" fmla="*/ 5003889 w 5876984"/>
              <a:gd name="connsiteY6420" fmla="*/ 538813 h 4550534"/>
              <a:gd name="connsiteX6421" fmla="*/ 5003512 w 5876984"/>
              <a:gd name="connsiteY6421" fmla="*/ 539948 h 4550534"/>
              <a:gd name="connsiteX6422" fmla="*/ 5002174 w 5876984"/>
              <a:gd name="connsiteY6422" fmla="*/ 543976 h 4550534"/>
              <a:gd name="connsiteX6423" fmla="*/ 4946312 w 5876984"/>
              <a:gd name="connsiteY6423" fmla="*/ 538716 h 4550534"/>
              <a:gd name="connsiteX6424" fmla="*/ 4942055 w 5876984"/>
              <a:gd name="connsiteY6424" fmla="*/ 553170 h 4550534"/>
              <a:gd name="connsiteX6425" fmla="*/ 4946312 w 5876984"/>
              <a:gd name="connsiteY6425" fmla="*/ 538716 h 4550534"/>
              <a:gd name="connsiteX6426" fmla="*/ 5004869 w 5876984"/>
              <a:gd name="connsiteY6426" fmla="*/ 535864 h 4550534"/>
              <a:gd name="connsiteX6427" fmla="*/ 5003889 w 5876984"/>
              <a:gd name="connsiteY6427" fmla="*/ 538813 h 4550534"/>
              <a:gd name="connsiteX6428" fmla="*/ 5004397 w 5876984"/>
              <a:gd name="connsiteY6428" fmla="*/ 537284 h 4550534"/>
              <a:gd name="connsiteX6429" fmla="*/ 5004869 w 5876984"/>
              <a:gd name="connsiteY6429" fmla="*/ 535864 h 4550534"/>
              <a:gd name="connsiteX6430" fmla="*/ 4865726 w 5876984"/>
              <a:gd name="connsiteY6430" fmla="*/ 533057 h 4550534"/>
              <a:gd name="connsiteX6431" fmla="*/ 4877844 w 5876984"/>
              <a:gd name="connsiteY6431" fmla="*/ 570516 h 4550534"/>
              <a:gd name="connsiteX6432" fmla="*/ 4861468 w 5876984"/>
              <a:gd name="connsiteY6432" fmla="*/ 575423 h 4550534"/>
              <a:gd name="connsiteX6433" fmla="*/ 4865726 w 5876984"/>
              <a:gd name="connsiteY6433" fmla="*/ 533057 h 4550534"/>
              <a:gd name="connsiteX6434" fmla="*/ 5147260 w 5876984"/>
              <a:gd name="connsiteY6434" fmla="*/ 532031 h 4550534"/>
              <a:gd name="connsiteX6435" fmla="*/ 5164946 w 5876984"/>
              <a:gd name="connsiteY6435" fmla="*/ 539847 h 4550534"/>
              <a:gd name="connsiteX6436" fmla="*/ 5162599 w 5876984"/>
              <a:gd name="connsiteY6436" fmla="*/ 550913 h 4550534"/>
              <a:gd name="connsiteX6437" fmla="*/ 5126712 w 5876984"/>
              <a:gd name="connsiteY6437" fmla="*/ 535069 h 4550534"/>
              <a:gd name="connsiteX6438" fmla="*/ 5141470 w 5876984"/>
              <a:gd name="connsiteY6438" fmla="*/ 535069 h 4550534"/>
              <a:gd name="connsiteX6439" fmla="*/ 5147260 w 5876984"/>
              <a:gd name="connsiteY6439" fmla="*/ 532031 h 4550534"/>
              <a:gd name="connsiteX6440" fmla="*/ 4242592 w 5876984"/>
              <a:gd name="connsiteY6440" fmla="*/ 528530 h 4550534"/>
              <a:gd name="connsiteX6441" fmla="*/ 4250780 w 5876984"/>
              <a:gd name="connsiteY6441" fmla="*/ 542989 h 4550534"/>
              <a:gd name="connsiteX6442" fmla="*/ 4242592 w 5876984"/>
              <a:gd name="connsiteY6442" fmla="*/ 528530 h 4550534"/>
              <a:gd name="connsiteX6443" fmla="*/ 4068050 w 5876984"/>
              <a:gd name="connsiteY6443" fmla="*/ 527858 h 4550534"/>
              <a:gd name="connsiteX6444" fmla="*/ 4076325 w 5876984"/>
              <a:gd name="connsiteY6444" fmla="*/ 538203 h 4550534"/>
              <a:gd name="connsiteX6445" fmla="*/ 4105786 w 5876984"/>
              <a:gd name="connsiteY6445" fmla="*/ 539795 h 4550534"/>
              <a:gd name="connsiteX6446" fmla="*/ 4070036 w 5876984"/>
              <a:gd name="connsiteY6446" fmla="*/ 541386 h 4550534"/>
              <a:gd name="connsiteX6447" fmla="*/ 4068050 w 5876984"/>
              <a:gd name="connsiteY6447" fmla="*/ 527858 h 4550534"/>
              <a:gd name="connsiteX6448" fmla="*/ 4918444 w 5876984"/>
              <a:gd name="connsiteY6448" fmla="*/ 526266 h 4550534"/>
              <a:gd name="connsiteX6449" fmla="*/ 4916450 w 5876984"/>
              <a:gd name="connsiteY6449" fmla="*/ 540726 h 4550534"/>
              <a:gd name="connsiteX6450" fmla="*/ 4918444 w 5876984"/>
              <a:gd name="connsiteY6450" fmla="*/ 526266 h 4550534"/>
              <a:gd name="connsiteX6451" fmla="*/ 4296748 w 5876984"/>
              <a:gd name="connsiteY6451" fmla="*/ 525135 h 4550534"/>
              <a:gd name="connsiteX6452" fmla="*/ 4311693 w 5876984"/>
              <a:gd name="connsiteY6452" fmla="*/ 542743 h 4550534"/>
              <a:gd name="connsiteX6453" fmla="*/ 4286453 w 5876984"/>
              <a:gd name="connsiteY6453" fmla="*/ 550910 h 4550534"/>
              <a:gd name="connsiteX6454" fmla="*/ 4296748 w 5876984"/>
              <a:gd name="connsiteY6454" fmla="*/ 525135 h 4550534"/>
              <a:gd name="connsiteX6455" fmla="*/ 4158242 w 5876984"/>
              <a:gd name="connsiteY6455" fmla="*/ 523646 h 4550534"/>
              <a:gd name="connsiteX6456" fmla="*/ 4168482 w 5876984"/>
              <a:gd name="connsiteY6456" fmla="*/ 525468 h 4550534"/>
              <a:gd name="connsiteX6457" fmla="*/ 4153525 w 5876984"/>
              <a:gd name="connsiteY6457" fmla="*/ 530328 h 4550534"/>
              <a:gd name="connsiteX6458" fmla="*/ 4151145 w 5876984"/>
              <a:gd name="connsiteY6458" fmla="*/ 557700 h 4550534"/>
              <a:gd name="connsiteX6459" fmla="*/ 4144686 w 5876984"/>
              <a:gd name="connsiteY6459" fmla="*/ 525468 h 4550534"/>
              <a:gd name="connsiteX6460" fmla="*/ 4158242 w 5876984"/>
              <a:gd name="connsiteY6460" fmla="*/ 523646 h 4550534"/>
              <a:gd name="connsiteX6461" fmla="*/ 4832660 w 5876984"/>
              <a:gd name="connsiteY6461" fmla="*/ 517212 h 4550534"/>
              <a:gd name="connsiteX6462" fmla="*/ 4823969 w 5876984"/>
              <a:gd name="connsiteY6462" fmla="*/ 564489 h 4550534"/>
              <a:gd name="connsiteX6463" fmla="*/ 4832660 w 5876984"/>
              <a:gd name="connsiteY6463" fmla="*/ 517212 h 4550534"/>
              <a:gd name="connsiteX6464" fmla="*/ 4228792 w 5876984"/>
              <a:gd name="connsiteY6464" fmla="*/ 517212 h 4550534"/>
              <a:gd name="connsiteX6465" fmla="*/ 4252126 w 5876984"/>
              <a:gd name="connsiteY6465" fmla="*/ 525570 h 4550534"/>
              <a:gd name="connsiteX6466" fmla="*/ 4230791 w 5876984"/>
              <a:gd name="connsiteY6466" fmla="*/ 527137 h 4550534"/>
              <a:gd name="connsiteX6467" fmla="*/ 4228792 w 5876984"/>
              <a:gd name="connsiteY6467" fmla="*/ 517212 h 4550534"/>
              <a:gd name="connsiteX6468" fmla="*/ 4398714 w 5876984"/>
              <a:gd name="connsiteY6468" fmla="*/ 510086 h 4550534"/>
              <a:gd name="connsiteX6469" fmla="*/ 4412732 w 5876984"/>
              <a:gd name="connsiteY6469" fmla="*/ 510363 h 4550534"/>
              <a:gd name="connsiteX6470" fmla="*/ 4418782 w 5876984"/>
              <a:gd name="connsiteY6470" fmla="*/ 534739 h 4550534"/>
              <a:gd name="connsiteX6471" fmla="*/ 4391218 w 5876984"/>
              <a:gd name="connsiteY6471" fmla="*/ 546028 h 4550534"/>
              <a:gd name="connsiteX6472" fmla="*/ 4384832 w 5876984"/>
              <a:gd name="connsiteY6472" fmla="*/ 576820 h 4550534"/>
              <a:gd name="connsiteX6473" fmla="*/ 4399958 w 5876984"/>
              <a:gd name="connsiteY6473" fmla="*/ 578359 h 4550534"/>
              <a:gd name="connsiteX6474" fmla="*/ 4380798 w 5876984"/>
              <a:gd name="connsiteY6474" fmla="*/ 633527 h 4550534"/>
              <a:gd name="connsiteX6475" fmla="*/ 4353234 w 5876984"/>
              <a:gd name="connsiteY6475" fmla="*/ 609407 h 4550534"/>
              <a:gd name="connsiteX6476" fmla="*/ 4357384 w 5876984"/>
              <a:gd name="connsiteY6476" fmla="*/ 592793 h 4550534"/>
              <a:gd name="connsiteX6477" fmla="*/ 4352110 w 5876984"/>
              <a:gd name="connsiteY6477" fmla="*/ 589102 h 4550534"/>
              <a:gd name="connsiteX6478" fmla="*/ 4356938 w 5876984"/>
              <a:gd name="connsiteY6478" fmla="*/ 569273 h 4550534"/>
              <a:gd name="connsiteX6479" fmla="*/ 4365480 w 5876984"/>
              <a:gd name="connsiteY6479" fmla="*/ 574486 h 4550534"/>
              <a:gd name="connsiteX6480" fmla="*/ 4366171 w 5876984"/>
              <a:gd name="connsiteY6480" fmla="*/ 577359 h 4550534"/>
              <a:gd name="connsiteX6481" fmla="*/ 4369538 w 5876984"/>
              <a:gd name="connsiteY6481" fmla="*/ 572394 h 4550534"/>
              <a:gd name="connsiteX6482" fmla="*/ 4363656 w 5876984"/>
              <a:gd name="connsiteY6482" fmla="*/ 542693 h 4550534"/>
              <a:gd name="connsiteX6483" fmla="*/ 4391218 w 5876984"/>
              <a:gd name="connsiteY6483" fmla="*/ 529864 h 4550534"/>
              <a:gd name="connsiteX6484" fmla="*/ 4380798 w 5876984"/>
              <a:gd name="connsiteY6484" fmla="*/ 524988 h 4550534"/>
              <a:gd name="connsiteX6485" fmla="*/ 4398714 w 5876984"/>
              <a:gd name="connsiteY6485" fmla="*/ 510086 h 4550534"/>
              <a:gd name="connsiteX6486" fmla="*/ 4464034 w 5876984"/>
              <a:gd name="connsiteY6486" fmla="*/ 495664 h 4550534"/>
              <a:gd name="connsiteX6487" fmla="*/ 4461479 w 5876984"/>
              <a:gd name="connsiteY6487" fmla="*/ 524881 h 4550534"/>
              <a:gd name="connsiteX6488" fmla="*/ 4457194 w 5876984"/>
              <a:gd name="connsiteY6488" fmla="*/ 511937 h 4550534"/>
              <a:gd name="connsiteX6489" fmla="*/ 4464034 w 5876984"/>
              <a:gd name="connsiteY6489" fmla="*/ 495664 h 4550534"/>
              <a:gd name="connsiteX6490" fmla="*/ 5103424 w 5876984"/>
              <a:gd name="connsiteY6490" fmla="*/ 492991 h 4550534"/>
              <a:gd name="connsiteX6491" fmla="*/ 5097054 w 5876984"/>
              <a:gd name="connsiteY6491" fmla="*/ 556565 h 4550534"/>
              <a:gd name="connsiteX6492" fmla="*/ 5103424 w 5876984"/>
              <a:gd name="connsiteY6492" fmla="*/ 492991 h 4550534"/>
              <a:gd name="connsiteX6493" fmla="*/ 4301319 w 5876984"/>
              <a:gd name="connsiteY6493" fmla="*/ 492218 h 4550534"/>
              <a:gd name="connsiteX6494" fmla="*/ 4309702 w 5876984"/>
              <a:gd name="connsiteY6494" fmla="*/ 509729 h 4550534"/>
              <a:gd name="connsiteX6495" fmla="*/ 4337196 w 5876984"/>
              <a:gd name="connsiteY6495" fmla="*/ 514551 h 4550534"/>
              <a:gd name="connsiteX6496" fmla="*/ 4292937 w 5876984"/>
              <a:gd name="connsiteY6496" fmla="*/ 520895 h 4550534"/>
              <a:gd name="connsiteX6497" fmla="*/ 4296960 w 5876984"/>
              <a:gd name="connsiteY6497" fmla="*/ 519373 h 4550534"/>
              <a:gd name="connsiteX6498" fmla="*/ 4301319 w 5876984"/>
              <a:gd name="connsiteY6498" fmla="*/ 492218 h 4550534"/>
              <a:gd name="connsiteX6499" fmla="*/ 4401574 w 5876984"/>
              <a:gd name="connsiteY6499" fmla="*/ 486655 h 4550534"/>
              <a:gd name="connsiteX6500" fmla="*/ 4405802 w 5876984"/>
              <a:gd name="connsiteY6500" fmla="*/ 491436 h 4550534"/>
              <a:gd name="connsiteX6501" fmla="*/ 4405742 w 5876984"/>
              <a:gd name="connsiteY6501" fmla="*/ 498673 h 4550534"/>
              <a:gd name="connsiteX6502" fmla="*/ 4414330 w 5876984"/>
              <a:gd name="connsiteY6502" fmla="*/ 499521 h 4550534"/>
              <a:gd name="connsiteX6503" fmla="*/ 4409183 w 5876984"/>
              <a:gd name="connsiteY6503" fmla="*/ 504712 h 4550534"/>
              <a:gd name="connsiteX6504" fmla="*/ 4401957 w 5876984"/>
              <a:gd name="connsiteY6504" fmla="*/ 506832 h 4550534"/>
              <a:gd name="connsiteX6505" fmla="*/ 4400919 w 5876984"/>
              <a:gd name="connsiteY6505" fmla="*/ 508654 h 4550534"/>
              <a:gd name="connsiteX6506" fmla="*/ 4390934 w 5876984"/>
              <a:gd name="connsiteY6506" fmla="*/ 512430 h 4550534"/>
              <a:gd name="connsiteX6507" fmla="*/ 4393470 w 5876984"/>
              <a:gd name="connsiteY6507" fmla="*/ 506285 h 4550534"/>
              <a:gd name="connsiteX6508" fmla="*/ 4392267 w 5876984"/>
              <a:gd name="connsiteY6508" fmla="*/ 506092 h 4550534"/>
              <a:gd name="connsiteX6509" fmla="*/ 4390559 w 5876984"/>
              <a:gd name="connsiteY6509" fmla="*/ 499521 h 4550534"/>
              <a:gd name="connsiteX6510" fmla="*/ 4396500 w 5876984"/>
              <a:gd name="connsiteY6510" fmla="*/ 498947 h 4550534"/>
              <a:gd name="connsiteX6511" fmla="*/ 5071138 w 5876984"/>
              <a:gd name="connsiteY6511" fmla="*/ 480996 h 4550534"/>
              <a:gd name="connsiteX6512" fmla="*/ 5058892 w 5876984"/>
              <a:gd name="connsiteY6512" fmla="*/ 490740 h 4550534"/>
              <a:gd name="connsiteX6513" fmla="*/ 5077428 w 5876984"/>
              <a:gd name="connsiteY6513" fmla="*/ 495612 h 4550534"/>
              <a:gd name="connsiteX6514" fmla="*/ 5071138 w 5876984"/>
              <a:gd name="connsiteY6514" fmla="*/ 480996 h 4550534"/>
              <a:gd name="connsiteX6515" fmla="*/ 4162506 w 5876984"/>
              <a:gd name="connsiteY6515" fmla="*/ 480996 h 4550534"/>
              <a:gd name="connsiteX6516" fmla="*/ 4166918 w 5876984"/>
              <a:gd name="connsiteY6516" fmla="*/ 506772 h 4550534"/>
              <a:gd name="connsiteX6517" fmla="*/ 4138752 w 5876984"/>
              <a:gd name="connsiteY6517" fmla="*/ 495542 h 4550534"/>
              <a:gd name="connsiteX6518" fmla="*/ 4162506 w 5876984"/>
              <a:gd name="connsiteY6518" fmla="*/ 480996 h 4550534"/>
              <a:gd name="connsiteX6519" fmla="*/ 4336468 w 5876984"/>
              <a:gd name="connsiteY6519" fmla="*/ 477601 h 4550534"/>
              <a:gd name="connsiteX6520" fmla="*/ 4363898 w 5876984"/>
              <a:gd name="connsiteY6520" fmla="*/ 477601 h 4550534"/>
              <a:gd name="connsiteX6521" fmla="*/ 4336468 w 5876984"/>
              <a:gd name="connsiteY6521" fmla="*/ 477601 h 4550534"/>
              <a:gd name="connsiteX6522" fmla="*/ 4078610 w 5876984"/>
              <a:gd name="connsiteY6522" fmla="*/ 477601 h 4550534"/>
              <a:gd name="connsiteX6523" fmla="*/ 4078610 w 5876984"/>
              <a:gd name="connsiteY6523" fmla="*/ 495451 h 4550534"/>
              <a:gd name="connsiteX6524" fmla="*/ 4078610 w 5876984"/>
              <a:gd name="connsiteY6524" fmla="*/ 477601 h 4550534"/>
              <a:gd name="connsiteX6525" fmla="*/ 4426189 w 5876984"/>
              <a:gd name="connsiteY6525" fmla="*/ 476118 h 4550534"/>
              <a:gd name="connsiteX6526" fmla="*/ 4424102 w 5876984"/>
              <a:gd name="connsiteY6526" fmla="*/ 485757 h 4550534"/>
              <a:gd name="connsiteX6527" fmla="*/ 4426189 w 5876984"/>
              <a:gd name="connsiteY6527" fmla="*/ 476118 h 4550534"/>
              <a:gd name="connsiteX6528" fmla="*/ 4086549 w 5876984"/>
              <a:gd name="connsiteY6528" fmla="*/ 447406 h 4550534"/>
              <a:gd name="connsiteX6529" fmla="*/ 4105787 w 5876984"/>
              <a:gd name="connsiteY6529" fmla="*/ 460600 h 4550534"/>
              <a:gd name="connsiteX6530" fmla="*/ 4095238 w 5876984"/>
              <a:gd name="connsiteY6530" fmla="*/ 467153 h 4550534"/>
              <a:gd name="connsiteX6531" fmla="*/ 4076448 w 5876984"/>
              <a:gd name="connsiteY6531" fmla="*/ 449069 h 4550534"/>
              <a:gd name="connsiteX6532" fmla="*/ 4086549 w 5876984"/>
              <a:gd name="connsiteY6532" fmla="*/ 447406 h 4550534"/>
              <a:gd name="connsiteX6533" fmla="*/ 4962488 w 5876984"/>
              <a:gd name="connsiteY6533" fmla="*/ 437989 h 4550534"/>
              <a:gd name="connsiteX6534" fmla="*/ 4970836 w 5876984"/>
              <a:gd name="connsiteY6534" fmla="*/ 445925 h 4550534"/>
              <a:gd name="connsiteX6535" fmla="*/ 4952134 w 5876984"/>
              <a:gd name="connsiteY6535" fmla="*/ 449253 h 4550534"/>
              <a:gd name="connsiteX6536" fmla="*/ 4958480 w 5876984"/>
              <a:gd name="connsiteY6536" fmla="*/ 468708 h 4550534"/>
              <a:gd name="connsiteX6537" fmla="*/ 4977182 w 5876984"/>
              <a:gd name="connsiteY6537" fmla="*/ 455653 h 4550534"/>
              <a:gd name="connsiteX6538" fmla="*/ 4956142 w 5876984"/>
              <a:gd name="connsiteY6538" fmla="*/ 491236 h 4550534"/>
              <a:gd name="connsiteX6539" fmla="*/ 4954138 w 5876984"/>
              <a:gd name="connsiteY6539" fmla="*/ 505827 h 4550534"/>
              <a:gd name="connsiteX6540" fmla="*/ 4968832 w 5876984"/>
              <a:gd name="connsiteY6540" fmla="*/ 523747 h 4550534"/>
              <a:gd name="connsiteX6541" fmla="*/ 4937106 w 5876984"/>
              <a:gd name="connsiteY6541" fmla="*/ 514019 h 4550534"/>
              <a:gd name="connsiteX6542" fmla="*/ 4949797 w 5876984"/>
              <a:gd name="connsiteY6542" fmla="*/ 504291 h 4550534"/>
              <a:gd name="connsiteX6543" fmla="*/ 4939444 w 5876984"/>
              <a:gd name="connsiteY6543" fmla="*/ 504291 h 4550534"/>
              <a:gd name="connsiteX6544" fmla="*/ 4941448 w 5876984"/>
              <a:gd name="connsiteY6544" fmla="*/ 493027 h 4550534"/>
              <a:gd name="connsiteX6545" fmla="*/ 4949797 w 5876984"/>
              <a:gd name="connsiteY6545" fmla="*/ 447717 h 4550534"/>
              <a:gd name="connsiteX6546" fmla="*/ 4962488 w 5876984"/>
              <a:gd name="connsiteY6546" fmla="*/ 437989 h 4550534"/>
              <a:gd name="connsiteX6547" fmla="*/ 4444478 w 5876984"/>
              <a:gd name="connsiteY6547" fmla="*/ 434594 h 4550534"/>
              <a:gd name="connsiteX6548" fmla="*/ 4457350 w 5876984"/>
              <a:gd name="connsiteY6548" fmla="*/ 449141 h 4550534"/>
              <a:gd name="connsiteX6549" fmla="*/ 4429574 w 5876984"/>
              <a:gd name="connsiteY6549" fmla="*/ 445823 h 4550534"/>
              <a:gd name="connsiteX6550" fmla="*/ 4423137 w 5876984"/>
              <a:gd name="connsiteY6550" fmla="*/ 453989 h 4550534"/>
              <a:gd name="connsiteX6551" fmla="*/ 4414669 w 5876984"/>
              <a:gd name="connsiteY6551" fmla="*/ 449141 h 4550534"/>
              <a:gd name="connsiteX6552" fmla="*/ 4421104 w 5876984"/>
              <a:gd name="connsiteY6552" fmla="*/ 439443 h 4550534"/>
              <a:gd name="connsiteX6553" fmla="*/ 4444478 w 5876984"/>
              <a:gd name="connsiteY6553" fmla="*/ 434594 h 4550534"/>
              <a:gd name="connsiteX6554" fmla="*/ 4977304 w 5876984"/>
              <a:gd name="connsiteY6554" fmla="*/ 428935 h 4550534"/>
              <a:gd name="connsiteX6555" fmla="*/ 4988002 w 5876984"/>
              <a:gd name="connsiteY6555" fmla="*/ 428935 h 4550534"/>
              <a:gd name="connsiteX6556" fmla="*/ 4992348 w 5876984"/>
              <a:gd name="connsiteY6556" fmla="*/ 440001 h 4550534"/>
              <a:gd name="connsiteX6557" fmla="*/ 4979644 w 5876984"/>
              <a:gd name="connsiteY6557" fmla="*/ 455846 h 4550534"/>
              <a:gd name="connsiteX6558" fmla="*/ 4977304 w 5876984"/>
              <a:gd name="connsiteY6558" fmla="*/ 428935 h 4550534"/>
              <a:gd name="connsiteX6559" fmla="*/ 4935142 w 5876984"/>
              <a:gd name="connsiteY6559" fmla="*/ 424408 h 4550534"/>
              <a:gd name="connsiteX6560" fmla="*/ 4937228 w 5876984"/>
              <a:gd name="connsiteY6560" fmla="*/ 443398 h 4550534"/>
              <a:gd name="connsiteX6561" fmla="*/ 4935142 w 5876984"/>
              <a:gd name="connsiteY6561" fmla="*/ 424408 h 4550534"/>
              <a:gd name="connsiteX6562" fmla="*/ 5088062 w 5876984"/>
              <a:gd name="connsiteY6562" fmla="*/ 419158 h 4550534"/>
              <a:gd name="connsiteX6563" fmla="*/ 5117902 w 5876984"/>
              <a:gd name="connsiteY6563" fmla="*/ 419158 h 4550534"/>
              <a:gd name="connsiteX6564" fmla="*/ 5119914 w 5876984"/>
              <a:gd name="connsiteY6564" fmla="*/ 435338 h 4550534"/>
              <a:gd name="connsiteX6565" fmla="*/ 5096444 w 5876984"/>
              <a:gd name="connsiteY6565" fmla="*/ 422497 h 4550534"/>
              <a:gd name="connsiteX6566" fmla="*/ 5105162 w 5876984"/>
              <a:gd name="connsiteY6566" fmla="*/ 477714 h 4550534"/>
              <a:gd name="connsiteX6567" fmla="*/ 5098792 w 5876984"/>
              <a:gd name="connsiteY6567" fmla="*/ 484135 h 4550534"/>
              <a:gd name="connsiteX6568" fmla="*/ 5079680 w 5876984"/>
              <a:gd name="connsiteY6568" fmla="*/ 480796 h 4550534"/>
              <a:gd name="connsiteX6569" fmla="*/ 5088062 w 5876984"/>
              <a:gd name="connsiteY6569" fmla="*/ 419158 h 4550534"/>
              <a:gd name="connsiteX6570" fmla="*/ 5054868 w 5876984"/>
              <a:gd name="connsiteY6570" fmla="*/ 416486 h 4550534"/>
              <a:gd name="connsiteX6571" fmla="*/ 5069586 w 5876984"/>
              <a:gd name="connsiteY6571" fmla="*/ 457011 h 4550534"/>
              <a:gd name="connsiteX6572" fmla="*/ 5067580 w 5876984"/>
              <a:gd name="connsiteY6572" fmla="*/ 475080 h 4550534"/>
              <a:gd name="connsiteX6573" fmla="*/ 5042157 w 5876984"/>
              <a:gd name="connsiteY6573" fmla="*/ 432748 h 4550534"/>
              <a:gd name="connsiteX6574" fmla="*/ 5054868 w 5876984"/>
              <a:gd name="connsiteY6574" fmla="*/ 416486 h 4550534"/>
              <a:gd name="connsiteX6575" fmla="*/ 5024101 w 5876984"/>
              <a:gd name="connsiteY6575" fmla="*/ 406300 h 4550534"/>
              <a:gd name="connsiteX6576" fmla="*/ 5026095 w 5876984"/>
              <a:gd name="connsiteY6576" fmla="*/ 432076 h 4550534"/>
              <a:gd name="connsiteX6577" fmla="*/ 5024101 w 5876984"/>
              <a:gd name="connsiteY6577" fmla="*/ 406300 h 4550534"/>
              <a:gd name="connsiteX6578" fmla="*/ 4429027 w 5876984"/>
              <a:gd name="connsiteY6578" fmla="*/ 397012 h 4550534"/>
              <a:gd name="connsiteX6579" fmla="*/ 4425689 w 5876984"/>
              <a:gd name="connsiteY6579" fmla="*/ 407178 h 4550534"/>
              <a:gd name="connsiteX6580" fmla="*/ 4425689 w 5876984"/>
              <a:gd name="connsiteY6580" fmla="*/ 397538 h 4550534"/>
              <a:gd name="connsiteX6581" fmla="*/ 4429027 w 5876984"/>
              <a:gd name="connsiteY6581" fmla="*/ 397012 h 4550534"/>
              <a:gd name="connsiteX6582" fmla="*/ 4461120 w 5876984"/>
              <a:gd name="connsiteY6582" fmla="*/ 394983 h 4550534"/>
              <a:gd name="connsiteX6583" fmla="*/ 4469231 w 5876984"/>
              <a:gd name="connsiteY6583" fmla="*/ 401554 h 4550534"/>
              <a:gd name="connsiteX6584" fmla="*/ 4459172 w 5876984"/>
              <a:gd name="connsiteY6584" fmla="*/ 417475 h 4550534"/>
              <a:gd name="connsiteX6585" fmla="*/ 4461120 w 5876984"/>
              <a:gd name="connsiteY6585" fmla="*/ 394983 h 4550534"/>
              <a:gd name="connsiteX6586" fmla="*/ 4482577 w 5876984"/>
              <a:gd name="connsiteY6586" fmla="*/ 389256 h 4550534"/>
              <a:gd name="connsiteX6587" fmla="*/ 4482577 w 5876984"/>
              <a:gd name="connsiteY6587" fmla="*/ 403848 h 4550534"/>
              <a:gd name="connsiteX6588" fmla="*/ 4482577 w 5876984"/>
              <a:gd name="connsiteY6588" fmla="*/ 389256 h 4550534"/>
              <a:gd name="connsiteX6589" fmla="*/ 5022008 w 5876984"/>
              <a:gd name="connsiteY6589" fmla="*/ 382933 h 4550534"/>
              <a:gd name="connsiteX6590" fmla="*/ 5019976 w 5876984"/>
              <a:gd name="connsiteY6590" fmla="*/ 407177 h 4550534"/>
              <a:gd name="connsiteX6591" fmla="*/ 5022008 w 5876984"/>
              <a:gd name="connsiteY6591" fmla="*/ 382933 h 4550534"/>
              <a:gd name="connsiteX6592" fmla="*/ 4417382 w 5876984"/>
              <a:gd name="connsiteY6592" fmla="*/ 381811 h 4550534"/>
              <a:gd name="connsiteX6593" fmla="*/ 4441032 w 5876984"/>
              <a:gd name="connsiteY6593" fmla="*/ 387563 h 4550534"/>
              <a:gd name="connsiteX6594" fmla="*/ 4400344 w 5876984"/>
              <a:gd name="connsiteY6594" fmla="*/ 389073 h 4550534"/>
              <a:gd name="connsiteX6595" fmla="*/ 4417382 w 5876984"/>
              <a:gd name="connsiteY6595" fmla="*/ 381811 h 4550534"/>
              <a:gd name="connsiteX6596" fmla="*/ 4364699 w 5876984"/>
              <a:gd name="connsiteY6596" fmla="*/ 375743 h 4550534"/>
              <a:gd name="connsiteX6597" fmla="*/ 4369033 w 5876984"/>
              <a:gd name="connsiteY6597" fmla="*/ 392454 h 4550534"/>
              <a:gd name="connsiteX6598" fmla="*/ 4364699 w 5876984"/>
              <a:gd name="connsiteY6598" fmla="*/ 375743 h 4550534"/>
              <a:gd name="connsiteX6599" fmla="*/ 4817071 w 5876984"/>
              <a:gd name="connsiteY6599" fmla="*/ 374611 h 4550534"/>
              <a:gd name="connsiteX6600" fmla="*/ 4821591 w 5876984"/>
              <a:gd name="connsiteY6600" fmla="*/ 430944 h 4550534"/>
              <a:gd name="connsiteX6601" fmla="*/ 4806293 w 5876984"/>
              <a:gd name="connsiteY6601" fmla="*/ 430944 h 4550534"/>
              <a:gd name="connsiteX6602" fmla="*/ 4817071 w 5876984"/>
              <a:gd name="connsiteY6602" fmla="*/ 374611 h 4550534"/>
              <a:gd name="connsiteX6603" fmla="*/ 4356640 w 5876984"/>
              <a:gd name="connsiteY6603" fmla="*/ 364426 h 4550534"/>
              <a:gd name="connsiteX6604" fmla="*/ 4347914 w 5876984"/>
              <a:gd name="connsiteY6604" fmla="*/ 390200 h 4550534"/>
              <a:gd name="connsiteX6605" fmla="*/ 4356640 w 5876984"/>
              <a:gd name="connsiteY6605" fmla="*/ 364426 h 4550534"/>
              <a:gd name="connsiteX6606" fmla="*/ 5117812 w 5876984"/>
              <a:gd name="connsiteY6606" fmla="*/ 349712 h 4550534"/>
              <a:gd name="connsiteX6607" fmla="*/ 5139174 w 5876984"/>
              <a:gd name="connsiteY6607" fmla="*/ 353040 h 4550534"/>
              <a:gd name="connsiteX6608" fmla="*/ 5126288 w 5876984"/>
              <a:gd name="connsiteY6608" fmla="*/ 370960 h 4550534"/>
              <a:gd name="connsiteX6609" fmla="*/ 5117812 w 5876984"/>
              <a:gd name="connsiteY6609" fmla="*/ 349712 h 4550534"/>
              <a:gd name="connsiteX6610" fmla="*/ 4422746 w 5876984"/>
              <a:gd name="connsiteY6610" fmla="*/ 328209 h 4550534"/>
              <a:gd name="connsiteX6611" fmla="*/ 4389450 w 5876984"/>
              <a:gd name="connsiteY6611" fmla="*/ 334748 h 4550534"/>
              <a:gd name="connsiteX6612" fmla="*/ 4422746 w 5876984"/>
              <a:gd name="connsiteY6612" fmla="*/ 328209 h 4550534"/>
              <a:gd name="connsiteX6613" fmla="*/ 5093748 w 5876984"/>
              <a:gd name="connsiteY6613" fmla="*/ 327077 h 4550534"/>
              <a:gd name="connsiteX6614" fmla="*/ 5106274 w 5876984"/>
              <a:gd name="connsiteY6614" fmla="*/ 359672 h 4550534"/>
              <a:gd name="connsiteX6615" fmla="*/ 5079243 w 5876984"/>
              <a:gd name="connsiteY6615" fmla="*/ 340012 h 4550534"/>
              <a:gd name="connsiteX6616" fmla="*/ 5089462 w 5876984"/>
              <a:gd name="connsiteY6616" fmla="*/ 336907 h 4550534"/>
              <a:gd name="connsiteX6617" fmla="*/ 5093748 w 5876984"/>
              <a:gd name="connsiteY6617" fmla="*/ 327077 h 4550534"/>
              <a:gd name="connsiteX6618" fmla="*/ 4592484 w 5876984"/>
              <a:gd name="connsiteY6618" fmla="*/ 315760 h 4550534"/>
              <a:gd name="connsiteX6619" fmla="*/ 4607262 w 5876984"/>
              <a:gd name="connsiteY6619" fmla="*/ 317275 h 4550534"/>
              <a:gd name="connsiteX6620" fmla="*/ 4609278 w 5876984"/>
              <a:gd name="connsiteY6620" fmla="*/ 334953 h 4550534"/>
              <a:gd name="connsiteX6621" fmla="*/ 4594498 w 5876984"/>
              <a:gd name="connsiteY6621" fmla="*/ 339498 h 4550534"/>
              <a:gd name="connsiteX6622" fmla="*/ 4579720 w 5876984"/>
              <a:gd name="connsiteY6622" fmla="*/ 346065 h 4550534"/>
              <a:gd name="connsiteX6623" fmla="*/ 4558561 w 5876984"/>
              <a:gd name="connsiteY6623" fmla="*/ 336468 h 4550534"/>
              <a:gd name="connsiteX6624" fmla="*/ 4592484 w 5876984"/>
              <a:gd name="connsiteY6624" fmla="*/ 315760 h 4550534"/>
              <a:gd name="connsiteX6625" fmla="*/ 4427278 w 5876984"/>
              <a:gd name="connsiteY6625" fmla="*/ 296520 h 4550534"/>
              <a:gd name="connsiteX6626" fmla="*/ 4422930 w 5876984"/>
              <a:gd name="connsiteY6626" fmla="*/ 307586 h 4550534"/>
              <a:gd name="connsiteX6627" fmla="*/ 4427278 w 5876984"/>
              <a:gd name="connsiteY6627" fmla="*/ 296520 h 4550534"/>
              <a:gd name="connsiteX6628" fmla="*/ 4592890 w 5876984"/>
              <a:gd name="connsiteY6628" fmla="*/ 277280 h 4550534"/>
              <a:gd name="connsiteX6629" fmla="*/ 4596901 w 5876984"/>
              <a:gd name="connsiteY6629" fmla="*/ 295415 h 4550534"/>
              <a:gd name="connsiteX6630" fmla="*/ 4592890 w 5876984"/>
              <a:gd name="connsiteY6630" fmla="*/ 277280 h 4550534"/>
              <a:gd name="connsiteX6631" fmla="*/ 5083198 w 5876984"/>
              <a:gd name="connsiteY6631" fmla="*/ 245591 h 4550534"/>
              <a:gd name="connsiteX6632" fmla="*/ 5087484 w 5876984"/>
              <a:gd name="connsiteY6632" fmla="*/ 260050 h 4550534"/>
              <a:gd name="connsiteX6633" fmla="*/ 5083198 w 5876984"/>
              <a:gd name="connsiteY6633" fmla="*/ 245591 h 4550534"/>
              <a:gd name="connsiteX6634" fmla="*/ 4378728 w 5876984"/>
              <a:gd name="connsiteY6634" fmla="*/ 232010 h 4550534"/>
              <a:gd name="connsiteX6635" fmla="*/ 4374652 w 5876984"/>
              <a:gd name="connsiteY6635" fmla="*/ 248721 h 4550534"/>
              <a:gd name="connsiteX6636" fmla="*/ 4378728 w 5876984"/>
              <a:gd name="connsiteY6636" fmla="*/ 232010 h 4550534"/>
              <a:gd name="connsiteX6637" fmla="*/ 5133377 w 5876984"/>
              <a:gd name="connsiteY6637" fmla="*/ 205273 h 4550534"/>
              <a:gd name="connsiteX6638" fmla="*/ 5129031 w 5876984"/>
              <a:gd name="connsiteY6638" fmla="*/ 216684 h 4550534"/>
              <a:gd name="connsiteX6639" fmla="*/ 5139728 w 5876984"/>
              <a:gd name="connsiteY6639" fmla="*/ 221612 h 4550534"/>
              <a:gd name="connsiteX6640" fmla="*/ 5133377 w 5876984"/>
              <a:gd name="connsiteY6640" fmla="*/ 205273 h 4550534"/>
              <a:gd name="connsiteX6641" fmla="*/ 4448884 w 5876984"/>
              <a:gd name="connsiteY6641" fmla="*/ 202584 h 4550534"/>
              <a:gd name="connsiteX6642" fmla="*/ 4446918 w 5876984"/>
              <a:gd name="connsiteY6642" fmla="*/ 223832 h 4550534"/>
              <a:gd name="connsiteX6643" fmla="*/ 4448884 w 5876984"/>
              <a:gd name="connsiteY6643" fmla="*/ 202584 h 4550534"/>
              <a:gd name="connsiteX6644" fmla="*/ 4999138 w 5876984"/>
              <a:gd name="connsiteY6644" fmla="*/ 199189 h 4550534"/>
              <a:gd name="connsiteX6645" fmla="*/ 5009750 w 5876984"/>
              <a:gd name="connsiteY6645" fmla="*/ 218518 h 4550534"/>
              <a:gd name="connsiteX6646" fmla="*/ 4999138 w 5876984"/>
              <a:gd name="connsiteY6646" fmla="*/ 199189 h 4550534"/>
              <a:gd name="connsiteX6647" fmla="*/ 4999486 w 5876984"/>
              <a:gd name="connsiteY6647" fmla="*/ 162973 h 4550534"/>
              <a:gd name="connsiteX6648" fmla="*/ 5009884 w 5876984"/>
              <a:gd name="connsiteY6648" fmla="*/ 188748 h 4550534"/>
              <a:gd name="connsiteX6649" fmla="*/ 4995126 w 5876984"/>
              <a:gd name="connsiteY6649" fmla="*/ 188748 h 4550534"/>
              <a:gd name="connsiteX6650" fmla="*/ 4999486 w 5876984"/>
              <a:gd name="connsiteY6650" fmla="*/ 162973 h 4550534"/>
              <a:gd name="connsiteX6651" fmla="*/ 5066701 w 5876984"/>
              <a:gd name="connsiteY6651" fmla="*/ 161508 h 4550534"/>
              <a:gd name="connsiteX6652" fmla="*/ 5081112 w 5876984"/>
              <a:gd name="connsiteY6652" fmla="*/ 168143 h 4550534"/>
              <a:gd name="connsiteX6653" fmla="*/ 5085370 w 5876984"/>
              <a:gd name="connsiteY6653" fmla="*/ 184221 h 4550534"/>
              <a:gd name="connsiteX6654" fmla="*/ 5066701 w 5876984"/>
              <a:gd name="connsiteY6654" fmla="*/ 174523 h 4550534"/>
              <a:gd name="connsiteX6655" fmla="*/ 5066701 w 5876984"/>
              <a:gd name="connsiteY6655" fmla="*/ 161508 h 4550534"/>
              <a:gd name="connsiteX6656" fmla="*/ 4467944 w 5876984"/>
              <a:gd name="connsiteY6656" fmla="*/ 157314 h 4550534"/>
              <a:gd name="connsiteX6657" fmla="*/ 4474261 w 5876984"/>
              <a:gd name="connsiteY6657" fmla="*/ 178562 h 4550534"/>
              <a:gd name="connsiteX6658" fmla="*/ 4467944 w 5876984"/>
              <a:gd name="connsiteY6658" fmla="*/ 157314 h 4550534"/>
              <a:gd name="connsiteX6659" fmla="*/ 5111548 w 5876984"/>
              <a:gd name="connsiteY6659" fmla="*/ 153919 h 4550534"/>
              <a:gd name="connsiteX6660" fmla="*/ 5109242 w 5876984"/>
              <a:gd name="connsiteY6660" fmla="*/ 221569 h 4550534"/>
              <a:gd name="connsiteX6661" fmla="*/ 5111548 w 5876984"/>
              <a:gd name="connsiteY6661" fmla="*/ 153919 h 4550534"/>
              <a:gd name="connsiteX6662" fmla="*/ 4150496 w 5876984"/>
              <a:gd name="connsiteY6662" fmla="*/ 150225 h 4550534"/>
              <a:gd name="connsiteX6663" fmla="*/ 4179958 w 5876984"/>
              <a:gd name="connsiteY6663" fmla="*/ 153581 h 4550534"/>
              <a:gd name="connsiteX6664" fmla="*/ 4156786 w 5876984"/>
              <a:gd name="connsiteY6664" fmla="*/ 161583 h 4550534"/>
              <a:gd name="connsiteX6665" fmla="*/ 4150496 w 5876984"/>
              <a:gd name="connsiteY6665" fmla="*/ 150225 h 4550534"/>
              <a:gd name="connsiteX6666" fmla="*/ 5483558 w 5876984"/>
              <a:gd name="connsiteY6666" fmla="*/ 148593 h 4550534"/>
              <a:gd name="connsiteX6667" fmla="*/ 5481250 w 5876984"/>
              <a:gd name="connsiteY6667" fmla="*/ 180825 h 4550534"/>
              <a:gd name="connsiteX6668" fmla="*/ 5483558 w 5876984"/>
              <a:gd name="connsiteY6668" fmla="*/ 148593 h 4550534"/>
              <a:gd name="connsiteX6669" fmla="*/ 4469556 w 5876984"/>
              <a:gd name="connsiteY6669" fmla="*/ 147824 h 4550534"/>
              <a:gd name="connsiteX6670" fmla="*/ 4482564 w 5876984"/>
              <a:gd name="connsiteY6670" fmla="*/ 159316 h 4550534"/>
              <a:gd name="connsiteX6671" fmla="*/ 4469556 w 5876984"/>
              <a:gd name="connsiteY6671" fmla="*/ 147824 h 4550534"/>
              <a:gd name="connsiteX6672" fmla="*/ 4451140 w 5876984"/>
              <a:gd name="connsiteY6672" fmla="*/ 146925 h 4550534"/>
              <a:gd name="connsiteX6673" fmla="*/ 4457349 w 5876984"/>
              <a:gd name="connsiteY6673" fmla="*/ 158745 h 4550534"/>
              <a:gd name="connsiteX6674" fmla="*/ 4444444 w 5876984"/>
              <a:gd name="connsiteY6674" fmla="*/ 158745 h 4550534"/>
              <a:gd name="connsiteX6675" fmla="*/ 4455311 w 5876984"/>
              <a:gd name="connsiteY6675" fmla="*/ 183088 h 4550534"/>
              <a:gd name="connsiteX6676" fmla="*/ 4448860 w 5876984"/>
              <a:gd name="connsiteY6676" fmla="*/ 147470 h 4550534"/>
              <a:gd name="connsiteX6677" fmla="*/ 4451140 w 5876984"/>
              <a:gd name="connsiteY6677" fmla="*/ 146925 h 4550534"/>
              <a:gd name="connsiteX6678" fmla="*/ 4317919 w 5876984"/>
              <a:gd name="connsiteY6678" fmla="*/ 143733 h 4550534"/>
              <a:gd name="connsiteX6679" fmla="*/ 4294994 w 5876984"/>
              <a:gd name="connsiteY6679" fmla="*/ 153657 h 4550534"/>
              <a:gd name="connsiteX6680" fmla="*/ 4317919 w 5876984"/>
              <a:gd name="connsiteY6680" fmla="*/ 143733 h 4550534"/>
              <a:gd name="connsiteX6681" fmla="*/ 4465804 w 5876984"/>
              <a:gd name="connsiteY6681" fmla="*/ 133112 h 4550534"/>
              <a:gd name="connsiteX6682" fmla="*/ 4474530 w 5876984"/>
              <a:gd name="connsiteY6682" fmla="*/ 146170 h 4550534"/>
              <a:gd name="connsiteX6683" fmla="*/ 4465804 w 5876984"/>
              <a:gd name="connsiteY6683" fmla="*/ 133112 h 4550534"/>
              <a:gd name="connsiteX6684" fmla="*/ 5171184 w 5876984"/>
              <a:gd name="connsiteY6684" fmla="*/ 127888 h 4550534"/>
              <a:gd name="connsiteX6685" fmla="*/ 5177644 w 5876984"/>
              <a:gd name="connsiteY6685" fmla="*/ 147578 h 4550534"/>
              <a:gd name="connsiteX6686" fmla="*/ 5171184 w 5876984"/>
              <a:gd name="connsiteY6686" fmla="*/ 127888 h 4550534"/>
              <a:gd name="connsiteX6687" fmla="*/ 4377254 w 5876984"/>
              <a:gd name="connsiteY6687" fmla="*/ 114599 h 4550534"/>
              <a:gd name="connsiteX6688" fmla="*/ 4341981 w 5876984"/>
              <a:gd name="connsiteY6688" fmla="*/ 119420 h 4550534"/>
              <a:gd name="connsiteX6689" fmla="*/ 4377254 w 5876984"/>
              <a:gd name="connsiteY6689" fmla="*/ 114599 h 4550534"/>
              <a:gd name="connsiteX6690" fmla="*/ 5031398 w 5876984"/>
              <a:gd name="connsiteY6690" fmla="*/ 112044 h 4550534"/>
              <a:gd name="connsiteX6691" fmla="*/ 5055169 w 5876984"/>
              <a:gd name="connsiteY6691" fmla="*/ 164982 h 4550534"/>
              <a:gd name="connsiteX6692" fmla="*/ 5031398 w 5876984"/>
              <a:gd name="connsiteY6692" fmla="*/ 112044 h 4550534"/>
              <a:gd name="connsiteX6693" fmla="*/ 4435692 w 5876984"/>
              <a:gd name="connsiteY6693" fmla="*/ 108649 h 4550534"/>
              <a:gd name="connsiteX6694" fmla="*/ 4442010 w 5876984"/>
              <a:gd name="connsiteY6694" fmla="*/ 123107 h 4550534"/>
              <a:gd name="connsiteX6695" fmla="*/ 4435692 w 5876984"/>
              <a:gd name="connsiteY6695" fmla="*/ 108649 h 4550534"/>
              <a:gd name="connsiteX6696" fmla="*/ 4204023 w 5876984"/>
              <a:gd name="connsiteY6696" fmla="*/ 89409 h 4550534"/>
              <a:gd name="connsiteX6697" fmla="*/ 4236318 w 5876984"/>
              <a:gd name="connsiteY6697" fmla="*/ 95938 h 4550534"/>
              <a:gd name="connsiteX6698" fmla="*/ 4204023 w 5876984"/>
              <a:gd name="connsiteY6698" fmla="*/ 89409 h 4550534"/>
              <a:gd name="connsiteX6699" fmla="*/ 5076276 w 5876984"/>
              <a:gd name="connsiteY6699" fmla="*/ 87145 h 4550534"/>
              <a:gd name="connsiteX6700" fmla="*/ 5093736 w 5876984"/>
              <a:gd name="connsiteY6700" fmla="*/ 93802 h 4550534"/>
              <a:gd name="connsiteX6701" fmla="*/ 5089284 w 5876984"/>
              <a:gd name="connsiteY6701" fmla="*/ 95400 h 4550534"/>
              <a:gd name="connsiteX6702" fmla="*/ 5089284 w 5876984"/>
              <a:gd name="connsiteY6702" fmla="*/ 100459 h 4550534"/>
              <a:gd name="connsiteX6703" fmla="*/ 5076276 w 5876984"/>
              <a:gd name="connsiteY6703" fmla="*/ 87145 h 4550534"/>
              <a:gd name="connsiteX6704" fmla="*/ 5488434 w 5876984"/>
              <a:gd name="connsiteY6704" fmla="*/ 75827 h 4550534"/>
              <a:gd name="connsiteX6705" fmla="*/ 5493001 w 5876984"/>
              <a:gd name="connsiteY6705" fmla="*/ 101603 h 4550534"/>
              <a:gd name="connsiteX6706" fmla="*/ 5488434 w 5876984"/>
              <a:gd name="connsiteY6706" fmla="*/ 75827 h 4550534"/>
              <a:gd name="connsiteX6707" fmla="*/ 4151755 w 5876984"/>
              <a:gd name="connsiteY6707" fmla="*/ 67906 h 4550534"/>
              <a:gd name="connsiteX6708" fmla="*/ 4145150 w 5876984"/>
              <a:gd name="connsiteY6708" fmla="*/ 92545 h 4550534"/>
              <a:gd name="connsiteX6709" fmla="*/ 4129852 w 5876984"/>
              <a:gd name="connsiteY6709" fmla="*/ 92545 h 4550534"/>
              <a:gd name="connsiteX6710" fmla="*/ 4131938 w 5876984"/>
              <a:gd name="connsiteY6710" fmla="*/ 71277 h 4550534"/>
              <a:gd name="connsiteX6711" fmla="*/ 4151755 w 5876984"/>
              <a:gd name="connsiteY6711" fmla="*/ 67906 h 4550534"/>
              <a:gd name="connsiteX6712" fmla="*/ 4976064 w 5876984"/>
              <a:gd name="connsiteY6712" fmla="*/ 30557 h 4550534"/>
              <a:gd name="connsiteX6713" fmla="*/ 4976064 w 5876984"/>
              <a:gd name="connsiteY6713" fmla="*/ 36804 h 4550534"/>
              <a:gd name="connsiteX6714" fmla="*/ 4986932 w 5876984"/>
              <a:gd name="connsiteY6714" fmla="*/ 41551 h 4550534"/>
              <a:gd name="connsiteX6715" fmla="*/ 4967574 w 5876984"/>
              <a:gd name="connsiteY6715" fmla="*/ 49547 h 4550534"/>
              <a:gd name="connsiteX6716" fmla="*/ 4976064 w 5876984"/>
              <a:gd name="connsiteY6716" fmla="*/ 30557 h 4550534"/>
              <a:gd name="connsiteX6717" fmla="*/ 5094676 w 5876984"/>
              <a:gd name="connsiteY6717" fmla="*/ 26030 h 4550534"/>
              <a:gd name="connsiteX6718" fmla="*/ 5096706 w 5876984"/>
              <a:gd name="connsiteY6718" fmla="*/ 42369 h 4550534"/>
              <a:gd name="connsiteX6719" fmla="*/ 5081820 w 5876984"/>
              <a:gd name="connsiteY6719" fmla="*/ 40813 h 4550534"/>
              <a:gd name="connsiteX6720" fmla="*/ 5081820 w 5876984"/>
              <a:gd name="connsiteY6720" fmla="*/ 50669 h 4550534"/>
              <a:gd name="connsiteX6721" fmla="*/ 5094676 w 5876984"/>
              <a:gd name="connsiteY6721" fmla="*/ 26030 h 4550534"/>
              <a:gd name="connsiteX6722" fmla="*/ 5025269 w 5876984"/>
              <a:gd name="connsiteY6722" fmla="*/ 23767 h 4550534"/>
              <a:gd name="connsiteX6723" fmla="*/ 5040332 w 5876984"/>
              <a:gd name="connsiteY6723" fmla="*/ 83495 h 4550534"/>
              <a:gd name="connsiteX6724" fmla="*/ 5025269 w 5876984"/>
              <a:gd name="connsiteY6724" fmla="*/ 23767 h 4550534"/>
              <a:gd name="connsiteX6725" fmla="*/ 4677392 w 5876984"/>
              <a:gd name="connsiteY6725" fmla="*/ 22635 h 4550534"/>
              <a:gd name="connsiteX6726" fmla="*/ 4690248 w 5876984"/>
              <a:gd name="connsiteY6726" fmla="*/ 27563 h 4550534"/>
              <a:gd name="connsiteX6727" fmla="*/ 4652017 w 5876984"/>
              <a:gd name="connsiteY6727" fmla="*/ 35603 h 4550534"/>
              <a:gd name="connsiteX6728" fmla="*/ 4668933 w 5876984"/>
              <a:gd name="connsiteY6728" fmla="*/ 34047 h 4550534"/>
              <a:gd name="connsiteX6729" fmla="*/ 4666904 w 5876984"/>
              <a:gd name="connsiteY6729" fmla="*/ 26007 h 4550534"/>
              <a:gd name="connsiteX6730" fmla="*/ 4677392 w 5876984"/>
              <a:gd name="connsiteY6730" fmla="*/ 22635 h 4550534"/>
              <a:gd name="connsiteX6731" fmla="*/ 5107074 w 5876984"/>
              <a:gd name="connsiteY6731" fmla="*/ 0 h 4550534"/>
              <a:gd name="connsiteX6732" fmla="*/ 5127996 w 5876984"/>
              <a:gd name="connsiteY6732" fmla="*/ 64255 h 4550534"/>
              <a:gd name="connsiteX6733" fmla="*/ 5107074 w 5876984"/>
              <a:gd name="connsiteY6733" fmla="*/ 0 h 4550534"/>
              <a:gd name="connsiteX6734" fmla="*/ 4622348 w 5876984"/>
              <a:gd name="connsiteY6734" fmla="*/ 0 h 4550534"/>
              <a:gd name="connsiteX6735" fmla="*/ 4626606 w 5876984"/>
              <a:gd name="connsiteY6735" fmla="*/ 3052 h 4550534"/>
              <a:gd name="connsiteX6736" fmla="*/ 4647239 w 5876984"/>
              <a:gd name="connsiteY6736" fmla="*/ 22381 h 4550534"/>
              <a:gd name="connsiteX6737" fmla="*/ 4622348 w 5876984"/>
              <a:gd name="connsiteY6737" fmla="*/ 0 h 4550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</a:cxnLst>
            <a:rect l="l" t="t" r="r" b="b"/>
            <a:pathLst>
              <a:path w="5876984" h="4550534">
                <a:moveTo>
                  <a:pt x="1462078" y="4415784"/>
                </a:moveTo>
                <a:cubicBezTo>
                  <a:pt x="1460060" y="4420660"/>
                  <a:pt x="1464433" y="4430414"/>
                  <a:pt x="1472843" y="4432211"/>
                </a:cubicBezTo>
                <a:cubicBezTo>
                  <a:pt x="1481253" y="4427334"/>
                  <a:pt x="1468470" y="4417580"/>
                  <a:pt x="1462078" y="4415784"/>
                </a:cubicBezTo>
                <a:close/>
                <a:moveTo>
                  <a:pt x="1136778" y="4135246"/>
                </a:moveTo>
                <a:cubicBezTo>
                  <a:pt x="1124331" y="4138583"/>
                  <a:pt x="1130722" y="4143459"/>
                  <a:pt x="1126349" y="4146539"/>
                </a:cubicBezTo>
                <a:cubicBezTo>
                  <a:pt x="1132740" y="4146539"/>
                  <a:pt x="1136778" y="4153212"/>
                  <a:pt x="1145525" y="4148335"/>
                </a:cubicBezTo>
                <a:cubicBezTo>
                  <a:pt x="1136778" y="4143459"/>
                  <a:pt x="1141151" y="4140123"/>
                  <a:pt x="1136778" y="4135246"/>
                </a:cubicBezTo>
                <a:close/>
                <a:moveTo>
                  <a:pt x="1647098" y="4133706"/>
                </a:moveTo>
                <a:cubicBezTo>
                  <a:pt x="1638688" y="4135246"/>
                  <a:pt x="1643062" y="4151415"/>
                  <a:pt x="1653490" y="4143459"/>
                </a:cubicBezTo>
                <a:cubicBezTo>
                  <a:pt x="1647098" y="4143459"/>
                  <a:pt x="1647098" y="4141663"/>
                  <a:pt x="1655508" y="4137042"/>
                </a:cubicBezTo>
                <a:cubicBezTo>
                  <a:pt x="1653490" y="4137042"/>
                  <a:pt x="1649453" y="4135246"/>
                  <a:pt x="1647098" y="4133706"/>
                </a:cubicBezTo>
                <a:close/>
                <a:moveTo>
                  <a:pt x="1625905" y="4128829"/>
                </a:moveTo>
                <a:cubicBezTo>
                  <a:pt x="1615141" y="4128829"/>
                  <a:pt x="1613122" y="4138583"/>
                  <a:pt x="1617495" y="4143459"/>
                </a:cubicBezTo>
                <a:cubicBezTo>
                  <a:pt x="1606731" y="4146539"/>
                  <a:pt x="1617495" y="4133706"/>
                  <a:pt x="1604712" y="4138583"/>
                </a:cubicBezTo>
                <a:cubicBezTo>
                  <a:pt x="1591929" y="4149875"/>
                  <a:pt x="1621532" y="4164506"/>
                  <a:pt x="1600339" y="4174259"/>
                </a:cubicBezTo>
                <a:cubicBezTo>
                  <a:pt x="1611104" y="4184013"/>
                  <a:pt x="1636670" y="4187093"/>
                  <a:pt x="1645080" y="4174259"/>
                </a:cubicBezTo>
                <a:cubicBezTo>
                  <a:pt x="1634315" y="4175799"/>
                  <a:pt x="1621532" y="4180676"/>
                  <a:pt x="1615141" y="4170922"/>
                </a:cubicBezTo>
                <a:cubicBezTo>
                  <a:pt x="1630279" y="4169382"/>
                  <a:pt x="1630279" y="4167586"/>
                  <a:pt x="1643062" y="4162966"/>
                </a:cubicBezTo>
                <a:cubicBezTo>
                  <a:pt x="1636670" y="4159630"/>
                  <a:pt x="1632297" y="4154752"/>
                  <a:pt x="1645080" y="4151415"/>
                </a:cubicBezTo>
                <a:cubicBezTo>
                  <a:pt x="1630279" y="4141663"/>
                  <a:pt x="1627924" y="4140123"/>
                  <a:pt x="1625905" y="4128829"/>
                </a:cubicBezTo>
                <a:close/>
                <a:moveTo>
                  <a:pt x="1608749" y="4122412"/>
                </a:moveTo>
                <a:cubicBezTo>
                  <a:pt x="1598321" y="4125492"/>
                  <a:pt x="1600339" y="4130369"/>
                  <a:pt x="1604712" y="4135246"/>
                </a:cubicBezTo>
                <a:cubicBezTo>
                  <a:pt x="1613122" y="4132165"/>
                  <a:pt x="1613122" y="4127289"/>
                  <a:pt x="1608749" y="4122412"/>
                </a:cubicBezTo>
                <a:close/>
                <a:moveTo>
                  <a:pt x="1347365" y="4114199"/>
                </a:moveTo>
                <a:cubicBezTo>
                  <a:pt x="1336936" y="4119076"/>
                  <a:pt x="1343328" y="4127289"/>
                  <a:pt x="1351738" y="4127289"/>
                </a:cubicBezTo>
                <a:cubicBezTo>
                  <a:pt x="1364521" y="4120616"/>
                  <a:pt x="1353756" y="4122412"/>
                  <a:pt x="1347365" y="4114199"/>
                </a:cubicBezTo>
                <a:close/>
                <a:moveTo>
                  <a:pt x="1372931" y="4099569"/>
                </a:moveTo>
                <a:cubicBezTo>
                  <a:pt x="1366539" y="4099569"/>
                  <a:pt x="1355775" y="4101109"/>
                  <a:pt x="1355775" y="4105985"/>
                </a:cubicBezTo>
                <a:cubicBezTo>
                  <a:pt x="1372931" y="4102906"/>
                  <a:pt x="1368558" y="4110862"/>
                  <a:pt x="1368558" y="4119076"/>
                </a:cubicBezTo>
                <a:cubicBezTo>
                  <a:pt x="1372931" y="4117536"/>
                  <a:pt x="1374949" y="4115739"/>
                  <a:pt x="1372931" y="4114199"/>
                </a:cubicBezTo>
                <a:cubicBezTo>
                  <a:pt x="1379323" y="4112659"/>
                  <a:pt x="1383360" y="4119076"/>
                  <a:pt x="1389752" y="4112659"/>
                </a:cubicBezTo>
                <a:cubicBezTo>
                  <a:pt x="1385715" y="4109322"/>
                  <a:pt x="1368558" y="4104445"/>
                  <a:pt x="1372931" y="4099569"/>
                </a:cubicBezTo>
                <a:close/>
                <a:moveTo>
                  <a:pt x="1621532" y="4076982"/>
                </a:moveTo>
                <a:cubicBezTo>
                  <a:pt x="1611104" y="4084939"/>
                  <a:pt x="1615141" y="4093152"/>
                  <a:pt x="1619514" y="4102906"/>
                </a:cubicBezTo>
                <a:cubicBezTo>
                  <a:pt x="1632297" y="4094692"/>
                  <a:pt x="1619514" y="4084939"/>
                  <a:pt x="1621532" y="4076982"/>
                </a:cubicBezTo>
                <a:close/>
                <a:moveTo>
                  <a:pt x="1640707" y="4044385"/>
                </a:moveTo>
                <a:cubicBezTo>
                  <a:pt x="1630279" y="4047721"/>
                  <a:pt x="1645080" y="4052599"/>
                  <a:pt x="1636670" y="4055936"/>
                </a:cubicBezTo>
                <a:cubicBezTo>
                  <a:pt x="1645080" y="4060812"/>
                  <a:pt x="1651472" y="4049261"/>
                  <a:pt x="1640707" y="4044385"/>
                </a:cubicBezTo>
                <a:close/>
                <a:moveTo>
                  <a:pt x="1173109" y="3979448"/>
                </a:moveTo>
                <a:cubicBezTo>
                  <a:pt x="1173109" y="3979448"/>
                  <a:pt x="1173109" y="3979448"/>
                  <a:pt x="1160326" y="3986121"/>
                </a:cubicBezTo>
                <a:cubicBezTo>
                  <a:pt x="1179501" y="3994079"/>
                  <a:pt x="1181519" y="4008709"/>
                  <a:pt x="1190266" y="4023338"/>
                </a:cubicBezTo>
                <a:cubicBezTo>
                  <a:pt x="1205067" y="4005628"/>
                  <a:pt x="1175128" y="3990998"/>
                  <a:pt x="1173109" y="3979448"/>
                </a:cubicBezTo>
                <a:close/>
                <a:moveTo>
                  <a:pt x="2095739" y="3969713"/>
                </a:moveTo>
                <a:cubicBezTo>
                  <a:pt x="2093709" y="3977576"/>
                  <a:pt x="2089311" y="3982395"/>
                  <a:pt x="2076793" y="3980873"/>
                </a:cubicBezTo>
                <a:cubicBezTo>
                  <a:pt x="2078824" y="3972756"/>
                  <a:pt x="2083221" y="3967937"/>
                  <a:pt x="2095739" y="3969713"/>
                </a:cubicBezTo>
                <a:close/>
                <a:moveTo>
                  <a:pt x="2184516" y="3952092"/>
                </a:moveTo>
                <a:cubicBezTo>
                  <a:pt x="2205518" y="3955362"/>
                  <a:pt x="2197184" y="3960140"/>
                  <a:pt x="2192850" y="3972715"/>
                </a:cubicBezTo>
                <a:cubicBezTo>
                  <a:pt x="2186516" y="3964919"/>
                  <a:pt x="2146514" y="3979003"/>
                  <a:pt x="2150848" y="3961650"/>
                </a:cubicBezTo>
                <a:cubicBezTo>
                  <a:pt x="2163515" y="3964919"/>
                  <a:pt x="2184516" y="3952092"/>
                  <a:pt x="2180183" y="3966428"/>
                </a:cubicBezTo>
                <a:cubicBezTo>
                  <a:pt x="2199183" y="3963158"/>
                  <a:pt x="2180183" y="3960140"/>
                  <a:pt x="2184516" y="3952092"/>
                </a:cubicBezTo>
                <a:close/>
                <a:moveTo>
                  <a:pt x="1166718" y="3937355"/>
                </a:moveTo>
                <a:cubicBezTo>
                  <a:pt x="1160326" y="3948905"/>
                  <a:pt x="1166718" y="3960198"/>
                  <a:pt x="1164699" y="3973032"/>
                </a:cubicBezTo>
                <a:cubicBezTo>
                  <a:pt x="1171091" y="3974829"/>
                  <a:pt x="1175128" y="3973032"/>
                  <a:pt x="1181519" y="3969951"/>
                </a:cubicBezTo>
                <a:cubicBezTo>
                  <a:pt x="1175128" y="3960198"/>
                  <a:pt x="1173109" y="3948905"/>
                  <a:pt x="1166718" y="3937355"/>
                </a:cubicBezTo>
                <a:close/>
                <a:moveTo>
                  <a:pt x="1850123" y="3914266"/>
                </a:moveTo>
                <a:cubicBezTo>
                  <a:pt x="1852110" y="3917326"/>
                  <a:pt x="1852110" y="3919111"/>
                  <a:pt x="1858399" y="3920642"/>
                </a:cubicBezTo>
                <a:cubicBezTo>
                  <a:pt x="1845820" y="3930333"/>
                  <a:pt x="1833242" y="3922172"/>
                  <a:pt x="1818678" y="3920642"/>
                </a:cubicBezTo>
                <a:cubicBezTo>
                  <a:pt x="1824967" y="3914266"/>
                  <a:pt x="1835559" y="3912480"/>
                  <a:pt x="1850123" y="3914266"/>
                </a:cubicBezTo>
                <a:close/>
                <a:moveTo>
                  <a:pt x="1879839" y="3910859"/>
                </a:moveTo>
                <a:lnTo>
                  <a:pt x="1889003" y="3915518"/>
                </a:lnTo>
                <a:lnTo>
                  <a:pt x="1889967" y="3914655"/>
                </a:lnTo>
                <a:close/>
                <a:moveTo>
                  <a:pt x="2276670" y="3894372"/>
                </a:moveTo>
                <a:cubicBezTo>
                  <a:pt x="2293046" y="3894372"/>
                  <a:pt x="2291081" y="3902650"/>
                  <a:pt x="2289116" y="3910670"/>
                </a:cubicBezTo>
                <a:cubicBezTo>
                  <a:pt x="2270448" y="3912222"/>
                  <a:pt x="2268154" y="3899287"/>
                  <a:pt x="2276670" y="3894372"/>
                </a:cubicBezTo>
                <a:close/>
                <a:moveTo>
                  <a:pt x="1175128" y="3882171"/>
                </a:moveTo>
                <a:cubicBezTo>
                  <a:pt x="1171091" y="3880631"/>
                  <a:pt x="1166718" y="3882171"/>
                  <a:pt x="1162344" y="3883968"/>
                </a:cubicBezTo>
                <a:cubicBezTo>
                  <a:pt x="1171091" y="3898598"/>
                  <a:pt x="1166718" y="3909892"/>
                  <a:pt x="1171091" y="3917848"/>
                </a:cubicBezTo>
                <a:cubicBezTo>
                  <a:pt x="1177482" y="3924521"/>
                  <a:pt x="1183874" y="3929398"/>
                  <a:pt x="1194302" y="3924521"/>
                </a:cubicBezTo>
                <a:cubicBezTo>
                  <a:pt x="1190266" y="3909892"/>
                  <a:pt x="1183874" y="3891925"/>
                  <a:pt x="1175128" y="3882171"/>
                </a:cubicBezTo>
                <a:close/>
                <a:moveTo>
                  <a:pt x="2193817" y="3874001"/>
                </a:moveTo>
                <a:cubicBezTo>
                  <a:pt x="2208485" y="3875500"/>
                  <a:pt x="2196150" y="3892991"/>
                  <a:pt x="2179149" y="3891242"/>
                </a:cubicBezTo>
                <a:cubicBezTo>
                  <a:pt x="2179149" y="3881747"/>
                  <a:pt x="2189817" y="3880247"/>
                  <a:pt x="2193817" y="3874001"/>
                </a:cubicBezTo>
                <a:close/>
                <a:moveTo>
                  <a:pt x="2187710" y="3859264"/>
                </a:moveTo>
                <a:cubicBezTo>
                  <a:pt x="2183635" y="3880532"/>
                  <a:pt x="2183635" y="3880532"/>
                  <a:pt x="2183635" y="3880532"/>
                </a:cubicBezTo>
                <a:cubicBezTo>
                  <a:pt x="2177184" y="3875604"/>
                  <a:pt x="2172769" y="3864192"/>
                  <a:pt x="2164279" y="3875604"/>
                </a:cubicBezTo>
                <a:cubicBezTo>
                  <a:pt x="2159865" y="3875604"/>
                  <a:pt x="2159865" y="3874048"/>
                  <a:pt x="2159865" y="3872491"/>
                </a:cubicBezTo>
                <a:cubicBezTo>
                  <a:pt x="2164279" y="3875604"/>
                  <a:pt x="2161903" y="3855893"/>
                  <a:pt x="2187710" y="3859264"/>
                </a:cubicBezTo>
                <a:close/>
                <a:moveTo>
                  <a:pt x="2244390" y="3846709"/>
                </a:moveTo>
                <a:cubicBezTo>
                  <a:pt x="2272818" y="3845707"/>
                  <a:pt x="2305741" y="3849846"/>
                  <a:pt x="2322706" y="3853209"/>
                </a:cubicBezTo>
                <a:cubicBezTo>
                  <a:pt x="2307589" y="3866144"/>
                  <a:pt x="2278026" y="3864592"/>
                  <a:pt x="2269627" y="3884252"/>
                </a:cubicBezTo>
                <a:cubicBezTo>
                  <a:pt x="2239728" y="3890719"/>
                  <a:pt x="2218564" y="3866144"/>
                  <a:pt x="2193032" y="3871058"/>
                </a:cubicBezTo>
                <a:cubicBezTo>
                  <a:pt x="2192025" y="3853856"/>
                  <a:pt x="2215960" y="3847712"/>
                  <a:pt x="2244390" y="3846709"/>
                </a:cubicBezTo>
                <a:close/>
                <a:moveTo>
                  <a:pt x="2127083" y="3781453"/>
                </a:moveTo>
                <a:lnTo>
                  <a:pt x="2123286" y="3782837"/>
                </a:lnTo>
                <a:lnTo>
                  <a:pt x="2099766" y="3814180"/>
                </a:lnTo>
                <a:lnTo>
                  <a:pt x="2105888" y="3822006"/>
                </a:lnTo>
                <a:cubicBezTo>
                  <a:pt x="2105888" y="3815333"/>
                  <a:pt x="2099495" y="3804039"/>
                  <a:pt x="2116654" y="3804039"/>
                </a:cubicBezTo>
                <a:cubicBezTo>
                  <a:pt x="2123046" y="3808916"/>
                  <a:pt x="2129438" y="3813793"/>
                  <a:pt x="2137849" y="3818670"/>
                </a:cubicBezTo>
                <a:cubicBezTo>
                  <a:pt x="2135830" y="3804039"/>
                  <a:pt x="2146260" y="3800703"/>
                  <a:pt x="2165436" y="3804039"/>
                </a:cubicBezTo>
                <a:cubicBezTo>
                  <a:pt x="2163418" y="3790950"/>
                  <a:pt x="2191005" y="3790950"/>
                  <a:pt x="2182594" y="3781453"/>
                </a:cubicBezTo>
                <a:cubicBezTo>
                  <a:pt x="2169810" y="3781453"/>
                  <a:pt x="2165436" y="3786330"/>
                  <a:pt x="2152652" y="3782993"/>
                </a:cubicBezTo>
                <a:cubicBezTo>
                  <a:pt x="2148278" y="3789410"/>
                  <a:pt x="2157025" y="3792747"/>
                  <a:pt x="2157025" y="3797623"/>
                </a:cubicBezTo>
                <a:cubicBezTo>
                  <a:pt x="2150634" y="3799163"/>
                  <a:pt x="2144241" y="3802499"/>
                  <a:pt x="2135830" y="3802499"/>
                </a:cubicBezTo>
                <a:cubicBezTo>
                  <a:pt x="2142223" y="3790950"/>
                  <a:pt x="2129438" y="3787870"/>
                  <a:pt x="2127083" y="3781453"/>
                </a:cubicBezTo>
                <a:close/>
                <a:moveTo>
                  <a:pt x="2218593" y="3774780"/>
                </a:moveTo>
                <a:cubicBezTo>
                  <a:pt x="2205809" y="3774780"/>
                  <a:pt x="2197398" y="3774780"/>
                  <a:pt x="2193024" y="3779657"/>
                </a:cubicBezTo>
                <a:cubicBezTo>
                  <a:pt x="2203790" y="3779657"/>
                  <a:pt x="2186632" y="3792747"/>
                  <a:pt x="2203790" y="3789410"/>
                </a:cubicBezTo>
                <a:cubicBezTo>
                  <a:pt x="2203790" y="3779657"/>
                  <a:pt x="2212201" y="3778117"/>
                  <a:pt x="2218593" y="3774780"/>
                </a:cubicBezTo>
                <a:close/>
                <a:moveTo>
                  <a:pt x="2414629" y="3647217"/>
                </a:moveTo>
                <a:cubicBezTo>
                  <a:pt x="2419050" y="3646984"/>
                  <a:pt x="2424782" y="3647782"/>
                  <a:pt x="2431004" y="3648581"/>
                </a:cubicBezTo>
                <a:cubicBezTo>
                  <a:pt x="2431004" y="3657103"/>
                  <a:pt x="2418559" y="3653641"/>
                  <a:pt x="2418559" y="3658700"/>
                </a:cubicBezTo>
                <a:cubicBezTo>
                  <a:pt x="2412336" y="3657103"/>
                  <a:pt x="2412336" y="3653641"/>
                  <a:pt x="2406113" y="3652043"/>
                </a:cubicBezTo>
                <a:cubicBezTo>
                  <a:pt x="2407096" y="3648715"/>
                  <a:pt x="2410207" y="3647450"/>
                  <a:pt x="2414629" y="3647217"/>
                </a:cubicBezTo>
                <a:close/>
                <a:moveTo>
                  <a:pt x="2423233" y="3601248"/>
                </a:moveTo>
                <a:cubicBezTo>
                  <a:pt x="2448796" y="3606096"/>
                  <a:pt x="2391279" y="3627023"/>
                  <a:pt x="2397670" y="3607628"/>
                </a:cubicBezTo>
                <a:cubicBezTo>
                  <a:pt x="2410452" y="3607628"/>
                  <a:pt x="2416842" y="3604565"/>
                  <a:pt x="2423233" y="3601248"/>
                </a:cubicBezTo>
                <a:close/>
                <a:moveTo>
                  <a:pt x="2316800" y="3563368"/>
                </a:moveTo>
                <a:lnTo>
                  <a:pt x="2316706" y="3565209"/>
                </a:lnTo>
                <a:lnTo>
                  <a:pt x="2320532" y="3564060"/>
                </a:lnTo>
                <a:close/>
                <a:moveTo>
                  <a:pt x="2252573" y="3473201"/>
                </a:moveTo>
                <a:cubicBezTo>
                  <a:pt x="2248199" y="3478079"/>
                  <a:pt x="2233396" y="3473201"/>
                  <a:pt x="2235751" y="3482955"/>
                </a:cubicBezTo>
                <a:cubicBezTo>
                  <a:pt x="2248199" y="3487832"/>
                  <a:pt x="2265357" y="3478079"/>
                  <a:pt x="2252573" y="3473201"/>
                </a:cubicBezTo>
                <a:close/>
                <a:moveTo>
                  <a:pt x="2356867" y="3463449"/>
                </a:moveTo>
                <a:cubicBezTo>
                  <a:pt x="2358886" y="3471662"/>
                  <a:pt x="2339709" y="3478079"/>
                  <a:pt x="2350475" y="3481415"/>
                </a:cubicBezTo>
                <a:cubicBezTo>
                  <a:pt x="2360904" y="3478079"/>
                  <a:pt x="2365278" y="3469865"/>
                  <a:pt x="2356867" y="3463449"/>
                </a:cubicBezTo>
                <a:close/>
                <a:moveTo>
                  <a:pt x="2272640" y="3450668"/>
                </a:moveTo>
                <a:lnTo>
                  <a:pt x="2267376" y="3455493"/>
                </a:lnTo>
                <a:lnTo>
                  <a:pt x="2273323" y="3455493"/>
                </a:lnTo>
                <a:close/>
                <a:moveTo>
                  <a:pt x="2326459" y="3448135"/>
                </a:moveTo>
                <a:lnTo>
                  <a:pt x="2326195" y="3450771"/>
                </a:lnTo>
                <a:lnTo>
                  <a:pt x="2329280" y="3450616"/>
                </a:lnTo>
                <a:cubicBezTo>
                  <a:pt x="2326924" y="3460112"/>
                  <a:pt x="2331298" y="3466785"/>
                  <a:pt x="2344082" y="3469865"/>
                </a:cubicBezTo>
                <a:cubicBezTo>
                  <a:pt x="2346102" y="3464989"/>
                  <a:pt x="2339709" y="3463449"/>
                  <a:pt x="2337691" y="3460112"/>
                </a:cubicBezTo>
                <a:cubicBezTo>
                  <a:pt x="2342064" y="3460112"/>
                  <a:pt x="2344082" y="3457033"/>
                  <a:pt x="2344082" y="3453695"/>
                </a:cubicBezTo>
                <a:cubicBezTo>
                  <a:pt x="2341896" y="3451257"/>
                  <a:pt x="2337606" y="3449653"/>
                  <a:pt x="2332560" y="3448659"/>
                </a:cubicBezTo>
                <a:close/>
                <a:moveTo>
                  <a:pt x="2356867" y="3445739"/>
                </a:moveTo>
                <a:cubicBezTo>
                  <a:pt x="2344082" y="3461909"/>
                  <a:pt x="2376044" y="3464989"/>
                  <a:pt x="2380081" y="3452155"/>
                </a:cubicBezTo>
                <a:cubicBezTo>
                  <a:pt x="2373689" y="3448819"/>
                  <a:pt x="2367296" y="3447279"/>
                  <a:pt x="2356867" y="3445739"/>
                </a:cubicBezTo>
                <a:close/>
                <a:moveTo>
                  <a:pt x="2270109" y="3420233"/>
                </a:moveTo>
                <a:cubicBezTo>
                  <a:pt x="2264263" y="3420458"/>
                  <a:pt x="2258965" y="3422126"/>
                  <a:pt x="2258965" y="3426232"/>
                </a:cubicBezTo>
                <a:cubicBezTo>
                  <a:pt x="2269731" y="3427773"/>
                  <a:pt x="2280160" y="3429313"/>
                  <a:pt x="2284534" y="3422896"/>
                </a:cubicBezTo>
                <a:cubicBezTo>
                  <a:pt x="2282348" y="3421228"/>
                  <a:pt x="2275955" y="3420009"/>
                  <a:pt x="2270109" y="3420233"/>
                </a:cubicBezTo>
                <a:close/>
                <a:moveTo>
                  <a:pt x="2398207" y="3416836"/>
                </a:moveTo>
                <a:cubicBezTo>
                  <a:pt x="2404107" y="3418453"/>
                  <a:pt x="2408946" y="3422915"/>
                  <a:pt x="2404701" y="3427830"/>
                </a:cubicBezTo>
                <a:cubicBezTo>
                  <a:pt x="2400287" y="3424467"/>
                  <a:pt x="2393835" y="3422915"/>
                  <a:pt x="2385345" y="3422915"/>
                </a:cubicBezTo>
                <a:cubicBezTo>
                  <a:pt x="2385345" y="3416448"/>
                  <a:pt x="2392307" y="3415219"/>
                  <a:pt x="2398207" y="3416836"/>
                </a:cubicBezTo>
                <a:close/>
                <a:moveTo>
                  <a:pt x="2405650" y="3346667"/>
                </a:moveTo>
                <a:cubicBezTo>
                  <a:pt x="2397239" y="3354881"/>
                  <a:pt x="2369651" y="3362837"/>
                  <a:pt x="2376044" y="3372590"/>
                </a:cubicBezTo>
                <a:cubicBezTo>
                  <a:pt x="2386473" y="3367714"/>
                  <a:pt x="2388828" y="3357961"/>
                  <a:pt x="2405650" y="3361297"/>
                </a:cubicBezTo>
                <a:cubicBezTo>
                  <a:pt x="2403631" y="3364633"/>
                  <a:pt x="2420453" y="3364633"/>
                  <a:pt x="2412042" y="3361297"/>
                </a:cubicBezTo>
                <a:cubicBezTo>
                  <a:pt x="2390847" y="3357961"/>
                  <a:pt x="2418435" y="3351544"/>
                  <a:pt x="2405650" y="3346667"/>
                </a:cubicBezTo>
                <a:close/>
                <a:moveTo>
                  <a:pt x="2431219" y="3320744"/>
                </a:moveTo>
                <a:cubicBezTo>
                  <a:pt x="2433237" y="3327161"/>
                  <a:pt x="2420453" y="3322284"/>
                  <a:pt x="2414061" y="3325621"/>
                </a:cubicBezTo>
                <a:cubicBezTo>
                  <a:pt x="2412042" y="3328958"/>
                  <a:pt x="2416416" y="3332037"/>
                  <a:pt x="2420453" y="3333834"/>
                </a:cubicBezTo>
                <a:cubicBezTo>
                  <a:pt x="2426846" y="3330498"/>
                  <a:pt x="2450396" y="3327161"/>
                  <a:pt x="2431219" y="3320744"/>
                </a:cubicBezTo>
                <a:close/>
                <a:moveTo>
                  <a:pt x="973287" y="3265912"/>
                </a:moveTo>
                <a:cubicBezTo>
                  <a:pt x="968913" y="3269249"/>
                  <a:pt x="964877" y="3270789"/>
                  <a:pt x="962522" y="3269249"/>
                </a:cubicBezTo>
                <a:cubicBezTo>
                  <a:pt x="960504" y="3272329"/>
                  <a:pt x="962522" y="3274125"/>
                  <a:pt x="968913" y="3277205"/>
                </a:cubicBezTo>
                <a:cubicBezTo>
                  <a:pt x="975305" y="3274125"/>
                  <a:pt x="977660" y="3270789"/>
                  <a:pt x="973287" y="3265912"/>
                </a:cubicBezTo>
                <a:close/>
                <a:moveTo>
                  <a:pt x="958485" y="3246405"/>
                </a:moveTo>
                <a:cubicBezTo>
                  <a:pt x="945702" y="3249742"/>
                  <a:pt x="958485" y="3257955"/>
                  <a:pt x="952094" y="3261035"/>
                </a:cubicBezTo>
                <a:cubicBezTo>
                  <a:pt x="960504" y="3261035"/>
                  <a:pt x="966895" y="3265912"/>
                  <a:pt x="977660" y="3262832"/>
                </a:cubicBezTo>
                <a:cubicBezTo>
                  <a:pt x="966895" y="3254618"/>
                  <a:pt x="968913" y="3254618"/>
                  <a:pt x="958485" y="3246405"/>
                </a:cubicBezTo>
                <a:close/>
                <a:moveTo>
                  <a:pt x="975305" y="3218942"/>
                </a:moveTo>
                <a:cubicBezTo>
                  <a:pt x="971268" y="3226899"/>
                  <a:pt x="971268" y="3225359"/>
                  <a:pt x="958485" y="3228695"/>
                </a:cubicBezTo>
                <a:cubicBezTo>
                  <a:pt x="975305" y="3251282"/>
                  <a:pt x="977660" y="3215605"/>
                  <a:pt x="988088" y="3235111"/>
                </a:cubicBezTo>
                <a:cubicBezTo>
                  <a:pt x="998853" y="3228695"/>
                  <a:pt x="981697" y="3222278"/>
                  <a:pt x="975305" y="3218942"/>
                </a:cubicBezTo>
                <a:close/>
                <a:moveTo>
                  <a:pt x="958485" y="3194558"/>
                </a:moveTo>
                <a:cubicBezTo>
                  <a:pt x="949739" y="3202771"/>
                  <a:pt x="968913" y="3202771"/>
                  <a:pt x="973287" y="3205852"/>
                </a:cubicBezTo>
                <a:cubicBezTo>
                  <a:pt x="975305" y="3207648"/>
                  <a:pt x="968913" y="3209188"/>
                  <a:pt x="966895" y="3212525"/>
                </a:cubicBezTo>
                <a:cubicBezTo>
                  <a:pt x="971268" y="3220482"/>
                  <a:pt x="981697" y="3218942"/>
                  <a:pt x="992461" y="3218942"/>
                </a:cubicBezTo>
                <a:cubicBezTo>
                  <a:pt x="994480" y="3209188"/>
                  <a:pt x="973287" y="3205852"/>
                  <a:pt x="975305" y="3196355"/>
                </a:cubicBezTo>
                <a:cubicBezTo>
                  <a:pt x="966895" y="3199435"/>
                  <a:pt x="964877" y="3194558"/>
                  <a:pt x="958485" y="3194558"/>
                </a:cubicBezTo>
                <a:close/>
                <a:moveTo>
                  <a:pt x="2538184" y="3183237"/>
                </a:moveTo>
                <a:cubicBezTo>
                  <a:pt x="2536530" y="3183755"/>
                  <a:pt x="2532122" y="3185138"/>
                  <a:pt x="2523303" y="3187905"/>
                </a:cubicBezTo>
                <a:cubicBezTo>
                  <a:pt x="2523303" y="3187905"/>
                  <a:pt x="2543144" y="3181680"/>
                  <a:pt x="2538184" y="3183237"/>
                </a:cubicBezTo>
                <a:close/>
                <a:moveTo>
                  <a:pt x="2578500" y="3075921"/>
                </a:moveTo>
                <a:cubicBezTo>
                  <a:pt x="2578919" y="3075731"/>
                  <a:pt x="2580126" y="3076538"/>
                  <a:pt x="2582255" y="3078943"/>
                </a:cubicBezTo>
                <a:cubicBezTo>
                  <a:pt x="2588478" y="3078943"/>
                  <a:pt x="2590443" y="3077170"/>
                  <a:pt x="2598631" y="3080461"/>
                </a:cubicBezTo>
                <a:cubicBezTo>
                  <a:pt x="2592408" y="3088309"/>
                  <a:pt x="2592408" y="3088309"/>
                  <a:pt x="2592408" y="3088309"/>
                </a:cubicBezTo>
                <a:cubicBezTo>
                  <a:pt x="2583075" y="3086030"/>
                  <a:pt x="2577240" y="3076490"/>
                  <a:pt x="2578500" y="3075921"/>
                </a:cubicBezTo>
                <a:close/>
                <a:moveTo>
                  <a:pt x="2520374" y="3074349"/>
                </a:moveTo>
                <a:cubicBezTo>
                  <a:pt x="2509944" y="3074349"/>
                  <a:pt x="2518356" y="3083845"/>
                  <a:pt x="2533159" y="3087182"/>
                </a:cubicBezTo>
                <a:cubicBezTo>
                  <a:pt x="2539550" y="3082305"/>
                  <a:pt x="2520374" y="3079225"/>
                  <a:pt x="2520374" y="3074349"/>
                </a:cubicBezTo>
                <a:close/>
                <a:moveTo>
                  <a:pt x="674020" y="3072717"/>
                </a:moveTo>
                <a:cubicBezTo>
                  <a:pt x="690936" y="3076015"/>
                  <a:pt x="708191" y="3077537"/>
                  <a:pt x="710221" y="3087177"/>
                </a:cubicBezTo>
                <a:cubicBezTo>
                  <a:pt x="690936" y="3087177"/>
                  <a:pt x="671990" y="3083879"/>
                  <a:pt x="674020" y="3072717"/>
                </a:cubicBezTo>
                <a:close/>
                <a:moveTo>
                  <a:pt x="80211" y="3046687"/>
                </a:moveTo>
                <a:cubicBezTo>
                  <a:pt x="84626" y="3048279"/>
                  <a:pt x="88701" y="3050136"/>
                  <a:pt x="93115" y="3051727"/>
                </a:cubicBezTo>
                <a:cubicBezTo>
                  <a:pt x="84626" y="3056767"/>
                  <a:pt x="78174" y="3063398"/>
                  <a:pt x="65271" y="3058359"/>
                </a:cubicBezTo>
                <a:cubicBezTo>
                  <a:pt x="67308" y="3051727"/>
                  <a:pt x="75797" y="3051727"/>
                  <a:pt x="80211" y="3046687"/>
                </a:cubicBezTo>
                <a:close/>
                <a:moveTo>
                  <a:pt x="585952" y="3008208"/>
                </a:moveTo>
                <a:cubicBezTo>
                  <a:pt x="601250" y="3008208"/>
                  <a:pt x="605769" y="3014998"/>
                  <a:pt x="607856" y="3021528"/>
                </a:cubicBezTo>
                <a:cubicBezTo>
                  <a:pt x="596730" y="3019961"/>
                  <a:pt x="585952" y="3016565"/>
                  <a:pt x="585952" y="3008208"/>
                </a:cubicBezTo>
                <a:close/>
                <a:moveTo>
                  <a:pt x="2664800" y="2996890"/>
                </a:moveTo>
                <a:cubicBezTo>
                  <a:pt x="2666854" y="2998457"/>
                  <a:pt x="2669250" y="3001853"/>
                  <a:pt x="2675754" y="3005248"/>
                </a:cubicBezTo>
                <a:cubicBezTo>
                  <a:pt x="2666854" y="3001853"/>
                  <a:pt x="2675754" y="3008382"/>
                  <a:pt x="2669250" y="3010210"/>
                </a:cubicBezTo>
                <a:cubicBezTo>
                  <a:pt x="2658295" y="3003420"/>
                  <a:pt x="2662746" y="3000285"/>
                  <a:pt x="2664800" y="2996890"/>
                </a:cubicBezTo>
                <a:close/>
                <a:moveTo>
                  <a:pt x="2528034" y="2995712"/>
                </a:moveTo>
                <a:lnTo>
                  <a:pt x="2526495" y="2997935"/>
                </a:lnTo>
                <a:lnTo>
                  <a:pt x="2531182" y="3002258"/>
                </a:lnTo>
                <a:cubicBezTo>
                  <a:pt x="2530635" y="3003702"/>
                  <a:pt x="2527944" y="3004536"/>
                  <a:pt x="2524748" y="3004536"/>
                </a:cubicBezTo>
                <a:cubicBezTo>
                  <a:pt x="2537532" y="3014290"/>
                  <a:pt x="2545943" y="3004536"/>
                  <a:pt x="2539550" y="2999660"/>
                </a:cubicBezTo>
                <a:cubicBezTo>
                  <a:pt x="2537154" y="3002066"/>
                  <a:pt x="2535088" y="3001513"/>
                  <a:pt x="2533211" y="3000138"/>
                </a:cubicBezTo>
                <a:close/>
                <a:moveTo>
                  <a:pt x="2637138" y="2995394"/>
                </a:moveTo>
                <a:cubicBezTo>
                  <a:pt x="2639411" y="2995968"/>
                  <a:pt x="2642837" y="2997505"/>
                  <a:pt x="2647572" y="3000350"/>
                </a:cubicBezTo>
                <a:cubicBezTo>
                  <a:pt x="2641144" y="3001902"/>
                  <a:pt x="2643514" y="3000350"/>
                  <a:pt x="2643514" y="3006817"/>
                </a:cubicBezTo>
                <a:cubicBezTo>
                  <a:pt x="2633871" y="3000609"/>
                  <a:pt x="2630319" y="2993673"/>
                  <a:pt x="2637138" y="2995394"/>
                </a:cubicBezTo>
                <a:close/>
                <a:moveTo>
                  <a:pt x="2554354" y="2994783"/>
                </a:moveTo>
                <a:cubicBezTo>
                  <a:pt x="2558727" y="2999660"/>
                  <a:pt x="2573530" y="3004536"/>
                  <a:pt x="2571512" y="3007617"/>
                </a:cubicBezTo>
                <a:cubicBezTo>
                  <a:pt x="2571512" y="3007617"/>
                  <a:pt x="2571512" y="3007617"/>
                  <a:pt x="2556708" y="3007617"/>
                </a:cubicBezTo>
                <a:cubicBezTo>
                  <a:pt x="2565120" y="3014290"/>
                  <a:pt x="2571512" y="3012493"/>
                  <a:pt x="2573530" y="3007617"/>
                </a:cubicBezTo>
                <a:cubicBezTo>
                  <a:pt x="2575885" y="3002740"/>
                  <a:pt x="2571512" y="2996323"/>
                  <a:pt x="2554354" y="2994783"/>
                </a:cubicBezTo>
                <a:close/>
                <a:moveTo>
                  <a:pt x="900083" y="2990256"/>
                </a:moveTo>
                <a:cubicBezTo>
                  <a:pt x="897963" y="2989907"/>
                  <a:pt x="895440" y="2990581"/>
                  <a:pt x="892244" y="2992955"/>
                </a:cubicBezTo>
                <a:cubicBezTo>
                  <a:pt x="898637" y="2996291"/>
                  <a:pt x="907048" y="2997831"/>
                  <a:pt x="905030" y="3006044"/>
                </a:cubicBezTo>
                <a:cubicBezTo>
                  <a:pt x="900655" y="3006044"/>
                  <a:pt x="894263" y="3004504"/>
                  <a:pt x="894263" y="3007584"/>
                </a:cubicBezTo>
                <a:cubicBezTo>
                  <a:pt x="905030" y="3009380"/>
                  <a:pt x="911422" y="3009380"/>
                  <a:pt x="915460" y="3002708"/>
                </a:cubicBezTo>
                <a:cubicBezTo>
                  <a:pt x="909151" y="3001553"/>
                  <a:pt x="906439" y="2991302"/>
                  <a:pt x="900083" y="2990256"/>
                </a:cubicBezTo>
                <a:close/>
                <a:moveTo>
                  <a:pt x="2672653" y="2987611"/>
                </a:moveTo>
                <a:cubicBezTo>
                  <a:pt x="2674902" y="2988106"/>
                  <a:pt x="2677957" y="2989407"/>
                  <a:pt x="2681698" y="2991816"/>
                </a:cubicBezTo>
                <a:lnTo>
                  <a:pt x="2677376" y="2996636"/>
                </a:lnTo>
                <a:cubicBezTo>
                  <a:pt x="2666402" y="2991880"/>
                  <a:pt x="2665904" y="2986124"/>
                  <a:pt x="2672653" y="2987611"/>
                </a:cubicBezTo>
                <a:close/>
                <a:moveTo>
                  <a:pt x="2658679" y="2964529"/>
                </a:moveTo>
                <a:cubicBezTo>
                  <a:pt x="2664996" y="2967712"/>
                  <a:pt x="2664996" y="2971160"/>
                  <a:pt x="2671313" y="2974609"/>
                </a:cubicBezTo>
                <a:cubicBezTo>
                  <a:pt x="2669319" y="2977791"/>
                  <a:pt x="2666991" y="2979648"/>
                  <a:pt x="2660674" y="2977791"/>
                </a:cubicBezTo>
                <a:cubicBezTo>
                  <a:pt x="2656684" y="2972751"/>
                  <a:pt x="2652362" y="2962937"/>
                  <a:pt x="2658679" y="2964529"/>
                </a:cubicBezTo>
                <a:close/>
                <a:moveTo>
                  <a:pt x="2688788" y="2941434"/>
                </a:moveTo>
                <a:cubicBezTo>
                  <a:pt x="2700984" y="2951073"/>
                  <a:pt x="2699007" y="2955893"/>
                  <a:pt x="2692744" y="2952849"/>
                </a:cubicBezTo>
                <a:cubicBezTo>
                  <a:pt x="2690765" y="2948030"/>
                  <a:pt x="2686480" y="2943210"/>
                  <a:pt x="2688788" y="2941434"/>
                </a:cubicBezTo>
                <a:close/>
                <a:moveTo>
                  <a:pt x="2679024" y="2926878"/>
                </a:moveTo>
                <a:cubicBezTo>
                  <a:pt x="2680597" y="2926658"/>
                  <a:pt x="2682886" y="2927186"/>
                  <a:pt x="2686138" y="2928850"/>
                </a:cubicBezTo>
                <a:cubicBezTo>
                  <a:pt x="2684084" y="2925522"/>
                  <a:pt x="2686138" y="2943441"/>
                  <a:pt x="2677580" y="2938578"/>
                </a:cubicBezTo>
                <a:cubicBezTo>
                  <a:pt x="2676040" y="2934930"/>
                  <a:pt x="2674307" y="2927538"/>
                  <a:pt x="2679024" y="2926878"/>
                </a:cubicBezTo>
                <a:close/>
                <a:moveTo>
                  <a:pt x="615728" y="2910877"/>
                </a:moveTo>
                <a:cubicBezTo>
                  <a:pt x="620142" y="2912662"/>
                  <a:pt x="622180" y="2914192"/>
                  <a:pt x="628631" y="2914192"/>
                </a:cubicBezTo>
                <a:cubicBezTo>
                  <a:pt x="628631" y="2922099"/>
                  <a:pt x="618105" y="2920568"/>
                  <a:pt x="620142" y="2928730"/>
                </a:cubicBezTo>
                <a:cubicBezTo>
                  <a:pt x="611653" y="2926944"/>
                  <a:pt x="600786" y="2926944"/>
                  <a:pt x="602823" y="2919038"/>
                </a:cubicBezTo>
                <a:cubicBezTo>
                  <a:pt x="622180" y="2920568"/>
                  <a:pt x="613690" y="2919038"/>
                  <a:pt x="615728" y="2910877"/>
                </a:cubicBezTo>
                <a:close/>
                <a:moveTo>
                  <a:pt x="2626666" y="2895944"/>
                </a:moveTo>
                <a:cubicBezTo>
                  <a:pt x="2625468" y="2895600"/>
                  <a:pt x="2624668" y="2895904"/>
                  <a:pt x="2624668" y="2897508"/>
                </a:cubicBezTo>
                <a:cubicBezTo>
                  <a:pt x="2635434" y="2902384"/>
                  <a:pt x="2633080" y="2910341"/>
                  <a:pt x="2637452" y="2908801"/>
                </a:cubicBezTo>
                <a:cubicBezTo>
                  <a:pt x="2631061" y="2902384"/>
                  <a:pt x="2647882" y="2908801"/>
                  <a:pt x="2637452" y="2899048"/>
                </a:cubicBezTo>
                <a:cubicBezTo>
                  <a:pt x="2637452" y="2903861"/>
                  <a:pt x="2630261" y="2896979"/>
                  <a:pt x="2626666" y="2895944"/>
                </a:cubicBezTo>
                <a:close/>
                <a:moveTo>
                  <a:pt x="697418" y="2884924"/>
                </a:moveTo>
                <a:lnTo>
                  <a:pt x="694942" y="2888741"/>
                </a:lnTo>
                <a:cubicBezTo>
                  <a:pt x="694280" y="2891726"/>
                  <a:pt x="693901" y="2895070"/>
                  <a:pt x="692387" y="2897476"/>
                </a:cubicBezTo>
                <a:cubicBezTo>
                  <a:pt x="719977" y="2905433"/>
                  <a:pt x="694406" y="2907229"/>
                  <a:pt x="690032" y="2912106"/>
                </a:cubicBezTo>
                <a:cubicBezTo>
                  <a:pt x="707192" y="2910309"/>
                  <a:pt x="711565" y="2921602"/>
                  <a:pt x="719977" y="2912106"/>
                </a:cubicBezTo>
                <a:cubicBezTo>
                  <a:pt x="715182" y="2904791"/>
                  <a:pt x="706792" y="2901952"/>
                  <a:pt x="705593" y="2893518"/>
                </a:cubicBezTo>
                <a:lnTo>
                  <a:pt x="706782" y="2885585"/>
                </a:lnTo>
                <a:lnTo>
                  <a:pt x="699293" y="2887985"/>
                </a:lnTo>
                <a:close/>
                <a:moveTo>
                  <a:pt x="2692322" y="2879516"/>
                </a:moveTo>
                <a:cubicBezTo>
                  <a:pt x="2692530" y="2877024"/>
                  <a:pt x="2700997" y="2884622"/>
                  <a:pt x="2705837" y="2885977"/>
                </a:cubicBezTo>
                <a:cubicBezTo>
                  <a:pt x="2714326" y="2897335"/>
                  <a:pt x="2695310" y="2892431"/>
                  <a:pt x="2699384" y="2900432"/>
                </a:cubicBezTo>
                <a:cubicBezTo>
                  <a:pt x="2692932" y="2898884"/>
                  <a:pt x="2692932" y="2895528"/>
                  <a:pt x="2695310" y="2892431"/>
                </a:cubicBezTo>
                <a:cubicBezTo>
                  <a:pt x="2697346" y="2890882"/>
                  <a:pt x="2701422" y="2889075"/>
                  <a:pt x="2701422" y="2885977"/>
                </a:cubicBezTo>
                <a:cubicBezTo>
                  <a:pt x="2699384" y="2882622"/>
                  <a:pt x="2697346" y="2885977"/>
                  <a:pt x="2695310" y="2885977"/>
                </a:cubicBezTo>
                <a:cubicBezTo>
                  <a:pt x="2693102" y="2882299"/>
                  <a:pt x="2692253" y="2880347"/>
                  <a:pt x="2692322" y="2879516"/>
                </a:cubicBezTo>
                <a:close/>
                <a:moveTo>
                  <a:pt x="768618" y="2876534"/>
                </a:moveTo>
                <a:lnTo>
                  <a:pt x="764814" y="2878041"/>
                </a:lnTo>
                <a:lnTo>
                  <a:pt x="761201" y="2879258"/>
                </a:lnTo>
                <a:lnTo>
                  <a:pt x="783778" y="2888878"/>
                </a:lnTo>
                <a:cubicBezTo>
                  <a:pt x="796017" y="2893370"/>
                  <a:pt x="809306" y="2898246"/>
                  <a:pt x="819905" y="2903893"/>
                </a:cubicBezTo>
                <a:cubicBezTo>
                  <a:pt x="815532" y="2895679"/>
                  <a:pt x="839083" y="2891060"/>
                  <a:pt x="824279" y="2887723"/>
                </a:cubicBezTo>
                <a:cubicBezTo>
                  <a:pt x="803334" y="2898696"/>
                  <a:pt x="792231" y="2882237"/>
                  <a:pt x="774504" y="2876679"/>
                </a:cubicBezTo>
                <a:close/>
                <a:moveTo>
                  <a:pt x="2609865" y="2874665"/>
                </a:moveTo>
                <a:cubicBezTo>
                  <a:pt x="2607510" y="2876205"/>
                  <a:pt x="2603472" y="2876205"/>
                  <a:pt x="2607510" y="2881338"/>
                </a:cubicBezTo>
                <a:cubicBezTo>
                  <a:pt x="2616258" y="2886215"/>
                  <a:pt x="2643845" y="2905465"/>
                  <a:pt x="2631061" y="2889295"/>
                </a:cubicBezTo>
                <a:cubicBezTo>
                  <a:pt x="2622650" y="2895711"/>
                  <a:pt x="2616258" y="2879542"/>
                  <a:pt x="2609865" y="2874665"/>
                </a:cubicBezTo>
                <a:close/>
                <a:moveTo>
                  <a:pt x="2552335" y="2871585"/>
                </a:moveTo>
                <a:cubicBezTo>
                  <a:pt x="2550316" y="2876205"/>
                  <a:pt x="2531140" y="2878002"/>
                  <a:pt x="2545943" y="2886215"/>
                </a:cubicBezTo>
                <a:cubicBezTo>
                  <a:pt x="2545943" y="2878002"/>
                  <a:pt x="2563101" y="2882878"/>
                  <a:pt x="2552335" y="2871585"/>
                </a:cubicBezTo>
                <a:close/>
                <a:moveTo>
                  <a:pt x="2682797" y="2863396"/>
                </a:moveTo>
                <a:cubicBezTo>
                  <a:pt x="2689114" y="2871884"/>
                  <a:pt x="2682797" y="2873476"/>
                  <a:pt x="2680470" y="2876659"/>
                </a:cubicBezTo>
                <a:cubicBezTo>
                  <a:pt x="2670163" y="2866844"/>
                  <a:pt x="2676480" y="2859947"/>
                  <a:pt x="2682797" y="2863396"/>
                </a:cubicBezTo>
                <a:close/>
                <a:moveTo>
                  <a:pt x="2605492" y="2863372"/>
                </a:moveTo>
                <a:cubicBezTo>
                  <a:pt x="2616258" y="2869788"/>
                  <a:pt x="2611884" y="2873126"/>
                  <a:pt x="2622650" y="2879542"/>
                </a:cubicBezTo>
                <a:cubicBezTo>
                  <a:pt x="2631061" y="2876205"/>
                  <a:pt x="2611884" y="2864912"/>
                  <a:pt x="2605492" y="2863372"/>
                </a:cubicBezTo>
                <a:close/>
                <a:moveTo>
                  <a:pt x="536943" y="2850250"/>
                </a:moveTo>
                <a:cubicBezTo>
                  <a:pt x="524157" y="2848710"/>
                  <a:pt x="522139" y="2855127"/>
                  <a:pt x="517765" y="2861800"/>
                </a:cubicBezTo>
                <a:cubicBezTo>
                  <a:pt x="524157" y="2861800"/>
                  <a:pt x="528531" y="2868216"/>
                  <a:pt x="532906" y="2861800"/>
                </a:cubicBezTo>
                <a:cubicBezTo>
                  <a:pt x="520120" y="2858463"/>
                  <a:pt x="539298" y="2856923"/>
                  <a:pt x="536943" y="2850250"/>
                </a:cubicBezTo>
                <a:close/>
                <a:moveTo>
                  <a:pt x="248537" y="2832785"/>
                </a:moveTo>
                <a:cubicBezTo>
                  <a:pt x="274096" y="2860182"/>
                  <a:pt x="218605" y="2873240"/>
                  <a:pt x="210197" y="2907295"/>
                </a:cubicBezTo>
                <a:cubicBezTo>
                  <a:pt x="186991" y="2905503"/>
                  <a:pt x="180601" y="2915233"/>
                  <a:pt x="182619" y="2926498"/>
                </a:cubicBezTo>
                <a:cubicBezTo>
                  <a:pt x="180601" y="2929827"/>
                  <a:pt x="172193" y="2931363"/>
                  <a:pt x="161431" y="2929827"/>
                </a:cubicBezTo>
                <a:cubicBezTo>
                  <a:pt x="161431" y="2936228"/>
                  <a:pt x="157059" y="2942885"/>
                  <a:pt x="153023" y="2947750"/>
                </a:cubicBezTo>
                <a:cubicBezTo>
                  <a:pt x="169839" y="2966954"/>
                  <a:pt x="199771" y="2983341"/>
                  <a:pt x="197416" y="3014066"/>
                </a:cubicBezTo>
                <a:cubicBezTo>
                  <a:pt x="184637" y="3015603"/>
                  <a:pt x="191027" y="3017139"/>
                  <a:pt x="184637" y="3022004"/>
                </a:cubicBezTo>
                <a:cubicBezTo>
                  <a:pt x="176229" y="3014066"/>
                  <a:pt x="161431" y="3007409"/>
                  <a:pt x="148651" y="2999472"/>
                </a:cubicBezTo>
                <a:cubicBezTo>
                  <a:pt x="144278" y="3001008"/>
                  <a:pt x="133853" y="2999472"/>
                  <a:pt x="123091" y="2999472"/>
                </a:cubicBezTo>
                <a:cubicBezTo>
                  <a:pt x="133853" y="2992814"/>
                  <a:pt x="121073" y="2994607"/>
                  <a:pt x="112665" y="2997679"/>
                </a:cubicBezTo>
                <a:cubicBezTo>
                  <a:pt x="129481" y="2997679"/>
                  <a:pt x="114683" y="3010738"/>
                  <a:pt x="119055" y="3020468"/>
                </a:cubicBezTo>
                <a:cubicBezTo>
                  <a:pt x="110311" y="3020468"/>
                  <a:pt x="108293" y="3023796"/>
                  <a:pt x="95513" y="3022004"/>
                </a:cubicBezTo>
                <a:cubicBezTo>
                  <a:pt x="97531" y="3017139"/>
                  <a:pt x="112665" y="3002544"/>
                  <a:pt x="87106" y="3002544"/>
                </a:cubicBezTo>
                <a:cubicBezTo>
                  <a:pt x="76343" y="2988205"/>
                  <a:pt x="87106" y="2963881"/>
                  <a:pt x="72308" y="2950823"/>
                </a:cubicBezTo>
                <a:cubicBezTo>
                  <a:pt x="33968" y="2955688"/>
                  <a:pt x="46747" y="2970283"/>
                  <a:pt x="57174" y="2986413"/>
                </a:cubicBezTo>
                <a:cubicBezTo>
                  <a:pt x="44393" y="2983341"/>
                  <a:pt x="44393" y="2989742"/>
                  <a:pt x="38004" y="2991278"/>
                </a:cubicBezTo>
                <a:cubicBezTo>
                  <a:pt x="0" y="2980012"/>
                  <a:pt x="35985" y="2957480"/>
                  <a:pt x="48766" y="2942885"/>
                </a:cubicBezTo>
                <a:cubicBezTo>
                  <a:pt x="50783" y="2947750"/>
                  <a:pt x="63563" y="2939557"/>
                  <a:pt x="65917" y="2945958"/>
                </a:cubicBezTo>
                <a:cubicBezTo>
                  <a:pt x="91141" y="2936228"/>
                  <a:pt x="103921" y="2918561"/>
                  <a:pt x="135871" y="2913696"/>
                </a:cubicBezTo>
                <a:cubicBezTo>
                  <a:pt x="137889" y="2910368"/>
                  <a:pt x="129481" y="2910368"/>
                  <a:pt x="133853" y="2903966"/>
                </a:cubicBezTo>
                <a:cubicBezTo>
                  <a:pt x="142261" y="2905503"/>
                  <a:pt x="148651" y="2905503"/>
                  <a:pt x="153023" y="2903966"/>
                </a:cubicBezTo>
                <a:cubicBezTo>
                  <a:pt x="146633" y="2895773"/>
                  <a:pt x="144278" y="2886299"/>
                  <a:pt x="165803" y="2892700"/>
                </a:cubicBezTo>
                <a:cubicBezTo>
                  <a:pt x="165803" y="2889371"/>
                  <a:pt x="172193" y="2882970"/>
                  <a:pt x="159413" y="2884507"/>
                </a:cubicBezTo>
                <a:cubicBezTo>
                  <a:pt x="165803" y="2881434"/>
                  <a:pt x="176229" y="2881434"/>
                  <a:pt x="180601" y="2878105"/>
                </a:cubicBezTo>
                <a:cubicBezTo>
                  <a:pt x="186991" y="2871704"/>
                  <a:pt x="167821" y="2874777"/>
                  <a:pt x="174210" y="2868375"/>
                </a:cubicBezTo>
                <a:cubicBezTo>
                  <a:pt x="193380" y="2868375"/>
                  <a:pt x="191027" y="2855318"/>
                  <a:pt x="210197" y="2855318"/>
                </a:cubicBezTo>
                <a:cubicBezTo>
                  <a:pt x="199771" y="2845844"/>
                  <a:pt x="229367" y="2836114"/>
                  <a:pt x="248537" y="2832785"/>
                </a:cubicBezTo>
                <a:close/>
                <a:moveTo>
                  <a:pt x="2790008" y="2815345"/>
                </a:moveTo>
                <a:cubicBezTo>
                  <a:pt x="2794228" y="2815124"/>
                  <a:pt x="2798991" y="2816702"/>
                  <a:pt x="2803337" y="2819859"/>
                </a:cubicBezTo>
                <a:cubicBezTo>
                  <a:pt x="2800996" y="2826425"/>
                  <a:pt x="2790634" y="2826425"/>
                  <a:pt x="2796985" y="2840820"/>
                </a:cubicBezTo>
                <a:cubicBezTo>
                  <a:pt x="2792640" y="2843850"/>
                  <a:pt x="2782276" y="2831223"/>
                  <a:pt x="2786288" y="2839052"/>
                </a:cubicBezTo>
                <a:cubicBezTo>
                  <a:pt x="2779936" y="2839052"/>
                  <a:pt x="2784282" y="2827940"/>
                  <a:pt x="2788628" y="2826425"/>
                </a:cubicBezTo>
                <a:cubicBezTo>
                  <a:pt x="2786288" y="2819859"/>
                  <a:pt x="2782276" y="2821627"/>
                  <a:pt x="2779936" y="2821627"/>
                </a:cubicBezTo>
                <a:cubicBezTo>
                  <a:pt x="2782110" y="2817586"/>
                  <a:pt x="2785786" y="2815566"/>
                  <a:pt x="2790008" y="2815345"/>
                </a:cubicBezTo>
                <a:close/>
                <a:moveTo>
                  <a:pt x="2745485" y="2809367"/>
                </a:moveTo>
                <a:cubicBezTo>
                  <a:pt x="2741500" y="2820915"/>
                  <a:pt x="2745485" y="2846833"/>
                  <a:pt x="2739175" y="2848373"/>
                </a:cubicBezTo>
                <a:cubicBezTo>
                  <a:pt x="2732864" y="2838622"/>
                  <a:pt x="2735190" y="2832206"/>
                  <a:pt x="2737182" y="2823994"/>
                </a:cubicBezTo>
                <a:cubicBezTo>
                  <a:pt x="2732864" y="2820915"/>
                  <a:pt x="2730872" y="2823994"/>
                  <a:pt x="2728879" y="2819118"/>
                </a:cubicBezTo>
                <a:cubicBezTo>
                  <a:pt x="2724562" y="2820915"/>
                  <a:pt x="2728879" y="2830666"/>
                  <a:pt x="2724562" y="2833746"/>
                </a:cubicBezTo>
                <a:cubicBezTo>
                  <a:pt x="2711942" y="2827331"/>
                  <a:pt x="2716260" y="2833746"/>
                  <a:pt x="2707624" y="2828870"/>
                </a:cubicBezTo>
                <a:cubicBezTo>
                  <a:pt x="2701314" y="2822455"/>
                  <a:pt x="2716260" y="2827331"/>
                  <a:pt x="2705632" y="2817579"/>
                </a:cubicBezTo>
                <a:cubicBezTo>
                  <a:pt x="2716260" y="2822455"/>
                  <a:pt x="2720245" y="2820915"/>
                  <a:pt x="2726554" y="2816039"/>
                </a:cubicBezTo>
                <a:cubicBezTo>
                  <a:pt x="2724562" y="2812704"/>
                  <a:pt x="2722570" y="2814243"/>
                  <a:pt x="2720245" y="2814243"/>
                </a:cubicBezTo>
                <a:cubicBezTo>
                  <a:pt x="2724562" y="2804492"/>
                  <a:pt x="2743492" y="2817579"/>
                  <a:pt x="2745485" y="2809367"/>
                </a:cubicBezTo>
                <a:close/>
                <a:moveTo>
                  <a:pt x="2686236" y="2780726"/>
                </a:moveTo>
                <a:cubicBezTo>
                  <a:pt x="2688591" y="2785604"/>
                  <a:pt x="2684218" y="2785604"/>
                  <a:pt x="2679844" y="2787143"/>
                </a:cubicBezTo>
                <a:cubicBezTo>
                  <a:pt x="2688591" y="2793560"/>
                  <a:pt x="2686236" y="2796897"/>
                  <a:pt x="2690609" y="2798437"/>
                </a:cubicBezTo>
                <a:cubicBezTo>
                  <a:pt x="2686236" y="2793560"/>
                  <a:pt x="2694983" y="2782266"/>
                  <a:pt x="2686236" y="2780726"/>
                </a:cubicBezTo>
                <a:close/>
                <a:moveTo>
                  <a:pt x="67372" y="2776197"/>
                </a:moveTo>
                <a:cubicBezTo>
                  <a:pt x="73831" y="2787310"/>
                  <a:pt x="56493" y="2798421"/>
                  <a:pt x="47995" y="2806503"/>
                </a:cubicBezTo>
                <a:cubicBezTo>
                  <a:pt x="41536" y="2795390"/>
                  <a:pt x="67372" y="2788825"/>
                  <a:pt x="67372" y="2776197"/>
                </a:cubicBezTo>
                <a:close/>
                <a:moveTo>
                  <a:pt x="2839108" y="2773934"/>
                </a:moveTo>
                <a:cubicBezTo>
                  <a:pt x="2843393" y="2785291"/>
                  <a:pt x="2835152" y="2788389"/>
                  <a:pt x="2830867" y="2783485"/>
                </a:cubicBezTo>
                <a:cubicBezTo>
                  <a:pt x="2828888" y="2775482"/>
                  <a:pt x="2832845" y="2775482"/>
                  <a:pt x="2839108" y="2773934"/>
                </a:cubicBezTo>
                <a:close/>
                <a:moveTo>
                  <a:pt x="116760" y="2770539"/>
                </a:moveTo>
                <a:cubicBezTo>
                  <a:pt x="123198" y="2780096"/>
                  <a:pt x="134043" y="2770539"/>
                  <a:pt x="146919" y="2770539"/>
                </a:cubicBezTo>
                <a:cubicBezTo>
                  <a:pt x="155390" y="2776826"/>
                  <a:pt x="161828" y="2784874"/>
                  <a:pt x="174705" y="2778335"/>
                </a:cubicBezTo>
                <a:cubicBezTo>
                  <a:pt x="166233" y="2786383"/>
                  <a:pt x="159795" y="2794432"/>
                  <a:pt x="146919" y="2797449"/>
                </a:cubicBezTo>
                <a:cubicBezTo>
                  <a:pt x="150985" y="2789653"/>
                  <a:pt x="157423" y="2778335"/>
                  <a:pt x="121166" y="2781605"/>
                </a:cubicBezTo>
                <a:cubicBezTo>
                  <a:pt x="119133" y="2784874"/>
                  <a:pt x="125232" y="2786383"/>
                  <a:pt x="123198" y="2789653"/>
                </a:cubicBezTo>
                <a:cubicBezTo>
                  <a:pt x="108289" y="2787893"/>
                  <a:pt x="112694" y="2773808"/>
                  <a:pt x="116760" y="2770539"/>
                </a:cubicBezTo>
                <a:close/>
                <a:moveTo>
                  <a:pt x="2801084" y="2769278"/>
                </a:moveTo>
                <a:cubicBezTo>
                  <a:pt x="2803401" y="2769278"/>
                  <a:pt x="2805388" y="2774148"/>
                  <a:pt x="2809690" y="2774148"/>
                </a:cubicBezTo>
                <a:cubicBezTo>
                  <a:pt x="2809690" y="2778760"/>
                  <a:pt x="2807373" y="2780553"/>
                  <a:pt x="2809690" y="2785422"/>
                </a:cubicBezTo>
                <a:cubicBezTo>
                  <a:pt x="2813663" y="2788497"/>
                  <a:pt x="2824255" y="2782091"/>
                  <a:pt x="2828558" y="2803104"/>
                </a:cubicBezTo>
                <a:cubicBezTo>
                  <a:pt x="2819952" y="2801566"/>
                  <a:pt x="2819952" y="2791828"/>
                  <a:pt x="2807373" y="2795159"/>
                </a:cubicBezTo>
                <a:cubicBezTo>
                  <a:pt x="2805388" y="2774148"/>
                  <a:pt x="2801084" y="2788497"/>
                  <a:pt x="2790823" y="2775685"/>
                </a:cubicBezTo>
                <a:cubicBezTo>
                  <a:pt x="2788836" y="2762616"/>
                  <a:pt x="2809690" y="2786960"/>
                  <a:pt x="2801084" y="2769278"/>
                </a:cubicBezTo>
                <a:close/>
                <a:moveTo>
                  <a:pt x="2739392" y="2767637"/>
                </a:moveTo>
                <a:cubicBezTo>
                  <a:pt x="2745784" y="2778930"/>
                  <a:pt x="2752177" y="2778930"/>
                  <a:pt x="2758569" y="2780726"/>
                </a:cubicBezTo>
                <a:cubicBezTo>
                  <a:pt x="2756551" y="2775850"/>
                  <a:pt x="2758569" y="2774310"/>
                  <a:pt x="2758569" y="2769434"/>
                </a:cubicBezTo>
                <a:cubicBezTo>
                  <a:pt x="2752177" y="2769434"/>
                  <a:pt x="2745784" y="2766097"/>
                  <a:pt x="2739392" y="2767637"/>
                </a:cubicBezTo>
                <a:close/>
                <a:moveTo>
                  <a:pt x="2701038" y="2761220"/>
                </a:moveTo>
                <a:cubicBezTo>
                  <a:pt x="2697002" y="2767637"/>
                  <a:pt x="2686236" y="2756344"/>
                  <a:pt x="2690609" y="2766097"/>
                </a:cubicBezTo>
                <a:cubicBezTo>
                  <a:pt x="2701038" y="2766097"/>
                  <a:pt x="2703394" y="2770974"/>
                  <a:pt x="2701038" y="2782266"/>
                </a:cubicBezTo>
                <a:cubicBezTo>
                  <a:pt x="2707431" y="2777390"/>
                  <a:pt x="2713824" y="2790480"/>
                  <a:pt x="2713824" y="2780726"/>
                </a:cubicBezTo>
                <a:cubicBezTo>
                  <a:pt x="2709786" y="2772514"/>
                  <a:pt x="2705412" y="2772514"/>
                  <a:pt x="2701038" y="2761220"/>
                </a:cubicBezTo>
                <a:close/>
                <a:moveTo>
                  <a:pt x="2814480" y="2760785"/>
                </a:moveTo>
                <a:cubicBezTo>
                  <a:pt x="2818179" y="2761378"/>
                  <a:pt x="2822918" y="2763314"/>
                  <a:pt x="2827073" y="2762440"/>
                </a:cubicBezTo>
                <a:cubicBezTo>
                  <a:pt x="2827073" y="2770436"/>
                  <a:pt x="2818761" y="2771935"/>
                  <a:pt x="2812443" y="2773684"/>
                </a:cubicBezTo>
                <a:cubicBezTo>
                  <a:pt x="2812443" y="2768936"/>
                  <a:pt x="2810448" y="2767187"/>
                  <a:pt x="2808121" y="2767187"/>
                </a:cubicBezTo>
                <a:cubicBezTo>
                  <a:pt x="2808121" y="2760941"/>
                  <a:pt x="2810781" y="2760191"/>
                  <a:pt x="2814480" y="2760785"/>
                </a:cubicBezTo>
                <a:close/>
                <a:moveTo>
                  <a:pt x="2758569" y="2749927"/>
                </a:moveTo>
                <a:cubicBezTo>
                  <a:pt x="2764962" y="2757884"/>
                  <a:pt x="2748140" y="2749927"/>
                  <a:pt x="2754532" y="2759680"/>
                </a:cubicBezTo>
                <a:cubicBezTo>
                  <a:pt x="2762942" y="2759680"/>
                  <a:pt x="2756551" y="2764557"/>
                  <a:pt x="2762942" y="2775850"/>
                </a:cubicBezTo>
                <a:cubicBezTo>
                  <a:pt x="2771353" y="2772514"/>
                  <a:pt x="2762942" y="2756344"/>
                  <a:pt x="2758569" y="2749927"/>
                </a:cubicBezTo>
                <a:close/>
                <a:moveTo>
                  <a:pt x="2730982" y="2727084"/>
                </a:moveTo>
                <a:cubicBezTo>
                  <a:pt x="2733000" y="2731961"/>
                  <a:pt x="2728963" y="2731961"/>
                  <a:pt x="2728963" y="2735297"/>
                </a:cubicBezTo>
                <a:cubicBezTo>
                  <a:pt x="2739392" y="2731961"/>
                  <a:pt x="2737373" y="2754804"/>
                  <a:pt x="2728963" y="2745051"/>
                </a:cubicBezTo>
                <a:cubicBezTo>
                  <a:pt x="2733000" y="2751467"/>
                  <a:pt x="2737373" y="2757884"/>
                  <a:pt x="2743766" y="2759680"/>
                </a:cubicBezTo>
                <a:cubicBezTo>
                  <a:pt x="2737373" y="2745051"/>
                  <a:pt x="2743766" y="2748130"/>
                  <a:pt x="2750158" y="2748130"/>
                </a:cubicBezTo>
                <a:cubicBezTo>
                  <a:pt x="2745784" y="2735297"/>
                  <a:pt x="2737373" y="2736838"/>
                  <a:pt x="2730982" y="2727084"/>
                </a:cubicBezTo>
                <a:close/>
                <a:moveTo>
                  <a:pt x="2710176" y="2722115"/>
                </a:moveTo>
                <a:cubicBezTo>
                  <a:pt x="2708987" y="2721454"/>
                  <a:pt x="2708020" y="2722657"/>
                  <a:pt x="2707431" y="2727084"/>
                </a:cubicBezTo>
                <a:cubicBezTo>
                  <a:pt x="2718197" y="2727084"/>
                  <a:pt x="2713824" y="2756344"/>
                  <a:pt x="2722571" y="2741714"/>
                </a:cubicBezTo>
                <a:cubicBezTo>
                  <a:pt x="2719290" y="2742869"/>
                  <a:pt x="2713739" y="2724101"/>
                  <a:pt x="2710176" y="2722115"/>
                </a:cubicBezTo>
                <a:close/>
                <a:moveTo>
                  <a:pt x="2805747" y="2720742"/>
                </a:moveTo>
                <a:cubicBezTo>
                  <a:pt x="2814224" y="2736857"/>
                  <a:pt x="2823040" y="2722277"/>
                  <a:pt x="2831516" y="2727136"/>
                </a:cubicBezTo>
                <a:cubicBezTo>
                  <a:pt x="2827108" y="2749904"/>
                  <a:pt x="2803713" y="2738392"/>
                  <a:pt x="2797271" y="2757833"/>
                </a:cubicBezTo>
                <a:cubicBezTo>
                  <a:pt x="2788794" y="2757833"/>
                  <a:pt x="2792863" y="2752973"/>
                  <a:pt x="2788794" y="2741718"/>
                </a:cubicBezTo>
                <a:lnTo>
                  <a:pt x="2784386" y="2743253"/>
                </a:lnTo>
                <a:cubicBezTo>
                  <a:pt x="2786420" y="2727136"/>
                  <a:pt x="2797271" y="2735322"/>
                  <a:pt x="2805747" y="2720742"/>
                </a:cubicBezTo>
                <a:close/>
                <a:moveTo>
                  <a:pt x="2969095" y="2719131"/>
                </a:moveTo>
                <a:cubicBezTo>
                  <a:pt x="2970983" y="2728823"/>
                  <a:pt x="2969095" y="2735199"/>
                  <a:pt x="2963116" y="2733414"/>
                </a:cubicBezTo>
                <a:cubicBezTo>
                  <a:pt x="2960914" y="2723977"/>
                  <a:pt x="2963116" y="2717346"/>
                  <a:pt x="2969095" y="2719131"/>
                </a:cubicBezTo>
                <a:close/>
                <a:moveTo>
                  <a:pt x="3012032" y="2717163"/>
                </a:moveTo>
                <a:cubicBezTo>
                  <a:pt x="3016166" y="2716354"/>
                  <a:pt x="3019278" y="2717585"/>
                  <a:pt x="3021406" y="2725746"/>
                </a:cubicBezTo>
                <a:cubicBezTo>
                  <a:pt x="3015184" y="2722378"/>
                  <a:pt x="3006669" y="2724191"/>
                  <a:pt x="3000773" y="2730668"/>
                </a:cubicBezTo>
                <a:cubicBezTo>
                  <a:pt x="2996516" y="2730668"/>
                  <a:pt x="2996516" y="2724191"/>
                  <a:pt x="2996516" y="2720823"/>
                </a:cubicBezTo>
                <a:cubicBezTo>
                  <a:pt x="3002739" y="2720823"/>
                  <a:pt x="3007898" y="2717973"/>
                  <a:pt x="3012032" y="2717163"/>
                </a:cubicBezTo>
                <a:close/>
                <a:moveTo>
                  <a:pt x="2927342" y="2713951"/>
                </a:moveTo>
                <a:cubicBezTo>
                  <a:pt x="2931808" y="2713951"/>
                  <a:pt x="2929746" y="2716989"/>
                  <a:pt x="2927342" y="2716989"/>
                </a:cubicBezTo>
                <a:cubicBezTo>
                  <a:pt x="2929746" y="2720280"/>
                  <a:pt x="2931808" y="2723570"/>
                  <a:pt x="2933869" y="2723570"/>
                </a:cubicBezTo>
                <a:cubicBezTo>
                  <a:pt x="2927342" y="2725090"/>
                  <a:pt x="2914288" y="2732938"/>
                  <a:pt x="2901577" y="2731418"/>
                </a:cubicBezTo>
                <a:cubicBezTo>
                  <a:pt x="2903638" y="2718761"/>
                  <a:pt x="2925281" y="2726609"/>
                  <a:pt x="2927342" y="2713951"/>
                </a:cubicBezTo>
                <a:close/>
                <a:moveTo>
                  <a:pt x="2872548" y="2710932"/>
                </a:moveTo>
                <a:cubicBezTo>
                  <a:pt x="2876338" y="2711478"/>
                  <a:pt x="2879741" y="2713473"/>
                  <a:pt x="2881952" y="2717464"/>
                </a:cubicBezTo>
                <a:cubicBezTo>
                  <a:pt x="2875487" y="2722279"/>
                  <a:pt x="2862558" y="2709609"/>
                  <a:pt x="2864600" y="2731907"/>
                </a:cubicBezTo>
                <a:cubicBezTo>
                  <a:pt x="2858136" y="2735201"/>
                  <a:pt x="2856094" y="2727092"/>
                  <a:pt x="2849630" y="2730387"/>
                </a:cubicBezTo>
                <a:cubicBezTo>
                  <a:pt x="2846313" y="2720695"/>
                  <a:pt x="2861176" y="2709293"/>
                  <a:pt x="2872548" y="2710932"/>
                </a:cubicBezTo>
                <a:close/>
                <a:moveTo>
                  <a:pt x="2733000" y="2706038"/>
                </a:moveTo>
                <a:cubicBezTo>
                  <a:pt x="2743766" y="2722207"/>
                  <a:pt x="2764962" y="2720667"/>
                  <a:pt x="2758569" y="2741714"/>
                </a:cubicBezTo>
                <a:cubicBezTo>
                  <a:pt x="2758569" y="2741714"/>
                  <a:pt x="2758569" y="2741714"/>
                  <a:pt x="2769335" y="2740174"/>
                </a:cubicBezTo>
                <a:cubicBezTo>
                  <a:pt x="2764962" y="2722207"/>
                  <a:pt x="2754532" y="2728881"/>
                  <a:pt x="2752177" y="2709375"/>
                </a:cubicBezTo>
                <a:cubicBezTo>
                  <a:pt x="2743766" y="2709375"/>
                  <a:pt x="2743766" y="2707578"/>
                  <a:pt x="2733000" y="2706038"/>
                </a:cubicBezTo>
                <a:close/>
                <a:moveTo>
                  <a:pt x="2928422" y="2703682"/>
                </a:moveTo>
                <a:lnTo>
                  <a:pt x="2926794" y="2706657"/>
                </a:lnTo>
                <a:cubicBezTo>
                  <a:pt x="2926794" y="2705887"/>
                  <a:pt x="2926794" y="2704669"/>
                  <a:pt x="2927090" y="2703868"/>
                </a:cubicBezTo>
                <a:close/>
                <a:moveTo>
                  <a:pt x="2777746" y="2694745"/>
                </a:moveTo>
                <a:cubicBezTo>
                  <a:pt x="2777746" y="2694745"/>
                  <a:pt x="2777746" y="2694745"/>
                  <a:pt x="2779764" y="2704498"/>
                </a:cubicBezTo>
                <a:cubicBezTo>
                  <a:pt x="2784138" y="2696285"/>
                  <a:pt x="2792549" y="2706038"/>
                  <a:pt x="2794568" y="2696285"/>
                </a:cubicBezTo>
                <a:cubicBezTo>
                  <a:pt x="2788512" y="2696285"/>
                  <a:pt x="2784138" y="2692949"/>
                  <a:pt x="2777746" y="2694745"/>
                </a:cubicBezTo>
                <a:close/>
                <a:moveTo>
                  <a:pt x="2969574" y="2693579"/>
                </a:moveTo>
                <a:cubicBezTo>
                  <a:pt x="2971595" y="2703580"/>
                  <a:pt x="2963174" y="2701784"/>
                  <a:pt x="2965195" y="2709989"/>
                </a:cubicBezTo>
                <a:cubicBezTo>
                  <a:pt x="2971595" y="2709989"/>
                  <a:pt x="2973616" y="2705118"/>
                  <a:pt x="2971595" y="2696913"/>
                </a:cubicBezTo>
                <a:cubicBezTo>
                  <a:pt x="2984395" y="2705118"/>
                  <a:pt x="2990796" y="2695375"/>
                  <a:pt x="3003596" y="2705118"/>
                </a:cubicBezTo>
                <a:cubicBezTo>
                  <a:pt x="2995175" y="2726143"/>
                  <a:pt x="2977995" y="2698707"/>
                  <a:pt x="2969574" y="2708195"/>
                </a:cubicBezTo>
                <a:cubicBezTo>
                  <a:pt x="2969574" y="2714861"/>
                  <a:pt x="2973616" y="2714861"/>
                  <a:pt x="2975974" y="2714861"/>
                </a:cubicBezTo>
                <a:cubicBezTo>
                  <a:pt x="2973616" y="2722811"/>
                  <a:pt x="2956774" y="2717938"/>
                  <a:pt x="2950374" y="2706657"/>
                </a:cubicBezTo>
                <a:cubicBezTo>
                  <a:pt x="2943974" y="2708195"/>
                  <a:pt x="2939596" y="2711528"/>
                  <a:pt x="2939596" y="2716400"/>
                </a:cubicBezTo>
                <a:cubicBezTo>
                  <a:pt x="2933194" y="2714861"/>
                  <a:pt x="2935553" y="2705118"/>
                  <a:pt x="2926794" y="2709989"/>
                </a:cubicBezTo>
                <a:cubicBezTo>
                  <a:pt x="2926794" y="2706657"/>
                  <a:pt x="2929153" y="2706657"/>
                  <a:pt x="2929153" y="2703580"/>
                </a:cubicBezTo>
                <a:lnTo>
                  <a:pt x="2928422" y="2703682"/>
                </a:lnTo>
                <a:lnTo>
                  <a:pt x="2931089" y="2698804"/>
                </a:lnTo>
                <a:cubicBezTo>
                  <a:pt x="2933784" y="2697362"/>
                  <a:pt x="2937573" y="2696913"/>
                  <a:pt x="2941953" y="2696913"/>
                </a:cubicBezTo>
                <a:cubicBezTo>
                  <a:pt x="2950374" y="2696913"/>
                  <a:pt x="2960816" y="2698707"/>
                  <a:pt x="2969574" y="2693579"/>
                </a:cubicBezTo>
                <a:close/>
                <a:moveTo>
                  <a:pt x="3006560" y="2673491"/>
                </a:moveTo>
                <a:cubicBezTo>
                  <a:pt x="3000458" y="2679819"/>
                  <a:pt x="2994016" y="2686148"/>
                  <a:pt x="2983165" y="2687667"/>
                </a:cubicBezTo>
                <a:cubicBezTo>
                  <a:pt x="2983165" y="2675009"/>
                  <a:pt x="3000458" y="2668681"/>
                  <a:pt x="3006560" y="2673491"/>
                </a:cubicBezTo>
                <a:close/>
                <a:moveTo>
                  <a:pt x="3023908" y="2672322"/>
                </a:moveTo>
                <a:cubicBezTo>
                  <a:pt x="3028513" y="2671329"/>
                  <a:pt x="3043409" y="2676544"/>
                  <a:pt x="3046622" y="2679033"/>
                </a:cubicBezTo>
                <a:cubicBezTo>
                  <a:pt x="3038052" y="2693324"/>
                  <a:pt x="3034096" y="2672397"/>
                  <a:pt x="3023548" y="2675715"/>
                </a:cubicBezTo>
                <a:cubicBezTo>
                  <a:pt x="3021981" y="2673673"/>
                  <a:pt x="3022373" y="2672653"/>
                  <a:pt x="3023908" y="2672322"/>
                </a:cubicBezTo>
                <a:close/>
                <a:moveTo>
                  <a:pt x="3872881" y="2663675"/>
                </a:moveTo>
                <a:cubicBezTo>
                  <a:pt x="3868816" y="2678213"/>
                  <a:pt x="3843072" y="2679743"/>
                  <a:pt x="3830200" y="2674897"/>
                </a:cubicBezTo>
                <a:cubicBezTo>
                  <a:pt x="3841040" y="2661890"/>
                  <a:pt x="3855944" y="2661890"/>
                  <a:pt x="3872881" y="2663675"/>
                </a:cubicBezTo>
                <a:close/>
                <a:moveTo>
                  <a:pt x="3938154" y="2658883"/>
                </a:moveTo>
                <a:cubicBezTo>
                  <a:pt x="3929757" y="2671817"/>
                  <a:pt x="3908597" y="2671817"/>
                  <a:pt x="3885086" y="2671817"/>
                </a:cubicBezTo>
                <a:cubicBezTo>
                  <a:pt x="3889453" y="2653968"/>
                  <a:pt x="3916994" y="2661987"/>
                  <a:pt x="3938154" y="2658883"/>
                </a:cubicBezTo>
                <a:close/>
                <a:moveTo>
                  <a:pt x="3455464" y="2641273"/>
                </a:moveTo>
                <a:cubicBezTo>
                  <a:pt x="3462249" y="2640643"/>
                  <a:pt x="3469532" y="2643163"/>
                  <a:pt x="3476814" y="2648203"/>
                </a:cubicBezTo>
                <a:cubicBezTo>
                  <a:pt x="3470525" y="2648203"/>
                  <a:pt x="3464236" y="2649794"/>
                  <a:pt x="3460264" y="2651386"/>
                </a:cubicBezTo>
                <a:cubicBezTo>
                  <a:pt x="3453974" y="2653243"/>
                  <a:pt x="3447685" y="2654835"/>
                  <a:pt x="3437092" y="2653243"/>
                </a:cubicBezTo>
                <a:cubicBezTo>
                  <a:pt x="3442389" y="2645683"/>
                  <a:pt x="3448678" y="2641903"/>
                  <a:pt x="3455464" y="2641273"/>
                </a:cubicBezTo>
                <a:close/>
                <a:moveTo>
                  <a:pt x="3996437" y="2624227"/>
                </a:moveTo>
                <a:lnTo>
                  <a:pt x="3994183" y="2625452"/>
                </a:lnTo>
                <a:lnTo>
                  <a:pt x="3996150" y="2627106"/>
                </a:lnTo>
                <a:lnTo>
                  <a:pt x="3998756" y="2624338"/>
                </a:lnTo>
                <a:close/>
                <a:moveTo>
                  <a:pt x="4439557" y="2604170"/>
                </a:moveTo>
                <a:cubicBezTo>
                  <a:pt x="4433294" y="2612337"/>
                  <a:pt x="4427031" y="2629946"/>
                  <a:pt x="4412526" y="2623566"/>
                </a:cubicBezTo>
                <a:cubicBezTo>
                  <a:pt x="4410218" y="2612337"/>
                  <a:pt x="4422746" y="2607488"/>
                  <a:pt x="4439557" y="2604170"/>
                </a:cubicBezTo>
                <a:close/>
                <a:moveTo>
                  <a:pt x="353055" y="2604170"/>
                </a:moveTo>
                <a:cubicBezTo>
                  <a:pt x="359497" y="2607440"/>
                  <a:pt x="361531" y="2612219"/>
                  <a:pt x="367973" y="2605679"/>
                </a:cubicBezTo>
                <a:cubicBezTo>
                  <a:pt x="376450" y="2608949"/>
                  <a:pt x="359497" y="2610458"/>
                  <a:pt x="361531" y="2615236"/>
                </a:cubicBezTo>
                <a:cubicBezTo>
                  <a:pt x="355089" y="2613728"/>
                  <a:pt x="353055" y="2610458"/>
                  <a:pt x="353055" y="2604170"/>
                </a:cubicBezTo>
                <a:close/>
                <a:moveTo>
                  <a:pt x="3090062" y="2603834"/>
                </a:moveTo>
                <a:cubicBezTo>
                  <a:pt x="3084194" y="2605891"/>
                  <a:pt x="3084574" y="2613254"/>
                  <a:pt x="3081545" y="2616720"/>
                </a:cubicBezTo>
                <a:cubicBezTo>
                  <a:pt x="3077172" y="2618516"/>
                  <a:pt x="3075153" y="2616720"/>
                  <a:pt x="3072798" y="2621596"/>
                </a:cubicBezTo>
                <a:cubicBezTo>
                  <a:pt x="3087938" y="2623393"/>
                  <a:pt x="3091974" y="2613639"/>
                  <a:pt x="3098367" y="2603886"/>
                </a:cubicBezTo>
                <a:cubicBezTo>
                  <a:pt x="3094667" y="2603052"/>
                  <a:pt x="3092017" y="2603148"/>
                  <a:pt x="3090062" y="2603834"/>
                </a:cubicBezTo>
                <a:close/>
                <a:moveTo>
                  <a:pt x="3026034" y="2600549"/>
                </a:moveTo>
                <a:cubicBezTo>
                  <a:pt x="3028220" y="2606325"/>
                  <a:pt x="3027716" y="2609982"/>
                  <a:pt x="3026665" y="2613222"/>
                </a:cubicBezTo>
                <a:lnTo>
                  <a:pt x="3026164" y="2615146"/>
                </a:lnTo>
                <a:lnTo>
                  <a:pt x="3031324" y="2620589"/>
                </a:lnTo>
                <a:lnTo>
                  <a:pt x="3032048" y="2619479"/>
                </a:lnTo>
                <a:cubicBezTo>
                  <a:pt x="3033099" y="2616463"/>
                  <a:pt x="3033604" y="2612869"/>
                  <a:pt x="3036800" y="2612099"/>
                </a:cubicBezTo>
                <a:cubicBezTo>
                  <a:pt x="3036800" y="2613639"/>
                  <a:pt x="3041174" y="2615179"/>
                  <a:pt x="3041174" y="2612099"/>
                </a:cubicBezTo>
                <a:cubicBezTo>
                  <a:pt x="3032426" y="2613639"/>
                  <a:pt x="3038818" y="2597470"/>
                  <a:pt x="3026034" y="2600549"/>
                </a:cubicBezTo>
                <a:close/>
                <a:moveTo>
                  <a:pt x="4206652" y="2596248"/>
                </a:moveTo>
                <a:cubicBezTo>
                  <a:pt x="4200562" y="2601210"/>
                  <a:pt x="4202592" y="2612964"/>
                  <a:pt x="4187705" y="2612964"/>
                </a:cubicBezTo>
                <a:cubicBezTo>
                  <a:pt x="4187705" y="2598076"/>
                  <a:pt x="4187705" y="2598076"/>
                  <a:pt x="4187705" y="2598076"/>
                </a:cubicBezTo>
                <a:cubicBezTo>
                  <a:pt x="4194133" y="2598076"/>
                  <a:pt x="4200562" y="2596248"/>
                  <a:pt x="4206652" y="2596248"/>
                </a:cubicBezTo>
                <a:close/>
                <a:moveTo>
                  <a:pt x="3414814" y="2594116"/>
                </a:moveTo>
                <a:lnTo>
                  <a:pt x="3414095" y="2599142"/>
                </a:lnTo>
                <a:cubicBezTo>
                  <a:pt x="3413164" y="2605266"/>
                  <a:pt x="3412092" y="2605939"/>
                  <a:pt x="3402503" y="2612099"/>
                </a:cubicBezTo>
                <a:cubicBezTo>
                  <a:pt x="3415288" y="2603886"/>
                  <a:pt x="3425718" y="2621596"/>
                  <a:pt x="3434465" y="2607223"/>
                </a:cubicBezTo>
                <a:cubicBezTo>
                  <a:pt x="3425886" y="2604785"/>
                  <a:pt x="3423194" y="2601512"/>
                  <a:pt x="3422101" y="2597021"/>
                </a:cubicBezTo>
                <a:lnTo>
                  <a:pt x="3421746" y="2594781"/>
                </a:lnTo>
                <a:close/>
                <a:moveTo>
                  <a:pt x="3312971" y="2586031"/>
                </a:moveTo>
                <a:lnTo>
                  <a:pt x="3313012" y="2586176"/>
                </a:lnTo>
                <a:lnTo>
                  <a:pt x="3314998" y="2586138"/>
                </a:lnTo>
                <a:close/>
                <a:moveTo>
                  <a:pt x="3294398" y="2583567"/>
                </a:moveTo>
                <a:lnTo>
                  <a:pt x="3294172" y="2584380"/>
                </a:lnTo>
                <a:lnTo>
                  <a:pt x="3297805" y="2584064"/>
                </a:lnTo>
                <a:close/>
                <a:moveTo>
                  <a:pt x="3270779" y="2580124"/>
                </a:moveTo>
                <a:lnTo>
                  <a:pt x="3270621" y="2581300"/>
                </a:lnTo>
                <a:cubicBezTo>
                  <a:pt x="3277014" y="2579503"/>
                  <a:pt x="3277014" y="2584380"/>
                  <a:pt x="3283406" y="2584380"/>
                </a:cubicBezTo>
                <a:lnTo>
                  <a:pt x="3284162" y="2582075"/>
                </a:lnTo>
                <a:close/>
                <a:moveTo>
                  <a:pt x="4159384" y="2578927"/>
                </a:moveTo>
                <a:cubicBezTo>
                  <a:pt x="4172216" y="2578972"/>
                  <a:pt x="4184578" y="2579811"/>
                  <a:pt x="4196269" y="2581877"/>
                </a:cubicBezTo>
                <a:cubicBezTo>
                  <a:pt x="4178270" y="2611960"/>
                  <a:pt x="4143704" y="2622935"/>
                  <a:pt x="4105940" y="2626195"/>
                </a:cubicBezTo>
                <a:lnTo>
                  <a:pt x="4097307" y="2626275"/>
                </a:lnTo>
                <a:lnTo>
                  <a:pt x="4095758" y="2626554"/>
                </a:lnTo>
                <a:cubicBezTo>
                  <a:pt x="4079404" y="2628315"/>
                  <a:pt x="4061502" y="2628692"/>
                  <a:pt x="4046780" y="2631081"/>
                </a:cubicBezTo>
                <a:lnTo>
                  <a:pt x="4046780" y="2626639"/>
                </a:lnTo>
                <a:lnTo>
                  <a:pt x="4012114" y="2624978"/>
                </a:lnTo>
                <a:lnTo>
                  <a:pt x="4012158" y="2625150"/>
                </a:lnTo>
                <a:cubicBezTo>
                  <a:pt x="4011134" y="2626841"/>
                  <a:pt x="4009579" y="2628964"/>
                  <a:pt x="4010561" y="2634003"/>
                </a:cubicBezTo>
                <a:cubicBezTo>
                  <a:pt x="3996150" y="2635594"/>
                  <a:pt x="3996150" y="2635594"/>
                  <a:pt x="3996150" y="2635594"/>
                </a:cubicBezTo>
                <a:cubicBezTo>
                  <a:pt x="3996150" y="2630555"/>
                  <a:pt x="3996150" y="2628963"/>
                  <a:pt x="3991893" y="2627106"/>
                </a:cubicBezTo>
                <a:lnTo>
                  <a:pt x="3993272" y="2625946"/>
                </a:lnTo>
                <a:lnTo>
                  <a:pt x="3966496" y="2640495"/>
                </a:lnTo>
                <a:cubicBezTo>
                  <a:pt x="3924107" y="2638946"/>
                  <a:pt x="3885756" y="2640495"/>
                  <a:pt x="3849758" y="2643852"/>
                </a:cubicBezTo>
                <a:cubicBezTo>
                  <a:pt x="3813425" y="2648758"/>
                  <a:pt x="3777428" y="2653665"/>
                  <a:pt x="3745469" y="2656764"/>
                </a:cubicBezTo>
                <a:cubicBezTo>
                  <a:pt x="3677513" y="2663219"/>
                  <a:pt x="3613930" y="2665027"/>
                  <a:pt x="3554383" y="2634039"/>
                </a:cubicBezTo>
                <a:cubicBezTo>
                  <a:pt x="3530834" y="2642044"/>
                  <a:pt x="3513677" y="2632232"/>
                  <a:pt x="3486091" y="2640495"/>
                </a:cubicBezTo>
                <a:cubicBezTo>
                  <a:pt x="3482054" y="2638946"/>
                  <a:pt x="3479699" y="2637138"/>
                  <a:pt x="3479699" y="2632232"/>
                </a:cubicBezTo>
                <a:cubicBezTo>
                  <a:pt x="3475662" y="2627325"/>
                  <a:pt x="3484072" y="2614414"/>
                  <a:pt x="3490464" y="2606150"/>
                </a:cubicBezTo>
                <a:cubicBezTo>
                  <a:pt x="3511658" y="2622419"/>
                  <a:pt x="3513677" y="2596338"/>
                  <a:pt x="3524442" y="2617513"/>
                </a:cubicBezTo>
                <a:cubicBezTo>
                  <a:pt x="3561027" y="2607829"/>
                  <a:pt x="3600073" y="2617319"/>
                  <a:pt x="3638030" y="2620600"/>
                </a:cubicBezTo>
                <a:lnTo>
                  <a:pt x="3651464" y="2620697"/>
                </a:lnTo>
                <a:lnTo>
                  <a:pt x="3651434" y="2619944"/>
                </a:lnTo>
                <a:cubicBezTo>
                  <a:pt x="3656373" y="2615300"/>
                  <a:pt x="3674790" y="2619073"/>
                  <a:pt x="3685969" y="2616620"/>
                </a:cubicBezTo>
                <a:lnTo>
                  <a:pt x="3684912" y="2618748"/>
                </a:lnTo>
                <a:lnTo>
                  <a:pt x="3708589" y="2613413"/>
                </a:lnTo>
                <a:cubicBezTo>
                  <a:pt x="3719985" y="2609959"/>
                  <a:pt x="3731676" y="2606279"/>
                  <a:pt x="3743450" y="2604601"/>
                </a:cubicBezTo>
                <a:cubicBezTo>
                  <a:pt x="3767336" y="2600921"/>
                  <a:pt x="3791642" y="2598468"/>
                  <a:pt x="3816159" y="2596757"/>
                </a:cubicBezTo>
                <a:lnTo>
                  <a:pt x="3828068" y="2596211"/>
                </a:lnTo>
                <a:lnTo>
                  <a:pt x="3828339" y="2596156"/>
                </a:lnTo>
                <a:cubicBezTo>
                  <a:pt x="3849726" y="2593924"/>
                  <a:pt x="3870164" y="2596679"/>
                  <a:pt x="3894209" y="2589458"/>
                </a:cubicBezTo>
                <a:lnTo>
                  <a:pt x="3895392" y="2593187"/>
                </a:lnTo>
                <a:lnTo>
                  <a:pt x="4036807" y="2588332"/>
                </a:lnTo>
                <a:cubicBezTo>
                  <a:pt x="4078186" y="2585815"/>
                  <a:pt x="4120890" y="2578794"/>
                  <a:pt x="4159384" y="2578927"/>
                </a:cubicBezTo>
                <a:close/>
                <a:moveTo>
                  <a:pt x="3250194" y="2575084"/>
                </a:moveTo>
                <a:lnTo>
                  <a:pt x="3249426" y="2576424"/>
                </a:lnTo>
                <a:cubicBezTo>
                  <a:pt x="3251444" y="2576424"/>
                  <a:pt x="3253463" y="2579503"/>
                  <a:pt x="3251444" y="2584380"/>
                </a:cubicBezTo>
                <a:lnTo>
                  <a:pt x="3262783" y="2578286"/>
                </a:lnTo>
                <a:close/>
                <a:moveTo>
                  <a:pt x="4341646" y="2572864"/>
                </a:moveTo>
                <a:cubicBezTo>
                  <a:pt x="4316144" y="2586044"/>
                  <a:pt x="4267492" y="2600517"/>
                  <a:pt x="4229240" y="2595607"/>
                </a:cubicBezTo>
                <a:cubicBezTo>
                  <a:pt x="4263130" y="2576224"/>
                  <a:pt x="4295006" y="2567954"/>
                  <a:pt x="4341646" y="2572864"/>
                </a:cubicBezTo>
                <a:close/>
                <a:moveTo>
                  <a:pt x="3181865" y="2568569"/>
                </a:moveTo>
                <a:lnTo>
                  <a:pt x="3172214" y="2573190"/>
                </a:lnTo>
                <a:lnTo>
                  <a:pt x="3171857" y="2576708"/>
                </a:lnTo>
                <a:cubicBezTo>
                  <a:pt x="3174065" y="2582183"/>
                  <a:pt x="3182896" y="2580402"/>
                  <a:pt x="3175074" y="2587716"/>
                </a:cubicBezTo>
                <a:cubicBezTo>
                  <a:pt x="3175074" y="2587716"/>
                  <a:pt x="3175074" y="2587716"/>
                  <a:pt x="3202662" y="2587716"/>
                </a:cubicBezTo>
                <a:cubicBezTo>
                  <a:pt x="3200642" y="2576424"/>
                  <a:pt x="3211073" y="2579503"/>
                  <a:pt x="3211073" y="2571547"/>
                </a:cubicBezTo>
                <a:cubicBezTo>
                  <a:pt x="3193914" y="2577964"/>
                  <a:pt x="3200642" y="2584380"/>
                  <a:pt x="3181466" y="2584380"/>
                </a:cubicBezTo>
                <a:cubicBezTo>
                  <a:pt x="3182981" y="2578413"/>
                  <a:pt x="3188090" y="2578653"/>
                  <a:pt x="3189698" y="2574382"/>
                </a:cubicBezTo>
                <a:lnTo>
                  <a:pt x="3189859" y="2568822"/>
                </a:lnTo>
                <a:close/>
                <a:moveTo>
                  <a:pt x="3406541" y="2563334"/>
                </a:moveTo>
                <a:cubicBezTo>
                  <a:pt x="3404522" y="2569750"/>
                  <a:pt x="3402503" y="2579503"/>
                  <a:pt x="3396110" y="2581300"/>
                </a:cubicBezTo>
                <a:cubicBezTo>
                  <a:pt x="3396110" y="2576424"/>
                  <a:pt x="3396110" y="2573086"/>
                  <a:pt x="3389719" y="2573086"/>
                </a:cubicBezTo>
                <a:cubicBezTo>
                  <a:pt x="3389719" y="2573086"/>
                  <a:pt x="3389719" y="2573086"/>
                  <a:pt x="3387700" y="2584380"/>
                </a:cubicBezTo>
                <a:cubicBezTo>
                  <a:pt x="3396110" y="2582840"/>
                  <a:pt x="3401410" y="2584059"/>
                  <a:pt x="3405406" y="2585856"/>
                </a:cubicBezTo>
                <a:lnTo>
                  <a:pt x="3410236" y="2588271"/>
                </a:lnTo>
                <a:lnTo>
                  <a:pt x="3420730" y="2588364"/>
                </a:lnTo>
                <a:lnTo>
                  <a:pt x="3419325" y="2579503"/>
                </a:lnTo>
                <a:cubicBezTo>
                  <a:pt x="3428072" y="2579503"/>
                  <a:pt x="3428072" y="2586176"/>
                  <a:pt x="3434465" y="2587716"/>
                </a:cubicBezTo>
                <a:cubicBezTo>
                  <a:pt x="3438502" y="2569750"/>
                  <a:pt x="3415288" y="2571547"/>
                  <a:pt x="3406541" y="2563334"/>
                </a:cubicBezTo>
                <a:close/>
                <a:moveTo>
                  <a:pt x="3277014" y="2561794"/>
                </a:moveTo>
                <a:lnTo>
                  <a:pt x="3274658" y="2565654"/>
                </a:lnTo>
                <a:lnTo>
                  <a:pt x="3289186" y="2567322"/>
                </a:lnTo>
                <a:lnTo>
                  <a:pt x="3287358" y="2565195"/>
                </a:lnTo>
                <a:cubicBezTo>
                  <a:pt x="3285508" y="2562564"/>
                  <a:pt x="3283406" y="2560126"/>
                  <a:pt x="3277014" y="2561794"/>
                </a:cubicBezTo>
                <a:close/>
                <a:moveTo>
                  <a:pt x="3306956" y="2555120"/>
                </a:moveTo>
                <a:cubicBezTo>
                  <a:pt x="3303760" y="2556019"/>
                  <a:pt x="3303171" y="2559677"/>
                  <a:pt x="3302330" y="2563109"/>
                </a:cubicBezTo>
                <a:lnTo>
                  <a:pt x="3297547" y="2568283"/>
                </a:lnTo>
                <a:lnTo>
                  <a:pt x="3314533" y="2570234"/>
                </a:lnTo>
                <a:lnTo>
                  <a:pt x="3315366" y="2569750"/>
                </a:lnTo>
                <a:lnTo>
                  <a:pt x="3315170" y="2570307"/>
                </a:lnTo>
                <a:lnTo>
                  <a:pt x="3322296" y="2571125"/>
                </a:lnTo>
                <a:lnTo>
                  <a:pt x="3322558" y="2567793"/>
                </a:lnTo>
                <a:cubicBezTo>
                  <a:pt x="3324956" y="2564553"/>
                  <a:pt x="3328152" y="2560896"/>
                  <a:pt x="3328152" y="2555120"/>
                </a:cubicBezTo>
                <a:cubicBezTo>
                  <a:pt x="3315366" y="2552040"/>
                  <a:pt x="3315366" y="2563334"/>
                  <a:pt x="3308975" y="2566670"/>
                </a:cubicBezTo>
                <a:cubicBezTo>
                  <a:pt x="3308975" y="2561794"/>
                  <a:pt x="3310994" y="2555120"/>
                  <a:pt x="3306956" y="2555120"/>
                </a:cubicBezTo>
                <a:close/>
                <a:moveTo>
                  <a:pt x="3353384" y="2552040"/>
                </a:moveTo>
                <a:cubicBezTo>
                  <a:pt x="3344974" y="2566670"/>
                  <a:pt x="3355739" y="2569750"/>
                  <a:pt x="3349346" y="2574626"/>
                </a:cubicBezTo>
                <a:cubicBezTo>
                  <a:pt x="3345142" y="2567312"/>
                  <a:pt x="3340852" y="2567312"/>
                  <a:pt x="3336310" y="2569558"/>
                </a:cubicBezTo>
                <a:lnTo>
                  <a:pt x="3331722" y="2572208"/>
                </a:lnTo>
                <a:lnTo>
                  <a:pt x="3333556" y="2572419"/>
                </a:lnTo>
                <a:cubicBezTo>
                  <a:pt x="3344067" y="2574152"/>
                  <a:pt x="3354241" y="2576236"/>
                  <a:pt x="3363512" y="2578803"/>
                </a:cubicBezTo>
                <a:lnTo>
                  <a:pt x="3363959" y="2578972"/>
                </a:lnTo>
                <a:lnTo>
                  <a:pt x="3364849" y="2577089"/>
                </a:lnTo>
                <a:cubicBezTo>
                  <a:pt x="3364739" y="2571820"/>
                  <a:pt x="3358430" y="2568210"/>
                  <a:pt x="3366505" y="2568210"/>
                </a:cubicBezTo>
                <a:cubicBezTo>
                  <a:pt x="3374916" y="2565772"/>
                  <a:pt x="3373318" y="2571033"/>
                  <a:pt x="3371720" y="2576295"/>
                </a:cubicBezTo>
                <a:lnTo>
                  <a:pt x="3370846" y="2581575"/>
                </a:lnTo>
                <a:lnTo>
                  <a:pt x="3376933" y="2583875"/>
                </a:lnTo>
                <a:lnTo>
                  <a:pt x="3376892" y="2570680"/>
                </a:lnTo>
                <a:cubicBezTo>
                  <a:pt x="3376345" y="2566221"/>
                  <a:pt x="3374748" y="2562564"/>
                  <a:pt x="3370542" y="2561794"/>
                </a:cubicBezTo>
                <a:cubicBezTo>
                  <a:pt x="3362132" y="2573086"/>
                  <a:pt x="3357758" y="2555120"/>
                  <a:pt x="3353384" y="2552040"/>
                </a:cubicBezTo>
                <a:close/>
                <a:moveTo>
                  <a:pt x="3942480" y="2543827"/>
                </a:moveTo>
                <a:cubicBezTo>
                  <a:pt x="3929695" y="2543827"/>
                  <a:pt x="3916910" y="2542287"/>
                  <a:pt x="3914892" y="2552040"/>
                </a:cubicBezTo>
                <a:cubicBezTo>
                  <a:pt x="3925322" y="2555120"/>
                  <a:pt x="3940460" y="2556917"/>
                  <a:pt x="3942480" y="2543827"/>
                </a:cubicBezTo>
                <a:close/>
                <a:moveTo>
                  <a:pt x="4430509" y="2542239"/>
                </a:moveTo>
                <a:lnTo>
                  <a:pt x="4415776" y="2543815"/>
                </a:lnTo>
                <a:cubicBezTo>
                  <a:pt x="4406488" y="2548497"/>
                  <a:pt x="4396868" y="2552110"/>
                  <a:pt x="4387008" y="2554847"/>
                </a:cubicBezTo>
                <a:lnTo>
                  <a:pt x="4373567" y="2557416"/>
                </a:lnTo>
                <a:lnTo>
                  <a:pt x="4380596" y="2557116"/>
                </a:lnTo>
                <a:cubicBezTo>
                  <a:pt x="4394368" y="2554504"/>
                  <a:pt x="4407360" y="2548712"/>
                  <a:pt x="4419252" y="2544791"/>
                </a:cubicBezTo>
                <a:close/>
                <a:moveTo>
                  <a:pt x="3972086" y="2537411"/>
                </a:moveTo>
                <a:cubicBezTo>
                  <a:pt x="3961656" y="2537411"/>
                  <a:pt x="3957282" y="2543827"/>
                  <a:pt x="3959300" y="2553580"/>
                </a:cubicBezTo>
                <a:cubicBezTo>
                  <a:pt x="3970067" y="2553580"/>
                  <a:pt x="3974440" y="2547164"/>
                  <a:pt x="3972086" y="2537411"/>
                </a:cubicBezTo>
                <a:close/>
                <a:moveTo>
                  <a:pt x="4051543" y="2521660"/>
                </a:moveTo>
                <a:lnTo>
                  <a:pt x="4048792" y="2522781"/>
                </a:lnTo>
                <a:lnTo>
                  <a:pt x="4050983" y="2527082"/>
                </a:lnTo>
                <a:lnTo>
                  <a:pt x="4051331" y="2522356"/>
                </a:lnTo>
                <a:close/>
                <a:moveTo>
                  <a:pt x="3651786" y="2516023"/>
                </a:moveTo>
                <a:cubicBezTo>
                  <a:pt x="3649425" y="2516075"/>
                  <a:pt x="3647596" y="2516685"/>
                  <a:pt x="3647091" y="2517905"/>
                </a:cubicBezTo>
                <a:cubicBezTo>
                  <a:pt x="3653146" y="2519444"/>
                  <a:pt x="3649110" y="2527657"/>
                  <a:pt x="3647091" y="2532534"/>
                </a:cubicBezTo>
                <a:cubicBezTo>
                  <a:pt x="3655501" y="2534074"/>
                  <a:pt x="3661894" y="2532534"/>
                  <a:pt x="3665931" y="2529197"/>
                </a:cubicBezTo>
                <a:cubicBezTo>
                  <a:pt x="3669127" y="2523551"/>
                  <a:pt x="3664922" y="2519509"/>
                  <a:pt x="3659665" y="2517488"/>
                </a:cubicBezTo>
                <a:cubicBezTo>
                  <a:pt x="3657037" y="2516477"/>
                  <a:pt x="3654146" y="2515971"/>
                  <a:pt x="3651786" y="2516023"/>
                </a:cubicBezTo>
                <a:close/>
                <a:moveTo>
                  <a:pt x="4149156" y="2503524"/>
                </a:moveTo>
                <a:cubicBezTo>
                  <a:pt x="4146949" y="2504300"/>
                  <a:pt x="4146441" y="2505528"/>
                  <a:pt x="4146483" y="2506983"/>
                </a:cubicBezTo>
                <a:lnTo>
                  <a:pt x="4146528" y="2507327"/>
                </a:lnTo>
                <a:lnTo>
                  <a:pt x="4152498" y="2506607"/>
                </a:lnTo>
                <a:lnTo>
                  <a:pt x="4155070" y="2507045"/>
                </a:lnTo>
                <a:close/>
                <a:moveTo>
                  <a:pt x="3697892" y="2499938"/>
                </a:moveTo>
                <a:cubicBezTo>
                  <a:pt x="3689481" y="2503275"/>
                  <a:pt x="3678715" y="2501735"/>
                  <a:pt x="3674678" y="2508151"/>
                </a:cubicBezTo>
                <a:cubicBezTo>
                  <a:pt x="3693855" y="2509691"/>
                  <a:pt x="3672323" y="2527657"/>
                  <a:pt x="3700248" y="2527657"/>
                </a:cubicBezTo>
                <a:cubicBezTo>
                  <a:pt x="3715050" y="2516365"/>
                  <a:pt x="3700248" y="2508151"/>
                  <a:pt x="3697892" y="2499938"/>
                </a:cubicBezTo>
                <a:close/>
                <a:moveTo>
                  <a:pt x="3600326" y="2496858"/>
                </a:moveTo>
                <a:cubicBezTo>
                  <a:pt x="3585186" y="2491981"/>
                  <a:pt x="3583168" y="2524321"/>
                  <a:pt x="3600326" y="2519444"/>
                </a:cubicBezTo>
                <a:cubicBezTo>
                  <a:pt x="3602344" y="2504815"/>
                  <a:pt x="3589560" y="2508151"/>
                  <a:pt x="3600326" y="2496858"/>
                </a:cubicBezTo>
                <a:close/>
                <a:moveTo>
                  <a:pt x="3544815" y="2496858"/>
                </a:moveTo>
                <a:cubicBezTo>
                  <a:pt x="3519582" y="2496858"/>
                  <a:pt x="3536404" y="2511488"/>
                  <a:pt x="3527993" y="2517905"/>
                </a:cubicBezTo>
                <a:cubicBezTo>
                  <a:pt x="3519582" y="2516365"/>
                  <a:pt x="3527993" y="2504815"/>
                  <a:pt x="3517227" y="2506611"/>
                </a:cubicBezTo>
                <a:cubicBezTo>
                  <a:pt x="3510835" y="2521241"/>
                  <a:pt x="3525638" y="2521241"/>
                  <a:pt x="3538422" y="2522781"/>
                </a:cubicBezTo>
                <a:cubicBezTo>
                  <a:pt x="3544815" y="2506611"/>
                  <a:pt x="3536404" y="2508151"/>
                  <a:pt x="3544815" y="2496858"/>
                </a:cubicBezTo>
                <a:close/>
                <a:moveTo>
                  <a:pt x="3778636" y="2495318"/>
                </a:moveTo>
                <a:cubicBezTo>
                  <a:pt x="3785028" y="2504815"/>
                  <a:pt x="3772244" y="2508151"/>
                  <a:pt x="3780991" y="2514567"/>
                </a:cubicBezTo>
                <a:cubicBezTo>
                  <a:pt x="3791421" y="2513028"/>
                  <a:pt x="3789402" y="2514567"/>
                  <a:pt x="3793776" y="2503275"/>
                </a:cubicBezTo>
                <a:cubicBezTo>
                  <a:pt x="3793776" y="2514567"/>
                  <a:pt x="3816989" y="2508151"/>
                  <a:pt x="3819008" y="2517905"/>
                </a:cubicBezTo>
                <a:cubicBezTo>
                  <a:pt x="3821363" y="2498398"/>
                  <a:pt x="3797812" y="2499938"/>
                  <a:pt x="3778636" y="2495318"/>
                </a:cubicBezTo>
                <a:close/>
                <a:moveTo>
                  <a:pt x="3838185" y="2491981"/>
                </a:moveTo>
                <a:cubicBezTo>
                  <a:pt x="3842559" y="2503275"/>
                  <a:pt x="3842559" y="2511488"/>
                  <a:pt x="3844578" y="2514567"/>
                </a:cubicBezTo>
                <a:cubicBezTo>
                  <a:pt x="3853325" y="2499938"/>
                  <a:pt x="3844578" y="2526117"/>
                  <a:pt x="3853325" y="2522781"/>
                </a:cubicBezTo>
                <a:cubicBezTo>
                  <a:pt x="3853325" y="2513028"/>
                  <a:pt x="3861736" y="2511488"/>
                  <a:pt x="3859716" y="2499938"/>
                </a:cubicBezTo>
                <a:cubicBezTo>
                  <a:pt x="3865772" y="2504815"/>
                  <a:pt x="3878558" y="2503275"/>
                  <a:pt x="3876538" y="2491981"/>
                </a:cubicBezTo>
                <a:cubicBezTo>
                  <a:pt x="3853325" y="2496858"/>
                  <a:pt x="3853325" y="2506611"/>
                  <a:pt x="3838185" y="2491981"/>
                </a:cubicBezTo>
                <a:close/>
                <a:moveTo>
                  <a:pt x="3640698" y="2490442"/>
                </a:moveTo>
                <a:cubicBezTo>
                  <a:pt x="3631951" y="2490442"/>
                  <a:pt x="3615130" y="2504815"/>
                  <a:pt x="3623540" y="2509691"/>
                </a:cubicBezTo>
                <a:cubicBezTo>
                  <a:pt x="3627914" y="2503275"/>
                  <a:pt x="3640698" y="2504815"/>
                  <a:pt x="3640698" y="2490442"/>
                </a:cubicBezTo>
                <a:close/>
                <a:moveTo>
                  <a:pt x="3750974" y="2490313"/>
                </a:moveTo>
                <a:cubicBezTo>
                  <a:pt x="3755917" y="2489803"/>
                  <a:pt x="3760032" y="2490329"/>
                  <a:pt x="3761627" y="2492371"/>
                </a:cubicBezTo>
                <a:cubicBezTo>
                  <a:pt x="3753230" y="2498751"/>
                  <a:pt x="3734086" y="2497219"/>
                  <a:pt x="3729719" y="2509980"/>
                </a:cubicBezTo>
                <a:cubicBezTo>
                  <a:pt x="3713849" y="2502706"/>
                  <a:pt x="3736142" y="2491844"/>
                  <a:pt x="3750974" y="2490313"/>
                </a:cubicBezTo>
                <a:close/>
                <a:moveTo>
                  <a:pt x="4110360" y="2488645"/>
                </a:moveTo>
                <a:cubicBezTo>
                  <a:pt x="4087146" y="2488645"/>
                  <a:pt x="4097576" y="2509691"/>
                  <a:pt x="4114734" y="2506611"/>
                </a:cubicBezTo>
                <a:cubicBezTo>
                  <a:pt x="4116752" y="2498398"/>
                  <a:pt x="4106322" y="2499938"/>
                  <a:pt x="4110360" y="2488645"/>
                </a:cubicBezTo>
                <a:close/>
                <a:moveTo>
                  <a:pt x="4061577" y="2488645"/>
                </a:moveTo>
                <a:cubicBezTo>
                  <a:pt x="4057204" y="2498398"/>
                  <a:pt x="4052830" y="2506611"/>
                  <a:pt x="4044418" y="2513028"/>
                </a:cubicBezTo>
                <a:lnTo>
                  <a:pt x="4054652" y="2511438"/>
                </a:lnTo>
                <a:lnTo>
                  <a:pt x="4056669" y="2504811"/>
                </a:lnTo>
                <a:lnTo>
                  <a:pt x="4061844" y="2503588"/>
                </a:lnTo>
                <a:lnTo>
                  <a:pt x="4060232" y="2503507"/>
                </a:lnTo>
                <a:cubicBezTo>
                  <a:pt x="4058402" y="2503017"/>
                  <a:pt x="4057204" y="2501991"/>
                  <a:pt x="4057204" y="2499938"/>
                </a:cubicBezTo>
                <a:cubicBezTo>
                  <a:pt x="4061577" y="2501735"/>
                  <a:pt x="4072342" y="2488645"/>
                  <a:pt x="4061577" y="2488645"/>
                </a:cubicBezTo>
                <a:close/>
                <a:moveTo>
                  <a:pt x="4090599" y="2486059"/>
                </a:moveTo>
                <a:lnTo>
                  <a:pt x="4084990" y="2487202"/>
                </a:lnTo>
                <a:lnTo>
                  <a:pt x="4082004" y="2487064"/>
                </a:lnTo>
                <a:lnTo>
                  <a:pt x="4082004" y="2487069"/>
                </a:lnTo>
                <a:cubicBezTo>
                  <a:pt x="4081552" y="2489319"/>
                  <a:pt x="4080586" y="2491147"/>
                  <a:pt x="4078398" y="2491981"/>
                </a:cubicBezTo>
                <a:close/>
                <a:moveTo>
                  <a:pt x="4249998" y="2484204"/>
                </a:moveTo>
                <a:cubicBezTo>
                  <a:pt x="4260705" y="2484204"/>
                  <a:pt x="4267063" y="2489132"/>
                  <a:pt x="4281785" y="2484204"/>
                </a:cubicBezTo>
                <a:cubicBezTo>
                  <a:pt x="4283794" y="2502359"/>
                  <a:pt x="4256356" y="2502359"/>
                  <a:pt x="4239625" y="2508843"/>
                </a:cubicBezTo>
                <a:cubicBezTo>
                  <a:pt x="4245983" y="2502359"/>
                  <a:pt x="4245983" y="2492503"/>
                  <a:pt x="4249998" y="2484204"/>
                </a:cubicBezTo>
                <a:close/>
                <a:moveTo>
                  <a:pt x="3657520" y="2483768"/>
                </a:moveTo>
                <a:cubicBezTo>
                  <a:pt x="3647091" y="2491981"/>
                  <a:pt x="3644735" y="2498398"/>
                  <a:pt x="3653146" y="2506611"/>
                </a:cubicBezTo>
                <a:cubicBezTo>
                  <a:pt x="3661894" y="2504815"/>
                  <a:pt x="3672323" y="2506611"/>
                  <a:pt x="3672323" y="2496858"/>
                </a:cubicBezTo>
                <a:cubicBezTo>
                  <a:pt x="3668286" y="2495318"/>
                  <a:pt x="3659539" y="2496858"/>
                  <a:pt x="3659539" y="2491981"/>
                </a:cubicBezTo>
                <a:cubicBezTo>
                  <a:pt x="3668286" y="2491981"/>
                  <a:pt x="3661894" y="2485565"/>
                  <a:pt x="3657520" y="2483768"/>
                </a:cubicBezTo>
                <a:close/>
                <a:moveTo>
                  <a:pt x="4687279" y="2479281"/>
                </a:moveTo>
                <a:cubicBezTo>
                  <a:pt x="4682860" y="2485777"/>
                  <a:pt x="4665522" y="2495272"/>
                  <a:pt x="4654984" y="2492024"/>
                </a:cubicBezTo>
                <a:cubicBezTo>
                  <a:pt x="4659403" y="2485777"/>
                  <a:pt x="4676401" y="2476282"/>
                  <a:pt x="4687279" y="2479281"/>
                </a:cubicBezTo>
                <a:close/>
                <a:moveTo>
                  <a:pt x="3976459" y="2478892"/>
                </a:moveTo>
                <a:cubicBezTo>
                  <a:pt x="3980833" y="2485565"/>
                  <a:pt x="3961656" y="2491981"/>
                  <a:pt x="3974440" y="2493521"/>
                </a:cubicBezTo>
                <a:cubicBezTo>
                  <a:pt x="3976459" y="2488645"/>
                  <a:pt x="3980833" y="2487105"/>
                  <a:pt x="3984870" y="2485565"/>
                </a:cubicBezTo>
                <a:cubicBezTo>
                  <a:pt x="3989244" y="2485565"/>
                  <a:pt x="3989244" y="2490442"/>
                  <a:pt x="3997654" y="2488645"/>
                </a:cubicBezTo>
                <a:cubicBezTo>
                  <a:pt x="3997654" y="2477352"/>
                  <a:pt x="3987225" y="2477352"/>
                  <a:pt x="3976459" y="2478892"/>
                </a:cubicBezTo>
                <a:close/>
                <a:moveTo>
                  <a:pt x="3912873" y="2477352"/>
                </a:moveTo>
                <a:cubicBezTo>
                  <a:pt x="3900089" y="2474015"/>
                  <a:pt x="3902107" y="2488645"/>
                  <a:pt x="3887304" y="2483768"/>
                </a:cubicBezTo>
                <a:cubicBezTo>
                  <a:pt x="3887304" y="2498398"/>
                  <a:pt x="3878558" y="2501735"/>
                  <a:pt x="3878558" y="2514567"/>
                </a:cubicBezTo>
                <a:cubicBezTo>
                  <a:pt x="3900089" y="2514567"/>
                  <a:pt x="3882931" y="2501735"/>
                  <a:pt x="3897734" y="2495318"/>
                </a:cubicBezTo>
                <a:cubicBezTo>
                  <a:pt x="3897734" y="2504815"/>
                  <a:pt x="3889323" y="2503275"/>
                  <a:pt x="3895716" y="2509691"/>
                </a:cubicBezTo>
                <a:cubicBezTo>
                  <a:pt x="3923302" y="2509691"/>
                  <a:pt x="3900089" y="2485565"/>
                  <a:pt x="3912873" y="2477352"/>
                </a:cubicBezTo>
                <a:close/>
                <a:moveTo>
                  <a:pt x="3693408" y="2476041"/>
                </a:moveTo>
                <a:cubicBezTo>
                  <a:pt x="3692278" y="2475555"/>
                  <a:pt x="3691079" y="2475748"/>
                  <a:pt x="3689481" y="2477352"/>
                </a:cubicBezTo>
                <a:cubicBezTo>
                  <a:pt x="3700248" y="2483768"/>
                  <a:pt x="3670304" y="2485565"/>
                  <a:pt x="3685108" y="2499938"/>
                </a:cubicBezTo>
                <a:cubicBezTo>
                  <a:pt x="3689481" y="2488645"/>
                  <a:pt x="3708658" y="2493521"/>
                  <a:pt x="3710676" y="2478892"/>
                </a:cubicBezTo>
                <a:cubicBezTo>
                  <a:pt x="3699574" y="2485052"/>
                  <a:pt x="3696798" y="2477496"/>
                  <a:pt x="3693408" y="2476041"/>
                </a:cubicBezTo>
                <a:close/>
                <a:moveTo>
                  <a:pt x="4024844" y="2473462"/>
                </a:moveTo>
                <a:lnTo>
                  <a:pt x="4025058" y="2474645"/>
                </a:lnTo>
                <a:cubicBezTo>
                  <a:pt x="4026714" y="2480961"/>
                  <a:pt x="4026336" y="2477352"/>
                  <a:pt x="4010438" y="2477352"/>
                </a:cubicBezTo>
                <a:cubicBezTo>
                  <a:pt x="4012794" y="2487105"/>
                  <a:pt x="4025242" y="2506611"/>
                  <a:pt x="4040382" y="2493521"/>
                </a:cubicBezTo>
                <a:cubicBezTo>
                  <a:pt x="4033990" y="2493521"/>
                  <a:pt x="4033990" y="2483768"/>
                  <a:pt x="4040382" y="2482228"/>
                </a:cubicBezTo>
                <a:cubicBezTo>
                  <a:pt x="4042400" y="2487875"/>
                  <a:pt x="4047111" y="2488709"/>
                  <a:pt x="4052662" y="2487522"/>
                </a:cubicBezTo>
                <a:lnTo>
                  <a:pt x="4056980" y="2485819"/>
                </a:lnTo>
                <a:lnTo>
                  <a:pt x="4040940" y="2481207"/>
                </a:lnTo>
                <a:cubicBezTo>
                  <a:pt x="4035737" y="2479049"/>
                  <a:pt x="4030756" y="2476467"/>
                  <a:pt x="4025836" y="2473933"/>
                </a:cubicBezTo>
                <a:close/>
                <a:moveTo>
                  <a:pt x="3761814" y="2472475"/>
                </a:moveTo>
                <a:cubicBezTo>
                  <a:pt x="3753404" y="2491981"/>
                  <a:pt x="3723461" y="2483768"/>
                  <a:pt x="3710676" y="2496858"/>
                </a:cubicBezTo>
                <a:cubicBezTo>
                  <a:pt x="3719088" y="2503275"/>
                  <a:pt x="3710676" y="2517905"/>
                  <a:pt x="3723461" y="2521241"/>
                </a:cubicBezTo>
                <a:cubicBezTo>
                  <a:pt x="3727834" y="2506611"/>
                  <a:pt x="3749030" y="2511488"/>
                  <a:pt x="3757441" y="2503275"/>
                </a:cubicBezTo>
                <a:cubicBezTo>
                  <a:pt x="3759796" y="2508151"/>
                  <a:pt x="3759796" y="2511488"/>
                  <a:pt x="3753404" y="2517905"/>
                </a:cubicBezTo>
                <a:cubicBezTo>
                  <a:pt x="3772244" y="2517905"/>
                  <a:pt x="3772244" y="2498398"/>
                  <a:pt x="3780991" y="2488645"/>
                </a:cubicBezTo>
                <a:cubicBezTo>
                  <a:pt x="3768206" y="2487105"/>
                  <a:pt x="3770225" y="2475812"/>
                  <a:pt x="3761814" y="2472475"/>
                </a:cubicBezTo>
                <a:close/>
                <a:moveTo>
                  <a:pt x="3959112" y="2468685"/>
                </a:moveTo>
                <a:cubicBezTo>
                  <a:pt x="3954570" y="2468577"/>
                  <a:pt x="3949460" y="2473630"/>
                  <a:pt x="3938106" y="2472475"/>
                </a:cubicBezTo>
                <a:cubicBezTo>
                  <a:pt x="3929695" y="2480688"/>
                  <a:pt x="3938106" y="2477352"/>
                  <a:pt x="3936087" y="2487105"/>
                </a:cubicBezTo>
                <a:cubicBezTo>
                  <a:pt x="3931714" y="2487105"/>
                  <a:pt x="3929695" y="2482228"/>
                  <a:pt x="3925322" y="2480688"/>
                </a:cubicBezTo>
                <a:cubicBezTo>
                  <a:pt x="3923302" y="2485565"/>
                  <a:pt x="3919266" y="2487105"/>
                  <a:pt x="3919266" y="2495318"/>
                </a:cubicBezTo>
                <a:cubicBezTo>
                  <a:pt x="3936087" y="2490442"/>
                  <a:pt x="3942480" y="2496858"/>
                  <a:pt x="3961656" y="2490442"/>
                </a:cubicBezTo>
                <a:cubicBezTo>
                  <a:pt x="3957282" y="2475812"/>
                  <a:pt x="3955264" y="2485565"/>
                  <a:pt x="3963675" y="2470935"/>
                </a:cubicBezTo>
                <a:cubicBezTo>
                  <a:pt x="3962077" y="2469331"/>
                  <a:pt x="3960626" y="2468722"/>
                  <a:pt x="3959112" y="2468685"/>
                </a:cubicBezTo>
                <a:close/>
                <a:moveTo>
                  <a:pt x="4329730" y="2466478"/>
                </a:moveTo>
                <a:cubicBezTo>
                  <a:pt x="4340450" y="2469835"/>
                  <a:pt x="4327722" y="2476294"/>
                  <a:pt x="4336095" y="2482753"/>
                </a:cubicBezTo>
                <a:cubicBezTo>
                  <a:pt x="4346814" y="2481202"/>
                  <a:pt x="4346814" y="2481202"/>
                  <a:pt x="4346814" y="2481202"/>
                </a:cubicBezTo>
                <a:cubicBezTo>
                  <a:pt x="4350834" y="2479394"/>
                  <a:pt x="4348824" y="2474486"/>
                  <a:pt x="4348824" y="2469835"/>
                </a:cubicBezTo>
                <a:cubicBezTo>
                  <a:pt x="4374282" y="2466478"/>
                  <a:pt x="4350834" y="2484303"/>
                  <a:pt x="4353178" y="2495927"/>
                </a:cubicBezTo>
                <a:cubicBezTo>
                  <a:pt x="4340450" y="2486111"/>
                  <a:pt x="4323366" y="2508844"/>
                  <a:pt x="4308628" y="2507294"/>
                </a:cubicBezTo>
                <a:cubicBezTo>
                  <a:pt x="4295899" y="2503936"/>
                  <a:pt x="4304274" y="2492569"/>
                  <a:pt x="4291544" y="2482753"/>
                </a:cubicBezTo>
                <a:cubicBezTo>
                  <a:pt x="4308628" y="2491019"/>
                  <a:pt x="4300254" y="2482753"/>
                  <a:pt x="4321357" y="2477844"/>
                </a:cubicBezTo>
                <a:cubicBezTo>
                  <a:pt x="4321357" y="2474486"/>
                  <a:pt x="4317002" y="2476294"/>
                  <a:pt x="4312982" y="2476294"/>
                </a:cubicBezTo>
                <a:cubicBezTo>
                  <a:pt x="4312982" y="2461569"/>
                  <a:pt x="4327722" y="2476294"/>
                  <a:pt x="4329730" y="2466478"/>
                </a:cubicBezTo>
                <a:close/>
                <a:moveTo>
                  <a:pt x="3982622" y="2464074"/>
                </a:moveTo>
                <a:lnTo>
                  <a:pt x="3965611" y="2465342"/>
                </a:lnTo>
                <a:lnTo>
                  <a:pt x="3963675" y="2467598"/>
                </a:lnTo>
                <a:cubicBezTo>
                  <a:pt x="3972086" y="2469395"/>
                  <a:pt x="3970067" y="2477352"/>
                  <a:pt x="3984870" y="2474015"/>
                </a:cubicBezTo>
                <a:cubicBezTo>
                  <a:pt x="3986048" y="2470807"/>
                  <a:pt x="3985039" y="2468817"/>
                  <a:pt x="3983734" y="2466828"/>
                </a:cubicBezTo>
                <a:close/>
                <a:moveTo>
                  <a:pt x="3995818" y="2463090"/>
                </a:moveTo>
                <a:lnTo>
                  <a:pt x="3989479" y="2463562"/>
                </a:lnTo>
                <a:lnTo>
                  <a:pt x="3989464" y="2464486"/>
                </a:lnTo>
                <a:cubicBezTo>
                  <a:pt x="3990463" y="2468336"/>
                  <a:pt x="3992861" y="2471641"/>
                  <a:pt x="3997654" y="2474015"/>
                </a:cubicBezTo>
                <a:lnTo>
                  <a:pt x="3998522" y="2463771"/>
                </a:lnTo>
                <a:close/>
                <a:moveTo>
                  <a:pt x="4261026" y="2460858"/>
                </a:moveTo>
                <a:cubicBezTo>
                  <a:pt x="4263026" y="2470687"/>
                  <a:pt x="4263026" y="2470687"/>
                  <a:pt x="4263026" y="2470687"/>
                </a:cubicBezTo>
                <a:cubicBezTo>
                  <a:pt x="4250359" y="2472240"/>
                  <a:pt x="4248360" y="2465772"/>
                  <a:pt x="4244026" y="2477155"/>
                </a:cubicBezTo>
                <a:cubicBezTo>
                  <a:pt x="4242026" y="2477155"/>
                  <a:pt x="4240025" y="2473792"/>
                  <a:pt x="4235691" y="2475603"/>
                </a:cubicBezTo>
                <a:cubicBezTo>
                  <a:pt x="4233692" y="2469135"/>
                  <a:pt x="4240025" y="2467325"/>
                  <a:pt x="4240025" y="2462410"/>
                </a:cubicBezTo>
                <a:cubicBezTo>
                  <a:pt x="4244026" y="2462410"/>
                  <a:pt x="4242026" y="2467325"/>
                  <a:pt x="4244026" y="2470687"/>
                </a:cubicBezTo>
                <a:cubicBezTo>
                  <a:pt x="4252692" y="2469135"/>
                  <a:pt x="4248360" y="2459306"/>
                  <a:pt x="4261026" y="2460858"/>
                </a:cubicBezTo>
                <a:close/>
                <a:moveTo>
                  <a:pt x="3934691" y="2460130"/>
                </a:moveTo>
                <a:lnTo>
                  <a:pt x="3933112" y="2460637"/>
                </a:lnTo>
                <a:lnTo>
                  <a:pt x="3934069" y="2461182"/>
                </a:lnTo>
                <a:close/>
                <a:moveTo>
                  <a:pt x="3903679" y="2459865"/>
                </a:moveTo>
                <a:lnTo>
                  <a:pt x="3908500" y="2466058"/>
                </a:lnTo>
                <a:lnTo>
                  <a:pt x="3912592" y="2464988"/>
                </a:lnTo>
                <a:close/>
                <a:moveTo>
                  <a:pt x="4654651" y="2459306"/>
                </a:moveTo>
                <a:cubicBezTo>
                  <a:pt x="4644006" y="2475328"/>
                  <a:pt x="4625378" y="2468970"/>
                  <a:pt x="4610409" y="2481686"/>
                </a:cubicBezTo>
                <a:cubicBezTo>
                  <a:pt x="4600096" y="2465663"/>
                  <a:pt x="4644006" y="2459306"/>
                  <a:pt x="4654651" y="2459306"/>
                </a:cubicBezTo>
                <a:close/>
                <a:moveTo>
                  <a:pt x="3601461" y="2459161"/>
                </a:moveTo>
                <a:cubicBezTo>
                  <a:pt x="3599064" y="2459129"/>
                  <a:pt x="3596962" y="2459514"/>
                  <a:pt x="3595953" y="2461182"/>
                </a:cubicBezTo>
                <a:cubicBezTo>
                  <a:pt x="3606718" y="2466058"/>
                  <a:pt x="3587542" y="2470935"/>
                  <a:pt x="3591579" y="2480688"/>
                </a:cubicBezTo>
                <a:cubicBezTo>
                  <a:pt x="3606718" y="2483768"/>
                  <a:pt x="3600326" y="2462722"/>
                  <a:pt x="3613111" y="2462722"/>
                </a:cubicBezTo>
                <a:cubicBezTo>
                  <a:pt x="3610756" y="2462722"/>
                  <a:pt x="3608737" y="2461182"/>
                  <a:pt x="3608737" y="2459642"/>
                </a:cubicBezTo>
                <a:cubicBezTo>
                  <a:pt x="3606550" y="2459642"/>
                  <a:pt x="3603859" y="2459193"/>
                  <a:pt x="3601461" y="2459161"/>
                </a:cubicBezTo>
                <a:close/>
                <a:moveTo>
                  <a:pt x="4747580" y="2451384"/>
                </a:moveTo>
                <a:cubicBezTo>
                  <a:pt x="4749588" y="2461239"/>
                  <a:pt x="4728508" y="2476023"/>
                  <a:pt x="4715794" y="2472651"/>
                </a:cubicBezTo>
                <a:cubicBezTo>
                  <a:pt x="4705420" y="2459683"/>
                  <a:pt x="4739215" y="2459683"/>
                  <a:pt x="4747580" y="2451384"/>
                </a:cubicBezTo>
                <a:close/>
                <a:moveTo>
                  <a:pt x="3885202" y="2451340"/>
                </a:moveTo>
                <a:lnTo>
                  <a:pt x="3879160" y="2451526"/>
                </a:lnTo>
                <a:lnTo>
                  <a:pt x="3882636" y="2451557"/>
                </a:lnTo>
                <a:cubicBezTo>
                  <a:pt x="3885538" y="2452969"/>
                  <a:pt x="3887136" y="2455407"/>
                  <a:pt x="3889323" y="2457846"/>
                </a:cubicBezTo>
                <a:lnTo>
                  <a:pt x="3890962" y="2453534"/>
                </a:lnTo>
                <a:close/>
                <a:moveTo>
                  <a:pt x="3868945" y="2449765"/>
                </a:moveTo>
                <a:lnTo>
                  <a:pt x="3868127" y="2451429"/>
                </a:lnTo>
                <a:lnTo>
                  <a:pt x="3870116" y="2451446"/>
                </a:lnTo>
                <a:close/>
                <a:moveTo>
                  <a:pt x="4463287" y="2446857"/>
                </a:moveTo>
                <a:cubicBezTo>
                  <a:pt x="4459267" y="2451697"/>
                  <a:pt x="4435820" y="2462908"/>
                  <a:pt x="4433810" y="2458067"/>
                </a:cubicBezTo>
                <a:cubicBezTo>
                  <a:pt x="4427446" y="2461380"/>
                  <a:pt x="4427446" y="2466221"/>
                  <a:pt x="4427446" y="2474119"/>
                </a:cubicBezTo>
                <a:cubicBezTo>
                  <a:pt x="4410362" y="2461380"/>
                  <a:pt x="4401988" y="2495267"/>
                  <a:pt x="4370166" y="2488642"/>
                </a:cubicBezTo>
                <a:cubicBezTo>
                  <a:pt x="4372176" y="2483801"/>
                  <a:pt x="4374521" y="2477432"/>
                  <a:pt x="4370166" y="2469533"/>
                </a:cubicBezTo>
                <a:cubicBezTo>
                  <a:pt x="4401988" y="2450169"/>
                  <a:pt x="4423092" y="2456539"/>
                  <a:pt x="4463287" y="2446857"/>
                </a:cubicBezTo>
                <a:close/>
                <a:moveTo>
                  <a:pt x="3843058" y="2440381"/>
                </a:moveTo>
                <a:cubicBezTo>
                  <a:pt x="3841991" y="2439703"/>
                  <a:pt x="3839867" y="2440393"/>
                  <a:pt x="3836166" y="2443216"/>
                </a:cubicBezTo>
                <a:cubicBezTo>
                  <a:pt x="3840540" y="2445012"/>
                  <a:pt x="3840540" y="2446552"/>
                  <a:pt x="3840540" y="2451429"/>
                </a:cubicBezTo>
                <a:cubicBezTo>
                  <a:pt x="3831792" y="2449889"/>
                  <a:pt x="3829774" y="2454765"/>
                  <a:pt x="3823382" y="2454765"/>
                </a:cubicBezTo>
                <a:cubicBezTo>
                  <a:pt x="3821363" y="2451429"/>
                  <a:pt x="3823382" y="2448092"/>
                  <a:pt x="3819008" y="2446552"/>
                </a:cubicBezTo>
                <a:cubicBezTo>
                  <a:pt x="3810598" y="2454765"/>
                  <a:pt x="3819008" y="2451429"/>
                  <a:pt x="3816989" y="2462722"/>
                </a:cubicBezTo>
                <a:cubicBezTo>
                  <a:pt x="3816989" y="2462722"/>
                  <a:pt x="3816989" y="2462722"/>
                  <a:pt x="3838185" y="2462722"/>
                </a:cubicBezTo>
                <a:cubicBezTo>
                  <a:pt x="3839951" y="2456754"/>
                  <a:pt x="3846260" y="2442413"/>
                  <a:pt x="3843058" y="2440381"/>
                </a:cubicBezTo>
                <a:close/>
                <a:moveTo>
                  <a:pt x="3712695" y="2436799"/>
                </a:moveTo>
                <a:cubicBezTo>
                  <a:pt x="3685108" y="2438339"/>
                  <a:pt x="3715050" y="2454765"/>
                  <a:pt x="3695874" y="2462722"/>
                </a:cubicBezTo>
                <a:cubicBezTo>
                  <a:pt x="3697892" y="2464518"/>
                  <a:pt x="3700248" y="2466058"/>
                  <a:pt x="3697892" y="2470935"/>
                </a:cubicBezTo>
                <a:cubicBezTo>
                  <a:pt x="3710676" y="2467598"/>
                  <a:pt x="3727834" y="2448092"/>
                  <a:pt x="3721442" y="2441676"/>
                </a:cubicBezTo>
                <a:cubicBezTo>
                  <a:pt x="3717068" y="2454765"/>
                  <a:pt x="3700248" y="2446552"/>
                  <a:pt x="3712695" y="2436799"/>
                </a:cubicBezTo>
                <a:close/>
                <a:moveTo>
                  <a:pt x="4025242" y="2435259"/>
                </a:moveTo>
                <a:lnTo>
                  <a:pt x="4024487" y="2436311"/>
                </a:lnTo>
                <a:lnTo>
                  <a:pt x="4036179" y="2435629"/>
                </a:lnTo>
                <a:cubicBezTo>
                  <a:pt x="4036179" y="2435629"/>
                  <a:pt x="4036179" y="2435629"/>
                  <a:pt x="4035926" y="2437041"/>
                </a:cubicBezTo>
                <a:lnTo>
                  <a:pt x="4034895" y="2442810"/>
                </a:lnTo>
                <a:lnTo>
                  <a:pt x="4043494" y="2444146"/>
                </a:lnTo>
                <a:cubicBezTo>
                  <a:pt x="4047698" y="2444948"/>
                  <a:pt x="4050811" y="2444114"/>
                  <a:pt x="4052830" y="2436799"/>
                </a:cubicBezTo>
                <a:cubicBezTo>
                  <a:pt x="4038027" y="2435259"/>
                  <a:pt x="4042400" y="2435259"/>
                  <a:pt x="4025242" y="2435259"/>
                </a:cubicBezTo>
                <a:close/>
                <a:moveTo>
                  <a:pt x="286824" y="2433780"/>
                </a:moveTo>
                <a:cubicBezTo>
                  <a:pt x="276059" y="2432240"/>
                  <a:pt x="271686" y="2435576"/>
                  <a:pt x="263275" y="2438655"/>
                </a:cubicBezTo>
                <a:cubicBezTo>
                  <a:pt x="271686" y="2438655"/>
                  <a:pt x="269666" y="2443531"/>
                  <a:pt x="280433" y="2441992"/>
                </a:cubicBezTo>
                <a:cubicBezTo>
                  <a:pt x="282451" y="2438655"/>
                  <a:pt x="286824" y="2438655"/>
                  <a:pt x="286824" y="2433780"/>
                </a:cubicBezTo>
                <a:close/>
                <a:moveTo>
                  <a:pt x="4664619" y="2433276"/>
                </a:moveTo>
                <a:cubicBezTo>
                  <a:pt x="4670966" y="2447916"/>
                  <a:pt x="4670966" y="2447916"/>
                  <a:pt x="4670966" y="2447916"/>
                </a:cubicBezTo>
                <a:cubicBezTo>
                  <a:pt x="4633214" y="2451255"/>
                  <a:pt x="4633214" y="2465896"/>
                  <a:pt x="4597130" y="2469234"/>
                </a:cubicBezTo>
                <a:cubicBezTo>
                  <a:pt x="4607821" y="2443036"/>
                  <a:pt x="4647914" y="2456135"/>
                  <a:pt x="4664619" y="2433276"/>
                </a:cubicBezTo>
                <a:close/>
                <a:moveTo>
                  <a:pt x="4844106" y="2430497"/>
                </a:moveTo>
                <a:cubicBezTo>
                  <a:pt x="4850462" y="2438243"/>
                  <a:pt x="4833736" y="2442991"/>
                  <a:pt x="4821026" y="2447738"/>
                </a:cubicBezTo>
                <a:cubicBezTo>
                  <a:pt x="4816676" y="2438243"/>
                  <a:pt x="4835743" y="2428749"/>
                  <a:pt x="4844106" y="2430497"/>
                </a:cubicBezTo>
                <a:close/>
                <a:moveTo>
                  <a:pt x="4795945" y="2430308"/>
                </a:moveTo>
                <a:cubicBezTo>
                  <a:pt x="4799308" y="2431485"/>
                  <a:pt x="4802008" y="2434546"/>
                  <a:pt x="4802996" y="2440251"/>
                </a:cubicBezTo>
                <a:cubicBezTo>
                  <a:pt x="4794756" y="2443328"/>
                  <a:pt x="4784206" y="2446661"/>
                  <a:pt x="4775965" y="2449995"/>
                </a:cubicBezTo>
                <a:cubicBezTo>
                  <a:pt x="4769784" y="2440187"/>
                  <a:pt x="4785855" y="2426774"/>
                  <a:pt x="4795945" y="2430308"/>
                </a:cubicBezTo>
                <a:close/>
                <a:moveTo>
                  <a:pt x="4344608" y="2428749"/>
                </a:moveTo>
                <a:cubicBezTo>
                  <a:pt x="4344608" y="2443207"/>
                  <a:pt x="4334098" y="2438388"/>
                  <a:pt x="4321213" y="2440163"/>
                </a:cubicBezTo>
                <a:cubicBezTo>
                  <a:pt x="4325282" y="2435344"/>
                  <a:pt x="4334098" y="2430524"/>
                  <a:pt x="4344608" y="2428749"/>
                </a:cubicBezTo>
                <a:close/>
                <a:moveTo>
                  <a:pt x="3991262" y="2425506"/>
                </a:moveTo>
                <a:cubicBezTo>
                  <a:pt x="3992860" y="2429163"/>
                  <a:pt x="3992860" y="2433430"/>
                  <a:pt x="3992261" y="2437922"/>
                </a:cubicBezTo>
                <a:lnTo>
                  <a:pt x="3992251" y="2437976"/>
                </a:lnTo>
                <a:lnTo>
                  <a:pt x="3993289" y="2438131"/>
                </a:lnTo>
                <a:lnTo>
                  <a:pt x="4009807" y="2437167"/>
                </a:lnTo>
                <a:lnTo>
                  <a:pt x="4012794" y="2435259"/>
                </a:lnTo>
                <a:cubicBezTo>
                  <a:pt x="4006402" y="2435259"/>
                  <a:pt x="4008420" y="2431922"/>
                  <a:pt x="4012794" y="2428586"/>
                </a:cubicBezTo>
                <a:cubicBezTo>
                  <a:pt x="4004047" y="2427046"/>
                  <a:pt x="4002028" y="2431922"/>
                  <a:pt x="3995635" y="2431922"/>
                </a:cubicBezTo>
                <a:cubicBezTo>
                  <a:pt x="3993617" y="2430383"/>
                  <a:pt x="3995635" y="2425506"/>
                  <a:pt x="3991262" y="2425506"/>
                </a:cubicBezTo>
                <a:close/>
                <a:moveTo>
                  <a:pt x="4900908" y="2417431"/>
                </a:moveTo>
                <a:cubicBezTo>
                  <a:pt x="4911281" y="2430508"/>
                  <a:pt x="4911281" y="2430508"/>
                  <a:pt x="4911281" y="2430508"/>
                </a:cubicBezTo>
                <a:cubicBezTo>
                  <a:pt x="4890201" y="2435379"/>
                  <a:pt x="4879828" y="2449995"/>
                  <a:pt x="4869120" y="2448200"/>
                </a:cubicBezTo>
                <a:cubicBezTo>
                  <a:pt x="4867113" y="2436918"/>
                  <a:pt x="4886186" y="2427174"/>
                  <a:pt x="4900908" y="2417431"/>
                </a:cubicBezTo>
                <a:close/>
                <a:moveTo>
                  <a:pt x="4619698" y="2415093"/>
                </a:moveTo>
                <a:cubicBezTo>
                  <a:pt x="4623844" y="2414224"/>
                  <a:pt x="4627487" y="2414224"/>
                  <a:pt x="4630068" y="2415419"/>
                </a:cubicBezTo>
                <a:cubicBezTo>
                  <a:pt x="4632400" y="2429754"/>
                  <a:pt x="4600763" y="2429754"/>
                  <a:pt x="4583780" y="2437551"/>
                </a:cubicBezTo>
                <a:cubicBezTo>
                  <a:pt x="4590274" y="2428120"/>
                  <a:pt x="4607256" y="2417698"/>
                  <a:pt x="4619698" y="2415093"/>
                </a:cubicBezTo>
                <a:close/>
                <a:moveTo>
                  <a:pt x="4057204" y="2414213"/>
                </a:moveTo>
                <a:cubicBezTo>
                  <a:pt x="4055184" y="2428586"/>
                  <a:pt x="4069988" y="2440136"/>
                  <a:pt x="4078398" y="2431922"/>
                </a:cubicBezTo>
                <a:cubicBezTo>
                  <a:pt x="4074362" y="2422169"/>
                  <a:pt x="4067970" y="2417293"/>
                  <a:pt x="4057204" y="2414213"/>
                </a:cubicBezTo>
                <a:close/>
                <a:moveTo>
                  <a:pt x="4321269" y="2414035"/>
                </a:moveTo>
                <a:cubicBezTo>
                  <a:pt x="4325326" y="2426826"/>
                  <a:pt x="4267851" y="2451128"/>
                  <a:pt x="4252976" y="2426826"/>
                </a:cubicBezTo>
                <a:cubicBezTo>
                  <a:pt x="4259399" y="2414035"/>
                  <a:pt x="4271908" y="2439872"/>
                  <a:pt x="4269880" y="2421965"/>
                </a:cubicBezTo>
                <a:cubicBezTo>
                  <a:pt x="4276304" y="2425291"/>
                  <a:pt x="4293546" y="2420430"/>
                  <a:pt x="4282727" y="2431686"/>
                </a:cubicBezTo>
                <a:cubicBezTo>
                  <a:pt x="4299970" y="2423756"/>
                  <a:pt x="4308422" y="2417105"/>
                  <a:pt x="4321269" y="2414035"/>
                </a:cubicBezTo>
                <a:close/>
                <a:moveTo>
                  <a:pt x="4918609" y="2413857"/>
                </a:moveTo>
                <a:lnTo>
                  <a:pt x="4919020" y="2413872"/>
                </a:lnTo>
                <a:lnTo>
                  <a:pt x="4916575" y="2420186"/>
                </a:lnTo>
                <a:cubicBezTo>
                  <a:pt x="4914540" y="2416895"/>
                  <a:pt x="4914540" y="2415376"/>
                  <a:pt x="4918609" y="2413857"/>
                </a:cubicBezTo>
                <a:close/>
                <a:moveTo>
                  <a:pt x="4558222" y="2393664"/>
                </a:moveTo>
                <a:cubicBezTo>
                  <a:pt x="4558222" y="2409800"/>
                  <a:pt x="4536897" y="2417740"/>
                  <a:pt x="4530465" y="2430803"/>
                </a:cubicBezTo>
                <a:cubicBezTo>
                  <a:pt x="4502708" y="2432340"/>
                  <a:pt x="4483414" y="2442073"/>
                  <a:pt x="4460058" y="2432340"/>
                </a:cubicBezTo>
                <a:cubicBezTo>
                  <a:pt x="4457688" y="2422607"/>
                  <a:pt x="4457688" y="2422607"/>
                  <a:pt x="4457688" y="2422607"/>
                </a:cubicBezTo>
                <a:cubicBezTo>
                  <a:pt x="4489846" y="2404934"/>
                  <a:pt x="4528434" y="2411337"/>
                  <a:pt x="4558222" y="2393664"/>
                </a:cubicBezTo>
                <a:close/>
                <a:moveTo>
                  <a:pt x="4773320" y="2390269"/>
                </a:moveTo>
                <a:cubicBezTo>
                  <a:pt x="4752096" y="2422541"/>
                  <a:pt x="4722113" y="2417675"/>
                  <a:pt x="4688086" y="2438677"/>
                </a:cubicBezTo>
                <a:cubicBezTo>
                  <a:pt x="4681686" y="2427408"/>
                  <a:pt x="4681686" y="2427408"/>
                  <a:pt x="4681686" y="2427408"/>
                </a:cubicBezTo>
                <a:cubicBezTo>
                  <a:pt x="4722113" y="2414601"/>
                  <a:pt x="4747717" y="2396672"/>
                  <a:pt x="4773320" y="2390269"/>
                </a:cubicBezTo>
                <a:close/>
                <a:moveTo>
                  <a:pt x="3695126" y="2388778"/>
                </a:moveTo>
                <a:lnTo>
                  <a:pt x="3685868" y="2389130"/>
                </a:lnTo>
                <a:lnTo>
                  <a:pt x="3678582" y="2393722"/>
                </a:lnTo>
                <a:cubicBezTo>
                  <a:pt x="3675269" y="2394524"/>
                  <a:pt x="3671496" y="2394508"/>
                  <a:pt x="3668425" y="2393473"/>
                </a:cubicBezTo>
                <a:lnTo>
                  <a:pt x="3665102" y="2389920"/>
                </a:lnTo>
                <a:lnTo>
                  <a:pt x="3644296" y="2390711"/>
                </a:lnTo>
                <a:lnTo>
                  <a:pt x="3642843" y="2393375"/>
                </a:lnTo>
                <a:cubicBezTo>
                  <a:pt x="3641035" y="2397257"/>
                  <a:pt x="3639016" y="2401893"/>
                  <a:pt x="3636324" y="2407539"/>
                </a:cubicBezTo>
                <a:cubicBezTo>
                  <a:pt x="3655501" y="2402663"/>
                  <a:pt x="3649110" y="2401123"/>
                  <a:pt x="3661894" y="2409336"/>
                </a:cubicBezTo>
                <a:cubicBezTo>
                  <a:pt x="3665931" y="2409336"/>
                  <a:pt x="3665931" y="2402663"/>
                  <a:pt x="3668286" y="2398043"/>
                </a:cubicBezTo>
                <a:cubicBezTo>
                  <a:pt x="3673584" y="2400866"/>
                  <a:pt x="3678884" y="2402278"/>
                  <a:pt x="3684350" y="2402731"/>
                </a:cubicBezTo>
                <a:lnTo>
                  <a:pt x="3700727" y="2401712"/>
                </a:lnTo>
                <a:lnTo>
                  <a:pt x="3700129" y="2398480"/>
                </a:lnTo>
                <a:lnTo>
                  <a:pt x="3698782" y="2391788"/>
                </a:lnTo>
                <a:lnTo>
                  <a:pt x="3694150" y="2391504"/>
                </a:lnTo>
                <a:close/>
                <a:moveTo>
                  <a:pt x="4980998" y="2388288"/>
                </a:moveTo>
                <a:cubicBezTo>
                  <a:pt x="4968029" y="2395503"/>
                  <a:pt x="4953915" y="2410693"/>
                  <a:pt x="4936797" y="2414525"/>
                </a:cubicBezTo>
                <a:lnTo>
                  <a:pt x="4919020" y="2413872"/>
                </a:lnTo>
                <a:lnTo>
                  <a:pt x="4920586" y="2409826"/>
                </a:lnTo>
                <a:cubicBezTo>
                  <a:pt x="4932236" y="2398162"/>
                  <a:pt x="4963197" y="2384681"/>
                  <a:pt x="4980998" y="2388288"/>
                </a:cubicBezTo>
                <a:close/>
                <a:moveTo>
                  <a:pt x="4679922" y="2388005"/>
                </a:moveTo>
                <a:cubicBezTo>
                  <a:pt x="4681937" y="2388005"/>
                  <a:pt x="4683952" y="2391067"/>
                  <a:pt x="4688318" y="2389537"/>
                </a:cubicBezTo>
                <a:cubicBezTo>
                  <a:pt x="4690334" y="2392854"/>
                  <a:pt x="4692685" y="2391067"/>
                  <a:pt x="4694700" y="2391067"/>
                </a:cubicBezTo>
                <a:cubicBezTo>
                  <a:pt x="4686304" y="2399234"/>
                  <a:pt x="4664808" y="2413780"/>
                  <a:pt x="4648014" y="2410462"/>
                </a:cubicBezTo>
                <a:cubicBezTo>
                  <a:pt x="4641632" y="2394385"/>
                  <a:pt x="4686304" y="2408932"/>
                  <a:pt x="4679922" y="2388005"/>
                </a:cubicBezTo>
                <a:close/>
                <a:moveTo>
                  <a:pt x="256882" y="2386820"/>
                </a:moveTo>
                <a:cubicBezTo>
                  <a:pt x="252844" y="2388616"/>
                  <a:pt x="252844" y="2395031"/>
                  <a:pt x="246453" y="2396571"/>
                </a:cubicBezTo>
                <a:cubicBezTo>
                  <a:pt x="263275" y="2396571"/>
                  <a:pt x="254864" y="2407862"/>
                  <a:pt x="256882" y="2414534"/>
                </a:cubicBezTo>
                <a:cubicBezTo>
                  <a:pt x="280433" y="2422489"/>
                  <a:pt x="280433" y="2424285"/>
                  <a:pt x="312394" y="2425825"/>
                </a:cubicBezTo>
                <a:cubicBezTo>
                  <a:pt x="318786" y="2420949"/>
                  <a:pt x="327197" y="2419409"/>
                  <a:pt x="327197" y="2411198"/>
                </a:cubicBezTo>
                <a:cubicBezTo>
                  <a:pt x="314412" y="2399907"/>
                  <a:pt x="303646" y="2406322"/>
                  <a:pt x="276059" y="2402987"/>
                </a:cubicBezTo>
                <a:cubicBezTo>
                  <a:pt x="269666" y="2396571"/>
                  <a:pt x="276059" y="2386820"/>
                  <a:pt x="256882" y="2386820"/>
                </a:cubicBezTo>
                <a:close/>
                <a:moveTo>
                  <a:pt x="3571974" y="2386690"/>
                </a:moveTo>
                <a:lnTo>
                  <a:pt x="3571603" y="2388194"/>
                </a:lnTo>
                <a:cubicBezTo>
                  <a:pt x="3570804" y="2391434"/>
                  <a:pt x="3569206" y="2397915"/>
                  <a:pt x="3566010" y="2410876"/>
                </a:cubicBezTo>
                <a:cubicBezTo>
                  <a:pt x="3566010" y="2417293"/>
                  <a:pt x="3581150" y="2407539"/>
                  <a:pt x="3591579" y="2412416"/>
                </a:cubicBezTo>
                <a:cubicBezTo>
                  <a:pt x="3593934" y="2399583"/>
                  <a:pt x="3585186" y="2393166"/>
                  <a:pt x="3604364" y="2393166"/>
                </a:cubicBezTo>
                <a:cubicBezTo>
                  <a:pt x="3600326" y="2402663"/>
                  <a:pt x="3593934" y="2404459"/>
                  <a:pt x="3604364" y="2409336"/>
                </a:cubicBezTo>
                <a:cubicBezTo>
                  <a:pt x="3615130" y="2405999"/>
                  <a:pt x="3625559" y="2399583"/>
                  <a:pt x="3636324" y="2396247"/>
                </a:cubicBezTo>
                <a:cubicBezTo>
                  <a:pt x="3634222" y="2395862"/>
                  <a:pt x="3631972" y="2394449"/>
                  <a:pt x="3630111" y="2392625"/>
                </a:cubicBezTo>
                <a:lnTo>
                  <a:pt x="3629173" y="2391151"/>
                </a:lnTo>
                <a:close/>
                <a:moveTo>
                  <a:pt x="3491154" y="2380569"/>
                </a:moveTo>
                <a:lnTo>
                  <a:pt x="3496032" y="2402663"/>
                </a:lnTo>
                <a:cubicBezTo>
                  <a:pt x="3504443" y="2401123"/>
                  <a:pt x="3506462" y="2391370"/>
                  <a:pt x="3512854" y="2399583"/>
                </a:cubicBezTo>
                <a:cubicBezTo>
                  <a:pt x="3510835" y="2405999"/>
                  <a:pt x="3506462" y="2407539"/>
                  <a:pt x="3504443" y="2414213"/>
                </a:cubicBezTo>
                <a:cubicBezTo>
                  <a:pt x="3525638" y="2417293"/>
                  <a:pt x="3506462" y="2391370"/>
                  <a:pt x="3534385" y="2396247"/>
                </a:cubicBezTo>
                <a:cubicBezTo>
                  <a:pt x="3530011" y="2404459"/>
                  <a:pt x="3521601" y="2407539"/>
                  <a:pt x="3519582" y="2419089"/>
                </a:cubicBezTo>
                <a:cubicBezTo>
                  <a:pt x="3541787" y="2406769"/>
                  <a:pt x="3547338" y="2399214"/>
                  <a:pt x="3558519" y="2392092"/>
                </a:cubicBezTo>
                <a:lnTo>
                  <a:pt x="3569413" y="2386490"/>
                </a:lnTo>
                <a:lnTo>
                  <a:pt x="3568072" y="2386386"/>
                </a:lnTo>
                <a:lnTo>
                  <a:pt x="3538344" y="2383520"/>
                </a:lnTo>
                <a:lnTo>
                  <a:pt x="3537055" y="2384355"/>
                </a:lnTo>
                <a:lnTo>
                  <a:pt x="3536355" y="2383329"/>
                </a:lnTo>
                <a:lnTo>
                  <a:pt x="3508202" y="2380615"/>
                </a:lnTo>
                <a:close/>
                <a:moveTo>
                  <a:pt x="3470695" y="2380514"/>
                </a:moveTo>
                <a:lnTo>
                  <a:pt x="3471809" y="2390022"/>
                </a:lnTo>
                <a:cubicBezTo>
                  <a:pt x="3473155" y="2393487"/>
                  <a:pt x="3475846" y="2396374"/>
                  <a:pt x="3481229" y="2398043"/>
                </a:cubicBezTo>
                <a:cubicBezTo>
                  <a:pt x="3481229" y="2398043"/>
                  <a:pt x="3481229" y="2398043"/>
                  <a:pt x="3485266" y="2381617"/>
                </a:cubicBezTo>
                <a:lnTo>
                  <a:pt x="3480088" y="2380539"/>
                </a:lnTo>
                <a:close/>
                <a:moveTo>
                  <a:pt x="3461925" y="2380490"/>
                </a:moveTo>
                <a:lnTo>
                  <a:pt x="3459193" y="2389381"/>
                </a:lnTo>
                <a:cubicBezTo>
                  <a:pt x="3457847" y="2391819"/>
                  <a:pt x="3455660" y="2393038"/>
                  <a:pt x="3451286" y="2391370"/>
                </a:cubicBezTo>
                <a:cubicBezTo>
                  <a:pt x="3451286" y="2388290"/>
                  <a:pt x="3455660" y="2386493"/>
                  <a:pt x="3455660" y="2384953"/>
                </a:cubicBezTo>
                <a:cubicBezTo>
                  <a:pt x="3451623" y="2386205"/>
                  <a:pt x="3448816" y="2384677"/>
                  <a:pt x="3446547" y="2382887"/>
                </a:cubicBezTo>
                <a:lnTo>
                  <a:pt x="3443380" y="2380930"/>
                </a:lnTo>
                <a:lnTo>
                  <a:pt x="3438406" y="2381498"/>
                </a:lnTo>
                <a:lnTo>
                  <a:pt x="3436483" y="2383413"/>
                </a:lnTo>
                <a:cubicBezTo>
                  <a:pt x="3440856" y="2383413"/>
                  <a:pt x="3440856" y="2389830"/>
                  <a:pt x="3438502" y="2394706"/>
                </a:cubicBezTo>
                <a:cubicBezTo>
                  <a:pt x="3449267" y="2394706"/>
                  <a:pt x="3462052" y="2394706"/>
                  <a:pt x="3464070" y="2399583"/>
                </a:cubicBezTo>
                <a:cubicBezTo>
                  <a:pt x="3469454" y="2396374"/>
                  <a:pt x="3469454" y="2393102"/>
                  <a:pt x="3467856" y="2389830"/>
                </a:cubicBezTo>
                <a:lnTo>
                  <a:pt x="3462299" y="2380491"/>
                </a:lnTo>
                <a:close/>
                <a:moveTo>
                  <a:pt x="4904900" y="2373292"/>
                </a:moveTo>
                <a:cubicBezTo>
                  <a:pt x="4900542" y="2386218"/>
                  <a:pt x="4915294" y="2384667"/>
                  <a:pt x="4921664" y="2396042"/>
                </a:cubicBezTo>
                <a:cubicBezTo>
                  <a:pt x="4915294" y="2400954"/>
                  <a:pt x="4915294" y="2407417"/>
                  <a:pt x="4904900" y="2412329"/>
                </a:cubicBezTo>
                <a:cubicBezTo>
                  <a:pt x="4894170" y="2410778"/>
                  <a:pt x="4889812" y="2399403"/>
                  <a:pt x="4881430" y="2397852"/>
                </a:cubicBezTo>
                <a:cubicBezTo>
                  <a:pt x="4853936" y="2410778"/>
                  <a:pt x="4851924" y="2423963"/>
                  <a:pt x="4824094" y="2417241"/>
                </a:cubicBezTo>
                <a:cubicBezTo>
                  <a:pt x="4851924" y="2396042"/>
                  <a:pt x="4875058" y="2394491"/>
                  <a:pt x="4904900" y="2373292"/>
                </a:cubicBezTo>
                <a:close/>
                <a:moveTo>
                  <a:pt x="4044040" y="2373243"/>
                </a:moveTo>
                <a:cubicBezTo>
                  <a:pt x="4037101" y="2375264"/>
                  <a:pt x="4032812" y="2379307"/>
                  <a:pt x="4038027" y="2384953"/>
                </a:cubicBezTo>
                <a:cubicBezTo>
                  <a:pt x="4042400" y="2376740"/>
                  <a:pt x="4052830" y="2393166"/>
                  <a:pt x="4061577" y="2391370"/>
                </a:cubicBezTo>
                <a:cubicBezTo>
                  <a:pt x="4057204" y="2380077"/>
                  <a:pt x="4059222" y="2381617"/>
                  <a:pt x="4065950" y="2373660"/>
                </a:cubicBezTo>
                <a:cubicBezTo>
                  <a:pt x="4060567" y="2371222"/>
                  <a:pt x="4050978" y="2371222"/>
                  <a:pt x="4044040" y="2373243"/>
                </a:cubicBezTo>
                <a:close/>
                <a:moveTo>
                  <a:pt x="4256300" y="2372482"/>
                </a:moveTo>
                <a:cubicBezTo>
                  <a:pt x="4258224" y="2373075"/>
                  <a:pt x="4260963" y="2374262"/>
                  <a:pt x="4267468" y="2373512"/>
                </a:cubicBezTo>
                <a:cubicBezTo>
                  <a:pt x="4267468" y="2379759"/>
                  <a:pt x="4267468" y="2379759"/>
                  <a:pt x="4267468" y="2379759"/>
                </a:cubicBezTo>
                <a:cubicBezTo>
                  <a:pt x="4256514" y="2381258"/>
                  <a:pt x="4260963" y="2387755"/>
                  <a:pt x="4250008" y="2383008"/>
                </a:cubicBezTo>
                <a:cubicBezTo>
                  <a:pt x="4250008" y="2375012"/>
                  <a:pt x="4250008" y="2375012"/>
                  <a:pt x="4250008" y="2375012"/>
                </a:cubicBezTo>
                <a:cubicBezTo>
                  <a:pt x="4253262" y="2371888"/>
                  <a:pt x="4254374" y="2371888"/>
                  <a:pt x="4256300" y="2372482"/>
                </a:cubicBezTo>
                <a:close/>
                <a:moveTo>
                  <a:pt x="4135928" y="2370324"/>
                </a:moveTo>
                <a:cubicBezTo>
                  <a:pt x="4133910" y="2376740"/>
                  <a:pt x="4140302" y="2378536"/>
                  <a:pt x="4140302" y="2384953"/>
                </a:cubicBezTo>
                <a:cubicBezTo>
                  <a:pt x="4150732" y="2384953"/>
                  <a:pt x="4157124" y="2381617"/>
                  <a:pt x="4159479" y="2375200"/>
                </a:cubicBezTo>
                <a:cubicBezTo>
                  <a:pt x="4155105" y="2366987"/>
                  <a:pt x="4144340" y="2384953"/>
                  <a:pt x="4140302" y="2373660"/>
                </a:cubicBezTo>
                <a:cubicBezTo>
                  <a:pt x="4144340" y="2373660"/>
                  <a:pt x="4142321" y="2368784"/>
                  <a:pt x="4135928" y="2370324"/>
                </a:cubicBezTo>
                <a:close/>
                <a:moveTo>
                  <a:pt x="4964689" y="2370319"/>
                </a:moveTo>
                <a:cubicBezTo>
                  <a:pt x="4960404" y="2378610"/>
                  <a:pt x="4947878" y="2390009"/>
                  <a:pt x="4935350" y="2388455"/>
                </a:cubicBezTo>
                <a:cubicBezTo>
                  <a:pt x="4939636" y="2381719"/>
                  <a:pt x="4954140" y="2368765"/>
                  <a:pt x="4964689" y="2370319"/>
                </a:cubicBezTo>
                <a:close/>
                <a:moveTo>
                  <a:pt x="3992104" y="2364485"/>
                </a:moveTo>
                <a:cubicBezTo>
                  <a:pt x="3985964" y="2364292"/>
                  <a:pt x="3980665" y="2366346"/>
                  <a:pt x="3982851" y="2373660"/>
                </a:cubicBezTo>
                <a:cubicBezTo>
                  <a:pt x="3987225" y="2375200"/>
                  <a:pt x="4002028" y="2368784"/>
                  <a:pt x="4002028" y="2376740"/>
                </a:cubicBezTo>
                <a:cubicBezTo>
                  <a:pt x="3993617" y="2376740"/>
                  <a:pt x="3995635" y="2386493"/>
                  <a:pt x="3984870" y="2384953"/>
                </a:cubicBezTo>
                <a:cubicBezTo>
                  <a:pt x="3976459" y="2381617"/>
                  <a:pt x="3959300" y="2383413"/>
                  <a:pt x="3957282" y="2381617"/>
                </a:cubicBezTo>
                <a:cubicBezTo>
                  <a:pt x="3965693" y="2389830"/>
                  <a:pt x="3950890" y="2398043"/>
                  <a:pt x="3944498" y="2389830"/>
                </a:cubicBezTo>
                <a:cubicBezTo>
                  <a:pt x="3942480" y="2401123"/>
                  <a:pt x="3948871" y="2404459"/>
                  <a:pt x="3955264" y="2407539"/>
                </a:cubicBezTo>
                <a:cubicBezTo>
                  <a:pt x="3955264" y="2401123"/>
                  <a:pt x="3959300" y="2398043"/>
                  <a:pt x="3963675" y="2396247"/>
                </a:cubicBezTo>
                <a:cubicBezTo>
                  <a:pt x="3974440" y="2422169"/>
                  <a:pt x="3974440" y="2381617"/>
                  <a:pt x="3989244" y="2405999"/>
                </a:cubicBezTo>
                <a:cubicBezTo>
                  <a:pt x="3991262" y="2386493"/>
                  <a:pt x="4008420" y="2399583"/>
                  <a:pt x="4012794" y="2405999"/>
                </a:cubicBezTo>
                <a:cubicBezTo>
                  <a:pt x="4008420" y="2389830"/>
                  <a:pt x="4021206" y="2389830"/>
                  <a:pt x="4021206" y="2378536"/>
                </a:cubicBezTo>
                <a:cubicBezTo>
                  <a:pt x="4008420" y="2384953"/>
                  <a:pt x="3997654" y="2383413"/>
                  <a:pt x="4006402" y="2368784"/>
                </a:cubicBezTo>
                <a:cubicBezTo>
                  <a:pt x="4005224" y="2367115"/>
                  <a:pt x="3998244" y="2364677"/>
                  <a:pt x="3992104" y="2364485"/>
                </a:cubicBezTo>
                <a:close/>
                <a:moveTo>
                  <a:pt x="4833098" y="2361547"/>
                </a:moveTo>
                <a:cubicBezTo>
                  <a:pt x="4838635" y="2361912"/>
                  <a:pt x="4843798" y="2363484"/>
                  <a:pt x="4847494" y="2366628"/>
                </a:cubicBezTo>
                <a:cubicBezTo>
                  <a:pt x="4830364" y="2377945"/>
                  <a:pt x="4817600" y="2373167"/>
                  <a:pt x="4802822" y="2380963"/>
                </a:cubicBezTo>
                <a:cubicBezTo>
                  <a:pt x="4796526" y="2370212"/>
                  <a:pt x="4816488" y="2360450"/>
                  <a:pt x="4833098" y="2361547"/>
                </a:cubicBezTo>
                <a:close/>
                <a:moveTo>
                  <a:pt x="4263878" y="2357940"/>
                </a:moveTo>
                <a:cubicBezTo>
                  <a:pt x="4267876" y="2358492"/>
                  <a:pt x="4271229" y="2360715"/>
                  <a:pt x="4273408" y="2365576"/>
                </a:cubicBezTo>
                <a:cubicBezTo>
                  <a:pt x="4254297" y="2375300"/>
                  <a:pt x="4245914" y="2364041"/>
                  <a:pt x="4224791" y="2371973"/>
                </a:cubicBezTo>
                <a:cubicBezTo>
                  <a:pt x="4234095" y="2369671"/>
                  <a:pt x="4251887" y="2356285"/>
                  <a:pt x="4263878" y="2357940"/>
                </a:cubicBezTo>
                <a:close/>
                <a:moveTo>
                  <a:pt x="3787150" y="2356181"/>
                </a:moveTo>
                <a:lnTo>
                  <a:pt x="3782407" y="2359641"/>
                </a:lnTo>
                <a:lnTo>
                  <a:pt x="3791421" y="2360570"/>
                </a:lnTo>
                <a:lnTo>
                  <a:pt x="3786380" y="2368826"/>
                </a:lnTo>
                <a:lnTo>
                  <a:pt x="3794210" y="2369199"/>
                </a:lnTo>
                <a:lnTo>
                  <a:pt x="3794576" y="2369291"/>
                </a:lnTo>
                <a:lnTo>
                  <a:pt x="3794959" y="2367797"/>
                </a:lnTo>
                <a:cubicBezTo>
                  <a:pt x="3795984" y="2364806"/>
                  <a:pt x="3797477" y="2362174"/>
                  <a:pt x="3800168" y="2360570"/>
                </a:cubicBezTo>
                <a:cubicBezTo>
                  <a:pt x="3798990" y="2358132"/>
                  <a:pt x="3796299" y="2357298"/>
                  <a:pt x="3793103" y="2356881"/>
                </a:cubicBezTo>
                <a:close/>
                <a:moveTo>
                  <a:pt x="4939319" y="2354498"/>
                </a:moveTo>
                <a:cubicBezTo>
                  <a:pt x="4948146" y="2354486"/>
                  <a:pt x="4953244" y="2363195"/>
                  <a:pt x="4950050" y="2369320"/>
                </a:cubicBezTo>
                <a:cubicBezTo>
                  <a:pt x="4941862" y="2374169"/>
                  <a:pt x="4935639" y="2366003"/>
                  <a:pt x="4929417" y="2357836"/>
                </a:cubicBezTo>
                <a:cubicBezTo>
                  <a:pt x="4933020" y="2355475"/>
                  <a:pt x="4936376" y="2354503"/>
                  <a:pt x="4939319" y="2354498"/>
                </a:cubicBezTo>
                <a:close/>
                <a:moveTo>
                  <a:pt x="3763446" y="2352921"/>
                </a:moveTo>
                <a:cubicBezTo>
                  <a:pt x="3763446" y="2352921"/>
                  <a:pt x="3765742" y="2353400"/>
                  <a:pt x="3768613" y="2354000"/>
                </a:cubicBezTo>
                <a:lnTo>
                  <a:pt x="3770452" y="2354384"/>
                </a:lnTo>
                <a:close/>
                <a:moveTo>
                  <a:pt x="4133910" y="2344400"/>
                </a:moveTo>
                <a:cubicBezTo>
                  <a:pt x="4116752" y="2352614"/>
                  <a:pt x="4118770" y="2371863"/>
                  <a:pt x="4097576" y="2370324"/>
                </a:cubicBezTo>
                <a:cubicBezTo>
                  <a:pt x="4106322" y="2370324"/>
                  <a:pt x="4101948" y="2381617"/>
                  <a:pt x="4110360" y="2380077"/>
                </a:cubicBezTo>
                <a:cubicBezTo>
                  <a:pt x="4118770" y="2368784"/>
                  <a:pt x="4140302" y="2355694"/>
                  <a:pt x="4133910" y="2344400"/>
                </a:cubicBezTo>
                <a:close/>
                <a:moveTo>
                  <a:pt x="3969283" y="2343157"/>
                </a:moveTo>
                <a:cubicBezTo>
                  <a:pt x="3964158" y="2344000"/>
                  <a:pt x="3964095" y="2350111"/>
                  <a:pt x="3959300" y="2352614"/>
                </a:cubicBezTo>
                <a:cubicBezTo>
                  <a:pt x="3961656" y="2345940"/>
                  <a:pt x="3955264" y="2342861"/>
                  <a:pt x="3950890" y="2349277"/>
                </a:cubicBezTo>
                <a:cubicBezTo>
                  <a:pt x="3959300" y="2349277"/>
                  <a:pt x="3953246" y="2360570"/>
                  <a:pt x="3959300" y="2363907"/>
                </a:cubicBezTo>
                <a:cubicBezTo>
                  <a:pt x="3959300" y="2363907"/>
                  <a:pt x="3959300" y="2363907"/>
                  <a:pt x="3970067" y="2362110"/>
                </a:cubicBezTo>
                <a:cubicBezTo>
                  <a:pt x="3974440" y="2357234"/>
                  <a:pt x="3976459" y="2352614"/>
                  <a:pt x="3976459" y="2344400"/>
                </a:cubicBezTo>
                <a:cubicBezTo>
                  <a:pt x="3973263" y="2343181"/>
                  <a:pt x="3970992" y="2342877"/>
                  <a:pt x="3969283" y="2343157"/>
                </a:cubicBezTo>
                <a:close/>
                <a:moveTo>
                  <a:pt x="3982851" y="2342861"/>
                </a:moveTo>
                <a:cubicBezTo>
                  <a:pt x="3978478" y="2347737"/>
                  <a:pt x="3976459" y="2362110"/>
                  <a:pt x="3987225" y="2362110"/>
                </a:cubicBezTo>
                <a:cubicBezTo>
                  <a:pt x="3991430" y="2358132"/>
                  <a:pt x="3993533" y="2354539"/>
                  <a:pt x="3992986" y="2351330"/>
                </a:cubicBezTo>
                <a:lnTo>
                  <a:pt x="3986296" y="2345739"/>
                </a:lnTo>
                <a:lnTo>
                  <a:pt x="3982992" y="2345968"/>
                </a:lnTo>
                <a:lnTo>
                  <a:pt x="3985128" y="2344763"/>
                </a:lnTo>
                <a:close/>
                <a:moveTo>
                  <a:pt x="4439917" y="2341641"/>
                </a:moveTo>
                <a:cubicBezTo>
                  <a:pt x="4442860" y="2341837"/>
                  <a:pt x="4445303" y="2342277"/>
                  <a:pt x="4446408" y="2342734"/>
                </a:cubicBezTo>
                <a:cubicBezTo>
                  <a:pt x="4448448" y="2350831"/>
                  <a:pt x="4429070" y="2349264"/>
                  <a:pt x="4422611" y="2352659"/>
                </a:cubicBezTo>
                <a:cubicBezTo>
                  <a:pt x="4417767" y="2342670"/>
                  <a:pt x="4431089" y="2341053"/>
                  <a:pt x="4439917" y="2341641"/>
                </a:cubicBezTo>
                <a:close/>
                <a:moveTo>
                  <a:pt x="4028940" y="2339672"/>
                </a:moveTo>
                <a:lnTo>
                  <a:pt x="4014813" y="2349277"/>
                </a:lnTo>
                <a:cubicBezTo>
                  <a:pt x="4023224" y="2350047"/>
                  <a:pt x="4029616" y="2348828"/>
                  <a:pt x="4034704" y="2346390"/>
                </a:cubicBezTo>
                <a:lnTo>
                  <a:pt x="4040184" y="2341758"/>
                </a:lnTo>
                <a:close/>
                <a:moveTo>
                  <a:pt x="4046774" y="2336188"/>
                </a:moveTo>
                <a:lnTo>
                  <a:pt x="4043182" y="2336702"/>
                </a:lnTo>
                <a:lnTo>
                  <a:pt x="4044099" y="2338448"/>
                </a:lnTo>
                <a:close/>
                <a:moveTo>
                  <a:pt x="4013308" y="2329221"/>
                </a:moveTo>
                <a:lnTo>
                  <a:pt x="4012794" y="2331311"/>
                </a:lnTo>
                <a:lnTo>
                  <a:pt x="4017254" y="2330145"/>
                </a:lnTo>
                <a:lnTo>
                  <a:pt x="4016974" y="2329804"/>
                </a:lnTo>
                <a:close/>
                <a:moveTo>
                  <a:pt x="4099436" y="2328187"/>
                </a:moveTo>
                <a:cubicBezTo>
                  <a:pt x="4092214" y="2328536"/>
                  <a:pt x="4083950" y="2337150"/>
                  <a:pt x="4074362" y="2334647"/>
                </a:cubicBezTo>
                <a:cubicBezTo>
                  <a:pt x="4074362" y="2334647"/>
                  <a:pt x="4074362" y="2334647"/>
                  <a:pt x="4074362" y="2345940"/>
                </a:cubicBezTo>
                <a:cubicBezTo>
                  <a:pt x="4093538" y="2342861"/>
                  <a:pt x="4103968" y="2341064"/>
                  <a:pt x="4106322" y="2331311"/>
                </a:cubicBezTo>
                <a:cubicBezTo>
                  <a:pt x="4104136" y="2328872"/>
                  <a:pt x="4101844" y="2328070"/>
                  <a:pt x="4099436" y="2328187"/>
                </a:cubicBezTo>
                <a:close/>
                <a:moveTo>
                  <a:pt x="4074362" y="2323354"/>
                </a:moveTo>
                <a:lnTo>
                  <a:pt x="4074214" y="2323715"/>
                </a:lnTo>
                <a:lnTo>
                  <a:pt x="4065950" y="2324894"/>
                </a:lnTo>
                <a:cubicBezTo>
                  <a:pt x="4074362" y="2323354"/>
                  <a:pt x="4074362" y="2323354"/>
                  <a:pt x="4074362" y="2323354"/>
                </a:cubicBezTo>
                <a:close/>
                <a:moveTo>
                  <a:pt x="3902332" y="2318807"/>
                </a:moveTo>
                <a:cubicBezTo>
                  <a:pt x="3881138" y="2320347"/>
                  <a:pt x="3859944" y="2318807"/>
                  <a:pt x="3838415" y="2331641"/>
                </a:cubicBezTo>
                <a:cubicBezTo>
                  <a:pt x="3840770" y="2318807"/>
                  <a:pt x="3819240" y="2333437"/>
                  <a:pt x="3810830" y="2333437"/>
                </a:cubicBezTo>
                <a:cubicBezTo>
                  <a:pt x="3802420" y="2330101"/>
                  <a:pt x="3804438" y="2317011"/>
                  <a:pt x="3791654" y="2320347"/>
                </a:cubicBezTo>
                <a:cubicBezTo>
                  <a:pt x="3783244" y="2330101"/>
                  <a:pt x="3770462" y="2343191"/>
                  <a:pt x="3764070" y="2348068"/>
                </a:cubicBezTo>
                <a:cubicBezTo>
                  <a:pt x="3762052" y="2343191"/>
                  <a:pt x="3755660" y="2339854"/>
                  <a:pt x="3747250" y="2336518"/>
                </a:cubicBezTo>
                <a:cubicBezTo>
                  <a:pt x="3742877" y="2326764"/>
                  <a:pt x="3766424" y="2334978"/>
                  <a:pt x="3760033" y="2325224"/>
                </a:cubicBezTo>
                <a:cubicBezTo>
                  <a:pt x="3750446" y="2326379"/>
                  <a:pt x="3732343" y="2325802"/>
                  <a:pt x="3722188" y="2330205"/>
                </a:cubicBezTo>
                <a:lnTo>
                  <a:pt x="3716379" y="2335523"/>
                </a:lnTo>
                <a:lnTo>
                  <a:pt x="3717274" y="2336522"/>
                </a:lnTo>
                <a:lnTo>
                  <a:pt x="3729042" y="2336550"/>
                </a:lnTo>
                <a:cubicBezTo>
                  <a:pt x="3733289" y="2336132"/>
                  <a:pt x="3736485" y="2336517"/>
                  <a:pt x="3736485" y="2341394"/>
                </a:cubicBezTo>
                <a:lnTo>
                  <a:pt x="3725181" y="2343477"/>
                </a:lnTo>
                <a:lnTo>
                  <a:pt x="3738882" y="2354212"/>
                </a:lnTo>
                <a:lnTo>
                  <a:pt x="3740619" y="2350817"/>
                </a:lnTo>
                <a:cubicBezTo>
                  <a:pt x="3746928" y="2359287"/>
                  <a:pt x="3755696" y="2354186"/>
                  <a:pt x="3759686" y="2358577"/>
                </a:cubicBezTo>
                <a:lnTo>
                  <a:pt x="3761013" y="2363822"/>
                </a:lnTo>
                <a:lnTo>
                  <a:pt x="3761715" y="2363919"/>
                </a:lnTo>
                <a:lnTo>
                  <a:pt x="3764741" y="2365315"/>
                </a:lnTo>
                <a:lnTo>
                  <a:pt x="3775860" y="2358966"/>
                </a:lnTo>
                <a:lnTo>
                  <a:pt x="3778498" y="2359238"/>
                </a:lnTo>
                <a:lnTo>
                  <a:pt x="3773329" y="2356562"/>
                </a:lnTo>
                <a:lnTo>
                  <a:pt x="3772772" y="2354868"/>
                </a:lnTo>
                <a:lnTo>
                  <a:pt x="3772069" y="2352725"/>
                </a:lnTo>
                <a:cubicBezTo>
                  <a:pt x="3778674" y="2354247"/>
                  <a:pt x="3774502" y="2349428"/>
                  <a:pt x="3781108" y="2346130"/>
                </a:cubicBezTo>
                <a:cubicBezTo>
                  <a:pt x="3784411" y="2347018"/>
                  <a:pt x="3784932" y="2348222"/>
                  <a:pt x="3785454" y="2349618"/>
                </a:cubicBezTo>
                <a:lnTo>
                  <a:pt x="3788056" y="2352389"/>
                </a:lnTo>
                <a:lnTo>
                  <a:pt x="3798444" y="2345587"/>
                </a:lnTo>
                <a:cubicBezTo>
                  <a:pt x="3802691" y="2342347"/>
                  <a:pt x="3803196" y="2339524"/>
                  <a:pt x="3791421" y="2337984"/>
                </a:cubicBezTo>
                <a:cubicBezTo>
                  <a:pt x="3798822" y="2333878"/>
                  <a:pt x="3808410" y="2335097"/>
                  <a:pt x="3815896" y="2339556"/>
                </a:cubicBezTo>
                <a:lnTo>
                  <a:pt x="3820438" y="2343971"/>
                </a:lnTo>
                <a:lnTo>
                  <a:pt x="3829254" y="2340488"/>
                </a:lnTo>
                <a:cubicBezTo>
                  <a:pt x="3834081" y="2339696"/>
                  <a:pt x="3838907" y="2338871"/>
                  <a:pt x="3843142" y="2334812"/>
                </a:cubicBezTo>
                <a:cubicBezTo>
                  <a:pt x="3849578" y="2342930"/>
                  <a:pt x="3858046" y="2338110"/>
                  <a:pt x="3853982" y="2347750"/>
                </a:cubicBezTo>
                <a:cubicBezTo>
                  <a:pt x="3844328" y="2340520"/>
                  <a:pt x="3834674" y="2344991"/>
                  <a:pt x="3825020" y="2346287"/>
                </a:cubicBezTo>
                <a:lnTo>
                  <a:pt x="3822746" y="2346213"/>
                </a:lnTo>
                <a:lnTo>
                  <a:pt x="3825011" y="2348415"/>
                </a:lnTo>
                <a:cubicBezTo>
                  <a:pt x="3827167" y="2352004"/>
                  <a:pt x="3828260" y="2356143"/>
                  <a:pt x="3827756" y="2360570"/>
                </a:cubicBezTo>
                <a:cubicBezTo>
                  <a:pt x="3818168" y="2357362"/>
                  <a:pt x="3814383" y="2363842"/>
                  <a:pt x="3811438" y="2369714"/>
                </a:cubicBezTo>
                <a:lnTo>
                  <a:pt x="3809375" y="2373023"/>
                </a:lnTo>
                <a:lnTo>
                  <a:pt x="3828402" y="2377821"/>
                </a:lnTo>
                <a:lnTo>
                  <a:pt x="3860225" y="2392208"/>
                </a:lnTo>
                <a:lnTo>
                  <a:pt x="3868127" y="2391370"/>
                </a:lnTo>
                <a:lnTo>
                  <a:pt x="3869518" y="2396410"/>
                </a:lnTo>
                <a:lnTo>
                  <a:pt x="3880899" y="2401556"/>
                </a:lnTo>
                <a:lnTo>
                  <a:pt x="3882931" y="2401123"/>
                </a:lnTo>
                <a:cubicBezTo>
                  <a:pt x="3868127" y="2394706"/>
                  <a:pt x="3884949" y="2394706"/>
                  <a:pt x="3884949" y="2380077"/>
                </a:cubicBezTo>
                <a:cubicBezTo>
                  <a:pt x="3897734" y="2375200"/>
                  <a:pt x="3891342" y="2389830"/>
                  <a:pt x="3900089" y="2389830"/>
                </a:cubicBezTo>
                <a:cubicBezTo>
                  <a:pt x="3897734" y="2394706"/>
                  <a:pt x="3891342" y="2393166"/>
                  <a:pt x="3891342" y="2398043"/>
                </a:cubicBezTo>
                <a:cubicBezTo>
                  <a:pt x="3893696" y="2401123"/>
                  <a:pt x="3893696" y="2404459"/>
                  <a:pt x="3897734" y="2405999"/>
                </a:cubicBezTo>
                <a:cubicBezTo>
                  <a:pt x="3906480" y="2404459"/>
                  <a:pt x="3902107" y="2393166"/>
                  <a:pt x="3908500" y="2389830"/>
                </a:cubicBezTo>
                <a:cubicBezTo>
                  <a:pt x="3910518" y="2380077"/>
                  <a:pt x="3893696" y="2381617"/>
                  <a:pt x="3908500" y="2375200"/>
                </a:cubicBezTo>
                <a:cubicBezTo>
                  <a:pt x="3908500" y="2373660"/>
                  <a:pt x="3893696" y="2370324"/>
                  <a:pt x="3889323" y="2375200"/>
                </a:cubicBezTo>
                <a:cubicBezTo>
                  <a:pt x="3890332" y="2368655"/>
                  <a:pt x="3888230" y="2363778"/>
                  <a:pt x="3886379" y="2359319"/>
                </a:cubicBezTo>
                <a:lnTo>
                  <a:pt x="3886365" y="2359186"/>
                </a:lnTo>
                <a:lnTo>
                  <a:pt x="3882890" y="2360589"/>
                </a:lnTo>
                <a:cubicBezTo>
                  <a:pt x="3882890" y="2360589"/>
                  <a:pt x="3882890" y="2360589"/>
                  <a:pt x="3874703" y="2355757"/>
                </a:cubicBezTo>
                <a:cubicBezTo>
                  <a:pt x="3877814" y="2352577"/>
                  <a:pt x="3881908" y="2349398"/>
                  <a:pt x="3884978" y="2346410"/>
                </a:cubicBezTo>
                <a:lnTo>
                  <a:pt x="3884996" y="2346375"/>
                </a:lnTo>
                <a:lnTo>
                  <a:pt x="3884949" y="2345940"/>
                </a:lnTo>
                <a:lnTo>
                  <a:pt x="3885184" y="2346002"/>
                </a:lnTo>
                <a:lnTo>
                  <a:pt x="3889113" y="2338208"/>
                </a:lnTo>
                <a:cubicBezTo>
                  <a:pt x="3895335" y="2341260"/>
                  <a:pt x="3893370" y="2344566"/>
                  <a:pt x="3899594" y="2346092"/>
                </a:cubicBezTo>
                <a:lnTo>
                  <a:pt x="3892504" y="2350158"/>
                </a:lnTo>
                <a:lnTo>
                  <a:pt x="3893738" y="2353095"/>
                </a:lnTo>
                <a:cubicBezTo>
                  <a:pt x="3894538" y="2357362"/>
                  <a:pt x="3894538" y="2362238"/>
                  <a:pt x="3897734" y="2363907"/>
                </a:cubicBezTo>
                <a:cubicBezTo>
                  <a:pt x="3906480" y="2359030"/>
                  <a:pt x="3921284" y="2360570"/>
                  <a:pt x="3927676" y="2352614"/>
                </a:cubicBezTo>
                <a:cubicBezTo>
                  <a:pt x="3919266" y="2344400"/>
                  <a:pt x="3900089" y="2359030"/>
                  <a:pt x="3902107" y="2337984"/>
                </a:cubicBezTo>
                <a:cubicBezTo>
                  <a:pt x="3909509" y="2342861"/>
                  <a:pt x="3912200" y="2340422"/>
                  <a:pt x="3912747" y="2336155"/>
                </a:cubicBezTo>
                <a:lnTo>
                  <a:pt x="3912456" y="2331747"/>
                </a:lnTo>
                <a:lnTo>
                  <a:pt x="3906705" y="2336518"/>
                </a:lnTo>
                <a:cubicBezTo>
                  <a:pt x="3903509" y="2335299"/>
                  <a:pt x="3902563" y="2333887"/>
                  <a:pt x="3902710" y="2332379"/>
                </a:cubicBezTo>
                <a:lnTo>
                  <a:pt x="3904339" y="2329384"/>
                </a:lnTo>
                <a:lnTo>
                  <a:pt x="3899440" y="2334966"/>
                </a:lnTo>
                <a:cubicBezTo>
                  <a:pt x="3896223" y="2337153"/>
                  <a:pt x="3891960" y="2338340"/>
                  <a:pt x="3885609" y="2337590"/>
                </a:cubicBezTo>
                <a:lnTo>
                  <a:pt x="3886638" y="2332041"/>
                </a:lnTo>
                <a:lnTo>
                  <a:pt x="3883997" y="2333854"/>
                </a:lnTo>
                <a:cubicBezTo>
                  <a:pt x="3878468" y="2335504"/>
                  <a:pt x="3872030" y="2333052"/>
                  <a:pt x="3865400" y="2341351"/>
                </a:cubicBezTo>
                <a:cubicBezTo>
                  <a:pt x="3865400" y="2341351"/>
                  <a:pt x="3865400" y="2341351"/>
                  <a:pt x="3856902" y="2336573"/>
                </a:cubicBezTo>
                <a:cubicBezTo>
                  <a:pt x="3864381" y="2335064"/>
                  <a:pt x="3870330" y="2333492"/>
                  <a:pt x="3875472" y="2332297"/>
                </a:cubicBezTo>
                <a:lnTo>
                  <a:pt x="3886902" y="2330622"/>
                </a:lnTo>
                <a:lnTo>
                  <a:pt x="3887212" y="2328947"/>
                </a:lnTo>
                <a:cubicBezTo>
                  <a:pt x="3888628" y="2326737"/>
                  <a:pt x="3890770" y="2325191"/>
                  <a:pt x="3893172" y="2324285"/>
                </a:cubicBezTo>
                <a:lnTo>
                  <a:pt x="3905957" y="2326190"/>
                </a:lnTo>
                <a:lnTo>
                  <a:pt x="3907462" y="2322946"/>
                </a:lnTo>
                <a:cubicBezTo>
                  <a:pt x="3907357" y="2321438"/>
                  <a:pt x="3906032" y="2320027"/>
                  <a:pt x="3902332" y="2318807"/>
                </a:cubicBezTo>
                <a:close/>
                <a:moveTo>
                  <a:pt x="4027597" y="2318477"/>
                </a:moveTo>
                <a:lnTo>
                  <a:pt x="4026274" y="2318774"/>
                </a:lnTo>
                <a:lnTo>
                  <a:pt x="4022358" y="2320498"/>
                </a:lnTo>
                <a:cubicBezTo>
                  <a:pt x="4018392" y="2321895"/>
                  <a:pt x="4015721" y="2323483"/>
                  <a:pt x="4018727" y="2326659"/>
                </a:cubicBezTo>
                <a:lnTo>
                  <a:pt x="4023889" y="2327271"/>
                </a:lnTo>
                <a:close/>
                <a:moveTo>
                  <a:pt x="4267470" y="2316704"/>
                </a:moveTo>
                <a:cubicBezTo>
                  <a:pt x="4265094" y="2326432"/>
                  <a:pt x="4250152" y="2328224"/>
                  <a:pt x="4250152" y="2337952"/>
                </a:cubicBezTo>
                <a:cubicBezTo>
                  <a:pt x="4243700" y="2336160"/>
                  <a:pt x="4241662" y="2331296"/>
                  <a:pt x="4239625" y="2324896"/>
                </a:cubicBezTo>
                <a:cubicBezTo>
                  <a:pt x="4248114" y="2321568"/>
                  <a:pt x="4254566" y="2316704"/>
                  <a:pt x="4267470" y="2316704"/>
                </a:cubicBezTo>
                <a:close/>
                <a:moveTo>
                  <a:pt x="4055330" y="2316417"/>
                </a:moveTo>
                <a:lnTo>
                  <a:pt x="4055984" y="2320852"/>
                </a:lnTo>
                <a:cubicBezTo>
                  <a:pt x="4058886" y="2328552"/>
                  <a:pt x="4063596" y="2337085"/>
                  <a:pt x="4059222" y="2347737"/>
                </a:cubicBezTo>
                <a:cubicBezTo>
                  <a:pt x="4059222" y="2347737"/>
                  <a:pt x="4059222" y="2347737"/>
                  <a:pt x="4065950" y="2345940"/>
                </a:cubicBezTo>
                <a:cubicBezTo>
                  <a:pt x="4070156" y="2343502"/>
                  <a:pt x="4069568" y="2339845"/>
                  <a:pt x="4069273" y="2335803"/>
                </a:cubicBezTo>
                <a:lnTo>
                  <a:pt x="4074214" y="2323715"/>
                </a:lnTo>
                <a:lnTo>
                  <a:pt x="4096158" y="2320585"/>
                </a:lnTo>
                <a:lnTo>
                  <a:pt x="4089370" y="2317011"/>
                </a:lnTo>
                <a:cubicBezTo>
                  <a:pt x="4081969" y="2321887"/>
                  <a:pt x="4074484" y="2321117"/>
                  <a:pt x="4067000" y="2319128"/>
                </a:cubicBezTo>
                <a:close/>
                <a:moveTo>
                  <a:pt x="3922952" y="2315664"/>
                </a:moveTo>
                <a:cubicBezTo>
                  <a:pt x="3920834" y="2315118"/>
                  <a:pt x="3918310" y="2315407"/>
                  <a:pt x="3915114" y="2317011"/>
                </a:cubicBezTo>
                <a:cubicBezTo>
                  <a:pt x="3911414" y="2319064"/>
                  <a:pt x="3910090" y="2320813"/>
                  <a:pt x="3909922" y="2322405"/>
                </a:cubicBezTo>
                <a:lnTo>
                  <a:pt x="3911347" y="2326046"/>
                </a:lnTo>
                <a:lnTo>
                  <a:pt x="3910518" y="2323354"/>
                </a:lnTo>
                <a:cubicBezTo>
                  <a:pt x="3912873" y="2318477"/>
                  <a:pt x="3914892" y="2320017"/>
                  <a:pt x="3914892" y="2323354"/>
                </a:cubicBezTo>
                <a:cubicBezTo>
                  <a:pt x="3916910" y="2323354"/>
                  <a:pt x="3919266" y="2321558"/>
                  <a:pt x="3919266" y="2318477"/>
                </a:cubicBezTo>
                <a:cubicBezTo>
                  <a:pt x="3923808" y="2324445"/>
                  <a:pt x="3913020" y="2333300"/>
                  <a:pt x="3917279" y="2338004"/>
                </a:cubicBezTo>
                <a:lnTo>
                  <a:pt x="3918483" y="2338359"/>
                </a:lnTo>
                <a:lnTo>
                  <a:pt x="3922279" y="2335945"/>
                </a:lnTo>
                <a:cubicBezTo>
                  <a:pt x="3922279" y="2335945"/>
                  <a:pt x="3922279" y="2335945"/>
                  <a:pt x="3923892" y="2336538"/>
                </a:cubicBezTo>
                <a:lnTo>
                  <a:pt x="3928982" y="2338410"/>
                </a:lnTo>
                <a:lnTo>
                  <a:pt x="3934895" y="2326389"/>
                </a:lnTo>
                <a:lnTo>
                  <a:pt x="3928360" y="2319321"/>
                </a:lnTo>
                <a:cubicBezTo>
                  <a:pt x="3926784" y="2317588"/>
                  <a:pt x="3925070" y="2316209"/>
                  <a:pt x="3922952" y="2315664"/>
                </a:cubicBezTo>
                <a:close/>
                <a:moveTo>
                  <a:pt x="4792792" y="2314971"/>
                </a:moveTo>
                <a:cubicBezTo>
                  <a:pt x="4795302" y="2315608"/>
                  <a:pt x="4798192" y="2317652"/>
                  <a:pt x="4801494" y="2321740"/>
                </a:cubicBezTo>
                <a:cubicBezTo>
                  <a:pt x="4786197" y="2325115"/>
                  <a:pt x="4790370" y="2333422"/>
                  <a:pt x="4779592" y="2330047"/>
                </a:cubicBezTo>
                <a:cubicBezTo>
                  <a:pt x="4781156" y="2323817"/>
                  <a:pt x="4785262" y="2313061"/>
                  <a:pt x="4792792" y="2314971"/>
                </a:cubicBezTo>
                <a:close/>
                <a:moveTo>
                  <a:pt x="3734004" y="2310851"/>
                </a:moveTo>
                <a:cubicBezTo>
                  <a:pt x="3728916" y="2310658"/>
                  <a:pt x="3722524" y="2312262"/>
                  <a:pt x="3719329" y="2315471"/>
                </a:cubicBezTo>
                <a:cubicBezTo>
                  <a:pt x="3725720" y="2325224"/>
                  <a:pt x="3734467" y="2312134"/>
                  <a:pt x="3740858" y="2317011"/>
                </a:cubicBezTo>
                <a:cubicBezTo>
                  <a:pt x="3742877" y="2313032"/>
                  <a:pt x="3739092" y="2311043"/>
                  <a:pt x="3734004" y="2310851"/>
                </a:cubicBezTo>
                <a:close/>
                <a:moveTo>
                  <a:pt x="3706903" y="2305470"/>
                </a:moveTo>
                <a:lnTo>
                  <a:pt x="3700992" y="2305573"/>
                </a:lnTo>
                <a:lnTo>
                  <a:pt x="3702339" y="2310731"/>
                </a:lnTo>
                <a:close/>
                <a:moveTo>
                  <a:pt x="3997130" y="2300733"/>
                </a:moveTo>
                <a:lnTo>
                  <a:pt x="3995004" y="2304851"/>
                </a:lnTo>
                <a:cubicBezTo>
                  <a:pt x="3992150" y="2307883"/>
                  <a:pt x="3988870" y="2304563"/>
                  <a:pt x="3981049" y="2305718"/>
                </a:cubicBezTo>
                <a:cubicBezTo>
                  <a:pt x="3981049" y="2310594"/>
                  <a:pt x="3978694" y="2315471"/>
                  <a:pt x="3981049" y="2320347"/>
                </a:cubicBezTo>
                <a:cubicBezTo>
                  <a:pt x="3983067" y="2317011"/>
                  <a:pt x="4000224" y="2317011"/>
                  <a:pt x="3995850" y="2323685"/>
                </a:cubicBezTo>
                <a:lnTo>
                  <a:pt x="3987724" y="2322748"/>
                </a:lnTo>
                <a:lnTo>
                  <a:pt x="3995635" y="2331311"/>
                </a:lnTo>
                <a:cubicBezTo>
                  <a:pt x="3993617" y="2321558"/>
                  <a:pt x="4008420" y="2318477"/>
                  <a:pt x="4012794" y="2303848"/>
                </a:cubicBezTo>
                <a:lnTo>
                  <a:pt x="4009904" y="2303242"/>
                </a:lnTo>
                <a:lnTo>
                  <a:pt x="4007540" y="2310819"/>
                </a:lnTo>
                <a:cubicBezTo>
                  <a:pt x="4006447" y="2313417"/>
                  <a:pt x="4004260" y="2314573"/>
                  <a:pt x="3997868" y="2312134"/>
                </a:cubicBezTo>
                <a:cubicBezTo>
                  <a:pt x="3996355" y="2307322"/>
                  <a:pt x="4005628" y="2306118"/>
                  <a:pt x="4003972" y="2303110"/>
                </a:cubicBezTo>
                <a:lnTo>
                  <a:pt x="4001288" y="2301435"/>
                </a:lnTo>
                <a:lnTo>
                  <a:pt x="3998412" y="2300832"/>
                </a:lnTo>
                <a:close/>
                <a:moveTo>
                  <a:pt x="3730812" y="2300597"/>
                </a:moveTo>
                <a:lnTo>
                  <a:pt x="3717133" y="2304418"/>
                </a:lnTo>
                <a:lnTo>
                  <a:pt x="3712937" y="2307514"/>
                </a:lnTo>
                <a:cubicBezTo>
                  <a:pt x="3723702" y="2310594"/>
                  <a:pt x="3732112" y="2304178"/>
                  <a:pt x="3740858" y="2300841"/>
                </a:cubicBezTo>
                <a:close/>
                <a:moveTo>
                  <a:pt x="4051020" y="2294424"/>
                </a:moveTo>
                <a:lnTo>
                  <a:pt x="4046006" y="2295221"/>
                </a:lnTo>
                <a:lnTo>
                  <a:pt x="4044418" y="2307185"/>
                </a:lnTo>
                <a:lnTo>
                  <a:pt x="4047432" y="2306606"/>
                </a:lnTo>
                <a:lnTo>
                  <a:pt x="4048582" y="2303600"/>
                </a:lnTo>
                <a:cubicBezTo>
                  <a:pt x="4050432" y="2300135"/>
                  <a:pt x="4052030" y="2296862"/>
                  <a:pt x="4051020" y="2294424"/>
                </a:cubicBezTo>
                <a:close/>
                <a:moveTo>
                  <a:pt x="5080188" y="2291093"/>
                </a:moveTo>
                <a:cubicBezTo>
                  <a:pt x="5105610" y="2299363"/>
                  <a:pt x="5065136" y="2309183"/>
                  <a:pt x="5048411" y="2320554"/>
                </a:cubicBezTo>
                <a:cubicBezTo>
                  <a:pt x="5037707" y="2322105"/>
                  <a:pt x="5084202" y="2289542"/>
                  <a:pt x="5080188" y="2291093"/>
                </a:cubicBezTo>
                <a:close/>
                <a:moveTo>
                  <a:pt x="4096274" y="2290913"/>
                </a:moveTo>
                <a:lnTo>
                  <a:pt x="4086894" y="2293935"/>
                </a:lnTo>
                <a:lnTo>
                  <a:pt x="4086086" y="2293959"/>
                </a:lnTo>
                <a:lnTo>
                  <a:pt x="4085922" y="2294200"/>
                </a:lnTo>
                <a:cubicBezTo>
                  <a:pt x="4086174" y="2296413"/>
                  <a:pt x="4087184" y="2298402"/>
                  <a:pt x="4084997" y="2300841"/>
                </a:cubicBezTo>
                <a:cubicBezTo>
                  <a:pt x="4079782" y="2303279"/>
                  <a:pt x="4080372" y="2300456"/>
                  <a:pt x="4080119" y="2296830"/>
                </a:cubicBezTo>
                <a:lnTo>
                  <a:pt x="4079226" y="2294168"/>
                </a:lnTo>
                <a:lnTo>
                  <a:pt x="4066202" y="2294564"/>
                </a:lnTo>
                <a:lnTo>
                  <a:pt x="4063564" y="2292812"/>
                </a:lnTo>
                <a:lnTo>
                  <a:pt x="4061491" y="2297857"/>
                </a:lnTo>
                <a:lnTo>
                  <a:pt x="4060963" y="2299007"/>
                </a:lnTo>
                <a:lnTo>
                  <a:pt x="4063596" y="2298971"/>
                </a:lnTo>
                <a:lnTo>
                  <a:pt x="4054500" y="2309590"/>
                </a:lnTo>
                <a:lnTo>
                  <a:pt x="4063483" y="2310975"/>
                </a:lnTo>
                <a:cubicBezTo>
                  <a:pt x="4067514" y="2310794"/>
                  <a:pt x="4071436" y="2309937"/>
                  <a:pt x="4075284" y="2308829"/>
                </a:cubicBezTo>
                <a:lnTo>
                  <a:pt x="4080324" y="2307442"/>
                </a:lnTo>
                <a:lnTo>
                  <a:pt x="4070515" y="2305654"/>
                </a:lnTo>
                <a:cubicBezTo>
                  <a:pt x="4074934" y="2299296"/>
                  <a:pt x="4079014" y="2304128"/>
                  <a:pt x="4083432" y="2304128"/>
                </a:cubicBezTo>
                <a:cubicBezTo>
                  <a:pt x="4086662" y="2303365"/>
                  <a:pt x="4087172" y="2300567"/>
                  <a:pt x="4088490" y="2298342"/>
                </a:cubicBezTo>
                <a:lnTo>
                  <a:pt x="4098370" y="2295995"/>
                </a:lnTo>
                <a:lnTo>
                  <a:pt x="4098621" y="2293172"/>
                </a:lnTo>
                <a:close/>
                <a:moveTo>
                  <a:pt x="4211107" y="2287279"/>
                </a:moveTo>
                <a:cubicBezTo>
                  <a:pt x="4192458" y="2295280"/>
                  <a:pt x="4162820" y="2316446"/>
                  <a:pt x="4146169" y="2295280"/>
                </a:cubicBezTo>
                <a:cubicBezTo>
                  <a:pt x="4167149" y="2290376"/>
                  <a:pt x="4188129" y="2287279"/>
                  <a:pt x="4211107" y="2287279"/>
                </a:cubicBezTo>
                <a:close/>
                <a:moveTo>
                  <a:pt x="4050811" y="2284341"/>
                </a:moveTo>
                <a:lnTo>
                  <a:pt x="4050708" y="2284565"/>
                </a:lnTo>
                <a:lnTo>
                  <a:pt x="4051020" y="2284671"/>
                </a:lnTo>
                <a:lnTo>
                  <a:pt x="4051154" y="2284569"/>
                </a:lnTo>
                <a:close/>
                <a:moveTo>
                  <a:pt x="4815466" y="2283884"/>
                </a:moveTo>
                <a:cubicBezTo>
                  <a:pt x="4823762" y="2290361"/>
                  <a:pt x="4819781" y="2293728"/>
                  <a:pt x="4821771" y="2298650"/>
                </a:cubicBezTo>
                <a:cubicBezTo>
                  <a:pt x="4811485" y="2305127"/>
                  <a:pt x="4802857" y="2305127"/>
                  <a:pt x="4798876" y="2297096"/>
                </a:cubicBezTo>
                <a:cubicBezTo>
                  <a:pt x="4809162" y="2293728"/>
                  <a:pt x="4802857" y="2287252"/>
                  <a:pt x="4815466" y="2283884"/>
                </a:cubicBezTo>
                <a:close/>
                <a:moveTo>
                  <a:pt x="4393033" y="2282414"/>
                </a:moveTo>
                <a:cubicBezTo>
                  <a:pt x="4395048" y="2300225"/>
                  <a:pt x="4363140" y="2297127"/>
                  <a:pt x="4352729" y="2305129"/>
                </a:cubicBezTo>
                <a:cubicBezTo>
                  <a:pt x="4341981" y="2302031"/>
                  <a:pt x="4354744" y="2290416"/>
                  <a:pt x="4346348" y="2292223"/>
                </a:cubicBezTo>
                <a:cubicBezTo>
                  <a:pt x="4354744" y="2287318"/>
                  <a:pt x="4377918" y="2275961"/>
                  <a:pt x="4377918" y="2293771"/>
                </a:cubicBezTo>
                <a:cubicBezTo>
                  <a:pt x="4384301" y="2290416"/>
                  <a:pt x="4380270" y="2280865"/>
                  <a:pt x="4393033" y="2282414"/>
                </a:cubicBezTo>
                <a:close/>
                <a:moveTo>
                  <a:pt x="4029086" y="2280924"/>
                </a:moveTo>
                <a:lnTo>
                  <a:pt x="4026318" y="2285146"/>
                </a:lnTo>
                <a:lnTo>
                  <a:pt x="4029616" y="2281262"/>
                </a:lnTo>
                <a:close/>
                <a:moveTo>
                  <a:pt x="4320494" y="2280189"/>
                </a:moveTo>
                <a:cubicBezTo>
                  <a:pt x="4323450" y="2280165"/>
                  <a:pt x="4325718" y="2281089"/>
                  <a:pt x="4326810" y="2283553"/>
                </a:cubicBezTo>
                <a:cubicBezTo>
                  <a:pt x="4319417" y="2283553"/>
                  <a:pt x="4316224" y="2283553"/>
                  <a:pt x="4314082" y="2284980"/>
                </a:cubicBezTo>
                <a:lnTo>
                  <a:pt x="4308329" y="2293916"/>
                </a:lnTo>
                <a:lnTo>
                  <a:pt x="4313454" y="2295489"/>
                </a:lnTo>
                <a:cubicBezTo>
                  <a:pt x="4306950" y="2303597"/>
                  <a:pt x="4304553" y="2306890"/>
                  <a:pt x="4313454" y="2316265"/>
                </a:cubicBezTo>
                <a:cubicBezTo>
                  <a:pt x="4291544" y="2324373"/>
                  <a:pt x="4302499" y="2297262"/>
                  <a:pt x="4295996" y="2297262"/>
                </a:cubicBezTo>
                <a:cubicBezTo>
                  <a:pt x="4295996" y="2293968"/>
                  <a:pt x="4298049" y="2293968"/>
                  <a:pt x="4300445" y="2293968"/>
                </a:cubicBezTo>
                <a:lnTo>
                  <a:pt x="4304223" y="2293692"/>
                </a:lnTo>
                <a:lnTo>
                  <a:pt x="4301352" y="2292627"/>
                </a:lnTo>
                <a:cubicBezTo>
                  <a:pt x="4294042" y="2292274"/>
                  <a:pt x="4285220" y="2296261"/>
                  <a:pt x="4288498" y="2290037"/>
                </a:cubicBezTo>
                <a:cubicBezTo>
                  <a:pt x="4296564" y="2288870"/>
                  <a:pt x="4311624" y="2280262"/>
                  <a:pt x="4320494" y="2280189"/>
                </a:cubicBezTo>
                <a:close/>
                <a:moveTo>
                  <a:pt x="4124036" y="2268617"/>
                </a:moveTo>
                <a:lnTo>
                  <a:pt x="4118529" y="2271540"/>
                </a:lnTo>
                <a:lnTo>
                  <a:pt x="4118763" y="2271838"/>
                </a:lnTo>
                <a:cubicBezTo>
                  <a:pt x="4121160" y="2273057"/>
                  <a:pt x="4123346" y="2274276"/>
                  <a:pt x="4121328" y="2276714"/>
                </a:cubicBezTo>
                <a:cubicBezTo>
                  <a:pt x="4124524" y="2277484"/>
                  <a:pt x="4127720" y="2276265"/>
                  <a:pt x="4130916" y="2274244"/>
                </a:cubicBezTo>
                <a:lnTo>
                  <a:pt x="4137012" y="2269613"/>
                </a:lnTo>
                <a:close/>
                <a:moveTo>
                  <a:pt x="229295" y="2268521"/>
                </a:moveTo>
                <a:cubicBezTo>
                  <a:pt x="208099" y="2266981"/>
                  <a:pt x="210118" y="2289564"/>
                  <a:pt x="214491" y="2295979"/>
                </a:cubicBezTo>
                <a:cubicBezTo>
                  <a:pt x="233668" y="2295979"/>
                  <a:pt x="216510" y="2278272"/>
                  <a:pt x="229295" y="2268521"/>
                </a:cubicBezTo>
                <a:close/>
                <a:moveTo>
                  <a:pt x="4314942" y="2266839"/>
                </a:moveTo>
                <a:cubicBezTo>
                  <a:pt x="4297748" y="2269909"/>
                  <a:pt x="4291342" y="2273235"/>
                  <a:pt x="4300108" y="2281424"/>
                </a:cubicBezTo>
                <a:cubicBezTo>
                  <a:pt x="4282914" y="2286029"/>
                  <a:pt x="4300108" y="2273235"/>
                  <a:pt x="4287296" y="2271700"/>
                </a:cubicBezTo>
                <a:cubicBezTo>
                  <a:pt x="4278530" y="2284494"/>
                  <a:pt x="4250885" y="2274771"/>
                  <a:pt x="4253246" y="2289355"/>
                </a:cubicBezTo>
                <a:cubicBezTo>
                  <a:pt x="4242458" y="2278097"/>
                  <a:pt x="4234029" y="2292682"/>
                  <a:pt x="4218857" y="2286029"/>
                </a:cubicBezTo>
                <a:cubicBezTo>
                  <a:pt x="4246840" y="2276561"/>
                  <a:pt x="4291342" y="2263512"/>
                  <a:pt x="4314942" y="2266839"/>
                </a:cubicBezTo>
                <a:close/>
                <a:moveTo>
                  <a:pt x="4117340" y="2266688"/>
                </a:moveTo>
                <a:lnTo>
                  <a:pt x="4114936" y="2266961"/>
                </a:lnTo>
                <a:lnTo>
                  <a:pt x="4115642" y="2267862"/>
                </a:lnTo>
                <a:lnTo>
                  <a:pt x="4117172" y="2266842"/>
                </a:lnTo>
                <a:close/>
                <a:moveTo>
                  <a:pt x="4195673" y="2255411"/>
                </a:moveTo>
                <a:cubicBezTo>
                  <a:pt x="4187094" y="2257849"/>
                  <a:pt x="4178096" y="2258683"/>
                  <a:pt x="4169098" y="2259934"/>
                </a:cubicBezTo>
                <a:lnTo>
                  <a:pt x="4154948" y="2263675"/>
                </a:lnTo>
                <a:lnTo>
                  <a:pt x="4153037" y="2266210"/>
                </a:lnTo>
                <a:lnTo>
                  <a:pt x="4165902" y="2265292"/>
                </a:lnTo>
                <a:cubicBezTo>
                  <a:pt x="4173302" y="2264073"/>
                  <a:pt x="4180703" y="2262854"/>
                  <a:pt x="4189282" y="2263624"/>
                </a:cubicBezTo>
                <a:cubicBezTo>
                  <a:pt x="4189282" y="2263624"/>
                  <a:pt x="4189282" y="2263624"/>
                  <a:pt x="4195673" y="2255411"/>
                </a:cubicBezTo>
                <a:close/>
                <a:moveTo>
                  <a:pt x="4340304" y="2250968"/>
                </a:moveTo>
                <a:cubicBezTo>
                  <a:pt x="4343482" y="2250235"/>
                  <a:pt x="4347371" y="2250462"/>
                  <a:pt x="4352038" y="2252148"/>
                </a:cubicBezTo>
                <a:cubicBezTo>
                  <a:pt x="4345815" y="2258632"/>
                  <a:pt x="4337300" y="2266931"/>
                  <a:pt x="4329112" y="2270043"/>
                </a:cubicBezTo>
                <a:cubicBezTo>
                  <a:pt x="4327638" y="2264013"/>
                  <a:pt x="4330770" y="2253168"/>
                  <a:pt x="4340304" y="2250968"/>
                </a:cubicBezTo>
                <a:close/>
                <a:moveTo>
                  <a:pt x="4232592" y="2247129"/>
                </a:moveTo>
                <a:cubicBezTo>
                  <a:pt x="4226222" y="2245866"/>
                  <a:pt x="4212661" y="2249764"/>
                  <a:pt x="4206101" y="2247454"/>
                </a:cubicBezTo>
                <a:cubicBezTo>
                  <a:pt x="4206101" y="2250534"/>
                  <a:pt x="4206101" y="2253871"/>
                  <a:pt x="4204083" y="2257207"/>
                </a:cubicBezTo>
                <a:cubicBezTo>
                  <a:pt x="4216866" y="2262084"/>
                  <a:pt x="4223258" y="2247454"/>
                  <a:pt x="4236040" y="2250534"/>
                </a:cubicBezTo>
                <a:cubicBezTo>
                  <a:pt x="4236040" y="2248544"/>
                  <a:pt x="4234716" y="2247550"/>
                  <a:pt x="4232592" y="2247129"/>
                </a:cubicBezTo>
                <a:close/>
                <a:moveTo>
                  <a:pt x="5230213" y="2238614"/>
                </a:moveTo>
                <a:cubicBezTo>
                  <a:pt x="5230213" y="2246662"/>
                  <a:pt x="5226144" y="2260997"/>
                  <a:pt x="5213260" y="2260997"/>
                </a:cubicBezTo>
                <a:cubicBezTo>
                  <a:pt x="5206818" y="2254458"/>
                  <a:pt x="5221737" y="2246662"/>
                  <a:pt x="5230213" y="2238614"/>
                </a:cubicBezTo>
                <a:close/>
                <a:moveTo>
                  <a:pt x="4273496" y="2238462"/>
                </a:moveTo>
                <a:cubicBezTo>
                  <a:pt x="4265708" y="2237091"/>
                  <a:pt x="4251010" y="2242577"/>
                  <a:pt x="4244450" y="2242577"/>
                </a:cubicBezTo>
                <a:cubicBezTo>
                  <a:pt x="4240414" y="2250534"/>
                  <a:pt x="4246806" y="2247454"/>
                  <a:pt x="4255216" y="2248994"/>
                </a:cubicBezTo>
                <a:cubicBezTo>
                  <a:pt x="4250842" y="2258747"/>
                  <a:pt x="4242432" y="2255411"/>
                  <a:pt x="4238059" y="2263624"/>
                </a:cubicBezTo>
                <a:cubicBezTo>
                  <a:pt x="4248824" y="2264394"/>
                  <a:pt x="4256308" y="2261571"/>
                  <a:pt x="4262406" y="2257335"/>
                </a:cubicBezTo>
                <a:lnTo>
                  <a:pt x="4276548" y="2244308"/>
                </a:lnTo>
                <a:lnTo>
                  <a:pt x="4271848" y="2242249"/>
                </a:lnTo>
                <a:cubicBezTo>
                  <a:pt x="4271848" y="2240196"/>
                  <a:pt x="4272521" y="2239361"/>
                  <a:pt x="4273498" y="2239065"/>
                </a:cubicBezTo>
                <a:lnTo>
                  <a:pt x="4274228" y="2239073"/>
                </a:lnTo>
                <a:close/>
                <a:moveTo>
                  <a:pt x="4348668" y="2238099"/>
                </a:moveTo>
                <a:lnTo>
                  <a:pt x="4351426" y="2238663"/>
                </a:lnTo>
                <a:cubicBezTo>
                  <a:pt x="4353024" y="2239240"/>
                  <a:pt x="4354118" y="2240011"/>
                  <a:pt x="4353108" y="2240781"/>
                </a:cubicBezTo>
                <a:close/>
                <a:moveTo>
                  <a:pt x="4347286" y="2237265"/>
                </a:moveTo>
                <a:lnTo>
                  <a:pt x="4348668" y="2238099"/>
                </a:lnTo>
                <a:lnTo>
                  <a:pt x="4346716" y="2237700"/>
                </a:lnTo>
                <a:close/>
                <a:moveTo>
                  <a:pt x="89529" y="2233800"/>
                </a:moveTo>
                <a:cubicBezTo>
                  <a:pt x="104246" y="2238722"/>
                  <a:pt x="108595" y="2230691"/>
                  <a:pt x="121306" y="2233800"/>
                </a:cubicBezTo>
                <a:cubicBezTo>
                  <a:pt x="116957" y="2251935"/>
                  <a:pt x="100233" y="2230691"/>
                  <a:pt x="93877" y="2248567"/>
                </a:cubicBezTo>
                <a:cubicBezTo>
                  <a:pt x="93877" y="2243645"/>
                  <a:pt x="87521" y="2240277"/>
                  <a:pt x="89529" y="2233800"/>
                </a:cubicBezTo>
                <a:close/>
                <a:moveTo>
                  <a:pt x="4709530" y="2227296"/>
                </a:moveTo>
                <a:cubicBezTo>
                  <a:pt x="4709530" y="2237141"/>
                  <a:pt x="4688114" y="2248540"/>
                  <a:pt x="4677234" y="2245172"/>
                </a:cubicBezTo>
                <a:cubicBezTo>
                  <a:pt x="4677234" y="2237141"/>
                  <a:pt x="4698992" y="2233773"/>
                  <a:pt x="4709530" y="2227296"/>
                </a:cubicBezTo>
                <a:close/>
                <a:moveTo>
                  <a:pt x="4314759" y="2223071"/>
                </a:moveTo>
                <a:cubicBezTo>
                  <a:pt x="4312572" y="2225509"/>
                  <a:pt x="4310470" y="2229166"/>
                  <a:pt x="4307820" y="2231412"/>
                </a:cubicBezTo>
                <a:lnTo>
                  <a:pt x="4305772" y="2232321"/>
                </a:lnTo>
                <a:lnTo>
                  <a:pt x="4305581" y="2236257"/>
                </a:lnTo>
                <a:cubicBezTo>
                  <a:pt x="4303441" y="2239667"/>
                  <a:pt x="4299708" y="2242409"/>
                  <a:pt x="4295440" y="2244238"/>
                </a:cubicBezTo>
                <a:lnTo>
                  <a:pt x="4288156" y="2245599"/>
                </a:lnTo>
                <a:lnTo>
                  <a:pt x="4286674" y="2249439"/>
                </a:lnTo>
                <a:cubicBezTo>
                  <a:pt x="4287258" y="2250854"/>
                  <a:pt x="4289276" y="2252267"/>
                  <a:pt x="4293566" y="2253871"/>
                </a:cubicBezTo>
                <a:cubicBezTo>
                  <a:pt x="4301976" y="2250534"/>
                  <a:pt x="4306349" y="2229487"/>
                  <a:pt x="4325187" y="2231284"/>
                </a:cubicBezTo>
                <a:lnTo>
                  <a:pt x="4324342" y="2227437"/>
                </a:lnTo>
                <a:lnTo>
                  <a:pt x="4321376" y="2227116"/>
                </a:lnTo>
                <a:lnTo>
                  <a:pt x="4315936" y="2223434"/>
                </a:lnTo>
                <a:close/>
                <a:moveTo>
                  <a:pt x="5175362" y="2214846"/>
                </a:moveTo>
                <a:cubicBezTo>
                  <a:pt x="5179692" y="2219661"/>
                  <a:pt x="5171366" y="2222954"/>
                  <a:pt x="5175362" y="2226248"/>
                </a:cubicBezTo>
                <a:cubicBezTo>
                  <a:pt x="5181690" y="2226248"/>
                  <a:pt x="5190016" y="2226248"/>
                  <a:pt x="5196342" y="2224474"/>
                </a:cubicBezTo>
                <a:cubicBezTo>
                  <a:pt x="5205001" y="2231062"/>
                  <a:pt x="5190016" y="2237397"/>
                  <a:pt x="5194344" y="2242211"/>
                </a:cubicBezTo>
                <a:cubicBezTo>
                  <a:pt x="5183688" y="2238917"/>
                  <a:pt x="5173364" y="2248545"/>
                  <a:pt x="5162708" y="2240437"/>
                </a:cubicBezTo>
                <a:cubicBezTo>
                  <a:pt x="5181690" y="2231062"/>
                  <a:pt x="5156381" y="2224474"/>
                  <a:pt x="5175362" y="2214846"/>
                </a:cubicBezTo>
                <a:close/>
                <a:moveTo>
                  <a:pt x="4927192" y="2214846"/>
                </a:moveTo>
                <a:cubicBezTo>
                  <a:pt x="4935884" y="2221477"/>
                  <a:pt x="4937970" y="2227853"/>
                  <a:pt x="4927192" y="2232699"/>
                </a:cubicBezTo>
                <a:cubicBezTo>
                  <a:pt x="4916066" y="2231169"/>
                  <a:pt x="4918152" y="2219692"/>
                  <a:pt x="4927192" y="2214846"/>
                </a:cubicBezTo>
                <a:close/>
                <a:moveTo>
                  <a:pt x="4403194" y="2207941"/>
                </a:moveTo>
                <a:lnTo>
                  <a:pt x="4390768" y="2208431"/>
                </a:lnTo>
                <a:lnTo>
                  <a:pt x="4382956" y="2212469"/>
                </a:lnTo>
                <a:lnTo>
                  <a:pt x="4382755" y="2213837"/>
                </a:lnTo>
                <a:lnTo>
                  <a:pt x="4392698" y="2211541"/>
                </a:lnTo>
                <a:close/>
                <a:moveTo>
                  <a:pt x="4949362" y="2201265"/>
                </a:moveTo>
                <a:cubicBezTo>
                  <a:pt x="4953647" y="2204714"/>
                  <a:pt x="4949362" y="2207897"/>
                  <a:pt x="4953647" y="2211345"/>
                </a:cubicBezTo>
                <a:cubicBezTo>
                  <a:pt x="4959910" y="2206305"/>
                  <a:pt x="4959910" y="2206305"/>
                  <a:pt x="4959910" y="2206305"/>
                </a:cubicBezTo>
                <a:cubicBezTo>
                  <a:pt x="4966173" y="2217977"/>
                  <a:pt x="4949362" y="2209753"/>
                  <a:pt x="4945405" y="2216385"/>
                </a:cubicBezTo>
                <a:cubicBezTo>
                  <a:pt x="4936834" y="2207897"/>
                  <a:pt x="4936834" y="2207897"/>
                  <a:pt x="4936834" y="2207897"/>
                </a:cubicBezTo>
                <a:cubicBezTo>
                  <a:pt x="4949362" y="2201265"/>
                  <a:pt x="4949362" y="2201265"/>
                  <a:pt x="4949362" y="2201265"/>
                </a:cubicBezTo>
                <a:close/>
                <a:moveTo>
                  <a:pt x="23112" y="2187684"/>
                </a:moveTo>
                <a:cubicBezTo>
                  <a:pt x="25457" y="2203718"/>
                  <a:pt x="46560" y="2210336"/>
                  <a:pt x="42206" y="2227897"/>
                </a:cubicBezTo>
                <a:cubicBezTo>
                  <a:pt x="48570" y="2229424"/>
                  <a:pt x="48570" y="2226370"/>
                  <a:pt x="52925" y="2226370"/>
                </a:cubicBezTo>
                <a:cubicBezTo>
                  <a:pt x="50579" y="2219753"/>
                  <a:pt x="52925" y="2211863"/>
                  <a:pt x="50579" y="2205500"/>
                </a:cubicBezTo>
                <a:cubicBezTo>
                  <a:pt x="61298" y="2205500"/>
                  <a:pt x="80392" y="2216698"/>
                  <a:pt x="88766" y="2200664"/>
                </a:cubicBezTo>
                <a:cubicBezTo>
                  <a:pt x="103504" y="2214917"/>
                  <a:pt x="56944" y="2214917"/>
                  <a:pt x="54934" y="2234260"/>
                </a:cubicBezTo>
                <a:cubicBezTo>
                  <a:pt x="40196" y="2232733"/>
                  <a:pt x="27467" y="2236041"/>
                  <a:pt x="19092" y="2240623"/>
                </a:cubicBezTo>
                <a:cubicBezTo>
                  <a:pt x="12729" y="2232733"/>
                  <a:pt x="4019" y="2226370"/>
                  <a:pt x="0" y="2218226"/>
                </a:cubicBezTo>
                <a:cubicBezTo>
                  <a:pt x="4019" y="2208554"/>
                  <a:pt x="10383" y="2207027"/>
                  <a:pt x="21102" y="2205500"/>
                </a:cubicBezTo>
                <a:cubicBezTo>
                  <a:pt x="14738" y="2198883"/>
                  <a:pt x="21102" y="2198883"/>
                  <a:pt x="23112" y="2187684"/>
                </a:cubicBezTo>
                <a:close/>
                <a:moveTo>
                  <a:pt x="56320" y="2178681"/>
                </a:moveTo>
                <a:cubicBezTo>
                  <a:pt x="58653" y="2191652"/>
                  <a:pt x="75320" y="2174103"/>
                  <a:pt x="71320" y="2196484"/>
                </a:cubicBezTo>
                <a:cubicBezTo>
                  <a:pt x="54319" y="2193177"/>
                  <a:pt x="54319" y="2193177"/>
                  <a:pt x="54319" y="2193177"/>
                </a:cubicBezTo>
                <a:cubicBezTo>
                  <a:pt x="56320" y="2185293"/>
                  <a:pt x="45986" y="2186819"/>
                  <a:pt x="56320" y="2178681"/>
                </a:cubicBezTo>
                <a:close/>
                <a:moveTo>
                  <a:pt x="3741026" y="2173277"/>
                </a:moveTo>
                <a:cubicBezTo>
                  <a:pt x="3735308" y="2173886"/>
                  <a:pt x="3729126" y="2175009"/>
                  <a:pt x="3723450" y="2175803"/>
                </a:cubicBezTo>
                <a:lnTo>
                  <a:pt x="3719276" y="2175962"/>
                </a:lnTo>
                <a:lnTo>
                  <a:pt x="3719597" y="2177253"/>
                </a:lnTo>
                <a:cubicBezTo>
                  <a:pt x="3721000" y="2178356"/>
                  <a:pt x="3723544" y="2178532"/>
                  <a:pt x="3727834" y="2177313"/>
                </a:cubicBezTo>
                <a:lnTo>
                  <a:pt x="3726584" y="2180684"/>
                </a:lnTo>
                <a:lnTo>
                  <a:pt x="3731439" y="2180592"/>
                </a:lnTo>
                <a:cubicBezTo>
                  <a:pt x="3741784" y="2179757"/>
                  <a:pt x="3753473" y="2178538"/>
                  <a:pt x="3762052" y="2182517"/>
                </a:cubicBezTo>
                <a:cubicBezTo>
                  <a:pt x="3762052" y="2172892"/>
                  <a:pt x="3752464" y="2172058"/>
                  <a:pt x="3741026" y="2173277"/>
                </a:cubicBezTo>
                <a:close/>
                <a:moveTo>
                  <a:pt x="3903116" y="2171209"/>
                </a:moveTo>
                <a:lnTo>
                  <a:pt x="3897958" y="2173020"/>
                </a:lnTo>
                <a:lnTo>
                  <a:pt x="3902800" y="2172750"/>
                </a:lnTo>
                <a:close/>
                <a:moveTo>
                  <a:pt x="3826031" y="2169247"/>
                </a:moveTo>
                <a:lnTo>
                  <a:pt x="3814447" y="2171241"/>
                </a:lnTo>
                <a:lnTo>
                  <a:pt x="3812675" y="2172447"/>
                </a:lnTo>
                <a:lnTo>
                  <a:pt x="3809308" y="2173255"/>
                </a:lnTo>
                <a:lnTo>
                  <a:pt x="3799918" y="2176970"/>
                </a:lnTo>
                <a:cubicBezTo>
                  <a:pt x="3795187" y="2178892"/>
                  <a:pt x="3790814" y="2180528"/>
                  <a:pt x="3787618" y="2180977"/>
                </a:cubicBezTo>
                <a:cubicBezTo>
                  <a:pt x="3802420" y="2187393"/>
                  <a:pt x="3815203" y="2169684"/>
                  <a:pt x="3830005" y="2176357"/>
                </a:cubicBezTo>
                <a:lnTo>
                  <a:pt x="3828009" y="2172785"/>
                </a:lnTo>
                <a:lnTo>
                  <a:pt x="3827756" y="2172694"/>
                </a:lnTo>
                <a:lnTo>
                  <a:pt x="3827881" y="2172555"/>
                </a:lnTo>
                <a:close/>
                <a:moveTo>
                  <a:pt x="5285412" y="2167462"/>
                </a:moveTo>
                <a:cubicBezTo>
                  <a:pt x="5289167" y="2167083"/>
                  <a:pt x="5292436" y="2168132"/>
                  <a:pt x="5294008" y="2171423"/>
                </a:cubicBezTo>
                <a:cubicBezTo>
                  <a:pt x="5287718" y="2179166"/>
                  <a:pt x="5279444" y="2176327"/>
                  <a:pt x="5271168" y="2187426"/>
                </a:cubicBezTo>
                <a:cubicBezTo>
                  <a:pt x="5258507" y="2182586"/>
                  <a:pt x="5274148" y="2168599"/>
                  <a:pt x="5285412" y="2167462"/>
                </a:cubicBezTo>
                <a:close/>
                <a:moveTo>
                  <a:pt x="3920843" y="2164986"/>
                </a:moveTo>
                <a:lnTo>
                  <a:pt x="3918926" y="2165658"/>
                </a:lnTo>
                <a:lnTo>
                  <a:pt x="3921284" y="2166277"/>
                </a:lnTo>
                <a:close/>
                <a:moveTo>
                  <a:pt x="3629215" y="2160700"/>
                </a:moveTo>
                <a:cubicBezTo>
                  <a:pt x="3624464" y="2160508"/>
                  <a:pt x="3617567" y="2161727"/>
                  <a:pt x="3613362" y="2161727"/>
                </a:cubicBezTo>
                <a:lnTo>
                  <a:pt x="3612978" y="2162586"/>
                </a:lnTo>
                <a:lnTo>
                  <a:pt x="3613111" y="2162940"/>
                </a:lnTo>
                <a:lnTo>
                  <a:pt x="3612886" y="2162789"/>
                </a:lnTo>
                <a:lnTo>
                  <a:pt x="3610124" y="2168946"/>
                </a:lnTo>
                <a:cubicBezTo>
                  <a:pt x="3609851" y="2169764"/>
                  <a:pt x="3609315" y="2170590"/>
                  <a:pt x="3607922" y="2171725"/>
                </a:cubicBezTo>
                <a:lnTo>
                  <a:pt x="3606545" y="2172594"/>
                </a:lnTo>
                <a:lnTo>
                  <a:pt x="3605778" y="2176259"/>
                </a:lnTo>
                <a:lnTo>
                  <a:pt x="3603275" y="2176527"/>
                </a:lnTo>
                <a:lnTo>
                  <a:pt x="3609966" y="2176950"/>
                </a:lnTo>
                <a:cubicBezTo>
                  <a:pt x="3617946" y="2173437"/>
                  <a:pt x="3622613" y="2160829"/>
                  <a:pt x="3632201" y="2168144"/>
                </a:cubicBezTo>
                <a:lnTo>
                  <a:pt x="3634100" y="2162467"/>
                </a:lnTo>
                <a:lnTo>
                  <a:pt x="3634022" y="2162340"/>
                </a:lnTo>
                <a:close/>
                <a:moveTo>
                  <a:pt x="3570080" y="2159937"/>
                </a:moveTo>
                <a:lnTo>
                  <a:pt x="3569430" y="2163190"/>
                </a:lnTo>
                <a:lnTo>
                  <a:pt x="3572658" y="2160187"/>
                </a:lnTo>
                <a:close/>
                <a:moveTo>
                  <a:pt x="3853553" y="2158390"/>
                </a:moveTo>
                <a:lnTo>
                  <a:pt x="3853170" y="2158975"/>
                </a:lnTo>
                <a:lnTo>
                  <a:pt x="3854270" y="2158765"/>
                </a:lnTo>
                <a:close/>
                <a:moveTo>
                  <a:pt x="5331004" y="2157127"/>
                </a:moveTo>
                <a:cubicBezTo>
                  <a:pt x="5337024" y="2162107"/>
                  <a:pt x="5315951" y="2173639"/>
                  <a:pt x="5309595" y="2181763"/>
                </a:cubicBezTo>
                <a:cubicBezTo>
                  <a:pt x="5303240" y="2170231"/>
                  <a:pt x="5324648" y="2162107"/>
                  <a:pt x="5331004" y="2157127"/>
                </a:cubicBezTo>
                <a:close/>
                <a:moveTo>
                  <a:pt x="3720758" y="2149792"/>
                </a:moveTo>
                <a:cubicBezTo>
                  <a:pt x="3717310" y="2150819"/>
                  <a:pt x="3714115" y="2152872"/>
                  <a:pt x="3710919" y="2155310"/>
                </a:cubicBezTo>
                <a:lnTo>
                  <a:pt x="3720052" y="2156503"/>
                </a:lnTo>
                <a:lnTo>
                  <a:pt x="3721442" y="2154983"/>
                </a:lnTo>
                <a:lnTo>
                  <a:pt x="3721120" y="2156643"/>
                </a:lnTo>
                <a:lnTo>
                  <a:pt x="3724669" y="2157106"/>
                </a:lnTo>
                <a:cubicBezTo>
                  <a:pt x="3728916" y="2155695"/>
                  <a:pt x="3732112" y="2152872"/>
                  <a:pt x="3732112" y="2150434"/>
                </a:cubicBezTo>
                <a:cubicBezTo>
                  <a:pt x="3727907" y="2148765"/>
                  <a:pt x="3724206" y="2148765"/>
                  <a:pt x="3720758" y="2149792"/>
                </a:cubicBezTo>
                <a:close/>
                <a:moveTo>
                  <a:pt x="3877635" y="2147220"/>
                </a:moveTo>
                <a:lnTo>
                  <a:pt x="3874226" y="2149657"/>
                </a:lnTo>
                <a:lnTo>
                  <a:pt x="3876764" y="2150434"/>
                </a:lnTo>
                <a:close/>
                <a:moveTo>
                  <a:pt x="3607723" y="2146639"/>
                </a:moveTo>
                <a:lnTo>
                  <a:pt x="3606640" y="2146688"/>
                </a:lnTo>
                <a:lnTo>
                  <a:pt x="3606213" y="2146904"/>
                </a:lnTo>
                <a:lnTo>
                  <a:pt x="3607139" y="2147123"/>
                </a:lnTo>
                <a:lnTo>
                  <a:pt x="3609626" y="2153711"/>
                </a:lnTo>
                <a:lnTo>
                  <a:pt x="3618156" y="2153000"/>
                </a:lnTo>
                <a:cubicBezTo>
                  <a:pt x="3621730" y="2152711"/>
                  <a:pt x="3625242" y="2152679"/>
                  <a:pt x="3628658" y="2153634"/>
                </a:cubicBezTo>
                <a:lnTo>
                  <a:pt x="3628695" y="2153658"/>
                </a:lnTo>
                <a:lnTo>
                  <a:pt x="3628454" y="2153267"/>
                </a:lnTo>
                <a:cubicBezTo>
                  <a:pt x="3632684" y="2148406"/>
                  <a:pt x="3637504" y="2149622"/>
                  <a:pt x="3643130" y="2150229"/>
                </a:cubicBezTo>
                <a:lnTo>
                  <a:pt x="3648286" y="2150013"/>
                </a:lnTo>
                <a:lnTo>
                  <a:pt x="3649358" y="2148637"/>
                </a:lnTo>
                <a:lnTo>
                  <a:pt x="3627117" y="2146666"/>
                </a:lnTo>
                <a:lnTo>
                  <a:pt x="3625397" y="2147107"/>
                </a:lnTo>
                <a:cubicBezTo>
                  <a:pt x="3620450" y="2147863"/>
                  <a:pt x="3615643" y="2148161"/>
                  <a:pt x="3611136" y="2147708"/>
                </a:cubicBezTo>
                <a:close/>
                <a:moveTo>
                  <a:pt x="3882711" y="2143591"/>
                </a:moveTo>
                <a:lnTo>
                  <a:pt x="3882224" y="2143939"/>
                </a:lnTo>
                <a:lnTo>
                  <a:pt x="3883134" y="2143764"/>
                </a:lnTo>
                <a:lnTo>
                  <a:pt x="3883124" y="2143748"/>
                </a:lnTo>
                <a:close/>
                <a:moveTo>
                  <a:pt x="3842745" y="2143244"/>
                </a:moveTo>
                <a:lnTo>
                  <a:pt x="3834378" y="2147097"/>
                </a:lnTo>
                <a:cubicBezTo>
                  <a:pt x="3841779" y="2149535"/>
                  <a:pt x="3848675" y="2148316"/>
                  <a:pt x="3855571" y="2147513"/>
                </a:cubicBezTo>
                <a:lnTo>
                  <a:pt x="3855753" y="2147507"/>
                </a:lnTo>
                <a:lnTo>
                  <a:pt x="3842559" y="2143434"/>
                </a:lnTo>
                <a:close/>
                <a:moveTo>
                  <a:pt x="5209450" y="2136756"/>
                </a:moveTo>
                <a:cubicBezTo>
                  <a:pt x="5207442" y="2154628"/>
                  <a:pt x="5188370" y="2168927"/>
                  <a:pt x="5165282" y="2178375"/>
                </a:cubicBezTo>
                <a:cubicBezTo>
                  <a:pt x="5171640" y="2164331"/>
                  <a:pt x="5184020" y="2136756"/>
                  <a:pt x="5209450" y="2136756"/>
                </a:cubicBezTo>
                <a:close/>
                <a:moveTo>
                  <a:pt x="3194322" y="2134716"/>
                </a:moveTo>
                <a:lnTo>
                  <a:pt x="3185976" y="2139669"/>
                </a:lnTo>
                <a:lnTo>
                  <a:pt x="3185936" y="2141633"/>
                </a:lnTo>
                <a:lnTo>
                  <a:pt x="3191895" y="2145231"/>
                </a:lnTo>
                <a:close/>
                <a:moveTo>
                  <a:pt x="4050964" y="2133748"/>
                </a:moveTo>
                <a:lnTo>
                  <a:pt x="4041710" y="2133911"/>
                </a:lnTo>
                <a:lnTo>
                  <a:pt x="4044797" y="2141156"/>
                </a:lnTo>
                <a:lnTo>
                  <a:pt x="4048495" y="2143360"/>
                </a:lnTo>
                <a:lnTo>
                  <a:pt x="4049370" y="2142894"/>
                </a:lnTo>
                <a:cubicBezTo>
                  <a:pt x="4050012" y="2141884"/>
                  <a:pt x="4050516" y="2140167"/>
                  <a:pt x="4051020" y="2137344"/>
                </a:cubicBezTo>
                <a:cubicBezTo>
                  <a:pt x="4052030" y="2139012"/>
                  <a:pt x="4051525" y="2140616"/>
                  <a:pt x="4051567" y="2142220"/>
                </a:cubicBezTo>
                <a:lnTo>
                  <a:pt x="4054256" y="2145648"/>
                </a:lnTo>
                <a:lnTo>
                  <a:pt x="4063596" y="2141894"/>
                </a:lnTo>
                <a:cubicBezTo>
                  <a:pt x="4061408" y="2139456"/>
                  <a:pt x="4058213" y="2138237"/>
                  <a:pt x="4055058" y="2136825"/>
                </a:cubicBezTo>
                <a:close/>
                <a:moveTo>
                  <a:pt x="4103968" y="2133681"/>
                </a:moveTo>
                <a:lnTo>
                  <a:pt x="4103842" y="2134175"/>
                </a:lnTo>
                <a:lnTo>
                  <a:pt x="4105645" y="2134005"/>
                </a:lnTo>
                <a:close/>
                <a:moveTo>
                  <a:pt x="305644" y="2132376"/>
                </a:moveTo>
                <a:cubicBezTo>
                  <a:pt x="292649" y="2135323"/>
                  <a:pt x="285142" y="2146245"/>
                  <a:pt x="274040" y="2153558"/>
                </a:cubicBezTo>
                <a:cubicBezTo>
                  <a:pt x="280433" y="2173062"/>
                  <a:pt x="327197" y="2173062"/>
                  <a:pt x="331234" y="2152019"/>
                </a:cubicBezTo>
                <a:cubicBezTo>
                  <a:pt x="316431" y="2153558"/>
                  <a:pt x="320804" y="2142268"/>
                  <a:pt x="320804" y="2132517"/>
                </a:cubicBezTo>
                <a:cubicBezTo>
                  <a:pt x="314917" y="2131297"/>
                  <a:pt x="309975" y="2131394"/>
                  <a:pt x="305644" y="2132376"/>
                </a:cubicBezTo>
                <a:close/>
                <a:moveTo>
                  <a:pt x="4905298" y="2132166"/>
                </a:moveTo>
                <a:cubicBezTo>
                  <a:pt x="4915730" y="2153193"/>
                  <a:pt x="4879722" y="2143448"/>
                  <a:pt x="4862560" y="2161397"/>
                </a:cubicBezTo>
                <a:cubicBezTo>
                  <a:pt x="4856166" y="2158064"/>
                  <a:pt x="4860541" y="2154987"/>
                  <a:pt x="4856166" y="2151654"/>
                </a:cubicBezTo>
                <a:cubicBezTo>
                  <a:pt x="4852128" y="2154987"/>
                  <a:pt x="4847754" y="2151654"/>
                  <a:pt x="4843378" y="2154987"/>
                </a:cubicBezTo>
                <a:cubicBezTo>
                  <a:pt x="4854146" y="2128833"/>
                  <a:pt x="4886116" y="2145244"/>
                  <a:pt x="4905298" y="2132166"/>
                </a:cubicBezTo>
                <a:close/>
                <a:moveTo>
                  <a:pt x="4121126" y="2132141"/>
                </a:moveTo>
                <a:lnTo>
                  <a:pt x="4121050" y="2132546"/>
                </a:lnTo>
                <a:lnTo>
                  <a:pt x="4121818" y="2132473"/>
                </a:lnTo>
                <a:close/>
                <a:moveTo>
                  <a:pt x="3477364" y="2131628"/>
                </a:moveTo>
                <a:lnTo>
                  <a:pt x="3477272" y="2131650"/>
                </a:lnTo>
                <a:lnTo>
                  <a:pt x="3466147" y="2134240"/>
                </a:lnTo>
                <a:lnTo>
                  <a:pt x="3467927" y="2135983"/>
                </a:lnTo>
                <a:cubicBezTo>
                  <a:pt x="3469204" y="2136421"/>
                  <a:pt x="3470540" y="2136269"/>
                  <a:pt x="3471864" y="2135963"/>
                </a:cubicBezTo>
                <a:lnTo>
                  <a:pt x="3476354" y="2135864"/>
                </a:lnTo>
                <a:lnTo>
                  <a:pt x="3477696" y="2132430"/>
                </a:lnTo>
                <a:close/>
                <a:moveTo>
                  <a:pt x="4185478" y="2129166"/>
                </a:moveTo>
                <a:lnTo>
                  <a:pt x="4169142" y="2133320"/>
                </a:lnTo>
                <a:lnTo>
                  <a:pt x="4168543" y="2133127"/>
                </a:lnTo>
                <a:lnTo>
                  <a:pt x="4164278" y="2135186"/>
                </a:lnTo>
                <a:cubicBezTo>
                  <a:pt x="4161423" y="2136429"/>
                  <a:pt x="4158501" y="2137344"/>
                  <a:pt x="4155305" y="2137344"/>
                </a:cubicBezTo>
                <a:cubicBezTo>
                  <a:pt x="4153286" y="2140680"/>
                  <a:pt x="4161696" y="2142220"/>
                  <a:pt x="4166070" y="2143760"/>
                </a:cubicBezTo>
                <a:lnTo>
                  <a:pt x="4168290" y="2141790"/>
                </a:lnTo>
                <a:lnTo>
                  <a:pt x="4168490" y="2140150"/>
                </a:lnTo>
                <a:lnTo>
                  <a:pt x="4169318" y="2140878"/>
                </a:lnTo>
                <a:lnTo>
                  <a:pt x="4171420" y="2139012"/>
                </a:lnTo>
                <a:cubicBezTo>
                  <a:pt x="4177508" y="2136317"/>
                  <a:pt x="4185581" y="2138242"/>
                  <a:pt x="4193654" y="2130927"/>
                </a:cubicBezTo>
                <a:close/>
                <a:moveTo>
                  <a:pt x="4204992" y="2127127"/>
                </a:moveTo>
                <a:lnTo>
                  <a:pt x="4204083" y="2127590"/>
                </a:lnTo>
                <a:lnTo>
                  <a:pt x="4205880" y="2127729"/>
                </a:lnTo>
                <a:close/>
                <a:moveTo>
                  <a:pt x="4107872" y="2123419"/>
                </a:moveTo>
                <a:lnTo>
                  <a:pt x="4097425" y="2126740"/>
                </a:lnTo>
                <a:lnTo>
                  <a:pt x="4112378" y="2130601"/>
                </a:lnTo>
                <a:lnTo>
                  <a:pt x="4121325" y="2124522"/>
                </a:lnTo>
                <a:close/>
                <a:moveTo>
                  <a:pt x="5227037" y="2118754"/>
                </a:moveTo>
                <a:cubicBezTo>
                  <a:pt x="5228986" y="2119048"/>
                  <a:pt x="5231012" y="2120033"/>
                  <a:pt x="5233184" y="2122005"/>
                </a:cubicBezTo>
                <a:lnTo>
                  <a:pt x="5216136" y="2136501"/>
                </a:lnTo>
                <a:cubicBezTo>
                  <a:pt x="5209784" y="2133194"/>
                  <a:pt x="5214130" y="2130142"/>
                  <a:pt x="5209784" y="2126837"/>
                </a:cubicBezTo>
                <a:cubicBezTo>
                  <a:pt x="5216052" y="2123212"/>
                  <a:pt x="5221192" y="2117872"/>
                  <a:pt x="5227037" y="2118754"/>
                </a:cubicBezTo>
                <a:close/>
                <a:moveTo>
                  <a:pt x="4271604" y="2118139"/>
                </a:moveTo>
                <a:lnTo>
                  <a:pt x="4254634" y="2118488"/>
                </a:lnTo>
                <a:lnTo>
                  <a:pt x="4252494" y="2118170"/>
                </a:lnTo>
                <a:lnTo>
                  <a:pt x="4246679" y="2123576"/>
                </a:lnTo>
                <a:cubicBezTo>
                  <a:pt x="4243442" y="2125408"/>
                  <a:pt x="4239741" y="2126435"/>
                  <a:pt x="4236040" y="2126050"/>
                </a:cubicBezTo>
                <a:cubicBezTo>
                  <a:pt x="4240834" y="2134520"/>
                  <a:pt x="4252818" y="2125665"/>
                  <a:pt x="4263904" y="2122116"/>
                </a:cubicBezTo>
                <a:lnTo>
                  <a:pt x="4266784" y="2121857"/>
                </a:lnTo>
                <a:lnTo>
                  <a:pt x="4272053" y="2118628"/>
                </a:lnTo>
                <a:close/>
                <a:moveTo>
                  <a:pt x="4234064" y="2116904"/>
                </a:moveTo>
                <a:lnTo>
                  <a:pt x="4228724" y="2117718"/>
                </a:lnTo>
                <a:lnTo>
                  <a:pt x="4227145" y="2121481"/>
                </a:lnTo>
                <a:cubicBezTo>
                  <a:pt x="4224368" y="2123615"/>
                  <a:pt x="4219743" y="2123534"/>
                  <a:pt x="4216967" y="2126438"/>
                </a:cubicBezTo>
                <a:lnTo>
                  <a:pt x="4216298" y="2128534"/>
                </a:lnTo>
                <a:lnTo>
                  <a:pt x="4216950" y="2128585"/>
                </a:lnTo>
                <a:cubicBezTo>
                  <a:pt x="4221239" y="2127975"/>
                  <a:pt x="4224435" y="2127590"/>
                  <a:pt x="4223258" y="2130927"/>
                </a:cubicBezTo>
                <a:cubicBezTo>
                  <a:pt x="4227462" y="2130028"/>
                  <a:pt x="4231752" y="2127590"/>
                  <a:pt x="4234695" y="2124766"/>
                </a:cubicBezTo>
                <a:lnTo>
                  <a:pt x="4237538" y="2117608"/>
                </a:lnTo>
                <a:close/>
                <a:moveTo>
                  <a:pt x="5421049" y="2114917"/>
                </a:moveTo>
                <a:cubicBezTo>
                  <a:pt x="5424897" y="2114823"/>
                  <a:pt x="5428414" y="2115617"/>
                  <a:pt x="5430484" y="2117624"/>
                </a:cubicBezTo>
                <a:cubicBezTo>
                  <a:pt x="5424526" y="2129024"/>
                  <a:pt x="5413932" y="2117624"/>
                  <a:pt x="5407644" y="2130837"/>
                </a:cubicBezTo>
                <a:cubicBezTo>
                  <a:pt x="5394982" y="2123454"/>
                  <a:pt x="5409505" y="2115195"/>
                  <a:pt x="5421049" y="2114917"/>
                </a:cubicBezTo>
                <a:close/>
                <a:moveTo>
                  <a:pt x="4180872" y="2109880"/>
                </a:moveTo>
                <a:cubicBezTo>
                  <a:pt x="4174480" y="2110650"/>
                  <a:pt x="4171788" y="2112639"/>
                  <a:pt x="4169896" y="2115462"/>
                </a:cubicBezTo>
                <a:lnTo>
                  <a:pt x="4167834" y="2118994"/>
                </a:lnTo>
                <a:lnTo>
                  <a:pt x="4185498" y="2117711"/>
                </a:lnTo>
                <a:lnTo>
                  <a:pt x="4186351" y="2117381"/>
                </a:lnTo>
                <a:lnTo>
                  <a:pt x="4183646" y="2114949"/>
                </a:lnTo>
                <a:cubicBezTo>
                  <a:pt x="4181292" y="2113537"/>
                  <a:pt x="4178684" y="2112318"/>
                  <a:pt x="4180872" y="2109880"/>
                </a:cubicBezTo>
                <a:close/>
                <a:moveTo>
                  <a:pt x="4888931" y="2109593"/>
                </a:moveTo>
                <a:cubicBezTo>
                  <a:pt x="4895391" y="2109593"/>
                  <a:pt x="4901850" y="2112697"/>
                  <a:pt x="4908308" y="2117612"/>
                </a:cubicBezTo>
                <a:cubicBezTo>
                  <a:pt x="4899810" y="2122528"/>
                  <a:pt x="4890971" y="2127443"/>
                  <a:pt x="4884512" y="2125891"/>
                </a:cubicBezTo>
                <a:cubicBezTo>
                  <a:pt x="4876014" y="2119423"/>
                  <a:pt x="4893351" y="2116060"/>
                  <a:pt x="4888931" y="2109593"/>
                </a:cubicBezTo>
                <a:close/>
                <a:moveTo>
                  <a:pt x="4941192" y="2098385"/>
                </a:moveTo>
                <a:cubicBezTo>
                  <a:pt x="4934792" y="2098385"/>
                  <a:pt x="4911208" y="2106563"/>
                  <a:pt x="4924348" y="2114741"/>
                </a:cubicBezTo>
                <a:cubicBezTo>
                  <a:pt x="4928390" y="2109885"/>
                  <a:pt x="4947594" y="2105029"/>
                  <a:pt x="4941192" y="2098385"/>
                </a:cubicBezTo>
                <a:close/>
                <a:moveTo>
                  <a:pt x="5251814" y="2093749"/>
                </a:moveTo>
                <a:cubicBezTo>
                  <a:pt x="5268782" y="2100129"/>
                  <a:pt x="5240956" y="2111357"/>
                  <a:pt x="5236544" y="2119524"/>
                </a:cubicBezTo>
                <a:cubicBezTo>
                  <a:pt x="5217201" y="2114675"/>
                  <a:pt x="5240956" y="2093749"/>
                  <a:pt x="5251814" y="2093749"/>
                </a:cubicBezTo>
                <a:close/>
                <a:moveTo>
                  <a:pt x="4134320" y="2093210"/>
                </a:moveTo>
                <a:lnTo>
                  <a:pt x="4131177" y="2099384"/>
                </a:lnTo>
                <a:cubicBezTo>
                  <a:pt x="4128528" y="2101406"/>
                  <a:pt x="4125331" y="2103010"/>
                  <a:pt x="4123144" y="2106218"/>
                </a:cubicBezTo>
                <a:cubicBezTo>
                  <a:pt x="4119948" y="2105448"/>
                  <a:pt x="4119444" y="2099801"/>
                  <a:pt x="4120790" y="2094733"/>
                </a:cubicBezTo>
                <a:lnTo>
                  <a:pt x="4121476" y="2093383"/>
                </a:lnTo>
                <a:lnTo>
                  <a:pt x="4118973" y="2093710"/>
                </a:lnTo>
                <a:cubicBezTo>
                  <a:pt x="4112582" y="2098330"/>
                  <a:pt x="4129738" y="2112960"/>
                  <a:pt x="4112582" y="2106544"/>
                </a:cubicBezTo>
                <a:cubicBezTo>
                  <a:pt x="4110563" y="2108083"/>
                  <a:pt x="4110563" y="2109880"/>
                  <a:pt x="4112582" y="2111420"/>
                </a:cubicBezTo>
                <a:cubicBezTo>
                  <a:pt x="4112582" y="2111420"/>
                  <a:pt x="4112582" y="2111420"/>
                  <a:pt x="4108544" y="2116296"/>
                </a:cubicBezTo>
                <a:cubicBezTo>
                  <a:pt x="4112582" y="2114756"/>
                  <a:pt x="4118973" y="2116296"/>
                  <a:pt x="4123346" y="2117837"/>
                </a:cubicBezTo>
                <a:cubicBezTo>
                  <a:pt x="4129738" y="2109880"/>
                  <a:pt x="4129738" y="2103206"/>
                  <a:pt x="4138148" y="2093710"/>
                </a:cubicBezTo>
                <a:close/>
                <a:moveTo>
                  <a:pt x="37506" y="2088090"/>
                </a:moveTo>
                <a:cubicBezTo>
                  <a:pt x="59000" y="2089621"/>
                  <a:pt x="29109" y="2102381"/>
                  <a:pt x="43887" y="2109016"/>
                </a:cubicBezTo>
                <a:cubicBezTo>
                  <a:pt x="35490" y="2113865"/>
                  <a:pt x="29109" y="2096001"/>
                  <a:pt x="14330" y="2107230"/>
                </a:cubicBezTo>
                <a:cubicBezTo>
                  <a:pt x="5934" y="2094470"/>
                  <a:pt x="33474" y="2097532"/>
                  <a:pt x="37506" y="2088090"/>
                </a:cubicBezTo>
                <a:close/>
                <a:moveTo>
                  <a:pt x="5060096" y="2085826"/>
                </a:moveTo>
                <a:cubicBezTo>
                  <a:pt x="5064077" y="2089194"/>
                  <a:pt x="5064077" y="2095671"/>
                  <a:pt x="5058104" y="2092303"/>
                </a:cubicBezTo>
                <a:cubicBezTo>
                  <a:pt x="5053791" y="2095671"/>
                  <a:pt x="5062086" y="2098780"/>
                  <a:pt x="5064077" y="2102148"/>
                </a:cubicBezTo>
                <a:cubicBezTo>
                  <a:pt x="5060096" y="2103703"/>
                  <a:pt x="5055781" y="2103703"/>
                  <a:pt x="5051800" y="2107070"/>
                </a:cubicBezTo>
                <a:cubicBezTo>
                  <a:pt x="5039190" y="2100594"/>
                  <a:pt x="5051800" y="2085826"/>
                  <a:pt x="5060096" y="2085826"/>
                </a:cubicBezTo>
                <a:close/>
                <a:moveTo>
                  <a:pt x="5005916" y="2076772"/>
                </a:moveTo>
                <a:cubicBezTo>
                  <a:pt x="5026988" y="2078557"/>
                  <a:pt x="5007922" y="2091309"/>
                  <a:pt x="4995212" y="2094625"/>
                </a:cubicBezTo>
                <a:cubicBezTo>
                  <a:pt x="4993204" y="2086464"/>
                  <a:pt x="5012271" y="2080087"/>
                  <a:pt x="5005916" y="2076772"/>
                </a:cubicBezTo>
                <a:close/>
                <a:moveTo>
                  <a:pt x="4440128" y="2074278"/>
                </a:moveTo>
                <a:lnTo>
                  <a:pt x="4433839" y="2076753"/>
                </a:lnTo>
                <a:lnTo>
                  <a:pt x="4438082" y="2077562"/>
                </a:lnTo>
                <a:close/>
                <a:moveTo>
                  <a:pt x="5362938" y="2071947"/>
                </a:moveTo>
                <a:cubicBezTo>
                  <a:pt x="5371322" y="2068850"/>
                  <a:pt x="5380042" y="2088467"/>
                  <a:pt x="5367298" y="2098018"/>
                </a:cubicBezTo>
                <a:cubicBezTo>
                  <a:pt x="5341808" y="2093372"/>
                  <a:pt x="5377695" y="2078659"/>
                  <a:pt x="5362938" y="2071947"/>
                </a:cubicBezTo>
                <a:close/>
                <a:moveTo>
                  <a:pt x="4968818" y="2059796"/>
                </a:moveTo>
                <a:cubicBezTo>
                  <a:pt x="4975218" y="2080752"/>
                  <a:pt x="4945572" y="2077429"/>
                  <a:pt x="4936813" y="2091996"/>
                </a:cubicBezTo>
                <a:cubicBezTo>
                  <a:pt x="4956016" y="2105029"/>
                  <a:pt x="4970838" y="2069507"/>
                  <a:pt x="4994422" y="2059796"/>
                </a:cubicBezTo>
                <a:cubicBezTo>
                  <a:pt x="4996444" y="2062862"/>
                  <a:pt x="4998801" y="2071040"/>
                  <a:pt x="4992400" y="2067718"/>
                </a:cubicBezTo>
                <a:cubicBezTo>
                  <a:pt x="4992400" y="2072574"/>
                  <a:pt x="4998801" y="2071040"/>
                  <a:pt x="4996444" y="2079218"/>
                </a:cubicBezTo>
                <a:cubicBezTo>
                  <a:pt x="4958374" y="2100174"/>
                  <a:pt x="4958374" y="2124196"/>
                  <a:pt x="4915588" y="2130840"/>
                </a:cubicBezTo>
                <a:cubicBezTo>
                  <a:pt x="4909187" y="2125985"/>
                  <a:pt x="4924348" y="2111418"/>
                  <a:pt x="4907166" y="2112952"/>
                </a:cubicBezTo>
                <a:cubicBezTo>
                  <a:pt x="4926368" y="2091996"/>
                  <a:pt x="4941192" y="2072574"/>
                  <a:pt x="4968818" y="2059796"/>
                </a:cubicBezTo>
                <a:close/>
                <a:moveTo>
                  <a:pt x="4499779" y="2036730"/>
                </a:moveTo>
                <a:cubicBezTo>
                  <a:pt x="4499779" y="2036730"/>
                  <a:pt x="4499779" y="2036730"/>
                  <a:pt x="4498980" y="2038173"/>
                </a:cubicBezTo>
                <a:lnTo>
                  <a:pt x="4496704" y="2042288"/>
                </a:lnTo>
                <a:lnTo>
                  <a:pt x="4496774" y="2042603"/>
                </a:lnTo>
                <a:lnTo>
                  <a:pt x="4497808" y="2047447"/>
                </a:lnTo>
                <a:lnTo>
                  <a:pt x="4503438" y="2046387"/>
                </a:lnTo>
                <a:cubicBezTo>
                  <a:pt x="4506591" y="2045392"/>
                  <a:pt x="4509198" y="2043403"/>
                  <a:pt x="4510208" y="2038526"/>
                </a:cubicBezTo>
                <a:cubicBezTo>
                  <a:pt x="4510208" y="2038526"/>
                  <a:pt x="4510208" y="2038526"/>
                  <a:pt x="4499779" y="2036730"/>
                </a:cubicBezTo>
                <a:close/>
                <a:moveTo>
                  <a:pt x="5302972" y="2036029"/>
                </a:moveTo>
                <a:cubicBezTo>
                  <a:pt x="5311801" y="2053892"/>
                  <a:pt x="5288030" y="2065122"/>
                  <a:pt x="5268674" y="2087834"/>
                </a:cubicBezTo>
                <a:cubicBezTo>
                  <a:pt x="5260184" y="2084517"/>
                  <a:pt x="5264598" y="2079668"/>
                  <a:pt x="5255770" y="2076350"/>
                </a:cubicBezTo>
                <a:cubicBezTo>
                  <a:pt x="5279540" y="2061804"/>
                  <a:pt x="5290068" y="2042664"/>
                  <a:pt x="5302972" y="2036029"/>
                </a:cubicBezTo>
                <a:close/>
                <a:moveTo>
                  <a:pt x="5492778" y="2028107"/>
                </a:moveTo>
                <a:cubicBezTo>
                  <a:pt x="5492778" y="2042732"/>
                  <a:pt x="5484290" y="2052226"/>
                  <a:pt x="5475460" y="2060438"/>
                </a:cubicBezTo>
                <a:cubicBezTo>
                  <a:pt x="5464593" y="2070188"/>
                  <a:pt x="5454066" y="2078399"/>
                  <a:pt x="5449652" y="2091229"/>
                </a:cubicBezTo>
                <a:cubicBezTo>
                  <a:pt x="5436748" y="2084814"/>
                  <a:pt x="5436748" y="2084814"/>
                  <a:pt x="5436748" y="2084814"/>
                </a:cubicBezTo>
                <a:cubicBezTo>
                  <a:pt x="5469008" y="2065313"/>
                  <a:pt x="5462556" y="2040937"/>
                  <a:pt x="5492778" y="2028107"/>
                </a:cubicBezTo>
                <a:close/>
                <a:moveTo>
                  <a:pt x="4387606" y="2022990"/>
                </a:moveTo>
                <a:cubicBezTo>
                  <a:pt x="4385897" y="2022661"/>
                  <a:pt x="4383784" y="2023222"/>
                  <a:pt x="4381660" y="2024346"/>
                </a:cubicBezTo>
                <a:lnTo>
                  <a:pt x="4374020" y="2032875"/>
                </a:lnTo>
                <a:lnTo>
                  <a:pt x="4390206" y="2025937"/>
                </a:lnTo>
                <a:close/>
                <a:moveTo>
                  <a:pt x="4484641" y="2020559"/>
                </a:moveTo>
                <a:lnTo>
                  <a:pt x="4482480" y="2021085"/>
                </a:lnTo>
                <a:lnTo>
                  <a:pt x="4480514" y="2024954"/>
                </a:lnTo>
                <a:lnTo>
                  <a:pt x="4484944" y="2021067"/>
                </a:lnTo>
                <a:close/>
                <a:moveTo>
                  <a:pt x="4516599" y="2017223"/>
                </a:moveTo>
                <a:cubicBezTo>
                  <a:pt x="4514580" y="2022356"/>
                  <a:pt x="4510208" y="2022356"/>
                  <a:pt x="4508189" y="2025436"/>
                </a:cubicBezTo>
                <a:cubicBezTo>
                  <a:pt x="4512226" y="2030313"/>
                  <a:pt x="4510208" y="2036730"/>
                  <a:pt x="4516599" y="2040066"/>
                </a:cubicBezTo>
                <a:cubicBezTo>
                  <a:pt x="4520804" y="2035190"/>
                  <a:pt x="4527196" y="2033137"/>
                  <a:pt x="4533336" y="2030698"/>
                </a:cubicBezTo>
                <a:lnTo>
                  <a:pt x="4536979" y="2028880"/>
                </a:lnTo>
                <a:lnTo>
                  <a:pt x="4531060" y="2022589"/>
                </a:lnTo>
                <a:lnTo>
                  <a:pt x="4530712" y="2022138"/>
                </a:lnTo>
                <a:lnTo>
                  <a:pt x="4522990" y="2028773"/>
                </a:lnTo>
                <a:cubicBezTo>
                  <a:pt x="4520972" y="2025436"/>
                  <a:pt x="4527364" y="2017223"/>
                  <a:pt x="4516599" y="2017223"/>
                </a:cubicBezTo>
                <a:close/>
                <a:moveTo>
                  <a:pt x="4308368" y="2017223"/>
                </a:moveTo>
                <a:cubicBezTo>
                  <a:pt x="4308368" y="2017223"/>
                  <a:pt x="4308368" y="2017223"/>
                  <a:pt x="4299958" y="2026976"/>
                </a:cubicBezTo>
                <a:cubicBezTo>
                  <a:pt x="4304162" y="2028645"/>
                  <a:pt x="4307862" y="2028645"/>
                  <a:pt x="4310764" y="2027233"/>
                </a:cubicBezTo>
                <a:lnTo>
                  <a:pt x="4312838" y="2024400"/>
                </a:lnTo>
                <a:lnTo>
                  <a:pt x="4310046" y="2020688"/>
                </a:lnTo>
                <a:lnTo>
                  <a:pt x="4308516" y="2017254"/>
                </a:lnTo>
                <a:close/>
                <a:moveTo>
                  <a:pt x="5126712" y="2016789"/>
                </a:moveTo>
                <a:cubicBezTo>
                  <a:pt x="5133002" y="2016789"/>
                  <a:pt x="5166434" y="2034960"/>
                  <a:pt x="5151870" y="2044823"/>
                </a:cubicBezTo>
                <a:cubicBezTo>
                  <a:pt x="5141277" y="2034960"/>
                  <a:pt x="5134988" y="2025096"/>
                  <a:pt x="5126712" y="2016789"/>
                </a:cubicBezTo>
                <a:close/>
                <a:moveTo>
                  <a:pt x="4522744" y="2011801"/>
                </a:moveTo>
                <a:lnTo>
                  <a:pt x="4522486" y="2012058"/>
                </a:lnTo>
                <a:cubicBezTo>
                  <a:pt x="4519290" y="2014079"/>
                  <a:pt x="4515590" y="2015683"/>
                  <a:pt x="4520972" y="2015683"/>
                </a:cubicBezTo>
                <a:lnTo>
                  <a:pt x="4524546" y="2014140"/>
                </a:lnTo>
                <a:close/>
                <a:moveTo>
                  <a:pt x="4499779" y="2009266"/>
                </a:moveTo>
                <a:lnTo>
                  <a:pt x="4489524" y="2010618"/>
                </a:lnTo>
                <a:lnTo>
                  <a:pt x="4486880" y="2012426"/>
                </a:lnTo>
                <a:lnTo>
                  <a:pt x="4484086" y="2017926"/>
                </a:lnTo>
                <a:lnTo>
                  <a:pt x="4486646" y="2019575"/>
                </a:lnTo>
                <a:lnTo>
                  <a:pt x="4487240" y="2019053"/>
                </a:lnTo>
                <a:lnTo>
                  <a:pt x="4487675" y="2020238"/>
                </a:lnTo>
                <a:lnTo>
                  <a:pt x="4489519" y="2021426"/>
                </a:lnTo>
                <a:cubicBezTo>
                  <a:pt x="4492714" y="2023062"/>
                  <a:pt x="4495406" y="2024666"/>
                  <a:pt x="4495406" y="2026976"/>
                </a:cubicBezTo>
                <a:cubicBezTo>
                  <a:pt x="4503816" y="2026976"/>
                  <a:pt x="4495406" y="2015683"/>
                  <a:pt x="4499779" y="2009266"/>
                </a:cubicBezTo>
                <a:close/>
                <a:moveTo>
                  <a:pt x="5503789" y="2006783"/>
                </a:moveTo>
                <a:cubicBezTo>
                  <a:pt x="5506573" y="2006368"/>
                  <a:pt x="5509874" y="2007086"/>
                  <a:pt x="5513552" y="2009511"/>
                </a:cubicBezTo>
                <a:cubicBezTo>
                  <a:pt x="5509206" y="2017422"/>
                  <a:pt x="5502854" y="2022526"/>
                  <a:pt x="5496502" y="2025588"/>
                </a:cubicBezTo>
                <a:cubicBezTo>
                  <a:pt x="5491738" y="2019464"/>
                  <a:pt x="5495437" y="2008027"/>
                  <a:pt x="5503789" y="2006783"/>
                </a:cubicBezTo>
                <a:close/>
                <a:moveTo>
                  <a:pt x="4499419" y="2003846"/>
                </a:moveTo>
                <a:lnTo>
                  <a:pt x="4498607" y="2004402"/>
                </a:lnTo>
                <a:lnTo>
                  <a:pt x="4499779" y="2004390"/>
                </a:lnTo>
                <a:close/>
                <a:moveTo>
                  <a:pt x="4542494" y="2002854"/>
                </a:moveTo>
                <a:cubicBezTo>
                  <a:pt x="4540483" y="2004387"/>
                  <a:pt x="4540483" y="2007452"/>
                  <a:pt x="4538138" y="2007452"/>
                </a:cubicBezTo>
                <a:lnTo>
                  <a:pt x="4538564" y="2008101"/>
                </a:lnTo>
                <a:lnTo>
                  <a:pt x="4548086" y="2006399"/>
                </a:lnTo>
                <a:close/>
                <a:moveTo>
                  <a:pt x="4571980" y="2001066"/>
                </a:moveTo>
                <a:cubicBezTo>
                  <a:pt x="4571980" y="2004387"/>
                  <a:pt x="4571980" y="2009241"/>
                  <a:pt x="4574326" y="2014095"/>
                </a:cubicBezTo>
                <a:cubicBezTo>
                  <a:pt x="4566284" y="1998384"/>
                  <a:pt x="4559562" y="2008969"/>
                  <a:pt x="4551331" y="2008455"/>
                </a:cubicBezTo>
                <a:lnTo>
                  <a:pt x="4550540" y="2007954"/>
                </a:lnTo>
                <a:lnTo>
                  <a:pt x="4546644" y="2009535"/>
                </a:lnTo>
                <a:lnTo>
                  <a:pt x="4541807" y="2013035"/>
                </a:lnTo>
                <a:lnTo>
                  <a:pt x="4542468" y="2014039"/>
                </a:lnTo>
                <a:cubicBezTo>
                  <a:pt x="4542625" y="2018078"/>
                  <a:pt x="4538824" y="2021639"/>
                  <a:pt x="4540070" y="2026062"/>
                </a:cubicBezTo>
                <a:lnTo>
                  <a:pt x="4540869" y="2026940"/>
                </a:lnTo>
                <a:lnTo>
                  <a:pt x="4542050" y="2026350"/>
                </a:lnTo>
                <a:cubicBezTo>
                  <a:pt x="4544689" y="2024538"/>
                  <a:pt x="4546960" y="2022228"/>
                  <a:pt x="4548558" y="2019019"/>
                </a:cubicBezTo>
                <a:cubicBezTo>
                  <a:pt x="4561341" y="2017223"/>
                  <a:pt x="4561341" y="2023897"/>
                  <a:pt x="4569751" y="2023897"/>
                </a:cubicBezTo>
                <a:cubicBezTo>
                  <a:pt x="4574544" y="2020239"/>
                  <a:pt x="4577866" y="2016373"/>
                  <a:pt x="4580652" y="2012631"/>
                </a:cubicBezTo>
                <a:lnTo>
                  <a:pt x="4582052" y="2010715"/>
                </a:lnTo>
                <a:lnTo>
                  <a:pt x="4575708" y="2010135"/>
                </a:lnTo>
                <a:cubicBezTo>
                  <a:pt x="4575164" y="2007900"/>
                  <a:pt x="4575164" y="2004259"/>
                  <a:pt x="4571980" y="2001066"/>
                </a:cubicBezTo>
                <a:close/>
                <a:moveTo>
                  <a:pt x="5336464" y="2000945"/>
                </a:moveTo>
                <a:cubicBezTo>
                  <a:pt x="5353345" y="2005877"/>
                  <a:pt x="5326202" y="2019115"/>
                  <a:pt x="5321900" y="2028979"/>
                </a:cubicBezTo>
                <a:cubicBezTo>
                  <a:pt x="5313624" y="2019115"/>
                  <a:pt x="5326202" y="2017298"/>
                  <a:pt x="5336464" y="2000945"/>
                </a:cubicBezTo>
                <a:close/>
                <a:moveTo>
                  <a:pt x="4559128" y="1983780"/>
                </a:moveTo>
                <a:lnTo>
                  <a:pt x="4557428" y="1984856"/>
                </a:lnTo>
                <a:lnTo>
                  <a:pt x="4559582" y="1991358"/>
                </a:lnTo>
                <a:lnTo>
                  <a:pt x="4567062" y="1987876"/>
                </a:lnTo>
                <a:lnTo>
                  <a:pt x="4562896" y="1985492"/>
                </a:lnTo>
                <a:cubicBezTo>
                  <a:pt x="4561572" y="1984578"/>
                  <a:pt x="4560384" y="1983816"/>
                  <a:pt x="4559128" y="1983780"/>
                </a:cubicBezTo>
                <a:close/>
                <a:moveTo>
                  <a:pt x="3675869" y="1981467"/>
                </a:moveTo>
                <a:cubicBezTo>
                  <a:pt x="3673691" y="1982357"/>
                  <a:pt x="3671597" y="1984393"/>
                  <a:pt x="3669754" y="1987002"/>
                </a:cubicBezTo>
                <a:lnTo>
                  <a:pt x="3669592" y="1987318"/>
                </a:lnTo>
                <a:lnTo>
                  <a:pt x="3674924" y="1989759"/>
                </a:lnTo>
                <a:lnTo>
                  <a:pt x="3676162" y="1981756"/>
                </a:lnTo>
                <a:close/>
                <a:moveTo>
                  <a:pt x="3677602" y="1969323"/>
                </a:moveTo>
                <a:lnTo>
                  <a:pt x="3674587" y="1970219"/>
                </a:lnTo>
                <a:lnTo>
                  <a:pt x="3665800" y="1974135"/>
                </a:lnTo>
                <a:lnTo>
                  <a:pt x="3665301" y="1974719"/>
                </a:lnTo>
                <a:lnTo>
                  <a:pt x="3673858" y="1976885"/>
                </a:lnTo>
                <a:cubicBezTo>
                  <a:pt x="3678047" y="1978412"/>
                  <a:pt x="3678550" y="1973958"/>
                  <a:pt x="3679052" y="1969727"/>
                </a:cubicBezTo>
                <a:lnTo>
                  <a:pt x="3679112" y="1969462"/>
                </a:lnTo>
                <a:close/>
                <a:moveTo>
                  <a:pt x="5555254" y="1960202"/>
                </a:moveTo>
                <a:cubicBezTo>
                  <a:pt x="5565986" y="1968501"/>
                  <a:pt x="5568000" y="1963573"/>
                  <a:pt x="5574371" y="1971873"/>
                </a:cubicBezTo>
                <a:cubicBezTo>
                  <a:pt x="5563974" y="1983284"/>
                  <a:pt x="5548882" y="1976800"/>
                  <a:pt x="5538485" y="1984841"/>
                </a:cubicBezTo>
                <a:cubicBezTo>
                  <a:pt x="5536138" y="1983284"/>
                  <a:pt x="5542510" y="1965129"/>
                  <a:pt x="5555254" y="1960202"/>
                </a:cubicBezTo>
                <a:close/>
                <a:moveTo>
                  <a:pt x="3822514" y="1957660"/>
                </a:moveTo>
                <a:cubicBezTo>
                  <a:pt x="3820618" y="1958253"/>
                  <a:pt x="3819220" y="1959730"/>
                  <a:pt x="3818021" y="1961655"/>
                </a:cubicBezTo>
                <a:lnTo>
                  <a:pt x="3811574" y="1973735"/>
                </a:lnTo>
                <a:lnTo>
                  <a:pt x="3824938" y="1976989"/>
                </a:lnTo>
                <a:lnTo>
                  <a:pt x="3821421" y="1978899"/>
                </a:lnTo>
                <a:lnTo>
                  <a:pt x="3823361" y="1979589"/>
                </a:lnTo>
                <a:cubicBezTo>
                  <a:pt x="3827398" y="1980006"/>
                  <a:pt x="3831182" y="1979236"/>
                  <a:pt x="3834378" y="1976926"/>
                </a:cubicBezTo>
                <a:cubicBezTo>
                  <a:pt x="3819240" y="1975129"/>
                  <a:pt x="3823613" y="1967173"/>
                  <a:pt x="3830005" y="1958959"/>
                </a:cubicBezTo>
                <a:cubicBezTo>
                  <a:pt x="3826809" y="1957355"/>
                  <a:pt x="3824412" y="1957066"/>
                  <a:pt x="3822514" y="1957660"/>
                </a:cubicBezTo>
                <a:close/>
                <a:moveTo>
                  <a:pt x="4586500" y="1956160"/>
                </a:moveTo>
                <a:lnTo>
                  <a:pt x="4586907" y="1958959"/>
                </a:lnTo>
                <a:lnTo>
                  <a:pt x="4591527" y="1957515"/>
                </a:lnTo>
                <a:close/>
                <a:moveTo>
                  <a:pt x="4616510" y="1952543"/>
                </a:moveTo>
                <a:cubicBezTo>
                  <a:pt x="4613482" y="1967173"/>
                  <a:pt x="4588694" y="1964334"/>
                  <a:pt x="4582734" y="1970229"/>
                </a:cubicBezTo>
                <a:lnTo>
                  <a:pt x="4584506" y="1979756"/>
                </a:lnTo>
                <a:lnTo>
                  <a:pt x="4597446" y="1973731"/>
                </a:lnTo>
                <a:lnTo>
                  <a:pt x="4631570" y="1956388"/>
                </a:lnTo>
                <a:lnTo>
                  <a:pt x="4627959" y="1957704"/>
                </a:lnTo>
                <a:cubicBezTo>
                  <a:pt x="4624142" y="1957355"/>
                  <a:pt x="4624584" y="1951195"/>
                  <a:pt x="4616510" y="1952543"/>
                </a:cubicBezTo>
                <a:close/>
                <a:moveTo>
                  <a:pt x="4640594" y="1942491"/>
                </a:moveTo>
                <a:lnTo>
                  <a:pt x="4632936" y="1945893"/>
                </a:lnTo>
                <a:lnTo>
                  <a:pt x="4629364" y="1947208"/>
                </a:lnTo>
                <a:lnTo>
                  <a:pt x="4633545" y="1955384"/>
                </a:lnTo>
                <a:lnTo>
                  <a:pt x="4635644" y="1954317"/>
                </a:lnTo>
                <a:lnTo>
                  <a:pt x="4639887" y="1950599"/>
                </a:lnTo>
                <a:lnTo>
                  <a:pt x="4639510" y="1950885"/>
                </a:lnTo>
                <a:close/>
                <a:moveTo>
                  <a:pt x="3949091" y="1939452"/>
                </a:moveTo>
                <a:cubicBezTo>
                  <a:pt x="3944718" y="1949206"/>
                  <a:pt x="3931934" y="1947666"/>
                  <a:pt x="3934289" y="1957419"/>
                </a:cubicBezTo>
                <a:lnTo>
                  <a:pt x="3936565" y="1956869"/>
                </a:lnTo>
                <a:lnTo>
                  <a:pt x="3936692" y="1955671"/>
                </a:lnTo>
                <a:lnTo>
                  <a:pt x="3941689" y="1955628"/>
                </a:lnTo>
                <a:lnTo>
                  <a:pt x="3947409" y="1954243"/>
                </a:lnTo>
                <a:lnTo>
                  <a:pt x="3953148" y="1947729"/>
                </a:lnTo>
                <a:lnTo>
                  <a:pt x="3953263" y="1944357"/>
                </a:lnTo>
                <a:lnTo>
                  <a:pt x="3956120" y="1944357"/>
                </a:lnTo>
                <a:lnTo>
                  <a:pt x="3957501" y="1942789"/>
                </a:lnTo>
                <a:cubicBezTo>
                  <a:pt x="3957501" y="1942789"/>
                  <a:pt x="3957501" y="1942789"/>
                  <a:pt x="3949091" y="1939452"/>
                </a:cubicBezTo>
                <a:close/>
                <a:moveTo>
                  <a:pt x="3965911" y="1936116"/>
                </a:moveTo>
                <a:cubicBezTo>
                  <a:pt x="3967509" y="1939004"/>
                  <a:pt x="3967908" y="1940864"/>
                  <a:pt x="3967609" y="1942156"/>
                </a:cubicBezTo>
                <a:lnTo>
                  <a:pt x="3965513" y="1944357"/>
                </a:lnTo>
                <a:lnTo>
                  <a:pt x="3966007" y="1944357"/>
                </a:lnTo>
                <a:cubicBezTo>
                  <a:pt x="3967827" y="1944357"/>
                  <a:pt x="3967827" y="1944357"/>
                  <a:pt x="3967827" y="1944357"/>
                </a:cubicBezTo>
                <a:lnTo>
                  <a:pt x="3966694" y="1949108"/>
                </a:lnTo>
                <a:lnTo>
                  <a:pt x="3969906" y="1945933"/>
                </a:lnTo>
                <a:cubicBezTo>
                  <a:pt x="3972302" y="1941891"/>
                  <a:pt x="3972302" y="1937014"/>
                  <a:pt x="3965911" y="1936116"/>
                </a:cubicBezTo>
                <a:close/>
                <a:moveTo>
                  <a:pt x="4128034" y="1931691"/>
                </a:moveTo>
                <a:lnTo>
                  <a:pt x="4125170" y="1931862"/>
                </a:lnTo>
                <a:lnTo>
                  <a:pt x="4125405" y="1934761"/>
                </a:lnTo>
                <a:lnTo>
                  <a:pt x="4128140" y="1933421"/>
                </a:lnTo>
                <a:close/>
                <a:moveTo>
                  <a:pt x="4680298" y="1925117"/>
                </a:moveTo>
                <a:lnTo>
                  <a:pt x="4682330" y="1931702"/>
                </a:lnTo>
                <a:lnTo>
                  <a:pt x="4683992" y="1931500"/>
                </a:lnTo>
                <a:lnTo>
                  <a:pt x="4684185" y="1937721"/>
                </a:lnTo>
                <a:lnTo>
                  <a:pt x="4684228" y="1937860"/>
                </a:lnTo>
                <a:cubicBezTo>
                  <a:pt x="4684228" y="1933113"/>
                  <a:pt x="4694709" y="1934612"/>
                  <a:pt x="4686521" y="1937860"/>
                </a:cubicBezTo>
                <a:cubicBezTo>
                  <a:pt x="4684228" y="1937860"/>
                  <a:pt x="4682263" y="1939360"/>
                  <a:pt x="4682263" y="1942608"/>
                </a:cubicBezTo>
                <a:lnTo>
                  <a:pt x="4677506" y="1941496"/>
                </a:lnTo>
                <a:lnTo>
                  <a:pt x="4659269" y="1946355"/>
                </a:lnTo>
                <a:cubicBezTo>
                  <a:pt x="4657126" y="1940519"/>
                  <a:pt x="4659682" y="1936342"/>
                  <a:pt x="4664585" y="1933855"/>
                </a:cubicBezTo>
                <a:lnTo>
                  <a:pt x="4674880" y="1932606"/>
                </a:lnTo>
                <a:close/>
                <a:moveTo>
                  <a:pt x="4049002" y="1915069"/>
                </a:moveTo>
                <a:cubicBezTo>
                  <a:pt x="4042610" y="1921743"/>
                  <a:pt x="4057412" y="1923283"/>
                  <a:pt x="4051020" y="1928159"/>
                </a:cubicBezTo>
                <a:cubicBezTo>
                  <a:pt x="4042610" y="1934576"/>
                  <a:pt x="4049002" y="1919946"/>
                  <a:pt x="4038236" y="1919946"/>
                </a:cubicBezTo>
                <a:cubicBezTo>
                  <a:pt x="4036218" y="1926619"/>
                  <a:pt x="4031845" y="1923283"/>
                  <a:pt x="4027808" y="1929699"/>
                </a:cubicBezTo>
                <a:cubicBezTo>
                  <a:pt x="4036218" y="1936116"/>
                  <a:pt x="4040592" y="1933036"/>
                  <a:pt x="4046984" y="1933036"/>
                </a:cubicBezTo>
                <a:cubicBezTo>
                  <a:pt x="4040592" y="1945869"/>
                  <a:pt x="4027808" y="1933036"/>
                  <a:pt x="4021416" y="1944329"/>
                </a:cubicBezTo>
                <a:cubicBezTo>
                  <a:pt x="4008634" y="1940993"/>
                  <a:pt x="4010652" y="1933036"/>
                  <a:pt x="4002242" y="1934576"/>
                </a:cubicBezTo>
                <a:cubicBezTo>
                  <a:pt x="3997868" y="1942789"/>
                  <a:pt x="4004260" y="1939452"/>
                  <a:pt x="4010652" y="1942789"/>
                </a:cubicBezTo>
                <a:cubicBezTo>
                  <a:pt x="4004260" y="1955623"/>
                  <a:pt x="3989459" y="1936116"/>
                  <a:pt x="3985086" y="1952543"/>
                </a:cubicBezTo>
                <a:lnTo>
                  <a:pt x="3986803" y="1952424"/>
                </a:lnTo>
                <a:lnTo>
                  <a:pt x="3988594" y="1950846"/>
                </a:lnTo>
                <a:cubicBezTo>
                  <a:pt x="3990658" y="1950295"/>
                  <a:pt x="3992820" y="1950716"/>
                  <a:pt x="3994785" y="1951755"/>
                </a:cubicBezTo>
                <a:lnTo>
                  <a:pt x="3994857" y="1951865"/>
                </a:lnTo>
                <a:lnTo>
                  <a:pt x="4032729" y="1949238"/>
                </a:lnTo>
                <a:cubicBezTo>
                  <a:pt x="4048414" y="1946382"/>
                  <a:pt x="4063804" y="1941891"/>
                  <a:pt x="4078605" y="1936116"/>
                </a:cubicBezTo>
                <a:cubicBezTo>
                  <a:pt x="4074568" y="1934576"/>
                  <a:pt x="4068177" y="1931496"/>
                  <a:pt x="4061786" y="1934576"/>
                </a:cubicBezTo>
                <a:cubicBezTo>
                  <a:pt x="4057412" y="1929699"/>
                  <a:pt x="4066158" y="1921743"/>
                  <a:pt x="4063804" y="1915069"/>
                </a:cubicBezTo>
                <a:cubicBezTo>
                  <a:pt x="4057412" y="1913529"/>
                  <a:pt x="4053039" y="1913529"/>
                  <a:pt x="4049002" y="1915069"/>
                </a:cubicBezTo>
                <a:close/>
                <a:moveTo>
                  <a:pt x="4136130" y="1898899"/>
                </a:moveTo>
                <a:cubicBezTo>
                  <a:pt x="4127720" y="1895819"/>
                  <a:pt x="4118973" y="1910193"/>
                  <a:pt x="4131756" y="1913529"/>
                </a:cubicBezTo>
                <a:cubicBezTo>
                  <a:pt x="4138148" y="1907112"/>
                  <a:pt x="4131756" y="1905316"/>
                  <a:pt x="4136130" y="1898899"/>
                </a:cubicBezTo>
                <a:close/>
                <a:moveTo>
                  <a:pt x="4122463" y="1887734"/>
                </a:moveTo>
                <a:cubicBezTo>
                  <a:pt x="4118973" y="1888761"/>
                  <a:pt x="4115778" y="1890814"/>
                  <a:pt x="4112582" y="1892482"/>
                </a:cubicBezTo>
                <a:cubicBezTo>
                  <a:pt x="4110563" y="1897359"/>
                  <a:pt x="4110563" y="1907112"/>
                  <a:pt x="4100134" y="1905316"/>
                </a:cubicBezTo>
                <a:cubicBezTo>
                  <a:pt x="4100134" y="1900696"/>
                  <a:pt x="4102153" y="1894022"/>
                  <a:pt x="4097780" y="1890942"/>
                </a:cubicBezTo>
                <a:cubicBezTo>
                  <a:pt x="4091388" y="1895819"/>
                  <a:pt x="4082978" y="1897359"/>
                  <a:pt x="4089370" y="1905316"/>
                </a:cubicBezTo>
                <a:cubicBezTo>
                  <a:pt x="4097780" y="1900696"/>
                  <a:pt x="4097780" y="1915069"/>
                  <a:pt x="4106526" y="1910193"/>
                </a:cubicBezTo>
                <a:cubicBezTo>
                  <a:pt x="4102153" y="1923283"/>
                  <a:pt x="4089370" y="1913529"/>
                  <a:pt x="4082978" y="1915069"/>
                </a:cubicBezTo>
                <a:cubicBezTo>
                  <a:pt x="4080960" y="1918405"/>
                  <a:pt x="4074568" y="1923283"/>
                  <a:pt x="4078605" y="1926619"/>
                </a:cubicBezTo>
                <a:cubicBezTo>
                  <a:pt x="4084997" y="1921743"/>
                  <a:pt x="4091388" y="1923283"/>
                  <a:pt x="4100134" y="1923283"/>
                </a:cubicBezTo>
                <a:cubicBezTo>
                  <a:pt x="4100134" y="1934576"/>
                  <a:pt x="4091388" y="1924822"/>
                  <a:pt x="4087352" y="1936116"/>
                </a:cubicBezTo>
                <a:cubicBezTo>
                  <a:pt x="4092566" y="1936116"/>
                  <a:pt x="4097864" y="1934512"/>
                  <a:pt x="4103456" y="1932908"/>
                </a:cubicBezTo>
                <a:lnTo>
                  <a:pt x="4120790" y="1929796"/>
                </a:lnTo>
                <a:lnTo>
                  <a:pt x="4122068" y="1923653"/>
                </a:lnTo>
                <a:lnTo>
                  <a:pt x="4120229" y="1924225"/>
                </a:lnTo>
                <a:cubicBezTo>
                  <a:pt x="4115735" y="1925272"/>
                  <a:pt x="4111740" y="1925657"/>
                  <a:pt x="4108544" y="1924822"/>
                </a:cubicBezTo>
                <a:cubicBezTo>
                  <a:pt x="4112582" y="1924822"/>
                  <a:pt x="4114936" y="1923283"/>
                  <a:pt x="4118973" y="1921743"/>
                </a:cubicBezTo>
                <a:cubicBezTo>
                  <a:pt x="4110563" y="1916866"/>
                  <a:pt x="4102153" y="1923283"/>
                  <a:pt x="4110563" y="1911989"/>
                </a:cubicBezTo>
                <a:cubicBezTo>
                  <a:pt x="4116954" y="1903776"/>
                  <a:pt x="4112582" y="1924822"/>
                  <a:pt x="4118973" y="1916866"/>
                </a:cubicBezTo>
                <a:cubicBezTo>
                  <a:pt x="4129738" y="1905316"/>
                  <a:pt x="4112582" y="1913529"/>
                  <a:pt x="4114936" y="1905316"/>
                </a:cubicBezTo>
                <a:cubicBezTo>
                  <a:pt x="4127720" y="1903776"/>
                  <a:pt x="4116954" y="1892482"/>
                  <a:pt x="4134112" y="1889146"/>
                </a:cubicBezTo>
                <a:cubicBezTo>
                  <a:pt x="4129738" y="1886708"/>
                  <a:pt x="4125954" y="1886708"/>
                  <a:pt x="4122463" y="1887734"/>
                </a:cubicBezTo>
                <a:close/>
                <a:moveTo>
                  <a:pt x="4237870" y="1886942"/>
                </a:moveTo>
                <a:cubicBezTo>
                  <a:pt x="4243314" y="1885897"/>
                  <a:pt x="4249537" y="1886289"/>
                  <a:pt x="4252648" y="1887073"/>
                </a:cubicBezTo>
                <a:cubicBezTo>
                  <a:pt x="4252648" y="1890468"/>
                  <a:pt x="4246425" y="1892035"/>
                  <a:pt x="4248390" y="1895430"/>
                </a:cubicBezTo>
                <a:cubicBezTo>
                  <a:pt x="4237910" y="1890468"/>
                  <a:pt x="4235946" y="1893602"/>
                  <a:pt x="4227758" y="1895430"/>
                </a:cubicBezTo>
                <a:cubicBezTo>
                  <a:pt x="4227758" y="1890468"/>
                  <a:pt x="4232424" y="1887987"/>
                  <a:pt x="4237870" y="1886942"/>
                </a:cubicBezTo>
                <a:close/>
                <a:moveTo>
                  <a:pt x="4741399" y="1879072"/>
                </a:moveTo>
                <a:cubicBezTo>
                  <a:pt x="4737698" y="1878686"/>
                  <a:pt x="4735596" y="1879521"/>
                  <a:pt x="4733578" y="1886065"/>
                </a:cubicBezTo>
                <a:cubicBezTo>
                  <a:pt x="4737614" y="1890942"/>
                  <a:pt x="4758808" y="1890942"/>
                  <a:pt x="4758808" y="1879392"/>
                </a:cubicBezTo>
                <a:cubicBezTo>
                  <a:pt x="4750398" y="1881061"/>
                  <a:pt x="4745100" y="1879457"/>
                  <a:pt x="4741399" y="1879072"/>
                </a:cubicBezTo>
                <a:close/>
                <a:moveTo>
                  <a:pt x="4832672" y="1869661"/>
                </a:moveTo>
                <a:cubicBezTo>
                  <a:pt x="4830414" y="1877657"/>
                  <a:pt x="4826545" y="1885653"/>
                  <a:pt x="4818160" y="1888650"/>
                </a:cubicBezTo>
                <a:cubicBezTo>
                  <a:pt x="4818160" y="1877657"/>
                  <a:pt x="4824288" y="1872909"/>
                  <a:pt x="4832672" y="1869661"/>
                </a:cubicBezTo>
                <a:close/>
                <a:moveTo>
                  <a:pt x="4269064" y="1863238"/>
                </a:moveTo>
                <a:cubicBezTo>
                  <a:pt x="4267058" y="1866486"/>
                  <a:pt x="4273409" y="1866486"/>
                  <a:pt x="4271069" y="1869484"/>
                </a:cubicBezTo>
                <a:cubicBezTo>
                  <a:pt x="4264718" y="1871234"/>
                  <a:pt x="4260706" y="1880728"/>
                  <a:pt x="4250008" y="1874232"/>
                </a:cubicBezTo>
                <a:cubicBezTo>
                  <a:pt x="4250008" y="1861739"/>
                  <a:pt x="4264718" y="1872732"/>
                  <a:pt x="4267058" y="1864737"/>
                </a:cubicBezTo>
                <a:cubicBezTo>
                  <a:pt x="4264718" y="1864737"/>
                  <a:pt x="4264718" y="1861739"/>
                  <a:pt x="4269064" y="1863238"/>
                </a:cubicBezTo>
                <a:close/>
                <a:moveTo>
                  <a:pt x="4779644" y="1862305"/>
                </a:moveTo>
                <a:lnTo>
                  <a:pt x="4780013" y="1863192"/>
                </a:lnTo>
                <a:lnTo>
                  <a:pt x="4782414" y="1862772"/>
                </a:lnTo>
                <a:close/>
                <a:moveTo>
                  <a:pt x="4903461" y="1856806"/>
                </a:moveTo>
                <a:cubicBezTo>
                  <a:pt x="4897070" y="1856806"/>
                  <a:pt x="4895051" y="1860142"/>
                  <a:pt x="4890678" y="1861682"/>
                </a:cubicBezTo>
                <a:cubicBezTo>
                  <a:pt x="4890678" y="1864120"/>
                  <a:pt x="4890173" y="1867328"/>
                  <a:pt x="4891014" y="1869543"/>
                </a:cubicBezTo>
                <a:lnTo>
                  <a:pt x="4899232" y="1871392"/>
                </a:lnTo>
                <a:lnTo>
                  <a:pt x="4899546" y="1870994"/>
                </a:lnTo>
                <a:close/>
                <a:moveTo>
                  <a:pt x="4839314" y="1856080"/>
                </a:moveTo>
                <a:cubicBezTo>
                  <a:pt x="4847502" y="1856080"/>
                  <a:pt x="4847502" y="1880719"/>
                  <a:pt x="4837021" y="1870863"/>
                </a:cubicBezTo>
                <a:cubicBezTo>
                  <a:pt x="4847502" y="1869048"/>
                  <a:pt x="4822610" y="1861008"/>
                  <a:pt x="4839314" y="1856080"/>
                </a:cubicBezTo>
                <a:close/>
                <a:moveTo>
                  <a:pt x="4278688" y="1856080"/>
                </a:moveTo>
                <a:cubicBezTo>
                  <a:pt x="4278688" y="1856080"/>
                  <a:pt x="4278688" y="1856080"/>
                  <a:pt x="4291214" y="1859350"/>
                </a:cubicBezTo>
                <a:cubicBezTo>
                  <a:pt x="4289238" y="1865637"/>
                  <a:pt x="4280996" y="1863877"/>
                  <a:pt x="4276710" y="1867146"/>
                </a:cubicBezTo>
                <a:cubicBezTo>
                  <a:pt x="4280996" y="1862367"/>
                  <a:pt x="4276710" y="1860859"/>
                  <a:pt x="4278688" y="1856080"/>
                </a:cubicBezTo>
                <a:close/>
                <a:moveTo>
                  <a:pt x="4780378" y="1843718"/>
                </a:moveTo>
                <a:lnTo>
                  <a:pt x="4780339" y="1843736"/>
                </a:lnTo>
                <a:lnTo>
                  <a:pt x="4780442" y="1846384"/>
                </a:lnTo>
                <a:lnTo>
                  <a:pt x="4783322" y="1844546"/>
                </a:lnTo>
                <a:lnTo>
                  <a:pt x="4784038" y="1843951"/>
                </a:lnTo>
                <a:close/>
                <a:moveTo>
                  <a:pt x="4843506" y="1839103"/>
                </a:moveTo>
                <a:cubicBezTo>
                  <a:pt x="4843506" y="1845894"/>
                  <a:pt x="4845880" y="1845894"/>
                  <a:pt x="4854356" y="1839103"/>
                </a:cubicBezTo>
                <a:cubicBezTo>
                  <a:pt x="4856390" y="1842498"/>
                  <a:pt x="4852322" y="1847461"/>
                  <a:pt x="4845880" y="1852423"/>
                </a:cubicBezTo>
                <a:cubicBezTo>
                  <a:pt x="4843506" y="1849028"/>
                  <a:pt x="4837064" y="1850856"/>
                  <a:pt x="4832994" y="1845894"/>
                </a:cubicBezTo>
                <a:cubicBezTo>
                  <a:pt x="4843506" y="1839103"/>
                  <a:pt x="4843506" y="1839103"/>
                  <a:pt x="4843506" y="1839103"/>
                </a:cubicBezTo>
                <a:close/>
                <a:moveTo>
                  <a:pt x="4807233" y="1831657"/>
                </a:moveTo>
                <a:lnTo>
                  <a:pt x="4803986" y="1833034"/>
                </a:lnTo>
                <a:lnTo>
                  <a:pt x="4801450" y="1841856"/>
                </a:lnTo>
                <a:lnTo>
                  <a:pt x="4804245" y="1842301"/>
                </a:lnTo>
                <a:cubicBezTo>
                  <a:pt x="4806438" y="1839864"/>
                  <a:pt x="4806438" y="1837427"/>
                  <a:pt x="4806438" y="1834797"/>
                </a:cubicBezTo>
                <a:close/>
                <a:moveTo>
                  <a:pt x="4896524" y="1821553"/>
                </a:moveTo>
                <a:cubicBezTo>
                  <a:pt x="4892501" y="1824640"/>
                  <a:pt x="4888142" y="1824640"/>
                  <a:pt x="4886130" y="1824640"/>
                </a:cubicBezTo>
                <a:cubicBezTo>
                  <a:pt x="4883952" y="1827986"/>
                  <a:pt x="4888142" y="1828822"/>
                  <a:pt x="4890782" y="1830238"/>
                </a:cubicBezTo>
                <a:lnTo>
                  <a:pt x="4891040" y="1830658"/>
                </a:lnTo>
                <a:lnTo>
                  <a:pt x="4902030" y="1823875"/>
                </a:lnTo>
                <a:close/>
                <a:moveTo>
                  <a:pt x="4421801" y="1816867"/>
                </a:moveTo>
                <a:cubicBezTo>
                  <a:pt x="4424196" y="1815802"/>
                  <a:pt x="4427962" y="1816602"/>
                  <a:pt x="4431214" y="1818998"/>
                </a:cubicBezTo>
                <a:cubicBezTo>
                  <a:pt x="4433611" y="1827519"/>
                  <a:pt x="4427106" y="1827519"/>
                  <a:pt x="4420602" y="1825922"/>
                </a:cubicBezTo>
                <a:cubicBezTo>
                  <a:pt x="4418377" y="1820862"/>
                  <a:pt x="4419404" y="1817933"/>
                  <a:pt x="4421801" y="1816867"/>
                </a:cubicBezTo>
                <a:close/>
                <a:moveTo>
                  <a:pt x="4376166" y="1806283"/>
                </a:moveTo>
                <a:lnTo>
                  <a:pt x="4389529" y="1815901"/>
                </a:lnTo>
                <a:lnTo>
                  <a:pt x="4399144" y="1810810"/>
                </a:lnTo>
                <a:cubicBezTo>
                  <a:pt x="4405438" y="1815732"/>
                  <a:pt x="4375956" y="1832053"/>
                  <a:pt x="4371650" y="1823764"/>
                </a:cubicBezTo>
                <a:lnTo>
                  <a:pt x="4382685" y="1819295"/>
                </a:lnTo>
                <a:lnTo>
                  <a:pt x="4380500" y="1816003"/>
                </a:lnTo>
                <a:cubicBezTo>
                  <a:pt x="4369833" y="1827259"/>
                  <a:pt x="4355166" y="1835445"/>
                  <a:pt x="4340498" y="1843374"/>
                </a:cubicBezTo>
                <a:lnTo>
                  <a:pt x="4340708" y="1842852"/>
                </a:lnTo>
                <a:lnTo>
                  <a:pt x="4339548" y="1844251"/>
                </a:lnTo>
                <a:cubicBezTo>
                  <a:pt x="4333902" y="1847812"/>
                  <a:pt x="4326942" y="1850936"/>
                  <a:pt x="4322697" y="1852434"/>
                </a:cubicBezTo>
                <a:cubicBezTo>
                  <a:pt x="4323716" y="1848562"/>
                  <a:pt x="4328555" y="1845438"/>
                  <a:pt x="4333946" y="1842471"/>
                </a:cubicBezTo>
                <a:lnTo>
                  <a:pt x="4343162" y="1836757"/>
                </a:lnTo>
                <a:lnTo>
                  <a:pt x="4345134" y="1831859"/>
                </a:lnTo>
                <a:cubicBezTo>
                  <a:pt x="4352478" y="1822830"/>
                  <a:pt x="4366666" y="1819520"/>
                  <a:pt x="4376166" y="1806283"/>
                </a:cubicBezTo>
                <a:close/>
                <a:moveTo>
                  <a:pt x="49363" y="1805151"/>
                </a:moveTo>
                <a:cubicBezTo>
                  <a:pt x="51686" y="1809961"/>
                  <a:pt x="55667" y="1811479"/>
                  <a:pt x="61972" y="1812998"/>
                </a:cubicBezTo>
                <a:cubicBezTo>
                  <a:pt x="49363" y="1812998"/>
                  <a:pt x="36753" y="1822619"/>
                  <a:pt x="34763" y="1838567"/>
                </a:cubicBezTo>
                <a:cubicBezTo>
                  <a:pt x="30449" y="1840339"/>
                  <a:pt x="24477" y="1838567"/>
                  <a:pt x="22154" y="1843377"/>
                </a:cubicBezTo>
                <a:cubicBezTo>
                  <a:pt x="11867" y="1837048"/>
                  <a:pt x="26467" y="1833757"/>
                  <a:pt x="30449" y="1821099"/>
                </a:cubicBezTo>
                <a:cubicBezTo>
                  <a:pt x="39076" y="1825909"/>
                  <a:pt x="45381" y="1816289"/>
                  <a:pt x="49363" y="1805151"/>
                </a:cubicBezTo>
                <a:close/>
                <a:moveTo>
                  <a:pt x="286824" y="1800202"/>
                </a:moveTo>
                <a:cubicBezTo>
                  <a:pt x="276059" y="1805078"/>
                  <a:pt x="267648" y="1817909"/>
                  <a:pt x="256882" y="1826120"/>
                </a:cubicBezTo>
                <a:cubicBezTo>
                  <a:pt x="254864" y="1821245"/>
                  <a:pt x="246453" y="1817909"/>
                  <a:pt x="240060" y="1821245"/>
                </a:cubicBezTo>
                <a:cubicBezTo>
                  <a:pt x="231650" y="1840747"/>
                  <a:pt x="222902" y="1852039"/>
                  <a:pt x="222902" y="1871541"/>
                </a:cubicBezTo>
                <a:cubicBezTo>
                  <a:pt x="231650" y="1861790"/>
                  <a:pt x="227276" y="1876417"/>
                  <a:pt x="235686" y="1874620"/>
                </a:cubicBezTo>
                <a:cubicBezTo>
                  <a:pt x="242079" y="1860250"/>
                  <a:pt x="254864" y="1871541"/>
                  <a:pt x="261255" y="1858454"/>
                </a:cubicBezTo>
                <a:cubicBezTo>
                  <a:pt x="256882" y="1835872"/>
                  <a:pt x="280433" y="1821245"/>
                  <a:pt x="286824" y="1800202"/>
                </a:cubicBezTo>
                <a:close/>
                <a:moveTo>
                  <a:pt x="4422251" y="1799402"/>
                </a:moveTo>
                <a:cubicBezTo>
                  <a:pt x="4441041" y="1796097"/>
                  <a:pt x="4407747" y="1818477"/>
                  <a:pt x="4405768" y="1807287"/>
                </a:cubicBezTo>
                <a:cubicBezTo>
                  <a:pt x="4412032" y="1800929"/>
                  <a:pt x="4424230" y="1807287"/>
                  <a:pt x="4422251" y="1799402"/>
                </a:cubicBezTo>
                <a:close/>
                <a:moveTo>
                  <a:pt x="4480579" y="1791570"/>
                </a:moveTo>
                <a:cubicBezTo>
                  <a:pt x="4482574" y="1801126"/>
                  <a:pt x="4482574" y="1802636"/>
                  <a:pt x="4474261" y="1802636"/>
                </a:cubicBezTo>
                <a:cubicBezTo>
                  <a:pt x="4463622" y="1793078"/>
                  <a:pt x="4478252" y="1796348"/>
                  <a:pt x="4480579" y="1791570"/>
                </a:cubicBezTo>
                <a:close/>
                <a:moveTo>
                  <a:pt x="5502756" y="1784779"/>
                </a:moveTo>
                <a:cubicBezTo>
                  <a:pt x="5511496" y="1787860"/>
                  <a:pt x="5494352" y="1814054"/>
                  <a:pt x="5489982" y="1799416"/>
                </a:cubicBezTo>
                <a:cubicBezTo>
                  <a:pt x="5485948" y="1804295"/>
                  <a:pt x="5492335" y="1807377"/>
                  <a:pt x="5485948" y="1814054"/>
                </a:cubicBezTo>
                <a:cubicBezTo>
                  <a:pt x="5500739" y="1802498"/>
                  <a:pt x="5509142" y="1823555"/>
                  <a:pt x="5517884" y="1804295"/>
                </a:cubicBezTo>
                <a:cubicBezTo>
                  <a:pt x="5523934" y="1805836"/>
                  <a:pt x="5515530" y="1814054"/>
                  <a:pt x="5521918" y="1815594"/>
                </a:cubicBezTo>
                <a:cubicBezTo>
                  <a:pt x="5515530" y="1820473"/>
                  <a:pt x="5502756" y="1817135"/>
                  <a:pt x="5494352" y="1818676"/>
                </a:cubicBezTo>
                <a:cubicBezTo>
                  <a:pt x="5496369" y="1830232"/>
                  <a:pt x="5466786" y="1865926"/>
                  <a:pt x="5492335" y="1864129"/>
                </a:cubicBezTo>
                <a:cubicBezTo>
                  <a:pt x="5498722" y="1882104"/>
                  <a:pt x="5432834" y="1895201"/>
                  <a:pt x="5451996" y="1916258"/>
                </a:cubicBezTo>
                <a:cubicBezTo>
                  <a:pt x="5434851" y="1933977"/>
                  <a:pt x="5430482" y="1950155"/>
                  <a:pt x="5422077" y="1969671"/>
                </a:cubicBezTo>
                <a:cubicBezTo>
                  <a:pt x="5415690" y="1989188"/>
                  <a:pt x="5411656" y="2010245"/>
                  <a:pt x="5390142" y="2034641"/>
                </a:cubicBezTo>
                <a:cubicBezTo>
                  <a:pt x="5379721" y="2024882"/>
                  <a:pt x="5362576" y="1989188"/>
                  <a:pt x="5396528" y="1987647"/>
                </a:cubicBezTo>
                <a:cubicBezTo>
                  <a:pt x="5394512" y="1966590"/>
                  <a:pt x="5402916" y="1948614"/>
                  <a:pt x="5415690" y="1930895"/>
                </a:cubicBezTo>
                <a:cubicBezTo>
                  <a:pt x="5420060" y="1921137"/>
                  <a:pt x="5425943" y="1911764"/>
                  <a:pt x="5431532" y="1902006"/>
                </a:cubicBezTo>
                <a:lnTo>
                  <a:pt x="5438478" y="1886609"/>
                </a:lnTo>
                <a:lnTo>
                  <a:pt x="5438556" y="1881134"/>
                </a:lnTo>
                <a:cubicBezTo>
                  <a:pt x="5440680" y="1876008"/>
                  <a:pt x="5446034" y="1869842"/>
                  <a:pt x="5449264" y="1864002"/>
                </a:cubicBezTo>
                <a:lnTo>
                  <a:pt x="5454218" y="1872513"/>
                </a:lnTo>
                <a:lnTo>
                  <a:pt x="5456938" y="1873053"/>
                </a:lnTo>
                <a:cubicBezTo>
                  <a:pt x="5466850" y="1870934"/>
                  <a:pt x="5472082" y="1857837"/>
                  <a:pt x="5468804" y="1852830"/>
                </a:cubicBezTo>
                <a:cubicBezTo>
                  <a:pt x="5454012" y="1849748"/>
                  <a:pt x="5473174" y="1867467"/>
                  <a:pt x="5454012" y="1859506"/>
                </a:cubicBezTo>
                <a:cubicBezTo>
                  <a:pt x="5462417" y="1830232"/>
                  <a:pt x="5483930" y="1807377"/>
                  <a:pt x="5481578" y="1786320"/>
                </a:cubicBezTo>
                <a:cubicBezTo>
                  <a:pt x="5489982" y="1787860"/>
                  <a:pt x="5487964" y="1791199"/>
                  <a:pt x="5494352" y="1792740"/>
                </a:cubicBezTo>
                <a:cubicBezTo>
                  <a:pt x="5498722" y="1794537"/>
                  <a:pt x="5500739" y="1787860"/>
                  <a:pt x="5502756" y="1784779"/>
                </a:cubicBezTo>
                <a:close/>
                <a:moveTo>
                  <a:pt x="4498982" y="1784392"/>
                </a:moveTo>
                <a:cubicBezTo>
                  <a:pt x="4501142" y="1784475"/>
                  <a:pt x="4502860" y="1784681"/>
                  <a:pt x="4503370" y="1784681"/>
                </a:cubicBezTo>
                <a:cubicBezTo>
                  <a:pt x="4507785" y="1791024"/>
                  <a:pt x="4494880" y="1795843"/>
                  <a:pt x="4488429" y="1795843"/>
                </a:cubicBezTo>
                <a:cubicBezTo>
                  <a:pt x="4482062" y="1784999"/>
                  <a:pt x="4492504" y="1784142"/>
                  <a:pt x="4498982" y="1784392"/>
                </a:cubicBezTo>
                <a:close/>
                <a:moveTo>
                  <a:pt x="4484052" y="1770067"/>
                </a:moveTo>
                <a:cubicBezTo>
                  <a:pt x="4484052" y="1779623"/>
                  <a:pt x="4473563" y="1778115"/>
                  <a:pt x="4465106" y="1781133"/>
                </a:cubicBezTo>
                <a:cubicBezTo>
                  <a:pt x="4467135" y="1773336"/>
                  <a:pt x="4473563" y="1770067"/>
                  <a:pt x="4484052" y="1770067"/>
                </a:cubicBezTo>
                <a:close/>
                <a:moveTo>
                  <a:pt x="5502590" y="1768805"/>
                </a:moveTo>
                <a:cubicBezTo>
                  <a:pt x="5507939" y="1768393"/>
                  <a:pt x="5513288" y="1769598"/>
                  <a:pt x="5516514" y="1773657"/>
                </a:cubicBezTo>
                <a:cubicBezTo>
                  <a:pt x="5512438" y="1779998"/>
                  <a:pt x="5501572" y="1776700"/>
                  <a:pt x="5488668" y="1773657"/>
                </a:cubicBezTo>
                <a:cubicBezTo>
                  <a:pt x="5491894" y="1771247"/>
                  <a:pt x="5497242" y="1769218"/>
                  <a:pt x="5502590" y="1768805"/>
                </a:cubicBezTo>
                <a:close/>
                <a:moveTo>
                  <a:pt x="4979603" y="1767000"/>
                </a:moveTo>
                <a:lnTo>
                  <a:pt x="4972962" y="1772661"/>
                </a:lnTo>
                <a:cubicBezTo>
                  <a:pt x="4974972" y="1757993"/>
                  <a:pt x="4951840" y="1782439"/>
                  <a:pt x="4949494" y="1779351"/>
                </a:cubicBezTo>
                <a:cubicBezTo>
                  <a:pt x="4960222" y="1785784"/>
                  <a:pt x="4945470" y="1793761"/>
                  <a:pt x="4930720" y="1793761"/>
                </a:cubicBezTo>
                <a:cubicBezTo>
                  <a:pt x="4922003" y="1801996"/>
                  <a:pt x="4941112" y="1795563"/>
                  <a:pt x="4936754" y="1803540"/>
                </a:cubicBezTo>
                <a:lnTo>
                  <a:pt x="4924148" y="1809294"/>
                </a:lnTo>
                <a:lnTo>
                  <a:pt x="4927008" y="1814712"/>
                </a:lnTo>
                <a:cubicBezTo>
                  <a:pt x="4935418" y="1811375"/>
                  <a:pt x="4943828" y="1795206"/>
                  <a:pt x="4952575" y="1804959"/>
                </a:cubicBezTo>
                <a:cubicBezTo>
                  <a:pt x="4948202" y="1809835"/>
                  <a:pt x="4939792" y="1811375"/>
                  <a:pt x="4939792" y="1817792"/>
                </a:cubicBezTo>
                <a:cubicBezTo>
                  <a:pt x="4958966" y="1819332"/>
                  <a:pt x="4954594" y="1804959"/>
                  <a:pt x="4967376" y="1801622"/>
                </a:cubicBezTo>
                <a:cubicBezTo>
                  <a:pt x="4967376" y="1801622"/>
                  <a:pt x="4967376" y="1801622"/>
                  <a:pt x="4967376" y="1808039"/>
                </a:cubicBezTo>
                <a:cubicBezTo>
                  <a:pt x="4971414" y="1808039"/>
                  <a:pt x="4971414" y="1809835"/>
                  <a:pt x="4971414" y="1812915"/>
                </a:cubicBezTo>
                <a:cubicBezTo>
                  <a:pt x="4965358" y="1814712"/>
                  <a:pt x="4956612" y="1814712"/>
                  <a:pt x="4954594" y="1819332"/>
                </a:cubicBezTo>
                <a:cubicBezTo>
                  <a:pt x="4954594" y="1822669"/>
                  <a:pt x="4952575" y="1827546"/>
                  <a:pt x="4956612" y="1827546"/>
                </a:cubicBezTo>
                <a:lnTo>
                  <a:pt x="4976176" y="1814580"/>
                </a:lnTo>
                <a:lnTo>
                  <a:pt x="4976681" y="1811220"/>
                </a:lnTo>
                <a:cubicBezTo>
                  <a:pt x="4976681" y="1801724"/>
                  <a:pt x="4974578" y="1792869"/>
                  <a:pt x="4975588" y="1784016"/>
                </a:cubicBezTo>
                <a:close/>
                <a:moveTo>
                  <a:pt x="5152398" y="1764405"/>
                </a:moveTo>
                <a:cubicBezTo>
                  <a:pt x="5147015" y="1769282"/>
                  <a:pt x="5140624" y="1773710"/>
                  <a:pt x="5134778" y="1778329"/>
                </a:cubicBezTo>
                <a:lnTo>
                  <a:pt x="5123645" y="1790038"/>
                </a:lnTo>
                <a:lnTo>
                  <a:pt x="5123826" y="1790307"/>
                </a:lnTo>
                <a:lnTo>
                  <a:pt x="5123818" y="1791602"/>
                </a:lnTo>
                <a:lnTo>
                  <a:pt x="5141970" y="1781890"/>
                </a:lnTo>
                <a:cubicBezTo>
                  <a:pt x="5147015" y="1776854"/>
                  <a:pt x="5150211" y="1770822"/>
                  <a:pt x="5152398" y="1764405"/>
                </a:cubicBezTo>
                <a:close/>
                <a:moveTo>
                  <a:pt x="4567732" y="1762608"/>
                </a:moveTo>
                <a:cubicBezTo>
                  <a:pt x="4563359" y="1770822"/>
                  <a:pt x="4554949" y="1772362"/>
                  <a:pt x="4552931" y="1782115"/>
                </a:cubicBezTo>
                <a:lnTo>
                  <a:pt x="4557840" y="1781912"/>
                </a:lnTo>
                <a:lnTo>
                  <a:pt x="4559581" y="1776857"/>
                </a:lnTo>
                <a:lnTo>
                  <a:pt x="4562798" y="1781707"/>
                </a:lnTo>
                <a:lnTo>
                  <a:pt x="4562823" y="1781706"/>
                </a:lnTo>
                <a:cubicBezTo>
                  <a:pt x="4570424" y="1778843"/>
                  <a:pt x="4572442" y="1769987"/>
                  <a:pt x="4580516" y="1767485"/>
                </a:cubicBezTo>
                <a:cubicBezTo>
                  <a:pt x="4580516" y="1762608"/>
                  <a:pt x="4574124" y="1761068"/>
                  <a:pt x="4567732" y="1762608"/>
                </a:cubicBezTo>
                <a:close/>
                <a:moveTo>
                  <a:pt x="5242254" y="1756486"/>
                </a:moveTo>
                <a:cubicBezTo>
                  <a:pt x="5246540" y="1767867"/>
                  <a:pt x="5242254" y="1782613"/>
                  <a:pt x="5232036" y="1792443"/>
                </a:cubicBezTo>
                <a:cubicBezTo>
                  <a:pt x="5217201" y="1784423"/>
                  <a:pt x="5238299" y="1767867"/>
                  <a:pt x="5242254" y="1756486"/>
                </a:cubicBezTo>
                <a:close/>
                <a:moveTo>
                  <a:pt x="4945414" y="1738377"/>
                </a:moveTo>
                <a:cubicBezTo>
                  <a:pt x="4949429" y="1744854"/>
                  <a:pt x="4955784" y="1747963"/>
                  <a:pt x="4953776" y="1759621"/>
                </a:cubicBezTo>
                <a:cubicBezTo>
                  <a:pt x="4922000" y="1757808"/>
                  <a:pt x="4934712" y="1757808"/>
                  <a:pt x="4945414" y="1738377"/>
                </a:cubicBezTo>
                <a:close/>
                <a:moveTo>
                  <a:pt x="4489014" y="1736685"/>
                </a:moveTo>
                <a:cubicBezTo>
                  <a:pt x="4478250" y="1738482"/>
                  <a:pt x="4472194" y="1743102"/>
                  <a:pt x="4467821" y="1751315"/>
                </a:cubicBezTo>
                <a:cubicBezTo>
                  <a:pt x="4478250" y="1749775"/>
                  <a:pt x="4486996" y="1744899"/>
                  <a:pt x="4489014" y="1736685"/>
                </a:cubicBezTo>
                <a:close/>
                <a:moveTo>
                  <a:pt x="5507118" y="1736114"/>
                </a:moveTo>
                <a:cubicBezTo>
                  <a:pt x="5517996" y="1744275"/>
                  <a:pt x="5496240" y="1753967"/>
                  <a:pt x="5485701" y="1749121"/>
                </a:cubicBezTo>
                <a:cubicBezTo>
                  <a:pt x="5487741" y="1739429"/>
                  <a:pt x="5502698" y="1744275"/>
                  <a:pt x="5507118" y="1736114"/>
                </a:cubicBezTo>
                <a:close/>
                <a:moveTo>
                  <a:pt x="4537468" y="1733850"/>
                </a:moveTo>
                <a:cubicBezTo>
                  <a:pt x="4537468" y="1741851"/>
                  <a:pt x="4537468" y="1748305"/>
                  <a:pt x="4527410" y="1746756"/>
                </a:cubicBezTo>
                <a:cubicBezTo>
                  <a:pt x="4529356" y="1740303"/>
                  <a:pt x="4531303" y="1735399"/>
                  <a:pt x="4537468" y="1733850"/>
                </a:cubicBezTo>
                <a:close/>
                <a:moveTo>
                  <a:pt x="4611630" y="1731977"/>
                </a:moveTo>
                <a:cubicBezTo>
                  <a:pt x="4611630" y="1738572"/>
                  <a:pt x="4605278" y="1736796"/>
                  <a:pt x="4607284" y="1744914"/>
                </a:cubicBezTo>
                <a:cubicBezTo>
                  <a:pt x="4607284" y="1744914"/>
                  <a:pt x="4607284" y="1744914"/>
                  <a:pt x="4590234" y="1744914"/>
                </a:cubicBezTo>
                <a:cubicBezTo>
                  <a:pt x="4590234" y="1740094"/>
                  <a:pt x="4588230" y="1735274"/>
                  <a:pt x="4594580" y="1733753"/>
                </a:cubicBezTo>
                <a:cubicBezTo>
                  <a:pt x="4594580" y="1736796"/>
                  <a:pt x="4598927" y="1736796"/>
                  <a:pt x="4605278" y="1736796"/>
                </a:cubicBezTo>
                <a:cubicBezTo>
                  <a:pt x="4605278" y="1733753"/>
                  <a:pt x="4605278" y="1730455"/>
                  <a:pt x="4611630" y="1731977"/>
                </a:cubicBezTo>
                <a:close/>
                <a:moveTo>
                  <a:pt x="234046" y="1729706"/>
                </a:moveTo>
                <a:cubicBezTo>
                  <a:pt x="221344" y="1739527"/>
                  <a:pt x="225689" y="1745987"/>
                  <a:pt x="221344" y="1757358"/>
                </a:cubicBezTo>
                <a:cubicBezTo>
                  <a:pt x="210646" y="1754257"/>
                  <a:pt x="214991" y="1724796"/>
                  <a:pt x="234046" y="1729706"/>
                </a:cubicBezTo>
                <a:close/>
                <a:moveTo>
                  <a:pt x="5535745" y="1719137"/>
                </a:moveTo>
                <a:cubicBezTo>
                  <a:pt x="5550641" y="1744971"/>
                  <a:pt x="5523166" y="1774131"/>
                  <a:pt x="5525484" y="1801500"/>
                </a:cubicBezTo>
                <a:cubicBezTo>
                  <a:pt x="5510919" y="1780525"/>
                  <a:pt x="5542035" y="1743181"/>
                  <a:pt x="5535745" y="1719137"/>
                </a:cubicBezTo>
                <a:close/>
                <a:moveTo>
                  <a:pt x="5642606" y="1713479"/>
                </a:moveTo>
                <a:cubicBezTo>
                  <a:pt x="5621292" y="1727985"/>
                  <a:pt x="5632118" y="1745547"/>
                  <a:pt x="5604375" y="1766416"/>
                </a:cubicBezTo>
                <a:cubicBezTo>
                  <a:pt x="5610803" y="1755218"/>
                  <a:pt x="5612834" y="1713479"/>
                  <a:pt x="5642606" y="1713479"/>
                </a:cubicBezTo>
                <a:close/>
                <a:moveTo>
                  <a:pt x="4653268" y="1712151"/>
                </a:moveTo>
                <a:lnTo>
                  <a:pt x="4652212" y="1712943"/>
                </a:lnTo>
                <a:lnTo>
                  <a:pt x="4650242" y="1716926"/>
                </a:lnTo>
                <a:lnTo>
                  <a:pt x="4652572" y="1718833"/>
                </a:lnTo>
                <a:lnTo>
                  <a:pt x="4654990" y="1717842"/>
                </a:lnTo>
                <a:close/>
                <a:moveTo>
                  <a:pt x="5460590" y="1708952"/>
                </a:moveTo>
                <a:cubicBezTo>
                  <a:pt x="5473494" y="1712320"/>
                  <a:pt x="5462627" y="1726827"/>
                  <a:pt x="5456176" y="1730195"/>
                </a:cubicBezTo>
                <a:cubicBezTo>
                  <a:pt x="5445648" y="1726827"/>
                  <a:pt x="5460590" y="1715429"/>
                  <a:pt x="5460590" y="1708952"/>
                </a:cubicBezTo>
                <a:close/>
                <a:moveTo>
                  <a:pt x="4621348" y="1707347"/>
                </a:moveTo>
                <a:cubicBezTo>
                  <a:pt x="4638326" y="1705556"/>
                  <a:pt x="4627799" y="1723468"/>
                  <a:pt x="4623385" y="1728329"/>
                </a:cubicBezTo>
                <a:cubicBezTo>
                  <a:pt x="4625762" y="1720141"/>
                  <a:pt x="4612858" y="1734726"/>
                  <a:pt x="4612858" y="1725002"/>
                </a:cubicBezTo>
                <a:cubicBezTo>
                  <a:pt x="4623385" y="1723468"/>
                  <a:pt x="4610481" y="1717070"/>
                  <a:pt x="4612858" y="1712208"/>
                </a:cubicBezTo>
                <a:cubicBezTo>
                  <a:pt x="4616934" y="1712208"/>
                  <a:pt x="4623385" y="1713744"/>
                  <a:pt x="4623385" y="1710418"/>
                </a:cubicBezTo>
                <a:cubicBezTo>
                  <a:pt x="4621348" y="1710418"/>
                  <a:pt x="4619310" y="1708883"/>
                  <a:pt x="4621348" y="1707347"/>
                </a:cubicBezTo>
                <a:close/>
                <a:moveTo>
                  <a:pt x="4960985" y="1705885"/>
                </a:moveTo>
                <a:cubicBezTo>
                  <a:pt x="4956612" y="1707681"/>
                  <a:pt x="4954594" y="1710761"/>
                  <a:pt x="4954594" y="1714098"/>
                </a:cubicBezTo>
                <a:cubicBezTo>
                  <a:pt x="4954594" y="1720515"/>
                  <a:pt x="4960985" y="1722055"/>
                  <a:pt x="4958966" y="1731808"/>
                </a:cubicBezTo>
                <a:lnTo>
                  <a:pt x="4955295" y="1731518"/>
                </a:lnTo>
                <a:lnTo>
                  <a:pt x="4954292" y="1734720"/>
                </a:lnTo>
                <a:cubicBezTo>
                  <a:pt x="4941284" y="1731325"/>
                  <a:pt x="4941284" y="1726363"/>
                  <a:pt x="4945735" y="1721401"/>
                </a:cubicBezTo>
                <a:lnTo>
                  <a:pt x="4947173" y="1722207"/>
                </a:lnTo>
                <a:lnTo>
                  <a:pt x="4946904" y="1721449"/>
                </a:lnTo>
                <a:lnTo>
                  <a:pt x="4942260" y="1719194"/>
                </a:lnTo>
                <a:lnTo>
                  <a:pt x="4939600" y="1745006"/>
                </a:lnTo>
                <a:cubicBezTo>
                  <a:pt x="4931022" y="1748984"/>
                  <a:pt x="4923034" y="1753860"/>
                  <a:pt x="4915592" y="1758961"/>
                </a:cubicBezTo>
                <a:lnTo>
                  <a:pt x="4895080" y="1774105"/>
                </a:lnTo>
                <a:lnTo>
                  <a:pt x="4895051" y="1775699"/>
                </a:lnTo>
                <a:cubicBezTo>
                  <a:pt x="4901442" y="1769282"/>
                  <a:pt x="4922636" y="1762608"/>
                  <a:pt x="4922636" y="1775699"/>
                </a:cubicBezTo>
                <a:cubicBezTo>
                  <a:pt x="4903461" y="1786992"/>
                  <a:pt x="4882268" y="1796745"/>
                  <a:pt x="4873858" y="1814712"/>
                </a:cubicBezTo>
                <a:cubicBezTo>
                  <a:pt x="4875876" y="1814712"/>
                  <a:pt x="4880250" y="1814712"/>
                  <a:pt x="4880250" y="1817792"/>
                </a:cubicBezTo>
                <a:cubicBezTo>
                  <a:pt x="4870662" y="1820230"/>
                  <a:pt x="4868560" y="1816188"/>
                  <a:pt x="4866710" y="1811953"/>
                </a:cubicBezTo>
                <a:lnTo>
                  <a:pt x="4863550" y="1806783"/>
                </a:lnTo>
                <a:lnTo>
                  <a:pt x="4857561" y="1817929"/>
                </a:lnTo>
                <a:cubicBezTo>
                  <a:pt x="4851150" y="1814851"/>
                  <a:pt x="4853512" y="1811515"/>
                  <a:pt x="4857561" y="1806641"/>
                </a:cubicBezTo>
                <a:lnTo>
                  <a:pt x="4854080" y="1807299"/>
                </a:lnTo>
                <a:lnTo>
                  <a:pt x="4852817" y="1812201"/>
                </a:lnTo>
                <a:lnTo>
                  <a:pt x="4850137" y="1813072"/>
                </a:lnTo>
                <a:lnTo>
                  <a:pt x="4850390" y="1814530"/>
                </a:lnTo>
                <a:cubicBezTo>
                  <a:pt x="4851318" y="1816870"/>
                  <a:pt x="4852310" y="1819164"/>
                  <a:pt x="4851866" y="1820567"/>
                </a:cubicBezTo>
                <a:lnTo>
                  <a:pt x="4848548" y="1820891"/>
                </a:lnTo>
                <a:lnTo>
                  <a:pt x="4852202" y="1821478"/>
                </a:lnTo>
                <a:lnTo>
                  <a:pt x="4854636" y="1825592"/>
                </a:lnTo>
                <a:lnTo>
                  <a:pt x="4856270" y="1825738"/>
                </a:lnTo>
                <a:cubicBezTo>
                  <a:pt x="4857962" y="1826235"/>
                  <a:pt x="4859333" y="1827229"/>
                  <a:pt x="4859924" y="1829217"/>
                </a:cubicBezTo>
                <a:cubicBezTo>
                  <a:pt x="4851319" y="1830051"/>
                  <a:pt x="4844464" y="1831189"/>
                  <a:pt x="4838791" y="1832805"/>
                </a:cubicBezTo>
                <a:lnTo>
                  <a:pt x="4826887" y="1838271"/>
                </a:lnTo>
                <a:lnTo>
                  <a:pt x="4824742" y="1848592"/>
                </a:lnTo>
                <a:lnTo>
                  <a:pt x="4809533" y="1856897"/>
                </a:lnTo>
                <a:lnTo>
                  <a:pt x="4804245" y="1864877"/>
                </a:lnTo>
                <a:lnTo>
                  <a:pt x="4799678" y="1862168"/>
                </a:lnTo>
                <a:lnTo>
                  <a:pt x="4794709" y="1864683"/>
                </a:lnTo>
                <a:lnTo>
                  <a:pt x="4798138" y="1867259"/>
                </a:lnTo>
                <a:cubicBezTo>
                  <a:pt x="4799016" y="1870753"/>
                  <a:pt x="4789546" y="1872953"/>
                  <a:pt x="4799079" y="1877739"/>
                </a:cubicBezTo>
                <a:cubicBezTo>
                  <a:pt x="4796906" y="1880928"/>
                  <a:pt x="4792641" y="1877674"/>
                  <a:pt x="4788417" y="1874230"/>
                </a:cubicBezTo>
                <a:lnTo>
                  <a:pt x="4783352" y="1870429"/>
                </a:lnTo>
                <a:lnTo>
                  <a:pt x="4778320" y="1872976"/>
                </a:lnTo>
                <a:lnTo>
                  <a:pt x="4779155" y="1869606"/>
                </a:lnTo>
                <a:lnTo>
                  <a:pt x="4778006" y="1869572"/>
                </a:lnTo>
                <a:cubicBezTo>
                  <a:pt x="4775832" y="1867148"/>
                  <a:pt x="4775246" y="1865170"/>
                  <a:pt x="4775498" y="1863384"/>
                </a:cubicBezTo>
                <a:lnTo>
                  <a:pt x="4775884" y="1862607"/>
                </a:lnTo>
                <a:lnTo>
                  <a:pt x="4775297" y="1862959"/>
                </a:lnTo>
                <a:lnTo>
                  <a:pt x="4765158" y="1882344"/>
                </a:lnTo>
                <a:cubicBezTo>
                  <a:pt x="4759060" y="1889659"/>
                  <a:pt x="4750566" y="1896589"/>
                  <a:pt x="4739970" y="1900696"/>
                </a:cubicBezTo>
                <a:cubicBezTo>
                  <a:pt x="4727186" y="1903776"/>
                  <a:pt x="4735596" y="1892482"/>
                  <a:pt x="4722813" y="1895819"/>
                </a:cubicBezTo>
                <a:cubicBezTo>
                  <a:pt x="4710030" y="1900696"/>
                  <a:pt x="4703638" y="1900696"/>
                  <a:pt x="4705993" y="1913529"/>
                </a:cubicBezTo>
                <a:cubicBezTo>
                  <a:pt x="4698424" y="1915197"/>
                  <a:pt x="4695733" y="1913593"/>
                  <a:pt x="4694135" y="1911155"/>
                </a:cubicBezTo>
                <a:lnTo>
                  <a:pt x="4693179" y="1909824"/>
                </a:lnTo>
                <a:lnTo>
                  <a:pt x="4665142" y="1931584"/>
                </a:lnTo>
                <a:lnTo>
                  <a:pt x="4650026" y="1938300"/>
                </a:lnTo>
                <a:lnTo>
                  <a:pt x="4647142" y="1945086"/>
                </a:lnTo>
                <a:lnTo>
                  <a:pt x="4642472" y="1948635"/>
                </a:lnTo>
                <a:lnTo>
                  <a:pt x="4649968" y="1945910"/>
                </a:lnTo>
                <a:cubicBezTo>
                  <a:pt x="4652376" y="1946653"/>
                  <a:pt x="4655328" y="1948697"/>
                  <a:pt x="4659098" y="1952784"/>
                </a:cubicBezTo>
                <a:cubicBezTo>
                  <a:pt x="4643014" y="1974434"/>
                  <a:pt x="4612796" y="1974530"/>
                  <a:pt x="4595157" y="1989498"/>
                </a:cubicBezTo>
                <a:lnTo>
                  <a:pt x="4585500" y="2005996"/>
                </a:lnTo>
                <a:lnTo>
                  <a:pt x="4588337" y="2002112"/>
                </a:lnTo>
                <a:cubicBezTo>
                  <a:pt x="4593635" y="1995791"/>
                  <a:pt x="4600531" y="1991299"/>
                  <a:pt x="4616510" y="1991299"/>
                </a:cubicBezTo>
                <a:cubicBezTo>
                  <a:pt x="4625258" y="1994636"/>
                  <a:pt x="4601708" y="2002850"/>
                  <a:pt x="4618865" y="2004390"/>
                </a:cubicBezTo>
                <a:cubicBezTo>
                  <a:pt x="4620884" y="1991299"/>
                  <a:pt x="4622902" y="1989759"/>
                  <a:pt x="4635686" y="1983343"/>
                </a:cubicBezTo>
                <a:cubicBezTo>
                  <a:pt x="4644096" y="1986423"/>
                  <a:pt x="4616510" y="2001053"/>
                  <a:pt x="4635686" y="2001053"/>
                </a:cubicBezTo>
                <a:cubicBezTo>
                  <a:pt x="4635686" y="1989759"/>
                  <a:pt x="4648469" y="1988219"/>
                  <a:pt x="4642078" y="1975129"/>
                </a:cubicBezTo>
                <a:cubicBezTo>
                  <a:pt x="4667644" y="1972050"/>
                  <a:pt x="4633668" y="1989759"/>
                  <a:pt x="4656879" y="1989759"/>
                </a:cubicBezTo>
                <a:cubicBezTo>
                  <a:pt x="4659234" y="1975129"/>
                  <a:pt x="4678072" y="1975129"/>
                  <a:pt x="4661252" y="1968712"/>
                </a:cubicBezTo>
                <a:cubicBezTo>
                  <a:pt x="4682445" y="1972050"/>
                  <a:pt x="4695228" y="1965376"/>
                  <a:pt x="4686818" y="1955623"/>
                </a:cubicBezTo>
                <a:cubicBezTo>
                  <a:pt x="4690855" y="1955623"/>
                  <a:pt x="4695228" y="1954083"/>
                  <a:pt x="4695228" y="1949206"/>
                </a:cubicBezTo>
                <a:cubicBezTo>
                  <a:pt x="4703638" y="1949206"/>
                  <a:pt x="4708012" y="1962296"/>
                  <a:pt x="4718776" y="1952543"/>
                </a:cubicBezTo>
                <a:cubicBezTo>
                  <a:pt x="4718776" y="1945869"/>
                  <a:pt x="4712384" y="1942789"/>
                  <a:pt x="4710030" y="1937912"/>
                </a:cubicBezTo>
                <a:cubicBezTo>
                  <a:pt x="4718776" y="1933036"/>
                  <a:pt x="4735596" y="1916866"/>
                  <a:pt x="4741988" y="1924822"/>
                </a:cubicBezTo>
                <a:cubicBezTo>
                  <a:pt x="4731223" y="1924822"/>
                  <a:pt x="4727186" y="1934576"/>
                  <a:pt x="4718776" y="1937912"/>
                </a:cubicBezTo>
                <a:cubicBezTo>
                  <a:pt x="4746361" y="1933036"/>
                  <a:pt x="4763181" y="1905316"/>
                  <a:pt x="4782356" y="1923283"/>
                </a:cubicBezTo>
                <a:cubicBezTo>
                  <a:pt x="4786730" y="1910193"/>
                  <a:pt x="4807922" y="1911989"/>
                  <a:pt x="4812296" y="1897359"/>
                </a:cubicBezTo>
                <a:cubicBezTo>
                  <a:pt x="4803550" y="1903776"/>
                  <a:pt x="4784375" y="1900696"/>
                  <a:pt x="4784375" y="1915069"/>
                </a:cubicBezTo>
                <a:cubicBezTo>
                  <a:pt x="4784375" y="1915069"/>
                  <a:pt x="4784375" y="1915069"/>
                  <a:pt x="4767554" y="1915069"/>
                </a:cubicBezTo>
                <a:cubicBezTo>
                  <a:pt x="4769572" y="1910193"/>
                  <a:pt x="4769572" y="1907112"/>
                  <a:pt x="4771927" y="1903776"/>
                </a:cubicBezTo>
                <a:cubicBezTo>
                  <a:pt x="4784375" y="1902236"/>
                  <a:pt x="4797158" y="1894022"/>
                  <a:pt x="4814314" y="1889146"/>
                </a:cubicBezTo>
                <a:cubicBezTo>
                  <a:pt x="4818351" y="1892482"/>
                  <a:pt x="4814314" y="1902236"/>
                  <a:pt x="4827098" y="1900696"/>
                </a:cubicBezTo>
                <a:cubicBezTo>
                  <a:pt x="4831134" y="1882729"/>
                  <a:pt x="4861074" y="1876312"/>
                  <a:pt x="4867466" y="1872976"/>
                </a:cubicBezTo>
                <a:cubicBezTo>
                  <a:pt x="4863093" y="1863222"/>
                  <a:pt x="4877894" y="1853469"/>
                  <a:pt x="4865448" y="1848592"/>
                </a:cubicBezTo>
                <a:cubicBezTo>
                  <a:pt x="4867466" y="1847052"/>
                  <a:pt x="4869484" y="1845512"/>
                  <a:pt x="4869484" y="1842175"/>
                </a:cubicBezTo>
                <a:cubicBezTo>
                  <a:pt x="4880250" y="1848592"/>
                  <a:pt x="4893032" y="1840635"/>
                  <a:pt x="4895051" y="1851929"/>
                </a:cubicBezTo>
                <a:cubicBezTo>
                  <a:pt x="4900434" y="1847822"/>
                  <a:pt x="4900938" y="1843330"/>
                  <a:pt x="4899298" y="1839481"/>
                </a:cubicBezTo>
                <a:lnTo>
                  <a:pt x="4891969" y="1832170"/>
                </a:lnTo>
                <a:lnTo>
                  <a:pt x="4892590" y="1833180"/>
                </a:lnTo>
                <a:cubicBezTo>
                  <a:pt x="4892145" y="1834564"/>
                  <a:pt x="4890322" y="1836478"/>
                  <a:pt x="4886130" y="1839308"/>
                </a:cubicBezTo>
                <a:cubicBezTo>
                  <a:pt x="4890154" y="1824640"/>
                  <a:pt x="4871380" y="1839308"/>
                  <a:pt x="4862663" y="1841110"/>
                </a:cubicBezTo>
                <a:cubicBezTo>
                  <a:pt x="4867022" y="1816664"/>
                  <a:pt x="4919991" y="1793761"/>
                  <a:pt x="4936754" y="1774462"/>
                </a:cubicBezTo>
                <a:cubicBezTo>
                  <a:pt x="4943124" y="1772661"/>
                  <a:pt x="4949494" y="1774462"/>
                  <a:pt x="4955864" y="1774462"/>
                </a:cubicBezTo>
                <a:cubicBezTo>
                  <a:pt x="4960222" y="1771117"/>
                  <a:pt x="4953852" y="1767772"/>
                  <a:pt x="4951840" y="1766228"/>
                </a:cubicBezTo>
                <a:cubicBezTo>
                  <a:pt x="4956534" y="1762175"/>
                  <a:pt x="4962044" y="1759232"/>
                  <a:pt x="4967838" y="1756743"/>
                </a:cubicBezTo>
                <a:lnTo>
                  <a:pt x="4983451" y="1750779"/>
                </a:lnTo>
                <a:lnTo>
                  <a:pt x="4986352" y="1738590"/>
                </a:lnTo>
                <a:cubicBezTo>
                  <a:pt x="4986352" y="1734099"/>
                  <a:pt x="4985027" y="1729014"/>
                  <a:pt x="4983335" y="1723632"/>
                </a:cubicBezTo>
                <a:lnTo>
                  <a:pt x="4981146" y="1716621"/>
                </a:lnTo>
                <a:lnTo>
                  <a:pt x="4975240" y="1718249"/>
                </a:lnTo>
                <a:cubicBezTo>
                  <a:pt x="4973348" y="1719312"/>
                  <a:pt x="4971498" y="1721029"/>
                  <a:pt x="4969395" y="1723852"/>
                </a:cubicBezTo>
                <a:cubicBezTo>
                  <a:pt x="4958966" y="1720515"/>
                  <a:pt x="4967376" y="1709221"/>
                  <a:pt x="4960985" y="1705885"/>
                </a:cubicBezTo>
                <a:close/>
                <a:moveTo>
                  <a:pt x="4380694" y="1702548"/>
                </a:moveTo>
                <a:cubicBezTo>
                  <a:pt x="4387086" y="1709221"/>
                  <a:pt x="4378339" y="1710761"/>
                  <a:pt x="4378339" y="1720515"/>
                </a:cubicBezTo>
                <a:cubicBezTo>
                  <a:pt x="4391122" y="1720515"/>
                  <a:pt x="4395496" y="1710761"/>
                  <a:pt x="4391122" y="1702548"/>
                </a:cubicBezTo>
                <a:cubicBezTo>
                  <a:pt x="4389104" y="1701008"/>
                  <a:pt x="4387086" y="1702548"/>
                  <a:pt x="4387086" y="1704345"/>
                </a:cubicBezTo>
                <a:cubicBezTo>
                  <a:pt x="4387086" y="1704345"/>
                  <a:pt x="4387086" y="1704345"/>
                  <a:pt x="4380694" y="1702548"/>
                </a:cubicBezTo>
                <a:close/>
                <a:moveTo>
                  <a:pt x="5281738" y="1696502"/>
                </a:moveTo>
                <a:cubicBezTo>
                  <a:pt x="5288072" y="1702882"/>
                  <a:pt x="5277405" y="1712835"/>
                  <a:pt x="5279738" y="1719215"/>
                </a:cubicBezTo>
                <a:cubicBezTo>
                  <a:pt x="5269071" y="1722278"/>
                  <a:pt x="5269071" y="1717684"/>
                  <a:pt x="5258737" y="1714366"/>
                </a:cubicBezTo>
                <a:cubicBezTo>
                  <a:pt x="5275404" y="1711048"/>
                  <a:pt x="5269071" y="1706200"/>
                  <a:pt x="5281738" y="1696502"/>
                </a:cubicBezTo>
                <a:close/>
                <a:moveTo>
                  <a:pt x="4701620" y="1694592"/>
                </a:moveTo>
                <a:cubicBezTo>
                  <a:pt x="4693210" y="1701008"/>
                  <a:pt x="4682445" y="1707681"/>
                  <a:pt x="4680427" y="1720515"/>
                </a:cubicBezTo>
                <a:cubicBezTo>
                  <a:pt x="4690855" y="1714098"/>
                  <a:pt x="4701620" y="1707681"/>
                  <a:pt x="4701620" y="1694592"/>
                </a:cubicBezTo>
                <a:close/>
                <a:moveTo>
                  <a:pt x="4589306" y="1693449"/>
                </a:moveTo>
                <a:cubicBezTo>
                  <a:pt x="4591676" y="1692421"/>
                  <a:pt x="4596414" y="1693284"/>
                  <a:pt x="4602731" y="1699119"/>
                </a:cubicBezTo>
                <a:cubicBezTo>
                  <a:pt x="4602731" y="1704160"/>
                  <a:pt x="4590096" y="1694080"/>
                  <a:pt x="4590096" y="1699119"/>
                </a:cubicBezTo>
                <a:cubicBezTo>
                  <a:pt x="4586938" y="1697395"/>
                  <a:pt x="4586938" y="1694477"/>
                  <a:pt x="4589306" y="1693449"/>
                </a:cubicBezTo>
                <a:close/>
                <a:moveTo>
                  <a:pt x="318786" y="1683444"/>
                </a:moveTo>
                <a:cubicBezTo>
                  <a:pt x="314412" y="1694735"/>
                  <a:pt x="303646" y="1683444"/>
                  <a:pt x="299609" y="1691399"/>
                </a:cubicBezTo>
                <a:cubicBezTo>
                  <a:pt x="310039" y="1694735"/>
                  <a:pt x="284470" y="1709362"/>
                  <a:pt x="295235" y="1710902"/>
                </a:cubicBezTo>
                <a:cubicBezTo>
                  <a:pt x="303646" y="1697814"/>
                  <a:pt x="325179" y="1696275"/>
                  <a:pt x="318786" y="1683444"/>
                </a:cubicBezTo>
                <a:close/>
                <a:moveTo>
                  <a:pt x="5165180" y="1681502"/>
                </a:moveTo>
                <a:cubicBezTo>
                  <a:pt x="5152398" y="1679962"/>
                  <a:pt x="5143651" y="1683298"/>
                  <a:pt x="5137260" y="1691255"/>
                </a:cubicBezTo>
                <a:cubicBezTo>
                  <a:pt x="5141633" y="1702548"/>
                  <a:pt x="5152398" y="1688175"/>
                  <a:pt x="5158789" y="1693052"/>
                </a:cubicBezTo>
                <a:cubicBezTo>
                  <a:pt x="5158789" y="1709221"/>
                  <a:pt x="5146006" y="1704345"/>
                  <a:pt x="5135242" y="1710761"/>
                </a:cubicBezTo>
                <a:cubicBezTo>
                  <a:pt x="5135242" y="1717435"/>
                  <a:pt x="5141633" y="1717435"/>
                  <a:pt x="5135242" y="1720515"/>
                </a:cubicBezTo>
                <a:cubicBezTo>
                  <a:pt x="5152398" y="1723852"/>
                  <a:pt x="5167199" y="1697671"/>
                  <a:pt x="5165180" y="1681502"/>
                </a:cubicBezTo>
                <a:close/>
                <a:moveTo>
                  <a:pt x="5700303" y="1673867"/>
                </a:moveTo>
                <a:cubicBezTo>
                  <a:pt x="5710852" y="1677012"/>
                  <a:pt x="5704588" y="1688806"/>
                  <a:pt x="5700303" y="1698503"/>
                </a:cubicBezTo>
                <a:cubicBezTo>
                  <a:pt x="5681513" y="1698503"/>
                  <a:pt x="5700303" y="1681991"/>
                  <a:pt x="5700303" y="1673867"/>
                </a:cubicBezTo>
                <a:close/>
                <a:moveTo>
                  <a:pt x="5562499" y="1664813"/>
                </a:moveTo>
                <a:cubicBezTo>
                  <a:pt x="5560460" y="1669695"/>
                  <a:pt x="5558844" y="1677403"/>
                  <a:pt x="5555870" y="1685946"/>
                </a:cubicBezTo>
                <a:lnTo>
                  <a:pt x="5541416" y="1711501"/>
                </a:lnTo>
                <a:lnTo>
                  <a:pt x="5541164" y="1712091"/>
                </a:lnTo>
                <a:lnTo>
                  <a:pt x="5541109" y="1712044"/>
                </a:lnTo>
                <a:lnTo>
                  <a:pt x="5541082" y="1712089"/>
                </a:lnTo>
                <a:lnTo>
                  <a:pt x="5541077" y="1712017"/>
                </a:lnTo>
                <a:lnTo>
                  <a:pt x="5535232" y="1707065"/>
                </a:lnTo>
                <a:cubicBezTo>
                  <a:pt x="5535118" y="1704982"/>
                  <a:pt x="5536486" y="1702543"/>
                  <a:pt x="5538183" y="1699905"/>
                </a:cubicBezTo>
                <a:lnTo>
                  <a:pt x="5539912" y="1696977"/>
                </a:lnTo>
                <a:lnTo>
                  <a:pt x="5538916" y="1684115"/>
                </a:lnTo>
                <a:cubicBezTo>
                  <a:pt x="5542698" y="1674576"/>
                  <a:pt x="5550771" y="1666483"/>
                  <a:pt x="5562499" y="1664813"/>
                </a:cubicBezTo>
                <a:close/>
                <a:moveTo>
                  <a:pt x="5488334" y="1661695"/>
                </a:moveTo>
                <a:lnTo>
                  <a:pt x="5473624" y="1693982"/>
                </a:lnTo>
                <a:cubicBezTo>
                  <a:pt x="5464934" y="1687576"/>
                  <a:pt x="5467273" y="1653495"/>
                  <a:pt x="5488334" y="1661695"/>
                </a:cubicBezTo>
                <a:close/>
                <a:moveTo>
                  <a:pt x="4691266" y="1656891"/>
                </a:moveTo>
                <a:cubicBezTo>
                  <a:pt x="4706563" y="1664687"/>
                  <a:pt x="4682766" y="1679023"/>
                  <a:pt x="4674268" y="1683802"/>
                </a:cubicBezTo>
                <a:cubicBezTo>
                  <a:pt x="4674268" y="1674244"/>
                  <a:pt x="4691266" y="1661670"/>
                  <a:pt x="4691266" y="1656891"/>
                </a:cubicBezTo>
                <a:close/>
                <a:moveTo>
                  <a:pt x="3332137" y="1653013"/>
                </a:moveTo>
                <a:lnTo>
                  <a:pt x="3332211" y="1653556"/>
                </a:lnTo>
                <a:lnTo>
                  <a:pt x="3337304" y="1653765"/>
                </a:lnTo>
                <a:lnTo>
                  <a:pt x="3337132" y="1653738"/>
                </a:lnTo>
                <a:close/>
                <a:moveTo>
                  <a:pt x="4969395" y="1652498"/>
                </a:moveTo>
                <a:cubicBezTo>
                  <a:pt x="4958966" y="1654038"/>
                  <a:pt x="4965358" y="1655578"/>
                  <a:pt x="4965358" y="1658914"/>
                </a:cubicBezTo>
                <a:cubicBezTo>
                  <a:pt x="4954594" y="1673545"/>
                  <a:pt x="4937437" y="1681502"/>
                  <a:pt x="4946184" y="1694592"/>
                </a:cubicBezTo>
                <a:cubicBezTo>
                  <a:pt x="4958966" y="1686378"/>
                  <a:pt x="4956612" y="1672005"/>
                  <a:pt x="4973768" y="1665331"/>
                </a:cubicBezTo>
                <a:cubicBezTo>
                  <a:pt x="4975786" y="1658914"/>
                  <a:pt x="4971414" y="1655578"/>
                  <a:pt x="4969395" y="1652498"/>
                </a:cubicBezTo>
                <a:close/>
                <a:moveTo>
                  <a:pt x="3339867" y="1649867"/>
                </a:moveTo>
                <a:lnTo>
                  <a:pt x="3339961" y="1650850"/>
                </a:lnTo>
                <a:lnTo>
                  <a:pt x="3340471" y="1653895"/>
                </a:lnTo>
                <a:lnTo>
                  <a:pt x="3353670" y="1654435"/>
                </a:lnTo>
                <a:lnTo>
                  <a:pt x="3353590" y="1653267"/>
                </a:lnTo>
                <a:cubicBezTo>
                  <a:pt x="3351484" y="1649078"/>
                  <a:pt x="3345259" y="1652892"/>
                  <a:pt x="3341084" y="1651692"/>
                </a:cubicBezTo>
                <a:close/>
                <a:moveTo>
                  <a:pt x="5140749" y="1649080"/>
                </a:moveTo>
                <a:lnTo>
                  <a:pt x="5135982" y="1652774"/>
                </a:lnTo>
                <a:cubicBezTo>
                  <a:pt x="5122780" y="1659534"/>
                  <a:pt x="5107258" y="1661670"/>
                  <a:pt x="5121644" y="1670213"/>
                </a:cubicBezTo>
                <a:lnTo>
                  <a:pt x="5114484" y="1669594"/>
                </a:lnTo>
                <a:lnTo>
                  <a:pt x="5115972" y="1683606"/>
                </a:lnTo>
                <a:lnTo>
                  <a:pt x="5129648" y="1671740"/>
                </a:lnTo>
                <a:lnTo>
                  <a:pt x="5142660" y="1665417"/>
                </a:lnTo>
                <a:lnTo>
                  <a:pt x="5136036" y="1662934"/>
                </a:lnTo>
                <a:cubicBezTo>
                  <a:pt x="5134584" y="1660890"/>
                  <a:pt x="5135919" y="1658038"/>
                  <a:pt x="5137618" y="1655236"/>
                </a:cubicBezTo>
                <a:close/>
                <a:moveTo>
                  <a:pt x="3406943" y="1647274"/>
                </a:moveTo>
                <a:cubicBezTo>
                  <a:pt x="3403242" y="1646825"/>
                  <a:pt x="3401139" y="1647707"/>
                  <a:pt x="3399935" y="1649335"/>
                </a:cubicBezTo>
                <a:lnTo>
                  <a:pt x="3398744" y="1654160"/>
                </a:lnTo>
                <a:lnTo>
                  <a:pt x="3398840" y="1654190"/>
                </a:lnTo>
                <a:lnTo>
                  <a:pt x="3398729" y="1654221"/>
                </a:lnTo>
                <a:lnTo>
                  <a:pt x="3398450" y="1655347"/>
                </a:lnTo>
                <a:lnTo>
                  <a:pt x="3406768" y="1651101"/>
                </a:lnTo>
                <a:close/>
                <a:moveTo>
                  <a:pt x="5540588" y="1641046"/>
                </a:moveTo>
                <a:cubicBezTo>
                  <a:pt x="5551543" y="1647585"/>
                  <a:pt x="5553596" y="1653873"/>
                  <a:pt x="5551543" y="1663430"/>
                </a:cubicBezTo>
                <a:cubicBezTo>
                  <a:pt x="5547092" y="1657143"/>
                  <a:pt x="5536138" y="1652364"/>
                  <a:pt x="5540588" y="1641046"/>
                </a:cubicBezTo>
                <a:close/>
                <a:moveTo>
                  <a:pt x="3466686" y="1636993"/>
                </a:moveTo>
                <a:lnTo>
                  <a:pt x="3466440" y="1639417"/>
                </a:lnTo>
                <a:lnTo>
                  <a:pt x="3474827" y="1637528"/>
                </a:lnTo>
                <a:close/>
                <a:moveTo>
                  <a:pt x="3389053" y="1636283"/>
                </a:moveTo>
                <a:lnTo>
                  <a:pt x="3388897" y="1636298"/>
                </a:lnTo>
                <a:lnTo>
                  <a:pt x="3381582" y="1639408"/>
                </a:lnTo>
                <a:lnTo>
                  <a:pt x="3382185" y="1636954"/>
                </a:lnTo>
                <a:lnTo>
                  <a:pt x="3371253" y="1638024"/>
                </a:lnTo>
                <a:cubicBezTo>
                  <a:pt x="3369234" y="1638024"/>
                  <a:pt x="3371253" y="1641103"/>
                  <a:pt x="3371253" y="1641103"/>
                </a:cubicBezTo>
                <a:cubicBezTo>
                  <a:pt x="3365366" y="1641552"/>
                  <a:pt x="3361496" y="1640669"/>
                  <a:pt x="3358405" y="1639294"/>
                </a:cubicBezTo>
                <a:lnTo>
                  <a:pt x="3356762" y="1638337"/>
                </a:lnTo>
                <a:lnTo>
                  <a:pt x="3350764" y="1641843"/>
                </a:lnTo>
                <a:cubicBezTo>
                  <a:pt x="3347515" y="1642782"/>
                  <a:pt x="3343772" y="1642653"/>
                  <a:pt x="3338978" y="1640600"/>
                </a:cubicBezTo>
                <a:lnTo>
                  <a:pt x="3339163" y="1642528"/>
                </a:lnTo>
                <a:lnTo>
                  <a:pt x="3343407" y="1642290"/>
                </a:lnTo>
                <a:cubicBezTo>
                  <a:pt x="3346819" y="1642338"/>
                  <a:pt x="3350394" y="1642835"/>
                  <a:pt x="3354094" y="1644438"/>
                </a:cubicBezTo>
                <a:lnTo>
                  <a:pt x="3357488" y="1654591"/>
                </a:lnTo>
                <a:lnTo>
                  <a:pt x="3375402" y="1655325"/>
                </a:lnTo>
                <a:lnTo>
                  <a:pt x="3380294" y="1653933"/>
                </a:lnTo>
                <a:lnTo>
                  <a:pt x="3384459" y="1653038"/>
                </a:lnTo>
                <a:lnTo>
                  <a:pt x="3382381" y="1646600"/>
                </a:lnTo>
                <a:cubicBezTo>
                  <a:pt x="3382633" y="1643937"/>
                  <a:pt x="3384736" y="1641498"/>
                  <a:pt x="3390120" y="1637520"/>
                </a:cubicBezTo>
                <a:close/>
                <a:moveTo>
                  <a:pt x="3453998" y="1635670"/>
                </a:moveTo>
                <a:cubicBezTo>
                  <a:pt x="3450797" y="1635975"/>
                  <a:pt x="3447854" y="1637354"/>
                  <a:pt x="3445162" y="1640948"/>
                </a:cubicBezTo>
                <a:lnTo>
                  <a:pt x="3444032" y="1638215"/>
                </a:lnTo>
                <a:lnTo>
                  <a:pt x="3437188" y="1645236"/>
                </a:lnTo>
                <a:lnTo>
                  <a:pt x="3457674" y="1641391"/>
                </a:lnTo>
                <a:lnTo>
                  <a:pt x="3464034" y="1639959"/>
                </a:lnTo>
                <a:lnTo>
                  <a:pt x="3460091" y="1636358"/>
                </a:lnTo>
                <a:close/>
                <a:moveTo>
                  <a:pt x="4627276" y="1634531"/>
                </a:moveTo>
                <a:cubicBezTo>
                  <a:pt x="4622902" y="1642745"/>
                  <a:pt x="4610118" y="1637868"/>
                  <a:pt x="4603727" y="1639408"/>
                </a:cubicBezTo>
                <a:cubicBezTo>
                  <a:pt x="4603727" y="1649162"/>
                  <a:pt x="4610118" y="1650701"/>
                  <a:pt x="4622902" y="1650701"/>
                </a:cubicBezTo>
                <a:cubicBezTo>
                  <a:pt x="4620884" y="1642745"/>
                  <a:pt x="4633668" y="1644285"/>
                  <a:pt x="4627276" y="1634531"/>
                </a:cubicBezTo>
                <a:close/>
                <a:moveTo>
                  <a:pt x="3417462" y="1633296"/>
                </a:moveTo>
                <a:lnTo>
                  <a:pt x="3413670" y="1633554"/>
                </a:lnTo>
                <a:lnTo>
                  <a:pt x="3417962" y="1638226"/>
                </a:lnTo>
                <a:lnTo>
                  <a:pt x="3413484" y="1649684"/>
                </a:lnTo>
                <a:lnTo>
                  <a:pt x="3435747" y="1645506"/>
                </a:lnTo>
                <a:lnTo>
                  <a:pt x="3431338" y="1644294"/>
                </a:lnTo>
                <a:lnTo>
                  <a:pt x="3429467" y="1640622"/>
                </a:lnTo>
                <a:lnTo>
                  <a:pt x="3425167" y="1639055"/>
                </a:lnTo>
                <a:cubicBezTo>
                  <a:pt x="3422434" y="1639248"/>
                  <a:pt x="3421130" y="1641365"/>
                  <a:pt x="3421088" y="1639504"/>
                </a:cubicBezTo>
                <a:lnTo>
                  <a:pt x="3421575" y="1635828"/>
                </a:lnTo>
                <a:lnTo>
                  <a:pt x="3419795" y="1635906"/>
                </a:lnTo>
                <a:lnTo>
                  <a:pt x="3420080" y="1634629"/>
                </a:lnTo>
                <a:close/>
                <a:moveTo>
                  <a:pt x="3342697" y="1632673"/>
                </a:moveTo>
                <a:lnTo>
                  <a:pt x="3342840" y="1633262"/>
                </a:lnTo>
                <a:lnTo>
                  <a:pt x="3344690" y="1633164"/>
                </a:lnTo>
                <a:close/>
                <a:moveTo>
                  <a:pt x="3367622" y="1631900"/>
                </a:moveTo>
                <a:lnTo>
                  <a:pt x="3366436" y="1631915"/>
                </a:lnTo>
                <a:lnTo>
                  <a:pt x="3363314" y="1634089"/>
                </a:lnTo>
                <a:lnTo>
                  <a:pt x="3369392" y="1635269"/>
                </a:lnTo>
                <a:lnTo>
                  <a:pt x="3376398" y="1632439"/>
                </a:lnTo>
                <a:lnTo>
                  <a:pt x="3375012" y="1632678"/>
                </a:lnTo>
                <a:cubicBezTo>
                  <a:pt x="3372415" y="1632622"/>
                  <a:pt x="3370018" y="1632189"/>
                  <a:pt x="3367622" y="1631900"/>
                </a:cubicBezTo>
                <a:close/>
                <a:moveTo>
                  <a:pt x="4720605" y="1631622"/>
                </a:moveTo>
                <a:cubicBezTo>
                  <a:pt x="4721958" y="1631562"/>
                  <a:pt x="4723392" y="1632246"/>
                  <a:pt x="4724932" y="1634217"/>
                </a:cubicBezTo>
                <a:cubicBezTo>
                  <a:pt x="4716374" y="1635743"/>
                  <a:pt x="4727329" y="1639050"/>
                  <a:pt x="4720824" y="1640575"/>
                </a:cubicBezTo>
                <a:cubicBezTo>
                  <a:pt x="4716374" y="1632691"/>
                  <a:pt x="4716374" y="1647188"/>
                  <a:pt x="4720824" y="1647188"/>
                </a:cubicBezTo>
                <a:cubicBezTo>
                  <a:pt x="4720824" y="1647188"/>
                  <a:pt x="4720824" y="1647188"/>
                  <a:pt x="4714321" y="1648714"/>
                </a:cubicBezTo>
                <a:cubicBezTo>
                  <a:pt x="4712266" y="1648714"/>
                  <a:pt x="4709870" y="1648714"/>
                  <a:pt x="4709870" y="1645407"/>
                </a:cubicBezTo>
                <a:cubicBezTo>
                  <a:pt x="4716374" y="1643882"/>
                  <a:pt x="4709870" y="1642355"/>
                  <a:pt x="4709870" y="1637523"/>
                </a:cubicBezTo>
                <a:cubicBezTo>
                  <a:pt x="4713208" y="1638668"/>
                  <a:pt x="4716546" y="1631801"/>
                  <a:pt x="4720605" y="1631622"/>
                </a:cubicBezTo>
                <a:close/>
                <a:moveTo>
                  <a:pt x="3489903" y="1631195"/>
                </a:moveTo>
                <a:lnTo>
                  <a:pt x="3478102" y="1636790"/>
                </a:lnTo>
                <a:lnTo>
                  <a:pt x="3490484" y="1634001"/>
                </a:lnTo>
                <a:close/>
                <a:moveTo>
                  <a:pt x="3441126" y="1631195"/>
                </a:moveTo>
                <a:lnTo>
                  <a:pt x="3441018" y="1631247"/>
                </a:lnTo>
                <a:lnTo>
                  <a:pt x="3440591" y="1633138"/>
                </a:lnTo>
                <a:lnTo>
                  <a:pt x="3443688" y="1637387"/>
                </a:lnTo>
                <a:close/>
                <a:moveTo>
                  <a:pt x="5243562" y="1629655"/>
                </a:moveTo>
                <a:cubicBezTo>
                  <a:pt x="5233133" y="1632991"/>
                  <a:pt x="5224387" y="1639408"/>
                  <a:pt x="5220350" y="1645824"/>
                </a:cubicBezTo>
                <a:cubicBezTo>
                  <a:pt x="5222368" y="1649162"/>
                  <a:pt x="5249953" y="1639408"/>
                  <a:pt x="5243562" y="1629655"/>
                </a:cubicBezTo>
                <a:close/>
                <a:moveTo>
                  <a:pt x="3483943" y="1617972"/>
                </a:moveTo>
                <a:lnTo>
                  <a:pt x="3482670" y="1619260"/>
                </a:lnTo>
                <a:cubicBezTo>
                  <a:pt x="3481325" y="1621698"/>
                  <a:pt x="3481325" y="1624136"/>
                  <a:pt x="3483512" y="1626574"/>
                </a:cubicBezTo>
                <a:cubicBezTo>
                  <a:pt x="3486708" y="1627345"/>
                  <a:pt x="3489903" y="1626126"/>
                  <a:pt x="3492300" y="1624104"/>
                </a:cubicBezTo>
                <a:lnTo>
                  <a:pt x="3493972" y="1621056"/>
                </a:lnTo>
                <a:lnTo>
                  <a:pt x="3486736" y="1619470"/>
                </a:lnTo>
                <a:close/>
                <a:moveTo>
                  <a:pt x="5147866" y="1616148"/>
                </a:moveTo>
                <a:cubicBezTo>
                  <a:pt x="5156054" y="1625767"/>
                  <a:pt x="5133454" y="1635134"/>
                  <a:pt x="5131162" y="1630324"/>
                </a:cubicBezTo>
                <a:cubicBezTo>
                  <a:pt x="5139678" y="1627286"/>
                  <a:pt x="5135420" y="1617666"/>
                  <a:pt x="5147866" y="1616148"/>
                </a:cubicBezTo>
                <a:close/>
                <a:moveTo>
                  <a:pt x="5254326" y="1608608"/>
                </a:moveTo>
                <a:cubicBezTo>
                  <a:pt x="5252308" y="1615024"/>
                  <a:pt x="5245916" y="1619901"/>
                  <a:pt x="5245916" y="1628115"/>
                </a:cubicBezTo>
                <a:cubicBezTo>
                  <a:pt x="5258700" y="1623238"/>
                  <a:pt x="5260718" y="1629655"/>
                  <a:pt x="5273501" y="1621698"/>
                </a:cubicBezTo>
                <a:cubicBezTo>
                  <a:pt x="5271482" y="1613484"/>
                  <a:pt x="5258700" y="1616821"/>
                  <a:pt x="5254326" y="1608608"/>
                </a:cubicBezTo>
                <a:close/>
                <a:moveTo>
                  <a:pt x="4712384" y="1608608"/>
                </a:moveTo>
                <a:lnTo>
                  <a:pt x="4712156" y="1608931"/>
                </a:lnTo>
                <a:lnTo>
                  <a:pt x="4712458" y="1608608"/>
                </a:lnTo>
                <a:close/>
                <a:moveTo>
                  <a:pt x="5222368" y="1603731"/>
                </a:moveTo>
                <a:cubicBezTo>
                  <a:pt x="5213958" y="1610148"/>
                  <a:pt x="5209586" y="1616821"/>
                  <a:pt x="5209586" y="1626574"/>
                </a:cubicBezTo>
                <a:cubicBezTo>
                  <a:pt x="5217996" y="1623238"/>
                  <a:pt x="5222368" y="1623238"/>
                  <a:pt x="5222368" y="1629655"/>
                </a:cubicBezTo>
                <a:cubicBezTo>
                  <a:pt x="5237170" y="1626574"/>
                  <a:pt x="5241543" y="1616821"/>
                  <a:pt x="5247935" y="1608608"/>
                </a:cubicBezTo>
                <a:cubicBezTo>
                  <a:pt x="5237170" y="1600651"/>
                  <a:pt x="5237170" y="1621698"/>
                  <a:pt x="5224387" y="1621698"/>
                </a:cubicBezTo>
                <a:cubicBezTo>
                  <a:pt x="5213958" y="1621698"/>
                  <a:pt x="5224387" y="1608608"/>
                  <a:pt x="5222368" y="1603731"/>
                </a:cubicBezTo>
                <a:close/>
                <a:moveTo>
                  <a:pt x="5682648" y="1602567"/>
                </a:moveTo>
                <a:cubicBezTo>
                  <a:pt x="5676043" y="1610363"/>
                  <a:pt x="5669438" y="1618411"/>
                  <a:pt x="5667351" y="1629477"/>
                </a:cubicBezTo>
                <a:cubicBezTo>
                  <a:pt x="5662831" y="1619920"/>
                  <a:pt x="5660745" y="1602567"/>
                  <a:pt x="5682648" y="1602567"/>
                </a:cubicBezTo>
                <a:close/>
                <a:moveTo>
                  <a:pt x="4684464" y="1590898"/>
                </a:moveTo>
                <a:cubicBezTo>
                  <a:pt x="4671680" y="1595774"/>
                  <a:pt x="4684464" y="1602191"/>
                  <a:pt x="4682445" y="1611944"/>
                </a:cubicBezTo>
                <a:cubicBezTo>
                  <a:pt x="4663270" y="1615024"/>
                  <a:pt x="4642078" y="1631195"/>
                  <a:pt x="4661252" y="1644285"/>
                </a:cubicBezTo>
                <a:cubicBezTo>
                  <a:pt x="4644096" y="1645824"/>
                  <a:pt x="4650488" y="1629655"/>
                  <a:pt x="4637704" y="1629655"/>
                </a:cubicBezTo>
                <a:cubicBezTo>
                  <a:pt x="4642078" y="1634531"/>
                  <a:pt x="4642078" y="1644285"/>
                  <a:pt x="4646450" y="1649162"/>
                </a:cubicBezTo>
                <a:cubicBezTo>
                  <a:pt x="4635686" y="1652498"/>
                  <a:pt x="4627276" y="1657374"/>
                  <a:pt x="4627276" y="1668668"/>
                </a:cubicBezTo>
                <a:cubicBezTo>
                  <a:pt x="4614492" y="1670208"/>
                  <a:pt x="4622902" y="1654038"/>
                  <a:pt x="4606082" y="1658914"/>
                </a:cubicBezTo>
                <a:cubicBezTo>
                  <a:pt x="4606082" y="1658914"/>
                  <a:pt x="4606082" y="1658914"/>
                  <a:pt x="4606082" y="1676625"/>
                </a:cubicBezTo>
                <a:cubicBezTo>
                  <a:pt x="4595317" y="1667128"/>
                  <a:pt x="4588926" y="1678421"/>
                  <a:pt x="4576142" y="1679962"/>
                </a:cubicBezTo>
                <a:cubicBezTo>
                  <a:pt x="4576142" y="1683298"/>
                  <a:pt x="4580516" y="1684838"/>
                  <a:pt x="4578160" y="1688175"/>
                </a:cubicBezTo>
                <a:cubicBezTo>
                  <a:pt x="4561341" y="1691255"/>
                  <a:pt x="4546540" y="1702548"/>
                  <a:pt x="4554949" y="1718975"/>
                </a:cubicBezTo>
                <a:cubicBezTo>
                  <a:pt x="4544184" y="1712558"/>
                  <a:pt x="4529383" y="1723852"/>
                  <a:pt x="4535774" y="1730268"/>
                </a:cubicBezTo>
                <a:cubicBezTo>
                  <a:pt x="4510208" y="1723852"/>
                  <a:pt x="4516599" y="1744899"/>
                  <a:pt x="4499779" y="1746438"/>
                </a:cubicBezTo>
                <a:cubicBezTo>
                  <a:pt x="4506170" y="1752855"/>
                  <a:pt x="4497424" y="1747978"/>
                  <a:pt x="4495406" y="1752855"/>
                </a:cubicBezTo>
                <a:cubicBezTo>
                  <a:pt x="4499779" y="1754652"/>
                  <a:pt x="4501798" y="1756192"/>
                  <a:pt x="4503816" y="1757732"/>
                </a:cubicBezTo>
                <a:cubicBezTo>
                  <a:pt x="4501798" y="1762608"/>
                  <a:pt x="4499779" y="1772362"/>
                  <a:pt x="4489014" y="1772362"/>
                </a:cubicBezTo>
                <a:cubicBezTo>
                  <a:pt x="4491032" y="1764405"/>
                  <a:pt x="4503816" y="1761068"/>
                  <a:pt x="4491032" y="1756192"/>
                </a:cubicBezTo>
                <a:cubicBezTo>
                  <a:pt x="4480604" y="1769282"/>
                  <a:pt x="4450665" y="1761068"/>
                  <a:pt x="4440236" y="1772362"/>
                </a:cubicBezTo>
                <a:cubicBezTo>
                  <a:pt x="4435863" y="1779035"/>
                  <a:pt x="4435863" y="1783912"/>
                  <a:pt x="4442255" y="1788532"/>
                </a:cubicBezTo>
                <a:cubicBezTo>
                  <a:pt x="4465802" y="1788532"/>
                  <a:pt x="4440236" y="1774159"/>
                  <a:pt x="4457056" y="1772362"/>
                </a:cubicBezTo>
                <a:cubicBezTo>
                  <a:pt x="4453020" y="1783912"/>
                  <a:pt x="4467821" y="1785452"/>
                  <a:pt x="4469840" y="1793408"/>
                </a:cubicBezTo>
                <a:cubicBezTo>
                  <a:pt x="4457056" y="1785452"/>
                  <a:pt x="4448646" y="1795206"/>
                  <a:pt x="4437882" y="1796745"/>
                </a:cubicBezTo>
                <a:cubicBezTo>
                  <a:pt x="4435863" y="1790328"/>
                  <a:pt x="4435863" y="1782115"/>
                  <a:pt x="4425098" y="1780575"/>
                </a:cubicBezTo>
                <a:cubicBezTo>
                  <a:pt x="4421062" y="1785452"/>
                  <a:pt x="4431490" y="1793408"/>
                  <a:pt x="4421062" y="1793408"/>
                </a:cubicBezTo>
                <a:cubicBezTo>
                  <a:pt x="4421062" y="1790328"/>
                  <a:pt x="4418707" y="1786992"/>
                  <a:pt x="4416688" y="1785452"/>
                </a:cubicBezTo>
                <a:cubicBezTo>
                  <a:pt x="4410297" y="1790328"/>
                  <a:pt x="4403906" y="1798285"/>
                  <a:pt x="4395496" y="1803162"/>
                </a:cubicBezTo>
                <a:cubicBezTo>
                  <a:pt x="4376320" y="1793408"/>
                  <a:pt x="4361518" y="1817792"/>
                  <a:pt x="4342344" y="1817792"/>
                </a:cubicBezTo>
                <a:cubicBezTo>
                  <a:pt x="4346716" y="1819332"/>
                  <a:pt x="4344362" y="1824208"/>
                  <a:pt x="4346716" y="1827546"/>
                </a:cubicBezTo>
                <a:cubicBezTo>
                  <a:pt x="4340325" y="1829085"/>
                  <a:pt x="4333934" y="1826006"/>
                  <a:pt x="4333934" y="1835758"/>
                </a:cubicBezTo>
                <a:cubicBezTo>
                  <a:pt x="4314759" y="1824208"/>
                  <a:pt x="4312740" y="1842175"/>
                  <a:pt x="4299958" y="1848592"/>
                </a:cubicBezTo>
                <a:cubicBezTo>
                  <a:pt x="4299958" y="1840635"/>
                  <a:pt x="4289192" y="1850389"/>
                  <a:pt x="4287174" y="1842175"/>
                </a:cubicBezTo>
                <a:cubicBezTo>
                  <a:pt x="4289192" y="1833962"/>
                  <a:pt x="4293566" y="1830882"/>
                  <a:pt x="4299958" y="1829085"/>
                </a:cubicBezTo>
                <a:cubicBezTo>
                  <a:pt x="4287174" y="1817792"/>
                  <a:pt x="4270017" y="1829085"/>
                  <a:pt x="4261607" y="1840635"/>
                </a:cubicBezTo>
                <a:cubicBezTo>
                  <a:pt x="4270017" y="1840635"/>
                  <a:pt x="4272036" y="1832422"/>
                  <a:pt x="4282800" y="1838839"/>
                </a:cubicBezTo>
                <a:cubicBezTo>
                  <a:pt x="4265644" y="1850389"/>
                  <a:pt x="4246806" y="1855265"/>
                  <a:pt x="4229649" y="1871436"/>
                </a:cubicBezTo>
                <a:cubicBezTo>
                  <a:pt x="4229649" y="1872976"/>
                  <a:pt x="4234022" y="1874515"/>
                  <a:pt x="4238059" y="1876312"/>
                </a:cubicBezTo>
                <a:cubicBezTo>
                  <a:pt x="4238059" y="1876312"/>
                  <a:pt x="4238059" y="1876312"/>
                  <a:pt x="4231668" y="1889146"/>
                </a:cubicBezTo>
                <a:cubicBezTo>
                  <a:pt x="4221239" y="1886065"/>
                  <a:pt x="4229649" y="1877853"/>
                  <a:pt x="4216866" y="1874515"/>
                </a:cubicBezTo>
                <a:cubicBezTo>
                  <a:pt x="4197691" y="1871436"/>
                  <a:pt x="4206101" y="1889146"/>
                  <a:pt x="4189282" y="1881189"/>
                </a:cubicBezTo>
                <a:cubicBezTo>
                  <a:pt x="4187263" y="1894022"/>
                  <a:pt x="4208456" y="1892482"/>
                  <a:pt x="4214848" y="1887605"/>
                </a:cubicBezTo>
                <a:cubicBezTo>
                  <a:pt x="4212493" y="1900696"/>
                  <a:pt x="4191300" y="1889146"/>
                  <a:pt x="4195673" y="1902236"/>
                </a:cubicBezTo>
                <a:cubicBezTo>
                  <a:pt x="4182890" y="1895819"/>
                  <a:pt x="4193654" y="1882729"/>
                  <a:pt x="4172125" y="1877853"/>
                </a:cubicBezTo>
                <a:cubicBezTo>
                  <a:pt x="4166070" y="1889146"/>
                  <a:pt x="4127720" y="1892482"/>
                  <a:pt x="4142522" y="1913529"/>
                </a:cubicBezTo>
                <a:cubicBezTo>
                  <a:pt x="4150932" y="1905316"/>
                  <a:pt x="4159678" y="1902236"/>
                  <a:pt x="4170106" y="1897359"/>
                </a:cubicBezTo>
                <a:cubicBezTo>
                  <a:pt x="4172125" y="1907112"/>
                  <a:pt x="4157324" y="1902236"/>
                  <a:pt x="4166070" y="1911989"/>
                </a:cubicBezTo>
                <a:cubicBezTo>
                  <a:pt x="4156482" y="1911989"/>
                  <a:pt x="4145297" y="1916031"/>
                  <a:pt x="4134910" y="1919657"/>
                </a:cubicBezTo>
                <a:lnTo>
                  <a:pt x="4126876" y="1922157"/>
                </a:lnTo>
                <a:lnTo>
                  <a:pt x="4128440" y="1923924"/>
                </a:lnTo>
                <a:cubicBezTo>
                  <a:pt x="4129930" y="1924518"/>
                  <a:pt x="4131700" y="1924671"/>
                  <a:pt x="4133399" y="1924979"/>
                </a:cubicBezTo>
                <a:lnTo>
                  <a:pt x="4135486" y="1925889"/>
                </a:lnTo>
                <a:lnTo>
                  <a:pt x="4145802" y="1924919"/>
                </a:lnTo>
                <a:cubicBezTo>
                  <a:pt x="4151100" y="1923667"/>
                  <a:pt x="4155305" y="1921614"/>
                  <a:pt x="4157324" y="1918405"/>
                </a:cubicBezTo>
                <a:cubicBezTo>
                  <a:pt x="4155305" y="1924822"/>
                  <a:pt x="4168088" y="1921743"/>
                  <a:pt x="4166070" y="1915069"/>
                </a:cubicBezTo>
                <a:cubicBezTo>
                  <a:pt x="4170106" y="1916866"/>
                  <a:pt x="4172125" y="1918405"/>
                  <a:pt x="4174480" y="1921743"/>
                </a:cubicBezTo>
                <a:cubicBezTo>
                  <a:pt x="4178516" y="1918405"/>
                  <a:pt x="4182890" y="1915069"/>
                  <a:pt x="4184908" y="1910193"/>
                </a:cubicBezTo>
                <a:cubicBezTo>
                  <a:pt x="4200046" y="1918405"/>
                  <a:pt x="4208456" y="1908653"/>
                  <a:pt x="4218884" y="1900696"/>
                </a:cubicBezTo>
                <a:cubicBezTo>
                  <a:pt x="4216866" y="1905316"/>
                  <a:pt x="4227630" y="1907112"/>
                  <a:pt x="4227630" y="1910193"/>
                </a:cubicBezTo>
                <a:cubicBezTo>
                  <a:pt x="4234022" y="1900696"/>
                  <a:pt x="4246806" y="1900696"/>
                  <a:pt x="4257234" y="1898899"/>
                </a:cubicBezTo>
                <a:cubicBezTo>
                  <a:pt x="4267998" y="1895819"/>
                  <a:pt x="4278427" y="1894022"/>
                  <a:pt x="4278427" y="1882729"/>
                </a:cubicBezTo>
                <a:cubicBezTo>
                  <a:pt x="4289192" y="1889146"/>
                  <a:pt x="4291211" y="1877853"/>
                  <a:pt x="4295584" y="1872976"/>
                </a:cubicBezTo>
                <a:lnTo>
                  <a:pt x="4304672" y="1876457"/>
                </a:lnTo>
                <a:lnTo>
                  <a:pt x="4303412" y="1873215"/>
                </a:lnTo>
                <a:cubicBezTo>
                  <a:pt x="4316297" y="1861984"/>
                  <a:pt x="4344100" y="1861984"/>
                  <a:pt x="4350542" y="1853817"/>
                </a:cubicBezTo>
                <a:cubicBezTo>
                  <a:pt x="4350542" y="1859496"/>
                  <a:pt x="4348148" y="1864058"/>
                  <a:pt x="4344720" y="1868082"/>
                </a:cubicBezTo>
                <a:lnTo>
                  <a:pt x="4343472" y="1869228"/>
                </a:lnTo>
                <a:lnTo>
                  <a:pt x="4348535" y="1868917"/>
                </a:lnTo>
                <a:cubicBezTo>
                  <a:pt x="4353676" y="1868324"/>
                  <a:pt x="4358322" y="1867201"/>
                  <a:pt x="4361518" y="1864762"/>
                </a:cubicBezTo>
                <a:cubicBezTo>
                  <a:pt x="4361518" y="1860142"/>
                  <a:pt x="4357145" y="1858346"/>
                  <a:pt x="4357145" y="1855265"/>
                </a:cubicBezTo>
                <a:cubicBezTo>
                  <a:pt x="4369928" y="1851929"/>
                  <a:pt x="4371946" y="1850389"/>
                  <a:pt x="4384730" y="1843715"/>
                </a:cubicBezTo>
                <a:cubicBezTo>
                  <a:pt x="4391122" y="1850389"/>
                  <a:pt x="4376320" y="1855265"/>
                  <a:pt x="4387086" y="1858346"/>
                </a:cubicBezTo>
                <a:cubicBezTo>
                  <a:pt x="4387590" y="1851030"/>
                  <a:pt x="4390892" y="1845545"/>
                  <a:pt x="4395826" y="1841253"/>
                </a:cubicBezTo>
                <a:lnTo>
                  <a:pt x="4396228" y="1841038"/>
                </a:lnTo>
                <a:lnTo>
                  <a:pt x="4396576" y="1835075"/>
                </a:lnTo>
                <a:cubicBezTo>
                  <a:pt x="4399314" y="1826163"/>
                  <a:pt x="4407838" y="1824656"/>
                  <a:pt x="4418788" y="1822127"/>
                </a:cubicBezTo>
                <a:lnTo>
                  <a:pt x="4416372" y="1830719"/>
                </a:lnTo>
                <a:lnTo>
                  <a:pt x="4435763" y="1824778"/>
                </a:lnTo>
                <a:lnTo>
                  <a:pt x="4443004" y="1821847"/>
                </a:lnTo>
                <a:lnTo>
                  <a:pt x="4435437" y="1815810"/>
                </a:lnTo>
                <a:cubicBezTo>
                  <a:pt x="4441700" y="1815810"/>
                  <a:pt x="4439722" y="1810995"/>
                  <a:pt x="4443678" y="1809475"/>
                </a:cubicBezTo>
                <a:lnTo>
                  <a:pt x="4447192" y="1812288"/>
                </a:lnTo>
                <a:lnTo>
                  <a:pt x="4446628" y="1806499"/>
                </a:lnTo>
                <a:cubicBezTo>
                  <a:pt x="4457056" y="1806499"/>
                  <a:pt x="4461430" y="1798285"/>
                  <a:pt x="4469840" y="1795206"/>
                </a:cubicBezTo>
                <a:cubicBezTo>
                  <a:pt x="4467821" y="1803162"/>
                  <a:pt x="4467821" y="1808039"/>
                  <a:pt x="4472194" y="1812915"/>
                </a:cubicBezTo>
                <a:cubicBezTo>
                  <a:pt x="4493388" y="1804831"/>
                  <a:pt x="4511384" y="1790264"/>
                  <a:pt x="4529676" y="1777110"/>
                </a:cubicBezTo>
                <a:lnTo>
                  <a:pt x="4553988" y="1761805"/>
                </a:lnTo>
                <a:lnTo>
                  <a:pt x="4549440" y="1757422"/>
                </a:lnTo>
                <a:cubicBezTo>
                  <a:pt x="4547058" y="1755986"/>
                  <a:pt x="4544884" y="1755986"/>
                  <a:pt x="4543712" y="1759304"/>
                </a:cubicBezTo>
                <a:cubicBezTo>
                  <a:pt x="4533343" y="1747819"/>
                  <a:pt x="4560772" y="1741439"/>
                  <a:pt x="4565120" y="1738377"/>
                </a:cubicBezTo>
                <a:cubicBezTo>
                  <a:pt x="4567127" y="1744757"/>
                  <a:pt x="4562779" y="1747819"/>
                  <a:pt x="4558764" y="1751137"/>
                </a:cubicBezTo>
                <a:cubicBezTo>
                  <a:pt x="4557594" y="1752796"/>
                  <a:pt x="4556005" y="1754391"/>
                  <a:pt x="4555211" y="1756401"/>
                </a:cubicBezTo>
                <a:lnTo>
                  <a:pt x="4555870" y="1760621"/>
                </a:lnTo>
                <a:lnTo>
                  <a:pt x="4557771" y="1759424"/>
                </a:lnTo>
                <a:cubicBezTo>
                  <a:pt x="4567500" y="1754539"/>
                  <a:pt x="4577740" y="1750995"/>
                  <a:pt x="4588926" y="1749775"/>
                </a:cubicBezTo>
                <a:cubicBezTo>
                  <a:pt x="4584552" y="1751315"/>
                  <a:pt x="4578160" y="1752855"/>
                  <a:pt x="4578160" y="1759528"/>
                </a:cubicBezTo>
                <a:cubicBezTo>
                  <a:pt x="4588926" y="1757732"/>
                  <a:pt x="4586907" y="1764405"/>
                  <a:pt x="4595317" y="1762608"/>
                </a:cubicBezTo>
                <a:cubicBezTo>
                  <a:pt x="4594308" y="1754524"/>
                  <a:pt x="4599102" y="1752919"/>
                  <a:pt x="4604694" y="1752727"/>
                </a:cubicBezTo>
                <a:lnTo>
                  <a:pt x="4612468" y="1752853"/>
                </a:lnTo>
                <a:lnTo>
                  <a:pt x="4615980" y="1747568"/>
                </a:lnTo>
                <a:lnTo>
                  <a:pt x="4617662" y="1745745"/>
                </a:lnTo>
                <a:lnTo>
                  <a:pt x="4616930" y="1742364"/>
                </a:lnTo>
                <a:cubicBezTo>
                  <a:pt x="4615585" y="1740342"/>
                  <a:pt x="4614492" y="1738353"/>
                  <a:pt x="4616510" y="1733605"/>
                </a:cubicBezTo>
                <a:lnTo>
                  <a:pt x="4620506" y="1734088"/>
                </a:lnTo>
                <a:lnTo>
                  <a:pt x="4620382" y="1733123"/>
                </a:lnTo>
                <a:lnTo>
                  <a:pt x="4631908" y="1734510"/>
                </a:lnTo>
                <a:lnTo>
                  <a:pt x="4639044" y="1732144"/>
                </a:lnTo>
                <a:lnTo>
                  <a:pt x="4633249" y="1728223"/>
                </a:lnTo>
                <a:lnTo>
                  <a:pt x="4637746" y="1726713"/>
                </a:lnTo>
                <a:lnTo>
                  <a:pt x="4633668" y="1723852"/>
                </a:lnTo>
                <a:cubicBezTo>
                  <a:pt x="4641488" y="1721349"/>
                  <a:pt x="4647039" y="1709751"/>
                  <a:pt x="4653016" y="1706924"/>
                </a:cubicBezTo>
                <a:lnTo>
                  <a:pt x="4655594" y="1707238"/>
                </a:lnTo>
                <a:lnTo>
                  <a:pt x="4657352" y="1705294"/>
                </a:lnTo>
                <a:cubicBezTo>
                  <a:pt x="4661576" y="1702409"/>
                  <a:pt x="4666844" y="1699945"/>
                  <a:pt x="4665673" y="1694239"/>
                </a:cubicBezTo>
                <a:cubicBezTo>
                  <a:pt x="4672029" y="1700852"/>
                  <a:pt x="4671026" y="1704937"/>
                  <a:pt x="4667638" y="1708406"/>
                </a:cubicBezTo>
                <a:lnTo>
                  <a:pt x="4657858" y="1716710"/>
                </a:lnTo>
                <a:lnTo>
                  <a:pt x="4663018" y="1718044"/>
                </a:lnTo>
                <a:cubicBezTo>
                  <a:pt x="4665962" y="1720065"/>
                  <a:pt x="4668653" y="1723723"/>
                  <a:pt x="4676054" y="1725392"/>
                </a:cubicBezTo>
                <a:cubicBezTo>
                  <a:pt x="4680427" y="1717435"/>
                  <a:pt x="4674035" y="1715638"/>
                  <a:pt x="4669662" y="1712558"/>
                </a:cubicBezTo>
                <a:cubicBezTo>
                  <a:pt x="4678072" y="1702548"/>
                  <a:pt x="4699602" y="1691255"/>
                  <a:pt x="4716422" y="1679962"/>
                </a:cubicBezTo>
                <a:cubicBezTo>
                  <a:pt x="4708012" y="1675085"/>
                  <a:pt x="4716422" y="1667128"/>
                  <a:pt x="4714403" y="1658914"/>
                </a:cubicBezTo>
                <a:cubicBezTo>
                  <a:pt x="4727186" y="1655578"/>
                  <a:pt x="4720794" y="1670208"/>
                  <a:pt x="4733578" y="1665331"/>
                </a:cubicBezTo>
                <a:cubicBezTo>
                  <a:pt x="4729204" y="1654038"/>
                  <a:pt x="4735596" y="1647621"/>
                  <a:pt x="4739970" y="1639408"/>
                </a:cubicBezTo>
                <a:cubicBezTo>
                  <a:pt x="4733578" y="1637868"/>
                  <a:pt x="4729204" y="1644285"/>
                  <a:pt x="4729204" y="1639408"/>
                </a:cubicBezTo>
                <a:cubicBezTo>
                  <a:pt x="4739970" y="1637868"/>
                  <a:pt x="4733578" y="1628115"/>
                  <a:pt x="4727186" y="1626574"/>
                </a:cubicBezTo>
                <a:cubicBezTo>
                  <a:pt x="4731391" y="1625676"/>
                  <a:pt x="4732989" y="1622789"/>
                  <a:pt x="4735134" y="1619933"/>
                </a:cubicBezTo>
                <a:lnTo>
                  <a:pt x="4738054" y="1618256"/>
                </a:lnTo>
                <a:lnTo>
                  <a:pt x="4733890" y="1616536"/>
                </a:lnTo>
                <a:cubicBezTo>
                  <a:pt x="4716746" y="1614725"/>
                  <a:pt x="4714730" y="1624555"/>
                  <a:pt x="4716746" y="1629470"/>
                </a:cubicBezTo>
                <a:cubicBezTo>
                  <a:pt x="4705150" y="1626236"/>
                  <a:pt x="4704646" y="1619317"/>
                  <a:pt x="4709141" y="1612170"/>
                </a:cubicBezTo>
                <a:lnTo>
                  <a:pt x="4709882" y="1611376"/>
                </a:lnTo>
                <a:lnTo>
                  <a:pt x="4707212" y="1601132"/>
                </a:lnTo>
                <a:cubicBezTo>
                  <a:pt x="4705909" y="1598085"/>
                  <a:pt x="4703806" y="1595646"/>
                  <a:pt x="4699602" y="1593978"/>
                </a:cubicBezTo>
                <a:cubicBezTo>
                  <a:pt x="4693210" y="1605271"/>
                  <a:pt x="4690855" y="1595774"/>
                  <a:pt x="4684464" y="1590898"/>
                </a:cubicBezTo>
                <a:close/>
                <a:moveTo>
                  <a:pt x="5281855" y="1584459"/>
                </a:moveTo>
                <a:cubicBezTo>
                  <a:pt x="5288078" y="1591202"/>
                  <a:pt x="5281855" y="1601057"/>
                  <a:pt x="5281855" y="1609098"/>
                </a:cubicBezTo>
                <a:cubicBezTo>
                  <a:pt x="5263188" y="1607541"/>
                  <a:pt x="5283820" y="1592758"/>
                  <a:pt x="5281855" y="1584459"/>
                </a:cubicBezTo>
                <a:close/>
                <a:moveTo>
                  <a:pt x="5164458" y="1584459"/>
                </a:moveTo>
                <a:lnTo>
                  <a:pt x="5166435" y="1596211"/>
                </a:lnTo>
                <a:cubicBezTo>
                  <a:pt x="5162150" y="1597778"/>
                  <a:pt x="5153908" y="1601173"/>
                  <a:pt x="5151930" y="1597778"/>
                </a:cubicBezTo>
                <a:cubicBezTo>
                  <a:pt x="5158194" y="1594383"/>
                  <a:pt x="5158194" y="1587854"/>
                  <a:pt x="5164458" y="1584459"/>
                </a:cubicBezTo>
                <a:close/>
                <a:moveTo>
                  <a:pt x="5290322" y="1577808"/>
                </a:moveTo>
                <a:cubicBezTo>
                  <a:pt x="5277539" y="1584224"/>
                  <a:pt x="5277539" y="1590898"/>
                  <a:pt x="5262736" y="1590898"/>
                </a:cubicBezTo>
                <a:cubicBezTo>
                  <a:pt x="5269128" y="1598855"/>
                  <a:pt x="5279894" y="1602191"/>
                  <a:pt x="5273501" y="1616821"/>
                </a:cubicBezTo>
                <a:cubicBezTo>
                  <a:pt x="5296714" y="1615024"/>
                  <a:pt x="5281912" y="1593978"/>
                  <a:pt x="5290322" y="1577808"/>
                </a:cubicBezTo>
                <a:close/>
                <a:moveTo>
                  <a:pt x="4737770" y="1577597"/>
                </a:moveTo>
                <a:lnTo>
                  <a:pt x="4732700" y="1581537"/>
                </a:lnTo>
                <a:lnTo>
                  <a:pt x="4732978" y="1586021"/>
                </a:lnTo>
                <a:lnTo>
                  <a:pt x="4733578" y="1586021"/>
                </a:lnTo>
                <a:close/>
                <a:moveTo>
                  <a:pt x="4816332" y="1576268"/>
                </a:moveTo>
                <a:lnTo>
                  <a:pt x="4810415" y="1580809"/>
                </a:lnTo>
                <a:lnTo>
                  <a:pt x="4809773" y="1580246"/>
                </a:lnTo>
                <a:cubicBezTo>
                  <a:pt x="4810530" y="1578257"/>
                  <a:pt x="4813136" y="1576268"/>
                  <a:pt x="4816332" y="1576268"/>
                </a:cubicBezTo>
                <a:close/>
                <a:moveTo>
                  <a:pt x="4741648" y="1574582"/>
                </a:moveTo>
                <a:lnTo>
                  <a:pt x="4740978" y="1575103"/>
                </a:lnTo>
                <a:lnTo>
                  <a:pt x="4741752" y="1574921"/>
                </a:lnTo>
                <a:close/>
                <a:moveTo>
                  <a:pt x="5739474" y="1567482"/>
                </a:moveTo>
                <a:cubicBezTo>
                  <a:pt x="5750001" y="1573959"/>
                  <a:pt x="5752378" y="1577327"/>
                  <a:pt x="5743549" y="1587172"/>
                </a:cubicBezTo>
                <a:cubicBezTo>
                  <a:pt x="5724532" y="1588726"/>
                  <a:pt x="5739474" y="1575772"/>
                  <a:pt x="5739474" y="1567482"/>
                </a:cubicBezTo>
                <a:close/>
                <a:moveTo>
                  <a:pt x="4601708" y="1558301"/>
                </a:moveTo>
                <a:cubicBezTo>
                  <a:pt x="4588926" y="1556761"/>
                  <a:pt x="4590944" y="1569594"/>
                  <a:pt x="4603727" y="1568054"/>
                </a:cubicBezTo>
                <a:cubicBezTo>
                  <a:pt x="4608100" y="1563177"/>
                  <a:pt x="4603727" y="1564717"/>
                  <a:pt x="4601708" y="1558301"/>
                </a:cubicBezTo>
                <a:close/>
                <a:moveTo>
                  <a:pt x="4716422" y="1556761"/>
                </a:moveTo>
                <a:cubicBezTo>
                  <a:pt x="4710030" y="1561637"/>
                  <a:pt x="4705236" y="1565680"/>
                  <a:pt x="4700442" y="1570140"/>
                </a:cubicBezTo>
                <a:lnTo>
                  <a:pt x="4693153" y="1577384"/>
                </a:lnTo>
                <a:lnTo>
                  <a:pt x="4698274" y="1578325"/>
                </a:lnTo>
                <a:lnTo>
                  <a:pt x="4705362" y="1574374"/>
                </a:lnTo>
                <a:cubicBezTo>
                  <a:pt x="4710702" y="1569723"/>
                  <a:pt x="4714403" y="1564076"/>
                  <a:pt x="4716422" y="1556761"/>
                </a:cubicBezTo>
                <a:close/>
                <a:moveTo>
                  <a:pt x="5513770" y="1551637"/>
                </a:moveTo>
                <a:cubicBezTo>
                  <a:pt x="5532836" y="1561265"/>
                  <a:pt x="5515777" y="1572414"/>
                  <a:pt x="5511763" y="1585336"/>
                </a:cubicBezTo>
                <a:cubicBezTo>
                  <a:pt x="5499052" y="1575708"/>
                  <a:pt x="5518118" y="1564306"/>
                  <a:pt x="5513770" y="1551637"/>
                </a:cubicBezTo>
                <a:close/>
                <a:moveTo>
                  <a:pt x="4871834" y="1547176"/>
                </a:moveTo>
                <a:cubicBezTo>
                  <a:pt x="4868476" y="1547633"/>
                  <a:pt x="4866962" y="1552205"/>
                  <a:pt x="4865448" y="1548548"/>
                </a:cubicBezTo>
                <a:cubicBezTo>
                  <a:pt x="4859056" y="1555220"/>
                  <a:pt x="4865448" y="1568054"/>
                  <a:pt x="4848290" y="1569594"/>
                </a:cubicBezTo>
                <a:cubicBezTo>
                  <a:pt x="4861074" y="1574471"/>
                  <a:pt x="4877894" y="1559841"/>
                  <a:pt x="4875876" y="1548548"/>
                </a:cubicBezTo>
                <a:cubicBezTo>
                  <a:pt x="4874278" y="1547328"/>
                  <a:pt x="4872954" y="1547023"/>
                  <a:pt x="4871834" y="1547176"/>
                </a:cubicBezTo>
                <a:close/>
                <a:moveTo>
                  <a:pt x="5557483" y="1543715"/>
                </a:moveTo>
                <a:cubicBezTo>
                  <a:pt x="5569929" y="1545529"/>
                  <a:pt x="5561414" y="1561851"/>
                  <a:pt x="5555191" y="1564959"/>
                </a:cubicBezTo>
                <a:cubicBezTo>
                  <a:pt x="5545038" y="1558482"/>
                  <a:pt x="5551260" y="1552005"/>
                  <a:pt x="5557483" y="1543715"/>
                </a:cubicBezTo>
                <a:close/>
                <a:moveTo>
                  <a:pt x="5269128" y="1543671"/>
                </a:moveTo>
                <a:cubicBezTo>
                  <a:pt x="5260718" y="1550344"/>
                  <a:pt x="5262736" y="1559841"/>
                  <a:pt x="5265091" y="1571391"/>
                </a:cubicBezTo>
                <a:cubicBezTo>
                  <a:pt x="5277539" y="1566515"/>
                  <a:pt x="5271482" y="1553424"/>
                  <a:pt x="5269128" y="1543671"/>
                </a:cubicBezTo>
                <a:close/>
                <a:moveTo>
                  <a:pt x="5133223" y="1535714"/>
                </a:moveTo>
                <a:lnTo>
                  <a:pt x="5128784" y="1537310"/>
                </a:lnTo>
                <a:lnTo>
                  <a:pt x="5120132" y="1555027"/>
                </a:lnTo>
                <a:lnTo>
                  <a:pt x="5117282" y="1565063"/>
                </a:lnTo>
                <a:lnTo>
                  <a:pt x="5122710" y="1561830"/>
                </a:lnTo>
                <a:cubicBezTo>
                  <a:pt x="5126158" y="1558814"/>
                  <a:pt x="5129859" y="1555991"/>
                  <a:pt x="5137260" y="1555220"/>
                </a:cubicBezTo>
                <a:cubicBezTo>
                  <a:pt x="5133223" y="1543671"/>
                  <a:pt x="5133223" y="1547008"/>
                  <a:pt x="5133223" y="1535714"/>
                </a:cubicBezTo>
                <a:close/>
                <a:moveTo>
                  <a:pt x="2795440" y="1530238"/>
                </a:moveTo>
                <a:lnTo>
                  <a:pt x="2793626" y="1533445"/>
                </a:lnTo>
                <a:lnTo>
                  <a:pt x="2796112" y="1531872"/>
                </a:lnTo>
                <a:close/>
                <a:moveTo>
                  <a:pt x="5732114" y="1527871"/>
                </a:moveTo>
                <a:cubicBezTo>
                  <a:pt x="5734092" y="1534268"/>
                  <a:pt x="5736070" y="1552178"/>
                  <a:pt x="5727828" y="1557041"/>
                </a:cubicBezTo>
                <a:cubicBezTo>
                  <a:pt x="5723872" y="1548853"/>
                  <a:pt x="5721565" y="1532732"/>
                  <a:pt x="5732114" y="1527871"/>
                </a:cubicBezTo>
                <a:close/>
                <a:moveTo>
                  <a:pt x="5692774" y="1527871"/>
                </a:moveTo>
                <a:cubicBezTo>
                  <a:pt x="5718263" y="1534343"/>
                  <a:pt x="5688414" y="1550912"/>
                  <a:pt x="5701159" y="1565411"/>
                </a:cubicBezTo>
                <a:cubicBezTo>
                  <a:pt x="5696799" y="1567223"/>
                  <a:pt x="5688414" y="1567223"/>
                  <a:pt x="5680030" y="1565411"/>
                </a:cubicBezTo>
                <a:cubicBezTo>
                  <a:pt x="5688414" y="1549100"/>
                  <a:pt x="5690426" y="1545993"/>
                  <a:pt x="5692774" y="1527871"/>
                </a:cubicBezTo>
                <a:close/>
                <a:moveTo>
                  <a:pt x="2792904" y="1524075"/>
                </a:moveTo>
                <a:lnTo>
                  <a:pt x="2792786" y="1525344"/>
                </a:lnTo>
                <a:lnTo>
                  <a:pt x="2793340" y="1525133"/>
                </a:lnTo>
                <a:close/>
                <a:moveTo>
                  <a:pt x="3284235" y="1519495"/>
                </a:moveTo>
                <a:cubicBezTo>
                  <a:pt x="3282145" y="1519917"/>
                  <a:pt x="3281132" y="1521656"/>
                  <a:pt x="3280042" y="1523601"/>
                </a:cubicBezTo>
                <a:lnTo>
                  <a:pt x="3279743" y="1523945"/>
                </a:lnTo>
                <a:lnTo>
                  <a:pt x="3279743" y="1527680"/>
                </a:lnTo>
                <a:cubicBezTo>
                  <a:pt x="3282939" y="1527680"/>
                  <a:pt x="3285630" y="1527295"/>
                  <a:pt x="3287523" y="1525883"/>
                </a:cubicBezTo>
                <a:lnTo>
                  <a:pt x="3289508" y="1520596"/>
                </a:lnTo>
                <a:close/>
                <a:moveTo>
                  <a:pt x="4778728" y="1517685"/>
                </a:moveTo>
                <a:cubicBezTo>
                  <a:pt x="4805962" y="1517685"/>
                  <a:pt x="4776403" y="1529621"/>
                  <a:pt x="4782714" y="1534396"/>
                </a:cubicBezTo>
                <a:cubicBezTo>
                  <a:pt x="4761790" y="1529621"/>
                  <a:pt x="4789024" y="1521133"/>
                  <a:pt x="4778728" y="1517685"/>
                </a:cubicBezTo>
                <a:close/>
                <a:moveTo>
                  <a:pt x="2781147" y="1516741"/>
                </a:moveTo>
                <a:cubicBezTo>
                  <a:pt x="2778204" y="1517143"/>
                  <a:pt x="2775386" y="1518049"/>
                  <a:pt x="2773030" y="1519769"/>
                </a:cubicBezTo>
                <a:lnTo>
                  <a:pt x="2772666" y="1520310"/>
                </a:lnTo>
                <a:lnTo>
                  <a:pt x="2784955" y="1518076"/>
                </a:lnTo>
                <a:lnTo>
                  <a:pt x="2788540" y="1517274"/>
                </a:lnTo>
                <a:close/>
                <a:moveTo>
                  <a:pt x="5236154" y="1516553"/>
                </a:moveTo>
                <a:cubicBezTo>
                  <a:pt x="5236154" y="1526398"/>
                  <a:pt x="5229836" y="1531320"/>
                  <a:pt x="5221524" y="1537797"/>
                </a:cubicBezTo>
                <a:cubicBezTo>
                  <a:pt x="5217201" y="1527952"/>
                  <a:pt x="5227840" y="1523030"/>
                  <a:pt x="5236154" y="1516553"/>
                </a:cubicBezTo>
                <a:close/>
                <a:moveTo>
                  <a:pt x="468931" y="1516553"/>
                </a:moveTo>
                <a:cubicBezTo>
                  <a:pt x="486224" y="1527782"/>
                  <a:pt x="454012" y="1527782"/>
                  <a:pt x="454012" y="1542328"/>
                </a:cubicBezTo>
                <a:cubicBezTo>
                  <a:pt x="439093" y="1539010"/>
                  <a:pt x="464862" y="1524719"/>
                  <a:pt x="468931" y="1516553"/>
                </a:cubicBezTo>
                <a:close/>
                <a:moveTo>
                  <a:pt x="3169674" y="1515975"/>
                </a:moveTo>
                <a:cubicBezTo>
                  <a:pt x="3172894" y="1515696"/>
                  <a:pt x="3177429" y="1522438"/>
                  <a:pt x="3177429" y="1516230"/>
                </a:cubicBezTo>
                <a:cubicBezTo>
                  <a:pt x="3181621" y="1517782"/>
                  <a:pt x="3179364" y="1521144"/>
                  <a:pt x="3179364" y="1524508"/>
                </a:cubicBezTo>
                <a:cubicBezTo>
                  <a:pt x="3171302" y="1527612"/>
                  <a:pt x="3173236" y="1521144"/>
                  <a:pt x="3167109" y="1519334"/>
                </a:cubicBezTo>
                <a:cubicBezTo>
                  <a:pt x="3167674" y="1516941"/>
                  <a:pt x="3168600" y="1516068"/>
                  <a:pt x="3169674" y="1515975"/>
                </a:cubicBezTo>
                <a:close/>
                <a:moveTo>
                  <a:pt x="2919035" y="1514725"/>
                </a:moveTo>
                <a:cubicBezTo>
                  <a:pt x="2914568" y="1526477"/>
                  <a:pt x="2891208" y="1519687"/>
                  <a:pt x="2886742" y="1516553"/>
                </a:cubicBezTo>
                <a:cubicBezTo>
                  <a:pt x="2893270" y="1513158"/>
                  <a:pt x="2908385" y="1521515"/>
                  <a:pt x="2919035" y="1514725"/>
                </a:cubicBezTo>
                <a:close/>
                <a:moveTo>
                  <a:pt x="5161562" y="1514575"/>
                </a:moveTo>
                <a:lnTo>
                  <a:pt x="5149056" y="1519274"/>
                </a:lnTo>
                <a:lnTo>
                  <a:pt x="5149354" y="1520828"/>
                </a:lnTo>
                <a:lnTo>
                  <a:pt x="5154564" y="1519624"/>
                </a:lnTo>
                <a:lnTo>
                  <a:pt x="5153694" y="1522003"/>
                </a:lnTo>
                <a:lnTo>
                  <a:pt x="5159798" y="1517960"/>
                </a:lnTo>
                <a:close/>
                <a:moveTo>
                  <a:pt x="3358462" y="1513113"/>
                </a:moveTo>
                <a:lnTo>
                  <a:pt x="3346548" y="1514836"/>
                </a:lnTo>
                <a:lnTo>
                  <a:pt x="3343706" y="1516753"/>
                </a:lnTo>
                <a:lnTo>
                  <a:pt x="3355440" y="1513887"/>
                </a:lnTo>
                <a:close/>
                <a:moveTo>
                  <a:pt x="4922636" y="1512870"/>
                </a:moveTo>
                <a:lnTo>
                  <a:pt x="4921956" y="1513105"/>
                </a:lnTo>
                <a:lnTo>
                  <a:pt x="4920068" y="1515171"/>
                </a:lnTo>
                <a:lnTo>
                  <a:pt x="4918628" y="1514250"/>
                </a:lnTo>
                <a:lnTo>
                  <a:pt x="4911450" y="1516721"/>
                </a:lnTo>
                <a:cubicBezTo>
                  <a:pt x="4909348" y="1518582"/>
                  <a:pt x="4908843" y="1521084"/>
                  <a:pt x="4909852" y="1524421"/>
                </a:cubicBezTo>
                <a:cubicBezTo>
                  <a:pt x="4920617" y="1522624"/>
                  <a:pt x="4924990" y="1519287"/>
                  <a:pt x="4922636" y="1512870"/>
                </a:cubicBezTo>
                <a:close/>
                <a:moveTo>
                  <a:pt x="4118763" y="1512325"/>
                </a:moveTo>
                <a:cubicBezTo>
                  <a:pt x="4116366" y="1513319"/>
                  <a:pt x="4114768" y="1515309"/>
                  <a:pt x="4112582" y="1517747"/>
                </a:cubicBezTo>
                <a:cubicBezTo>
                  <a:pt x="4121328" y="1525961"/>
                  <a:pt x="4127720" y="1519287"/>
                  <a:pt x="4129738" y="1512870"/>
                </a:cubicBezTo>
                <a:cubicBezTo>
                  <a:pt x="4124356" y="1511330"/>
                  <a:pt x="4121160" y="1511330"/>
                  <a:pt x="4118763" y="1512325"/>
                </a:cubicBezTo>
                <a:close/>
                <a:moveTo>
                  <a:pt x="5524256" y="1506367"/>
                </a:moveTo>
                <a:cubicBezTo>
                  <a:pt x="5547670" y="1514234"/>
                  <a:pt x="5547670" y="1528954"/>
                  <a:pt x="5530612" y="1547989"/>
                </a:cubicBezTo>
                <a:cubicBezTo>
                  <a:pt x="5515893" y="1544943"/>
                  <a:pt x="5515893" y="1544943"/>
                  <a:pt x="5515893" y="1544943"/>
                </a:cubicBezTo>
                <a:cubicBezTo>
                  <a:pt x="5513886" y="1527178"/>
                  <a:pt x="5513886" y="1522356"/>
                  <a:pt x="5524256" y="1506367"/>
                </a:cubicBezTo>
                <a:close/>
                <a:moveTo>
                  <a:pt x="3014882" y="1505323"/>
                </a:moveTo>
                <a:cubicBezTo>
                  <a:pt x="3017702" y="1504670"/>
                  <a:pt x="3020282" y="1505453"/>
                  <a:pt x="3021411" y="1507934"/>
                </a:cubicBezTo>
                <a:cubicBezTo>
                  <a:pt x="3021411" y="1514464"/>
                  <a:pt x="3013026" y="1511330"/>
                  <a:pt x="3011092" y="1516292"/>
                </a:cubicBezTo>
                <a:lnTo>
                  <a:pt x="3009201" y="1512974"/>
                </a:lnTo>
                <a:lnTo>
                  <a:pt x="2981682" y="1520826"/>
                </a:lnTo>
                <a:cubicBezTo>
                  <a:pt x="2983187" y="1509982"/>
                  <a:pt x="2997864" y="1507270"/>
                  <a:pt x="3007788" y="1508626"/>
                </a:cubicBezTo>
                <a:lnTo>
                  <a:pt x="3009662" y="1509251"/>
                </a:lnTo>
                <a:close/>
                <a:moveTo>
                  <a:pt x="4863056" y="1505236"/>
                </a:moveTo>
                <a:cubicBezTo>
                  <a:pt x="4860971" y="1514786"/>
                  <a:pt x="4874183" y="1505236"/>
                  <a:pt x="4874183" y="1513237"/>
                </a:cubicBezTo>
                <a:cubicBezTo>
                  <a:pt x="4869663" y="1518141"/>
                  <a:pt x="4856451" y="1519690"/>
                  <a:pt x="4854364" y="1511688"/>
                </a:cubicBezTo>
                <a:cubicBezTo>
                  <a:pt x="4852279" y="1508333"/>
                  <a:pt x="4860971" y="1508333"/>
                  <a:pt x="4863056" y="1505236"/>
                </a:cubicBezTo>
                <a:close/>
                <a:moveTo>
                  <a:pt x="2933325" y="1502504"/>
                </a:moveTo>
                <a:cubicBezTo>
                  <a:pt x="2936147" y="1501299"/>
                  <a:pt x="2939210" y="1501742"/>
                  <a:pt x="2941306" y="1505040"/>
                </a:cubicBezTo>
                <a:cubicBezTo>
                  <a:pt x="2941306" y="1508085"/>
                  <a:pt x="2939049" y="1506562"/>
                  <a:pt x="2939049" y="1505040"/>
                </a:cubicBezTo>
                <a:cubicBezTo>
                  <a:pt x="2935179" y="1508085"/>
                  <a:pt x="2932922" y="1512904"/>
                  <a:pt x="2926794" y="1509860"/>
                </a:cubicBezTo>
                <a:cubicBezTo>
                  <a:pt x="2927923" y="1506562"/>
                  <a:pt x="2930503" y="1503709"/>
                  <a:pt x="2933325" y="1502504"/>
                </a:cubicBezTo>
                <a:close/>
                <a:moveTo>
                  <a:pt x="3207872" y="1500335"/>
                </a:moveTo>
                <a:cubicBezTo>
                  <a:pt x="3212636" y="1498555"/>
                  <a:pt x="3218486" y="1499305"/>
                  <a:pt x="3221663" y="1502428"/>
                </a:cubicBezTo>
                <a:cubicBezTo>
                  <a:pt x="3217317" y="1508924"/>
                  <a:pt x="3213305" y="1515171"/>
                  <a:pt x="3200602" y="1513422"/>
                </a:cubicBezTo>
                <a:cubicBezTo>
                  <a:pt x="3199432" y="1506426"/>
                  <a:pt x="3203110" y="1502116"/>
                  <a:pt x="3207872" y="1500335"/>
                </a:cubicBezTo>
                <a:close/>
                <a:moveTo>
                  <a:pt x="3390120" y="1499693"/>
                </a:moveTo>
                <a:lnTo>
                  <a:pt x="3389746" y="1500091"/>
                </a:lnTo>
                <a:lnTo>
                  <a:pt x="3381708" y="1501233"/>
                </a:lnTo>
                <a:cubicBezTo>
                  <a:pt x="3390120" y="1499693"/>
                  <a:pt x="3390120" y="1499693"/>
                  <a:pt x="3390120" y="1499693"/>
                </a:cubicBezTo>
                <a:close/>
                <a:moveTo>
                  <a:pt x="4217968" y="1498251"/>
                </a:moveTo>
                <a:lnTo>
                  <a:pt x="4215352" y="1499524"/>
                </a:lnTo>
                <a:lnTo>
                  <a:pt x="4183426" y="1514165"/>
                </a:lnTo>
                <a:lnTo>
                  <a:pt x="4188672" y="1514059"/>
                </a:lnTo>
                <a:cubicBezTo>
                  <a:pt x="4196757" y="1511954"/>
                  <a:pt x="4204137" y="1508226"/>
                  <a:pt x="4210908" y="1503783"/>
                </a:cubicBezTo>
                <a:close/>
                <a:moveTo>
                  <a:pt x="5788440" y="1496635"/>
                </a:moveTo>
                <a:cubicBezTo>
                  <a:pt x="5798004" y="1498155"/>
                  <a:pt x="5807754" y="1507735"/>
                  <a:pt x="5804754" y="1516294"/>
                </a:cubicBezTo>
                <a:cubicBezTo>
                  <a:pt x="5790086" y="1514478"/>
                  <a:pt x="5790086" y="1514478"/>
                  <a:pt x="5790086" y="1514478"/>
                </a:cubicBezTo>
                <a:cubicBezTo>
                  <a:pt x="5798420" y="1503066"/>
                  <a:pt x="5785753" y="1503066"/>
                  <a:pt x="5779419" y="1498139"/>
                </a:cubicBezTo>
                <a:cubicBezTo>
                  <a:pt x="5782086" y="1496517"/>
                  <a:pt x="5785253" y="1496128"/>
                  <a:pt x="5788440" y="1496635"/>
                </a:cubicBezTo>
                <a:close/>
                <a:moveTo>
                  <a:pt x="3343352" y="1494816"/>
                </a:moveTo>
                <a:cubicBezTo>
                  <a:pt x="3332584" y="1494816"/>
                  <a:pt x="3326192" y="1497896"/>
                  <a:pt x="3326192" y="1507649"/>
                </a:cubicBezTo>
                <a:cubicBezTo>
                  <a:pt x="3336959" y="1507649"/>
                  <a:pt x="3343352" y="1504569"/>
                  <a:pt x="3343352" y="1494816"/>
                </a:cubicBezTo>
                <a:close/>
                <a:moveTo>
                  <a:pt x="4181250" y="1494295"/>
                </a:moveTo>
                <a:cubicBezTo>
                  <a:pt x="4179105" y="1494262"/>
                  <a:pt x="4177508" y="1495032"/>
                  <a:pt x="4178516" y="1498241"/>
                </a:cubicBezTo>
                <a:cubicBezTo>
                  <a:pt x="4187263" y="1503117"/>
                  <a:pt x="4189282" y="1501577"/>
                  <a:pt x="4187263" y="1495161"/>
                </a:cubicBezTo>
                <a:cubicBezTo>
                  <a:pt x="4186086" y="1495161"/>
                  <a:pt x="4183394" y="1494327"/>
                  <a:pt x="4181250" y="1494295"/>
                </a:cubicBezTo>
                <a:close/>
                <a:moveTo>
                  <a:pt x="3275705" y="1493550"/>
                </a:moveTo>
                <a:lnTo>
                  <a:pt x="3276652" y="1498902"/>
                </a:lnTo>
                <a:lnTo>
                  <a:pt x="3281036" y="1498442"/>
                </a:lnTo>
                <a:lnTo>
                  <a:pt x="3280416" y="1496501"/>
                </a:lnTo>
                <a:cubicBezTo>
                  <a:pt x="3279911" y="1494449"/>
                  <a:pt x="3278902" y="1492780"/>
                  <a:pt x="3275705" y="1493550"/>
                </a:cubicBezTo>
                <a:close/>
                <a:moveTo>
                  <a:pt x="5762762" y="1490523"/>
                </a:moveTo>
                <a:cubicBezTo>
                  <a:pt x="5762762" y="1519705"/>
                  <a:pt x="5756310" y="1542690"/>
                  <a:pt x="5745783" y="1567224"/>
                </a:cubicBezTo>
                <a:cubicBezTo>
                  <a:pt x="5734916" y="1541140"/>
                  <a:pt x="5756310" y="1514798"/>
                  <a:pt x="5762762" y="1490523"/>
                </a:cubicBezTo>
                <a:close/>
                <a:moveTo>
                  <a:pt x="3237352" y="1490471"/>
                </a:moveTo>
                <a:cubicBezTo>
                  <a:pt x="3234156" y="1492909"/>
                  <a:pt x="3234661" y="1494513"/>
                  <a:pt x="3235460" y="1495700"/>
                </a:cubicBezTo>
                <a:lnTo>
                  <a:pt x="3235350" y="1498050"/>
                </a:lnTo>
                <a:lnTo>
                  <a:pt x="3235711" y="1501485"/>
                </a:lnTo>
                <a:cubicBezTo>
                  <a:pt x="3233456" y="1508596"/>
                  <a:pt x="3225759" y="1516247"/>
                  <a:pt x="3243423" y="1517402"/>
                </a:cubicBezTo>
                <a:lnTo>
                  <a:pt x="3254592" y="1493452"/>
                </a:lnTo>
                <a:lnTo>
                  <a:pt x="3254174" y="1492010"/>
                </a:lnTo>
                <a:cubicBezTo>
                  <a:pt x="3245763" y="1495347"/>
                  <a:pt x="3243744" y="1490471"/>
                  <a:pt x="3237352" y="1490471"/>
                </a:cubicBezTo>
                <a:close/>
                <a:moveTo>
                  <a:pt x="3059970" y="1488259"/>
                </a:moveTo>
                <a:cubicBezTo>
                  <a:pt x="3055648" y="1496617"/>
                  <a:pt x="3051326" y="1504974"/>
                  <a:pt x="3041019" y="1503146"/>
                </a:cubicBezTo>
                <a:cubicBezTo>
                  <a:pt x="3047336" y="1496617"/>
                  <a:pt x="3051326" y="1490087"/>
                  <a:pt x="3059970" y="1488259"/>
                </a:cubicBezTo>
                <a:close/>
                <a:moveTo>
                  <a:pt x="5535224" y="1487128"/>
                </a:moveTo>
                <a:cubicBezTo>
                  <a:pt x="5543782" y="1488658"/>
                  <a:pt x="5535224" y="1498350"/>
                  <a:pt x="5546179" y="1498350"/>
                </a:cubicBezTo>
                <a:cubicBezTo>
                  <a:pt x="5543782" y="1504980"/>
                  <a:pt x="5535224" y="1504980"/>
                  <a:pt x="5524270" y="1503195"/>
                </a:cubicBezTo>
                <a:cubicBezTo>
                  <a:pt x="5524270" y="1495289"/>
                  <a:pt x="5528720" y="1491973"/>
                  <a:pt x="5535224" y="1487128"/>
                </a:cubicBezTo>
                <a:close/>
                <a:moveTo>
                  <a:pt x="4785690" y="1483928"/>
                </a:moveTo>
                <a:lnTo>
                  <a:pt x="4784938" y="1488106"/>
                </a:lnTo>
                <a:cubicBezTo>
                  <a:pt x="4784248" y="1489658"/>
                  <a:pt x="4782945" y="1490989"/>
                  <a:pt x="4780338" y="1491824"/>
                </a:cubicBezTo>
                <a:cubicBezTo>
                  <a:pt x="4785552" y="1494262"/>
                  <a:pt x="4789757" y="1492273"/>
                  <a:pt x="4792154" y="1488648"/>
                </a:cubicBezTo>
                <a:lnTo>
                  <a:pt x="4792464" y="1484496"/>
                </a:lnTo>
                <a:lnTo>
                  <a:pt x="4792092" y="1484465"/>
                </a:lnTo>
                <a:close/>
                <a:moveTo>
                  <a:pt x="3122606" y="1483732"/>
                </a:moveTo>
                <a:cubicBezTo>
                  <a:pt x="3129111" y="1483732"/>
                  <a:pt x="3133219" y="1485280"/>
                  <a:pt x="3135616" y="1486830"/>
                </a:cubicBezTo>
                <a:cubicBezTo>
                  <a:pt x="3131165" y="1490185"/>
                  <a:pt x="3126715" y="1498187"/>
                  <a:pt x="3122606" y="1491734"/>
                </a:cubicBezTo>
                <a:cubicBezTo>
                  <a:pt x="3122606" y="1483732"/>
                  <a:pt x="3122606" y="1483732"/>
                  <a:pt x="3122606" y="1483732"/>
                </a:cubicBezTo>
                <a:close/>
                <a:moveTo>
                  <a:pt x="3017750" y="1480158"/>
                </a:moveTo>
                <a:lnTo>
                  <a:pt x="3015761" y="1480453"/>
                </a:lnTo>
                <a:lnTo>
                  <a:pt x="3017890" y="1487412"/>
                </a:lnTo>
                <a:lnTo>
                  <a:pt x="3018039" y="1483542"/>
                </a:lnTo>
                <a:cubicBezTo>
                  <a:pt x="3018186" y="1482131"/>
                  <a:pt x="3018260" y="1480816"/>
                  <a:pt x="3017750" y="1480158"/>
                </a:cubicBezTo>
                <a:close/>
                <a:moveTo>
                  <a:pt x="3394293" y="1478807"/>
                </a:moveTo>
                <a:lnTo>
                  <a:pt x="3391986" y="1479156"/>
                </a:lnTo>
                <a:lnTo>
                  <a:pt x="3398092" y="1480418"/>
                </a:lnTo>
                <a:lnTo>
                  <a:pt x="3398174" y="1480309"/>
                </a:lnTo>
                <a:close/>
                <a:moveTo>
                  <a:pt x="3284116" y="1477383"/>
                </a:moveTo>
                <a:lnTo>
                  <a:pt x="3284782" y="1477469"/>
                </a:lnTo>
                <a:lnTo>
                  <a:pt x="3284479" y="1477729"/>
                </a:lnTo>
                <a:close/>
                <a:moveTo>
                  <a:pt x="4793121" y="1475654"/>
                </a:moveTo>
                <a:cubicBezTo>
                  <a:pt x="4789926" y="1476039"/>
                  <a:pt x="4788180" y="1477033"/>
                  <a:pt x="4787198" y="1478361"/>
                </a:cubicBezTo>
                <a:lnTo>
                  <a:pt x="4786234" y="1481714"/>
                </a:lnTo>
                <a:lnTo>
                  <a:pt x="4790962" y="1479205"/>
                </a:lnTo>
                <a:lnTo>
                  <a:pt x="4792954" y="1477903"/>
                </a:lnTo>
                <a:close/>
                <a:moveTo>
                  <a:pt x="3292885" y="1475519"/>
                </a:moveTo>
                <a:lnTo>
                  <a:pt x="3311704" y="1480720"/>
                </a:lnTo>
                <a:cubicBezTo>
                  <a:pt x="3305312" y="1482387"/>
                  <a:pt x="3301611" y="1480784"/>
                  <a:pt x="3297910" y="1479148"/>
                </a:cubicBezTo>
                <a:lnTo>
                  <a:pt x="3290191" y="1478161"/>
                </a:lnTo>
                <a:lnTo>
                  <a:pt x="3290191" y="1483173"/>
                </a:lnTo>
                <a:lnTo>
                  <a:pt x="3290588" y="1483550"/>
                </a:lnTo>
                <a:cubicBezTo>
                  <a:pt x="3298394" y="1486702"/>
                  <a:pt x="3309180" y="1482708"/>
                  <a:pt x="3313722" y="1488675"/>
                </a:cubicBezTo>
                <a:cubicBezTo>
                  <a:pt x="3307667" y="1490471"/>
                  <a:pt x="3307667" y="1496886"/>
                  <a:pt x="3303293" y="1498426"/>
                </a:cubicBezTo>
                <a:cubicBezTo>
                  <a:pt x="3298920" y="1495347"/>
                  <a:pt x="3298920" y="1488675"/>
                  <a:pt x="3292527" y="1487135"/>
                </a:cubicBezTo>
                <a:lnTo>
                  <a:pt x="3284743" y="1498052"/>
                </a:lnTo>
                <a:lnTo>
                  <a:pt x="3287752" y="1497736"/>
                </a:lnTo>
                <a:cubicBezTo>
                  <a:pt x="3297594" y="1495907"/>
                  <a:pt x="3307183" y="1494688"/>
                  <a:pt x="3311388" y="1507649"/>
                </a:cubicBezTo>
                <a:cubicBezTo>
                  <a:pt x="3307351" y="1497896"/>
                  <a:pt x="3324174" y="1494816"/>
                  <a:pt x="3328548" y="1480186"/>
                </a:cubicBezTo>
                <a:lnTo>
                  <a:pt x="3317481" y="1477866"/>
                </a:lnTo>
                <a:lnTo>
                  <a:pt x="3313722" y="1477383"/>
                </a:lnTo>
                <a:lnTo>
                  <a:pt x="3314112" y="1477166"/>
                </a:lnTo>
                <a:close/>
                <a:moveTo>
                  <a:pt x="3248118" y="1470969"/>
                </a:moveTo>
                <a:cubicBezTo>
                  <a:pt x="3248118" y="1477383"/>
                  <a:pt x="3252156" y="1475844"/>
                  <a:pt x="3250136" y="1484056"/>
                </a:cubicBezTo>
                <a:cubicBezTo>
                  <a:pt x="3252156" y="1484056"/>
                  <a:pt x="3256528" y="1485596"/>
                  <a:pt x="3256528" y="1482259"/>
                </a:cubicBezTo>
                <a:cubicBezTo>
                  <a:pt x="3254174" y="1479180"/>
                  <a:pt x="3254174" y="1470969"/>
                  <a:pt x="3248118" y="1470969"/>
                </a:cubicBezTo>
                <a:close/>
                <a:moveTo>
                  <a:pt x="3266492" y="1470771"/>
                </a:moveTo>
                <a:lnTo>
                  <a:pt x="3266834" y="1473234"/>
                </a:lnTo>
                <a:lnTo>
                  <a:pt x="3267084" y="1471803"/>
                </a:lnTo>
                <a:close/>
                <a:moveTo>
                  <a:pt x="3222548" y="1469429"/>
                </a:moveTo>
                <a:cubicBezTo>
                  <a:pt x="3228941" y="1479180"/>
                  <a:pt x="3222548" y="1487135"/>
                  <a:pt x="3220194" y="1493550"/>
                </a:cubicBezTo>
                <a:lnTo>
                  <a:pt x="3209572" y="1489391"/>
                </a:lnTo>
                <a:lnTo>
                  <a:pt x="3209180" y="1489621"/>
                </a:lnTo>
                <a:lnTo>
                  <a:pt x="3204646" y="1488539"/>
                </a:lnTo>
                <a:lnTo>
                  <a:pt x="3202405" y="1488462"/>
                </a:lnTo>
                <a:cubicBezTo>
                  <a:pt x="3200365" y="1488931"/>
                  <a:pt x="3197905" y="1490022"/>
                  <a:pt x="3194625" y="1492010"/>
                </a:cubicBezTo>
                <a:cubicBezTo>
                  <a:pt x="3197990" y="1488803"/>
                  <a:pt x="3198578" y="1486814"/>
                  <a:pt x="3198326" y="1484794"/>
                </a:cubicBezTo>
                <a:lnTo>
                  <a:pt x="3197036" y="1477697"/>
                </a:lnTo>
                <a:lnTo>
                  <a:pt x="3197166" y="1477522"/>
                </a:lnTo>
                <a:lnTo>
                  <a:pt x="3202868" y="1481746"/>
                </a:lnTo>
                <a:lnTo>
                  <a:pt x="3204731" y="1481853"/>
                </a:lnTo>
                <a:lnTo>
                  <a:pt x="3207646" y="1476966"/>
                </a:lnTo>
                <a:lnTo>
                  <a:pt x="3205490" y="1474208"/>
                </a:lnTo>
                <a:cubicBezTo>
                  <a:pt x="3203046" y="1473470"/>
                  <a:pt x="3200407" y="1474433"/>
                  <a:pt x="3198031" y="1476358"/>
                </a:cubicBezTo>
                <a:lnTo>
                  <a:pt x="3197166" y="1477522"/>
                </a:lnTo>
                <a:lnTo>
                  <a:pt x="3196980" y="1477383"/>
                </a:lnTo>
                <a:lnTo>
                  <a:pt x="3197036" y="1477697"/>
                </a:lnTo>
                <a:lnTo>
                  <a:pt x="3192148" y="1484280"/>
                </a:lnTo>
                <a:cubicBezTo>
                  <a:pt x="3190756" y="1487391"/>
                  <a:pt x="3190083" y="1490727"/>
                  <a:pt x="3190588" y="1493550"/>
                </a:cubicBezTo>
                <a:cubicBezTo>
                  <a:pt x="3182177" y="1493550"/>
                  <a:pt x="3184196" y="1484056"/>
                  <a:pt x="3173430" y="1487135"/>
                </a:cubicBezTo>
                <a:cubicBezTo>
                  <a:pt x="3171410" y="1492010"/>
                  <a:pt x="3175784" y="1503302"/>
                  <a:pt x="3169392" y="1503302"/>
                </a:cubicBezTo>
                <a:cubicBezTo>
                  <a:pt x="3169392" y="1493550"/>
                  <a:pt x="3171410" y="1485596"/>
                  <a:pt x="3175784" y="1477383"/>
                </a:cubicBezTo>
                <a:cubicBezTo>
                  <a:pt x="3163000" y="1474304"/>
                  <a:pt x="3163000" y="1487135"/>
                  <a:pt x="3154589" y="1487135"/>
                </a:cubicBezTo>
                <a:cubicBezTo>
                  <a:pt x="3156608" y="1484056"/>
                  <a:pt x="3158626" y="1480720"/>
                  <a:pt x="3152234" y="1480720"/>
                </a:cubicBezTo>
                <a:cubicBezTo>
                  <a:pt x="3145841" y="1480720"/>
                  <a:pt x="3158626" y="1488675"/>
                  <a:pt x="3150216" y="1490471"/>
                </a:cubicBezTo>
                <a:cubicBezTo>
                  <a:pt x="3137432" y="1485596"/>
                  <a:pt x="3124646" y="1472508"/>
                  <a:pt x="3113881" y="1487135"/>
                </a:cubicBezTo>
                <a:cubicBezTo>
                  <a:pt x="3113881" y="1479180"/>
                  <a:pt x="3109843" y="1477383"/>
                  <a:pt x="3099077" y="1479180"/>
                </a:cubicBezTo>
                <a:cubicBezTo>
                  <a:pt x="3101096" y="1487135"/>
                  <a:pt x="3099077" y="1488675"/>
                  <a:pt x="3092685" y="1492010"/>
                </a:cubicBezTo>
                <a:cubicBezTo>
                  <a:pt x="3082256" y="1482259"/>
                  <a:pt x="3031117" y="1484056"/>
                  <a:pt x="3020352" y="1488675"/>
                </a:cubicBezTo>
                <a:lnTo>
                  <a:pt x="3017924" y="1487521"/>
                </a:lnTo>
                <a:lnTo>
                  <a:pt x="3019912" y="1494021"/>
                </a:lnTo>
                <a:cubicBezTo>
                  <a:pt x="3017883" y="1498933"/>
                  <a:pt x="3011455" y="1498933"/>
                  <a:pt x="3009424" y="1503845"/>
                </a:cubicBezTo>
                <a:cubicBezTo>
                  <a:pt x="3009424" y="1502294"/>
                  <a:pt x="3009424" y="1498610"/>
                  <a:pt x="3007268" y="1495314"/>
                </a:cubicBezTo>
                <a:lnTo>
                  <a:pt x="2993044" y="1489468"/>
                </a:lnTo>
                <a:lnTo>
                  <a:pt x="2991797" y="1489990"/>
                </a:lnTo>
                <a:lnTo>
                  <a:pt x="2990941" y="1490127"/>
                </a:lnTo>
                <a:lnTo>
                  <a:pt x="2988110" y="1492470"/>
                </a:lnTo>
                <a:lnTo>
                  <a:pt x="2987775" y="1490632"/>
                </a:lnTo>
                <a:lnTo>
                  <a:pt x="2981836" y="1491581"/>
                </a:lnTo>
                <a:cubicBezTo>
                  <a:pt x="2979055" y="1491273"/>
                  <a:pt x="2976952" y="1489958"/>
                  <a:pt x="2975942" y="1487135"/>
                </a:cubicBezTo>
                <a:cubicBezTo>
                  <a:pt x="2982335" y="1487135"/>
                  <a:pt x="2986372" y="1488675"/>
                  <a:pt x="2988728" y="1482259"/>
                </a:cubicBezTo>
                <a:cubicBezTo>
                  <a:pt x="2979980" y="1479180"/>
                  <a:pt x="2973588" y="1484056"/>
                  <a:pt x="2967195" y="1484056"/>
                </a:cubicBezTo>
                <a:cubicBezTo>
                  <a:pt x="2967195" y="1493550"/>
                  <a:pt x="2956766" y="1503302"/>
                  <a:pt x="2954411" y="1493550"/>
                </a:cubicBezTo>
                <a:cubicBezTo>
                  <a:pt x="2958784" y="1493550"/>
                  <a:pt x="2963158" y="1495347"/>
                  <a:pt x="2963158" y="1488675"/>
                </a:cubicBezTo>
                <a:cubicBezTo>
                  <a:pt x="2963158" y="1488675"/>
                  <a:pt x="2963158" y="1488675"/>
                  <a:pt x="2963158" y="1484056"/>
                </a:cubicBezTo>
                <a:cubicBezTo>
                  <a:pt x="2948018" y="1477383"/>
                  <a:pt x="2926824" y="1493550"/>
                  <a:pt x="2901591" y="1487135"/>
                </a:cubicBezTo>
                <a:cubicBezTo>
                  <a:pt x="2901591" y="1496886"/>
                  <a:pt x="2916393" y="1493550"/>
                  <a:pt x="2914038" y="1506637"/>
                </a:cubicBezTo>
                <a:cubicBezTo>
                  <a:pt x="2895198" y="1502532"/>
                  <a:pt x="2879891" y="1500928"/>
                  <a:pt x="2864247" y="1501954"/>
                </a:cubicBezTo>
                <a:lnTo>
                  <a:pt x="2812567" y="1513024"/>
                </a:lnTo>
                <a:lnTo>
                  <a:pt x="2812580" y="1513076"/>
                </a:lnTo>
                <a:lnTo>
                  <a:pt x="2831318" y="1516100"/>
                </a:lnTo>
                <a:cubicBezTo>
                  <a:pt x="2836407" y="1517544"/>
                  <a:pt x="2840192" y="1519597"/>
                  <a:pt x="2842378" y="1522804"/>
                </a:cubicBezTo>
                <a:cubicBezTo>
                  <a:pt x="2833799" y="1522804"/>
                  <a:pt x="2827408" y="1521200"/>
                  <a:pt x="2821267" y="1519372"/>
                </a:cubicBezTo>
                <a:lnTo>
                  <a:pt x="2813664" y="1517518"/>
                </a:lnTo>
                <a:lnTo>
                  <a:pt x="2816113" y="1527548"/>
                </a:lnTo>
                <a:lnTo>
                  <a:pt x="2818447" y="1527501"/>
                </a:lnTo>
                <a:lnTo>
                  <a:pt x="2816304" y="1528330"/>
                </a:lnTo>
                <a:lnTo>
                  <a:pt x="2816456" y="1528952"/>
                </a:lnTo>
                <a:lnTo>
                  <a:pt x="2811472" y="1534182"/>
                </a:lnTo>
                <a:lnTo>
                  <a:pt x="2818998" y="1534708"/>
                </a:lnTo>
                <a:cubicBezTo>
                  <a:pt x="2826331" y="1533083"/>
                  <a:pt x="2824250" y="1525576"/>
                  <a:pt x="2835604" y="1524421"/>
                </a:cubicBezTo>
                <a:cubicBezTo>
                  <a:pt x="2835604" y="1524421"/>
                  <a:pt x="2835604" y="1524421"/>
                  <a:pt x="2848386" y="1532377"/>
                </a:cubicBezTo>
                <a:lnTo>
                  <a:pt x="2856778" y="1531721"/>
                </a:lnTo>
                <a:lnTo>
                  <a:pt x="2857570" y="1531176"/>
                </a:lnTo>
                <a:cubicBezTo>
                  <a:pt x="2859529" y="1530395"/>
                  <a:pt x="2861166" y="1530345"/>
                  <a:pt x="2862486" y="1530847"/>
                </a:cubicBezTo>
                <a:lnTo>
                  <a:pt x="2862658" y="1531260"/>
                </a:lnTo>
                <a:lnTo>
                  <a:pt x="2949980" y="1524421"/>
                </a:lnTo>
                <a:lnTo>
                  <a:pt x="3030418" y="1518937"/>
                </a:lnTo>
                <a:lnTo>
                  <a:pt x="3028480" y="1514312"/>
                </a:lnTo>
                <a:cubicBezTo>
                  <a:pt x="3027702" y="1512256"/>
                  <a:pt x="3026637" y="1511460"/>
                  <a:pt x="3024508" y="1516500"/>
                </a:cubicBezTo>
                <a:cubicBezTo>
                  <a:pt x="3020251" y="1514643"/>
                  <a:pt x="3026473" y="1513051"/>
                  <a:pt x="3026473" y="1508012"/>
                </a:cubicBezTo>
                <a:cubicBezTo>
                  <a:pt x="3030732" y="1509868"/>
                  <a:pt x="3034989" y="1506421"/>
                  <a:pt x="3030732" y="1504829"/>
                </a:cubicBezTo>
                <a:cubicBezTo>
                  <a:pt x="3036954" y="1503900"/>
                  <a:pt x="3040556" y="1505558"/>
                  <a:pt x="3040802" y="1508476"/>
                </a:cubicBezTo>
                <a:lnTo>
                  <a:pt x="3031466" y="1518866"/>
                </a:lnTo>
                <a:lnTo>
                  <a:pt x="3047873" y="1517747"/>
                </a:lnTo>
                <a:cubicBezTo>
                  <a:pt x="3045518" y="1521084"/>
                  <a:pt x="3043500" y="1525961"/>
                  <a:pt x="3049891" y="1524421"/>
                </a:cubicBezTo>
                <a:cubicBezTo>
                  <a:pt x="3049891" y="1524421"/>
                  <a:pt x="3049891" y="1524421"/>
                  <a:pt x="3064693" y="1517747"/>
                </a:cubicBezTo>
                <a:lnTo>
                  <a:pt x="3114593" y="1521149"/>
                </a:lnTo>
                <a:lnTo>
                  <a:pt x="3116678" y="1517378"/>
                </a:lnTo>
                <a:cubicBezTo>
                  <a:pt x="3115863" y="1516039"/>
                  <a:pt x="3113045" y="1514900"/>
                  <a:pt x="3107158" y="1514066"/>
                </a:cubicBezTo>
                <a:cubicBezTo>
                  <a:pt x="3114727" y="1510088"/>
                  <a:pt x="3124316" y="1511307"/>
                  <a:pt x="3131761" y="1515766"/>
                </a:cubicBezTo>
                <a:lnTo>
                  <a:pt x="3135541" y="1522577"/>
                </a:lnTo>
                <a:lnTo>
                  <a:pt x="3162586" y="1524421"/>
                </a:lnTo>
                <a:cubicBezTo>
                  <a:pt x="3162586" y="1524421"/>
                  <a:pt x="3162586" y="1524421"/>
                  <a:pt x="3184157" y="1525070"/>
                </a:cubicBezTo>
                <a:lnTo>
                  <a:pt x="3201342" y="1525588"/>
                </a:lnTo>
                <a:lnTo>
                  <a:pt x="3201030" y="1522279"/>
                </a:lnTo>
                <a:cubicBezTo>
                  <a:pt x="3204226" y="1521894"/>
                  <a:pt x="3206076" y="1522616"/>
                  <a:pt x="3207191" y="1523968"/>
                </a:cubicBezTo>
                <a:lnTo>
                  <a:pt x="3207770" y="1525782"/>
                </a:lnTo>
                <a:lnTo>
                  <a:pt x="3213718" y="1525961"/>
                </a:lnTo>
                <a:cubicBezTo>
                  <a:pt x="3213718" y="1525961"/>
                  <a:pt x="3213718" y="1525961"/>
                  <a:pt x="3217418" y="1525961"/>
                </a:cubicBezTo>
                <a:lnTo>
                  <a:pt x="3224910" y="1525961"/>
                </a:lnTo>
                <a:lnTo>
                  <a:pt x="3218962" y="1524224"/>
                </a:lnTo>
                <a:cubicBezTo>
                  <a:pt x="3217032" y="1522471"/>
                  <a:pt x="3215834" y="1519391"/>
                  <a:pt x="3215834" y="1514066"/>
                </a:cubicBezTo>
                <a:cubicBezTo>
                  <a:pt x="3232656" y="1522279"/>
                  <a:pt x="3228619" y="1504569"/>
                  <a:pt x="3226264" y="1499693"/>
                </a:cubicBezTo>
                <a:cubicBezTo>
                  <a:pt x="3226264" y="1494816"/>
                  <a:pt x="3230638" y="1496356"/>
                  <a:pt x="3230638" y="1499693"/>
                </a:cubicBezTo>
                <a:lnTo>
                  <a:pt x="3233876" y="1496083"/>
                </a:lnTo>
                <a:lnTo>
                  <a:pt x="3230623" y="1490856"/>
                </a:lnTo>
                <a:cubicBezTo>
                  <a:pt x="3229278" y="1488033"/>
                  <a:pt x="3228773" y="1485596"/>
                  <a:pt x="3230960" y="1485596"/>
                </a:cubicBezTo>
                <a:cubicBezTo>
                  <a:pt x="3237352" y="1485596"/>
                  <a:pt x="3243744" y="1485596"/>
                  <a:pt x="3245763" y="1479180"/>
                </a:cubicBezTo>
                <a:cubicBezTo>
                  <a:pt x="3239370" y="1474304"/>
                  <a:pt x="3228941" y="1472508"/>
                  <a:pt x="3222548" y="1469429"/>
                </a:cubicBezTo>
                <a:close/>
                <a:moveTo>
                  <a:pt x="4733578" y="1467440"/>
                </a:moveTo>
                <a:cubicBezTo>
                  <a:pt x="4727186" y="1470777"/>
                  <a:pt x="4722813" y="1477194"/>
                  <a:pt x="4727186" y="1485407"/>
                </a:cubicBezTo>
                <a:cubicBezTo>
                  <a:pt x="4729204" y="1482070"/>
                  <a:pt x="4731223" y="1480530"/>
                  <a:pt x="4731223" y="1477194"/>
                </a:cubicBezTo>
                <a:cubicBezTo>
                  <a:pt x="4733578" y="1475654"/>
                  <a:pt x="4733578" y="1477194"/>
                  <a:pt x="4735596" y="1478990"/>
                </a:cubicBezTo>
                <a:cubicBezTo>
                  <a:pt x="4739970" y="1477194"/>
                  <a:pt x="4735596" y="1472317"/>
                  <a:pt x="4733578" y="1467440"/>
                </a:cubicBezTo>
                <a:close/>
                <a:moveTo>
                  <a:pt x="3289300" y="1464946"/>
                </a:moveTo>
                <a:lnTo>
                  <a:pt x="3273350" y="1472508"/>
                </a:lnTo>
                <a:cubicBezTo>
                  <a:pt x="3277724" y="1472508"/>
                  <a:pt x="3277724" y="1474304"/>
                  <a:pt x="3279743" y="1477383"/>
                </a:cubicBezTo>
                <a:cubicBezTo>
                  <a:pt x="3271332" y="1476614"/>
                  <a:pt x="3268724" y="1481105"/>
                  <a:pt x="3266327" y="1486783"/>
                </a:cubicBezTo>
                <a:lnTo>
                  <a:pt x="3262778" y="1491606"/>
                </a:lnTo>
                <a:lnTo>
                  <a:pt x="3268886" y="1495978"/>
                </a:lnTo>
                <a:lnTo>
                  <a:pt x="3276042" y="1484930"/>
                </a:lnTo>
                <a:lnTo>
                  <a:pt x="3284479" y="1477729"/>
                </a:lnTo>
                <a:lnTo>
                  <a:pt x="3288312" y="1481382"/>
                </a:lnTo>
                <a:lnTo>
                  <a:pt x="3286548" y="1479373"/>
                </a:lnTo>
                <a:lnTo>
                  <a:pt x="3287029" y="1477756"/>
                </a:lnTo>
                <a:lnTo>
                  <a:pt x="3284782" y="1477469"/>
                </a:lnTo>
                <a:lnTo>
                  <a:pt x="3287910" y="1474799"/>
                </a:lnTo>
                <a:lnTo>
                  <a:pt x="3288551" y="1472647"/>
                </a:lnTo>
                <a:close/>
                <a:moveTo>
                  <a:pt x="4236040" y="1462564"/>
                </a:moveTo>
                <a:cubicBezTo>
                  <a:pt x="4227630" y="1462564"/>
                  <a:pt x="4216866" y="1464361"/>
                  <a:pt x="4216866" y="1470777"/>
                </a:cubicBezTo>
                <a:cubicBezTo>
                  <a:pt x="4231668" y="1477194"/>
                  <a:pt x="4218884" y="1475654"/>
                  <a:pt x="4223258" y="1483867"/>
                </a:cubicBezTo>
                <a:cubicBezTo>
                  <a:pt x="4226454" y="1485856"/>
                  <a:pt x="4228578" y="1486739"/>
                  <a:pt x="4230102" y="1486943"/>
                </a:cubicBezTo>
                <a:lnTo>
                  <a:pt x="4233230" y="1485989"/>
                </a:lnTo>
                <a:lnTo>
                  <a:pt x="4238982" y="1481020"/>
                </a:lnTo>
                <a:lnTo>
                  <a:pt x="4231668" y="1475654"/>
                </a:lnTo>
                <a:cubicBezTo>
                  <a:pt x="4234022" y="1474114"/>
                  <a:pt x="4240414" y="1475654"/>
                  <a:pt x="4242432" y="1477194"/>
                </a:cubicBezTo>
                <a:cubicBezTo>
                  <a:pt x="4236040" y="1465901"/>
                  <a:pt x="4240414" y="1469237"/>
                  <a:pt x="4236040" y="1462564"/>
                </a:cubicBezTo>
                <a:close/>
                <a:moveTo>
                  <a:pt x="3369216" y="1462270"/>
                </a:moveTo>
                <a:lnTo>
                  <a:pt x="3365003" y="1464448"/>
                </a:lnTo>
                <a:lnTo>
                  <a:pt x="3361773" y="1470850"/>
                </a:lnTo>
                <a:cubicBezTo>
                  <a:pt x="3360932" y="1475310"/>
                  <a:pt x="3360343" y="1480187"/>
                  <a:pt x="3358156" y="1483523"/>
                </a:cubicBezTo>
                <a:lnTo>
                  <a:pt x="3360930" y="1483081"/>
                </a:lnTo>
                <a:lnTo>
                  <a:pt x="3368646" y="1476100"/>
                </a:lnTo>
                <a:lnTo>
                  <a:pt x="3370870" y="1463407"/>
                </a:lnTo>
                <a:close/>
                <a:moveTo>
                  <a:pt x="3295450" y="1462031"/>
                </a:moveTo>
                <a:lnTo>
                  <a:pt x="3291627" y="1463844"/>
                </a:lnTo>
                <a:lnTo>
                  <a:pt x="3294786" y="1467309"/>
                </a:lnTo>
                <a:cubicBezTo>
                  <a:pt x="3303019" y="1471267"/>
                  <a:pt x="3319295" y="1457792"/>
                  <a:pt x="3317781" y="1473770"/>
                </a:cubicBezTo>
                <a:lnTo>
                  <a:pt x="3322494" y="1472484"/>
                </a:lnTo>
                <a:lnTo>
                  <a:pt x="3325586" y="1470756"/>
                </a:lnTo>
                <a:lnTo>
                  <a:pt x="3329039" y="1470698"/>
                </a:lnTo>
                <a:lnTo>
                  <a:pt x="3334478" y="1469214"/>
                </a:lnTo>
                <a:lnTo>
                  <a:pt x="3337963" y="1464552"/>
                </a:lnTo>
                <a:lnTo>
                  <a:pt x="3318432" y="1462789"/>
                </a:lnTo>
                <a:cubicBezTo>
                  <a:pt x="3310862" y="1461778"/>
                  <a:pt x="3303082" y="1460969"/>
                  <a:pt x="3295450" y="1462031"/>
                </a:cubicBezTo>
                <a:close/>
                <a:moveTo>
                  <a:pt x="5532206" y="1461097"/>
                </a:moveTo>
                <a:cubicBezTo>
                  <a:pt x="5542732" y="1461097"/>
                  <a:pt x="5545109" y="1467581"/>
                  <a:pt x="5553600" y="1469396"/>
                </a:cubicBezTo>
                <a:cubicBezTo>
                  <a:pt x="5551562" y="1477436"/>
                  <a:pt x="5542732" y="1479252"/>
                  <a:pt x="5538658" y="1485736"/>
                </a:cubicBezTo>
                <a:cubicBezTo>
                  <a:pt x="5525753" y="1480808"/>
                  <a:pt x="5534242" y="1479252"/>
                  <a:pt x="5538658" y="1470952"/>
                </a:cubicBezTo>
                <a:cubicBezTo>
                  <a:pt x="5536280" y="1467581"/>
                  <a:pt x="5527790" y="1467581"/>
                  <a:pt x="5532206" y="1461097"/>
                </a:cubicBezTo>
                <a:close/>
                <a:moveTo>
                  <a:pt x="3609448" y="1456342"/>
                </a:moveTo>
                <a:cubicBezTo>
                  <a:pt x="3585897" y="1462757"/>
                  <a:pt x="3564702" y="1459677"/>
                  <a:pt x="3543507" y="1472508"/>
                </a:cubicBezTo>
                <a:cubicBezTo>
                  <a:pt x="3543507" y="1472508"/>
                  <a:pt x="3543507" y="1472508"/>
                  <a:pt x="3543507" y="1464553"/>
                </a:cubicBezTo>
                <a:cubicBezTo>
                  <a:pt x="3526349" y="1467632"/>
                  <a:pt x="3509527" y="1469429"/>
                  <a:pt x="3494724" y="1470969"/>
                </a:cubicBezTo>
                <a:cubicBezTo>
                  <a:pt x="3477566" y="1470969"/>
                  <a:pt x="3460744" y="1469429"/>
                  <a:pt x="3443586" y="1464553"/>
                </a:cubicBezTo>
                <a:cubicBezTo>
                  <a:pt x="3441568" y="1475844"/>
                  <a:pt x="3432820" y="1467632"/>
                  <a:pt x="3428783" y="1462757"/>
                </a:cubicBezTo>
                <a:cubicBezTo>
                  <a:pt x="3426428" y="1469429"/>
                  <a:pt x="3415998" y="1466093"/>
                  <a:pt x="3413644" y="1472508"/>
                </a:cubicBezTo>
                <a:cubicBezTo>
                  <a:pt x="3415998" y="1472508"/>
                  <a:pt x="3418017" y="1472508"/>
                  <a:pt x="3420036" y="1475844"/>
                </a:cubicBezTo>
                <a:cubicBezTo>
                  <a:pt x="3418017" y="1477512"/>
                  <a:pt x="3415914" y="1475459"/>
                  <a:pt x="3414064" y="1474016"/>
                </a:cubicBezTo>
                <a:lnTo>
                  <a:pt x="3413358" y="1473692"/>
                </a:lnTo>
                <a:lnTo>
                  <a:pt x="3414323" y="1478578"/>
                </a:lnTo>
                <a:lnTo>
                  <a:pt x="3418017" y="1480720"/>
                </a:lnTo>
                <a:lnTo>
                  <a:pt x="3414720" y="1480589"/>
                </a:lnTo>
                <a:lnTo>
                  <a:pt x="3415089" y="1482459"/>
                </a:lnTo>
                <a:cubicBezTo>
                  <a:pt x="3414324" y="1484499"/>
                  <a:pt x="3412199" y="1486118"/>
                  <a:pt x="3408970" y="1490263"/>
                </a:cubicBezTo>
                <a:cubicBezTo>
                  <a:pt x="3406590" y="1481973"/>
                  <a:pt x="3391632" y="1485341"/>
                  <a:pt x="3385173" y="1481973"/>
                </a:cubicBezTo>
                <a:lnTo>
                  <a:pt x="3388751" y="1479646"/>
                </a:lnTo>
                <a:lnTo>
                  <a:pt x="3384836" y="1480239"/>
                </a:lnTo>
                <a:cubicBezTo>
                  <a:pt x="3381788" y="1481056"/>
                  <a:pt x="3378938" y="1481979"/>
                  <a:pt x="3376578" y="1482295"/>
                </a:cubicBezTo>
                <a:lnTo>
                  <a:pt x="3372828" y="1481186"/>
                </a:lnTo>
                <a:lnTo>
                  <a:pt x="3370951" y="1483634"/>
                </a:lnTo>
                <a:lnTo>
                  <a:pt x="3370244" y="1490471"/>
                </a:lnTo>
                <a:lnTo>
                  <a:pt x="3370186" y="1491023"/>
                </a:lnTo>
                <a:lnTo>
                  <a:pt x="3371236" y="1496613"/>
                </a:lnTo>
                <a:lnTo>
                  <a:pt x="3375191" y="1508835"/>
                </a:lnTo>
                <a:lnTo>
                  <a:pt x="3384277" y="1506510"/>
                </a:lnTo>
                <a:lnTo>
                  <a:pt x="3384310" y="1505892"/>
                </a:lnTo>
                <a:lnTo>
                  <a:pt x="3389746" y="1500091"/>
                </a:lnTo>
                <a:lnTo>
                  <a:pt x="3419433" y="1495875"/>
                </a:lnTo>
                <a:cubicBezTo>
                  <a:pt x="3433775" y="1494238"/>
                  <a:pt x="3448664" y="1493019"/>
                  <a:pt x="3460439" y="1493019"/>
                </a:cubicBezTo>
                <a:lnTo>
                  <a:pt x="3462955" y="1499117"/>
                </a:lnTo>
                <a:lnTo>
                  <a:pt x="3468511" y="1498023"/>
                </a:lnTo>
                <a:lnTo>
                  <a:pt x="3464477" y="1493019"/>
                </a:lnTo>
                <a:cubicBezTo>
                  <a:pt x="3465486" y="1488271"/>
                  <a:pt x="3467590" y="1490324"/>
                  <a:pt x="3469986" y="1493757"/>
                </a:cubicBezTo>
                <a:lnTo>
                  <a:pt x="3472355" y="1497266"/>
                </a:lnTo>
                <a:lnTo>
                  <a:pt x="3480373" y="1495688"/>
                </a:lnTo>
                <a:cubicBezTo>
                  <a:pt x="3488458" y="1492412"/>
                  <a:pt x="3495481" y="1487263"/>
                  <a:pt x="3500780" y="1479180"/>
                </a:cubicBezTo>
                <a:cubicBezTo>
                  <a:pt x="3507172" y="1482259"/>
                  <a:pt x="3511546" y="1477383"/>
                  <a:pt x="3513564" y="1480720"/>
                </a:cubicBezTo>
                <a:cubicBezTo>
                  <a:pt x="3511546" y="1487135"/>
                  <a:pt x="3496742" y="1480720"/>
                  <a:pt x="3500780" y="1490471"/>
                </a:cubicBezTo>
                <a:cubicBezTo>
                  <a:pt x="3515919" y="1493550"/>
                  <a:pt x="3526349" y="1480720"/>
                  <a:pt x="3539133" y="1475844"/>
                </a:cubicBezTo>
                <a:cubicBezTo>
                  <a:pt x="3564702" y="1469429"/>
                  <a:pt x="3596663" y="1480720"/>
                  <a:pt x="3609448" y="1456342"/>
                </a:cubicBezTo>
                <a:close/>
                <a:moveTo>
                  <a:pt x="4724832" y="1456147"/>
                </a:moveTo>
                <a:cubicBezTo>
                  <a:pt x="4716422" y="1456147"/>
                  <a:pt x="4720794" y="1462564"/>
                  <a:pt x="4714403" y="1464361"/>
                </a:cubicBezTo>
                <a:cubicBezTo>
                  <a:pt x="4720794" y="1470777"/>
                  <a:pt x="4720794" y="1465901"/>
                  <a:pt x="4729204" y="1464361"/>
                </a:cubicBezTo>
                <a:close/>
                <a:moveTo>
                  <a:pt x="4294705" y="1455287"/>
                </a:moveTo>
                <a:lnTo>
                  <a:pt x="4274390" y="1467440"/>
                </a:lnTo>
                <a:lnTo>
                  <a:pt x="4274346" y="1467476"/>
                </a:lnTo>
                <a:lnTo>
                  <a:pt x="4293670" y="1456117"/>
                </a:lnTo>
                <a:close/>
                <a:moveTo>
                  <a:pt x="4835245" y="1454306"/>
                </a:moveTo>
                <a:cubicBezTo>
                  <a:pt x="4841562" y="1459366"/>
                  <a:pt x="4828928" y="1467621"/>
                  <a:pt x="4822610" y="1460964"/>
                </a:cubicBezTo>
                <a:cubicBezTo>
                  <a:pt x="4826933" y="1460964"/>
                  <a:pt x="4824606" y="1457502"/>
                  <a:pt x="4822610" y="1455904"/>
                </a:cubicBezTo>
                <a:cubicBezTo>
                  <a:pt x="4822610" y="1455904"/>
                  <a:pt x="4822610" y="1455904"/>
                  <a:pt x="4835245" y="1454306"/>
                </a:cubicBezTo>
                <a:close/>
                <a:moveTo>
                  <a:pt x="5715552" y="1451734"/>
                </a:moveTo>
                <a:cubicBezTo>
                  <a:pt x="5718070" y="1451455"/>
                  <a:pt x="5717640" y="1457047"/>
                  <a:pt x="5715920" y="1460743"/>
                </a:cubicBezTo>
                <a:cubicBezTo>
                  <a:pt x="5728366" y="1462299"/>
                  <a:pt x="5726401" y="1455815"/>
                  <a:pt x="5734590" y="1462299"/>
                </a:cubicBezTo>
                <a:cubicBezTo>
                  <a:pt x="5728366" y="1467227"/>
                  <a:pt x="5724436" y="1472155"/>
                  <a:pt x="5713955" y="1470599"/>
                </a:cubicBezTo>
                <a:cubicBezTo>
                  <a:pt x="5709698" y="1462299"/>
                  <a:pt x="5715920" y="1464115"/>
                  <a:pt x="5711990" y="1454259"/>
                </a:cubicBezTo>
                <a:cubicBezTo>
                  <a:pt x="5713546" y="1452573"/>
                  <a:pt x="5714713" y="1451828"/>
                  <a:pt x="5715552" y="1451734"/>
                </a:cubicBezTo>
                <a:close/>
                <a:moveTo>
                  <a:pt x="5329272" y="1446148"/>
                </a:moveTo>
                <a:lnTo>
                  <a:pt x="5323578" y="1448182"/>
                </a:lnTo>
                <a:lnTo>
                  <a:pt x="5322648" y="1451784"/>
                </a:lnTo>
                <a:lnTo>
                  <a:pt x="5320690" y="1449213"/>
                </a:lnTo>
                <a:lnTo>
                  <a:pt x="5305205" y="1454744"/>
                </a:lnTo>
                <a:cubicBezTo>
                  <a:pt x="5278634" y="1468474"/>
                  <a:pt x="5250465" y="1480601"/>
                  <a:pt x="5221750" y="1491957"/>
                </a:cubicBezTo>
                <a:lnTo>
                  <a:pt x="5219430" y="1492829"/>
                </a:lnTo>
                <a:lnTo>
                  <a:pt x="5220350" y="1493364"/>
                </a:lnTo>
                <a:lnTo>
                  <a:pt x="5218729" y="1493093"/>
                </a:lnTo>
                <a:lnTo>
                  <a:pt x="5172864" y="1510327"/>
                </a:lnTo>
                <a:lnTo>
                  <a:pt x="5171572" y="1514411"/>
                </a:lnTo>
                <a:cubicBezTo>
                  <a:pt x="5179982" y="1509791"/>
                  <a:pt x="5179982" y="1516208"/>
                  <a:pt x="5184019" y="1509791"/>
                </a:cubicBezTo>
                <a:cubicBezTo>
                  <a:pt x="5190410" y="1529297"/>
                  <a:pt x="5171572" y="1535714"/>
                  <a:pt x="5167199" y="1558301"/>
                </a:cubicBezTo>
                <a:cubicBezTo>
                  <a:pt x="5143651" y="1561637"/>
                  <a:pt x="5148024" y="1589101"/>
                  <a:pt x="5116066" y="1595774"/>
                </a:cubicBezTo>
                <a:cubicBezTo>
                  <a:pt x="5118253" y="1599753"/>
                  <a:pt x="5115646" y="1602127"/>
                  <a:pt x="5113292" y="1604725"/>
                </a:cubicBezTo>
                <a:lnTo>
                  <a:pt x="5111808" y="1607076"/>
                </a:lnTo>
                <a:lnTo>
                  <a:pt x="5111808" y="1614104"/>
                </a:lnTo>
                <a:lnTo>
                  <a:pt x="5112030" y="1615024"/>
                </a:lnTo>
                <a:cubicBezTo>
                  <a:pt x="5116066" y="1613484"/>
                  <a:pt x="5122458" y="1611944"/>
                  <a:pt x="5124476" y="1615024"/>
                </a:cubicBezTo>
                <a:cubicBezTo>
                  <a:pt x="5118674" y="1616243"/>
                  <a:pt x="5114847" y="1618682"/>
                  <a:pt x="5112008" y="1621830"/>
                </a:cubicBezTo>
                <a:lnTo>
                  <a:pt x="5111808" y="1622171"/>
                </a:lnTo>
                <a:lnTo>
                  <a:pt x="5111808" y="1644402"/>
                </a:lnTo>
                <a:lnTo>
                  <a:pt x="5112714" y="1652931"/>
                </a:lnTo>
                <a:lnTo>
                  <a:pt x="5121644" y="1655456"/>
                </a:lnTo>
                <a:cubicBezTo>
                  <a:pt x="5130057" y="1650537"/>
                  <a:pt x="5142845" y="1630860"/>
                  <a:pt x="5151594" y="1634226"/>
                </a:cubicBezTo>
                <a:cubicBezTo>
                  <a:pt x="5142845" y="1639145"/>
                  <a:pt x="5142845" y="1642511"/>
                  <a:pt x="5147219" y="1644064"/>
                </a:cubicBezTo>
                <a:lnTo>
                  <a:pt x="5141945" y="1648152"/>
                </a:lnTo>
                <a:lnTo>
                  <a:pt x="5148771" y="1651972"/>
                </a:lnTo>
                <a:cubicBezTo>
                  <a:pt x="5150141" y="1653180"/>
                  <a:pt x="5150527" y="1654288"/>
                  <a:pt x="5150256" y="1655500"/>
                </a:cubicBezTo>
                <a:lnTo>
                  <a:pt x="5144002" y="1664765"/>
                </a:lnTo>
                <a:lnTo>
                  <a:pt x="5146006" y="1663791"/>
                </a:lnTo>
                <a:cubicBezTo>
                  <a:pt x="5148024" y="1668668"/>
                  <a:pt x="5141633" y="1673545"/>
                  <a:pt x="5148024" y="1673545"/>
                </a:cubicBezTo>
                <a:cubicBezTo>
                  <a:pt x="5160808" y="1665331"/>
                  <a:pt x="5165180" y="1683298"/>
                  <a:pt x="5171572" y="1670208"/>
                </a:cubicBezTo>
                <a:cubicBezTo>
                  <a:pt x="5169218" y="1665331"/>
                  <a:pt x="5158789" y="1667128"/>
                  <a:pt x="5154416" y="1662251"/>
                </a:cubicBezTo>
                <a:cubicBezTo>
                  <a:pt x="5154416" y="1645824"/>
                  <a:pt x="5171572" y="1637868"/>
                  <a:pt x="5177964" y="1624778"/>
                </a:cubicBezTo>
                <a:cubicBezTo>
                  <a:pt x="5167199" y="1626574"/>
                  <a:pt x="5156434" y="1632991"/>
                  <a:pt x="5154416" y="1624778"/>
                </a:cubicBezTo>
                <a:cubicBezTo>
                  <a:pt x="5158789" y="1616821"/>
                  <a:pt x="5171572" y="1611944"/>
                  <a:pt x="5173590" y="1603731"/>
                </a:cubicBezTo>
                <a:cubicBezTo>
                  <a:pt x="5173590" y="1610148"/>
                  <a:pt x="5184019" y="1603731"/>
                  <a:pt x="5186374" y="1608608"/>
                </a:cubicBezTo>
                <a:cubicBezTo>
                  <a:pt x="5173590" y="1611944"/>
                  <a:pt x="5165180" y="1618361"/>
                  <a:pt x="5160808" y="1626574"/>
                </a:cubicBezTo>
                <a:cubicBezTo>
                  <a:pt x="5175609" y="1618361"/>
                  <a:pt x="5171572" y="1613484"/>
                  <a:pt x="5182000" y="1623238"/>
                </a:cubicBezTo>
                <a:lnTo>
                  <a:pt x="5200510" y="1604100"/>
                </a:lnTo>
                <a:lnTo>
                  <a:pt x="5194407" y="1592253"/>
                </a:lnTo>
                <a:cubicBezTo>
                  <a:pt x="5193855" y="1587391"/>
                  <a:pt x="5195469" y="1582529"/>
                  <a:pt x="5199883" y="1577668"/>
                </a:cubicBezTo>
                <a:cubicBezTo>
                  <a:pt x="5216862" y="1582529"/>
                  <a:pt x="5189016" y="1590717"/>
                  <a:pt x="5208372" y="1592253"/>
                </a:cubicBezTo>
                <a:lnTo>
                  <a:pt x="5205341" y="1599105"/>
                </a:lnTo>
                <a:lnTo>
                  <a:pt x="5217996" y="1586021"/>
                </a:lnTo>
                <a:cubicBezTo>
                  <a:pt x="5220350" y="1595774"/>
                  <a:pt x="5235152" y="1597315"/>
                  <a:pt x="5243562" y="1587561"/>
                </a:cubicBezTo>
                <a:cubicBezTo>
                  <a:pt x="5247935" y="1597315"/>
                  <a:pt x="5226742" y="1595774"/>
                  <a:pt x="5230778" y="1603731"/>
                </a:cubicBezTo>
                <a:cubicBezTo>
                  <a:pt x="5243562" y="1605271"/>
                  <a:pt x="5260718" y="1595774"/>
                  <a:pt x="5256344" y="1576268"/>
                </a:cubicBezTo>
                <a:cubicBezTo>
                  <a:pt x="5241543" y="1577808"/>
                  <a:pt x="5243562" y="1581144"/>
                  <a:pt x="5239525" y="1572931"/>
                </a:cubicBezTo>
                <a:cubicBezTo>
                  <a:pt x="5226742" y="1581144"/>
                  <a:pt x="5245916" y="1586021"/>
                  <a:pt x="5226742" y="1592438"/>
                </a:cubicBezTo>
                <a:cubicBezTo>
                  <a:pt x="5226742" y="1586021"/>
                  <a:pt x="5233133" y="1581144"/>
                  <a:pt x="5226742" y="1572931"/>
                </a:cubicBezTo>
                <a:cubicBezTo>
                  <a:pt x="5247935" y="1555220"/>
                  <a:pt x="5277539" y="1532377"/>
                  <a:pt x="5271482" y="1512870"/>
                </a:cubicBezTo>
                <a:cubicBezTo>
                  <a:pt x="5281912" y="1506454"/>
                  <a:pt x="5283930" y="1514411"/>
                  <a:pt x="5294695" y="1507994"/>
                </a:cubicBezTo>
                <a:cubicBezTo>
                  <a:pt x="5294695" y="1504914"/>
                  <a:pt x="5296714" y="1503117"/>
                  <a:pt x="5296714" y="1500037"/>
                </a:cubicBezTo>
                <a:cubicBezTo>
                  <a:pt x="5299068" y="1493364"/>
                  <a:pt x="5281912" y="1495161"/>
                  <a:pt x="5292676" y="1488487"/>
                </a:cubicBezTo>
                <a:cubicBezTo>
                  <a:pt x="5307058" y="1486177"/>
                  <a:pt x="5327305" y="1465531"/>
                  <a:pt x="5330285" y="1449831"/>
                </a:cubicBezTo>
                <a:close/>
                <a:moveTo>
                  <a:pt x="3679426" y="1441714"/>
                </a:moveTo>
                <a:cubicBezTo>
                  <a:pt x="3660250" y="1446590"/>
                  <a:pt x="3622232" y="1445051"/>
                  <a:pt x="3611466" y="1464553"/>
                </a:cubicBezTo>
                <a:cubicBezTo>
                  <a:pt x="3632661" y="1454802"/>
                  <a:pt x="3668996" y="1466093"/>
                  <a:pt x="3679426" y="1441714"/>
                </a:cubicBezTo>
                <a:close/>
                <a:moveTo>
                  <a:pt x="4234022" y="1441517"/>
                </a:moveTo>
                <a:cubicBezTo>
                  <a:pt x="4242432" y="1451270"/>
                  <a:pt x="4240414" y="1456147"/>
                  <a:pt x="4250842" y="1469237"/>
                </a:cubicBezTo>
                <a:cubicBezTo>
                  <a:pt x="4255216" y="1470777"/>
                  <a:pt x="4255216" y="1467440"/>
                  <a:pt x="4261607" y="1469237"/>
                </a:cubicBezTo>
                <a:cubicBezTo>
                  <a:pt x="4259588" y="1464361"/>
                  <a:pt x="4250842" y="1462564"/>
                  <a:pt x="4250842" y="1454607"/>
                </a:cubicBezTo>
                <a:cubicBezTo>
                  <a:pt x="4259588" y="1454607"/>
                  <a:pt x="4257234" y="1461023"/>
                  <a:pt x="4261607" y="1464361"/>
                </a:cubicBezTo>
                <a:cubicBezTo>
                  <a:pt x="4270017" y="1459484"/>
                  <a:pt x="4270017" y="1451270"/>
                  <a:pt x="4267998" y="1443057"/>
                </a:cubicBezTo>
                <a:cubicBezTo>
                  <a:pt x="4255216" y="1444854"/>
                  <a:pt x="4255216" y="1446394"/>
                  <a:pt x="4234022" y="1441517"/>
                </a:cubicBezTo>
                <a:close/>
                <a:moveTo>
                  <a:pt x="4746361" y="1438437"/>
                </a:moveTo>
                <a:cubicBezTo>
                  <a:pt x="4737614" y="1441517"/>
                  <a:pt x="4735596" y="1447934"/>
                  <a:pt x="4741988" y="1454607"/>
                </a:cubicBezTo>
                <a:cubicBezTo>
                  <a:pt x="4744006" y="1449730"/>
                  <a:pt x="4748380" y="1444854"/>
                  <a:pt x="4746361" y="1438437"/>
                </a:cubicBezTo>
                <a:close/>
                <a:moveTo>
                  <a:pt x="4297602" y="1435100"/>
                </a:moveTo>
                <a:cubicBezTo>
                  <a:pt x="4295584" y="1435100"/>
                  <a:pt x="4295584" y="1436640"/>
                  <a:pt x="4295584" y="1438437"/>
                </a:cubicBezTo>
                <a:cubicBezTo>
                  <a:pt x="4295584" y="1441646"/>
                  <a:pt x="4297686" y="1442801"/>
                  <a:pt x="4299789" y="1443988"/>
                </a:cubicBezTo>
                <a:lnTo>
                  <a:pt x="4303122" y="1448539"/>
                </a:lnTo>
                <a:lnTo>
                  <a:pt x="4313547" y="1440181"/>
                </a:lnTo>
                <a:lnTo>
                  <a:pt x="4308683" y="1441377"/>
                </a:lnTo>
                <a:cubicBezTo>
                  <a:pt x="4305508" y="1440956"/>
                  <a:pt x="4301892" y="1439143"/>
                  <a:pt x="4297602" y="1435100"/>
                </a:cubicBezTo>
                <a:close/>
                <a:moveTo>
                  <a:pt x="5771088" y="1433809"/>
                </a:moveTo>
                <a:cubicBezTo>
                  <a:pt x="5790944" y="1430540"/>
                  <a:pt x="5773486" y="1449654"/>
                  <a:pt x="5775540" y="1457450"/>
                </a:cubicBezTo>
                <a:cubicBezTo>
                  <a:pt x="5769034" y="1452672"/>
                  <a:pt x="5769034" y="1443115"/>
                  <a:pt x="5771088" y="1433809"/>
                </a:cubicBezTo>
                <a:close/>
                <a:moveTo>
                  <a:pt x="5488234" y="1431671"/>
                </a:moveTo>
                <a:cubicBezTo>
                  <a:pt x="5507612" y="1441336"/>
                  <a:pt x="5494694" y="1462190"/>
                  <a:pt x="5488234" y="1476687"/>
                </a:cubicBezTo>
                <a:cubicBezTo>
                  <a:pt x="5475317" y="1467023"/>
                  <a:pt x="5486196" y="1447693"/>
                  <a:pt x="5488234" y="1431671"/>
                </a:cubicBezTo>
                <a:close/>
                <a:moveTo>
                  <a:pt x="3764881" y="1426767"/>
                </a:moveTo>
                <a:cubicBezTo>
                  <a:pt x="3761936" y="1427985"/>
                  <a:pt x="3760338" y="1430424"/>
                  <a:pt x="3762525" y="1433759"/>
                </a:cubicBezTo>
                <a:cubicBezTo>
                  <a:pt x="3764544" y="1431963"/>
                  <a:pt x="3779347" y="1438635"/>
                  <a:pt x="3775310" y="1427087"/>
                </a:cubicBezTo>
                <a:cubicBezTo>
                  <a:pt x="3772114" y="1425548"/>
                  <a:pt x="3767824" y="1425548"/>
                  <a:pt x="3764881" y="1426767"/>
                </a:cubicBezTo>
                <a:close/>
                <a:moveTo>
                  <a:pt x="4291211" y="1425347"/>
                </a:moveTo>
                <a:cubicBezTo>
                  <a:pt x="4282800" y="1423807"/>
                  <a:pt x="4284818" y="1428683"/>
                  <a:pt x="4287174" y="1431764"/>
                </a:cubicBezTo>
                <a:cubicBezTo>
                  <a:pt x="4297602" y="1435100"/>
                  <a:pt x="4297602" y="1430223"/>
                  <a:pt x="4291211" y="1425347"/>
                </a:cubicBezTo>
                <a:close/>
                <a:moveTo>
                  <a:pt x="5432958" y="1423749"/>
                </a:moveTo>
                <a:cubicBezTo>
                  <a:pt x="5434935" y="1433709"/>
                  <a:pt x="5426694" y="1440261"/>
                  <a:pt x="5424716" y="1448386"/>
                </a:cubicBezTo>
                <a:cubicBezTo>
                  <a:pt x="5420430" y="1438688"/>
                  <a:pt x="5420430" y="1430302"/>
                  <a:pt x="5432958" y="1423749"/>
                </a:cubicBezTo>
                <a:close/>
                <a:moveTo>
                  <a:pt x="4316777" y="1420471"/>
                </a:moveTo>
                <a:cubicBezTo>
                  <a:pt x="4316777" y="1423807"/>
                  <a:pt x="4308368" y="1426887"/>
                  <a:pt x="4319132" y="1430223"/>
                </a:cubicBezTo>
                <a:cubicBezTo>
                  <a:pt x="4323674" y="1432726"/>
                  <a:pt x="4323674" y="1426855"/>
                  <a:pt x="4326938" y="1427228"/>
                </a:cubicBezTo>
                <a:lnTo>
                  <a:pt x="4328662" y="1428341"/>
                </a:lnTo>
                <a:lnTo>
                  <a:pt x="4338632" y="1421295"/>
                </a:lnTo>
                <a:lnTo>
                  <a:pt x="4335232" y="1422768"/>
                </a:lnTo>
                <a:cubicBezTo>
                  <a:pt x="4330633" y="1423422"/>
                  <a:pt x="4324766" y="1422909"/>
                  <a:pt x="4316777" y="1420471"/>
                </a:cubicBezTo>
                <a:close/>
                <a:moveTo>
                  <a:pt x="4761609" y="1416211"/>
                </a:moveTo>
                <a:cubicBezTo>
                  <a:pt x="4752478" y="1417535"/>
                  <a:pt x="4747370" y="1429325"/>
                  <a:pt x="4750398" y="1436640"/>
                </a:cubicBezTo>
                <a:cubicBezTo>
                  <a:pt x="4756789" y="1431764"/>
                  <a:pt x="4767554" y="1425347"/>
                  <a:pt x="4771927" y="1418930"/>
                </a:cubicBezTo>
                <a:cubicBezTo>
                  <a:pt x="4768142" y="1416492"/>
                  <a:pt x="4764652" y="1415770"/>
                  <a:pt x="4761609" y="1416211"/>
                </a:cubicBezTo>
                <a:close/>
                <a:moveTo>
                  <a:pt x="5539000" y="1409457"/>
                </a:moveTo>
                <a:cubicBezTo>
                  <a:pt x="5558054" y="1407905"/>
                  <a:pt x="5553709" y="1425754"/>
                  <a:pt x="5534654" y="1422391"/>
                </a:cubicBezTo>
                <a:cubicBezTo>
                  <a:pt x="5539000" y="1409457"/>
                  <a:pt x="5539000" y="1409457"/>
                  <a:pt x="5539000" y="1409457"/>
                </a:cubicBezTo>
                <a:close/>
                <a:moveTo>
                  <a:pt x="3847643" y="1404506"/>
                </a:moveTo>
                <a:lnTo>
                  <a:pt x="3843836" y="1409253"/>
                </a:lnTo>
                <a:lnTo>
                  <a:pt x="3843269" y="1409381"/>
                </a:lnTo>
                <a:cubicBezTo>
                  <a:pt x="3845288" y="1407841"/>
                  <a:pt x="3847643" y="1407841"/>
                  <a:pt x="3847643" y="1404506"/>
                </a:cubicBezTo>
                <a:close/>
                <a:moveTo>
                  <a:pt x="4419712" y="1394340"/>
                </a:moveTo>
                <a:lnTo>
                  <a:pt x="4418973" y="1396688"/>
                </a:lnTo>
                <a:lnTo>
                  <a:pt x="4421062" y="1396087"/>
                </a:lnTo>
                <a:close/>
                <a:moveTo>
                  <a:pt x="4342344" y="1393007"/>
                </a:moveTo>
                <a:cubicBezTo>
                  <a:pt x="4333934" y="1393007"/>
                  <a:pt x="4335952" y="1397883"/>
                  <a:pt x="4337970" y="1402760"/>
                </a:cubicBezTo>
                <a:cubicBezTo>
                  <a:pt x="4342344" y="1400964"/>
                  <a:pt x="4346716" y="1399424"/>
                  <a:pt x="4342344" y="1393007"/>
                </a:cubicBezTo>
                <a:close/>
                <a:moveTo>
                  <a:pt x="4044017" y="1387533"/>
                </a:moveTo>
                <a:cubicBezTo>
                  <a:pt x="4052379" y="1397378"/>
                  <a:pt x="4031306" y="1397378"/>
                  <a:pt x="4037661" y="1407222"/>
                </a:cubicBezTo>
                <a:cubicBezTo>
                  <a:pt x="4034483" y="1407222"/>
                  <a:pt x="4031306" y="1407611"/>
                  <a:pt x="4028128" y="1407190"/>
                </a:cubicBezTo>
                <a:lnTo>
                  <a:pt x="4023509" y="1404821"/>
                </a:lnTo>
                <a:lnTo>
                  <a:pt x="4021251" y="1411929"/>
                </a:lnTo>
                <a:cubicBezTo>
                  <a:pt x="4015534" y="1419131"/>
                  <a:pt x="4001364" y="1424911"/>
                  <a:pt x="3993377" y="1422385"/>
                </a:cubicBezTo>
                <a:cubicBezTo>
                  <a:pt x="3993377" y="1418370"/>
                  <a:pt x="3998787" y="1415520"/>
                  <a:pt x="4005272" y="1412864"/>
                </a:cubicBezTo>
                <a:lnTo>
                  <a:pt x="4023233" y="1404679"/>
                </a:lnTo>
                <a:lnTo>
                  <a:pt x="4018594" y="1402300"/>
                </a:lnTo>
                <a:cubicBezTo>
                  <a:pt x="4022944" y="1392455"/>
                  <a:pt x="4042010" y="1394010"/>
                  <a:pt x="4044017" y="1387533"/>
                </a:cubicBezTo>
                <a:close/>
                <a:moveTo>
                  <a:pt x="4453020" y="1373500"/>
                </a:moveTo>
                <a:cubicBezTo>
                  <a:pt x="4450665" y="1379917"/>
                  <a:pt x="4435863" y="1381457"/>
                  <a:pt x="4435863" y="1389670"/>
                </a:cubicBezTo>
                <a:cubicBezTo>
                  <a:pt x="4446628" y="1386333"/>
                  <a:pt x="4463448" y="1379917"/>
                  <a:pt x="4453020" y="1373500"/>
                </a:cubicBezTo>
                <a:close/>
                <a:moveTo>
                  <a:pt x="4801531" y="1370164"/>
                </a:moveTo>
                <a:cubicBezTo>
                  <a:pt x="4788748" y="1376580"/>
                  <a:pt x="4803550" y="1379917"/>
                  <a:pt x="4795140" y="1384793"/>
                </a:cubicBezTo>
                <a:cubicBezTo>
                  <a:pt x="4805904" y="1389670"/>
                  <a:pt x="4807922" y="1376580"/>
                  <a:pt x="4801531" y="1370164"/>
                </a:cubicBezTo>
                <a:close/>
                <a:moveTo>
                  <a:pt x="5549257" y="1356975"/>
                </a:moveTo>
                <a:cubicBezTo>
                  <a:pt x="5563995" y="1368245"/>
                  <a:pt x="5539104" y="1384382"/>
                  <a:pt x="5561702" y="1394115"/>
                </a:cubicBezTo>
                <a:cubicBezTo>
                  <a:pt x="5557772" y="1405385"/>
                  <a:pt x="5549257" y="1392578"/>
                  <a:pt x="5545327" y="1398981"/>
                </a:cubicBezTo>
                <a:cubicBezTo>
                  <a:pt x="5543034" y="1392578"/>
                  <a:pt x="5545327" y="1374649"/>
                  <a:pt x="5549257" y="1356975"/>
                </a:cubicBezTo>
                <a:close/>
                <a:moveTo>
                  <a:pt x="5831150" y="1355949"/>
                </a:moveTo>
                <a:cubicBezTo>
                  <a:pt x="5835226" y="1357211"/>
                  <a:pt x="5836114" y="1368481"/>
                  <a:pt x="5848802" y="1363766"/>
                </a:cubicBezTo>
                <a:lnTo>
                  <a:pt x="5846772" y="1374832"/>
                </a:lnTo>
                <a:cubicBezTo>
                  <a:pt x="5827487" y="1367035"/>
                  <a:pt x="5812600" y="1374832"/>
                  <a:pt x="5810570" y="1358987"/>
                </a:cubicBezTo>
                <a:cubicBezTo>
                  <a:pt x="5810570" y="1363766"/>
                  <a:pt x="5840343" y="1365274"/>
                  <a:pt x="5825457" y="1358987"/>
                </a:cubicBezTo>
                <a:cubicBezTo>
                  <a:pt x="5828079" y="1356220"/>
                  <a:pt x="5829792" y="1355529"/>
                  <a:pt x="5831150" y="1355949"/>
                </a:cubicBezTo>
                <a:close/>
                <a:moveTo>
                  <a:pt x="4145836" y="1349053"/>
                </a:moveTo>
                <a:cubicBezTo>
                  <a:pt x="4122472" y="1371434"/>
                  <a:pt x="4086758" y="1381098"/>
                  <a:pt x="4052714" y="1394069"/>
                </a:cubicBezTo>
                <a:cubicBezTo>
                  <a:pt x="4065730" y="1357191"/>
                  <a:pt x="4120469" y="1371434"/>
                  <a:pt x="4145836" y="1349053"/>
                </a:cubicBezTo>
                <a:close/>
                <a:moveTo>
                  <a:pt x="5518002" y="1341131"/>
                </a:moveTo>
                <a:cubicBezTo>
                  <a:pt x="5505299" y="1357575"/>
                  <a:pt x="5515662" y="1367338"/>
                  <a:pt x="5509311" y="1388407"/>
                </a:cubicBezTo>
                <a:cubicBezTo>
                  <a:pt x="5494602" y="1380185"/>
                  <a:pt x="5500953" y="1354234"/>
                  <a:pt x="5518002" y="1341131"/>
                </a:cubicBezTo>
                <a:close/>
                <a:moveTo>
                  <a:pt x="4913965" y="1341131"/>
                </a:moveTo>
                <a:cubicBezTo>
                  <a:pt x="4922354" y="1344526"/>
                  <a:pt x="4939466" y="1342959"/>
                  <a:pt x="4937116" y="1349488"/>
                </a:cubicBezTo>
                <a:cubicBezTo>
                  <a:pt x="4928728" y="1349488"/>
                  <a:pt x="4917992" y="1347921"/>
                  <a:pt x="4917992" y="1351055"/>
                </a:cubicBezTo>
                <a:cubicBezTo>
                  <a:pt x="4911616" y="1351055"/>
                  <a:pt x="4913965" y="1344526"/>
                  <a:pt x="4913965" y="1341131"/>
                </a:cubicBezTo>
                <a:close/>
                <a:moveTo>
                  <a:pt x="4429272" y="1339595"/>
                </a:moveTo>
                <a:cubicBezTo>
                  <a:pt x="4431645" y="1339001"/>
                  <a:pt x="4434809" y="1339194"/>
                  <a:pt x="4439554" y="1340813"/>
                </a:cubicBezTo>
                <a:lnTo>
                  <a:pt x="4436405" y="1342485"/>
                </a:lnTo>
                <a:lnTo>
                  <a:pt x="4439412" y="1347513"/>
                </a:lnTo>
                <a:cubicBezTo>
                  <a:pt x="4438712" y="1350954"/>
                  <a:pt x="4433354" y="1353781"/>
                  <a:pt x="4428892" y="1353043"/>
                </a:cubicBezTo>
                <a:lnTo>
                  <a:pt x="4425815" y="1350644"/>
                </a:lnTo>
                <a:lnTo>
                  <a:pt x="4422571" y="1358936"/>
                </a:lnTo>
                <a:cubicBezTo>
                  <a:pt x="4418242" y="1358936"/>
                  <a:pt x="4414245" y="1355570"/>
                  <a:pt x="4409916" y="1357382"/>
                </a:cubicBezTo>
                <a:cubicBezTo>
                  <a:pt x="4414245" y="1358936"/>
                  <a:pt x="4416243" y="1360489"/>
                  <a:pt x="4414245" y="1363855"/>
                </a:cubicBezTo>
                <a:cubicBezTo>
                  <a:pt x="4405920" y="1367221"/>
                  <a:pt x="4405920" y="1360489"/>
                  <a:pt x="4399593" y="1360489"/>
                </a:cubicBezTo>
                <a:cubicBezTo>
                  <a:pt x="4401591" y="1362302"/>
                  <a:pt x="4397262" y="1362302"/>
                  <a:pt x="4399593" y="1363855"/>
                </a:cubicBezTo>
                <a:cubicBezTo>
                  <a:pt x="4401591" y="1367221"/>
                  <a:pt x="4407918" y="1365408"/>
                  <a:pt x="4407918" y="1370328"/>
                </a:cubicBezTo>
                <a:cubicBezTo>
                  <a:pt x="4403588" y="1371880"/>
                  <a:pt x="4401591" y="1373693"/>
                  <a:pt x="4399593" y="1373693"/>
                </a:cubicBezTo>
                <a:cubicBezTo>
                  <a:pt x="4397262" y="1365408"/>
                  <a:pt x="4390934" y="1363855"/>
                  <a:pt x="4393266" y="1357382"/>
                </a:cubicBezTo>
                <a:cubicBezTo>
                  <a:pt x="4405920" y="1357382"/>
                  <a:pt x="4416243" y="1357382"/>
                  <a:pt x="4407918" y="1349098"/>
                </a:cubicBezTo>
                <a:cubicBezTo>
                  <a:pt x="4422154" y="1350262"/>
                  <a:pt x="4422154" y="1341379"/>
                  <a:pt x="4429272" y="1339595"/>
                </a:cubicBezTo>
                <a:close/>
                <a:moveTo>
                  <a:pt x="4416751" y="1330945"/>
                </a:moveTo>
                <a:cubicBezTo>
                  <a:pt x="4418780" y="1337576"/>
                  <a:pt x="4414720" y="1340637"/>
                  <a:pt x="4412691" y="1345482"/>
                </a:cubicBezTo>
                <a:cubicBezTo>
                  <a:pt x="4408292" y="1342422"/>
                  <a:pt x="4406263" y="1348798"/>
                  <a:pt x="4399835" y="1342422"/>
                </a:cubicBezTo>
                <a:cubicBezTo>
                  <a:pt x="4418780" y="1343952"/>
                  <a:pt x="4406263" y="1332730"/>
                  <a:pt x="4416751" y="1330945"/>
                </a:cubicBezTo>
                <a:close/>
                <a:moveTo>
                  <a:pt x="4816332" y="1324733"/>
                </a:moveTo>
                <a:cubicBezTo>
                  <a:pt x="4805904" y="1328070"/>
                  <a:pt x="4803550" y="1331150"/>
                  <a:pt x="4797158" y="1336026"/>
                </a:cubicBezTo>
                <a:cubicBezTo>
                  <a:pt x="4801531" y="1344240"/>
                  <a:pt x="4807922" y="1345780"/>
                  <a:pt x="4818351" y="1345780"/>
                </a:cubicBezTo>
                <a:cubicBezTo>
                  <a:pt x="4818351" y="1352453"/>
                  <a:pt x="4818351" y="1360410"/>
                  <a:pt x="4805904" y="1363747"/>
                </a:cubicBezTo>
                <a:cubicBezTo>
                  <a:pt x="4807922" y="1370164"/>
                  <a:pt x="4814314" y="1367083"/>
                  <a:pt x="4818351" y="1371703"/>
                </a:cubicBezTo>
                <a:cubicBezTo>
                  <a:pt x="4818351" y="1357330"/>
                  <a:pt x="4829116" y="1357330"/>
                  <a:pt x="4824742" y="1344240"/>
                </a:cubicBezTo>
                <a:cubicBezTo>
                  <a:pt x="4824742" y="1344240"/>
                  <a:pt x="4824742" y="1344240"/>
                  <a:pt x="4841899" y="1339363"/>
                </a:cubicBezTo>
                <a:cubicBezTo>
                  <a:pt x="4837526" y="1334486"/>
                  <a:pt x="4839880" y="1332946"/>
                  <a:pt x="4843918" y="1329610"/>
                </a:cubicBezTo>
                <a:cubicBezTo>
                  <a:pt x="4833489" y="1328070"/>
                  <a:pt x="4831134" y="1342700"/>
                  <a:pt x="4820706" y="1342700"/>
                </a:cubicBezTo>
                <a:cubicBezTo>
                  <a:pt x="4812296" y="1334486"/>
                  <a:pt x="4822724" y="1331150"/>
                  <a:pt x="4816332" y="1324733"/>
                </a:cubicBezTo>
                <a:close/>
                <a:moveTo>
                  <a:pt x="943881" y="1321876"/>
                </a:moveTo>
                <a:cubicBezTo>
                  <a:pt x="933114" y="1329831"/>
                  <a:pt x="933114" y="1338043"/>
                  <a:pt x="922348" y="1339582"/>
                </a:cubicBezTo>
                <a:cubicBezTo>
                  <a:pt x="926723" y="1342919"/>
                  <a:pt x="924367" y="1345998"/>
                  <a:pt x="928741" y="1349334"/>
                </a:cubicBezTo>
                <a:cubicBezTo>
                  <a:pt x="939507" y="1339582"/>
                  <a:pt x="952292" y="1329831"/>
                  <a:pt x="943881" y="1321876"/>
                </a:cubicBezTo>
                <a:close/>
                <a:moveTo>
                  <a:pt x="4308368" y="1321653"/>
                </a:moveTo>
                <a:cubicBezTo>
                  <a:pt x="4297602" y="1319857"/>
                  <a:pt x="4301976" y="1329610"/>
                  <a:pt x="4308368" y="1331150"/>
                </a:cubicBezTo>
                <a:cubicBezTo>
                  <a:pt x="4321150" y="1332946"/>
                  <a:pt x="4310386" y="1324733"/>
                  <a:pt x="4308368" y="1321653"/>
                </a:cubicBezTo>
                <a:close/>
                <a:moveTo>
                  <a:pt x="4834770" y="1320497"/>
                </a:moveTo>
                <a:lnTo>
                  <a:pt x="4829326" y="1322712"/>
                </a:lnTo>
                <a:cubicBezTo>
                  <a:pt x="4826930" y="1325118"/>
                  <a:pt x="4826930" y="1327942"/>
                  <a:pt x="4829116" y="1331150"/>
                </a:cubicBezTo>
                <a:cubicBezTo>
                  <a:pt x="4832312" y="1329610"/>
                  <a:pt x="4836600" y="1328006"/>
                  <a:pt x="4839796" y="1325792"/>
                </a:cubicBezTo>
                <a:lnTo>
                  <a:pt x="4840643" y="1323940"/>
                </a:lnTo>
                <a:lnTo>
                  <a:pt x="4836702" y="1320537"/>
                </a:lnTo>
                <a:close/>
                <a:moveTo>
                  <a:pt x="5787502" y="1316909"/>
                </a:moveTo>
                <a:cubicBezTo>
                  <a:pt x="5819138" y="1315101"/>
                  <a:pt x="5785504" y="1367562"/>
                  <a:pt x="5783173" y="1380484"/>
                </a:cubicBezTo>
                <a:cubicBezTo>
                  <a:pt x="5770518" y="1364203"/>
                  <a:pt x="5800156" y="1338101"/>
                  <a:pt x="5787502" y="1316909"/>
                </a:cubicBezTo>
                <a:close/>
                <a:moveTo>
                  <a:pt x="5194784" y="1311900"/>
                </a:moveTo>
                <a:cubicBezTo>
                  <a:pt x="5190410" y="1313440"/>
                  <a:pt x="5190410" y="1316777"/>
                  <a:pt x="5186374" y="1319857"/>
                </a:cubicBezTo>
                <a:cubicBezTo>
                  <a:pt x="5186374" y="1319857"/>
                  <a:pt x="5186374" y="1319857"/>
                  <a:pt x="5199157" y="1339363"/>
                </a:cubicBezTo>
                <a:cubicBezTo>
                  <a:pt x="5209586" y="1331150"/>
                  <a:pt x="5207567" y="1313440"/>
                  <a:pt x="5194784" y="1311900"/>
                </a:cubicBezTo>
                <a:close/>
                <a:moveTo>
                  <a:pt x="5876984" y="1309442"/>
                </a:moveTo>
                <a:lnTo>
                  <a:pt x="5876984" y="1309443"/>
                </a:lnTo>
                <a:lnTo>
                  <a:pt x="5862368" y="1322007"/>
                </a:lnTo>
                <a:cubicBezTo>
                  <a:pt x="5858033" y="1326282"/>
                  <a:pt x="5853189" y="1329909"/>
                  <a:pt x="5844690" y="1330686"/>
                </a:cubicBezTo>
                <a:cubicBezTo>
                  <a:pt x="5846730" y="1324986"/>
                  <a:pt x="5850469" y="1320517"/>
                  <a:pt x="5855866" y="1317052"/>
                </a:cubicBezTo>
                <a:close/>
                <a:moveTo>
                  <a:pt x="4433922" y="1308730"/>
                </a:moveTo>
                <a:cubicBezTo>
                  <a:pt x="4450921" y="1307178"/>
                  <a:pt x="4450921" y="1315197"/>
                  <a:pt x="4459758" y="1317008"/>
                </a:cubicBezTo>
                <a:cubicBezTo>
                  <a:pt x="4448881" y="1317008"/>
                  <a:pt x="4461798" y="1323475"/>
                  <a:pt x="4450921" y="1325027"/>
                </a:cubicBezTo>
                <a:cubicBezTo>
                  <a:pt x="4440382" y="1321923"/>
                  <a:pt x="4450921" y="1317008"/>
                  <a:pt x="4442421" y="1315197"/>
                </a:cubicBezTo>
                <a:cubicBezTo>
                  <a:pt x="4438002" y="1315197"/>
                  <a:pt x="4433922" y="1321923"/>
                  <a:pt x="4429504" y="1318560"/>
                </a:cubicBezTo>
                <a:cubicBezTo>
                  <a:pt x="4435962" y="1317008"/>
                  <a:pt x="4435962" y="1312093"/>
                  <a:pt x="4433922" y="1308730"/>
                </a:cubicBezTo>
                <a:close/>
                <a:moveTo>
                  <a:pt x="4221388" y="1308247"/>
                </a:moveTo>
                <a:cubicBezTo>
                  <a:pt x="4231870" y="1329274"/>
                  <a:pt x="4193666" y="1319530"/>
                  <a:pt x="4176424" y="1337479"/>
                </a:cubicBezTo>
                <a:cubicBezTo>
                  <a:pt x="4172030" y="1334146"/>
                  <a:pt x="4176424" y="1330813"/>
                  <a:pt x="4172030" y="1327736"/>
                </a:cubicBezTo>
                <a:cubicBezTo>
                  <a:pt x="4167972" y="1330813"/>
                  <a:pt x="4163578" y="1327736"/>
                  <a:pt x="4159520" y="1330813"/>
                </a:cubicBezTo>
                <a:cubicBezTo>
                  <a:pt x="4170001" y="1304915"/>
                  <a:pt x="4202118" y="1321325"/>
                  <a:pt x="4221388" y="1308247"/>
                </a:cubicBezTo>
                <a:close/>
                <a:moveTo>
                  <a:pt x="5036736" y="1305510"/>
                </a:moveTo>
                <a:lnTo>
                  <a:pt x="5032139" y="1306417"/>
                </a:lnTo>
                <a:lnTo>
                  <a:pt x="5029873" y="1306355"/>
                </a:lnTo>
                <a:lnTo>
                  <a:pt x="5031560" y="1316834"/>
                </a:lnTo>
                <a:lnTo>
                  <a:pt x="5034404" y="1310777"/>
                </a:lnTo>
                <a:close/>
                <a:moveTo>
                  <a:pt x="5754998" y="1304915"/>
                </a:moveTo>
                <a:cubicBezTo>
                  <a:pt x="5757315" y="1313120"/>
                  <a:pt x="5744736" y="1309787"/>
                  <a:pt x="5742419" y="1314658"/>
                </a:cubicBezTo>
                <a:cubicBezTo>
                  <a:pt x="5746722" y="1324402"/>
                  <a:pt x="5757315" y="1309787"/>
                  <a:pt x="5761288" y="1319530"/>
                </a:cubicBezTo>
                <a:cubicBezTo>
                  <a:pt x="5748709" y="1337479"/>
                  <a:pt x="5721565" y="1304915"/>
                  <a:pt x="5754998" y="1304915"/>
                </a:cubicBezTo>
                <a:close/>
                <a:moveTo>
                  <a:pt x="5366820" y="1302885"/>
                </a:moveTo>
                <a:lnTo>
                  <a:pt x="5357939" y="1308675"/>
                </a:lnTo>
                <a:cubicBezTo>
                  <a:pt x="5346838" y="1321476"/>
                  <a:pt x="5350118" y="1337310"/>
                  <a:pt x="5324634" y="1345780"/>
                </a:cubicBezTo>
                <a:cubicBezTo>
                  <a:pt x="5331026" y="1352453"/>
                  <a:pt x="5320262" y="1353993"/>
                  <a:pt x="5322280" y="1360410"/>
                </a:cubicBezTo>
                <a:cubicBezTo>
                  <a:pt x="5322280" y="1360410"/>
                  <a:pt x="5322280" y="1360410"/>
                  <a:pt x="5305460" y="1367083"/>
                </a:cubicBezTo>
                <a:cubicBezTo>
                  <a:pt x="5306469" y="1380815"/>
                  <a:pt x="5295788" y="1392558"/>
                  <a:pt x="5283804" y="1402889"/>
                </a:cubicBezTo>
                <a:lnTo>
                  <a:pt x="5266780" y="1416878"/>
                </a:lnTo>
                <a:lnTo>
                  <a:pt x="5304658" y="1405180"/>
                </a:lnTo>
                <a:lnTo>
                  <a:pt x="5380314" y="1377129"/>
                </a:lnTo>
                <a:lnTo>
                  <a:pt x="5379805" y="1373500"/>
                </a:lnTo>
                <a:lnTo>
                  <a:pt x="5385277" y="1375289"/>
                </a:lnTo>
                <a:lnTo>
                  <a:pt x="5390056" y="1373517"/>
                </a:lnTo>
                <a:lnTo>
                  <a:pt x="5393092" y="1370613"/>
                </a:lnTo>
                <a:cubicBezTo>
                  <a:pt x="5394943" y="1368175"/>
                  <a:pt x="5396919" y="1365431"/>
                  <a:pt x="5399484" y="1363394"/>
                </a:cubicBezTo>
                <a:lnTo>
                  <a:pt x="5400426" y="1363111"/>
                </a:lnTo>
                <a:lnTo>
                  <a:pt x="5402424" y="1354738"/>
                </a:lnTo>
                <a:cubicBezTo>
                  <a:pt x="5402660" y="1343153"/>
                  <a:pt x="5394336" y="1340410"/>
                  <a:pt x="5394336" y="1318467"/>
                </a:cubicBezTo>
                <a:lnTo>
                  <a:pt x="5389816" y="1315769"/>
                </a:lnTo>
                <a:lnTo>
                  <a:pt x="5389183" y="1318692"/>
                </a:lnTo>
                <a:cubicBezTo>
                  <a:pt x="5389570" y="1320915"/>
                  <a:pt x="5391164" y="1323028"/>
                  <a:pt x="5394904" y="1325028"/>
                </a:cubicBezTo>
                <a:cubicBezTo>
                  <a:pt x="5381985" y="1326577"/>
                  <a:pt x="5390484" y="1334836"/>
                  <a:pt x="5384025" y="1339741"/>
                </a:cubicBezTo>
                <a:cubicBezTo>
                  <a:pt x="5373486" y="1336386"/>
                  <a:pt x="5386405" y="1329932"/>
                  <a:pt x="5384025" y="1321930"/>
                </a:cubicBezTo>
                <a:cubicBezTo>
                  <a:pt x="5377566" y="1321930"/>
                  <a:pt x="5371107" y="1326577"/>
                  <a:pt x="5367028" y="1320124"/>
                </a:cubicBezTo>
                <a:lnTo>
                  <a:pt x="5380270" y="1310069"/>
                </a:lnTo>
                <a:lnTo>
                  <a:pt x="5371170" y="1304636"/>
                </a:lnTo>
                <a:close/>
                <a:moveTo>
                  <a:pt x="5456168" y="1302146"/>
                </a:moveTo>
                <a:lnTo>
                  <a:pt x="5443506" y="1318402"/>
                </a:lnTo>
                <a:lnTo>
                  <a:pt x="5450354" y="1323914"/>
                </a:lnTo>
                <a:lnTo>
                  <a:pt x="5462306" y="1313055"/>
                </a:lnTo>
                <a:cubicBezTo>
                  <a:pt x="5464157" y="1307793"/>
                  <a:pt x="5462559" y="1302916"/>
                  <a:pt x="5456168" y="1302146"/>
                </a:cubicBezTo>
                <a:close/>
                <a:moveTo>
                  <a:pt x="5135242" y="1297270"/>
                </a:moveTo>
                <a:cubicBezTo>
                  <a:pt x="5124476" y="1302146"/>
                  <a:pt x="5124476" y="1310103"/>
                  <a:pt x="5118422" y="1316777"/>
                </a:cubicBezTo>
                <a:cubicBezTo>
                  <a:pt x="5126832" y="1318317"/>
                  <a:pt x="5141633" y="1305226"/>
                  <a:pt x="5135242" y="1297270"/>
                </a:cubicBezTo>
                <a:close/>
                <a:moveTo>
                  <a:pt x="5205548" y="1292393"/>
                </a:moveTo>
                <a:cubicBezTo>
                  <a:pt x="5188392" y="1307023"/>
                  <a:pt x="5220350" y="1310103"/>
                  <a:pt x="5226742" y="1328070"/>
                </a:cubicBezTo>
                <a:cubicBezTo>
                  <a:pt x="5224387" y="1337824"/>
                  <a:pt x="5209586" y="1344240"/>
                  <a:pt x="5209586" y="1353993"/>
                </a:cubicBezTo>
                <a:cubicBezTo>
                  <a:pt x="5226742" y="1353993"/>
                  <a:pt x="5220350" y="1332946"/>
                  <a:pt x="5230778" y="1344240"/>
                </a:cubicBezTo>
                <a:cubicBezTo>
                  <a:pt x="5241543" y="1337824"/>
                  <a:pt x="5237170" y="1323193"/>
                  <a:pt x="5252308" y="1323193"/>
                </a:cubicBezTo>
                <a:cubicBezTo>
                  <a:pt x="5252308" y="1316777"/>
                  <a:pt x="5258700" y="1310103"/>
                  <a:pt x="5247935" y="1308563"/>
                </a:cubicBezTo>
                <a:cubicBezTo>
                  <a:pt x="5230778" y="1326273"/>
                  <a:pt x="5209586" y="1305226"/>
                  <a:pt x="5205548" y="1292393"/>
                </a:cubicBezTo>
                <a:close/>
                <a:moveTo>
                  <a:pt x="4482706" y="1285675"/>
                </a:moveTo>
                <a:cubicBezTo>
                  <a:pt x="4487025" y="1296741"/>
                  <a:pt x="4466102" y="1299759"/>
                  <a:pt x="4461784" y="1307807"/>
                </a:cubicBezTo>
                <a:cubicBezTo>
                  <a:pt x="4470087" y="1309316"/>
                  <a:pt x="4470087" y="1301520"/>
                  <a:pt x="4474404" y="1307807"/>
                </a:cubicBezTo>
                <a:cubicBezTo>
                  <a:pt x="4463777" y="1309316"/>
                  <a:pt x="4468094" y="1312586"/>
                  <a:pt x="4455474" y="1311076"/>
                </a:cubicBezTo>
                <a:cubicBezTo>
                  <a:pt x="4466102" y="1301520"/>
                  <a:pt x="4442854" y="1295232"/>
                  <a:pt x="4455474" y="1288693"/>
                </a:cubicBezTo>
                <a:cubicBezTo>
                  <a:pt x="4457466" y="1293472"/>
                  <a:pt x="4461784" y="1298250"/>
                  <a:pt x="4468094" y="1296741"/>
                </a:cubicBezTo>
                <a:cubicBezTo>
                  <a:pt x="4474404" y="1293472"/>
                  <a:pt x="4470087" y="1287184"/>
                  <a:pt x="4482706" y="1285675"/>
                </a:cubicBezTo>
                <a:close/>
                <a:moveTo>
                  <a:pt x="4204146" y="1285675"/>
                </a:moveTo>
                <a:cubicBezTo>
                  <a:pt x="4210606" y="1285675"/>
                  <a:pt x="4217065" y="1288779"/>
                  <a:pt x="4221484" y="1293694"/>
                </a:cubicBezTo>
                <a:cubicBezTo>
                  <a:pt x="4215025" y="1298609"/>
                  <a:pt x="4206186" y="1303524"/>
                  <a:pt x="4200068" y="1301972"/>
                </a:cubicBezTo>
                <a:cubicBezTo>
                  <a:pt x="4189188" y="1295505"/>
                  <a:pt x="4208566" y="1292142"/>
                  <a:pt x="4204146" y="1285675"/>
                </a:cubicBezTo>
                <a:close/>
                <a:moveTo>
                  <a:pt x="4867466" y="1282639"/>
                </a:moveTo>
                <a:cubicBezTo>
                  <a:pt x="4867466" y="1282639"/>
                  <a:pt x="4867466" y="1282639"/>
                  <a:pt x="4859056" y="1285977"/>
                </a:cubicBezTo>
                <a:cubicBezTo>
                  <a:pt x="4867466" y="1293933"/>
                  <a:pt x="4863093" y="1297270"/>
                  <a:pt x="4850310" y="1298810"/>
                </a:cubicBezTo>
                <a:cubicBezTo>
                  <a:pt x="4850310" y="1298810"/>
                  <a:pt x="4850310" y="1298810"/>
                  <a:pt x="4856702" y="1308563"/>
                </a:cubicBezTo>
                <a:cubicBezTo>
                  <a:pt x="4863093" y="1300350"/>
                  <a:pt x="4873858" y="1293933"/>
                  <a:pt x="4867466" y="1282639"/>
                </a:cubicBezTo>
                <a:close/>
                <a:moveTo>
                  <a:pt x="5314797" y="1278942"/>
                </a:moveTo>
                <a:lnTo>
                  <a:pt x="5313870" y="1279303"/>
                </a:lnTo>
                <a:cubicBezTo>
                  <a:pt x="5314963" y="1281356"/>
                  <a:pt x="5316582" y="1282495"/>
                  <a:pt x="5318427" y="1282997"/>
                </a:cubicBezTo>
                <a:lnTo>
                  <a:pt x="5321014" y="1282939"/>
                </a:lnTo>
                <a:close/>
                <a:moveTo>
                  <a:pt x="4255656" y="1274467"/>
                </a:moveTo>
                <a:cubicBezTo>
                  <a:pt x="4251301" y="1274467"/>
                  <a:pt x="4226178" y="1282644"/>
                  <a:pt x="4240918" y="1290822"/>
                </a:cubicBezTo>
                <a:cubicBezTo>
                  <a:pt x="4244936" y="1285967"/>
                  <a:pt x="4262020" y="1281111"/>
                  <a:pt x="4255656" y="1274467"/>
                </a:cubicBezTo>
                <a:close/>
                <a:moveTo>
                  <a:pt x="4927008" y="1269550"/>
                </a:moveTo>
                <a:cubicBezTo>
                  <a:pt x="4918262" y="1266470"/>
                  <a:pt x="4914226" y="1281100"/>
                  <a:pt x="4909852" y="1285977"/>
                </a:cubicBezTo>
                <a:cubicBezTo>
                  <a:pt x="4922636" y="1289056"/>
                  <a:pt x="4924990" y="1274426"/>
                  <a:pt x="4927008" y="1269550"/>
                </a:cubicBezTo>
                <a:close/>
                <a:moveTo>
                  <a:pt x="1020252" y="1269170"/>
                </a:moveTo>
                <a:cubicBezTo>
                  <a:pt x="1018086" y="1269271"/>
                  <a:pt x="1015962" y="1269912"/>
                  <a:pt x="1013859" y="1271580"/>
                </a:cubicBezTo>
                <a:cubicBezTo>
                  <a:pt x="1018232" y="1276456"/>
                  <a:pt x="1026643" y="1273120"/>
                  <a:pt x="1018232" y="1281331"/>
                </a:cubicBezTo>
                <a:cubicBezTo>
                  <a:pt x="1013859" y="1276456"/>
                  <a:pt x="1009485" y="1274660"/>
                  <a:pt x="1003093" y="1277995"/>
                </a:cubicBezTo>
                <a:cubicBezTo>
                  <a:pt x="1007467" y="1291083"/>
                  <a:pt x="971468" y="1307249"/>
                  <a:pt x="949936" y="1313665"/>
                </a:cubicBezTo>
                <a:cubicBezTo>
                  <a:pt x="956328" y="1321876"/>
                  <a:pt x="958683" y="1320080"/>
                  <a:pt x="960703" y="1326495"/>
                </a:cubicBezTo>
                <a:cubicBezTo>
                  <a:pt x="983916" y="1297498"/>
                  <a:pt x="1020251" y="1294162"/>
                  <a:pt x="1041447" y="1269784"/>
                </a:cubicBezTo>
                <a:cubicBezTo>
                  <a:pt x="1033624" y="1273441"/>
                  <a:pt x="1026749" y="1268869"/>
                  <a:pt x="1020252" y="1269170"/>
                </a:cubicBezTo>
                <a:close/>
                <a:moveTo>
                  <a:pt x="5075698" y="1268010"/>
                </a:moveTo>
                <a:cubicBezTo>
                  <a:pt x="5060896" y="1272886"/>
                  <a:pt x="5062914" y="1282639"/>
                  <a:pt x="5060896" y="1290853"/>
                </a:cubicBezTo>
                <a:cubicBezTo>
                  <a:pt x="5064933" y="1292393"/>
                  <a:pt x="5069306" y="1290853"/>
                  <a:pt x="5075698" y="1287517"/>
                </a:cubicBezTo>
                <a:cubicBezTo>
                  <a:pt x="5067288" y="1279303"/>
                  <a:pt x="5084108" y="1276223"/>
                  <a:pt x="5075698" y="1268010"/>
                </a:cubicBezTo>
                <a:close/>
                <a:moveTo>
                  <a:pt x="4563359" y="1256716"/>
                </a:moveTo>
                <a:cubicBezTo>
                  <a:pt x="4559322" y="1259796"/>
                  <a:pt x="4552931" y="1266470"/>
                  <a:pt x="4563359" y="1269550"/>
                </a:cubicBezTo>
                <a:cubicBezTo>
                  <a:pt x="4571769" y="1266470"/>
                  <a:pt x="4574124" y="1258256"/>
                  <a:pt x="4563359" y="1256716"/>
                </a:cubicBezTo>
                <a:close/>
                <a:moveTo>
                  <a:pt x="5662517" y="1252854"/>
                </a:moveTo>
                <a:cubicBezTo>
                  <a:pt x="5672998" y="1252854"/>
                  <a:pt x="5672998" y="1252854"/>
                  <a:pt x="5672998" y="1252854"/>
                </a:cubicBezTo>
                <a:cubicBezTo>
                  <a:pt x="5674963" y="1256228"/>
                  <a:pt x="5676928" y="1259343"/>
                  <a:pt x="5676928" y="1264275"/>
                </a:cubicBezTo>
                <a:cubicBezTo>
                  <a:pt x="5656294" y="1261160"/>
                  <a:pt x="5681186" y="1275957"/>
                  <a:pt x="5664810" y="1280889"/>
                </a:cubicBezTo>
                <a:cubicBezTo>
                  <a:pt x="5658586" y="1274139"/>
                  <a:pt x="5658586" y="1257786"/>
                  <a:pt x="5662517" y="1252854"/>
                </a:cubicBezTo>
                <a:close/>
                <a:moveTo>
                  <a:pt x="4320883" y="1252854"/>
                </a:moveTo>
                <a:cubicBezTo>
                  <a:pt x="4341651" y="1254384"/>
                  <a:pt x="4322862" y="1267391"/>
                  <a:pt x="4310334" y="1270707"/>
                </a:cubicBezTo>
                <a:cubicBezTo>
                  <a:pt x="4306379" y="1262545"/>
                  <a:pt x="4324840" y="1256169"/>
                  <a:pt x="4320883" y="1252854"/>
                </a:cubicBezTo>
                <a:close/>
                <a:moveTo>
                  <a:pt x="5620484" y="1248327"/>
                </a:moveTo>
                <a:cubicBezTo>
                  <a:pt x="5633696" y="1248327"/>
                  <a:pt x="5629176" y="1262569"/>
                  <a:pt x="5622570" y="1267317"/>
                </a:cubicBezTo>
                <a:cubicBezTo>
                  <a:pt x="5611792" y="1265817"/>
                  <a:pt x="5622570" y="1253074"/>
                  <a:pt x="5620484" y="1248327"/>
                </a:cubicBezTo>
                <a:close/>
                <a:moveTo>
                  <a:pt x="5201176" y="1246963"/>
                </a:moveTo>
                <a:cubicBezTo>
                  <a:pt x="5194784" y="1253379"/>
                  <a:pt x="5196802" y="1261593"/>
                  <a:pt x="5194784" y="1269550"/>
                </a:cubicBezTo>
                <a:cubicBezTo>
                  <a:pt x="5201176" y="1263133"/>
                  <a:pt x="5211940" y="1256716"/>
                  <a:pt x="5201176" y="1246963"/>
                </a:cubicBezTo>
                <a:close/>
                <a:moveTo>
                  <a:pt x="4508948" y="1244932"/>
                </a:moveTo>
                <a:cubicBezTo>
                  <a:pt x="4515212" y="1251399"/>
                  <a:pt x="4496422" y="1254503"/>
                  <a:pt x="4513235" y="1259418"/>
                </a:cubicBezTo>
                <a:cubicBezTo>
                  <a:pt x="4500708" y="1262781"/>
                  <a:pt x="4498730" y="1251399"/>
                  <a:pt x="4488180" y="1257866"/>
                </a:cubicBezTo>
                <a:cubicBezTo>
                  <a:pt x="4479940" y="1248036"/>
                  <a:pt x="4500708" y="1251399"/>
                  <a:pt x="4508948" y="1244932"/>
                </a:cubicBezTo>
                <a:close/>
                <a:moveTo>
                  <a:pt x="5773251" y="1243077"/>
                </a:moveTo>
                <a:cubicBezTo>
                  <a:pt x="5802451" y="1243077"/>
                  <a:pt x="5802451" y="1243077"/>
                  <a:pt x="5802451" y="1243077"/>
                </a:cubicBezTo>
                <a:cubicBezTo>
                  <a:pt x="5806764" y="1246415"/>
                  <a:pt x="5808756" y="1251295"/>
                  <a:pt x="5804774" y="1259256"/>
                </a:cubicBezTo>
                <a:cubicBezTo>
                  <a:pt x="5796146" y="1256175"/>
                  <a:pt x="5804774" y="1241536"/>
                  <a:pt x="5781547" y="1246415"/>
                </a:cubicBezTo>
                <a:cubicBezTo>
                  <a:pt x="5802451" y="1275693"/>
                  <a:pt x="5758651" y="1282114"/>
                  <a:pt x="5790174" y="1301632"/>
                </a:cubicBezTo>
                <a:cubicBezTo>
                  <a:pt x="5785860" y="1301632"/>
                  <a:pt x="5785860" y="1306512"/>
                  <a:pt x="5785860" y="1308054"/>
                </a:cubicBezTo>
                <a:cubicBezTo>
                  <a:pt x="5781547" y="1306512"/>
                  <a:pt x="5775242" y="1304714"/>
                  <a:pt x="5766946" y="1304714"/>
                </a:cubicBezTo>
                <a:cubicBezTo>
                  <a:pt x="5762633" y="1275693"/>
                  <a:pt x="5775242" y="1273896"/>
                  <a:pt x="5773251" y="1243077"/>
                </a:cubicBezTo>
                <a:close/>
                <a:moveTo>
                  <a:pt x="1164918" y="1240786"/>
                </a:moveTo>
                <a:cubicBezTo>
                  <a:pt x="1152133" y="1245662"/>
                  <a:pt x="1145741" y="1252077"/>
                  <a:pt x="1128583" y="1252077"/>
                </a:cubicBezTo>
                <a:cubicBezTo>
                  <a:pt x="1134975" y="1268244"/>
                  <a:pt x="1162563" y="1248742"/>
                  <a:pt x="1164918" y="1240786"/>
                </a:cubicBezTo>
                <a:close/>
                <a:moveTo>
                  <a:pt x="5738543" y="1240405"/>
                </a:moveTo>
                <a:cubicBezTo>
                  <a:pt x="5755024" y="1251762"/>
                  <a:pt x="5736235" y="1268023"/>
                  <a:pt x="5753048" y="1281187"/>
                </a:cubicBezTo>
                <a:cubicBezTo>
                  <a:pt x="5730301" y="1281187"/>
                  <a:pt x="5761288" y="1287641"/>
                  <a:pt x="5751069" y="1298998"/>
                </a:cubicBezTo>
                <a:cubicBezTo>
                  <a:pt x="5727994" y="1292545"/>
                  <a:pt x="5740520" y="1272927"/>
                  <a:pt x="5726016" y="1256666"/>
                </a:cubicBezTo>
                <a:cubicBezTo>
                  <a:pt x="5748762" y="1258215"/>
                  <a:pt x="5726016" y="1243502"/>
                  <a:pt x="5738543" y="1240405"/>
                </a:cubicBezTo>
                <a:close/>
                <a:moveTo>
                  <a:pt x="5507146" y="1236554"/>
                </a:moveTo>
                <a:lnTo>
                  <a:pt x="5506657" y="1242183"/>
                </a:lnTo>
                <a:lnTo>
                  <a:pt x="5513692" y="1240546"/>
                </a:lnTo>
                <a:cubicBezTo>
                  <a:pt x="5511589" y="1240931"/>
                  <a:pt x="5509865" y="1240306"/>
                  <a:pt x="5508630" y="1239251"/>
                </a:cubicBezTo>
                <a:close/>
                <a:moveTo>
                  <a:pt x="1077445" y="1235911"/>
                </a:moveTo>
                <a:cubicBezTo>
                  <a:pt x="1067016" y="1252077"/>
                  <a:pt x="1045820" y="1253617"/>
                  <a:pt x="1037409" y="1268244"/>
                </a:cubicBezTo>
                <a:cubicBezTo>
                  <a:pt x="1058605" y="1256953"/>
                  <a:pt x="1073407" y="1258493"/>
                  <a:pt x="1083837" y="1242326"/>
                </a:cubicBezTo>
                <a:cubicBezTo>
                  <a:pt x="1083837" y="1242326"/>
                  <a:pt x="1083837" y="1242326"/>
                  <a:pt x="1077445" y="1235911"/>
                </a:cubicBezTo>
                <a:close/>
                <a:moveTo>
                  <a:pt x="5359470" y="1235878"/>
                </a:moveTo>
                <a:cubicBezTo>
                  <a:pt x="5361557" y="1238987"/>
                  <a:pt x="5368162" y="1243909"/>
                  <a:pt x="5363643" y="1247277"/>
                </a:cubicBezTo>
                <a:cubicBezTo>
                  <a:pt x="5361557" y="1238987"/>
                  <a:pt x="5348345" y="1257121"/>
                  <a:pt x="5346260" y="1248831"/>
                </a:cubicBezTo>
                <a:cubicBezTo>
                  <a:pt x="5352865" y="1243909"/>
                  <a:pt x="5350432" y="1238987"/>
                  <a:pt x="5359470" y="1235878"/>
                </a:cubicBezTo>
                <a:close/>
                <a:moveTo>
                  <a:pt x="4285132" y="1235878"/>
                </a:moveTo>
                <a:cubicBezTo>
                  <a:pt x="4291497" y="1256833"/>
                  <a:pt x="4262020" y="1253511"/>
                  <a:pt x="4253646" y="1268077"/>
                </a:cubicBezTo>
                <a:cubicBezTo>
                  <a:pt x="4272404" y="1281111"/>
                  <a:pt x="4287477" y="1245588"/>
                  <a:pt x="4310590" y="1235878"/>
                </a:cubicBezTo>
                <a:cubicBezTo>
                  <a:pt x="4312935" y="1238944"/>
                  <a:pt x="4314945" y="1247122"/>
                  <a:pt x="4308580" y="1243800"/>
                </a:cubicBezTo>
                <a:cubicBezTo>
                  <a:pt x="4308580" y="1248655"/>
                  <a:pt x="4314945" y="1245588"/>
                  <a:pt x="4312935" y="1255045"/>
                </a:cubicBezTo>
                <a:cubicBezTo>
                  <a:pt x="4274749" y="1276255"/>
                  <a:pt x="4274749" y="1300278"/>
                  <a:pt x="4230198" y="1306922"/>
                </a:cubicBezTo>
                <a:cubicBezTo>
                  <a:pt x="4226178" y="1302066"/>
                  <a:pt x="4240918" y="1287500"/>
                  <a:pt x="4221824" y="1289034"/>
                </a:cubicBezTo>
                <a:cubicBezTo>
                  <a:pt x="4242926" y="1268077"/>
                  <a:pt x="4257666" y="1248655"/>
                  <a:pt x="4285132" y="1235878"/>
                </a:cubicBezTo>
                <a:close/>
                <a:moveTo>
                  <a:pt x="4517364" y="1230617"/>
                </a:moveTo>
                <a:cubicBezTo>
                  <a:pt x="4518720" y="1229629"/>
                  <a:pt x="4519822" y="1229246"/>
                  <a:pt x="4523044" y="1231669"/>
                </a:cubicBezTo>
                <a:cubicBezTo>
                  <a:pt x="4521010" y="1231669"/>
                  <a:pt x="4523044" y="1234985"/>
                  <a:pt x="4525078" y="1236515"/>
                </a:cubicBezTo>
                <a:cubicBezTo>
                  <a:pt x="4510158" y="1236515"/>
                  <a:pt x="4531520" y="1244677"/>
                  <a:pt x="4516600" y="1244677"/>
                </a:cubicBezTo>
                <a:cubicBezTo>
                  <a:pt x="4508124" y="1238046"/>
                  <a:pt x="4527452" y="1234985"/>
                  <a:pt x="4510158" y="1233199"/>
                </a:cubicBezTo>
                <a:cubicBezTo>
                  <a:pt x="4514398" y="1233199"/>
                  <a:pt x="4516008" y="1231605"/>
                  <a:pt x="4517364" y="1230617"/>
                </a:cubicBezTo>
                <a:close/>
                <a:moveTo>
                  <a:pt x="5711437" y="1230219"/>
                </a:moveTo>
                <a:cubicBezTo>
                  <a:pt x="5715427" y="1236599"/>
                  <a:pt x="5719750" y="1251145"/>
                  <a:pt x="5711437" y="1255994"/>
                </a:cubicBezTo>
                <a:cubicBezTo>
                  <a:pt x="5707115" y="1251145"/>
                  <a:pt x="5700797" y="1236599"/>
                  <a:pt x="5711437" y="1230219"/>
                </a:cubicBezTo>
                <a:close/>
                <a:moveTo>
                  <a:pt x="4408278" y="1225916"/>
                </a:moveTo>
                <a:cubicBezTo>
                  <a:pt x="4397514" y="1227456"/>
                  <a:pt x="4393477" y="1235670"/>
                  <a:pt x="4403906" y="1238749"/>
                </a:cubicBezTo>
                <a:cubicBezTo>
                  <a:pt x="4412652" y="1235670"/>
                  <a:pt x="4418707" y="1232332"/>
                  <a:pt x="4408278" y="1225916"/>
                </a:cubicBezTo>
                <a:close/>
                <a:moveTo>
                  <a:pt x="4897176" y="1222297"/>
                </a:moveTo>
                <a:cubicBezTo>
                  <a:pt x="4908302" y="1227219"/>
                  <a:pt x="4903782" y="1235509"/>
                  <a:pt x="4899609" y="1243540"/>
                </a:cubicBezTo>
                <a:cubicBezTo>
                  <a:pt x="4893004" y="1238618"/>
                  <a:pt x="4886398" y="1227219"/>
                  <a:pt x="4897176" y="1222297"/>
                </a:cubicBezTo>
                <a:close/>
                <a:moveTo>
                  <a:pt x="5507497" y="1221722"/>
                </a:moveTo>
                <a:lnTo>
                  <a:pt x="5508209" y="1224306"/>
                </a:lnTo>
                <a:lnTo>
                  <a:pt x="5507406" y="1233557"/>
                </a:lnTo>
                <a:lnTo>
                  <a:pt x="5507967" y="1232425"/>
                </a:lnTo>
                <a:cubicBezTo>
                  <a:pt x="5509128" y="1231980"/>
                  <a:pt x="5511000" y="1232269"/>
                  <a:pt x="5513692" y="1233873"/>
                </a:cubicBezTo>
                <a:cubicBezTo>
                  <a:pt x="5514700" y="1230664"/>
                  <a:pt x="5513608" y="1227841"/>
                  <a:pt x="5511463" y="1225210"/>
                </a:cubicBezTo>
                <a:close/>
                <a:moveTo>
                  <a:pt x="5224387" y="1217703"/>
                </a:moveTo>
                <a:cubicBezTo>
                  <a:pt x="5213958" y="1221039"/>
                  <a:pt x="5222368" y="1227456"/>
                  <a:pt x="5211940" y="1230793"/>
                </a:cubicBezTo>
                <a:cubicBezTo>
                  <a:pt x="5217996" y="1232332"/>
                  <a:pt x="5224387" y="1228996"/>
                  <a:pt x="5230778" y="1227456"/>
                </a:cubicBezTo>
                <a:cubicBezTo>
                  <a:pt x="5230778" y="1227456"/>
                  <a:pt x="5230778" y="1227456"/>
                  <a:pt x="5224387" y="1217703"/>
                </a:cubicBezTo>
                <a:close/>
                <a:moveTo>
                  <a:pt x="4584552" y="1216163"/>
                </a:moveTo>
                <a:cubicBezTo>
                  <a:pt x="4576142" y="1219499"/>
                  <a:pt x="4569751" y="1222579"/>
                  <a:pt x="4574124" y="1228996"/>
                </a:cubicBezTo>
                <a:cubicBezTo>
                  <a:pt x="4578160" y="1225916"/>
                  <a:pt x="4590944" y="1222579"/>
                  <a:pt x="4584552" y="1216163"/>
                </a:cubicBezTo>
                <a:close/>
                <a:moveTo>
                  <a:pt x="5403142" y="1212056"/>
                </a:moveTo>
                <a:cubicBezTo>
                  <a:pt x="5398391" y="1211222"/>
                  <a:pt x="5392588" y="1212826"/>
                  <a:pt x="5392588" y="1217703"/>
                </a:cubicBezTo>
                <a:cubicBezTo>
                  <a:pt x="5394606" y="1224376"/>
                  <a:pt x="5403016" y="1216163"/>
                  <a:pt x="5407390" y="1221039"/>
                </a:cubicBezTo>
                <a:cubicBezTo>
                  <a:pt x="5411594" y="1216163"/>
                  <a:pt x="5407894" y="1212890"/>
                  <a:pt x="5403142" y="1212056"/>
                </a:cubicBezTo>
                <a:close/>
                <a:moveTo>
                  <a:pt x="1069034" y="1211532"/>
                </a:moveTo>
                <a:cubicBezTo>
                  <a:pt x="1058605" y="1217948"/>
                  <a:pt x="1047839" y="1222824"/>
                  <a:pt x="1052212" y="1229239"/>
                </a:cubicBezTo>
                <a:cubicBezTo>
                  <a:pt x="1060623" y="1221284"/>
                  <a:pt x="1064996" y="1229239"/>
                  <a:pt x="1073407" y="1221284"/>
                </a:cubicBezTo>
                <a:cubicBezTo>
                  <a:pt x="1069034" y="1217948"/>
                  <a:pt x="1067016" y="1214869"/>
                  <a:pt x="1069034" y="1211532"/>
                </a:cubicBezTo>
                <a:close/>
                <a:moveTo>
                  <a:pt x="4212066" y="1207584"/>
                </a:moveTo>
                <a:cubicBezTo>
                  <a:pt x="4218518" y="1219337"/>
                  <a:pt x="4201538" y="1220904"/>
                  <a:pt x="4195086" y="1224299"/>
                </a:cubicBezTo>
                <a:cubicBezTo>
                  <a:pt x="4190672" y="1217508"/>
                  <a:pt x="4207990" y="1214374"/>
                  <a:pt x="4212066" y="1207584"/>
                </a:cubicBezTo>
                <a:close/>
                <a:moveTo>
                  <a:pt x="5707352" y="1206452"/>
                </a:moveTo>
                <a:cubicBezTo>
                  <a:pt x="5734584" y="1206452"/>
                  <a:pt x="5715654" y="1226164"/>
                  <a:pt x="5705358" y="1231091"/>
                </a:cubicBezTo>
                <a:cubicBezTo>
                  <a:pt x="5690414" y="1226164"/>
                  <a:pt x="5711668" y="1216307"/>
                  <a:pt x="5707352" y="1206452"/>
                </a:cubicBezTo>
                <a:close/>
                <a:moveTo>
                  <a:pt x="5357134" y="1205423"/>
                </a:moveTo>
                <a:cubicBezTo>
                  <a:pt x="5353272" y="1206458"/>
                  <a:pt x="5348856" y="1208783"/>
                  <a:pt x="5343474" y="1212826"/>
                </a:cubicBezTo>
                <a:cubicBezTo>
                  <a:pt x="5347847" y="1216163"/>
                  <a:pt x="5354238" y="1207949"/>
                  <a:pt x="5358612" y="1212826"/>
                </a:cubicBezTo>
                <a:cubicBezTo>
                  <a:pt x="5354238" y="1222579"/>
                  <a:pt x="5347847" y="1227456"/>
                  <a:pt x="5335063" y="1230793"/>
                </a:cubicBezTo>
                <a:cubicBezTo>
                  <a:pt x="5336073" y="1235670"/>
                  <a:pt x="5331867" y="1239327"/>
                  <a:pt x="5328714" y="1243177"/>
                </a:cubicBezTo>
                <a:lnTo>
                  <a:pt x="5326900" y="1246676"/>
                </a:lnTo>
                <a:lnTo>
                  <a:pt x="5328412" y="1248660"/>
                </a:lnTo>
                <a:lnTo>
                  <a:pt x="5342766" y="1255648"/>
                </a:lnTo>
                <a:lnTo>
                  <a:pt x="5352220" y="1251839"/>
                </a:lnTo>
                <a:cubicBezTo>
                  <a:pt x="5353230" y="1253443"/>
                  <a:pt x="5352935" y="1254743"/>
                  <a:pt x="5352058" y="1255894"/>
                </a:cubicBezTo>
                <a:lnTo>
                  <a:pt x="5348890" y="1258630"/>
                </a:lnTo>
                <a:lnTo>
                  <a:pt x="5354698" y="1261457"/>
                </a:lnTo>
                <a:lnTo>
                  <a:pt x="5354996" y="1261240"/>
                </a:lnTo>
                <a:cubicBezTo>
                  <a:pt x="5355668" y="1260518"/>
                  <a:pt x="5356278" y="1260158"/>
                  <a:pt x="5357120" y="1260587"/>
                </a:cubicBezTo>
                <a:lnTo>
                  <a:pt x="5360146" y="1264109"/>
                </a:lnTo>
                <a:lnTo>
                  <a:pt x="5360784" y="1264420"/>
                </a:lnTo>
                <a:lnTo>
                  <a:pt x="5373414" y="1243626"/>
                </a:lnTo>
                <a:cubicBezTo>
                  <a:pt x="5379805" y="1243626"/>
                  <a:pt x="5373414" y="1248503"/>
                  <a:pt x="5377450" y="1251839"/>
                </a:cubicBezTo>
                <a:cubicBezTo>
                  <a:pt x="5390233" y="1248503"/>
                  <a:pt x="5390233" y="1243626"/>
                  <a:pt x="5392588" y="1238749"/>
                </a:cubicBezTo>
                <a:cubicBezTo>
                  <a:pt x="5377450" y="1238749"/>
                  <a:pt x="5388215" y="1235670"/>
                  <a:pt x="5383842" y="1225916"/>
                </a:cubicBezTo>
                <a:cubicBezTo>
                  <a:pt x="5379805" y="1225916"/>
                  <a:pt x="5375432" y="1227456"/>
                  <a:pt x="5369040" y="1230793"/>
                </a:cubicBezTo>
                <a:cubicBezTo>
                  <a:pt x="5367022" y="1225916"/>
                  <a:pt x="5377450" y="1224376"/>
                  <a:pt x="5375432" y="1219499"/>
                </a:cubicBezTo>
                <a:cubicBezTo>
                  <a:pt x="5379805" y="1219499"/>
                  <a:pt x="5381823" y="1224376"/>
                  <a:pt x="5388215" y="1219499"/>
                </a:cubicBezTo>
                <a:cubicBezTo>
                  <a:pt x="5375348" y="1210837"/>
                  <a:pt x="5368724" y="1202319"/>
                  <a:pt x="5357134" y="1205423"/>
                </a:cubicBezTo>
                <a:close/>
                <a:moveTo>
                  <a:pt x="4902998" y="1203169"/>
                </a:moveTo>
                <a:cubicBezTo>
                  <a:pt x="4898246" y="1201982"/>
                  <a:pt x="4890846" y="1202431"/>
                  <a:pt x="4886641" y="1204869"/>
                </a:cubicBezTo>
                <a:cubicBezTo>
                  <a:pt x="4897070" y="1216163"/>
                  <a:pt x="4882268" y="1206409"/>
                  <a:pt x="4873858" y="1211286"/>
                </a:cubicBezTo>
                <a:cubicBezTo>
                  <a:pt x="4882268" y="1225916"/>
                  <a:pt x="4859056" y="1232332"/>
                  <a:pt x="4865448" y="1246963"/>
                </a:cubicBezTo>
                <a:cubicBezTo>
                  <a:pt x="4859056" y="1245423"/>
                  <a:pt x="4854683" y="1246963"/>
                  <a:pt x="4852664" y="1250299"/>
                </a:cubicBezTo>
                <a:cubicBezTo>
                  <a:pt x="4861074" y="1256716"/>
                  <a:pt x="4865448" y="1264673"/>
                  <a:pt x="4852664" y="1261593"/>
                </a:cubicBezTo>
                <a:cubicBezTo>
                  <a:pt x="4856702" y="1268010"/>
                  <a:pt x="4869484" y="1266470"/>
                  <a:pt x="4861074" y="1279303"/>
                </a:cubicBezTo>
                <a:cubicBezTo>
                  <a:pt x="4877894" y="1274426"/>
                  <a:pt x="4871840" y="1264673"/>
                  <a:pt x="4861074" y="1253379"/>
                </a:cubicBezTo>
                <a:cubicBezTo>
                  <a:pt x="4863093" y="1246963"/>
                  <a:pt x="4875876" y="1243626"/>
                  <a:pt x="4880250" y="1238749"/>
                </a:cubicBezTo>
                <a:cubicBezTo>
                  <a:pt x="4880250" y="1242086"/>
                  <a:pt x="4877894" y="1243626"/>
                  <a:pt x="4882268" y="1243626"/>
                </a:cubicBezTo>
                <a:cubicBezTo>
                  <a:pt x="4875876" y="1250299"/>
                  <a:pt x="4871840" y="1266470"/>
                  <a:pt x="4884286" y="1272886"/>
                </a:cubicBezTo>
                <a:cubicBezTo>
                  <a:pt x="4899424" y="1268010"/>
                  <a:pt x="4886641" y="1258256"/>
                  <a:pt x="4888660" y="1251839"/>
                </a:cubicBezTo>
                <a:cubicBezTo>
                  <a:pt x="4888660" y="1251839"/>
                  <a:pt x="4888660" y="1251839"/>
                  <a:pt x="4905816" y="1246963"/>
                </a:cubicBezTo>
                <a:cubicBezTo>
                  <a:pt x="4903461" y="1233873"/>
                  <a:pt x="4922636" y="1216163"/>
                  <a:pt x="4895051" y="1209746"/>
                </a:cubicBezTo>
                <a:cubicBezTo>
                  <a:pt x="4899424" y="1206409"/>
                  <a:pt x="4901442" y="1209746"/>
                  <a:pt x="4903461" y="1211286"/>
                </a:cubicBezTo>
                <a:cubicBezTo>
                  <a:pt x="4909852" y="1207179"/>
                  <a:pt x="4907750" y="1204356"/>
                  <a:pt x="4902998" y="1203169"/>
                </a:cubicBezTo>
                <a:close/>
                <a:moveTo>
                  <a:pt x="4537666" y="1201925"/>
                </a:moveTo>
                <a:cubicBezTo>
                  <a:pt x="4561192" y="1217770"/>
                  <a:pt x="4531280" y="1217770"/>
                  <a:pt x="4524895" y="1228836"/>
                </a:cubicBezTo>
                <a:cubicBezTo>
                  <a:pt x="4518509" y="1219530"/>
                  <a:pt x="4537666" y="1214751"/>
                  <a:pt x="4531280" y="1203434"/>
                </a:cubicBezTo>
                <a:cubicBezTo>
                  <a:pt x="4533633" y="1206704"/>
                  <a:pt x="4535650" y="1205195"/>
                  <a:pt x="4537666" y="1201925"/>
                </a:cubicBezTo>
                <a:close/>
                <a:moveTo>
                  <a:pt x="5050234" y="1199662"/>
                </a:moveTo>
                <a:cubicBezTo>
                  <a:pt x="5067046" y="1201253"/>
                  <a:pt x="5056497" y="1209741"/>
                  <a:pt x="5054520" y="1216372"/>
                </a:cubicBezTo>
                <a:cubicBezTo>
                  <a:pt x="5037707" y="1214780"/>
                  <a:pt x="5054520" y="1209741"/>
                  <a:pt x="5050234" y="1199662"/>
                </a:cubicBezTo>
                <a:close/>
                <a:moveTo>
                  <a:pt x="4550882" y="1184948"/>
                </a:moveTo>
                <a:cubicBezTo>
                  <a:pt x="4555419" y="1188144"/>
                  <a:pt x="4562051" y="1184948"/>
                  <a:pt x="4564145" y="1188144"/>
                </a:cubicBezTo>
                <a:cubicBezTo>
                  <a:pt x="4548788" y="1188144"/>
                  <a:pt x="4555419" y="1198263"/>
                  <a:pt x="4548788" y="1195068"/>
                </a:cubicBezTo>
                <a:cubicBezTo>
                  <a:pt x="4550882" y="1191606"/>
                  <a:pt x="4546694" y="1186546"/>
                  <a:pt x="4550882" y="1184948"/>
                </a:cubicBezTo>
                <a:close/>
                <a:moveTo>
                  <a:pt x="4426187" y="1179290"/>
                </a:moveTo>
                <a:cubicBezTo>
                  <a:pt x="4421999" y="1187174"/>
                  <a:pt x="4415367" y="1195312"/>
                  <a:pt x="4410830" y="1201671"/>
                </a:cubicBezTo>
                <a:cubicBezTo>
                  <a:pt x="4408736" y="1193532"/>
                  <a:pt x="4415367" y="1180816"/>
                  <a:pt x="4426187" y="1179290"/>
                </a:cubicBezTo>
                <a:close/>
                <a:moveTo>
                  <a:pt x="5288304" y="1178946"/>
                </a:moveTo>
                <a:cubicBezTo>
                  <a:pt x="5273501" y="1186903"/>
                  <a:pt x="5288304" y="1199992"/>
                  <a:pt x="5281912" y="1211286"/>
                </a:cubicBezTo>
                <a:cubicBezTo>
                  <a:pt x="5294695" y="1201532"/>
                  <a:pt x="5286285" y="1188442"/>
                  <a:pt x="5299068" y="1180486"/>
                </a:cubicBezTo>
                <a:cubicBezTo>
                  <a:pt x="5296714" y="1177149"/>
                  <a:pt x="5290322" y="1182026"/>
                  <a:pt x="5288304" y="1178946"/>
                </a:cubicBezTo>
                <a:close/>
                <a:moveTo>
                  <a:pt x="5128850" y="1175609"/>
                </a:moveTo>
                <a:cubicBezTo>
                  <a:pt x="5114048" y="1182026"/>
                  <a:pt x="5109675" y="1190239"/>
                  <a:pt x="5116066" y="1199992"/>
                </a:cubicBezTo>
                <a:cubicBezTo>
                  <a:pt x="5126832" y="1193319"/>
                  <a:pt x="5133223" y="1185363"/>
                  <a:pt x="5128850" y="1175609"/>
                </a:cubicBezTo>
                <a:close/>
                <a:moveTo>
                  <a:pt x="5805494" y="1173631"/>
                </a:moveTo>
                <a:cubicBezTo>
                  <a:pt x="5809506" y="1176740"/>
                  <a:pt x="5815856" y="1176740"/>
                  <a:pt x="5824549" y="1176740"/>
                </a:cubicBezTo>
                <a:cubicBezTo>
                  <a:pt x="5826554" y="1186585"/>
                  <a:pt x="5815856" y="1186585"/>
                  <a:pt x="5813852" y="1194875"/>
                </a:cubicBezTo>
                <a:cubicBezTo>
                  <a:pt x="5805494" y="1191507"/>
                  <a:pt x="5803154" y="1183217"/>
                  <a:pt x="5805494" y="1173631"/>
                </a:cubicBezTo>
                <a:close/>
                <a:moveTo>
                  <a:pt x="4571634" y="1170612"/>
                </a:moveTo>
                <a:cubicBezTo>
                  <a:pt x="4580472" y="1175391"/>
                  <a:pt x="4565515" y="1180170"/>
                  <a:pt x="4556676" y="1178660"/>
                </a:cubicBezTo>
                <a:cubicBezTo>
                  <a:pt x="4548178" y="1173882"/>
                  <a:pt x="4565515" y="1169104"/>
                  <a:pt x="4571634" y="1170612"/>
                </a:cubicBezTo>
                <a:close/>
                <a:moveTo>
                  <a:pt x="5332120" y="1158653"/>
                </a:moveTo>
                <a:cubicBezTo>
                  <a:pt x="5328272" y="1160289"/>
                  <a:pt x="5327074" y="1167845"/>
                  <a:pt x="5322280" y="1169192"/>
                </a:cubicBezTo>
                <a:cubicBezTo>
                  <a:pt x="5322280" y="1169192"/>
                  <a:pt x="5322280" y="1169192"/>
                  <a:pt x="5331026" y="1180486"/>
                </a:cubicBezTo>
                <a:cubicBezTo>
                  <a:pt x="5341456" y="1170732"/>
                  <a:pt x="5347847" y="1183566"/>
                  <a:pt x="5352220" y="1172273"/>
                </a:cubicBezTo>
                <a:cubicBezTo>
                  <a:pt x="5347847" y="1162519"/>
                  <a:pt x="5335063" y="1177149"/>
                  <a:pt x="5331026" y="1174069"/>
                </a:cubicBezTo>
                <a:cubicBezTo>
                  <a:pt x="5331026" y="1169192"/>
                  <a:pt x="5339437" y="1165856"/>
                  <a:pt x="5337082" y="1159439"/>
                </a:cubicBezTo>
                <a:cubicBezTo>
                  <a:pt x="5334980" y="1158220"/>
                  <a:pt x="5333402" y="1158108"/>
                  <a:pt x="5332120" y="1158653"/>
                </a:cubicBezTo>
                <a:close/>
                <a:moveTo>
                  <a:pt x="5106604" y="1152128"/>
                </a:moveTo>
                <a:cubicBezTo>
                  <a:pt x="5108582" y="1161477"/>
                  <a:pt x="5081550" y="1163199"/>
                  <a:pt x="5073310" y="1158525"/>
                </a:cubicBezTo>
                <a:cubicBezTo>
                  <a:pt x="5079573" y="1153850"/>
                  <a:pt x="5098362" y="1155326"/>
                  <a:pt x="5106604" y="1152128"/>
                </a:cubicBezTo>
                <a:close/>
                <a:moveTo>
                  <a:pt x="4646450" y="1151226"/>
                </a:moveTo>
                <a:cubicBezTo>
                  <a:pt x="4633668" y="1149685"/>
                  <a:pt x="4625258" y="1160979"/>
                  <a:pt x="4629294" y="1165856"/>
                </a:cubicBezTo>
                <a:cubicBezTo>
                  <a:pt x="4644096" y="1162519"/>
                  <a:pt x="4635686" y="1156102"/>
                  <a:pt x="4646450" y="1151226"/>
                </a:cubicBezTo>
                <a:close/>
                <a:moveTo>
                  <a:pt x="5781068" y="1150996"/>
                </a:moveTo>
                <a:cubicBezTo>
                  <a:pt x="5789638" y="1159273"/>
                  <a:pt x="5799857" y="1172208"/>
                  <a:pt x="5793594" y="1185401"/>
                </a:cubicBezTo>
                <a:cubicBezTo>
                  <a:pt x="5770518" y="1186953"/>
                  <a:pt x="5789638" y="1160825"/>
                  <a:pt x="5764585" y="1164188"/>
                </a:cubicBezTo>
                <a:cubicBezTo>
                  <a:pt x="5764585" y="1160825"/>
                  <a:pt x="5770518" y="1162377"/>
                  <a:pt x="5774804" y="1160825"/>
                </a:cubicBezTo>
                <a:cubicBezTo>
                  <a:pt x="5781068" y="1160825"/>
                  <a:pt x="5779090" y="1154359"/>
                  <a:pt x="5781068" y="1150996"/>
                </a:cubicBezTo>
                <a:close/>
                <a:moveTo>
                  <a:pt x="5183814" y="1145623"/>
                </a:moveTo>
                <a:cubicBezTo>
                  <a:pt x="5181474" y="1145322"/>
                  <a:pt x="5178805" y="1145900"/>
                  <a:pt x="5175609" y="1147889"/>
                </a:cubicBezTo>
                <a:cubicBezTo>
                  <a:pt x="5179982" y="1154562"/>
                  <a:pt x="5186374" y="1149685"/>
                  <a:pt x="5188392" y="1157642"/>
                </a:cubicBezTo>
                <a:cubicBezTo>
                  <a:pt x="5184019" y="1160979"/>
                  <a:pt x="5182000" y="1159439"/>
                  <a:pt x="5177964" y="1156102"/>
                </a:cubicBezTo>
                <a:cubicBezTo>
                  <a:pt x="5171572" y="1159439"/>
                  <a:pt x="5175609" y="1165856"/>
                  <a:pt x="5182000" y="1170732"/>
                </a:cubicBezTo>
                <a:cubicBezTo>
                  <a:pt x="5186374" y="1165856"/>
                  <a:pt x="5190410" y="1170732"/>
                  <a:pt x="5192766" y="1174069"/>
                </a:cubicBezTo>
                <a:cubicBezTo>
                  <a:pt x="5192766" y="1174069"/>
                  <a:pt x="5192766" y="1174069"/>
                  <a:pt x="5194364" y="1173235"/>
                </a:cubicBezTo>
                <a:lnTo>
                  <a:pt x="5197446" y="1171626"/>
                </a:lnTo>
                <a:lnTo>
                  <a:pt x="5194842" y="1166158"/>
                </a:lnTo>
                <a:lnTo>
                  <a:pt x="5194600" y="1165430"/>
                </a:lnTo>
                <a:lnTo>
                  <a:pt x="5188392" y="1164316"/>
                </a:lnTo>
                <a:cubicBezTo>
                  <a:pt x="5186206" y="1160979"/>
                  <a:pt x="5188308" y="1160979"/>
                  <a:pt x="5191504" y="1160979"/>
                </a:cubicBezTo>
                <a:lnTo>
                  <a:pt x="5192960" y="1160477"/>
                </a:lnTo>
                <a:lnTo>
                  <a:pt x="5188844" y="1148053"/>
                </a:lnTo>
                <a:close/>
                <a:moveTo>
                  <a:pt x="5299068" y="1144809"/>
                </a:moveTo>
                <a:cubicBezTo>
                  <a:pt x="5290322" y="1147889"/>
                  <a:pt x="5288304" y="1154562"/>
                  <a:pt x="5292676" y="1159439"/>
                </a:cubicBezTo>
                <a:cubicBezTo>
                  <a:pt x="5301086" y="1151226"/>
                  <a:pt x="5301086" y="1165856"/>
                  <a:pt x="5309496" y="1157642"/>
                </a:cubicBezTo>
                <a:cubicBezTo>
                  <a:pt x="5311852" y="1152766"/>
                  <a:pt x="5305460" y="1144809"/>
                  <a:pt x="5299068" y="1144809"/>
                </a:cubicBezTo>
                <a:close/>
                <a:moveTo>
                  <a:pt x="5535224" y="1144205"/>
                </a:moveTo>
                <a:cubicBezTo>
                  <a:pt x="5546179" y="1147223"/>
                  <a:pt x="5535224" y="1163319"/>
                  <a:pt x="5535224" y="1171116"/>
                </a:cubicBezTo>
                <a:cubicBezTo>
                  <a:pt x="5528720" y="1161558"/>
                  <a:pt x="5524270" y="1152002"/>
                  <a:pt x="5535224" y="1144205"/>
                </a:cubicBezTo>
                <a:close/>
                <a:moveTo>
                  <a:pt x="5326653" y="1139932"/>
                </a:moveTo>
                <a:cubicBezTo>
                  <a:pt x="5318243" y="1143012"/>
                  <a:pt x="5313870" y="1147889"/>
                  <a:pt x="5318243" y="1152766"/>
                </a:cubicBezTo>
                <a:cubicBezTo>
                  <a:pt x="5324634" y="1149685"/>
                  <a:pt x="5328672" y="1152766"/>
                  <a:pt x="5333044" y="1149685"/>
                </a:cubicBezTo>
                <a:close/>
                <a:moveTo>
                  <a:pt x="5119156" y="1138547"/>
                </a:moveTo>
                <a:cubicBezTo>
                  <a:pt x="5121242" y="1141942"/>
                  <a:pt x="5127848" y="1146904"/>
                  <a:pt x="5123328" y="1148471"/>
                </a:cubicBezTo>
                <a:cubicBezTo>
                  <a:pt x="5119156" y="1146904"/>
                  <a:pt x="5112550" y="1148471"/>
                  <a:pt x="5105944" y="1145337"/>
                </a:cubicBezTo>
                <a:cubicBezTo>
                  <a:pt x="5114637" y="1140375"/>
                  <a:pt x="5116722" y="1145337"/>
                  <a:pt x="5119156" y="1138547"/>
                </a:cubicBezTo>
                <a:close/>
                <a:moveTo>
                  <a:pt x="4937437" y="1136596"/>
                </a:moveTo>
                <a:cubicBezTo>
                  <a:pt x="4929027" y="1141473"/>
                  <a:pt x="4927008" y="1146349"/>
                  <a:pt x="4927008" y="1152766"/>
                </a:cubicBezTo>
                <a:cubicBezTo>
                  <a:pt x="4920617" y="1156102"/>
                  <a:pt x="4922636" y="1146349"/>
                  <a:pt x="4924990" y="1144809"/>
                </a:cubicBezTo>
                <a:cubicBezTo>
                  <a:pt x="4911871" y="1146349"/>
                  <a:pt x="4914226" y="1165856"/>
                  <a:pt x="4914226" y="1174069"/>
                </a:cubicBezTo>
                <a:cubicBezTo>
                  <a:pt x="4895051" y="1175609"/>
                  <a:pt x="4918262" y="1178946"/>
                  <a:pt x="4895051" y="1182026"/>
                </a:cubicBezTo>
                <a:cubicBezTo>
                  <a:pt x="4901442" y="1198196"/>
                  <a:pt x="4918262" y="1198196"/>
                  <a:pt x="4916244" y="1216163"/>
                </a:cubicBezTo>
                <a:cubicBezTo>
                  <a:pt x="4924990" y="1211286"/>
                  <a:pt x="4931382" y="1199992"/>
                  <a:pt x="4916244" y="1195116"/>
                </a:cubicBezTo>
                <a:cubicBezTo>
                  <a:pt x="4941810" y="1193319"/>
                  <a:pt x="4924990" y="1177149"/>
                  <a:pt x="4939792" y="1167396"/>
                </a:cubicBezTo>
                <a:cubicBezTo>
                  <a:pt x="4924990" y="1164316"/>
                  <a:pt x="4933400" y="1156102"/>
                  <a:pt x="4929027" y="1149685"/>
                </a:cubicBezTo>
                <a:cubicBezTo>
                  <a:pt x="4937437" y="1146349"/>
                  <a:pt x="4946184" y="1143012"/>
                  <a:pt x="4937437" y="1136596"/>
                </a:cubicBezTo>
                <a:close/>
                <a:moveTo>
                  <a:pt x="4595314" y="1131470"/>
                </a:moveTo>
                <a:cubicBezTo>
                  <a:pt x="4595314" y="1136392"/>
                  <a:pt x="4590992" y="1149605"/>
                  <a:pt x="4576362" y="1144683"/>
                </a:cubicBezTo>
                <a:cubicBezTo>
                  <a:pt x="4587002" y="1141314"/>
                  <a:pt x="4580684" y="1128361"/>
                  <a:pt x="4595314" y="1131470"/>
                </a:cubicBezTo>
                <a:close/>
                <a:moveTo>
                  <a:pt x="4975786" y="1130179"/>
                </a:moveTo>
                <a:cubicBezTo>
                  <a:pt x="4969395" y="1131719"/>
                  <a:pt x="4971414" y="1136596"/>
                  <a:pt x="4975786" y="1139932"/>
                </a:cubicBezTo>
                <a:cubicBezTo>
                  <a:pt x="4975786" y="1139932"/>
                  <a:pt x="4975786" y="1139932"/>
                  <a:pt x="4988570" y="1135056"/>
                </a:cubicBezTo>
                <a:cubicBezTo>
                  <a:pt x="4986552" y="1126842"/>
                  <a:pt x="4977805" y="1138135"/>
                  <a:pt x="4975786" y="1130179"/>
                </a:cubicBezTo>
                <a:close/>
                <a:moveTo>
                  <a:pt x="4289896" y="1128414"/>
                </a:moveTo>
                <a:cubicBezTo>
                  <a:pt x="4294182" y="1136637"/>
                  <a:pt x="4273414" y="1131597"/>
                  <a:pt x="4275392" y="1141676"/>
                </a:cubicBezTo>
                <a:cubicBezTo>
                  <a:pt x="4264843" y="1131597"/>
                  <a:pt x="4279677" y="1124966"/>
                  <a:pt x="4289896" y="1128414"/>
                </a:cubicBezTo>
                <a:close/>
                <a:moveTo>
                  <a:pt x="4537193" y="1128361"/>
                </a:moveTo>
                <a:cubicBezTo>
                  <a:pt x="4545917" y="1128361"/>
                  <a:pt x="4543568" y="1131430"/>
                  <a:pt x="4552292" y="1136290"/>
                </a:cubicBezTo>
                <a:cubicBezTo>
                  <a:pt x="4539541" y="1144477"/>
                  <a:pt x="4537193" y="1157267"/>
                  <a:pt x="4543568" y="1165453"/>
                </a:cubicBezTo>
                <a:cubicBezTo>
                  <a:pt x="4539541" y="1162127"/>
                  <a:pt x="4533166" y="1162127"/>
                  <a:pt x="4528804" y="1159057"/>
                </a:cubicBezTo>
                <a:cubicBezTo>
                  <a:pt x="4539541" y="1154197"/>
                  <a:pt x="4545917" y="1147546"/>
                  <a:pt x="4533166" y="1137825"/>
                </a:cubicBezTo>
                <a:cubicBezTo>
                  <a:pt x="4537193" y="1133221"/>
                  <a:pt x="4549942" y="1139616"/>
                  <a:pt x="4545917" y="1134755"/>
                </a:cubicBezTo>
                <a:cubicBezTo>
                  <a:pt x="4543568" y="1131430"/>
                  <a:pt x="4524442" y="1129896"/>
                  <a:pt x="4537193" y="1128361"/>
                </a:cubicBezTo>
                <a:close/>
                <a:moveTo>
                  <a:pt x="5231530" y="1126178"/>
                </a:moveTo>
                <a:lnTo>
                  <a:pt x="5234503" y="1134929"/>
                </a:lnTo>
                <a:lnTo>
                  <a:pt x="5235734" y="1129874"/>
                </a:lnTo>
                <a:close/>
                <a:moveTo>
                  <a:pt x="4929027" y="1123762"/>
                </a:moveTo>
                <a:cubicBezTo>
                  <a:pt x="4918262" y="1133516"/>
                  <a:pt x="4943828" y="1131719"/>
                  <a:pt x="4950220" y="1139932"/>
                </a:cubicBezTo>
                <a:cubicBezTo>
                  <a:pt x="4952575" y="1136596"/>
                  <a:pt x="4952575" y="1133516"/>
                  <a:pt x="4948202" y="1130179"/>
                </a:cubicBezTo>
                <a:cubicBezTo>
                  <a:pt x="4937437" y="1135056"/>
                  <a:pt x="4941810" y="1121966"/>
                  <a:pt x="4929027" y="1123762"/>
                </a:cubicBezTo>
                <a:close/>
                <a:moveTo>
                  <a:pt x="4287491" y="1114376"/>
                </a:moveTo>
                <a:cubicBezTo>
                  <a:pt x="4288917" y="1114513"/>
                  <a:pt x="4290610" y="1115226"/>
                  <a:pt x="4292706" y="1116884"/>
                </a:cubicBezTo>
                <a:cubicBezTo>
                  <a:pt x="4290448" y="1116884"/>
                  <a:pt x="4288513" y="1116884"/>
                  <a:pt x="4286579" y="1120332"/>
                </a:cubicBezTo>
                <a:cubicBezTo>
                  <a:pt x="4286579" y="1121924"/>
                  <a:pt x="4290448" y="1125372"/>
                  <a:pt x="4286579" y="1126964"/>
                </a:cubicBezTo>
                <a:cubicBezTo>
                  <a:pt x="4278194" y="1126964"/>
                  <a:pt x="4282386" y="1123781"/>
                  <a:pt x="4278194" y="1118740"/>
                </a:cubicBezTo>
                <a:cubicBezTo>
                  <a:pt x="4281338" y="1118740"/>
                  <a:pt x="4283213" y="1113966"/>
                  <a:pt x="4287491" y="1114376"/>
                </a:cubicBezTo>
                <a:close/>
                <a:moveTo>
                  <a:pt x="1011840" y="1112480"/>
                </a:moveTo>
                <a:cubicBezTo>
                  <a:pt x="1001074" y="1122232"/>
                  <a:pt x="996701" y="1117356"/>
                  <a:pt x="990308" y="1115816"/>
                </a:cubicBezTo>
                <a:cubicBezTo>
                  <a:pt x="979879" y="1128903"/>
                  <a:pt x="956328" y="1130443"/>
                  <a:pt x="939507" y="1143273"/>
                </a:cubicBezTo>
                <a:cubicBezTo>
                  <a:pt x="943881" y="1148149"/>
                  <a:pt x="945899" y="1154821"/>
                  <a:pt x="941525" y="1162776"/>
                </a:cubicBezTo>
                <a:cubicBezTo>
                  <a:pt x="949936" y="1154821"/>
                  <a:pt x="965076" y="1146610"/>
                  <a:pt x="977861" y="1140194"/>
                </a:cubicBezTo>
                <a:cubicBezTo>
                  <a:pt x="992663" y="1131983"/>
                  <a:pt x="1005448" y="1124027"/>
                  <a:pt x="1011840" y="1112480"/>
                </a:cubicBezTo>
                <a:close/>
                <a:moveTo>
                  <a:pt x="4654860" y="1112212"/>
                </a:moveTo>
                <a:cubicBezTo>
                  <a:pt x="4644096" y="1115549"/>
                  <a:pt x="4640059" y="1123762"/>
                  <a:pt x="4648469" y="1125302"/>
                </a:cubicBezTo>
                <a:cubicBezTo>
                  <a:pt x="4654860" y="1121966"/>
                  <a:pt x="4663270" y="1118885"/>
                  <a:pt x="4654860" y="1112212"/>
                </a:cubicBezTo>
                <a:close/>
                <a:moveTo>
                  <a:pt x="4994961" y="1109133"/>
                </a:moveTo>
                <a:cubicBezTo>
                  <a:pt x="4982178" y="1112212"/>
                  <a:pt x="4996980" y="1120426"/>
                  <a:pt x="5001353" y="1120426"/>
                </a:cubicBezTo>
                <a:cubicBezTo>
                  <a:pt x="5009763" y="1118885"/>
                  <a:pt x="5003371" y="1105795"/>
                  <a:pt x="4994961" y="1109133"/>
                </a:cubicBezTo>
                <a:close/>
                <a:moveTo>
                  <a:pt x="4597253" y="1109121"/>
                </a:moveTo>
                <a:cubicBezTo>
                  <a:pt x="4601673" y="1112225"/>
                  <a:pt x="4610172" y="1109121"/>
                  <a:pt x="4614591" y="1115588"/>
                </a:cubicBezTo>
                <a:cubicBezTo>
                  <a:pt x="4603713" y="1117140"/>
                  <a:pt x="4614591" y="1126970"/>
                  <a:pt x="4603713" y="1122056"/>
                </a:cubicBezTo>
                <a:cubicBezTo>
                  <a:pt x="4606092" y="1120503"/>
                  <a:pt x="4603713" y="1112225"/>
                  <a:pt x="4599633" y="1114036"/>
                </a:cubicBezTo>
                <a:cubicBezTo>
                  <a:pt x="4597253" y="1117140"/>
                  <a:pt x="4588754" y="1123866"/>
                  <a:pt x="4582296" y="1118951"/>
                </a:cubicBezTo>
                <a:cubicBezTo>
                  <a:pt x="4586714" y="1115588"/>
                  <a:pt x="4590794" y="1112225"/>
                  <a:pt x="4597253" y="1109121"/>
                </a:cubicBezTo>
                <a:close/>
                <a:moveTo>
                  <a:pt x="4468596" y="1109121"/>
                </a:moveTo>
                <a:cubicBezTo>
                  <a:pt x="4470690" y="1114181"/>
                  <a:pt x="4464058" y="1117376"/>
                  <a:pt x="4459870" y="1122436"/>
                </a:cubicBezTo>
                <a:cubicBezTo>
                  <a:pt x="4453238" y="1115778"/>
                  <a:pt x="4459870" y="1112316"/>
                  <a:pt x="4468596" y="1109121"/>
                </a:cubicBezTo>
                <a:close/>
                <a:moveTo>
                  <a:pt x="4831134" y="1107592"/>
                </a:moveTo>
                <a:cubicBezTo>
                  <a:pt x="4820706" y="1110672"/>
                  <a:pt x="4827098" y="1117089"/>
                  <a:pt x="4824742" y="1121966"/>
                </a:cubicBezTo>
                <a:cubicBezTo>
                  <a:pt x="4837526" y="1125302"/>
                  <a:pt x="4835508" y="1112212"/>
                  <a:pt x="4831134" y="1107592"/>
                </a:cubicBezTo>
                <a:close/>
                <a:moveTo>
                  <a:pt x="5340409" y="1106770"/>
                </a:moveTo>
                <a:cubicBezTo>
                  <a:pt x="5333802" y="1107721"/>
                  <a:pt x="5330269" y="1117153"/>
                  <a:pt x="5335063" y="1121966"/>
                </a:cubicBezTo>
                <a:cubicBezTo>
                  <a:pt x="5343474" y="1117089"/>
                  <a:pt x="5341456" y="1112212"/>
                  <a:pt x="5347847" y="1109133"/>
                </a:cubicBezTo>
                <a:cubicBezTo>
                  <a:pt x="5345156" y="1107079"/>
                  <a:pt x="5342612" y="1106453"/>
                  <a:pt x="5340409" y="1106770"/>
                </a:cubicBezTo>
                <a:close/>
                <a:moveTo>
                  <a:pt x="5564949" y="1103416"/>
                </a:moveTo>
                <a:cubicBezTo>
                  <a:pt x="5565448" y="1102822"/>
                  <a:pt x="5566446" y="1102822"/>
                  <a:pt x="5568440" y="1104447"/>
                </a:cubicBezTo>
                <a:cubicBezTo>
                  <a:pt x="5564450" y="1109195"/>
                  <a:pt x="5564450" y="1115441"/>
                  <a:pt x="5558134" y="1120188"/>
                </a:cubicBezTo>
                <a:cubicBezTo>
                  <a:pt x="5555806" y="1116940"/>
                  <a:pt x="5549488" y="1112192"/>
                  <a:pt x="5553810" y="1109195"/>
                </a:cubicBezTo>
                <a:cubicBezTo>
                  <a:pt x="5555806" y="1110694"/>
                  <a:pt x="5560128" y="1109195"/>
                  <a:pt x="5564450" y="1105946"/>
                </a:cubicBezTo>
                <a:cubicBezTo>
                  <a:pt x="5564450" y="1105196"/>
                  <a:pt x="5564450" y="1104009"/>
                  <a:pt x="5564949" y="1103416"/>
                </a:cubicBezTo>
                <a:close/>
                <a:moveTo>
                  <a:pt x="5315888" y="1102716"/>
                </a:moveTo>
                <a:cubicBezTo>
                  <a:pt x="5305460" y="1107592"/>
                  <a:pt x="5309496" y="1114009"/>
                  <a:pt x="5301086" y="1120426"/>
                </a:cubicBezTo>
                <a:cubicBezTo>
                  <a:pt x="5311852" y="1123762"/>
                  <a:pt x="5322280" y="1109133"/>
                  <a:pt x="5315888" y="1102716"/>
                </a:cubicBezTo>
                <a:close/>
                <a:moveTo>
                  <a:pt x="4301240" y="1094408"/>
                </a:moveTo>
                <a:cubicBezTo>
                  <a:pt x="4311977" y="1102404"/>
                  <a:pt x="4301240" y="1107151"/>
                  <a:pt x="4294864" y="1113398"/>
                </a:cubicBezTo>
                <a:cubicBezTo>
                  <a:pt x="4288490" y="1110150"/>
                  <a:pt x="4301240" y="1100654"/>
                  <a:pt x="4288490" y="1102404"/>
                </a:cubicBezTo>
                <a:cubicBezTo>
                  <a:pt x="4284128" y="1097656"/>
                  <a:pt x="4299226" y="1099155"/>
                  <a:pt x="4301240" y="1094408"/>
                </a:cubicBezTo>
                <a:close/>
                <a:moveTo>
                  <a:pt x="1033036" y="1093234"/>
                </a:moveTo>
                <a:cubicBezTo>
                  <a:pt x="1022270" y="1099649"/>
                  <a:pt x="1013859" y="1104525"/>
                  <a:pt x="1015878" y="1110940"/>
                </a:cubicBezTo>
                <a:cubicBezTo>
                  <a:pt x="1022270" y="1110940"/>
                  <a:pt x="1035054" y="1099649"/>
                  <a:pt x="1033036" y="1093234"/>
                </a:cubicBezTo>
                <a:close/>
                <a:moveTo>
                  <a:pt x="5254326" y="1086289"/>
                </a:moveTo>
                <a:cubicBezTo>
                  <a:pt x="5249953" y="1091166"/>
                  <a:pt x="5241543" y="1096042"/>
                  <a:pt x="5237170" y="1102716"/>
                </a:cubicBezTo>
                <a:cubicBezTo>
                  <a:pt x="5237170" y="1102716"/>
                  <a:pt x="5237170" y="1102716"/>
                  <a:pt x="5245916" y="1112212"/>
                </a:cubicBezTo>
                <a:cubicBezTo>
                  <a:pt x="5252308" y="1109133"/>
                  <a:pt x="5256344" y="1109133"/>
                  <a:pt x="5258700" y="1112212"/>
                </a:cubicBezTo>
                <a:cubicBezTo>
                  <a:pt x="5258700" y="1104255"/>
                  <a:pt x="5254326" y="1094502"/>
                  <a:pt x="5254326" y="1086289"/>
                </a:cubicBezTo>
                <a:close/>
                <a:moveTo>
                  <a:pt x="4491274" y="1086140"/>
                </a:moveTo>
                <a:lnTo>
                  <a:pt x="4491246" y="1086238"/>
                </a:lnTo>
                <a:lnTo>
                  <a:pt x="4491164" y="1086236"/>
                </a:lnTo>
                <a:close/>
                <a:moveTo>
                  <a:pt x="1007467" y="1085022"/>
                </a:moveTo>
                <a:lnTo>
                  <a:pt x="992663" y="1094774"/>
                </a:lnTo>
                <a:cubicBezTo>
                  <a:pt x="996701" y="1104525"/>
                  <a:pt x="1018232" y="1091438"/>
                  <a:pt x="1007467" y="1085022"/>
                </a:cubicBezTo>
                <a:close/>
                <a:moveTo>
                  <a:pt x="5137490" y="1083090"/>
                </a:moveTo>
                <a:cubicBezTo>
                  <a:pt x="5148616" y="1086108"/>
                  <a:pt x="5142010" y="1100443"/>
                  <a:pt x="5144096" y="1110001"/>
                </a:cubicBezTo>
                <a:cubicBezTo>
                  <a:pt x="5137490" y="1105222"/>
                  <a:pt x="5137490" y="1105222"/>
                  <a:pt x="5126712" y="1100443"/>
                </a:cubicBezTo>
                <a:cubicBezTo>
                  <a:pt x="5130885" y="1090887"/>
                  <a:pt x="5142010" y="1092647"/>
                  <a:pt x="5137490" y="1083090"/>
                </a:cubicBezTo>
                <a:close/>
                <a:moveTo>
                  <a:pt x="5335063" y="1078332"/>
                </a:moveTo>
                <a:cubicBezTo>
                  <a:pt x="5331026" y="1081412"/>
                  <a:pt x="5326653" y="1083209"/>
                  <a:pt x="5324634" y="1081412"/>
                </a:cubicBezTo>
                <a:cubicBezTo>
                  <a:pt x="5320262" y="1092962"/>
                  <a:pt x="5315888" y="1097838"/>
                  <a:pt x="5324634" y="1107592"/>
                </a:cubicBezTo>
                <a:cubicBezTo>
                  <a:pt x="5320262" y="1097838"/>
                  <a:pt x="5339437" y="1089626"/>
                  <a:pt x="5335063" y="1078332"/>
                </a:cubicBezTo>
                <a:close/>
                <a:moveTo>
                  <a:pt x="4493388" y="1078332"/>
                </a:moveTo>
                <a:cubicBezTo>
                  <a:pt x="4498602" y="1079872"/>
                  <a:pt x="4495910" y="1082310"/>
                  <a:pt x="4493514" y="1084139"/>
                </a:cubicBezTo>
                <a:lnTo>
                  <a:pt x="4491274" y="1086140"/>
                </a:lnTo>
                <a:close/>
                <a:moveTo>
                  <a:pt x="4358357" y="1069509"/>
                </a:moveTo>
                <a:cubicBezTo>
                  <a:pt x="4366872" y="1077808"/>
                  <a:pt x="4346238" y="1084292"/>
                  <a:pt x="4348204" y="1094148"/>
                </a:cubicBezTo>
                <a:cubicBezTo>
                  <a:pt x="4341981" y="1085849"/>
                  <a:pt x="4356392" y="1072881"/>
                  <a:pt x="4358357" y="1069509"/>
                </a:cubicBezTo>
                <a:close/>
                <a:moveTo>
                  <a:pt x="1215720" y="1068856"/>
                </a:moveTo>
                <a:cubicBezTo>
                  <a:pt x="1209327" y="1075271"/>
                  <a:pt x="1190487" y="1080147"/>
                  <a:pt x="1192505" y="1085022"/>
                </a:cubicBezTo>
                <a:cubicBezTo>
                  <a:pt x="1202935" y="1085022"/>
                  <a:pt x="1213700" y="1075271"/>
                  <a:pt x="1215720" y="1068856"/>
                </a:cubicBezTo>
                <a:close/>
                <a:moveTo>
                  <a:pt x="5390233" y="1066782"/>
                </a:moveTo>
                <a:cubicBezTo>
                  <a:pt x="5362648" y="1073455"/>
                  <a:pt x="5365004" y="1102716"/>
                  <a:pt x="5365004" y="1112212"/>
                </a:cubicBezTo>
                <a:cubicBezTo>
                  <a:pt x="5358612" y="1105795"/>
                  <a:pt x="5352220" y="1109133"/>
                  <a:pt x="5347847" y="1121966"/>
                </a:cubicBezTo>
                <a:cubicBezTo>
                  <a:pt x="5352220" y="1123762"/>
                  <a:pt x="5356257" y="1123762"/>
                  <a:pt x="5362648" y="1120426"/>
                </a:cubicBezTo>
                <a:cubicBezTo>
                  <a:pt x="5354238" y="1133516"/>
                  <a:pt x="5337082" y="1152766"/>
                  <a:pt x="5347847" y="1160979"/>
                </a:cubicBezTo>
                <a:cubicBezTo>
                  <a:pt x="5360630" y="1149685"/>
                  <a:pt x="5360630" y="1139932"/>
                  <a:pt x="5379805" y="1133516"/>
                </a:cubicBezTo>
                <a:cubicBezTo>
                  <a:pt x="5381823" y="1123762"/>
                  <a:pt x="5390233" y="1115549"/>
                  <a:pt x="5375432" y="1104255"/>
                </a:cubicBezTo>
                <a:cubicBezTo>
                  <a:pt x="5381823" y="1105795"/>
                  <a:pt x="5388215" y="1109133"/>
                  <a:pt x="5396625" y="1107592"/>
                </a:cubicBezTo>
                <a:cubicBezTo>
                  <a:pt x="5400998" y="1102716"/>
                  <a:pt x="5403016" y="1097838"/>
                  <a:pt x="5403016" y="1091166"/>
                </a:cubicBezTo>
                <a:cubicBezTo>
                  <a:pt x="5396625" y="1088086"/>
                  <a:pt x="5392588" y="1083209"/>
                  <a:pt x="5386196" y="1083209"/>
                </a:cubicBezTo>
                <a:cubicBezTo>
                  <a:pt x="5390233" y="1074995"/>
                  <a:pt x="5381823" y="1076535"/>
                  <a:pt x="5390233" y="1066782"/>
                </a:cubicBezTo>
                <a:close/>
                <a:moveTo>
                  <a:pt x="4628853" y="1066114"/>
                </a:moveTo>
                <a:cubicBezTo>
                  <a:pt x="4633303" y="1067890"/>
                  <a:pt x="4637411" y="1067890"/>
                  <a:pt x="4639808" y="1070934"/>
                </a:cubicBezTo>
                <a:cubicBezTo>
                  <a:pt x="4633303" y="1074232"/>
                  <a:pt x="4630907" y="1080573"/>
                  <a:pt x="4622348" y="1075754"/>
                </a:cubicBezTo>
                <a:cubicBezTo>
                  <a:pt x="4626800" y="1074232"/>
                  <a:pt x="4630907" y="1074232"/>
                  <a:pt x="4633303" y="1074232"/>
                </a:cubicBezTo>
                <a:cubicBezTo>
                  <a:pt x="4630907" y="1070934"/>
                  <a:pt x="4624744" y="1067890"/>
                  <a:pt x="4628853" y="1066114"/>
                </a:cubicBezTo>
                <a:close/>
                <a:moveTo>
                  <a:pt x="5062076" y="1054797"/>
                </a:moveTo>
                <a:cubicBezTo>
                  <a:pt x="5064075" y="1061693"/>
                  <a:pt x="5053742" y="1064876"/>
                  <a:pt x="5058075" y="1071508"/>
                </a:cubicBezTo>
                <a:cubicBezTo>
                  <a:pt x="5043074" y="1063285"/>
                  <a:pt x="5034740" y="1063285"/>
                  <a:pt x="5062076" y="1054797"/>
                </a:cubicBezTo>
                <a:close/>
                <a:moveTo>
                  <a:pt x="5231423" y="1051284"/>
                </a:moveTo>
                <a:lnTo>
                  <a:pt x="5228628" y="1059753"/>
                </a:lnTo>
                <a:lnTo>
                  <a:pt x="5232965" y="1062707"/>
                </a:lnTo>
                <a:cubicBezTo>
                  <a:pt x="5236666" y="1064151"/>
                  <a:pt x="5240366" y="1065370"/>
                  <a:pt x="5243562" y="1068579"/>
                </a:cubicBezTo>
                <a:cubicBezTo>
                  <a:pt x="5256344" y="1066782"/>
                  <a:pt x="5239525" y="1060365"/>
                  <a:pt x="5252308" y="1058826"/>
                </a:cubicBezTo>
                <a:cubicBezTo>
                  <a:pt x="5249953" y="1052409"/>
                  <a:pt x="5241543" y="1060365"/>
                  <a:pt x="5237170" y="1057286"/>
                </a:cubicBezTo>
                <a:close/>
                <a:moveTo>
                  <a:pt x="4380034" y="1046874"/>
                </a:moveTo>
                <a:cubicBezTo>
                  <a:pt x="4386162" y="1054893"/>
                  <a:pt x="4377776" y="1061619"/>
                  <a:pt x="4373907" y="1064723"/>
                </a:cubicBezTo>
                <a:cubicBezTo>
                  <a:pt x="4371650" y="1058256"/>
                  <a:pt x="4380034" y="1053341"/>
                  <a:pt x="4380034" y="1046874"/>
                </a:cubicBezTo>
                <a:close/>
                <a:moveTo>
                  <a:pt x="5347847" y="1044195"/>
                </a:moveTo>
                <a:cubicBezTo>
                  <a:pt x="5328672" y="1044195"/>
                  <a:pt x="5339437" y="1065242"/>
                  <a:pt x="5328672" y="1071659"/>
                </a:cubicBezTo>
                <a:cubicBezTo>
                  <a:pt x="5341456" y="1078332"/>
                  <a:pt x="5341456" y="1045735"/>
                  <a:pt x="5356257" y="1063702"/>
                </a:cubicBezTo>
                <a:cubicBezTo>
                  <a:pt x="5365004" y="1060365"/>
                  <a:pt x="5358612" y="1055488"/>
                  <a:pt x="5365004" y="1052409"/>
                </a:cubicBezTo>
                <a:cubicBezTo>
                  <a:pt x="5356257" y="1052409"/>
                  <a:pt x="5347847" y="1052409"/>
                  <a:pt x="5341456" y="1049072"/>
                </a:cubicBezTo>
                <a:close/>
                <a:moveTo>
                  <a:pt x="5237872" y="1037839"/>
                </a:moveTo>
                <a:lnTo>
                  <a:pt x="5236652" y="1039907"/>
                </a:lnTo>
                <a:lnTo>
                  <a:pt x="5238158" y="1038729"/>
                </a:lnTo>
                <a:close/>
                <a:moveTo>
                  <a:pt x="4633589" y="1037154"/>
                </a:moveTo>
                <a:cubicBezTo>
                  <a:pt x="4641946" y="1035557"/>
                  <a:pt x="4648298" y="1035557"/>
                  <a:pt x="4654650" y="1038752"/>
                </a:cubicBezTo>
                <a:cubicBezTo>
                  <a:pt x="4639940" y="1042214"/>
                  <a:pt x="4654650" y="1047273"/>
                  <a:pt x="4643952" y="1048871"/>
                </a:cubicBezTo>
                <a:cubicBezTo>
                  <a:pt x="4631249" y="1047273"/>
                  <a:pt x="4646292" y="1042214"/>
                  <a:pt x="4633589" y="1037154"/>
                </a:cubicBezTo>
                <a:close/>
                <a:moveTo>
                  <a:pt x="4592807" y="1034213"/>
                </a:moveTo>
                <a:cubicBezTo>
                  <a:pt x="4590480" y="1036069"/>
                  <a:pt x="4596797" y="1047741"/>
                  <a:pt x="4584162" y="1044293"/>
                </a:cubicBezTo>
                <a:cubicBezTo>
                  <a:pt x="4588486" y="1042701"/>
                  <a:pt x="4577846" y="1031030"/>
                  <a:pt x="4592807" y="1034213"/>
                </a:cubicBezTo>
                <a:close/>
                <a:moveTo>
                  <a:pt x="5336241" y="1031843"/>
                </a:moveTo>
                <a:cubicBezTo>
                  <a:pt x="5334138" y="1032453"/>
                  <a:pt x="5332036" y="1033672"/>
                  <a:pt x="5331026" y="1034442"/>
                </a:cubicBezTo>
                <a:cubicBezTo>
                  <a:pt x="5331026" y="1034442"/>
                  <a:pt x="5331026" y="1034442"/>
                  <a:pt x="5337082" y="1044195"/>
                </a:cubicBezTo>
                <a:cubicBezTo>
                  <a:pt x="5352220" y="1037779"/>
                  <a:pt x="5337082" y="1036239"/>
                  <a:pt x="5341456" y="1032902"/>
                </a:cubicBezTo>
                <a:cubicBezTo>
                  <a:pt x="5340446" y="1031233"/>
                  <a:pt x="5338344" y="1031233"/>
                  <a:pt x="5336241" y="1031843"/>
                </a:cubicBezTo>
                <a:close/>
                <a:moveTo>
                  <a:pt x="5819242" y="1029191"/>
                </a:moveTo>
                <a:cubicBezTo>
                  <a:pt x="5819242" y="1034119"/>
                  <a:pt x="5812890" y="1035934"/>
                  <a:pt x="5812890" y="1040603"/>
                </a:cubicBezTo>
                <a:cubicBezTo>
                  <a:pt x="5821248" y="1039046"/>
                  <a:pt x="5823588" y="1042418"/>
                  <a:pt x="5823588" y="1045530"/>
                </a:cubicBezTo>
                <a:cubicBezTo>
                  <a:pt x="5806538" y="1052274"/>
                  <a:pt x="5800187" y="1027635"/>
                  <a:pt x="5819242" y="1029191"/>
                </a:cubicBezTo>
                <a:close/>
                <a:moveTo>
                  <a:pt x="5684272" y="1023108"/>
                </a:moveTo>
                <a:cubicBezTo>
                  <a:pt x="5697483" y="1023108"/>
                  <a:pt x="5695397" y="1032772"/>
                  <a:pt x="5695397" y="1042436"/>
                </a:cubicBezTo>
                <a:cubicBezTo>
                  <a:pt x="5675580" y="1045488"/>
                  <a:pt x="5677665" y="1029465"/>
                  <a:pt x="5684272" y="1023108"/>
                </a:cubicBezTo>
                <a:close/>
                <a:moveTo>
                  <a:pt x="3468514" y="1018908"/>
                </a:moveTo>
                <a:cubicBezTo>
                  <a:pt x="3464003" y="1019907"/>
                  <a:pt x="3460155" y="1026643"/>
                  <a:pt x="3458389" y="1031647"/>
                </a:cubicBezTo>
                <a:cubicBezTo>
                  <a:pt x="3464782" y="1026515"/>
                  <a:pt x="3471173" y="1033187"/>
                  <a:pt x="3473192" y="1020099"/>
                </a:cubicBezTo>
                <a:cubicBezTo>
                  <a:pt x="3471595" y="1018881"/>
                  <a:pt x="3470017" y="1018576"/>
                  <a:pt x="3468514" y="1018908"/>
                </a:cubicBezTo>
                <a:close/>
                <a:moveTo>
                  <a:pt x="1632561" y="1003933"/>
                </a:moveTo>
                <a:cubicBezTo>
                  <a:pt x="1621796" y="1015223"/>
                  <a:pt x="1609011" y="1003933"/>
                  <a:pt x="1604974" y="1012144"/>
                </a:cubicBezTo>
                <a:cubicBezTo>
                  <a:pt x="1609011" y="1010348"/>
                  <a:pt x="1613385" y="1010348"/>
                  <a:pt x="1615403" y="1015223"/>
                </a:cubicBezTo>
                <a:cubicBezTo>
                  <a:pt x="1628188" y="1003933"/>
                  <a:pt x="1632561" y="1015223"/>
                  <a:pt x="1638954" y="1007269"/>
                </a:cubicBezTo>
                <a:cubicBezTo>
                  <a:pt x="1634580" y="1007269"/>
                  <a:pt x="1632561" y="1007269"/>
                  <a:pt x="1632561" y="1003933"/>
                </a:cubicBezTo>
                <a:close/>
                <a:moveTo>
                  <a:pt x="1747285" y="999057"/>
                </a:moveTo>
                <a:cubicBezTo>
                  <a:pt x="1738874" y="1000596"/>
                  <a:pt x="1732482" y="1003933"/>
                  <a:pt x="1730464" y="1007269"/>
                </a:cubicBezTo>
                <a:cubicBezTo>
                  <a:pt x="1732482" y="1012144"/>
                  <a:pt x="1736856" y="1015223"/>
                  <a:pt x="1743249" y="1015223"/>
                </a:cubicBezTo>
                <a:cubicBezTo>
                  <a:pt x="1740893" y="1008809"/>
                  <a:pt x="1753678" y="1005472"/>
                  <a:pt x="1747285" y="999057"/>
                </a:cubicBezTo>
                <a:close/>
                <a:moveTo>
                  <a:pt x="5026828" y="998209"/>
                </a:moveTo>
                <a:cubicBezTo>
                  <a:pt x="5018588" y="1006375"/>
                  <a:pt x="5043311" y="1017604"/>
                  <a:pt x="5030785" y="1023984"/>
                </a:cubicBezTo>
                <a:cubicBezTo>
                  <a:pt x="5026828" y="1022452"/>
                  <a:pt x="5024851" y="1019135"/>
                  <a:pt x="5020566" y="1022452"/>
                </a:cubicBezTo>
                <a:cubicBezTo>
                  <a:pt x="5008038" y="1014286"/>
                  <a:pt x="5014302" y="999740"/>
                  <a:pt x="5026828" y="998209"/>
                </a:cubicBezTo>
                <a:close/>
                <a:moveTo>
                  <a:pt x="5301444" y="997077"/>
                </a:moveTo>
                <a:cubicBezTo>
                  <a:pt x="5305866" y="1000129"/>
                  <a:pt x="5280008" y="1027596"/>
                  <a:pt x="5286473" y="1037260"/>
                </a:cubicBezTo>
                <a:cubicBezTo>
                  <a:pt x="5269122" y="1042093"/>
                  <a:pt x="5294979" y="1001909"/>
                  <a:pt x="5301444" y="997077"/>
                </a:cubicBezTo>
                <a:close/>
                <a:moveTo>
                  <a:pt x="3285125" y="995464"/>
                </a:moveTo>
                <a:cubicBezTo>
                  <a:pt x="3283528" y="994630"/>
                  <a:pt x="3281930" y="994182"/>
                  <a:pt x="3279743" y="995721"/>
                </a:cubicBezTo>
                <a:cubicBezTo>
                  <a:pt x="3277724" y="1007269"/>
                  <a:pt x="3288490" y="1003933"/>
                  <a:pt x="3290508" y="997517"/>
                </a:cubicBezTo>
                <a:cubicBezTo>
                  <a:pt x="3288322" y="997517"/>
                  <a:pt x="3286723" y="996298"/>
                  <a:pt x="3285125" y="995464"/>
                </a:cubicBezTo>
                <a:close/>
                <a:moveTo>
                  <a:pt x="1785639" y="991102"/>
                </a:moveTo>
                <a:cubicBezTo>
                  <a:pt x="1787658" y="997517"/>
                  <a:pt x="1770836" y="999057"/>
                  <a:pt x="1772854" y="1005472"/>
                </a:cubicBezTo>
                <a:cubicBezTo>
                  <a:pt x="1779247" y="1005472"/>
                  <a:pt x="1781265" y="1007269"/>
                  <a:pt x="1783284" y="1008809"/>
                </a:cubicBezTo>
                <a:cubicBezTo>
                  <a:pt x="1796405" y="1007269"/>
                  <a:pt x="1792031" y="1002393"/>
                  <a:pt x="1802797" y="1000596"/>
                </a:cubicBezTo>
                <a:cubicBezTo>
                  <a:pt x="1802797" y="992642"/>
                  <a:pt x="1787658" y="1000596"/>
                  <a:pt x="1785639" y="994182"/>
                </a:cubicBezTo>
                <a:cubicBezTo>
                  <a:pt x="1787658" y="992642"/>
                  <a:pt x="1789676" y="991102"/>
                  <a:pt x="1785639" y="991102"/>
                </a:cubicBezTo>
                <a:close/>
                <a:moveTo>
                  <a:pt x="1828029" y="989306"/>
                </a:moveTo>
                <a:cubicBezTo>
                  <a:pt x="1819619" y="986226"/>
                  <a:pt x="1800442" y="992642"/>
                  <a:pt x="1806834" y="1000596"/>
                </a:cubicBezTo>
                <a:cubicBezTo>
                  <a:pt x="1817600" y="997517"/>
                  <a:pt x="1830385" y="995721"/>
                  <a:pt x="1828029" y="989306"/>
                </a:cubicBezTo>
                <a:close/>
                <a:moveTo>
                  <a:pt x="5683009" y="986891"/>
                </a:moveTo>
                <a:cubicBezTo>
                  <a:pt x="5710846" y="991740"/>
                  <a:pt x="5683009" y="1002968"/>
                  <a:pt x="5693742" y="1012666"/>
                </a:cubicBezTo>
                <a:cubicBezTo>
                  <a:pt x="5678984" y="1012666"/>
                  <a:pt x="5678984" y="1012666"/>
                  <a:pt x="5678984" y="1012666"/>
                </a:cubicBezTo>
                <a:cubicBezTo>
                  <a:pt x="5680998" y="1006286"/>
                  <a:pt x="5672612" y="990209"/>
                  <a:pt x="5683009" y="986891"/>
                </a:cubicBezTo>
                <a:close/>
                <a:moveTo>
                  <a:pt x="4372879" y="986891"/>
                </a:moveTo>
                <a:cubicBezTo>
                  <a:pt x="4381694" y="1004132"/>
                  <a:pt x="4353892" y="999385"/>
                  <a:pt x="4338633" y="1005881"/>
                </a:cubicBezTo>
                <a:cubicBezTo>
                  <a:pt x="4334564" y="994637"/>
                  <a:pt x="4362368" y="993138"/>
                  <a:pt x="4372879" y="986891"/>
                </a:cubicBezTo>
                <a:close/>
                <a:moveTo>
                  <a:pt x="3581645" y="983496"/>
                </a:moveTo>
                <a:cubicBezTo>
                  <a:pt x="3583622" y="991853"/>
                  <a:pt x="3573073" y="990286"/>
                  <a:pt x="3569118" y="993420"/>
                </a:cubicBezTo>
                <a:cubicBezTo>
                  <a:pt x="3569118" y="985324"/>
                  <a:pt x="3575381" y="986891"/>
                  <a:pt x="3581645" y="983496"/>
                </a:cubicBezTo>
                <a:close/>
                <a:moveTo>
                  <a:pt x="4531402" y="982595"/>
                </a:moveTo>
                <a:cubicBezTo>
                  <a:pt x="4542166" y="992348"/>
                  <a:pt x="4512226" y="1005182"/>
                  <a:pt x="4533756" y="1011855"/>
                </a:cubicBezTo>
                <a:cubicBezTo>
                  <a:pt x="4520972" y="1014935"/>
                  <a:pt x="4518617" y="1021352"/>
                  <a:pt x="4522990" y="1026229"/>
                </a:cubicBezTo>
                <a:cubicBezTo>
                  <a:pt x="4514580" y="1028025"/>
                  <a:pt x="4518617" y="1036239"/>
                  <a:pt x="4510208" y="1031362"/>
                </a:cubicBezTo>
                <a:cubicBezTo>
                  <a:pt x="4520972" y="1016732"/>
                  <a:pt x="4518617" y="1000305"/>
                  <a:pt x="4531402" y="982595"/>
                </a:cubicBezTo>
                <a:close/>
                <a:moveTo>
                  <a:pt x="3432300" y="982364"/>
                </a:moveTo>
                <a:cubicBezTo>
                  <a:pt x="3432300" y="990046"/>
                  <a:pt x="3428193" y="988366"/>
                  <a:pt x="3425796" y="990046"/>
                </a:cubicBezTo>
                <a:cubicBezTo>
                  <a:pt x="3423742" y="982364"/>
                  <a:pt x="3428193" y="983804"/>
                  <a:pt x="3432300" y="982364"/>
                </a:cubicBezTo>
                <a:close/>
                <a:moveTo>
                  <a:pt x="3447159" y="980797"/>
                </a:moveTo>
                <a:cubicBezTo>
                  <a:pt x="3444934" y="983931"/>
                  <a:pt x="3447159" y="992288"/>
                  <a:pt x="3443026" y="992288"/>
                </a:cubicBezTo>
                <a:cubicBezTo>
                  <a:pt x="3443026" y="985759"/>
                  <a:pt x="3443026" y="978969"/>
                  <a:pt x="3447159" y="980797"/>
                </a:cubicBezTo>
                <a:close/>
                <a:moveTo>
                  <a:pt x="5798363" y="977837"/>
                </a:moveTo>
                <a:cubicBezTo>
                  <a:pt x="5793944" y="993920"/>
                  <a:pt x="5793944" y="1016640"/>
                  <a:pt x="5793944" y="1045488"/>
                </a:cubicBezTo>
                <a:cubicBezTo>
                  <a:pt x="5789864" y="1043955"/>
                  <a:pt x="5766068" y="984219"/>
                  <a:pt x="5798363" y="977837"/>
                </a:cubicBezTo>
                <a:close/>
                <a:moveTo>
                  <a:pt x="5300944" y="975574"/>
                </a:moveTo>
                <a:cubicBezTo>
                  <a:pt x="5312071" y="978683"/>
                  <a:pt x="5309637" y="982051"/>
                  <a:pt x="5316244" y="990340"/>
                </a:cubicBezTo>
                <a:cubicBezTo>
                  <a:pt x="5300944" y="996817"/>
                  <a:pt x="5294339" y="983605"/>
                  <a:pt x="5300944" y="975574"/>
                </a:cubicBezTo>
                <a:close/>
                <a:moveTo>
                  <a:pt x="5021807" y="974442"/>
                </a:moveTo>
                <a:cubicBezTo>
                  <a:pt x="5024146" y="980939"/>
                  <a:pt x="5038856" y="988684"/>
                  <a:pt x="5026153" y="993432"/>
                </a:cubicBezTo>
                <a:cubicBezTo>
                  <a:pt x="5015456" y="987185"/>
                  <a:pt x="5024146" y="980939"/>
                  <a:pt x="5021807" y="974442"/>
                </a:cubicBezTo>
                <a:close/>
                <a:moveTo>
                  <a:pt x="3156155" y="974118"/>
                </a:moveTo>
                <a:cubicBezTo>
                  <a:pt x="3156860" y="974454"/>
                  <a:pt x="3157617" y="975577"/>
                  <a:pt x="3158626" y="978015"/>
                </a:cubicBezTo>
                <a:lnTo>
                  <a:pt x="3156088" y="974143"/>
                </a:lnTo>
                <a:close/>
                <a:moveTo>
                  <a:pt x="5361613" y="972545"/>
                </a:moveTo>
                <a:cubicBezTo>
                  <a:pt x="5358170" y="971350"/>
                  <a:pt x="5354154" y="971237"/>
                  <a:pt x="5349866" y="972841"/>
                </a:cubicBezTo>
                <a:cubicBezTo>
                  <a:pt x="5360630" y="977718"/>
                  <a:pt x="5367022" y="985932"/>
                  <a:pt x="5352220" y="984135"/>
                </a:cubicBezTo>
                <a:cubicBezTo>
                  <a:pt x="5354238" y="989012"/>
                  <a:pt x="5358612" y="995429"/>
                  <a:pt x="5369040" y="995429"/>
                </a:cubicBezTo>
                <a:cubicBezTo>
                  <a:pt x="5377114" y="989461"/>
                  <a:pt x="5371942" y="976130"/>
                  <a:pt x="5361613" y="972545"/>
                </a:cubicBezTo>
                <a:close/>
                <a:moveTo>
                  <a:pt x="3534998" y="971047"/>
                </a:moveTo>
                <a:cubicBezTo>
                  <a:pt x="3537052" y="974045"/>
                  <a:pt x="3541503" y="971047"/>
                  <a:pt x="3543557" y="980541"/>
                </a:cubicBezTo>
                <a:cubicBezTo>
                  <a:pt x="3534998" y="980541"/>
                  <a:pt x="3534998" y="990036"/>
                  <a:pt x="3528495" y="983540"/>
                </a:cubicBezTo>
                <a:cubicBezTo>
                  <a:pt x="3526098" y="974045"/>
                  <a:pt x="3539106" y="983540"/>
                  <a:pt x="3534998" y="971047"/>
                </a:cubicBezTo>
                <a:close/>
                <a:moveTo>
                  <a:pt x="3127591" y="970445"/>
                </a:moveTo>
                <a:cubicBezTo>
                  <a:pt x="3122544" y="970253"/>
                  <a:pt x="3117246" y="971471"/>
                  <a:pt x="3111862" y="974679"/>
                </a:cubicBezTo>
                <a:cubicBezTo>
                  <a:pt x="3122628" y="979555"/>
                  <a:pt x="3131039" y="978015"/>
                  <a:pt x="3141804" y="974679"/>
                </a:cubicBezTo>
                <a:cubicBezTo>
                  <a:pt x="3137432" y="972241"/>
                  <a:pt x="3132637" y="970638"/>
                  <a:pt x="3127591" y="970445"/>
                </a:cubicBezTo>
                <a:close/>
                <a:moveTo>
                  <a:pt x="1842623" y="966082"/>
                </a:moveTo>
                <a:cubicBezTo>
                  <a:pt x="1838123" y="965890"/>
                  <a:pt x="1834422" y="967494"/>
                  <a:pt x="1834422" y="973139"/>
                </a:cubicBezTo>
                <a:cubicBezTo>
                  <a:pt x="1838795" y="971599"/>
                  <a:pt x="1857973" y="974679"/>
                  <a:pt x="1855617" y="969804"/>
                </a:cubicBezTo>
                <a:cubicBezTo>
                  <a:pt x="1852421" y="968264"/>
                  <a:pt x="1847123" y="966275"/>
                  <a:pt x="1842623" y="966082"/>
                </a:cubicBezTo>
                <a:close/>
                <a:moveTo>
                  <a:pt x="3386642" y="964169"/>
                </a:moveTo>
                <a:cubicBezTo>
                  <a:pt x="3389081" y="965214"/>
                  <a:pt x="3391221" y="967303"/>
                  <a:pt x="3392248" y="968087"/>
                </a:cubicBezTo>
                <a:cubicBezTo>
                  <a:pt x="3390194" y="976444"/>
                  <a:pt x="3388140" y="963124"/>
                  <a:pt x="3379239" y="966520"/>
                </a:cubicBezTo>
                <a:cubicBezTo>
                  <a:pt x="3381465" y="963124"/>
                  <a:pt x="3384203" y="963124"/>
                  <a:pt x="3386642" y="964169"/>
                </a:cubicBezTo>
                <a:close/>
                <a:moveTo>
                  <a:pt x="5193001" y="963124"/>
                </a:moveTo>
                <a:cubicBezTo>
                  <a:pt x="5195035" y="966519"/>
                  <a:pt x="5199443" y="968086"/>
                  <a:pt x="5203512" y="969653"/>
                </a:cubicBezTo>
                <a:cubicBezTo>
                  <a:pt x="5199443" y="971482"/>
                  <a:pt x="5197070" y="974616"/>
                  <a:pt x="5197070" y="976444"/>
                </a:cubicBezTo>
                <a:cubicBezTo>
                  <a:pt x="5195035" y="971482"/>
                  <a:pt x="5180116" y="966519"/>
                  <a:pt x="5193001" y="963124"/>
                </a:cubicBezTo>
                <a:close/>
                <a:moveTo>
                  <a:pt x="1221997" y="963124"/>
                </a:moveTo>
                <a:cubicBezTo>
                  <a:pt x="1219936" y="971415"/>
                  <a:pt x="1198294" y="976337"/>
                  <a:pt x="1193828" y="984368"/>
                </a:cubicBezTo>
                <a:cubicBezTo>
                  <a:pt x="1189706" y="974524"/>
                  <a:pt x="1211348" y="966492"/>
                  <a:pt x="1221997" y="963124"/>
                </a:cubicBezTo>
                <a:close/>
                <a:moveTo>
                  <a:pt x="3236916" y="961251"/>
                </a:moveTo>
                <a:cubicBezTo>
                  <a:pt x="3233462" y="958688"/>
                  <a:pt x="3223053" y="967494"/>
                  <a:pt x="3224567" y="969804"/>
                </a:cubicBezTo>
                <a:cubicBezTo>
                  <a:pt x="3228941" y="963388"/>
                  <a:pt x="3232978" y="968264"/>
                  <a:pt x="3237352" y="968264"/>
                </a:cubicBezTo>
                <a:cubicBezTo>
                  <a:pt x="3238445" y="964222"/>
                  <a:pt x="3238067" y="962105"/>
                  <a:pt x="3236916" y="961251"/>
                </a:cubicBezTo>
                <a:close/>
                <a:moveTo>
                  <a:pt x="4886398" y="959378"/>
                </a:moveTo>
                <a:cubicBezTo>
                  <a:pt x="4892662" y="956334"/>
                  <a:pt x="4896617" y="956334"/>
                  <a:pt x="4900902" y="959378"/>
                </a:cubicBezTo>
                <a:cubicBezTo>
                  <a:pt x="4896617" y="961153"/>
                  <a:pt x="4896617" y="970793"/>
                  <a:pt x="4890354" y="967495"/>
                </a:cubicBezTo>
                <a:cubicBezTo>
                  <a:pt x="4894639" y="962675"/>
                  <a:pt x="4892662" y="959378"/>
                  <a:pt x="4886398" y="959378"/>
                </a:cubicBezTo>
                <a:close/>
                <a:moveTo>
                  <a:pt x="3596458" y="958597"/>
                </a:moveTo>
                <a:cubicBezTo>
                  <a:pt x="3598454" y="976450"/>
                  <a:pt x="3590140" y="968288"/>
                  <a:pt x="3579501" y="969819"/>
                </a:cubicBezTo>
                <a:cubicBezTo>
                  <a:pt x="3581829" y="961912"/>
                  <a:pt x="3594463" y="964973"/>
                  <a:pt x="3596458" y="958597"/>
                </a:cubicBezTo>
                <a:close/>
                <a:moveTo>
                  <a:pt x="3630200" y="956219"/>
                </a:moveTo>
                <a:cubicBezTo>
                  <a:pt x="3632616" y="956036"/>
                  <a:pt x="3634890" y="956833"/>
                  <a:pt x="3637015" y="959640"/>
                </a:cubicBezTo>
                <a:cubicBezTo>
                  <a:pt x="3630556" y="966275"/>
                  <a:pt x="3619677" y="974187"/>
                  <a:pt x="3607100" y="967807"/>
                </a:cubicBezTo>
                <a:cubicBezTo>
                  <a:pt x="3607100" y="964489"/>
                  <a:pt x="3607100" y="961427"/>
                  <a:pt x="3604720" y="956577"/>
                </a:cubicBezTo>
                <a:cubicBezTo>
                  <a:pt x="3614408" y="966148"/>
                  <a:pt x="3622950" y="956769"/>
                  <a:pt x="3630200" y="956219"/>
                </a:cubicBezTo>
                <a:close/>
                <a:moveTo>
                  <a:pt x="2984900" y="955465"/>
                </a:moveTo>
                <a:cubicBezTo>
                  <a:pt x="2981158" y="956074"/>
                  <a:pt x="2977961" y="958512"/>
                  <a:pt x="2977961" y="963388"/>
                </a:cubicBezTo>
                <a:cubicBezTo>
                  <a:pt x="2984353" y="961848"/>
                  <a:pt x="2995119" y="968264"/>
                  <a:pt x="2995119" y="958512"/>
                </a:cubicBezTo>
                <a:cubicBezTo>
                  <a:pt x="2992932" y="956074"/>
                  <a:pt x="2988643" y="954856"/>
                  <a:pt x="2984900" y="955465"/>
                </a:cubicBezTo>
                <a:close/>
                <a:moveTo>
                  <a:pt x="1642343" y="955202"/>
                </a:moveTo>
                <a:cubicBezTo>
                  <a:pt x="1646273" y="963560"/>
                  <a:pt x="1646273" y="963560"/>
                  <a:pt x="1646273" y="963560"/>
                </a:cubicBezTo>
                <a:cubicBezTo>
                  <a:pt x="1633828" y="971917"/>
                  <a:pt x="1636120" y="955202"/>
                  <a:pt x="1623675" y="961993"/>
                </a:cubicBezTo>
                <a:cubicBezTo>
                  <a:pt x="1621382" y="957030"/>
                  <a:pt x="1640050" y="955202"/>
                  <a:pt x="1642343" y="955202"/>
                </a:cubicBezTo>
                <a:close/>
                <a:moveTo>
                  <a:pt x="1555866" y="955202"/>
                </a:moveTo>
                <a:cubicBezTo>
                  <a:pt x="1560226" y="969793"/>
                  <a:pt x="1534738" y="964929"/>
                  <a:pt x="1524341" y="976449"/>
                </a:cubicBezTo>
                <a:cubicBezTo>
                  <a:pt x="1521993" y="966722"/>
                  <a:pt x="1549494" y="963394"/>
                  <a:pt x="1555866" y="955202"/>
                </a:cubicBezTo>
                <a:close/>
                <a:moveTo>
                  <a:pt x="3436062" y="954046"/>
                </a:moveTo>
                <a:cubicBezTo>
                  <a:pt x="3437918" y="954489"/>
                  <a:pt x="3440060" y="956138"/>
                  <a:pt x="3441213" y="956138"/>
                </a:cubicBezTo>
                <a:cubicBezTo>
                  <a:pt x="3438906" y="964002"/>
                  <a:pt x="3434951" y="954362"/>
                  <a:pt x="3432642" y="959182"/>
                </a:cubicBezTo>
                <a:cubicBezTo>
                  <a:pt x="3432642" y="954363"/>
                  <a:pt x="3434209" y="953602"/>
                  <a:pt x="3436062" y="954046"/>
                </a:cubicBezTo>
                <a:close/>
                <a:moveTo>
                  <a:pt x="2028040" y="952289"/>
                </a:moveTo>
                <a:cubicBezTo>
                  <a:pt x="2019545" y="953316"/>
                  <a:pt x="2011050" y="956972"/>
                  <a:pt x="2011050" y="961848"/>
                </a:cubicBezTo>
                <a:cubicBezTo>
                  <a:pt x="2025853" y="961848"/>
                  <a:pt x="2027872" y="956972"/>
                  <a:pt x="2045030" y="958512"/>
                </a:cubicBezTo>
                <a:cubicBezTo>
                  <a:pt x="2045030" y="952867"/>
                  <a:pt x="2036535" y="951263"/>
                  <a:pt x="2028040" y="952289"/>
                </a:cubicBezTo>
                <a:close/>
                <a:moveTo>
                  <a:pt x="5856121" y="951807"/>
                </a:moveTo>
                <a:cubicBezTo>
                  <a:pt x="5885891" y="951807"/>
                  <a:pt x="5858462" y="959838"/>
                  <a:pt x="5862476" y="971497"/>
                </a:cubicBezTo>
                <a:cubicBezTo>
                  <a:pt x="5852106" y="973051"/>
                  <a:pt x="5860469" y="958283"/>
                  <a:pt x="5856121" y="951807"/>
                </a:cubicBezTo>
                <a:close/>
                <a:moveTo>
                  <a:pt x="3535824" y="949543"/>
                </a:moveTo>
                <a:cubicBezTo>
                  <a:pt x="3535824" y="954389"/>
                  <a:pt x="3533845" y="959235"/>
                  <a:pt x="3537801" y="961020"/>
                </a:cubicBezTo>
                <a:cubicBezTo>
                  <a:pt x="3542086" y="967396"/>
                  <a:pt x="3531538" y="957705"/>
                  <a:pt x="3529560" y="961020"/>
                </a:cubicBezTo>
                <a:cubicBezTo>
                  <a:pt x="3527582" y="952858"/>
                  <a:pt x="3533845" y="951328"/>
                  <a:pt x="3535824" y="949543"/>
                </a:cubicBezTo>
                <a:close/>
                <a:moveTo>
                  <a:pt x="4384924" y="947280"/>
                </a:moveTo>
                <a:cubicBezTo>
                  <a:pt x="4387251" y="952194"/>
                  <a:pt x="4393568" y="957109"/>
                  <a:pt x="4389246" y="963577"/>
                </a:cubicBezTo>
                <a:cubicBezTo>
                  <a:pt x="4384924" y="963577"/>
                  <a:pt x="4380934" y="963577"/>
                  <a:pt x="4376612" y="965129"/>
                </a:cubicBezTo>
                <a:cubicBezTo>
                  <a:pt x="4374616" y="957109"/>
                  <a:pt x="4378606" y="950384"/>
                  <a:pt x="4384924" y="947280"/>
                </a:cubicBezTo>
                <a:close/>
                <a:moveTo>
                  <a:pt x="3299088" y="944238"/>
                </a:moveTo>
                <a:cubicBezTo>
                  <a:pt x="3295891" y="943629"/>
                  <a:pt x="3292695" y="944014"/>
                  <a:pt x="3290508" y="947221"/>
                </a:cubicBezTo>
                <a:cubicBezTo>
                  <a:pt x="3294882" y="947221"/>
                  <a:pt x="3303293" y="955177"/>
                  <a:pt x="3307667" y="947221"/>
                </a:cubicBezTo>
                <a:cubicBezTo>
                  <a:pt x="3305480" y="946452"/>
                  <a:pt x="3302284" y="944848"/>
                  <a:pt x="3299088" y="944238"/>
                </a:cubicBezTo>
                <a:close/>
                <a:moveTo>
                  <a:pt x="2112989" y="943885"/>
                </a:moveTo>
                <a:cubicBezTo>
                  <a:pt x="2102223" y="940806"/>
                  <a:pt x="2076990" y="945682"/>
                  <a:pt x="2076990" y="955177"/>
                </a:cubicBezTo>
                <a:cubicBezTo>
                  <a:pt x="2091794" y="950301"/>
                  <a:pt x="2098186" y="955177"/>
                  <a:pt x="2110970" y="952097"/>
                </a:cubicBezTo>
                <a:cubicBezTo>
                  <a:pt x="2108616" y="948761"/>
                  <a:pt x="2115008" y="947221"/>
                  <a:pt x="2112989" y="943885"/>
                </a:cubicBezTo>
                <a:close/>
                <a:moveTo>
                  <a:pt x="1726090" y="943885"/>
                </a:moveTo>
                <a:cubicBezTo>
                  <a:pt x="1719698" y="942345"/>
                  <a:pt x="1711287" y="945682"/>
                  <a:pt x="1706914" y="950301"/>
                </a:cubicBezTo>
                <a:cubicBezTo>
                  <a:pt x="1708932" y="961848"/>
                  <a:pt x="1732482" y="952097"/>
                  <a:pt x="1726090" y="943885"/>
                </a:cubicBezTo>
                <a:close/>
                <a:moveTo>
                  <a:pt x="3216156" y="942345"/>
                </a:moveTo>
                <a:cubicBezTo>
                  <a:pt x="3222548" y="940806"/>
                  <a:pt x="3209764" y="952097"/>
                  <a:pt x="3216156" y="953637"/>
                </a:cubicBezTo>
                <a:cubicBezTo>
                  <a:pt x="3220194" y="945682"/>
                  <a:pt x="3232978" y="955177"/>
                  <a:pt x="3232978" y="943885"/>
                </a:cubicBezTo>
                <a:cubicBezTo>
                  <a:pt x="3228941" y="943885"/>
                  <a:pt x="3220194" y="940806"/>
                  <a:pt x="3216156" y="942345"/>
                </a:cubicBezTo>
                <a:close/>
                <a:moveTo>
                  <a:pt x="3576204" y="939024"/>
                </a:moveTo>
                <a:cubicBezTo>
                  <a:pt x="3571919" y="953571"/>
                  <a:pt x="3551151" y="940811"/>
                  <a:pt x="3549174" y="961738"/>
                </a:cubicBezTo>
                <a:cubicBezTo>
                  <a:pt x="3547196" y="955102"/>
                  <a:pt x="3542910" y="958420"/>
                  <a:pt x="3540932" y="950253"/>
                </a:cubicBezTo>
                <a:cubicBezTo>
                  <a:pt x="3553459" y="953571"/>
                  <a:pt x="3551151" y="937493"/>
                  <a:pt x="3561700" y="945660"/>
                </a:cubicBezTo>
                <a:cubicBezTo>
                  <a:pt x="3561700" y="935962"/>
                  <a:pt x="3571919" y="940811"/>
                  <a:pt x="3576204" y="939024"/>
                </a:cubicBezTo>
                <a:close/>
                <a:moveTo>
                  <a:pt x="2498122" y="938689"/>
                </a:moveTo>
                <a:cubicBezTo>
                  <a:pt x="2493580" y="939459"/>
                  <a:pt x="2489290" y="941447"/>
                  <a:pt x="2487104" y="943885"/>
                </a:cubicBezTo>
                <a:cubicBezTo>
                  <a:pt x="2489122" y="947221"/>
                  <a:pt x="2514692" y="950301"/>
                  <a:pt x="2510655" y="940806"/>
                </a:cubicBezTo>
                <a:cubicBezTo>
                  <a:pt x="2507459" y="938368"/>
                  <a:pt x="2502664" y="937919"/>
                  <a:pt x="2498122" y="938689"/>
                </a:cubicBezTo>
                <a:close/>
                <a:moveTo>
                  <a:pt x="5715257" y="935962"/>
                </a:moveTo>
                <a:cubicBezTo>
                  <a:pt x="5739027" y="942325"/>
                  <a:pt x="5732574" y="971339"/>
                  <a:pt x="5739027" y="988900"/>
                </a:cubicBezTo>
                <a:cubicBezTo>
                  <a:pt x="5711182" y="987373"/>
                  <a:pt x="5728160" y="950215"/>
                  <a:pt x="5715257" y="935962"/>
                </a:cubicBezTo>
                <a:close/>
                <a:moveTo>
                  <a:pt x="4967858" y="935962"/>
                </a:moveTo>
                <a:cubicBezTo>
                  <a:pt x="4971848" y="935962"/>
                  <a:pt x="4978166" y="937471"/>
                  <a:pt x="4982488" y="942249"/>
                </a:cubicBezTo>
                <a:cubicBezTo>
                  <a:pt x="4976170" y="947028"/>
                  <a:pt x="4971848" y="943759"/>
                  <a:pt x="4967858" y="943759"/>
                </a:cubicBezTo>
                <a:cubicBezTo>
                  <a:pt x="4969853" y="945519"/>
                  <a:pt x="4967858" y="947028"/>
                  <a:pt x="4965864" y="945519"/>
                </a:cubicBezTo>
                <a:cubicBezTo>
                  <a:pt x="4971848" y="942249"/>
                  <a:pt x="4963536" y="938980"/>
                  <a:pt x="4967858" y="935962"/>
                </a:cubicBezTo>
                <a:close/>
                <a:moveTo>
                  <a:pt x="3588772" y="935962"/>
                </a:moveTo>
                <a:cubicBezTo>
                  <a:pt x="3590998" y="942415"/>
                  <a:pt x="3590998" y="947320"/>
                  <a:pt x="3588772" y="950417"/>
                </a:cubicBezTo>
                <a:cubicBezTo>
                  <a:pt x="3586177" y="947320"/>
                  <a:pt x="3590998" y="942415"/>
                  <a:pt x="3586177" y="942415"/>
                </a:cubicBezTo>
                <a:cubicBezTo>
                  <a:pt x="3583952" y="937510"/>
                  <a:pt x="3586177" y="935962"/>
                  <a:pt x="3588772" y="935962"/>
                </a:cubicBezTo>
                <a:close/>
                <a:moveTo>
                  <a:pt x="2580632" y="935931"/>
                </a:moveTo>
                <a:cubicBezTo>
                  <a:pt x="2559437" y="937470"/>
                  <a:pt x="2527476" y="932594"/>
                  <a:pt x="2519065" y="943885"/>
                </a:cubicBezTo>
                <a:cubicBezTo>
                  <a:pt x="2542279" y="942345"/>
                  <a:pt x="2548672" y="942345"/>
                  <a:pt x="2574240" y="947221"/>
                </a:cubicBezTo>
                <a:cubicBezTo>
                  <a:pt x="2582988" y="940806"/>
                  <a:pt x="2572222" y="942345"/>
                  <a:pt x="2580632" y="935931"/>
                </a:cubicBezTo>
                <a:close/>
                <a:moveTo>
                  <a:pt x="3138153" y="935894"/>
                </a:moveTo>
                <a:cubicBezTo>
                  <a:pt x="3134129" y="948687"/>
                  <a:pt x="3144523" y="932567"/>
                  <a:pt x="3142511" y="942290"/>
                </a:cubicBezTo>
                <a:cubicBezTo>
                  <a:pt x="3136141" y="952013"/>
                  <a:pt x="3115017" y="938964"/>
                  <a:pt x="3106300" y="952013"/>
                </a:cubicBezTo>
                <a:cubicBezTo>
                  <a:pt x="3104288" y="955084"/>
                  <a:pt x="3110658" y="955084"/>
                  <a:pt x="3112670" y="955084"/>
                </a:cubicBezTo>
                <a:cubicBezTo>
                  <a:pt x="3112670" y="958410"/>
                  <a:pt x="3108479" y="958410"/>
                  <a:pt x="3104790" y="956396"/>
                </a:cubicBezTo>
                <a:lnTo>
                  <a:pt x="3102436" y="954143"/>
                </a:lnTo>
                <a:lnTo>
                  <a:pt x="3100202" y="951588"/>
                </a:lnTo>
                <a:lnTo>
                  <a:pt x="3099928" y="945616"/>
                </a:lnTo>
                <a:cubicBezTo>
                  <a:pt x="3106300" y="947152"/>
                  <a:pt x="3110658" y="948687"/>
                  <a:pt x="3108646" y="937428"/>
                </a:cubicBezTo>
                <a:cubicBezTo>
                  <a:pt x="3115017" y="945616"/>
                  <a:pt x="3127758" y="938964"/>
                  <a:pt x="3138153" y="935894"/>
                </a:cubicBezTo>
                <a:close/>
                <a:moveTo>
                  <a:pt x="3165553" y="935096"/>
                </a:moveTo>
                <a:cubicBezTo>
                  <a:pt x="3167795" y="936961"/>
                  <a:pt x="3169762" y="940289"/>
                  <a:pt x="3169762" y="943618"/>
                </a:cubicBezTo>
                <a:cubicBezTo>
                  <a:pt x="3163784" y="943618"/>
                  <a:pt x="3163784" y="936961"/>
                  <a:pt x="3159692" y="935363"/>
                </a:cubicBezTo>
                <a:cubicBezTo>
                  <a:pt x="3160794" y="932833"/>
                  <a:pt x="3163312" y="933233"/>
                  <a:pt x="3165553" y="935096"/>
                </a:cubicBezTo>
                <a:close/>
                <a:moveTo>
                  <a:pt x="3095574" y="934076"/>
                </a:moveTo>
                <a:cubicBezTo>
                  <a:pt x="3093588" y="943633"/>
                  <a:pt x="3093588" y="943633"/>
                  <a:pt x="3093588" y="943633"/>
                </a:cubicBezTo>
                <a:cubicBezTo>
                  <a:pt x="3089285" y="938854"/>
                  <a:pt x="3055853" y="942124"/>
                  <a:pt x="3081010" y="938854"/>
                </a:cubicBezTo>
                <a:cubicBezTo>
                  <a:pt x="3084982" y="937346"/>
                  <a:pt x="3089285" y="932567"/>
                  <a:pt x="3095574" y="934076"/>
                </a:cubicBezTo>
                <a:close/>
                <a:moveTo>
                  <a:pt x="2964435" y="933347"/>
                </a:moveTo>
                <a:cubicBezTo>
                  <a:pt x="2972924" y="930304"/>
                  <a:pt x="2975301" y="942986"/>
                  <a:pt x="2979376" y="935123"/>
                </a:cubicBezTo>
                <a:cubicBezTo>
                  <a:pt x="2990243" y="941464"/>
                  <a:pt x="2966472" y="938167"/>
                  <a:pt x="2968849" y="944762"/>
                </a:cubicBezTo>
                <a:cubicBezTo>
                  <a:pt x="2962397" y="944762"/>
                  <a:pt x="2962397" y="939943"/>
                  <a:pt x="2964435" y="933347"/>
                </a:cubicBezTo>
                <a:close/>
                <a:moveTo>
                  <a:pt x="5032825" y="929171"/>
                </a:moveTo>
                <a:cubicBezTo>
                  <a:pt x="5039261" y="930854"/>
                  <a:pt x="5047814" y="934995"/>
                  <a:pt x="5053403" y="939298"/>
                </a:cubicBezTo>
                <a:lnTo>
                  <a:pt x="5053845" y="939802"/>
                </a:lnTo>
                <a:lnTo>
                  <a:pt x="5062590" y="938518"/>
                </a:lnTo>
                <a:cubicBezTo>
                  <a:pt x="5062088" y="940928"/>
                  <a:pt x="5060396" y="942434"/>
                  <a:pt x="5057970" y="943338"/>
                </a:cubicBezTo>
                <a:lnTo>
                  <a:pt x="5057060" y="943460"/>
                </a:lnTo>
                <a:lnTo>
                  <a:pt x="5058928" y="945587"/>
                </a:lnTo>
                <a:cubicBezTo>
                  <a:pt x="5059606" y="947533"/>
                  <a:pt x="5058907" y="949231"/>
                  <a:pt x="5056197" y="950396"/>
                </a:cubicBezTo>
                <a:cubicBezTo>
                  <a:pt x="5047729" y="942372"/>
                  <a:pt x="5052132" y="971879"/>
                  <a:pt x="5039260" y="968514"/>
                </a:cubicBezTo>
                <a:cubicBezTo>
                  <a:pt x="5041292" y="976797"/>
                  <a:pt x="5049762" y="974985"/>
                  <a:pt x="5043325" y="981714"/>
                </a:cubicBezTo>
                <a:cubicBezTo>
                  <a:pt x="5039260" y="978350"/>
                  <a:pt x="5041292" y="984820"/>
                  <a:pt x="5034857" y="986633"/>
                </a:cubicBezTo>
                <a:cubicBezTo>
                  <a:pt x="5029606" y="975891"/>
                  <a:pt x="5029098" y="966831"/>
                  <a:pt x="5029903" y="957805"/>
                </a:cubicBezTo>
                <a:lnTo>
                  <a:pt x="5031364" y="943491"/>
                </a:lnTo>
                <a:lnTo>
                  <a:pt x="5028806" y="943338"/>
                </a:lnTo>
                <a:lnTo>
                  <a:pt x="5031568" y="941485"/>
                </a:lnTo>
                <a:close/>
                <a:moveTo>
                  <a:pt x="1851580" y="927719"/>
                </a:moveTo>
                <a:cubicBezTo>
                  <a:pt x="1840814" y="924383"/>
                  <a:pt x="1830385" y="932594"/>
                  <a:pt x="1830385" y="939010"/>
                </a:cubicBezTo>
                <a:cubicBezTo>
                  <a:pt x="1840814" y="937470"/>
                  <a:pt x="1849225" y="934134"/>
                  <a:pt x="1851580" y="927719"/>
                </a:cubicBezTo>
                <a:close/>
                <a:moveTo>
                  <a:pt x="3494034" y="925423"/>
                </a:moveTo>
                <a:cubicBezTo>
                  <a:pt x="3494034" y="926979"/>
                  <a:pt x="3496087" y="928535"/>
                  <a:pt x="3496087" y="928535"/>
                </a:cubicBezTo>
                <a:lnTo>
                  <a:pt x="3494034" y="925480"/>
                </a:lnTo>
                <a:close/>
                <a:moveTo>
                  <a:pt x="4727741" y="925341"/>
                </a:moveTo>
                <a:cubicBezTo>
                  <a:pt x="4745124" y="923513"/>
                  <a:pt x="4727741" y="931871"/>
                  <a:pt x="4745124" y="933438"/>
                </a:cubicBezTo>
                <a:cubicBezTo>
                  <a:pt x="4740952" y="936833"/>
                  <a:pt x="4738519" y="938400"/>
                  <a:pt x="4738519" y="940227"/>
                </a:cubicBezTo>
                <a:cubicBezTo>
                  <a:pt x="4734347" y="931871"/>
                  <a:pt x="4723222" y="931871"/>
                  <a:pt x="4727741" y="925341"/>
                </a:cubicBezTo>
                <a:close/>
                <a:moveTo>
                  <a:pt x="1889933" y="924383"/>
                </a:moveTo>
                <a:cubicBezTo>
                  <a:pt x="1877149" y="931054"/>
                  <a:pt x="1864364" y="922843"/>
                  <a:pt x="1862009" y="934134"/>
                </a:cubicBezTo>
                <a:cubicBezTo>
                  <a:pt x="1872775" y="934134"/>
                  <a:pt x="1883542" y="931054"/>
                  <a:pt x="1889933" y="924383"/>
                </a:cubicBezTo>
                <a:close/>
                <a:moveTo>
                  <a:pt x="3492178" y="922720"/>
                </a:moveTo>
                <a:lnTo>
                  <a:pt x="3494034" y="925480"/>
                </a:lnTo>
                <a:lnTo>
                  <a:pt x="3494034" y="928535"/>
                </a:lnTo>
                <a:cubicBezTo>
                  <a:pt x="3494034" y="935278"/>
                  <a:pt x="3485133" y="930351"/>
                  <a:pt x="3483079" y="936835"/>
                </a:cubicBezTo>
                <a:cubicBezTo>
                  <a:pt x="3483079" y="935668"/>
                  <a:pt x="3487893" y="922392"/>
                  <a:pt x="3492178" y="922720"/>
                </a:cubicBezTo>
                <a:close/>
                <a:moveTo>
                  <a:pt x="2693845" y="921369"/>
                </a:moveTo>
                <a:cubicBezTo>
                  <a:pt x="2697975" y="921976"/>
                  <a:pt x="2705144" y="927113"/>
                  <a:pt x="2709882" y="925971"/>
                </a:cubicBezTo>
                <a:cubicBezTo>
                  <a:pt x="2709882" y="932313"/>
                  <a:pt x="2695253" y="927493"/>
                  <a:pt x="2690930" y="929015"/>
                </a:cubicBezTo>
                <a:cubicBezTo>
                  <a:pt x="2692926" y="925971"/>
                  <a:pt x="2695253" y="924195"/>
                  <a:pt x="2690930" y="922673"/>
                </a:cubicBezTo>
                <a:cubicBezTo>
                  <a:pt x="2691430" y="921468"/>
                  <a:pt x="2692469" y="921168"/>
                  <a:pt x="2693845" y="921369"/>
                </a:cubicBezTo>
                <a:close/>
                <a:moveTo>
                  <a:pt x="3451926" y="921250"/>
                </a:moveTo>
                <a:cubicBezTo>
                  <a:pt x="3454524" y="922841"/>
                  <a:pt x="3456748" y="931329"/>
                  <a:pt x="3458973" y="931329"/>
                </a:cubicBezTo>
                <a:cubicBezTo>
                  <a:pt x="3458973" y="937960"/>
                  <a:pt x="3456748" y="937960"/>
                  <a:pt x="3454524" y="937960"/>
                </a:cubicBezTo>
                <a:cubicBezTo>
                  <a:pt x="3451926" y="929472"/>
                  <a:pt x="3454524" y="927880"/>
                  <a:pt x="3451926" y="921250"/>
                </a:cubicBezTo>
                <a:close/>
                <a:moveTo>
                  <a:pt x="3447106" y="921250"/>
                </a:moveTo>
                <a:cubicBezTo>
                  <a:pt x="3447106" y="926082"/>
                  <a:pt x="3449331" y="930914"/>
                  <a:pt x="3451556" y="929134"/>
                </a:cubicBezTo>
                <a:cubicBezTo>
                  <a:pt x="3449331" y="932439"/>
                  <a:pt x="3451556" y="943630"/>
                  <a:pt x="3447106" y="943630"/>
                </a:cubicBezTo>
                <a:cubicBezTo>
                  <a:pt x="3444510" y="933966"/>
                  <a:pt x="3449331" y="935746"/>
                  <a:pt x="3449331" y="932439"/>
                </a:cubicBezTo>
                <a:cubicBezTo>
                  <a:pt x="3447106" y="929134"/>
                  <a:pt x="3447106" y="927607"/>
                  <a:pt x="3444510" y="924302"/>
                </a:cubicBezTo>
                <a:cubicBezTo>
                  <a:pt x="3444510" y="921250"/>
                  <a:pt x="3447106" y="922775"/>
                  <a:pt x="3447106" y="921250"/>
                </a:cubicBezTo>
                <a:close/>
                <a:moveTo>
                  <a:pt x="4909548" y="920219"/>
                </a:moveTo>
                <a:lnTo>
                  <a:pt x="4907420" y="920254"/>
                </a:lnTo>
                <a:lnTo>
                  <a:pt x="4909852" y="920994"/>
                </a:lnTo>
                <a:close/>
                <a:moveTo>
                  <a:pt x="4325716" y="913092"/>
                </a:moveTo>
                <a:cubicBezTo>
                  <a:pt x="4319660" y="919764"/>
                  <a:pt x="4323698" y="921303"/>
                  <a:pt x="4317305" y="926179"/>
                </a:cubicBezTo>
                <a:cubicBezTo>
                  <a:pt x="4332108" y="934134"/>
                  <a:pt x="4330090" y="917967"/>
                  <a:pt x="4325716" y="913092"/>
                </a:cubicBezTo>
                <a:close/>
                <a:moveTo>
                  <a:pt x="4890678" y="912781"/>
                </a:moveTo>
                <a:lnTo>
                  <a:pt x="4890457" y="913256"/>
                </a:lnTo>
                <a:lnTo>
                  <a:pt x="4890929" y="913280"/>
                </a:lnTo>
                <a:close/>
                <a:moveTo>
                  <a:pt x="4797158" y="912781"/>
                </a:moveTo>
                <a:cubicBezTo>
                  <a:pt x="4788748" y="917658"/>
                  <a:pt x="4795140" y="920994"/>
                  <a:pt x="4795140" y="925871"/>
                </a:cubicBezTo>
                <a:cubicBezTo>
                  <a:pt x="4797158" y="924075"/>
                  <a:pt x="4809941" y="920994"/>
                  <a:pt x="4797158" y="912781"/>
                </a:cubicBezTo>
                <a:close/>
                <a:moveTo>
                  <a:pt x="5428582" y="909701"/>
                </a:moveTo>
                <a:cubicBezTo>
                  <a:pt x="5426564" y="920994"/>
                  <a:pt x="5418154" y="912781"/>
                  <a:pt x="5409408" y="919454"/>
                </a:cubicBezTo>
                <a:cubicBezTo>
                  <a:pt x="5422191" y="925871"/>
                  <a:pt x="5398980" y="930748"/>
                  <a:pt x="5407390" y="937165"/>
                </a:cubicBezTo>
                <a:cubicBezTo>
                  <a:pt x="5413781" y="925871"/>
                  <a:pt x="5445739" y="924075"/>
                  <a:pt x="5428582" y="909701"/>
                </a:cubicBezTo>
                <a:close/>
                <a:moveTo>
                  <a:pt x="2082827" y="907668"/>
                </a:moveTo>
                <a:cubicBezTo>
                  <a:pt x="2082827" y="911063"/>
                  <a:pt x="2084835" y="912630"/>
                  <a:pt x="2086842" y="912630"/>
                </a:cubicBezTo>
                <a:cubicBezTo>
                  <a:pt x="2076470" y="917593"/>
                  <a:pt x="2061412" y="917593"/>
                  <a:pt x="2042674" y="920988"/>
                </a:cubicBezTo>
                <a:cubicBezTo>
                  <a:pt x="2048697" y="914459"/>
                  <a:pt x="2074127" y="914459"/>
                  <a:pt x="2082827" y="907668"/>
                </a:cubicBezTo>
                <a:close/>
                <a:moveTo>
                  <a:pt x="1511645" y="906536"/>
                </a:moveTo>
                <a:cubicBezTo>
                  <a:pt x="1515720" y="912783"/>
                  <a:pt x="1515720" y="912783"/>
                  <a:pt x="1515720" y="912783"/>
                </a:cubicBezTo>
                <a:cubicBezTo>
                  <a:pt x="1509268" y="908036"/>
                  <a:pt x="1490251" y="925526"/>
                  <a:pt x="1487874" y="914532"/>
                </a:cubicBezTo>
                <a:close/>
                <a:moveTo>
                  <a:pt x="3463325" y="905816"/>
                </a:moveTo>
                <a:cubicBezTo>
                  <a:pt x="3468684" y="904405"/>
                  <a:pt x="3474553" y="906457"/>
                  <a:pt x="3477785" y="915431"/>
                </a:cubicBezTo>
                <a:cubicBezTo>
                  <a:pt x="3482208" y="915431"/>
                  <a:pt x="3482208" y="913893"/>
                  <a:pt x="3488672" y="915431"/>
                </a:cubicBezTo>
                <a:cubicBezTo>
                  <a:pt x="3484250" y="926713"/>
                  <a:pt x="3469279" y="930047"/>
                  <a:pt x="3460773" y="930047"/>
                </a:cubicBezTo>
                <a:cubicBezTo>
                  <a:pt x="3460773" y="920304"/>
                  <a:pt x="3475744" y="925175"/>
                  <a:pt x="3479826" y="923380"/>
                </a:cubicBezTo>
                <a:cubicBezTo>
                  <a:pt x="3479826" y="915431"/>
                  <a:pt x="3471321" y="913893"/>
                  <a:pt x="3469279" y="909021"/>
                </a:cubicBezTo>
                <a:cubicBezTo>
                  <a:pt x="3471321" y="916970"/>
                  <a:pt x="3458391" y="915431"/>
                  <a:pt x="3451926" y="916970"/>
                </a:cubicBezTo>
                <a:cubicBezTo>
                  <a:pt x="3453118" y="912098"/>
                  <a:pt x="3457966" y="907226"/>
                  <a:pt x="3463325" y="905816"/>
                </a:cubicBezTo>
                <a:close/>
                <a:moveTo>
                  <a:pt x="3885660" y="903340"/>
                </a:moveTo>
                <a:cubicBezTo>
                  <a:pt x="3885660" y="908216"/>
                  <a:pt x="3888016" y="913092"/>
                  <a:pt x="3881623" y="916427"/>
                </a:cubicBezTo>
                <a:cubicBezTo>
                  <a:pt x="3890034" y="922843"/>
                  <a:pt x="3894408" y="913092"/>
                  <a:pt x="3892053" y="910013"/>
                </a:cubicBezTo>
                <a:cubicBezTo>
                  <a:pt x="3885660" y="911552"/>
                  <a:pt x="3892053" y="906676"/>
                  <a:pt x="3885660" y="903340"/>
                </a:cubicBezTo>
                <a:close/>
                <a:moveTo>
                  <a:pt x="4396743" y="903141"/>
                </a:moveTo>
                <a:cubicBezTo>
                  <a:pt x="4399082" y="908103"/>
                  <a:pt x="4405434" y="911499"/>
                  <a:pt x="4401089" y="916461"/>
                </a:cubicBezTo>
                <a:cubicBezTo>
                  <a:pt x="4392732" y="913066"/>
                  <a:pt x="4390392" y="919856"/>
                  <a:pt x="4382034" y="914894"/>
                </a:cubicBezTo>
                <a:cubicBezTo>
                  <a:pt x="4392732" y="913066"/>
                  <a:pt x="4399082" y="913066"/>
                  <a:pt x="4396743" y="903141"/>
                </a:cubicBezTo>
                <a:close/>
                <a:moveTo>
                  <a:pt x="4369671" y="903141"/>
                </a:moveTo>
                <a:cubicBezTo>
                  <a:pt x="4380220" y="914625"/>
                  <a:pt x="4365386" y="925854"/>
                  <a:pt x="4359122" y="928916"/>
                </a:cubicBezTo>
                <a:cubicBezTo>
                  <a:pt x="4350882" y="922536"/>
                  <a:pt x="4369671" y="912839"/>
                  <a:pt x="4369671" y="903141"/>
                </a:cubicBezTo>
                <a:close/>
                <a:moveTo>
                  <a:pt x="2114225" y="903141"/>
                </a:moveTo>
                <a:cubicBezTo>
                  <a:pt x="2112261" y="906536"/>
                  <a:pt x="2112261" y="909932"/>
                  <a:pt x="2116518" y="909932"/>
                </a:cubicBezTo>
                <a:cubicBezTo>
                  <a:pt x="2108003" y="916461"/>
                  <a:pt x="2108003" y="904969"/>
                  <a:pt x="2091627" y="913066"/>
                </a:cubicBezTo>
                <a:cubicBezTo>
                  <a:pt x="2091627" y="906536"/>
                  <a:pt x="2104073" y="904969"/>
                  <a:pt x="2114225" y="903141"/>
                </a:cubicBezTo>
                <a:close/>
                <a:moveTo>
                  <a:pt x="2088325" y="899746"/>
                </a:moveTo>
                <a:cubicBezTo>
                  <a:pt x="2073534" y="909410"/>
                  <a:pt x="2037566" y="907630"/>
                  <a:pt x="2020423" y="922126"/>
                </a:cubicBezTo>
                <a:cubicBezTo>
                  <a:pt x="2029163" y="906104"/>
                  <a:pt x="2065131" y="904578"/>
                  <a:pt x="2088325" y="899746"/>
                </a:cubicBezTo>
                <a:close/>
                <a:moveTo>
                  <a:pt x="3483626" y="896752"/>
                </a:moveTo>
                <a:cubicBezTo>
                  <a:pt x="3490054" y="898308"/>
                  <a:pt x="3492083" y="901679"/>
                  <a:pt x="3498512" y="903236"/>
                </a:cubicBezTo>
                <a:cubicBezTo>
                  <a:pt x="3500542" y="916463"/>
                  <a:pt x="3481595" y="891824"/>
                  <a:pt x="3490054" y="913092"/>
                </a:cubicBezTo>
                <a:cubicBezTo>
                  <a:pt x="3488024" y="909979"/>
                  <a:pt x="3483626" y="901679"/>
                  <a:pt x="3483626" y="896752"/>
                </a:cubicBezTo>
                <a:close/>
                <a:moveTo>
                  <a:pt x="2204894" y="896741"/>
                </a:moveTo>
                <a:cubicBezTo>
                  <a:pt x="2211329" y="895219"/>
                  <a:pt x="2213362" y="900038"/>
                  <a:pt x="2221831" y="898263"/>
                </a:cubicBezTo>
                <a:cubicBezTo>
                  <a:pt x="2213362" y="907902"/>
                  <a:pt x="2206926" y="904858"/>
                  <a:pt x="2189989" y="909678"/>
                </a:cubicBezTo>
                <a:cubicBezTo>
                  <a:pt x="2179149" y="907902"/>
                  <a:pt x="2211329" y="906380"/>
                  <a:pt x="2204894" y="896741"/>
                </a:cubicBezTo>
                <a:close/>
                <a:moveTo>
                  <a:pt x="3511634" y="896351"/>
                </a:moveTo>
                <a:cubicBezTo>
                  <a:pt x="3513860" y="904033"/>
                  <a:pt x="3509410" y="900912"/>
                  <a:pt x="3506814" y="902352"/>
                </a:cubicBezTo>
                <a:cubicBezTo>
                  <a:pt x="3506814" y="897791"/>
                  <a:pt x="3509410" y="896351"/>
                  <a:pt x="3511634" y="896351"/>
                </a:cubicBezTo>
                <a:close/>
                <a:moveTo>
                  <a:pt x="3502734" y="895219"/>
                </a:moveTo>
                <a:cubicBezTo>
                  <a:pt x="3504959" y="905143"/>
                  <a:pt x="3502734" y="905143"/>
                  <a:pt x="3500138" y="905143"/>
                </a:cubicBezTo>
                <a:cubicBezTo>
                  <a:pt x="3497913" y="900181"/>
                  <a:pt x="3497913" y="895219"/>
                  <a:pt x="3502734" y="895219"/>
                </a:cubicBezTo>
                <a:close/>
                <a:moveTo>
                  <a:pt x="1763775" y="892591"/>
                </a:moveTo>
                <a:cubicBezTo>
                  <a:pt x="1774272" y="889560"/>
                  <a:pt x="1770208" y="902187"/>
                  <a:pt x="1782737" y="895874"/>
                </a:cubicBezTo>
                <a:cubicBezTo>
                  <a:pt x="1774272" y="905470"/>
                  <a:pt x="1733639" y="919865"/>
                  <a:pt x="1720772" y="915066"/>
                </a:cubicBezTo>
                <a:cubicBezTo>
                  <a:pt x="1723142" y="908753"/>
                  <a:pt x="1729576" y="905470"/>
                  <a:pt x="1740072" y="902187"/>
                </a:cubicBezTo>
                <a:cubicBezTo>
                  <a:pt x="1725174" y="913551"/>
                  <a:pt x="1780706" y="902187"/>
                  <a:pt x="1763775" y="892591"/>
                </a:cubicBezTo>
                <a:close/>
                <a:moveTo>
                  <a:pt x="3924014" y="890510"/>
                </a:moveTo>
                <a:cubicBezTo>
                  <a:pt x="3926032" y="893589"/>
                  <a:pt x="3919976" y="896925"/>
                  <a:pt x="3917622" y="896925"/>
                </a:cubicBezTo>
                <a:cubicBezTo>
                  <a:pt x="3928388" y="906676"/>
                  <a:pt x="3930406" y="890510"/>
                  <a:pt x="3924014" y="890510"/>
                </a:cubicBezTo>
                <a:close/>
                <a:moveTo>
                  <a:pt x="4955788" y="889560"/>
                </a:moveTo>
                <a:cubicBezTo>
                  <a:pt x="4936999" y="904067"/>
                  <a:pt x="4947548" y="921628"/>
                  <a:pt x="4920516" y="942498"/>
                </a:cubicBezTo>
                <a:cubicBezTo>
                  <a:pt x="4924802" y="931300"/>
                  <a:pt x="4928757" y="889560"/>
                  <a:pt x="4955788" y="889560"/>
                </a:cubicBezTo>
                <a:close/>
                <a:moveTo>
                  <a:pt x="3523445" y="889413"/>
                </a:moveTo>
                <a:cubicBezTo>
                  <a:pt x="3525451" y="886165"/>
                  <a:pt x="3527791" y="892411"/>
                  <a:pt x="3529796" y="890912"/>
                </a:cubicBezTo>
                <a:cubicBezTo>
                  <a:pt x="3536149" y="905155"/>
                  <a:pt x="3523445" y="887664"/>
                  <a:pt x="3529796" y="898908"/>
                </a:cubicBezTo>
                <a:cubicBezTo>
                  <a:pt x="3531802" y="905155"/>
                  <a:pt x="3525451" y="900407"/>
                  <a:pt x="3525451" y="897159"/>
                </a:cubicBezTo>
                <a:cubicBezTo>
                  <a:pt x="3512748" y="903655"/>
                  <a:pt x="3519433" y="892411"/>
                  <a:pt x="3525451" y="894161"/>
                </a:cubicBezTo>
                <a:cubicBezTo>
                  <a:pt x="3525451" y="894161"/>
                  <a:pt x="3525451" y="890912"/>
                  <a:pt x="3523445" y="889413"/>
                </a:cubicBezTo>
                <a:close/>
                <a:moveTo>
                  <a:pt x="3536143" y="885685"/>
                </a:moveTo>
                <a:cubicBezTo>
                  <a:pt x="3538158" y="884700"/>
                  <a:pt x="3541223" y="885500"/>
                  <a:pt x="3544286" y="887099"/>
                </a:cubicBezTo>
                <a:cubicBezTo>
                  <a:pt x="3544286" y="888576"/>
                  <a:pt x="3544286" y="891774"/>
                  <a:pt x="3546543" y="894973"/>
                </a:cubicBezTo>
                <a:cubicBezTo>
                  <a:pt x="3538158" y="888576"/>
                  <a:pt x="3540416" y="891774"/>
                  <a:pt x="3534289" y="894973"/>
                </a:cubicBezTo>
                <a:cubicBezTo>
                  <a:pt x="3533160" y="889437"/>
                  <a:pt x="3534128" y="886669"/>
                  <a:pt x="3536143" y="885685"/>
                </a:cubicBezTo>
                <a:close/>
                <a:moveTo>
                  <a:pt x="1833177" y="883901"/>
                </a:moveTo>
                <a:cubicBezTo>
                  <a:pt x="1833177" y="897221"/>
                  <a:pt x="1812104" y="888863"/>
                  <a:pt x="1799393" y="893826"/>
                </a:cubicBezTo>
                <a:cubicBezTo>
                  <a:pt x="1801734" y="885729"/>
                  <a:pt x="1820466" y="892259"/>
                  <a:pt x="1833177" y="883901"/>
                </a:cubicBezTo>
                <a:close/>
                <a:moveTo>
                  <a:pt x="4810704" y="883088"/>
                </a:moveTo>
                <a:cubicBezTo>
                  <a:pt x="4808280" y="883297"/>
                  <a:pt x="4805232" y="884420"/>
                  <a:pt x="4801531" y="886858"/>
                </a:cubicBezTo>
                <a:cubicBezTo>
                  <a:pt x="4816332" y="890194"/>
                  <a:pt x="4795140" y="888398"/>
                  <a:pt x="4788748" y="891735"/>
                </a:cubicBezTo>
                <a:cubicBezTo>
                  <a:pt x="4790766" y="893275"/>
                  <a:pt x="4793121" y="895071"/>
                  <a:pt x="4790766" y="896611"/>
                </a:cubicBezTo>
                <a:cubicBezTo>
                  <a:pt x="4788748" y="894943"/>
                  <a:pt x="4786646" y="894558"/>
                  <a:pt x="4784543" y="894173"/>
                </a:cubicBezTo>
                <a:lnTo>
                  <a:pt x="4781940" y="893153"/>
                </a:lnTo>
                <a:lnTo>
                  <a:pt x="4781656" y="895558"/>
                </a:lnTo>
                <a:lnTo>
                  <a:pt x="4778808" y="898242"/>
                </a:lnTo>
                <a:lnTo>
                  <a:pt x="4788748" y="898151"/>
                </a:lnTo>
                <a:cubicBezTo>
                  <a:pt x="4788748" y="903028"/>
                  <a:pt x="4793121" y="914578"/>
                  <a:pt x="4803550" y="909701"/>
                </a:cubicBezTo>
                <a:cubicBezTo>
                  <a:pt x="4805736" y="908033"/>
                  <a:pt x="4802540" y="905980"/>
                  <a:pt x="4799597" y="903734"/>
                </a:cubicBezTo>
                <a:lnTo>
                  <a:pt x="4797490" y="901646"/>
                </a:lnTo>
                <a:lnTo>
                  <a:pt x="4796042" y="901276"/>
                </a:lnTo>
                <a:lnTo>
                  <a:pt x="4796168" y="900336"/>
                </a:lnTo>
                <a:lnTo>
                  <a:pt x="4796075" y="900245"/>
                </a:lnTo>
                <a:lnTo>
                  <a:pt x="4796264" y="899614"/>
                </a:lnTo>
                <a:lnTo>
                  <a:pt x="4796526" y="897637"/>
                </a:lnTo>
                <a:cubicBezTo>
                  <a:pt x="4797873" y="894918"/>
                  <a:pt x="4800046" y="892001"/>
                  <a:pt x="4795700" y="891204"/>
                </a:cubicBezTo>
                <a:cubicBezTo>
                  <a:pt x="4797873" y="889945"/>
                  <a:pt x="4799786" y="889630"/>
                  <a:pt x="4801328" y="889970"/>
                </a:cubicBezTo>
                <a:cubicBezTo>
                  <a:pt x="4803643" y="890479"/>
                  <a:pt x="4805126" y="892463"/>
                  <a:pt x="4805411" y="894940"/>
                </a:cubicBezTo>
                <a:lnTo>
                  <a:pt x="4804632" y="896930"/>
                </a:lnTo>
                <a:lnTo>
                  <a:pt x="4807628" y="895167"/>
                </a:lnTo>
                <a:cubicBezTo>
                  <a:pt x="4810530" y="892954"/>
                  <a:pt x="4813137" y="890965"/>
                  <a:pt x="4816332" y="895071"/>
                </a:cubicBezTo>
                <a:cubicBezTo>
                  <a:pt x="4819612" y="890066"/>
                  <a:pt x="4817972" y="882463"/>
                  <a:pt x="4810704" y="883088"/>
                </a:cubicBezTo>
                <a:close/>
                <a:moveTo>
                  <a:pt x="5217596" y="881638"/>
                </a:moveTo>
                <a:cubicBezTo>
                  <a:pt x="5224201" y="886486"/>
                  <a:pt x="5215510" y="892866"/>
                  <a:pt x="5228721" y="897715"/>
                </a:cubicBezTo>
                <a:cubicBezTo>
                  <a:pt x="5211338" y="907413"/>
                  <a:pt x="5206818" y="886486"/>
                  <a:pt x="5217596" y="881638"/>
                </a:cubicBezTo>
                <a:close/>
                <a:moveTo>
                  <a:pt x="2034241" y="880896"/>
                </a:moveTo>
                <a:cubicBezTo>
                  <a:pt x="2037399" y="879885"/>
                  <a:pt x="2041639" y="879885"/>
                  <a:pt x="2044797" y="881528"/>
                </a:cubicBezTo>
                <a:cubicBezTo>
                  <a:pt x="2046792" y="886329"/>
                  <a:pt x="2032163" y="904020"/>
                  <a:pt x="2030167" y="892647"/>
                </a:cubicBezTo>
                <a:lnTo>
                  <a:pt x="2038480" y="891132"/>
                </a:lnTo>
                <a:cubicBezTo>
                  <a:pt x="2038480" y="886329"/>
                  <a:pt x="2034158" y="886329"/>
                  <a:pt x="2030167" y="886329"/>
                </a:cubicBezTo>
                <a:cubicBezTo>
                  <a:pt x="2029004" y="883929"/>
                  <a:pt x="2031082" y="881907"/>
                  <a:pt x="2034241" y="880896"/>
                </a:cubicBezTo>
                <a:close/>
                <a:moveTo>
                  <a:pt x="5007390" y="878243"/>
                </a:moveTo>
                <a:cubicBezTo>
                  <a:pt x="5018088" y="883205"/>
                  <a:pt x="5001039" y="894957"/>
                  <a:pt x="4994688" y="893129"/>
                </a:cubicBezTo>
                <a:cubicBezTo>
                  <a:pt x="4996693" y="888167"/>
                  <a:pt x="4994688" y="883205"/>
                  <a:pt x="5007390" y="878243"/>
                </a:cubicBezTo>
                <a:close/>
                <a:moveTo>
                  <a:pt x="2457697" y="878243"/>
                </a:moveTo>
                <a:cubicBezTo>
                  <a:pt x="2444934" y="883205"/>
                  <a:pt x="2423774" y="894957"/>
                  <a:pt x="2404629" y="888167"/>
                </a:cubicBezTo>
                <a:cubicBezTo>
                  <a:pt x="2417393" y="881638"/>
                  <a:pt x="2442919" y="883205"/>
                  <a:pt x="2457697" y="878243"/>
                </a:cubicBezTo>
                <a:close/>
                <a:moveTo>
                  <a:pt x="1860285" y="877531"/>
                </a:moveTo>
                <a:cubicBezTo>
                  <a:pt x="1868775" y="885809"/>
                  <a:pt x="1847381" y="883998"/>
                  <a:pt x="1855870" y="890725"/>
                </a:cubicBezTo>
                <a:cubicBezTo>
                  <a:pt x="1845344" y="893829"/>
                  <a:pt x="1847381" y="883998"/>
                  <a:pt x="1840928" y="885809"/>
                </a:cubicBezTo>
                <a:cubicBezTo>
                  <a:pt x="1840928" y="875979"/>
                  <a:pt x="1847381" y="882446"/>
                  <a:pt x="1860285" y="877531"/>
                </a:cubicBezTo>
                <a:close/>
                <a:moveTo>
                  <a:pt x="2087260" y="874922"/>
                </a:moveTo>
                <a:cubicBezTo>
                  <a:pt x="2091060" y="874753"/>
                  <a:pt x="2094130" y="874847"/>
                  <a:pt x="2095739" y="875224"/>
                </a:cubicBezTo>
                <a:cubicBezTo>
                  <a:pt x="2091674" y="881512"/>
                  <a:pt x="2061527" y="884782"/>
                  <a:pt x="2053058" y="883022"/>
                </a:cubicBezTo>
                <a:cubicBezTo>
                  <a:pt x="2057886" y="878306"/>
                  <a:pt x="2075860" y="875429"/>
                  <a:pt x="2087260" y="874922"/>
                </a:cubicBezTo>
                <a:close/>
                <a:moveTo>
                  <a:pt x="4597748" y="872584"/>
                </a:moveTo>
                <a:cubicBezTo>
                  <a:pt x="4604208" y="878964"/>
                  <a:pt x="4593668" y="888661"/>
                  <a:pt x="4595708" y="895297"/>
                </a:cubicBezTo>
                <a:cubicBezTo>
                  <a:pt x="4584830" y="898359"/>
                  <a:pt x="4584830" y="893510"/>
                  <a:pt x="4571912" y="890448"/>
                </a:cubicBezTo>
                <a:cubicBezTo>
                  <a:pt x="4591290" y="887130"/>
                  <a:pt x="4584830" y="882282"/>
                  <a:pt x="4597748" y="872584"/>
                </a:cubicBezTo>
                <a:close/>
                <a:moveTo>
                  <a:pt x="5065340" y="870697"/>
                </a:moveTo>
                <a:cubicBezTo>
                  <a:pt x="5069688" y="878699"/>
                  <a:pt x="5078050" y="865793"/>
                  <a:pt x="5080392" y="874053"/>
                </a:cubicBezTo>
                <a:cubicBezTo>
                  <a:pt x="5074036" y="878699"/>
                  <a:pt x="5076044" y="882055"/>
                  <a:pt x="5065340" y="886959"/>
                </a:cubicBezTo>
                <a:cubicBezTo>
                  <a:pt x="5071694" y="891863"/>
                  <a:pt x="5067682" y="901671"/>
                  <a:pt x="5080392" y="903221"/>
                </a:cubicBezTo>
                <a:cubicBezTo>
                  <a:pt x="5080392" y="909931"/>
                  <a:pt x="5074036" y="905027"/>
                  <a:pt x="5065340" y="911480"/>
                </a:cubicBezTo>
                <a:cubicBezTo>
                  <a:pt x="5063332" y="917933"/>
                  <a:pt x="5080392" y="916385"/>
                  <a:pt x="5071694" y="924386"/>
                </a:cubicBezTo>
                <a:cubicBezTo>
                  <a:pt x="5063332" y="919740"/>
                  <a:pt x="5054970" y="924386"/>
                  <a:pt x="5046608" y="916385"/>
                </a:cubicBezTo>
                <a:cubicBezTo>
                  <a:pt x="5059319" y="901671"/>
                  <a:pt x="5050622" y="888507"/>
                  <a:pt x="5065340" y="874053"/>
                </a:cubicBezTo>
                <a:cubicBezTo>
                  <a:pt x="5063332" y="872246"/>
                  <a:pt x="5063332" y="872246"/>
                  <a:pt x="5065340" y="870697"/>
                </a:cubicBezTo>
                <a:close/>
                <a:moveTo>
                  <a:pt x="5256344" y="870688"/>
                </a:moveTo>
                <a:cubicBezTo>
                  <a:pt x="5251130" y="873896"/>
                  <a:pt x="5246926" y="880377"/>
                  <a:pt x="5245328" y="887692"/>
                </a:cubicBezTo>
                <a:lnTo>
                  <a:pt x="5249514" y="907611"/>
                </a:lnTo>
                <a:lnTo>
                  <a:pt x="5250816" y="906742"/>
                </a:lnTo>
                <a:lnTo>
                  <a:pt x="5255672" y="890099"/>
                </a:lnTo>
                <a:lnTo>
                  <a:pt x="5255711" y="888957"/>
                </a:lnTo>
                <a:lnTo>
                  <a:pt x="5255546" y="882878"/>
                </a:lnTo>
                <a:lnTo>
                  <a:pt x="5255964" y="881670"/>
                </a:lnTo>
                <a:close/>
                <a:moveTo>
                  <a:pt x="3929589" y="870195"/>
                </a:moveTo>
                <a:cubicBezTo>
                  <a:pt x="3931584" y="866925"/>
                  <a:pt x="3942224" y="876482"/>
                  <a:pt x="3942224" y="870195"/>
                </a:cubicBezTo>
                <a:cubicBezTo>
                  <a:pt x="3948542" y="874973"/>
                  <a:pt x="3937902" y="877991"/>
                  <a:pt x="3929589" y="870195"/>
                </a:cubicBezTo>
                <a:close/>
                <a:moveTo>
                  <a:pt x="3905449" y="870066"/>
                </a:moveTo>
                <a:cubicBezTo>
                  <a:pt x="3907818" y="869237"/>
                  <a:pt x="3912555" y="870497"/>
                  <a:pt x="3918873" y="876333"/>
                </a:cubicBezTo>
                <a:cubicBezTo>
                  <a:pt x="3918873" y="881372"/>
                  <a:pt x="3906238" y="871293"/>
                  <a:pt x="3906238" y="876333"/>
                </a:cubicBezTo>
                <a:cubicBezTo>
                  <a:pt x="3903079" y="873813"/>
                  <a:pt x="3903079" y="870895"/>
                  <a:pt x="3905449" y="870066"/>
                </a:cubicBezTo>
                <a:close/>
                <a:moveTo>
                  <a:pt x="4428183" y="870058"/>
                </a:moveTo>
                <a:cubicBezTo>
                  <a:pt x="4428390" y="870708"/>
                  <a:pt x="4427976" y="872008"/>
                  <a:pt x="4427147" y="873404"/>
                </a:cubicBezTo>
                <a:lnTo>
                  <a:pt x="4424070" y="876823"/>
                </a:lnTo>
                <a:lnTo>
                  <a:pt x="4426942" y="877353"/>
                </a:lnTo>
                <a:cubicBezTo>
                  <a:pt x="4430718" y="879117"/>
                  <a:pt x="4434860" y="881561"/>
                  <a:pt x="4439557" y="883365"/>
                </a:cubicBezTo>
                <a:cubicBezTo>
                  <a:pt x="4430986" y="888175"/>
                  <a:pt x="4422746" y="888175"/>
                  <a:pt x="4410218" y="880327"/>
                </a:cubicBezTo>
                <a:lnTo>
                  <a:pt x="4415992" y="875835"/>
                </a:lnTo>
                <a:lnTo>
                  <a:pt x="4414669" y="873910"/>
                </a:lnTo>
                <a:cubicBezTo>
                  <a:pt x="4416764" y="872135"/>
                  <a:pt x="4425489" y="875432"/>
                  <a:pt x="4425489" y="870612"/>
                </a:cubicBezTo>
                <a:cubicBezTo>
                  <a:pt x="4427147" y="869408"/>
                  <a:pt x="4427976" y="869408"/>
                  <a:pt x="4428183" y="870058"/>
                </a:cubicBezTo>
                <a:close/>
                <a:moveTo>
                  <a:pt x="4937069" y="870012"/>
                </a:moveTo>
                <a:cubicBezTo>
                  <a:pt x="4938526" y="869430"/>
                  <a:pt x="4939863" y="869430"/>
                  <a:pt x="4940950" y="870642"/>
                </a:cubicBezTo>
                <a:cubicBezTo>
                  <a:pt x="4932593" y="877022"/>
                  <a:pt x="4930586" y="885189"/>
                  <a:pt x="4926240" y="891569"/>
                </a:cubicBezTo>
                <a:cubicBezTo>
                  <a:pt x="4917550" y="885189"/>
                  <a:pt x="4924236" y="880340"/>
                  <a:pt x="4924236" y="873960"/>
                </a:cubicBezTo>
                <a:cubicBezTo>
                  <a:pt x="4927244" y="878745"/>
                  <a:pt x="4932698" y="871758"/>
                  <a:pt x="4937069" y="870012"/>
                </a:cubicBezTo>
                <a:close/>
                <a:moveTo>
                  <a:pt x="5353784" y="866925"/>
                </a:moveTo>
                <a:cubicBezTo>
                  <a:pt x="5366688" y="876781"/>
                  <a:pt x="5360236" y="883265"/>
                  <a:pt x="5353784" y="891564"/>
                </a:cubicBezTo>
                <a:cubicBezTo>
                  <a:pt x="5345294" y="886637"/>
                  <a:pt x="5351746" y="883265"/>
                  <a:pt x="5345294" y="880153"/>
                </a:cubicBezTo>
                <a:cubicBezTo>
                  <a:pt x="5342917" y="880153"/>
                  <a:pt x="5340879" y="883265"/>
                  <a:pt x="5338842" y="881708"/>
                </a:cubicBezTo>
                <a:cubicBezTo>
                  <a:pt x="5351746" y="878337"/>
                  <a:pt x="5345294" y="875224"/>
                  <a:pt x="5353784" y="866925"/>
                </a:cubicBezTo>
                <a:close/>
                <a:moveTo>
                  <a:pt x="2427590" y="864662"/>
                </a:moveTo>
                <a:cubicBezTo>
                  <a:pt x="2433962" y="864662"/>
                  <a:pt x="2431950" y="871214"/>
                  <a:pt x="2433962" y="876194"/>
                </a:cubicBezTo>
                <a:cubicBezTo>
                  <a:pt x="2421218" y="876194"/>
                  <a:pt x="2395729" y="889298"/>
                  <a:pt x="2400089" y="872786"/>
                </a:cubicBezTo>
                <a:cubicBezTo>
                  <a:pt x="2412834" y="874621"/>
                  <a:pt x="2429938" y="881174"/>
                  <a:pt x="2427590" y="864662"/>
                </a:cubicBezTo>
                <a:close/>
                <a:moveTo>
                  <a:pt x="2971391" y="861168"/>
                </a:moveTo>
                <a:cubicBezTo>
                  <a:pt x="2979860" y="867511"/>
                  <a:pt x="2947680" y="859646"/>
                  <a:pt x="2952083" y="872330"/>
                </a:cubicBezTo>
                <a:cubicBezTo>
                  <a:pt x="2937179" y="865989"/>
                  <a:pt x="2958520" y="857871"/>
                  <a:pt x="2971391" y="861168"/>
                </a:cubicBezTo>
                <a:close/>
                <a:moveTo>
                  <a:pt x="2889382" y="860511"/>
                </a:moveTo>
                <a:cubicBezTo>
                  <a:pt x="2887417" y="870069"/>
                  <a:pt x="2887417" y="870069"/>
                  <a:pt x="2887417" y="870069"/>
                </a:cubicBezTo>
                <a:cubicBezTo>
                  <a:pt x="2883159" y="866799"/>
                  <a:pt x="2872679" y="866799"/>
                  <a:pt x="2864491" y="866799"/>
                </a:cubicBezTo>
                <a:cubicBezTo>
                  <a:pt x="2866456" y="859003"/>
                  <a:pt x="2881194" y="862020"/>
                  <a:pt x="2889382" y="860511"/>
                </a:cubicBezTo>
                <a:close/>
                <a:moveTo>
                  <a:pt x="4333792" y="859003"/>
                </a:moveTo>
                <a:cubicBezTo>
                  <a:pt x="4360935" y="870374"/>
                  <a:pt x="4329488" y="885105"/>
                  <a:pt x="4325186" y="891565"/>
                </a:cubicBezTo>
                <a:cubicBezTo>
                  <a:pt x="4321213" y="878385"/>
                  <a:pt x="4335778" y="870374"/>
                  <a:pt x="4333792" y="859003"/>
                </a:cubicBezTo>
                <a:close/>
                <a:moveTo>
                  <a:pt x="5660321" y="854476"/>
                </a:moveTo>
                <a:cubicBezTo>
                  <a:pt x="5666544" y="854476"/>
                  <a:pt x="5666544" y="859223"/>
                  <a:pt x="5660321" y="860722"/>
                </a:cubicBezTo>
                <a:cubicBezTo>
                  <a:pt x="5664578" y="862221"/>
                  <a:pt x="5666544" y="865469"/>
                  <a:pt x="5670802" y="865469"/>
                </a:cubicBezTo>
                <a:cubicBezTo>
                  <a:pt x="5668508" y="870218"/>
                  <a:pt x="5662286" y="871717"/>
                  <a:pt x="5652134" y="873466"/>
                </a:cubicBezTo>
                <a:cubicBezTo>
                  <a:pt x="5645911" y="862221"/>
                  <a:pt x="5662286" y="862221"/>
                  <a:pt x="5660321" y="854476"/>
                </a:cubicBezTo>
                <a:close/>
                <a:moveTo>
                  <a:pt x="5452130" y="852721"/>
                </a:moveTo>
                <a:cubicBezTo>
                  <a:pt x="5443384" y="860935"/>
                  <a:pt x="5462559" y="865811"/>
                  <a:pt x="5443384" y="869147"/>
                </a:cubicBezTo>
                <a:cubicBezTo>
                  <a:pt x="5456168" y="881981"/>
                  <a:pt x="5468950" y="851181"/>
                  <a:pt x="5452130" y="852721"/>
                </a:cubicBezTo>
                <a:close/>
                <a:moveTo>
                  <a:pt x="5078872" y="851894"/>
                </a:moveTo>
                <a:cubicBezTo>
                  <a:pt x="5079631" y="851161"/>
                  <a:pt x="5080204" y="851238"/>
                  <a:pt x="5080798" y="852800"/>
                </a:cubicBezTo>
                <a:cubicBezTo>
                  <a:pt x="5069932" y="860796"/>
                  <a:pt x="5089288" y="857548"/>
                  <a:pt x="5080798" y="865543"/>
                </a:cubicBezTo>
                <a:cubicBezTo>
                  <a:pt x="5074346" y="864044"/>
                  <a:pt x="5067894" y="865543"/>
                  <a:pt x="5061442" y="862295"/>
                </a:cubicBezTo>
                <a:cubicBezTo>
                  <a:pt x="5072648" y="863607"/>
                  <a:pt x="5076596" y="854096"/>
                  <a:pt x="5078872" y="851894"/>
                </a:cubicBezTo>
                <a:close/>
                <a:moveTo>
                  <a:pt x="1849491" y="851471"/>
                </a:moveTo>
                <a:cubicBezTo>
                  <a:pt x="1843054" y="861110"/>
                  <a:pt x="1821714" y="854768"/>
                  <a:pt x="1813247" y="864408"/>
                </a:cubicBezTo>
                <a:cubicBezTo>
                  <a:pt x="1806810" y="849949"/>
                  <a:pt x="1836957" y="856290"/>
                  <a:pt x="1849491" y="851471"/>
                </a:cubicBezTo>
                <a:close/>
                <a:moveTo>
                  <a:pt x="5780566" y="849949"/>
                </a:moveTo>
                <a:cubicBezTo>
                  <a:pt x="5780566" y="866288"/>
                  <a:pt x="5780566" y="866288"/>
                  <a:pt x="5780566" y="866288"/>
                </a:cubicBezTo>
                <a:cubicBezTo>
                  <a:pt x="5776206" y="864732"/>
                  <a:pt x="5772182" y="862917"/>
                  <a:pt x="5765810" y="864732"/>
                </a:cubicBezTo>
                <a:lnTo>
                  <a:pt x="5765810" y="874588"/>
                </a:lnTo>
                <a:cubicBezTo>
                  <a:pt x="5742333" y="874588"/>
                  <a:pt x="5769834" y="851505"/>
                  <a:pt x="5780566" y="849949"/>
                </a:cubicBezTo>
                <a:close/>
                <a:moveTo>
                  <a:pt x="5014961" y="849949"/>
                </a:moveTo>
                <a:cubicBezTo>
                  <a:pt x="5025510" y="853060"/>
                  <a:pt x="5019246" y="864732"/>
                  <a:pt x="5014961" y="874588"/>
                </a:cubicBezTo>
                <a:cubicBezTo>
                  <a:pt x="4996172" y="874588"/>
                  <a:pt x="5012984" y="857989"/>
                  <a:pt x="5014961" y="849949"/>
                </a:cubicBezTo>
                <a:close/>
                <a:moveTo>
                  <a:pt x="4452100" y="849744"/>
                </a:moveTo>
                <a:cubicBezTo>
                  <a:pt x="4453140" y="853021"/>
                  <a:pt x="4446054" y="866636"/>
                  <a:pt x="4442416" y="880251"/>
                </a:cubicBezTo>
                <a:cubicBezTo>
                  <a:pt x="4425052" y="878468"/>
                  <a:pt x="4446842" y="869040"/>
                  <a:pt x="4429478" y="865728"/>
                </a:cubicBezTo>
                <a:cubicBezTo>
                  <a:pt x="4438670" y="857256"/>
                  <a:pt x="4444480" y="852415"/>
                  <a:pt x="4447922" y="850297"/>
                </a:cubicBezTo>
                <a:cubicBezTo>
                  <a:pt x="4450504" y="848709"/>
                  <a:pt x="4451754" y="848652"/>
                  <a:pt x="4452100" y="849744"/>
                </a:cubicBezTo>
                <a:close/>
                <a:moveTo>
                  <a:pt x="5708785" y="847685"/>
                </a:moveTo>
                <a:cubicBezTo>
                  <a:pt x="5721793" y="860502"/>
                  <a:pt x="5724190" y="883060"/>
                  <a:pt x="5724190" y="907412"/>
                </a:cubicBezTo>
                <a:cubicBezTo>
                  <a:pt x="5713236" y="889724"/>
                  <a:pt x="5706731" y="873575"/>
                  <a:pt x="5708785" y="847685"/>
                </a:cubicBezTo>
                <a:close/>
                <a:moveTo>
                  <a:pt x="3068127" y="841970"/>
                </a:moveTo>
                <a:cubicBezTo>
                  <a:pt x="3071298" y="843207"/>
                  <a:pt x="3075020" y="844855"/>
                  <a:pt x="3079250" y="844095"/>
                </a:cubicBezTo>
                <a:cubicBezTo>
                  <a:pt x="3070791" y="851958"/>
                  <a:pt x="3066394" y="845617"/>
                  <a:pt x="3060303" y="842319"/>
                </a:cubicBezTo>
                <a:cubicBezTo>
                  <a:pt x="3062333" y="839909"/>
                  <a:pt x="3064955" y="840733"/>
                  <a:pt x="3068127" y="841970"/>
                </a:cubicBezTo>
                <a:close/>
                <a:moveTo>
                  <a:pt x="3163798" y="839741"/>
                </a:moveTo>
                <a:cubicBezTo>
                  <a:pt x="3167927" y="840982"/>
                  <a:pt x="3172360" y="843463"/>
                  <a:pt x="3175662" y="845161"/>
                </a:cubicBezTo>
                <a:cubicBezTo>
                  <a:pt x="3171142" y="848555"/>
                  <a:pt x="3160017" y="841765"/>
                  <a:pt x="3153759" y="841765"/>
                </a:cubicBezTo>
                <a:cubicBezTo>
                  <a:pt x="3155846" y="838501"/>
                  <a:pt x="3159669" y="838501"/>
                  <a:pt x="3163798" y="839741"/>
                </a:cubicBezTo>
                <a:close/>
                <a:moveTo>
                  <a:pt x="5080587" y="832973"/>
                </a:moveTo>
                <a:lnTo>
                  <a:pt x="5089279" y="841134"/>
                </a:lnTo>
                <a:cubicBezTo>
                  <a:pt x="5082674" y="845980"/>
                  <a:pt x="5073981" y="850825"/>
                  <a:pt x="5067376" y="844449"/>
                </a:cubicBezTo>
                <a:cubicBezTo>
                  <a:pt x="5076068" y="841134"/>
                  <a:pt x="5069462" y="836288"/>
                  <a:pt x="5080587" y="832973"/>
                </a:cubicBezTo>
                <a:close/>
                <a:moveTo>
                  <a:pt x="3101551" y="832752"/>
                </a:moveTo>
                <a:cubicBezTo>
                  <a:pt x="3104147" y="833161"/>
                  <a:pt x="3106784" y="834356"/>
                  <a:pt x="3108926" y="834356"/>
                </a:cubicBezTo>
                <a:cubicBezTo>
                  <a:pt x="3106619" y="840643"/>
                  <a:pt x="3098378" y="839134"/>
                  <a:pt x="3094422" y="835864"/>
                </a:cubicBezTo>
                <a:cubicBezTo>
                  <a:pt x="3096400" y="832721"/>
                  <a:pt x="3098955" y="832343"/>
                  <a:pt x="3101551" y="832752"/>
                </a:cubicBezTo>
                <a:close/>
                <a:moveTo>
                  <a:pt x="1816920" y="832640"/>
                </a:moveTo>
                <a:cubicBezTo>
                  <a:pt x="1822565" y="832059"/>
                  <a:pt x="1827999" y="834124"/>
                  <a:pt x="1830206" y="839802"/>
                </a:cubicBezTo>
                <a:cubicBezTo>
                  <a:pt x="1823753" y="836447"/>
                  <a:pt x="1810849" y="842900"/>
                  <a:pt x="1802359" y="841351"/>
                </a:cubicBezTo>
                <a:cubicBezTo>
                  <a:pt x="1805416" y="836447"/>
                  <a:pt x="1811274" y="833221"/>
                  <a:pt x="1816920" y="832640"/>
                </a:cubicBezTo>
                <a:close/>
                <a:moveTo>
                  <a:pt x="2178810" y="829954"/>
                </a:moveTo>
                <a:cubicBezTo>
                  <a:pt x="2176772" y="836242"/>
                  <a:pt x="2163868" y="837751"/>
                  <a:pt x="2150964" y="839511"/>
                </a:cubicBezTo>
                <a:cubicBezTo>
                  <a:pt x="2161492" y="834733"/>
                  <a:pt x="2165906" y="828446"/>
                  <a:pt x="2178810" y="829954"/>
                </a:cubicBezTo>
                <a:close/>
                <a:moveTo>
                  <a:pt x="2975178" y="828038"/>
                </a:moveTo>
                <a:cubicBezTo>
                  <a:pt x="2985790" y="826182"/>
                  <a:pt x="2983736" y="832813"/>
                  <a:pt x="2994690" y="831222"/>
                </a:cubicBezTo>
                <a:cubicBezTo>
                  <a:pt x="2990240" y="842893"/>
                  <a:pt x="2983736" y="829630"/>
                  <a:pt x="2972781" y="836261"/>
                </a:cubicBezTo>
                <a:cubicBezTo>
                  <a:pt x="2975178" y="828038"/>
                  <a:pt x="2975178" y="828038"/>
                  <a:pt x="2975178" y="828038"/>
                </a:cubicBezTo>
                <a:close/>
                <a:moveTo>
                  <a:pt x="4401414" y="826182"/>
                </a:moveTo>
                <a:cubicBezTo>
                  <a:pt x="4415825" y="831028"/>
                  <a:pt x="4409602" y="840719"/>
                  <a:pt x="4403380" y="844035"/>
                </a:cubicBezTo>
                <a:cubicBezTo>
                  <a:pt x="4390934" y="837404"/>
                  <a:pt x="4409602" y="834343"/>
                  <a:pt x="4401414" y="826182"/>
                </a:cubicBezTo>
                <a:close/>
                <a:moveTo>
                  <a:pt x="3063898" y="825622"/>
                </a:moveTo>
                <a:cubicBezTo>
                  <a:pt x="3066037" y="824840"/>
                  <a:pt x="3067663" y="825653"/>
                  <a:pt x="3068861" y="829650"/>
                </a:cubicBezTo>
                <a:cubicBezTo>
                  <a:pt x="3062358" y="831150"/>
                  <a:pt x="3055853" y="840644"/>
                  <a:pt x="3055853" y="831150"/>
                </a:cubicBezTo>
                <a:cubicBezTo>
                  <a:pt x="3059106" y="828776"/>
                  <a:pt x="3061758" y="826402"/>
                  <a:pt x="3063898" y="825622"/>
                </a:cubicBezTo>
                <a:close/>
                <a:moveTo>
                  <a:pt x="5792812" y="823919"/>
                </a:moveTo>
                <a:cubicBezTo>
                  <a:pt x="5820616" y="838197"/>
                  <a:pt x="5792812" y="869050"/>
                  <a:pt x="5814174" y="888173"/>
                </a:cubicBezTo>
                <a:cubicBezTo>
                  <a:pt x="5773486" y="878484"/>
                  <a:pt x="5807732" y="849671"/>
                  <a:pt x="5792812" y="823919"/>
                </a:cubicBezTo>
                <a:close/>
                <a:moveTo>
                  <a:pt x="4456554" y="823919"/>
                </a:moveTo>
                <a:cubicBezTo>
                  <a:pt x="4469222" y="830385"/>
                  <a:pt x="4465222" y="831937"/>
                  <a:pt x="4458888" y="841768"/>
                </a:cubicBezTo>
                <a:cubicBezTo>
                  <a:pt x="4439887" y="840216"/>
                  <a:pt x="4456554" y="828833"/>
                  <a:pt x="4456554" y="823919"/>
                </a:cubicBezTo>
                <a:close/>
                <a:moveTo>
                  <a:pt x="5027901" y="821655"/>
                </a:moveTo>
                <a:cubicBezTo>
                  <a:pt x="5040347" y="821655"/>
                  <a:pt x="5025936" y="840644"/>
                  <a:pt x="5015456" y="835897"/>
                </a:cubicBezTo>
                <a:cubicBezTo>
                  <a:pt x="5017748" y="828151"/>
                  <a:pt x="5025936" y="828151"/>
                  <a:pt x="5027901" y="821655"/>
                </a:cubicBezTo>
                <a:close/>
                <a:moveTo>
                  <a:pt x="4631132" y="820523"/>
                </a:moveTo>
                <a:cubicBezTo>
                  <a:pt x="4637488" y="820523"/>
                  <a:pt x="4641836" y="823859"/>
                  <a:pt x="4648192" y="826938"/>
                </a:cubicBezTo>
                <a:cubicBezTo>
                  <a:pt x="4641836" y="831814"/>
                  <a:pt x="4639829" y="835150"/>
                  <a:pt x="4646185" y="840026"/>
                </a:cubicBezTo>
                <a:cubicBezTo>
                  <a:pt x="4641836" y="841565"/>
                  <a:pt x="4639829" y="841565"/>
                  <a:pt x="4635481" y="841565"/>
                </a:cubicBezTo>
                <a:cubicBezTo>
                  <a:pt x="4641836" y="848238"/>
                  <a:pt x="4635481" y="851317"/>
                  <a:pt x="4650198" y="851317"/>
                </a:cubicBezTo>
                <a:cubicBezTo>
                  <a:pt x="4637488" y="856193"/>
                  <a:pt x="4639829" y="861069"/>
                  <a:pt x="4639829" y="864405"/>
                </a:cubicBezTo>
                <a:cubicBezTo>
                  <a:pt x="4633474" y="856193"/>
                  <a:pt x="4637488" y="846442"/>
                  <a:pt x="4616415" y="846442"/>
                </a:cubicBezTo>
                <a:cubicBezTo>
                  <a:pt x="4622770" y="840026"/>
                  <a:pt x="4627119" y="835150"/>
                  <a:pt x="4637488" y="833354"/>
                </a:cubicBezTo>
                <a:cubicBezTo>
                  <a:pt x="4635481" y="830274"/>
                  <a:pt x="4620763" y="826938"/>
                  <a:pt x="4627119" y="823859"/>
                </a:cubicBezTo>
                <a:cubicBezTo>
                  <a:pt x="4633474" y="826938"/>
                  <a:pt x="4629126" y="822063"/>
                  <a:pt x="4631132" y="820523"/>
                </a:cubicBezTo>
                <a:close/>
                <a:moveTo>
                  <a:pt x="4362402" y="820523"/>
                </a:moveTo>
                <a:cubicBezTo>
                  <a:pt x="4362402" y="838387"/>
                  <a:pt x="4355796" y="851591"/>
                  <a:pt x="4344670" y="859876"/>
                </a:cubicBezTo>
                <a:cubicBezTo>
                  <a:pt x="4340498" y="846672"/>
                  <a:pt x="4349190" y="831915"/>
                  <a:pt x="4362402" y="820523"/>
                </a:cubicBezTo>
                <a:close/>
                <a:moveTo>
                  <a:pt x="4013324" y="819829"/>
                </a:moveTo>
                <a:cubicBezTo>
                  <a:pt x="4015693" y="819049"/>
                  <a:pt x="4020430" y="819409"/>
                  <a:pt x="4025674" y="821689"/>
                </a:cubicBezTo>
                <a:cubicBezTo>
                  <a:pt x="4023644" y="824810"/>
                  <a:pt x="4017216" y="821689"/>
                  <a:pt x="4015186" y="824810"/>
                </a:cubicBezTo>
                <a:cubicBezTo>
                  <a:pt x="4010956" y="822529"/>
                  <a:pt x="4010956" y="820608"/>
                  <a:pt x="4013324" y="819829"/>
                </a:cubicBezTo>
                <a:close/>
                <a:moveTo>
                  <a:pt x="5458522" y="817044"/>
                </a:moveTo>
                <a:cubicBezTo>
                  <a:pt x="5447758" y="821921"/>
                  <a:pt x="5454149" y="826797"/>
                  <a:pt x="5460540" y="833214"/>
                </a:cubicBezTo>
                <a:cubicBezTo>
                  <a:pt x="5466932" y="830134"/>
                  <a:pt x="5464578" y="826797"/>
                  <a:pt x="5468950" y="823718"/>
                </a:cubicBezTo>
                <a:cubicBezTo>
                  <a:pt x="5466932" y="817044"/>
                  <a:pt x="5462559" y="818841"/>
                  <a:pt x="5458522" y="817044"/>
                </a:cubicBezTo>
                <a:close/>
                <a:moveTo>
                  <a:pt x="2930738" y="815368"/>
                </a:moveTo>
                <a:cubicBezTo>
                  <a:pt x="2934867" y="815000"/>
                  <a:pt x="2940343" y="815799"/>
                  <a:pt x="2945732" y="815799"/>
                </a:cubicBezTo>
                <a:cubicBezTo>
                  <a:pt x="2945732" y="818998"/>
                  <a:pt x="2941560" y="817276"/>
                  <a:pt x="2937040" y="817276"/>
                </a:cubicBezTo>
                <a:cubicBezTo>
                  <a:pt x="2934954" y="818998"/>
                  <a:pt x="2934954" y="820474"/>
                  <a:pt x="2937040" y="820474"/>
                </a:cubicBezTo>
                <a:cubicBezTo>
                  <a:pt x="2934954" y="823673"/>
                  <a:pt x="2928348" y="821950"/>
                  <a:pt x="2923828" y="821950"/>
                </a:cubicBezTo>
                <a:cubicBezTo>
                  <a:pt x="2923828" y="817276"/>
                  <a:pt x="2926610" y="815738"/>
                  <a:pt x="2930738" y="815368"/>
                </a:cubicBezTo>
                <a:close/>
                <a:moveTo>
                  <a:pt x="3050489" y="814864"/>
                </a:moveTo>
                <a:cubicBezTo>
                  <a:pt x="3054940" y="814864"/>
                  <a:pt x="3052543" y="818134"/>
                  <a:pt x="3056994" y="818134"/>
                </a:cubicBezTo>
                <a:cubicBezTo>
                  <a:pt x="3054940" y="825930"/>
                  <a:pt x="3054940" y="825930"/>
                  <a:pt x="3054940" y="825930"/>
                </a:cubicBezTo>
                <a:cubicBezTo>
                  <a:pt x="3052543" y="822913"/>
                  <a:pt x="3048435" y="822913"/>
                  <a:pt x="3050489" y="814864"/>
                </a:cubicBezTo>
                <a:close/>
                <a:moveTo>
                  <a:pt x="2258482" y="814864"/>
                </a:moveTo>
                <a:cubicBezTo>
                  <a:pt x="2258482" y="818162"/>
                  <a:pt x="2260494" y="819684"/>
                  <a:pt x="2264852" y="819684"/>
                </a:cubicBezTo>
                <a:cubicBezTo>
                  <a:pt x="2250100" y="829323"/>
                  <a:pt x="2233000" y="826025"/>
                  <a:pt x="2216235" y="822982"/>
                </a:cubicBezTo>
                <a:cubicBezTo>
                  <a:pt x="2226630" y="814864"/>
                  <a:pt x="2243729" y="821206"/>
                  <a:pt x="2258482" y="814864"/>
                </a:cubicBezTo>
                <a:close/>
                <a:moveTo>
                  <a:pt x="2655639" y="809343"/>
                </a:moveTo>
                <a:cubicBezTo>
                  <a:pt x="2651145" y="810174"/>
                  <a:pt x="2647448" y="811837"/>
                  <a:pt x="2645264" y="814267"/>
                </a:cubicBezTo>
                <a:cubicBezTo>
                  <a:pt x="2651648" y="819128"/>
                  <a:pt x="2672818" y="817337"/>
                  <a:pt x="2670802" y="809407"/>
                </a:cubicBezTo>
                <a:cubicBezTo>
                  <a:pt x="2665426" y="808512"/>
                  <a:pt x="2660133" y="808512"/>
                  <a:pt x="2655639" y="809343"/>
                </a:cubicBezTo>
                <a:close/>
                <a:moveTo>
                  <a:pt x="2745324" y="809205"/>
                </a:moveTo>
                <a:cubicBezTo>
                  <a:pt x="2753894" y="809205"/>
                  <a:pt x="2753894" y="809205"/>
                  <a:pt x="2753894" y="809205"/>
                </a:cubicBezTo>
                <a:cubicBezTo>
                  <a:pt x="2751586" y="812250"/>
                  <a:pt x="2753894" y="812250"/>
                  <a:pt x="2755872" y="812250"/>
                </a:cubicBezTo>
                <a:cubicBezTo>
                  <a:pt x="2747630" y="815547"/>
                  <a:pt x="2739060" y="821889"/>
                  <a:pt x="2726533" y="823665"/>
                </a:cubicBezTo>
                <a:cubicBezTo>
                  <a:pt x="2726533" y="814025"/>
                  <a:pt x="2743345" y="820367"/>
                  <a:pt x="2745324" y="809205"/>
                </a:cubicBezTo>
                <a:close/>
                <a:moveTo>
                  <a:pt x="4308413" y="806942"/>
                </a:moveTo>
                <a:cubicBezTo>
                  <a:pt x="4312821" y="808770"/>
                  <a:pt x="4314855" y="808770"/>
                  <a:pt x="4314855" y="806942"/>
                </a:cubicBezTo>
                <a:cubicBezTo>
                  <a:pt x="4319264" y="808770"/>
                  <a:pt x="4319264" y="811904"/>
                  <a:pt x="4321298" y="810337"/>
                </a:cubicBezTo>
                <a:cubicBezTo>
                  <a:pt x="4329774" y="815299"/>
                  <a:pt x="4314855" y="816866"/>
                  <a:pt x="4308413" y="813732"/>
                </a:cubicBezTo>
                <a:cubicBezTo>
                  <a:pt x="4306379" y="811904"/>
                  <a:pt x="4306379" y="808770"/>
                  <a:pt x="4308413" y="806942"/>
                </a:cubicBezTo>
                <a:close/>
                <a:moveTo>
                  <a:pt x="2411223" y="806942"/>
                </a:moveTo>
                <a:cubicBezTo>
                  <a:pt x="2413200" y="818186"/>
                  <a:pt x="2413200" y="818186"/>
                  <a:pt x="2413200" y="818186"/>
                </a:cubicBezTo>
                <a:cubicBezTo>
                  <a:pt x="2413200" y="810190"/>
                  <a:pt x="2386170" y="808691"/>
                  <a:pt x="2398696" y="816437"/>
                </a:cubicBezTo>
                <a:cubicBezTo>
                  <a:pt x="2394410" y="825932"/>
                  <a:pt x="2388476" y="811689"/>
                  <a:pt x="2377928" y="814938"/>
                </a:cubicBezTo>
                <a:cubicBezTo>
                  <a:pt x="2384191" y="810190"/>
                  <a:pt x="2396718" y="806942"/>
                  <a:pt x="2411223" y="806942"/>
                </a:cubicBezTo>
                <a:close/>
                <a:moveTo>
                  <a:pt x="4510710" y="806730"/>
                </a:moveTo>
                <a:cubicBezTo>
                  <a:pt x="4521560" y="803547"/>
                  <a:pt x="4530037" y="811770"/>
                  <a:pt x="4525630" y="820258"/>
                </a:cubicBezTo>
                <a:cubicBezTo>
                  <a:pt x="4515118" y="818666"/>
                  <a:pt x="4506642" y="815218"/>
                  <a:pt x="4510710" y="806730"/>
                </a:cubicBezTo>
                <a:close/>
                <a:moveTo>
                  <a:pt x="4262130" y="806084"/>
                </a:moveTo>
                <a:cubicBezTo>
                  <a:pt x="4264148" y="810960"/>
                  <a:pt x="4262130" y="814296"/>
                  <a:pt x="4272560" y="819171"/>
                </a:cubicBezTo>
                <a:cubicBezTo>
                  <a:pt x="4274914" y="814296"/>
                  <a:pt x="4276934" y="810960"/>
                  <a:pt x="4270541" y="807624"/>
                </a:cubicBezTo>
                <a:cubicBezTo>
                  <a:pt x="4268522" y="807624"/>
                  <a:pt x="4266167" y="807624"/>
                  <a:pt x="4262130" y="806084"/>
                </a:cubicBezTo>
                <a:close/>
                <a:moveTo>
                  <a:pt x="4644012" y="803547"/>
                </a:moveTo>
                <a:cubicBezTo>
                  <a:pt x="4654651" y="808587"/>
                  <a:pt x="4648334" y="815218"/>
                  <a:pt x="4646338" y="820258"/>
                </a:cubicBezTo>
                <a:cubicBezTo>
                  <a:pt x="4648334" y="815218"/>
                  <a:pt x="4635699" y="810178"/>
                  <a:pt x="4644012" y="803547"/>
                </a:cubicBezTo>
                <a:close/>
                <a:moveTo>
                  <a:pt x="4969363" y="801970"/>
                </a:moveTo>
                <a:cubicBezTo>
                  <a:pt x="4971546" y="801385"/>
                  <a:pt x="4973920" y="801495"/>
                  <a:pt x="4976547" y="802698"/>
                </a:cubicBezTo>
                <a:cubicBezTo>
                  <a:pt x="4963663" y="805736"/>
                  <a:pt x="4961628" y="816875"/>
                  <a:pt x="4953152" y="815356"/>
                </a:cubicBezTo>
                <a:cubicBezTo>
                  <a:pt x="4957982" y="811748"/>
                  <a:pt x="4962816" y="803727"/>
                  <a:pt x="4969363" y="801970"/>
                </a:cubicBezTo>
                <a:close/>
                <a:moveTo>
                  <a:pt x="5392454" y="801283"/>
                </a:moveTo>
                <a:cubicBezTo>
                  <a:pt x="5400811" y="809332"/>
                  <a:pt x="5381757" y="815619"/>
                  <a:pt x="5383762" y="823667"/>
                </a:cubicBezTo>
                <a:cubicBezTo>
                  <a:pt x="5377411" y="815619"/>
                  <a:pt x="5379750" y="809332"/>
                  <a:pt x="5392454" y="801283"/>
                </a:cubicBezTo>
                <a:close/>
                <a:moveTo>
                  <a:pt x="2816681" y="795624"/>
                </a:moveTo>
                <a:cubicBezTo>
                  <a:pt x="2803752" y="798894"/>
                  <a:pt x="2792865" y="803672"/>
                  <a:pt x="2779936" y="806690"/>
                </a:cubicBezTo>
                <a:cubicBezTo>
                  <a:pt x="2786400" y="797384"/>
                  <a:pt x="2799330" y="795624"/>
                  <a:pt x="2816681" y="795624"/>
                </a:cubicBezTo>
                <a:close/>
                <a:moveTo>
                  <a:pt x="2741032" y="789966"/>
                </a:moveTo>
                <a:cubicBezTo>
                  <a:pt x="2736663" y="803012"/>
                  <a:pt x="2713141" y="789966"/>
                  <a:pt x="2709109" y="794826"/>
                </a:cubicBezTo>
                <a:cubicBezTo>
                  <a:pt x="2709109" y="803012"/>
                  <a:pt x="2719526" y="801221"/>
                  <a:pt x="2730278" y="801221"/>
                </a:cubicBezTo>
                <a:cubicBezTo>
                  <a:pt x="2725910" y="803012"/>
                  <a:pt x="2723894" y="809407"/>
                  <a:pt x="2728262" y="809407"/>
                </a:cubicBezTo>
                <a:cubicBezTo>
                  <a:pt x="2711125" y="820663"/>
                  <a:pt x="2700372" y="801221"/>
                  <a:pt x="2675170" y="809407"/>
                </a:cubicBezTo>
                <a:cubicBezTo>
                  <a:pt x="2687940" y="812476"/>
                  <a:pt x="2689955" y="819128"/>
                  <a:pt x="2713141" y="820663"/>
                </a:cubicBezTo>
                <a:cubicBezTo>
                  <a:pt x="2698356" y="823988"/>
                  <a:pt x="2683571" y="823988"/>
                  <a:pt x="2670802" y="823988"/>
                </a:cubicBezTo>
                <a:cubicBezTo>
                  <a:pt x="2653665" y="822197"/>
                  <a:pt x="2636864" y="820663"/>
                  <a:pt x="2619726" y="815802"/>
                </a:cubicBezTo>
                <a:cubicBezTo>
                  <a:pt x="2638880" y="827057"/>
                  <a:pt x="2606957" y="814267"/>
                  <a:pt x="2598556" y="822197"/>
                </a:cubicBezTo>
                <a:cubicBezTo>
                  <a:pt x="2590156" y="819128"/>
                  <a:pt x="2609309" y="817337"/>
                  <a:pt x="2594524" y="812476"/>
                </a:cubicBezTo>
                <a:cubicBezTo>
                  <a:pt x="2590156" y="815802"/>
                  <a:pt x="2585788" y="819128"/>
                  <a:pt x="2581755" y="822197"/>
                </a:cubicBezTo>
                <a:cubicBezTo>
                  <a:pt x="2562602" y="810942"/>
                  <a:pt x="2532696" y="817337"/>
                  <a:pt x="2507494" y="819128"/>
                </a:cubicBezTo>
                <a:cubicBezTo>
                  <a:pt x="2519927" y="798152"/>
                  <a:pt x="2566634" y="812476"/>
                  <a:pt x="2581755" y="806081"/>
                </a:cubicBezTo>
                <a:cubicBezTo>
                  <a:pt x="2568986" y="789966"/>
                  <a:pt x="2522279" y="809407"/>
                  <a:pt x="2494725" y="799686"/>
                </a:cubicBezTo>
                <a:cubicBezTo>
                  <a:pt x="2477588" y="803012"/>
                  <a:pt x="2496741" y="810942"/>
                  <a:pt x="2485988" y="817337"/>
                </a:cubicBezTo>
                <a:cubicBezTo>
                  <a:pt x="2473219" y="814267"/>
                  <a:pt x="2454066" y="809407"/>
                  <a:pt x="2448017" y="819128"/>
                </a:cubicBezTo>
                <a:cubicBezTo>
                  <a:pt x="2437265" y="814267"/>
                  <a:pt x="2462803" y="807616"/>
                  <a:pt x="2477588" y="809407"/>
                </a:cubicBezTo>
                <a:cubicBezTo>
                  <a:pt x="2477588" y="806081"/>
                  <a:pt x="2473219" y="807616"/>
                  <a:pt x="2469187" y="806081"/>
                </a:cubicBezTo>
                <a:cubicBezTo>
                  <a:pt x="2469187" y="804546"/>
                  <a:pt x="2473219" y="804546"/>
                  <a:pt x="2477588" y="803012"/>
                </a:cubicBezTo>
                <a:cubicBezTo>
                  <a:pt x="2471204" y="799686"/>
                  <a:pt x="2458434" y="799686"/>
                  <a:pt x="2452050" y="796361"/>
                </a:cubicBezTo>
                <a:cubicBezTo>
                  <a:pt x="2505142" y="794826"/>
                  <a:pt x="2553865" y="793291"/>
                  <a:pt x="2602925" y="793291"/>
                </a:cubicBezTo>
                <a:cubicBezTo>
                  <a:pt x="2647280" y="791501"/>
                  <a:pt x="2691972" y="791501"/>
                  <a:pt x="2741032" y="789966"/>
                </a:cubicBezTo>
                <a:close/>
                <a:moveTo>
                  <a:pt x="4997306" y="778176"/>
                </a:moveTo>
                <a:cubicBezTo>
                  <a:pt x="4990701" y="786107"/>
                  <a:pt x="4984096" y="794296"/>
                  <a:pt x="4982009" y="805554"/>
                </a:cubicBezTo>
                <a:cubicBezTo>
                  <a:pt x="4977489" y="795831"/>
                  <a:pt x="4975404" y="776385"/>
                  <a:pt x="4997306" y="778176"/>
                </a:cubicBezTo>
                <a:close/>
                <a:moveTo>
                  <a:pt x="4626821" y="775253"/>
                </a:moveTo>
                <a:cubicBezTo>
                  <a:pt x="4645752" y="778615"/>
                  <a:pt x="4620510" y="799828"/>
                  <a:pt x="4620510" y="811210"/>
                </a:cubicBezTo>
                <a:cubicBezTo>
                  <a:pt x="4601580" y="801380"/>
                  <a:pt x="4633131" y="785082"/>
                  <a:pt x="4626821" y="775253"/>
                </a:cubicBezTo>
                <a:close/>
                <a:moveTo>
                  <a:pt x="5334044" y="763394"/>
                </a:moveTo>
                <a:cubicBezTo>
                  <a:pt x="5329524" y="766346"/>
                  <a:pt x="5331958" y="769544"/>
                  <a:pt x="5329524" y="772743"/>
                </a:cubicBezTo>
                <a:cubicBezTo>
                  <a:pt x="5322918" y="769544"/>
                  <a:pt x="5316312" y="772743"/>
                  <a:pt x="5312140" y="768069"/>
                </a:cubicBezTo>
                <a:cubicBezTo>
                  <a:pt x="5318746" y="763394"/>
                  <a:pt x="5327438" y="761672"/>
                  <a:pt x="5334044" y="763394"/>
                </a:cubicBezTo>
                <a:close/>
                <a:moveTo>
                  <a:pt x="4658952" y="761672"/>
                </a:moveTo>
                <a:lnTo>
                  <a:pt x="4669479" y="768069"/>
                </a:lnTo>
                <a:cubicBezTo>
                  <a:pt x="4660988" y="771021"/>
                  <a:pt x="4650122" y="772743"/>
                  <a:pt x="4641632" y="771021"/>
                </a:cubicBezTo>
                <a:cubicBezTo>
                  <a:pt x="4650122" y="768069"/>
                  <a:pt x="4658952" y="768069"/>
                  <a:pt x="4658952" y="761672"/>
                </a:cubicBezTo>
                <a:close/>
                <a:moveTo>
                  <a:pt x="4596513" y="760540"/>
                </a:moveTo>
                <a:cubicBezTo>
                  <a:pt x="4602736" y="767024"/>
                  <a:pt x="4596513" y="776880"/>
                  <a:pt x="4596513" y="785179"/>
                </a:cubicBezTo>
                <a:cubicBezTo>
                  <a:pt x="4577846" y="783623"/>
                  <a:pt x="4596513" y="768839"/>
                  <a:pt x="4596513" y="760540"/>
                </a:cubicBezTo>
                <a:close/>
                <a:moveTo>
                  <a:pt x="4924215" y="758277"/>
                </a:moveTo>
                <a:cubicBezTo>
                  <a:pt x="4930566" y="764744"/>
                  <a:pt x="4926221" y="769658"/>
                  <a:pt x="4921875" y="776126"/>
                </a:cubicBezTo>
                <a:cubicBezTo>
                  <a:pt x="4907166" y="769658"/>
                  <a:pt x="4921875" y="764744"/>
                  <a:pt x="4924215" y="758277"/>
                </a:cubicBezTo>
                <a:close/>
                <a:moveTo>
                  <a:pt x="4514541" y="753750"/>
                </a:moveTo>
                <a:cubicBezTo>
                  <a:pt x="4531520" y="758611"/>
                  <a:pt x="4503674" y="766543"/>
                  <a:pt x="4523030" y="768335"/>
                </a:cubicBezTo>
                <a:cubicBezTo>
                  <a:pt x="4516578" y="782919"/>
                  <a:pt x="4516578" y="782919"/>
                  <a:pt x="4516578" y="782919"/>
                </a:cubicBezTo>
                <a:cubicBezTo>
                  <a:pt x="4508089" y="773196"/>
                  <a:pt x="4506052" y="763472"/>
                  <a:pt x="4514541" y="753750"/>
                </a:cubicBezTo>
                <a:close/>
                <a:moveTo>
                  <a:pt x="4301590" y="753725"/>
                </a:moveTo>
                <a:cubicBezTo>
                  <a:pt x="4284271" y="755282"/>
                  <a:pt x="4288685" y="765137"/>
                  <a:pt x="4284271" y="774993"/>
                </a:cubicBezTo>
                <a:cubicBezTo>
                  <a:pt x="4275780" y="766693"/>
                  <a:pt x="4273744" y="750354"/>
                  <a:pt x="4301590" y="753725"/>
                </a:cubicBezTo>
                <a:close/>
                <a:moveTo>
                  <a:pt x="4004893" y="752684"/>
                </a:moveTo>
                <a:cubicBezTo>
                  <a:pt x="4008828" y="752303"/>
                  <a:pt x="4013808" y="752995"/>
                  <a:pt x="4019734" y="755384"/>
                </a:cubicBezTo>
                <a:cubicBezTo>
                  <a:pt x="4009086" y="755384"/>
                  <a:pt x="4002558" y="760162"/>
                  <a:pt x="4000497" y="768210"/>
                </a:cubicBezTo>
                <a:cubicBezTo>
                  <a:pt x="3990706" y="764627"/>
                  <a:pt x="3993090" y="753828"/>
                  <a:pt x="4004893" y="752684"/>
                </a:cubicBezTo>
                <a:close/>
                <a:moveTo>
                  <a:pt x="5315974" y="743564"/>
                </a:moveTo>
                <a:cubicBezTo>
                  <a:pt x="5322198" y="748478"/>
                  <a:pt x="5314009" y="754945"/>
                  <a:pt x="5309752" y="761413"/>
                </a:cubicBezTo>
                <a:cubicBezTo>
                  <a:pt x="5297306" y="754945"/>
                  <a:pt x="5309752" y="748478"/>
                  <a:pt x="5315974" y="743564"/>
                </a:cubicBezTo>
                <a:close/>
                <a:moveTo>
                  <a:pt x="5054132" y="743564"/>
                </a:moveTo>
                <a:cubicBezTo>
                  <a:pt x="5064660" y="750040"/>
                  <a:pt x="5067036" y="753408"/>
                  <a:pt x="5056169" y="763254"/>
                </a:cubicBezTo>
                <a:cubicBezTo>
                  <a:pt x="5039190" y="764808"/>
                  <a:pt x="5054132" y="751854"/>
                  <a:pt x="5054132" y="743564"/>
                </a:cubicBezTo>
                <a:close/>
                <a:moveTo>
                  <a:pt x="4442042" y="742200"/>
                </a:moveTo>
                <a:cubicBezTo>
                  <a:pt x="4444700" y="740929"/>
                  <a:pt x="4448379" y="740566"/>
                  <a:pt x="4453823" y="742207"/>
                </a:cubicBezTo>
                <a:cubicBezTo>
                  <a:pt x="4455865" y="761148"/>
                  <a:pt x="4427966" y="754834"/>
                  <a:pt x="4432048" y="765946"/>
                </a:cubicBezTo>
                <a:cubicBezTo>
                  <a:pt x="4419119" y="764431"/>
                  <a:pt x="4419119" y="764431"/>
                  <a:pt x="4419119" y="764431"/>
                </a:cubicBezTo>
                <a:cubicBezTo>
                  <a:pt x="4425584" y="748521"/>
                  <a:pt x="4425584" y="748521"/>
                  <a:pt x="4425584" y="748521"/>
                </a:cubicBezTo>
                <a:cubicBezTo>
                  <a:pt x="4435280" y="757991"/>
                  <a:pt x="4434068" y="746011"/>
                  <a:pt x="4442042" y="742200"/>
                </a:cubicBezTo>
                <a:close/>
                <a:moveTo>
                  <a:pt x="5334786" y="740559"/>
                </a:moveTo>
                <a:cubicBezTo>
                  <a:pt x="5330613" y="745378"/>
                  <a:pt x="5345912" y="750198"/>
                  <a:pt x="5330613" y="753496"/>
                </a:cubicBezTo>
                <a:cubicBezTo>
                  <a:pt x="5324008" y="750198"/>
                  <a:pt x="5326093" y="739036"/>
                  <a:pt x="5334786" y="740559"/>
                </a:cubicBezTo>
                <a:close/>
                <a:moveTo>
                  <a:pt x="4668195" y="740169"/>
                </a:moveTo>
                <a:cubicBezTo>
                  <a:pt x="4676887" y="744988"/>
                  <a:pt x="4676887" y="749808"/>
                  <a:pt x="4665762" y="754627"/>
                </a:cubicBezTo>
                <a:cubicBezTo>
                  <a:pt x="4659504" y="753105"/>
                  <a:pt x="4665762" y="749808"/>
                  <a:pt x="4654984" y="746764"/>
                </a:cubicBezTo>
                <a:cubicBezTo>
                  <a:pt x="4659504" y="744988"/>
                  <a:pt x="4663676" y="741944"/>
                  <a:pt x="4668195" y="740169"/>
                </a:cubicBezTo>
                <a:close/>
                <a:moveTo>
                  <a:pt x="4292863" y="735642"/>
                </a:moveTo>
                <a:cubicBezTo>
                  <a:pt x="4294841" y="739036"/>
                  <a:pt x="4303082" y="752356"/>
                  <a:pt x="4288578" y="748961"/>
                </a:cubicBezTo>
                <a:cubicBezTo>
                  <a:pt x="4294841" y="743999"/>
                  <a:pt x="4290556" y="742432"/>
                  <a:pt x="4292863" y="735642"/>
                </a:cubicBezTo>
                <a:close/>
                <a:moveTo>
                  <a:pt x="4210286" y="731115"/>
                </a:moveTo>
                <a:cubicBezTo>
                  <a:pt x="4216550" y="732723"/>
                  <a:pt x="4210286" y="737815"/>
                  <a:pt x="4218528" y="739424"/>
                </a:cubicBezTo>
                <a:cubicBezTo>
                  <a:pt x="4216550" y="741032"/>
                  <a:pt x="4208308" y="737815"/>
                  <a:pt x="4204023" y="735939"/>
                </a:cubicBezTo>
                <a:cubicBezTo>
                  <a:pt x="4208308" y="735939"/>
                  <a:pt x="4210286" y="734331"/>
                  <a:pt x="4210286" y="731115"/>
                </a:cubicBezTo>
                <a:close/>
                <a:moveTo>
                  <a:pt x="4828428" y="727719"/>
                </a:moveTo>
                <a:cubicBezTo>
                  <a:pt x="4847494" y="735632"/>
                  <a:pt x="4830436" y="748652"/>
                  <a:pt x="4826421" y="761416"/>
                </a:cubicBezTo>
                <a:cubicBezTo>
                  <a:pt x="4813710" y="751971"/>
                  <a:pt x="4830436" y="740483"/>
                  <a:pt x="4828428" y="727719"/>
                </a:cubicBezTo>
                <a:close/>
                <a:moveTo>
                  <a:pt x="4181385" y="721915"/>
                </a:moveTo>
                <a:cubicBezTo>
                  <a:pt x="4177012" y="721915"/>
                  <a:pt x="4170620" y="728331"/>
                  <a:pt x="4177012" y="729870"/>
                </a:cubicBezTo>
                <a:cubicBezTo>
                  <a:pt x="4179030" y="729870"/>
                  <a:pt x="4181385" y="729870"/>
                  <a:pt x="4185423" y="731666"/>
                </a:cubicBezTo>
                <a:cubicBezTo>
                  <a:pt x="4183404" y="733206"/>
                  <a:pt x="4183404" y="734745"/>
                  <a:pt x="4185423" y="734745"/>
                </a:cubicBezTo>
                <a:cubicBezTo>
                  <a:pt x="4185423" y="729870"/>
                  <a:pt x="4194170" y="731666"/>
                  <a:pt x="4194170" y="728331"/>
                </a:cubicBezTo>
                <a:cubicBezTo>
                  <a:pt x="4183404" y="726791"/>
                  <a:pt x="4187778" y="723455"/>
                  <a:pt x="4181385" y="721915"/>
                </a:cubicBezTo>
                <a:close/>
                <a:moveTo>
                  <a:pt x="4224502" y="719797"/>
                </a:moveTo>
                <a:cubicBezTo>
                  <a:pt x="4230398" y="724759"/>
                  <a:pt x="4209764" y="723192"/>
                  <a:pt x="4214022" y="729721"/>
                </a:cubicBezTo>
                <a:cubicBezTo>
                  <a:pt x="4205506" y="724759"/>
                  <a:pt x="4217952" y="719797"/>
                  <a:pt x="4224502" y="719797"/>
                </a:cubicBezTo>
                <a:close/>
                <a:moveTo>
                  <a:pt x="4932879" y="708479"/>
                </a:moveTo>
                <a:cubicBezTo>
                  <a:pt x="4945405" y="708479"/>
                  <a:pt x="4941120" y="718119"/>
                  <a:pt x="4939142" y="722938"/>
                </a:cubicBezTo>
                <a:cubicBezTo>
                  <a:pt x="4932879" y="718119"/>
                  <a:pt x="4930900" y="713299"/>
                  <a:pt x="4932879" y="708479"/>
                </a:cubicBezTo>
                <a:close/>
                <a:moveTo>
                  <a:pt x="4299704" y="708479"/>
                </a:moveTo>
                <a:cubicBezTo>
                  <a:pt x="4310482" y="721306"/>
                  <a:pt x="4303876" y="719545"/>
                  <a:pt x="4301790" y="735390"/>
                </a:cubicBezTo>
                <a:cubicBezTo>
                  <a:pt x="4288578" y="729103"/>
                  <a:pt x="4297270" y="718036"/>
                  <a:pt x="4299704" y="708479"/>
                </a:cubicBezTo>
                <a:close/>
                <a:moveTo>
                  <a:pt x="4394110" y="705235"/>
                </a:moveTo>
                <a:cubicBezTo>
                  <a:pt x="4390595" y="706034"/>
                  <a:pt x="4387377" y="708017"/>
                  <a:pt x="4384159" y="709551"/>
                </a:cubicBezTo>
                <a:cubicBezTo>
                  <a:pt x="4388563" y="716202"/>
                  <a:pt x="4403467" y="716202"/>
                  <a:pt x="4405838" y="708016"/>
                </a:cubicBezTo>
                <a:cubicBezTo>
                  <a:pt x="4401434" y="704819"/>
                  <a:pt x="4397624" y="704435"/>
                  <a:pt x="4394110" y="705235"/>
                </a:cubicBezTo>
                <a:close/>
                <a:moveTo>
                  <a:pt x="5046092" y="703952"/>
                </a:moveTo>
                <a:cubicBezTo>
                  <a:pt x="5049962" y="710349"/>
                  <a:pt x="5052219" y="728260"/>
                  <a:pt x="5043834" y="733122"/>
                </a:cubicBezTo>
                <a:cubicBezTo>
                  <a:pt x="5039965" y="724934"/>
                  <a:pt x="5037707" y="708814"/>
                  <a:pt x="5046092" y="703952"/>
                </a:cubicBezTo>
                <a:close/>
                <a:moveTo>
                  <a:pt x="5007432" y="703952"/>
                </a:moveTo>
                <a:cubicBezTo>
                  <a:pt x="5032921" y="710425"/>
                  <a:pt x="5003072" y="726994"/>
                  <a:pt x="5015817" y="741492"/>
                </a:cubicBezTo>
                <a:cubicBezTo>
                  <a:pt x="5009444" y="743305"/>
                  <a:pt x="5003072" y="743305"/>
                  <a:pt x="4994688" y="741492"/>
                </a:cubicBezTo>
                <a:cubicBezTo>
                  <a:pt x="5003072" y="725182"/>
                  <a:pt x="5003072" y="722075"/>
                  <a:pt x="5007432" y="703952"/>
                </a:cubicBezTo>
                <a:close/>
                <a:moveTo>
                  <a:pt x="4469222" y="695705"/>
                </a:moveTo>
                <a:cubicBezTo>
                  <a:pt x="4460911" y="708755"/>
                  <a:pt x="4465232" y="713617"/>
                  <a:pt x="4454594" y="721805"/>
                </a:cubicBezTo>
                <a:cubicBezTo>
                  <a:pt x="4450272" y="718478"/>
                  <a:pt x="4452599" y="692635"/>
                  <a:pt x="4469222" y="695705"/>
                </a:cubicBezTo>
                <a:close/>
                <a:moveTo>
                  <a:pt x="5486247" y="693766"/>
                </a:moveTo>
                <a:cubicBezTo>
                  <a:pt x="5501134" y="701933"/>
                  <a:pt x="5499104" y="709844"/>
                  <a:pt x="5503164" y="719542"/>
                </a:cubicBezTo>
                <a:cubicBezTo>
                  <a:pt x="5490307" y="708313"/>
                  <a:pt x="5484218" y="700146"/>
                  <a:pt x="5486247" y="693766"/>
                </a:cubicBezTo>
                <a:close/>
                <a:moveTo>
                  <a:pt x="4302499" y="693766"/>
                </a:moveTo>
                <a:cubicBezTo>
                  <a:pt x="4309004" y="693766"/>
                  <a:pt x="4313454" y="704832"/>
                  <a:pt x="4300445" y="701814"/>
                </a:cubicBezTo>
                <a:cubicBezTo>
                  <a:pt x="4306950" y="698545"/>
                  <a:pt x="4302499" y="698545"/>
                  <a:pt x="4302499" y="693766"/>
                </a:cubicBezTo>
                <a:close/>
                <a:moveTo>
                  <a:pt x="4094038" y="693766"/>
                </a:moveTo>
                <a:cubicBezTo>
                  <a:pt x="4119133" y="693766"/>
                  <a:pt x="4091695" y="705437"/>
                  <a:pt x="4096044" y="710478"/>
                </a:cubicBezTo>
                <a:cubicBezTo>
                  <a:pt x="4074964" y="705437"/>
                  <a:pt x="4104410" y="697215"/>
                  <a:pt x="4094038" y="693766"/>
                </a:cubicBezTo>
                <a:close/>
                <a:moveTo>
                  <a:pt x="4028536" y="680014"/>
                </a:moveTo>
                <a:cubicBezTo>
                  <a:pt x="4032052" y="681939"/>
                  <a:pt x="4030824" y="690786"/>
                  <a:pt x="4035490" y="686003"/>
                </a:cubicBezTo>
                <a:cubicBezTo>
                  <a:pt x="4047936" y="687534"/>
                  <a:pt x="4033525" y="692380"/>
                  <a:pt x="4033525" y="692380"/>
                </a:cubicBezTo>
                <a:cubicBezTo>
                  <a:pt x="4023046" y="690594"/>
                  <a:pt x="4033525" y="684218"/>
                  <a:pt x="4023046" y="681158"/>
                </a:cubicBezTo>
                <a:cubicBezTo>
                  <a:pt x="4025666" y="679500"/>
                  <a:pt x="4027364" y="679372"/>
                  <a:pt x="4028536" y="680014"/>
                </a:cubicBezTo>
                <a:close/>
                <a:moveTo>
                  <a:pt x="4895051" y="677674"/>
                </a:moveTo>
                <a:cubicBezTo>
                  <a:pt x="4877894" y="682550"/>
                  <a:pt x="4903461" y="687427"/>
                  <a:pt x="4886641" y="692303"/>
                </a:cubicBezTo>
                <a:cubicBezTo>
                  <a:pt x="4890678" y="695384"/>
                  <a:pt x="4897070" y="693844"/>
                  <a:pt x="4893032" y="697180"/>
                </a:cubicBezTo>
                <a:cubicBezTo>
                  <a:pt x="4903461" y="697180"/>
                  <a:pt x="4907834" y="682550"/>
                  <a:pt x="4895051" y="677674"/>
                </a:cubicBezTo>
                <a:close/>
                <a:moveTo>
                  <a:pt x="4041312" y="674527"/>
                </a:moveTo>
                <a:cubicBezTo>
                  <a:pt x="4053858" y="676355"/>
                  <a:pt x="4049789" y="682884"/>
                  <a:pt x="4043347" y="684451"/>
                </a:cubicBezTo>
                <a:cubicBezTo>
                  <a:pt x="4030462" y="682884"/>
                  <a:pt x="4034870" y="676355"/>
                  <a:pt x="4041312" y="674527"/>
                </a:cubicBezTo>
                <a:close/>
                <a:moveTo>
                  <a:pt x="5103098" y="672717"/>
                </a:moveTo>
                <a:cubicBezTo>
                  <a:pt x="5112662" y="674237"/>
                  <a:pt x="5122412" y="683817"/>
                  <a:pt x="5119412" y="692375"/>
                </a:cubicBezTo>
                <a:cubicBezTo>
                  <a:pt x="5104745" y="690559"/>
                  <a:pt x="5104745" y="690559"/>
                  <a:pt x="5104745" y="690559"/>
                </a:cubicBezTo>
                <a:cubicBezTo>
                  <a:pt x="5111078" y="679148"/>
                  <a:pt x="5100411" y="679148"/>
                  <a:pt x="5094078" y="674220"/>
                </a:cubicBezTo>
                <a:cubicBezTo>
                  <a:pt x="5096744" y="672599"/>
                  <a:pt x="5099911" y="672210"/>
                  <a:pt x="5103098" y="672717"/>
                </a:cubicBezTo>
                <a:close/>
                <a:moveTo>
                  <a:pt x="4238808" y="672263"/>
                </a:moveTo>
                <a:cubicBezTo>
                  <a:pt x="4254120" y="675626"/>
                  <a:pt x="4241190" y="687009"/>
                  <a:pt x="4236766" y="690113"/>
                </a:cubicBezTo>
                <a:cubicBezTo>
                  <a:pt x="4217374" y="685456"/>
                  <a:pt x="4241190" y="682093"/>
                  <a:pt x="4238808" y="672263"/>
                </a:cubicBezTo>
                <a:close/>
                <a:moveTo>
                  <a:pt x="4871098" y="670643"/>
                </a:moveTo>
                <a:cubicBezTo>
                  <a:pt x="4860246" y="673687"/>
                  <a:pt x="4881608" y="678507"/>
                  <a:pt x="4871098" y="683327"/>
                </a:cubicBezTo>
                <a:cubicBezTo>
                  <a:pt x="4858212" y="680283"/>
                  <a:pt x="4862281" y="668868"/>
                  <a:pt x="4871098" y="670643"/>
                </a:cubicBezTo>
                <a:close/>
                <a:moveTo>
                  <a:pt x="5486373" y="667736"/>
                </a:moveTo>
                <a:cubicBezTo>
                  <a:pt x="5497151" y="672484"/>
                  <a:pt x="5492978" y="678730"/>
                  <a:pt x="5501671" y="678730"/>
                </a:cubicBezTo>
                <a:cubicBezTo>
                  <a:pt x="5495066" y="681978"/>
                  <a:pt x="5497151" y="686725"/>
                  <a:pt x="5492978" y="685226"/>
                </a:cubicBezTo>
                <a:cubicBezTo>
                  <a:pt x="5490546" y="680479"/>
                  <a:pt x="5479768" y="680479"/>
                  <a:pt x="5486373" y="667736"/>
                </a:cubicBezTo>
                <a:close/>
                <a:moveTo>
                  <a:pt x="5077420" y="666604"/>
                </a:moveTo>
                <a:cubicBezTo>
                  <a:pt x="5077420" y="695787"/>
                  <a:pt x="5070968" y="718771"/>
                  <a:pt x="5060441" y="743305"/>
                </a:cubicBezTo>
                <a:cubicBezTo>
                  <a:pt x="5049574" y="717221"/>
                  <a:pt x="5070968" y="689330"/>
                  <a:pt x="5077420" y="666604"/>
                </a:cubicBezTo>
                <a:close/>
                <a:moveTo>
                  <a:pt x="4343126" y="666471"/>
                </a:moveTo>
                <a:cubicBezTo>
                  <a:pt x="4348423" y="666471"/>
                  <a:pt x="4354781" y="667302"/>
                  <a:pt x="4359020" y="666534"/>
                </a:cubicBezTo>
                <a:cubicBezTo>
                  <a:pt x="4352916" y="682650"/>
                  <a:pt x="4374277" y="702092"/>
                  <a:pt x="4342066" y="714882"/>
                </a:cubicBezTo>
                <a:cubicBezTo>
                  <a:pt x="4344100" y="719743"/>
                  <a:pt x="4348508" y="714882"/>
                  <a:pt x="4356984" y="716673"/>
                </a:cubicBezTo>
                <a:cubicBezTo>
                  <a:pt x="4359020" y="723068"/>
                  <a:pt x="4333588" y="723068"/>
                  <a:pt x="4344100" y="726394"/>
                </a:cubicBezTo>
                <a:cubicBezTo>
                  <a:pt x="4340032" y="731254"/>
                  <a:pt x="4337658" y="721533"/>
                  <a:pt x="4324773" y="723068"/>
                </a:cubicBezTo>
                <a:cubicBezTo>
                  <a:pt x="4322739" y="727928"/>
                  <a:pt x="4322739" y="727928"/>
                  <a:pt x="4322739" y="727928"/>
                </a:cubicBezTo>
                <a:cubicBezTo>
                  <a:pt x="4324773" y="731254"/>
                  <a:pt x="4331216" y="727928"/>
                  <a:pt x="4335623" y="734323"/>
                </a:cubicBezTo>
                <a:cubicBezTo>
                  <a:pt x="4314262" y="737649"/>
                  <a:pt x="4303412" y="721533"/>
                  <a:pt x="4320704" y="706952"/>
                </a:cubicBezTo>
                <a:cubicBezTo>
                  <a:pt x="4322739" y="708487"/>
                  <a:pt x="4327146" y="710022"/>
                  <a:pt x="4333588" y="711812"/>
                </a:cubicBezTo>
                <a:cubicBezTo>
                  <a:pt x="4344100" y="710022"/>
                  <a:pt x="4342066" y="698767"/>
                  <a:pt x="4350542" y="695441"/>
                </a:cubicBezTo>
                <a:cubicBezTo>
                  <a:pt x="4346474" y="689045"/>
                  <a:pt x="4342066" y="685976"/>
                  <a:pt x="4327146" y="687511"/>
                </a:cubicBezTo>
                <a:cubicBezTo>
                  <a:pt x="4324773" y="677790"/>
                  <a:pt x="4337658" y="677790"/>
                  <a:pt x="4346474" y="674465"/>
                </a:cubicBezTo>
                <a:cubicBezTo>
                  <a:pt x="4350542" y="666534"/>
                  <a:pt x="4329181" y="677790"/>
                  <a:pt x="4333588" y="671395"/>
                </a:cubicBezTo>
                <a:cubicBezTo>
                  <a:pt x="4333588" y="667302"/>
                  <a:pt x="4337828" y="666471"/>
                  <a:pt x="4343126" y="666471"/>
                </a:cubicBezTo>
                <a:close/>
                <a:moveTo>
                  <a:pt x="4849104" y="663209"/>
                </a:moveTo>
                <a:cubicBezTo>
                  <a:pt x="4860229" y="664739"/>
                  <a:pt x="4851189" y="674431"/>
                  <a:pt x="4862316" y="674431"/>
                </a:cubicBezTo>
                <a:cubicBezTo>
                  <a:pt x="4860229" y="681062"/>
                  <a:pt x="4851189" y="681062"/>
                  <a:pt x="4840412" y="679277"/>
                </a:cubicBezTo>
                <a:cubicBezTo>
                  <a:pt x="4840412" y="671371"/>
                  <a:pt x="4844584" y="668055"/>
                  <a:pt x="4849104" y="663209"/>
                </a:cubicBezTo>
                <a:close/>
                <a:moveTo>
                  <a:pt x="4456777" y="661346"/>
                </a:moveTo>
                <a:cubicBezTo>
                  <a:pt x="4463214" y="659531"/>
                  <a:pt x="4465584" y="672758"/>
                  <a:pt x="4469649" y="664459"/>
                </a:cubicBezTo>
                <a:cubicBezTo>
                  <a:pt x="4476086" y="666274"/>
                  <a:pt x="4472020" y="671202"/>
                  <a:pt x="4478118" y="671202"/>
                </a:cubicBezTo>
                <a:cubicBezTo>
                  <a:pt x="4469649" y="681058"/>
                  <a:pt x="4459148" y="656419"/>
                  <a:pt x="4456777" y="674314"/>
                </a:cubicBezTo>
                <a:cubicBezTo>
                  <a:pt x="4435437" y="672758"/>
                  <a:pt x="4448309" y="664459"/>
                  <a:pt x="4456777" y="661346"/>
                </a:cubicBezTo>
                <a:close/>
                <a:moveTo>
                  <a:pt x="4067354" y="657927"/>
                </a:moveTo>
                <a:cubicBezTo>
                  <a:pt x="4075543" y="656419"/>
                  <a:pt x="4087989" y="661197"/>
                  <a:pt x="4087989" y="667484"/>
                </a:cubicBezTo>
                <a:cubicBezTo>
                  <a:pt x="4073578" y="665975"/>
                  <a:pt x="4063097" y="662706"/>
                  <a:pt x="4067354" y="657927"/>
                </a:cubicBezTo>
                <a:close/>
                <a:moveTo>
                  <a:pt x="4429211" y="653023"/>
                </a:moveTo>
                <a:cubicBezTo>
                  <a:pt x="4433615" y="675788"/>
                  <a:pt x="4422776" y="701622"/>
                  <a:pt x="4409902" y="733851"/>
                </a:cubicBezTo>
                <a:cubicBezTo>
                  <a:pt x="4397032" y="759685"/>
                  <a:pt x="4386530" y="793704"/>
                  <a:pt x="4360786" y="818003"/>
                </a:cubicBezTo>
                <a:cubicBezTo>
                  <a:pt x="4347914" y="811353"/>
                  <a:pt x="4373658" y="788844"/>
                  <a:pt x="4373658" y="769405"/>
                </a:cubicBezTo>
                <a:cubicBezTo>
                  <a:pt x="4375691" y="754825"/>
                  <a:pt x="4371288" y="758150"/>
                  <a:pt x="4380094" y="746896"/>
                </a:cubicBezTo>
                <a:cubicBezTo>
                  <a:pt x="4380094" y="743571"/>
                  <a:pt x="4373658" y="727456"/>
                  <a:pt x="4367223" y="742036"/>
                </a:cubicBezTo>
                <a:cubicBezTo>
                  <a:pt x="4362819" y="725921"/>
                  <a:pt x="4392967" y="708016"/>
                  <a:pt x="4380094" y="693437"/>
                </a:cubicBezTo>
                <a:cubicBezTo>
                  <a:pt x="4392967" y="698297"/>
                  <a:pt x="4392967" y="694971"/>
                  <a:pt x="4403467" y="699831"/>
                </a:cubicBezTo>
                <a:cubicBezTo>
                  <a:pt x="4403467" y="699831"/>
                  <a:pt x="4403467" y="699831"/>
                  <a:pt x="4405838" y="690112"/>
                </a:cubicBezTo>
                <a:cubicBezTo>
                  <a:pt x="4407871" y="687042"/>
                  <a:pt x="4399402" y="687042"/>
                  <a:pt x="4392967" y="685507"/>
                </a:cubicBezTo>
                <a:cubicBezTo>
                  <a:pt x="4422776" y="683717"/>
                  <a:pt x="4416339" y="661208"/>
                  <a:pt x="4429211" y="653023"/>
                </a:cubicBezTo>
                <a:close/>
                <a:moveTo>
                  <a:pt x="4503252" y="650026"/>
                </a:moveTo>
                <a:cubicBezTo>
                  <a:pt x="4527070" y="651811"/>
                  <a:pt x="4501212" y="663033"/>
                  <a:pt x="4499170" y="666349"/>
                </a:cubicBezTo>
                <a:cubicBezTo>
                  <a:pt x="4490324" y="664564"/>
                  <a:pt x="4496788" y="648496"/>
                  <a:pt x="4503252" y="650026"/>
                </a:cubicBezTo>
                <a:close/>
                <a:moveTo>
                  <a:pt x="4114522" y="649628"/>
                </a:moveTo>
                <a:cubicBezTo>
                  <a:pt x="4131005" y="654590"/>
                  <a:pt x="4110237" y="657986"/>
                  <a:pt x="4120786" y="661381"/>
                </a:cubicBezTo>
                <a:cubicBezTo>
                  <a:pt x="4118478" y="662948"/>
                  <a:pt x="4116500" y="661381"/>
                  <a:pt x="4116500" y="661381"/>
                </a:cubicBezTo>
                <a:cubicBezTo>
                  <a:pt x="4108260" y="659553"/>
                  <a:pt x="4106282" y="661381"/>
                  <a:pt x="4095732" y="659553"/>
                </a:cubicBezTo>
                <a:cubicBezTo>
                  <a:pt x="4100018" y="654590"/>
                  <a:pt x="4112215" y="656419"/>
                  <a:pt x="4114522" y="649628"/>
                </a:cubicBezTo>
                <a:close/>
                <a:moveTo>
                  <a:pt x="4867466" y="643537"/>
                </a:moveTo>
                <a:lnTo>
                  <a:pt x="4866784" y="643866"/>
                </a:lnTo>
                <a:lnTo>
                  <a:pt x="4867386" y="644141"/>
                </a:lnTo>
                <a:close/>
                <a:moveTo>
                  <a:pt x="4890678" y="635580"/>
                </a:moveTo>
                <a:lnTo>
                  <a:pt x="4898074" y="642458"/>
                </a:lnTo>
                <a:lnTo>
                  <a:pt x="4899266" y="641626"/>
                </a:lnTo>
                <a:cubicBezTo>
                  <a:pt x="4903341" y="643156"/>
                  <a:pt x="4909794" y="646472"/>
                  <a:pt x="4907756" y="651318"/>
                </a:cubicBezTo>
                <a:lnTo>
                  <a:pt x="4901222" y="651820"/>
                </a:lnTo>
                <a:lnTo>
                  <a:pt x="4901442" y="653290"/>
                </a:lnTo>
                <a:cubicBezTo>
                  <a:pt x="4903461" y="651750"/>
                  <a:pt x="4905816" y="653290"/>
                  <a:pt x="4909852" y="651750"/>
                </a:cubicBezTo>
                <a:cubicBezTo>
                  <a:pt x="4916244" y="646873"/>
                  <a:pt x="4901442" y="638660"/>
                  <a:pt x="4914226" y="638660"/>
                </a:cubicBezTo>
                <a:cubicBezTo>
                  <a:pt x="4920617" y="649953"/>
                  <a:pt x="4907834" y="661503"/>
                  <a:pt x="4916244" y="672797"/>
                </a:cubicBezTo>
                <a:cubicBezTo>
                  <a:pt x="4920617" y="674337"/>
                  <a:pt x="4927008" y="666380"/>
                  <a:pt x="4931382" y="669460"/>
                </a:cubicBezTo>
                <a:cubicBezTo>
                  <a:pt x="4922636" y="674337"/>
                  <a:pt x="4933400" y="677674"/>
                  <a:pt x="4920617" y="682550"/>
                </a:cubicBezTo>
                <a:cubicBezTo>
                  <a:pt x="4916244" y="681010"/>
                  <a:pt x="4914226" y="677674"/>
                  <a:pt x="4909852" y="679213"/>
                </a:cubicBezTo>
                <a:cubicBezTo>
                  <a:pt x="4909852" y="685887"/>
                  <a:pt x="4916244" y="702057"/>
                  <a:pt x="4927008" y="697180"/>
                </a:cubicBezTo>
                <a:cubicBezTo>
                  <a:pt x="4916244" y="702057"/>
                  <a:pt x="4922636" y="705137"/>
                  <a:pt x="4911871" y="710014"/>
                </a:cubicBezTo>
                <a:cubicBezTo>
                  <a:pt x="4901442" y="705137"/>
                  <a:pt x="4922636" y="698720"/>
                  <a:pt x="4909852" y="693844"/>
                </a:cubicBezTo>
                <a:cubicBezTo>
                  <a:pt x="4899424" y="703597"/>
                  <a:pt x="4903461" y="706934"/>
                  <a:pt x="4884286" y="714891"/>
                </a:cubicBezTo>
                <a:cubicBezTo>
                  <a:pt x="4886641" y="718227"/>
                  <a:pt x="4888660" y="719767"/>
                  <a:pt x="4888660" y="721564"/>
                </a:cubicBezTo>
                <a:cubicBezTo>
                  <a:pt x="4897070" y="721564"/>
                  <a:pt x="4893032" y="719767"/>
                  <a:pt x="4899424" y="714891"/>
                </a:cubicBezTo>
                <a:cubicBezTo>
                  <a:pt x="4903461" y="718227"/>
                  <a:pt x="4907834" y="718227"/>
                  <a:pt x="4911871" y="716687"/>
                </a:cubicBezTo>
                <a:cubicBezTo>
                  <a:pt x="4922636" y="721564"/>
                  <a:pt x="4914226" y="727981"/>
                  <a:pt x="4920617" y="732857"/>
                </a:cubicBezTo>
                <a:cubicBezTo>
                  <a:pt x="4935418" y="729520"/>
                  <a:pt x="4922636" y="716687"/>
                  <a:pt x="4935418" y="724643"/>
                </a:cubicBezTo>
                <a:cubicBezTo>
                  <a:pt x="4933400" y="732857"/>
                  <a:pt x="4931382" y="750567"/>
                  <a:pt x="4922636" y="753904"/>
                </a:cubicBezTo>
                <a:cubicBezTo>
                  <a:pt x="4927008" y="750567"/>
                  <a:pt x="4920617" y="745691"/>
                  <a:pt x="4914226" y="742610"/>
                </a:cubicBezTo>
                <a:cubicBezTo>
                  <a:pt x="4899424" y="755444"/>
                  <a:pt x="4914226" y="773411"/>
                  <a:pt x="4901442" y="779827"/>
                </a:cubicBezTo>
                <a:cubicBezTo>
                  <a:pt x="4905816" y="783164"/>
                  <a:pt x="4909852" y="781367"/>
                  <a:pt x="4914226" y="778288"/>
                </a:cubicBezTo>
                <a:cubicBezTo>
                  <a:pt x="4924990" y="783164"/>
                  <a:pt x="4922636" y="788041"/>
                  <a:pt x="4922636" y="794457"/>
                </a:cubicBezTo>
                <a:cubicBezTo>
                  <a:pt x="4899424" y="805751"/>
                  <a:pt x="4907834" y="823718"/>
                  <a:pt x="4911871" y="842968"/>
                </a:cubicBezTo>
                <a:cubicBezTo>
                  <a:pt x="4907834" y="839888"/>
                  <a:pt x="4911871" y="830134"/>
                  <a:pt x="4901442" y="833214"/>
                </a:cubicBezTo>
                <a:cubicBezTo>
                  <a:pt x="4888660" y="839888"/>
                  <a:pt x="4907834" y="848101"/>
                  <a:pt x="4903461" y="854518"/>
                </a:cubicBezTo>
                <a:cubicBezTo>
                  <a:pt x="4897070" y="854518"/>
                  <a:pt x="4893032" y="848101"/>
                  <a:pt x="4886641" y="854518"/>
                </a:cubicBezTo>
                <a:cubicBezTo>
                  <a:pt x="4886641" y="854518"/>
                  <a:pt x="4886641" y="854518"/>
                  <a:pt x="4897070" y="860935"/>
                </a:cubicBezTo>
                <a:cubicBezTo>
                  <a:pt x="4877894" y="870688"/>
                  <a:pt x="4909852" y="881981"/>
                  <a:pt x="4905816" y="893275"/>
                </a:cubicBezTo>
                <a:cubicBezTo>
                  <a:pt x="4896228" y="897381"/>
                  <a:pt x="4893032" y="904311"/>
                  <a:pt x="4894336" y="910214"/>
                </a:cubicBezTo>
                <a:lnTo>
                  <a:pt x="4896578" y="913561"/>
                </a:lnTo>
                <a:lnTo>
                  <a:pt x="4907137" y="914089"/>
                </a:lnTo>
                <a:lnTo>
                  <a:pt x="4906951" y="913616"/>
                </a:lnTo>
                <a:cubicBezTo>
                  <a:pt x="4905648" y="911177"/>
                  <a:pt x="4905648" y="909573"/>
                  <a:pt x="4911871" y="911241"/>
                </a:cubicBezTo>
                <a:cubicBezTo>
                  <a:pt x="4905816" y="917658"/>
                  <a:pt x="4922636" y="907904"/>
                  <a:pt x="4924990" y="912781"/>
                </a:cubicBezTo>
                <a:lnTo>
                  <a:pt x="4918652" y="918126"/>
                </a:lnTo>
                <a:lnTo>
                  <a:pt x="4920176" y="920051"/>
                </a:lnTo>
                <a:lnTo>
                  <a:pt x="4916298" y="920112"/>
                </a:lnTo>
                <a:lnTo>
                  <a:pt x="4905816" y="928951"/>
                </a:lnTo>
                <a:cubicBezTo>
                  <a:pt x="4899424" y="924973"/>
                  <a:pt x="4896733" y="923369"/>
                  <a:pt x="4895093" y="921540"/>
                </a:cubicBezTo>
                <a:lnTo>
                  <a:pt x="4893879" y="919131"/>
                </a:lnTo>
                <a:lnTo>
                  <a:pt x="4891110" y="918478"/>
                </a:lnTo>
                <a:lnTo>
                  <a:pt x="4889370" y="915594"/>
                </a:lnTo>
                <a:lnTo>
                  <a:pt x="4880081" y="935561"/>
                </a:lnTo>
                <a:cubicBezTo>
                  <a:pt x="4879576" y="942876"/>
                  <a:pt x="4882268" y="949356"/>
                  <a:pt x="4888660" y="953335"/>
                </a:cubicBezTo>
                <a:cubicBezTo>
                  <a:pt x="4882268" y="949998"/>
                  <a:pt x="4873858" y="961548"/>
                  <a:pt x="4871840" y="963088"/>
                </a:cubicBezTo>
                <a:cubicBezTo>
                  <a:pt x="4890678" y="966425"/>
                  <a:pt x="4865448" y="977718"/>
                  <a:pt x="4869484" y="984135"/>
                </a:cubicBezTo>
                <a:cubicBezTo>
                  <a:pt x="4873858" y="985932"/>
                  <a:pt x="4888660" y="993888"/>
                  <a:pt x="4884286" y="997225"/>
                </a:cubicBezTo>
                <a:cubicBezTo>
                  <a:pt x="4875876" y="995429"/>
                  <a:pt x="4869484" y="993888"/>
                  <a:pt x="4861074" y="997225"/>
                </a:cubicBezTo>
                <a:cubicBezTo>
                  <a:pt x="4873858" y="1008518"/>
                  <a:pt x="4843918" y="1008518"/>
                  <a:pt x="4859056" y="1019812"/>
                </a:cubicBezTo>
                <a:cubicBezTo>
                  <a:pt x="4861074" y="1013395"/>
                  <a:pt x="4865448" y="1018272"/>
                  <a:pt x="4871840" y="1019812"/>
                </a:cubicBezTo>
                <a:cubicBezTo>
                  <a:pt x="4867466" y="1028025"/>
                  <a:pt x="4867466" y="1044195"/>
                  <a:pt x="4854683" y="1032902"/>
                </a:cubicBezTo>
                <a:cubicBezTo>
                  <a:pt x="4861074" y="1044195"/>
                  <a:pt x="4865448" y="1062162"/>
                  <a:pt x="4850310" y="1074995"/>
                </a:cubicBezTo>
                <a:cubicBezTo>
                  <a:pt x="4850310" y="1074995"/>
                  <a:pt x="4850310" y="1074995"/>
                  <a:pt x="4859056" y="1081412"/>
                </a:cubicBezTo>
                <a:cubicBezTo>
                  <a:pt x="4848290" y="1089626"/>
                  <a:pt x="4848290" y="1074995"/>
                  <a:pt x="4841899" y="1078332"/>
                </a:cubicBezTo>
                <a:cubicBezTo>
                  <a:pt x="4839880" y="1091166"/>
                  <a:pt x="4850310" y="1099379"/>
                  <a:pt x="4841899" y="1114009"/>
                </a:cubicBezTo>
                <a:cubicBezTo>
                  <a:pt x="4852664" y="1110672"/>
                  <a:pt x="4841899" y="1105795"/>
                  <a:pt x="4852664" y="1102716"/>
                </a:cubicBezTo>
                <a:cubicBezTo>
                  <a:pt x="4846272" y="1110672"/>
                  <a:pt x="4854683" y="1128639"/>
                  <a:pt x="4839880" y="1130179"/>
                </a:cubicBezTo>
                <a:cubicBezTo>
                  <a:pt x="4843918" y="1128639"/>
                  <a:pt x="4843918" y="1117089"/>
                  <a:pt x="4839880" y="1120426"/>
                </a:cubicBezTo>
                <a:cubicBezTo>
                  <a:pt x="4835508" y="1126842"/>
                  <a:pt x="4827098" y="1133516"/>
                  <a:pt x="4835508" y="1143012"/>
                </a:cubicBezTo>
                <a:cubicBezTo>
                  <a:pt x="4839880" y="1138135"/>
                  <a:pt x="4839880" y="1131719"/>
                  <a:pt x="4848290" y="1138135"/>
                </a:cubicBezTo>
                <a:cubicBezTo>
                  <a:pt x="4841899" y="1143012"/>
                  <a:pt x="4846272" y="1151226"/>
                  <a:pt x="4833489" y="1146349"/>
                </a:cubicBezTo>
                <a:cubicBezTo>
                  <a:pt x="4850310" y="1151226"/>
                  <a:pt x="4837526" y="1154562"/>
                  <a:pt x="4839880" y="1162519"/>
                </a:cubicBezTo>
                <a:cubicBezTo>
                  <a:pt x="4844086" y="1160979"/>
                  <a:pt x="4846692" y="1158990"/>
                  <a:pt x="4849594" y="1156969"/>
                </a:cubicBezTo>
                <a:lnTo>
                  <a:pt x="4855662" y="1153934"/>
                </a:lnTo>
                <a:lnTo>
                  <a:pt x="4857354" y="1149867"/>
                </a:lnTo>
                <a:lnTo>
                  <a:pt x="4859454" y="1147858"/>
                </a:lnTo>
                <a:lnTo>
                  <a:pt x="4858636" y="1146156"/>
                </a:lnTo>
                <a:cubicBezTo>
                  <a:pt x="4858888" y="1144360"/>
                  <a:pt x="4858888" y="1142371"/>
                  <a:pt x="4854683" y="1139932"/>
                </a:cubicBezTo>
                <a:cubicBezTo>
                  <a:pt x="4893032" y="1133516"/>
                  <a:pt x="4859056" y="1102716"/>
                  <a:pt x="4893032" y="1089626"/>
                </a:cubicBezTo>
                <a:cubicBezTo>
                  <a:pt x="4884286" y="1078332"/>
                  <a:pt x="4909852" y="1070119"/>
                  <a:pt x="4897070" y="1058826"/>
                </a:cubicBezTo>
                <a:cubicBezTo>
                  <a:pt x="4907834" y="1042655"/>
                  <a:pt x="4918262" y="1024688"/>
                  <a:pt x="4918262" y="1006979"/>
                </a:cubicBezTo>
                <a:cubicBezTo>
                  <a:pt x="4924990" y="1008518"/>
                  <a:pt x="4931382" y="1003641"/>
                  <a:pt x="4937437" y="1006979"/>
                </a:cubicBezTo>
                <a:cubicBezTo>
                  <a:pt x="4937437" y="1002101"/>
                  <a:pt x="4946184" y="998765"/>
                  <a:pt x="4939792" y="993888"/>
                </a:cubicBezTo>
                <a:cubicBezTo>
                  <a:pt x="4950220" y="987472"/>
                  <a:pt x="4958966" y="989012"/>
                  <a:pt x="4967376" y="987472"/>
                </a:cubicBezTo>
                <a:cubicBezTo>
                  <a:pt x="4960985" y="982595"/>
                  <a:pt x="4956612" y="977718"/>
                  <a:pt x="4950220" y="976178"/>
                </a:cubicBezTo>
                <a:cubicBezTo>
                  <a:pt x="4952575" y="966425"/>
                  <a:pt x="4965358" y="963088"/>
                  <a:pt x="4969395" y="961548"/>
                </a:cubicBezTo>
                <a:cubicBezTo>
                  <a:pt x="4960985" y="956672"/>
                  <a:pt x="4956612" y="956672"/>
                  <a:pt x="4960985" y="949998"/>
                </a:cubicBezTo>
                <a:cubicBezTo>
                  <a:pt x="4973768" y="951794"/>
                  <a:pt x="4969395" y="963088"/>
                  <a:pt x="4982178" y="959751"/>
                </a:cubicBezTo>
                <a:cubicBezTo>
                  <a:pt x="4980160" y="953335"/>
                  <a:pt x="4973768" y="942041"/>
                  <a:pt x="4990588" y="943582"/>
                </a:cubicBezTo>
                <a:cubicBezTo>
                  <a:pt x="4986552" y="938705"/>
                  <a:pt x="4988570" y="935625"/>
                  <a:pt x="4986552" y="930748"/>
                </a:cubicBezTo>
                <a:cubicBezTo>
                  <a:pt x="4977805" y="932288"/>
                  <a:pt x="4971414" y="932288"/>
                  <a:pt x="4965358" y="924075"/>
                </a:cubicBezTo>
                <a:cubicBezTo>
                  <a:pt x="4973768" y="919454"/>
                  <a:pt x="4969395" y="928951"/>
                  <a:pt x="4982178" y="924075"/>
                </a:cubicBezTo>
                <a:cubicBezTo>
                  <a:pt x="4973768" y="912781"/>
                  <a:pt x="4990588" y="907904"/>
                  <a:pt x="4990588" y="895071"/>
                </a:cubicBezTo>
                <a:cubicBezTo>
                  <a:pt x="5001353" y="903028"/>
                  <a:pt x="4999334" y="906365"/>
                  <a:pt x="5012118" y="904825"/>
                </a:cubicBezTo>
                <a:cubicBezTo>
                  <a:pt x="5005726" y="907904"/>
                  <a:pt x="5018509" y="911241"/>
                  <a:pt x="5020528" y="914578"/>
                </a:cubicBezTo>
                <a:cubicBezTo>
                  <a:pt x="5014136" y="920994"/>
                  <a:pt x="5016154" y="927411"/>
                  <a:pt x="5014136" y="933828"/>
                </a:cubicBezTo>
                <a:cubicBezTo>
                  <a:pt x="5005726" y="930748"/>
                  <a:pt x="5014136" y="920994"/>
                  <a:pt x="5003371" y="924075"/>
                </a:cubicBezTo>
                <a:cubicBezTo>
                  <a:pt x="5014136" y="932288"/>
                  <a:pt x="4986552" y="940501"/>
                  <a:pt x="5007744" y="943582"/>
                </a:cubicBezTo>
                <a:cubicBezTo>
                  <a:pt x="4990588" y="954875"/>
                  <a:pt x="4986552" y="963088"/>
                  <a:pt x="4977805" y="976178"/>
                </a:cubicBezTo>
                <a:lnTo>
                  <a:pt x="4981148" y="978171"/>
                </a:lnTo>
                <a:lnTo>
                  <a:pt x="4986926" y="970826"/>
                </a:lnTo>
                <a:cubicBezTo>
                  <a:pt x="4991708" y="969223"/>
                  <a:pt x="4998670" y="968405"/>
                  <a:pt x="5006220" y="967651"/>
                </a:cubicBezTo>
                <a:lnTo>
                  <a:pt x="4981497" y="978379"/>
                </a:lnTo>
                <a:lnTo>
                  <a:pt x="4988570" y="982595"/>
                </a:lnTo>
                <a:cubicBezTo>
                  <a:pt x="4986552" y="984135"/>
                  <a:pt x="4982178" y="987472"/>
                  <a:pt x="4988570" y="989012"/>
                </a:cubicBezTo>
                <a:cubicBezTo>
                  <a:pt x="4980160" y="998765"/>
                  <a:pt x="4977805" y="984135"/>
                  <a:pt x="4971414" y="989012"/>
                </a:cubicBezTo>
                <a:cubicBezTo>
                  <a:pt x="4965358" y="995429"/>
                  <a:pt x="4971414" y="1002101"/>
                  <a:pt x="4982178" y="1002101"/>
                </a:cubicBezTo>
                <a:cubicBezTo>
                  <a:pt x="4975786" y="1006979"/>
                  <a:pt x="4971414" y="1002101"/>
                  <a:pt x="4965358" y="1006979"/>
                </a:cubicBezTo>
                <a:cubicBezTo>
                  <a:pt x="4960985" y="1018272"/>
                  <a:pt x="4975786" y="1023148"/>
                  <a:pt x="4952575" y="1032902"/>
                </a:cubicBezTo>
                <a:cubicBezTo>
                  <a:pt x="4956612" y="1037779"/>
                  <a:pt x="4963004" y="1032902"/>
                  <a:pt x="4965358" y="1037779"/>
                </a:cubicBezTo>
                <a:cubicBezTo>
                  <a:pt x="4958966" y="1047532"/>
                  <a:pt x="4956612" y="1049072"/>
                  <a:pt x="4969395" y="1045735"/>
                </a:cubicBezTo>
                <a:cubicBezTo>
                  <a:pt x="4969395" y="1050612"/>
                  <a:pt x="4958966" y="1055488"/>
                  <a:pt x="4956612" y="1060365"/>
                </a:cubicBezTo>
                <a:cubicBezTo>
                  <a:pt x="4967376" y="1079872"/>
                  <a:pt x="4937437" y="1094502"/>
                  <a:pt x="4933400" y="1107592"/>
                </a:cubicBezTo>
                <a:cubicBezTo>
                  <a:pt x="4939792" y="1115549"/>
                  <a:pt x="4946184" y="1126842"/>
                  <a:pt x="4958966" y="1121966"/>
                </a:cubicBezTo>
                <a:cubicBezTo>
                  <a:pt x="4954594" y="1117089"/>
                  <a:pt x="4948202" y="1118885"/>
                  <a:pt x="4950220" y="1112212"/>
                </a:cubicBezTo>
                <a:cubicBezTo>
                  <a:pt x="4956612" y="1105795"/>
                  <a:pt x="4958966" y="1117089"/>
                  <a:pt x="4965358" y="1110672"/>
                </a:cubicBezTo>
                <a:cubicBezTo>
                  <a:pt x="4977805" y="1084749"/>
                  <a:pt x="4986552" y="1058826"/>
                  <a:pt x="5007744" y="1032902"/>
                </a:cubicBezTo>
                <a:cubicBezTo>
                  <a:pt x="5018509" y="1039319"/>
                  <a:pt x="5005726" y="1044195"/>
                  <a:pt x="5009763" y="1049072"/>
                </a:cubicBezTo>
                <a:cubicBezTo>
                  <a:pt x="5020528" y="1052409"/>
                  <a:pt x="5020528" y="1042655"/>
                  <a:pt x="5028938" y="1049072"/>
                </a:cubicBezTo>
                <a:cubicBezTo>
                  <a:pt x="5024900" y="1052409"/>
                  <a:pt x="5020528" y="1052409"/>
                  <a:pt x="5016154" y="1052409"/>
                </a:cubicBezTo>
                <a:cubicBezTo>
                  <a:pt x="5022546" y="1063702"/>
                  <a:pt x="5028938" y="1065242"/>
                  <a:pt x="5026919" y="1074995"/>
                </a:cubicBezTo>
                <a:cubicBezTo>
                  <a:pt x="5024900" y="1063702"/>
                  <a:pt x="5016154" y="1071659"/>
                  <a:pt x="5007744" y="1065242"/>
                </a:cubicBezTo>
                <a:cubicBezTo>
                  <a:pt x="5012118" y="1063702"/>
                  <a:pt x="5020528" y="1060365"/>
                  <a:pt x="5018509" y="1057286"/>
                </a:cubicBezTo>
                <a:cubicBezTo>
                  <a:pt x="5012118" y="1057286"/>
                  <a:pt x="5005726" y="1050612"/>
                  <a:pt x="4996980" y="1055488"/>
                </a:cubicBezTo>
                <a:cubicBezTo>
                  <a:pt x="5018509" y="1057286"/>
                  <a:pt x="4994961" y="1063702"/>
                  <a:pt x="5003371" y="1073455"/>
                </a:cubicBezTo>
                <a:cubicBezTo>
                  <a:pt x="5012118" y="1068579"/>
                  <a:pt x="5016154" y="1081412"/>
                  <a:pt x="5018509" y="1084749"/>
                </a:cubicBezTo>
                <a:cubicBezTo>
                  <a:pt x="5005726" y="1099379"/>
                  <a:pt x="5009763" y="1141473"/>
                  <a:pt x="4988570" y="1149685"/>
                </a:cubicBezTo>
                <a:cubicBezTo>
                  <a:pt x="4992943" y="1152766"/>
                  <a:pt x="5001353" y="1146349"/>
                  <a:pt x="5005726" y="1154562"/>
                </a:cubicBezTo>
                <a:cubicBezTo>
                  <a:pt x="4982178" y="1160979"/>
                  <a:pt x="4984196" y="1164316"/>
                  <a:pt x="4975786" y="1175609"/>
                </a:cubicBezTo>
                <a:cubicBezTo>
                  <a:pt x="4975786" y="1165856"/>
                  <a:pt x="4963004" y="1165856"/>
                  <a:pt x="4971414" y="1159439"/>
                </a:cubicBezTo>
                <a:cubicBezTo>
                  <a:pt x="4973768" y="1162519"/>
                  <a:pt x="4975786" y="1164316"/>
                  <a:pt x="4982178" y="1160979"/>
                </a:cubicBezTo>
                <a:cubicBezTo>
                  <a:pt x="4977805" y="1157642"/>
                  <a:pt x="4977805" y="1147889"/>
                  <a:pt x="4969395" y="1146349"/>
                </a:cubicBezTo>
                <a:cubicBezTo>
                  <a:pt x="4973768" y="1154562"/>
                  <a:pt x="4948202" y="1174069"/>
                  <a:pt x="4977805" y="1182026"/>
                </a:cubicBezTo>
                <a:cubicBezTo>
                  <a:pt x="4971414" y="1188442"/>
                  <a:pt x="4973768" y="1195116"/>
                  <a:pt x="4967376" y="1201532"/>
                </a:cubicBezTo>
                <a:cubicBezTo>
                  <a:pt x="4956612" y="1195116"/>
                  <a:pt x="4965358" y="1183566"/>
                  <a:pt x="4952575" y="1186903"/>
                </a:cubicBezTo>
                <a:cubicBezTo>
                  <a:pt x="4941810" y="1191779"/>
                  <a:pt x="4960985" y="1203073"/>
                  <a:pt x="4950220" y="1207949"/>
                </a:cubicBezTo>
                <a:cubicBezTo>
                  <a:pt x="4975786" y="1207949"/>
                  <a:pt x="4948202" y="1232332"/>
                  <a:pt x="4960985" y="1237210"/>
                </a:cubicBezTo>
                <a:cubicBezTo>
                  <a:pt x="4952575" y="1237210"/>
                  <a:pt x="4956612" y="1233873"/>
                  <a:pt x="4950220" y="1232332"/>
                </a:cubicBezTo>
                <a:cubicBezTo>
                  <a:pt x="4943828" y="1237210"/>
                  <a:pt x="4937437" y="1245423"/>
                  <a:pt x="4948202" y="1246963"/>
                </a:cubicBezTo>
                <a:cubicBezTo>
                  <a:pt x="4933400" y="1251839"/>
                  <a:pt x="4946184" y="1256716"/>
                  <a:pt x="4931382" y="1256716"/>
                </a:cubicBezTo>
                <a:cubicBezTo>
                  <a:pt x="4929027" y="1264673"/>
                  <a:pt x="4931382" y="1272886"/>
                  <a:pt x="4941810" y="1274426"/>
                </a:cubicBezTo>
                <a:cubicBezTo>
                  <a:pt x="4941810" y="1284179"/>
                  <a:pt x="4927008" y="1271346"/>
                  <a:pt x="4927008" y="1279303"/>
                </a:cubicBezTo>
                <a:cubicBezTo>
                  <a:pt x="4935418" y="1281100"/>
                  <a:pt x="4941810" y="1285977"/>
                  <a:pt x="4929027" y="1295729"/>
                </a:cubicBezTo>
                <a:cubicBezTo>
                  <a:pt x="4924990" y="1297270"/>
                  <a:pt x="4922636" y="1290853"/>
                  <a:pt x="4918262" y="1290853"/>
                </a:cubicBezTo>
                <a:cubicBezTo>
                  <a:pt x="4914226" y="1298810"/>
                  <a:pt x="4922636" y="1295729"/>
                  <a:pt x="4927008" y="1298810"/>
                </a:cubicBezTo>
                <a:cubicBezTo>
                  <a:pt x="4920617" y="1300350"/>
                  <a:pt x="4922636" y="1303686"/>
                  <a:pt x="4916244" y="1305226"/>
                </a:cubicBezTo>
                <a:cubicBezTo>
                  <a:pt x="4903461" y="1305226"/>
                  <a:pt x="4922636" y="1293933"/>
                  <a:pt x="4907834" y="1293933"/>
                </a:cubicBezTo>
                <a:cubicBezTo>
                  <a:pt x="4897070" y="1302146"/>
                  <a:pt x="4901442" y="1314980"/>
                  <a:pt x="4918262" y="1316777"/>
                </a:cubicBezTo>
                <a:cubicBezTo>
                  <a:pt x="4901442" y="1318317"/>
                  <a:pt x="4884286" y="1326273"/>
                  <a:pt x="4903461" y="1331150"/>
                </a:cubicBezTo>
                <a:cubicBezTo>
                  <a:pt x="4899424" y="1337824"/>
                  <a:pt x="4897070" y="1332946"/>
                  <a:pt x="4888660" y="1332946"/>
                </a:cubicBezTo>
                <a:cubicBezTo>
                  <a:pt x="4884286" y="1357330"/>
                  <a:pt x="4867466" y="1363747"/>
                  <a:pt x="4865448" y="1388130"/>
                </a:cubicBezTo>
                <a:cubicBezTo>
                  <a:pt x="4854683" y="1393007"/>
                  <a:pt x="4852664" y="1386333"/>
                  <a:pt x="4846272" y="1388130"/>
                </a:cubicBezTo>
                <a:cubicBezTo>
                  <a:pt x="4843918" y="1400964"/>
                  <a:pt x="4854683" y="1412514"/>
                  <a:pt x="4835508" y="1412514"/>
                </a:cubicBezTo>
                <a:cubicBezTo>
                  <a:pt x="4839880" y="1422010"/>
                  <a:pt x="4827098" y="1425347"/>
                  <a:pt x="4833489" y="1430223"/>
                </a:cubicBezTo>
                <a:cubicBezTo>
                  <a:pt x="4831134" y="1428683"/>
                  <a:pt x="4827098" y="1430223"/>
                  <a:pt x="4822724" y="1430223"/>
                </a:cubicBezTo>
                <a:cubicBezTo>
                  <a:pt x="4827098" y="1436640"/>
                  <a:pt x="4822724" y="1469237"/>
                  <a:pt x="4803550" y="1461023"/>
                </a:cubicBezTo>
                <a:lnTo>
                  <a:pt x="4805683" y="1476771"/>
                </a:lnTo>
                <a:lnTo>
                  <a:pt x="4806162" y="1477025"/>
                </a:lnTo>
                <a:lnTo>
                  <a:pt x="4805836" y="1477898"/>
                </a:lnTo>
                <a:lnTo>
                  <a:pt x="4805988" y="1479022"/>
                </a:lnTo>
                <a:cubicBezTo>
                  <a:pt x="4806241" y="1484894"/>
                  <a:pt x="4806746" y="1490155"/>
                  <a:pt x="4809941" y="1493364"/>
                </a:cubicBezTo>
                <a:cubicBezTo>
                  <a:pt x="4782356" y="1495161"/>
                  <a:pt x="4775965" y="1537254"/>
                  <a:pt x="4763181" y="1519287"/>
                </a:cubicBezTo>
                <a:cubicBezTo>
                  <a:pt x="4750398" y="1524421"/>
                  <a:pt x="4771927" y="1532377"/>
                  <a:pt x="4752752" y="1533917"/>
                </a:cubicBezTo>
                <a:cubicBezTo>
                  <a:pt x="4741988" y="1535714"/>
                  <a:pt x="4765536" y="1524421"/>
                  <a:pt x="4750398" y="1524421"/>
                </a:cubicBezTo>
                <a:cubicBezTo>
                  <a:pt x="4739970" y="1529297"/>
                  <a:pt x="4724832" y="1542131"/>
                  <a:pt x="4744006" y="1548548"/>
                </a:cubicBezTo>
                <a:cubicBezTo>
                  <a:pt x="4744006" y="1543671"/>
                  <a:pt x="4754771" y="1533917"/>
                  <a:pt x="4758808" y="1538794"/>
                </a:cubicBezTo>
                <a:cubicBezTo>
                  <a:pt x="4746361" y="1548548"/>
                  <a:pt x="4735596" y="1563177"/>
                  <a:pt x="4718776" y="1564717"/>
                </a:cubicBezTo>
                <a:cubicBezTo>
                  <a:pt x="4716422" y="1572931"/>
                  <a:pt x="4729204" y="1564717"/>
                  <a:pt x="4727186" y="1574471"/>
                </a:cubicBezTo>
                <a:cubicBezTo>
                  <a:pt x="4710030" y="1576268"/>
                  <a:pt x="4720794" y="1581144"/>
                  <a:pt x="4712384" y="1586021"/>
                </a:cubicBezTo>
                <a:lnTo>
                  <a:pt x="4724621" y="1586021"/>
                </a:lnTo>
                <a:lnTo>
                  <a:pt x="4723140" y="1585172"/>
                </a:lnTo>
                <a:cubicBezTo>
                  <a:pt x="4719488" y="1579679"/>
                  <a:pt x="4732532" y="1575159"/>
                  <a:pt x="4737298" y="1571505"/>
                </a:cubicBezTo>
                <a:lnTo>
                  <a:pt x="4744879" y="1574187"/>
                </a:lnTo>
                <a:lnTo>
                  <a:pt x="4749269" y="1573156"/>
                </a:lnTo>
                <a:lnTo>
                  <a:pt x="4760714" y="1568171"/>
                </a:lnTo>
                <a:cubicBezTo>
                  <a:pt x="4743655" y="1561761"/>
                  <a:pt x="4756365" y="1576377"/>
                  <a:pt x="4739640" y="1568171"/>
                </a:cubicBezTo>
                <a:cubicBezTo>
                  <a:pt x="4745996" y="1563300"/>
                  <a:pt x="4752352" y="1558428"/>
                  <a:pt x="4769076" y="1561761"/>
                </a:cubicBezTo>
                <a:cubicBezTo>
                  <a:pt x="4777773" y="1568171"/>
                  <a:pt x="4752352" y="1573043"/>
                  <a:pt x="4773424" y="1581249"/>
                </a:cubicBezTo>
                <a:cubicBezTo>
                  <a:pt x="4769244" y="1580352"/>
                  <a:pt x="4759710" y="1580352"/>
                  <a:pt x="4752016" y="1579743"/>
                </a:cubicBezTo>
                <a:lnTo>
                  <a:pt x="4748382" y="1579131"/>
                </a:lnTo>
                <a:lnTo>
                  <a:pt x="4741988" y="1587561"/>
                </a:lnTo>
                <a:lnTo>
                  <a:pt x="4733147" y="1588754"/>
                </a:lnTo>
                <a:lnTo>
                  <a:pt x="4733286" y="1590993"/>
                </a:lnTo>
                <a:lnTo>
                  <a:pt x="4729704" y="1588938"/>
                </a:lnTo>
                <a:lnTo>
                  <a:pt x="4721342" y="1588363"/>
                </a:lnTo>
                <a:cubicBezTo>
                  <a:pt x="4715496" y="1587946"/>
                  <a:pt x="4711207" y="1588331"/>
                  <a:pt x="4710030" y="1593978"/>
                </a:cubicBezTo>
                <a:cubicBezTo>
                  <a:pt x="4710030" y="1598085"/>
                  <a:pt x="4712216" y="1599753"/>
                  <a:pt x="4714656" y="1601389"/>
                </a:cubicBezTo>
                <a:lnTo>
                  <a:pt x="4716814" y="1603927"/>
                </a:lnTo>
                <a:lnTo>
                  <a:pt x="4718874" y="1601714"/>
                </a:lnTo>
                <a:cubicBezTo>
                  <a:pt x="4722860" y="1598460"/>
                  <a:pt x="4727335" y="1595582"/>
                  <a:pt x="4731537" y="1593513"/>
                </a:cubicBezTo>
                <a:cubicBezTo>
                  <a:pt x="4737924" y="1595323"/>
                  <a:pt x="4744310" y="1598428"/>
                  <a:pt x="4746664" y="1596876"/>
                </a:cubicBezTo>
                <a:cubicBezTo>
                  <a:pt x="4761454" y="1603342"/>
                  <a:pt x="4748681" y="1606705"/>
                  <a:pt x="4748681" y="1608258"/>
                </a:cubicBezTo>
                <a:cubicBezTo>
                  <a:pt x="4737924" y="1609810"/>
                  <a:pt x="4733890" y="1603342"/>
                  <a:pt x="4742294" y="1601790"/>
                </a:cubicBezTo>
                <a:cubicBezTo>
                  <a:pt x="4737924" y="1601790"/>
                  <a:pt x="4735908" y="1603342"/>
                  <a:pt x="4727504" y="1600238"/>
                </a:cubicBezTo>
                <a:cubicBezTo>
                  <a:pt x="4725151" y="1604894"/>
                  <a:pt x="4731537" y="1608258"/>
                  <a:pt x="4731537" y="1611621"/>
                </a:cubicBezTo>
                <a:cubicBezTo>
                  <a:pt x="4744310" y="1606705"/>
                  <a:pt x="4755067" y="1618088"/>
                  <a:pt x="4755067" y="1624555"/>
                </a:cubicBezTo>
                <a:lnTo>
                  <a:pt x="4745308" y="1621143"/>
                </a:lnTo>
                <a:lnTo>
                  <a:pt x="4739970" y="1624778"/>
                </a:lnTo>
                <a:cubicBezTo>
                  <a:pt x="4752752" y="1621698"/>
                  <a:pt x="4746361" y="1629655"/>
                  <a:pt x="4744006" y="1632991"/>
                </a:cubicBezTo>
                <a:cubicBezTo>
                  <a:pt x="4752752" y="1624778"/>
                  <a:pt x="4763181" y="1621698"/>
                  <a:pt x="4773946" y="1624778"/>
                </a:cubicBezTo>
                <a:cubicBezTo>
                  <a:pt x="4763181" y="1621698"/>
                  <a:pt x="4763181" y="1634531"/>
                  <a:pt x="4769572" y="1632991"/>
                </a:cubicBezTo>
                <a:cubicBezTo>
                  <a:pt x="4788748" y="1624778"/>
                  <a:pt x="4782356" y="1605271"/>
                  <a:pt x="4793121" y="1595774"/>
                </a:cubicBezTo>
                <a:cubicBezTo>
                  <a:pt x="4795140" y="1602191"/>
                  <a:pt x="4793121" y="1611944"/>
                  <a:pt x="4807922" y="1607067"/>
                </a:cubicBezTo>
                <a:cubicBezTo>
                  <a:pt x="4803717" y="1601421"/>
                  <a:pt x="4801026" y="1593721"/>
                  <a:pt x="4801783" y="1587433"/>
                </a:cubicBezTo>
                <a:lnTo>
                  <a:pt x="4810415" y="1580809"/>
                </a:lnTo>
                <a:lnTo>
                  <a:pt x="4814314" y="1584224"/>
                </a:lnTo>
                <a:cubicBezTo>
                  <a:pt x="4820706" y="1576268"/>
                  <a:pt x="4831134" y="1569594"/>
                  <a:pt x="4833489" y="1558301"/>
                </a:cubicBezTo>
                <a:cubicBezTo>
                  <a:pt x="4841899" y="1556761"/>
                  <a:pt x="4848290" y="1556761"/>
                  <a:pt x="4852664" y="1558301"/>
                </a:cubicBezTo>
                <a:cubicBezTo>
                  <a:pt x="4854683" y="1548548"/>
                  <a:pt x="4850310" y="1551884"/>
                  <a:pt x="4848290" y="1542131"/>
                </a:cubicBezTo>
                <a:cubicBezTo>
                  <a:pt x="4854683" y="1542131"/>
                  <a:pt x="4854683" y="1538794"/>
                  <a:pt x="4861074" y="1537254"/>
                </a:cubicBezTo>
                <a:cubicBezTo>
                  <a:pt x="4867466" y="1537254"/>
                  <a:pt x="4865448" y="1542131"/>
                  <a:pt x="4869484" y="1540591"/>
                </a:cubicBezTo>
                <a:cubicBezTo>
                  <a:pt x="4895051" y="1525961"/>
                  <a:pt x="4888660" y="1506454"/>
                  <a:pt x="4899424" y="1488487"/>
                </a:cubicBezTo>
                <a:cubicBezTo>
                  <a:pt x="4903461" y="1493364"/>
                  <a:pt x="4909852" y="1498241"/>
                  <a:pt x="4918262" y="1500037"/>
                </a:cubicBezTo>
                <a:cubicBezTo>
                  <a:pt x="4920617" y="1493364"/>
                  <a:pt x="4931382" y="1488487"/>
                  <a:pt x="4924990" y="1478990"/>
                </a:cubicBezTo>
                <a:cubicBezTo>
                  <a:pt x="4916244" y="1482070"/>
                  <a:pt x="4920617" y="1498241"/>
                  <a:pt x="4909852" y="1488487"/>
                </a:cubicBezTo>
                <a:cubicBezTo>
                  <a:pt x="4911871" y="1478990"/>
                  <a:pt x="4924990" y="1475654"/>
                  <a:pt x="4941810" y="1469237"/>
                </a:cubicBezTo>
                <a:cubicBezTo>
                  <a:pt x="4937437" y="1456147"/>
                  <a:pt x="4929027" y="1472317"/>
                  <a:pt x="4920617" y="1465901"/>
                </a:cubicBezTo>
                <a:cubicBezTo>
                  <a:pt x="4946184" y="1449730"/>
                  <a:pt x="4946184" y="1425347"/>
                  <a:pt x="4952575" y="1407637"/>
                </a:cubicBezTo>
                <a:cubicBezTo>
                  <a:pt x="4958966" y="1414054"/>
                  <a:pt x="4948202" y="1414054"/>
                  <a:pt x="4950220" y="1418930"/>
                </a:cubicBezTo>
                <a:cubicBezTo>
                  <a:pt x="4958294" y="1415273"/>
                  <a:pt x="4960312" y="1419845"/>
                  <a:pt x="4964365" y="1420302"/>
                </a:cubicBezTo>
                <a:lnTo>
                  <a:pt x="4966192" y="1419803"/>
                </a:lnTo>
                <a:lnTo>
                  <a:pt x="4970260" y="1401208"/>
                </a:lnTo>
                <a:lnTo>
                  <a:pt x="4970294" y="1400518"/>
                </a:lnTo>
                <a:lnTo>
                  <a:pt x="4970463" y="1400279"/>
                </a:lnTo>
                <a:lnTo>
                  <a:pt x="4976440" y="1372954"/>
                </a:lnTo>
                <a:lnTo>
                  <a:pt x="4971462" y="1374828"/>
                </a:lnTo>
                <a:cubicBezTo>
                  <a:pt x="4970466" y="1372404"/>
                  <a:pt x="4972624" y="1369214"/>
                  <a:pt x="4975282" y="1365003"/>
                </a:cubicBezTo>
                <a:lnTo>
                  <a:pt x="4981226" y="1351079"/>
                </a:lnTo>
                <a:lnTo>
                  <a:pt x="4982591" y="1344836"/>
                </a:lnTo>
                <a:lnTo>
                  <a:pt x="4977943" y="1345850"/>
                </a:lnTo>
                <a:cubicBezTo>
                  <a:pt x="4977943" y="1344312"/>
                  <a:pt x="4980290" y="1344312"/>
                  <a:pt x="4982302" y="1344312"/>
                </a:cubicBezTo>
                <a:cubicBezTo>
                  <a:pt x="4986660" y="1334575"/>
                  <a:pt x="4973920" y="1326375"/>
                  <a:pt x="4988672" y="1316894"/>
                </a:cubicBezTo>
                <a:lnTo>
                  <a:pt x="4988702" y="1316898"/>
                </a:lnTo>
                <a:lnTo>
                  <a:pt x="4994760" y="1289210"/>
                </a:lnTo>
                <a:cubicBezTo>
                  <a:pt x="4994760" y="1279458"/>
                  <a:pt x="4981978" y="1269705"/>
                  <a:pt x="5007540" y="1261750"/>
                </a:cubicBezTo>
                <a:cubicBezTo>
                  <a:pt x="5017126" y="1270603"/>
                  <a:pt x="5023517" y="1280741"/>
                  <a:pt x="5027512" y="1291680"/>
                </a:cubicBezTo>
                <a:lnTo>
                  <a:pt x="5029094" y="1301520"/>
                </a:lnTo>
                <a:lnTo>
                  <a:pt x="5036822" y="1301520"/>
                </a:lnTo>
                <a:lnTo>
                  <a:pt x="5038502" y="1301520"/>
                </a:lnTo>
                <a:lnTo>
                  <a:pt x="5040050" y="1298020"/>
                </a:lnTo>
                <a:cubicBezTo>
                  <a:pt x="5041175" y="1293628"/>
                  <a:pt x="5041301" y="1289056"/>
                  <a:pt x="5039703" y="1284179"/>
                </a:cubicBezTo>
                <a:cubicBezTo>
                  <a:pt x="5041722" y="1289056"/>
                  <a:pt x="5046094" y="1289056"/>
                  <a:pt x="5052486" y="1289056"/>
                </a:cubicBezTo>
                <a:cubicBezTo>
                  <a:pt x="5056523" y="1259796"/>
                  <a:pt x="5062914" y="1264673"/>
                  <a:pt x="5082090" y="1245423"/>
                </a:cubicBezTo>
                <a:cubicBezTo>
                  <a:pt x="5084108" y="1250299"/>
                  <a:pt x="5088481" y="1253379"/>
                  <a:pt x="5094874" y="1251839"/>
                </a:cubicBezTo>
                <a:cubicBezTo>
                  <a:pt x="5084108" y="1240546"/>
                  <a:pt x="5105638" y="1246963"/>
                  <a:pt x="5101265" y="1237210"/>
                </a:cubicBezTo>
                <a:cubicBezTo>
                  <a:pt x="5096892" y="1230793"/>
                  <a:pt x="5092855" y="1227456"/>
                  <a:pt x="5088481" y="1227456"/>
                </a:cubicBezTo>
                <a:cubicBezTo>
                  <a:pt x="5094874" y="1224376"/>
                  <a:pt x="5099246" y="1221039"/>
                  <a:pt x="5099246" y="1216163"/>
                </a:cubicBezTo>
                <a:cubicBezTo>
                  <a:pt x="5094874" y="1212826"/>
                  <a:pt x="5088481" y="1219499"/>
                  <a:pt x="5086462" y="1216163"/>
                </a:cubicBezTo>
                <a:lnTo>
                  <a:pt x="5089658" y="1212789"/>
                </a:lnTo>
                <a:lnTo>
                  <a:pt x="5089288" y="1212802"/>
                </a:lnTo>
                <a:cubicBezTo>
                  <a:pt x="5084201" y="1212991"/>
                  <a:pt x="5084201" y="1212991"/>
                  <a:pt x="5084201" y="1212991"/>
                </a:cubicBezTo>
                <a:cubicBezTo>
                  <a:pt x="5082591" y="1210224"/>
                  <a:pt x="5084201" y="1208354"/>
                  <a:pt x="5087555" y="1207203"/>
                </a:cubicBezTo>
                <a:lnTo>
                  <a:pt x="5097791" y="1206111"/>
                </a:lnTo>
                <a:lnTo>
                  <a:pt x="5100418" y="1204035"/>
                </a:lnTo>
                <a:cubicBezTo>
                  <a:pt x="5101812" y="1202543"/>
                  <a:pt x="5103452" y="1200313"/>
                  <a:pt x="5105638" y="1196656"/>
                </a:cubicBezTo>
                <a:cubicBezTo>
                  <a:pt x="5099246" y="1198196"/>
                  <a:pt x="5090500" y="1204869"/>
                  <a:pt x="5088481" y="1196656"/>
                </a:cubicBezTo>
                <a:cubicBezTo>
                  <a:pt x="5114048" y="1185363"/>
                  <a:pt x="5116066" y="1151226"/>
                  <a:pt x="5137260" y="1165856"/>
                </a:cubicBezTo>
                <a:cubicBezTo>
                  <a:pt x="5148024" y="1157642"/>
                  <a:pt x="5139614" y="1146349"/>
                  <a:pt x="5146006" y="1138135"/>
                </a:cubicBezTo>
                <a:cubicBezTo>
                  <a:pt x="5148024" y="1139932"/>
                  <a:pt x="5150043" y="1144809"/>
                  <a:pt x="5154416" y="1143012"/>
                </a:cubicBezTo>
                <a:cubicBezTo>
                  <a:pt x="5150043" y="1131719"/>
                  <a:pt x="5171572" y="1135056"/>
                  <a:pt x="5169218" y="1123762"/>
                </a:cubicBezTo>
                <a:cubicBezTo>
                  <a:pt x="5158789" y="1117089"/>
                  <a:pt x="5146006" y="1121966"/>
                  <a:pt x="5137260" y="1117089"/>
                </a:cubicBezTo>
                <a:cubicBezTo>
                  <a:pt x="5154416" y="1115549"/>
                  <a:pt x="5171572" y="1097838"/>
                  <a:pt x="5152398" y="1092962"/>
                </a:cubicBezTo>
                <a:lnTo>
                  <a:pt x="5164002" y="1068247"/>
                </a:lnTo>
                <a:lnTo>
                  <a:pt x="5163904" y="1067652"/>
                </a:lnTo>
                <a:cubicBezTo>
                  <a:pt x="5163562" y="1061456"/>
                  <a:pt x="5163856" y="1054447"/>
                  <a:pt x="5164949" y="1045914"/>
                </a:cubicBezTo>
                <a:cubicBezTo>
                  <a:pt x="5166968" y="1029745"/>
                  <a:pt x="5186140" y="1018453"/>
                  <a:pt x="5192530" y="1007160"/>
                </a:cubicBezTo>
                <a:cubicBezTo>
                  <a:pt x="5194548" y="1003825"/>
                  <a:pt x="5186140" y="1000488"/>
                  <a:pt x="5188157" y="995612"/>
                </a:cubicBezTo>
                <a:cubicBezTo>
                  <a:pt x="5190260" y="992019"/>
                  <a:pt x="5193958" y="988105"/>
                  <a:pt x="5198462" y="983951"/>
                </a:cubicBezTo>
                <a:lnTo>
                  <a:pt x="5202530" y="980428"/>
                </a:lnTo>
                <a:lnTo>
                  <a:pt x="5224387" y="920994"/>
                </a:lnTo>
                <a:cubicBezTo>
                  <a:pt x="5235152" y="927411"/>
                  <a:pt x="5217996" y="932288"/>
                  <a:pt x="5224387" y="938705"/>
                </a:cubicBezTo>
                <a:cubicBezTo>
                  <a:pt x="5233133" y="938705"/>
                  <a:pt x="5226742" y="946918"/>
                  <a:pt x="5237170" y="942041"/>
                </a:cubicBezTo>
                <a:cubicBezTo>
                  <a:pt x="5235152" y="940501"/>
                  <a:pt x="5241543" y="937165"/>
                  <a:pt x="5239525" y="935625"/>
                </a:cubicBezTo>
                <a:cubicBezTo>
                  <a:pt x="5235152" y="932288"/>
                  <a:pt x="5230778" y="933828"/>
                  <a:pt x="5228760" y="928951"/>
                </a:cubicBezTo>
                <a:cubicBezTo>
                  <a:pt x="5231956" y="924973"/>
                  <a:pt x="5234647" y="924588"/>
                  <a:pt x="5237044" y="925005"/>
                </a:cubicBezTo>
                <a:lnTo>
                  <a:pt x="5240121" y="925414"/>
                </a:lnTo>
                <a:lnTo>
                  <a:pt x="5239744" y="921570"/>
                </a:lnTo>
                <a:cubicBezTo>
                  <a:pt x="5239723" y="918331"/>
                  <a:pt x="5240364" y="915187"/>
                  <a:pt x="5242734" y="912131"/>
                </a:cubicBezTo>
                <a:lnTo>
                  <a:pt x="5243013" y="911945"/>
                </a:lnTo>
                <a:lnTo>
                  <a:pt x="5237170" y="911241"/>
                </a:lnTo>
                <a:cubicBezTo>
                  <a:pt x="5226742" y="919454"/>
                  <a:pt x="5215977" y="919454"/>
                  <a:pt x="5205548" y="922535"/>
                </a:cubicBezTo>
                <a:cubicBezTo>
                  <a:pt x="5211940" y="917658"/>
                  <a:pt x="5203194" y="912781"/>
                  <a:pt x="5213958" y="907904"/>
                </a:cubicBezTo>
                <a:cubicBezTo>
                  <a:pt x="5217996" y="911241"/>
                  <a:pt x="5222368" y="919454"/>
                  <a:pt x="5228760" y="911241"/>
                </a:cubicBezTo>
                <a:cubicBezTo>
                  <a:pt x="5224387" y="898151"/>
                  <a:pt x="5254326" y="883521"/>
                  <a:pt x="5239525" y="869147"/>
                </a:cubicBezTo>
                <a:cubicBezTo>
                  <a:pt x="5249953" y="865811"/>
                  <a:pt x="5252308" y="864271"/>
                  <a:pt x="5241543" y="860935"/>
                </a:cubicBezTo>
                <a:cubicBezTo>
                  <a:pt x="5252308" y="857597"/>
                  <a:pt x="5249953" y="851181"/>
                  <a:pt x="5254326" y="846304"/>
                </a:cubicBezTo>
                <a:cubicBezTo>
                  <a:pt x="5257522" y="850411"/>
                  <a:pt x="5257522" y="854454"/>
                  <a:pt x="5257522" y="858303"/>
                </a:cubicBezTo>
                <a:lnTo>
                  <a:pt x="5260522" y="868481"/>
                </a:lnTo>
                <a:lnTo>
                  <a:pt x="5262784" y="861933"/>
                </a:lnTo>
                <a:lnTo>
                  <a:pt x="5272291" y="851637"/>
                </a:lnTo>
                <a:lnTo>
                  <a:pt x="5272408" y="850989"/>
                </a:lnTo>
                <a:cubicBezTo>
                  <a:pt x="5271903" y="844700"/>
                  <a:pt x="5269296" y="838220"/>
                  <a:pt x="5271482" y="831674"/>
                </a:cubicBezTo>
                <a:cubicBezTo>
                  <a:pt x="5286285" y="833214"/>
                  <a:pt x="5279894" y="820381"/>
                  <a:pt x="5286285" y="815504"/>
                </a:cubicBezTo>
                <a:cubicBezTo>
                  <a:pt x="5296714" y="817044"/>
                  <a:pt x="5303105" y="830134"/>
                  <a:pt x="5313870" y="825257"/>
                </a:cubicBezTo>
                <a:cubicBezTo>
                  <a:pt x="5301086" y="817044"/>
                  <a:pt x="5311852" y="809088"/>
                  <a:pt x="5309496" y="800874"/>
                </a:cubicBezTo>
                <a:cubicBezTo>
                  <a:pt x="5299068" y="792917"/>
                  <a:pt x="5301086" y="795997"/>
                  <a:pt x="5290322" y="792917"/>
                </a:cubicBezTo>
                <a:cubicBezTo>
                  <a:pt x="5303105" y="786244"/>
                  <a:pt x="5301086" y="786244"/>
                  <a:pt x="5311852" y="778288"/>
                </a:cubicBezTo>
                <a:cubicBezTo>
                  <a:pt x="5320262" y="783164"/>
                  <a:pt x="5322280" y="781367"/>
                  <a:pt x="5335063" y="783164"/>
                </a:cubicBezTo>
                <a:cubicBezTo>
                  <a:pt x="5337082" y="789581"/>
                  <a:pt x="5326653" y="795997"/>
                  <a:pt x="5337082" y="802671"/>
                </a:cubicBezTo>
                <a:cubicBezTo>
                  <a:pt x="5322952" y="814798"/>
                  <a:pt x="5324152" y="826926"/>
                  <a:pt x="5320241" y="841111"/>
                </a:cubicBezTo>
                <a:lnTo>
                  <a:pt x="5315856" y="851399"/>
                </a:lnTo>
                <a:lnTo>
                  <a:pt x="5315142" y="854692"/>
                </a:lnTo>
                <a:cubicBezTo>
                  <a:pt x="5315610" y="858228"/>
                  <a:pt x="5318406" y="860746"/>
                  <a:pt x="5326394" y="861131"/>
                </a:cubicBezTo>
                <a:lnTo>
                  <a:pt x="5322102" y="864928"/>
                </a:lnTo>
                <a:lnTo>
                  <a:pt x="5320178" y="873030"/>
                </a:lnTo>
                <a:cubicBezTo>
                  <a:pt x="5316982" y="878708"/>
                  <a:pt x="5311683" y="884420"/>
                  <a:pt x="5313870" y="890194"/>
                </a:cubicBezTo>
                <a:cubicBezTo>
                  <a:pt x="5318243" y="888398"/>
                  <a:pt x="5320262" y="886858"/>
                  <a:pt x="5324634" y="890194"/>
                </a:cubicBezTo>
                <a:cubicBezTo>
                  <a:pt x="5316561" y="893852"/>
                  <a:pt x="5320598" y="898376"/>
                  <a:pt x="5316735" y="902466"/>
                </a:cubicBezTo>
                <a:lnTo>
                  <a:pt x="5314980" y="903412"/>
                </a:lnTo>
                <a:lnTo>
                  <a:pt x="5315080" y="904276"/>
                </a:lnTo>
                <a:lnTo>
                  <a:pt x="5311506" y="916354"/>
                </a:lnTo>
                <a:lnTo>
                  <a:pt x="5318243" y="920994"/>
                </a:lnTo>
                <a:cubicBezTo>
                  <a:pt x="5307478" y="927411"/>
                  <a:pt x="5307478" y="930748"/>
                  <a:pt x="5315888" y="938705"/>
                </a:cubicBezTo>
                <a:cubicBezTo>
                  <a:pt x="5313870" y="942041"/>
                  <a:pt x="5309496" y="942041"/>
                  <a:pt x="5305460" y="942041"/>
                </a:cubicBezTo>
                <a:cubicBezTo>
                  <a:pt x="5307478" y="946918"/>
                  <a:pt x="5315888" y="953335"/>
                  <a:pt x="5311852" y="958211"/>
                </a:cubicBezTo>
                <a:cubicBezTo>
                  <a:pt x="5295704" y="958211"/>
                  <a:pt x="5301318" y="949115"/>
                  <a:pt x="5304282" y="940453"/>
                </a:cubicBezTo>
                <a:lnTo>
                  <a:pt x="5304892" y="936224"/>
                </a:lnTo>
                <a:lnTo>
                  <a:pt x="5290264" y="961884"/>
                </a:lnTo>
                <a:lnTo>
                  <a:pt x="5283626" y="971412"/>
                </a:lnTo>
                <a:lnTo>
                  <a:pt x="5286285" y="974382"/>
                </a:lnTo>
                <a:lnTo>
                  <a:pt x="5280250" y="976255"/>
                </a:lnTo>
                <a:lnTo>
                  <a:pt x="5273292" y="986243"/>
                </a:lnTo>
                <a:lnTo>
                  <a:pt x="5274973" y="988338"/>
                </a:lnTo>
                <a:cubicBezTo>
                  <a:pt x="5275520" y="990744"/>
                  <a:pt x="5275520" y="993119"/>
                  <a:pt x="5277539" y="995429"/>
                </a:cubicBezTo>
                <a:cubicBezTo>
                  <a:pt x="5275520" y="997097"/>
                  <a:pt x="5270221" y="997931"/>
                  <a:pt x="5265974" y="999150"/>
                </a:cubicBezTo>
                <a:lnTo>
                  <a:pt x="5262540" y="1000696"/>
                </a:lnTo>
                <a:lnTo>
                  <a:pt x="5260847" y="1002936"/>
                </a:lnTo>
                <a:lnTo>
                  <a:pt x="5260718" y="1005182"/>
                </a:lnTo>
                <a:cubicBezTo>
                  <a:pt x="5269128" y="1003641"/>
                  <a:pt x="5279894" y="998765"/>
                  <a:pt x="5288304" y="1010058"/>
                </a:cubicBezTo>
                <a:cubicBezTo>
                  <a:pt x="5262736" y="1011855"/>
                  <a:pt x="5281912" y="1019812"/>
                  <a:pt x="5258700" y="1023148"/>
                </a:cubicBezTo>
                <a:cubicBezTo>
                  <a:pt x="5269128" y="1031362"/>
                  <a:pt x="5265091" y="1029565"/>
                  <a:pt x="5269128" y="1039319"/>
                </a:cubicBezTo>
                <a:cubicBezTo>
                  <a:pt x="5275520" y="1034442"/>
                  <a:pt x="5269128" y="1018272"/>
                  <a:pt x="5283930" y="1021352"/>
                </a:cubicBezTo>
                <a:cubicBezTo>
                  <a:pt x="5283930" y="1032902"/>
                  <a:pt x="5271482" y="1044195"/>
                  <a:pt x="5269128" y="1055488"/>
                </a:cubicBezTo>
                <a:cubicBezTo>
                  <a:pt x="5288304" y="1057286"/>
                  <a:pt x="5265091" y="1083209"/>
                  <a:pt x="5267110" y="1096042"/>
                </a:cubicBezTo>
                <a:cubicBezTo>
                  <a:pt x="5279894" y="1086289"/>
                  <a:pt x="5294695" y="1057286"/>
                  <a:pt x="5315888" y="1066782"/>
                </a:cubicBezTo>
                <a:cubicBezTo>
                  <a:pt x="5318243" y="1062162"/>
                  <a:pt x="5318243" y="1058826"/>
                  <a:pt x="5313870" y="1053948"/>
                </a:cubicBezTo>
                <a:cubicBezTo>
                  <a:pt x="5309496" y="1057286"/>
                  <a:pt x="5305460" y="1057286"/>
                  <a:pt x="5301086" y="1053948"/>
                </a:cubicBezTo>
                <a:cubicBezTo>
                  <a:pt x="5313870" y="1039319"/>
                  <a:pt x="5283930" y="1044195"/>
                  <a:pt x="5292676" y="1029565"/>
                </a:cubicBezTo>
                <a:cubicBezTo>
                  <a:pt x="5296714" y="1036239"/>
                  <a:pt x="5301086" y="1040859"/>
                  <a:pt x="5307478" y="1037779"/>
                </a:cubicBezTo>
                <a:cubicBezTo>
                  <a:pt x="5311852" y="1034442"/>
                  <a:pt x="5313870" y="1031362"/>
                  <a:pt x="5313870" y="1028025"/>
                </a:cubicBezTo>
                <a:cubicBezTo>
                  <a:pt x="5313870" y="1028025"/>
                  <a:pt x="5313870" y="1028025"/>
                  <a:pt x="5305460" y="1018272"/>
                </a:cubicBezTo>
                <a:cubicBezTo>
                  <a:pt x="5313870" y="1013395"/>
                  <a:pt x="5313870" y="1008518"/>
                  <a:pt x="5322280" y="1002101"/>
                </a:cubicBezTo>
                <a:cubicBezTo>
                  <a:pt x="5335063" y="1010058"/>
                  <a:pt x="5324634" y="1014935"/>
                  <a:pt x="5331026" y="1021352"/>
                </a:cubicBezTo>
                <a:cubicBezTo>
                  <a:pt x="5337082" y="1018272"/>
                  <a:pt x="5339437" y="1013395"/>
                  <a:pt x="5339437" y="1010058"/>
                </a:cubicBezTo>
                <a:cubicBezTo>
                  <a:pt x="5339437" y="1010058"/>
                  <a:pt x="5339437" y="1010058"/>
                  <a:pt x="5326653" y="997225"/>
                </a:cubicBezTo>
                <a:cubicBezTo>
                  <a:pt x="5324634" y="1002101"/>
                  <a:pt x="5322280" y="1003641"/>
                  <a:pt x="5315888" y="1000305"/>
                </a:cubicBezTo>
                <a:cubicBezTo>
                  <a:pt x="5326653" y="989012"/>
                  <a:pt x="5326653" y="976178"/>
                  <a:pt x="5333044" y="963088"/>
                </a:cubicBezTo>
                <a:cubicBezTo>
                  <a:pt x="5290322" y="943582"/>
                  <a:pt x="5358612" y="909701"/>
                  <a:pt x="5337082" y="888398"/>
                </a:cubicBezTo>
                <a:cubicBezTo>
                  <a:pt x="5343474" y="898151"/>
                  <a:pt x="5349866" y="898151"/>
                  <a:pt x="5358612" y="899948"/>
                </a:cubicBezTo>
                <a:cubicBezTo>
                  <a:pt x="5343474" y="911241"/>
                  <a:pt x="5324634" y="928951"/>
                  <a:pt x="5343474" y="937165"/>
                </a:cubicBezTo>
                <a:cubicBezTo>
                  <a:pt x="5328672" y="943582"/>
                  <a:pt x="5331026" y="949998"/>
                  <a:pt x="5331026" y="958211"/>
                </a:cubicBezTo>
                <a:cubicBezTo>
                  <a:pt x="5343474" y="956672"/>
                  <a:pt x="5335063" y="945378"/>
                  <a:pt x="5352220" y="948458"/>
                </a:cubicBezTo>
                <a:cubicBezTo>
                  <a:pt x="5331026" y="938705"/>
                  <a:pt x="5373414" y="928951"/>
                  <a:pt x="5345828" y="924075"/>
                </a:cubicBezTo>
                <a:cubicBezTo>
                  <a:pt x="5367022" y="914578"/>
                  <a:pt x="5356257" y="904825"/>
                  <a:pt x="5367022" y="893275"/>
                </a:cubicBezTo>
                <a:cubicBezTo>
                  <a:pt x="5373414" y="899948"/>
                  <a:pt x="5369040" y="904825"/>
                  <a:pt x="5379805" y="899948"/>
                </a:cubicBezTo>
                <a:cubicBezTo>
                  <a:pt x="5373414" y="895071"/>
                  <a:pt x="5388215" y="893275"/>
                  <a:pt x="5390233" y="893275"/>
                </a:cubicBezTo>
                <a:cubicBezTo>
                  <a:pt x="5377450" y="893275"/>
                  <a:pt x="5392588" y="885318"/>
                  <a:pt x="5379805" y="878644"/>
                </a:cubicBezTo>
                <a:cubicBezTo>
                  <a:pt x="5377450" y="883521"/>
                  <a:pt x="5375432" y="885318"/>
                  <a:pt x="5369040" y="881981"/>
                </a:cubicBezTo>
                <a:cubicBezTo>
                  <a:pt x="5377450" y="874025"/>
                  <a:pt x="5369040" y="865811"/>
                  <a:pt x="5386196" y="857597"/>
                </a:cubicBezTo>
                <a:cubicBezTo>
                  <a:pt x="5390233" y="859394"/>
                  <a:pt x="5394606" y="865811"/>
                  <a:pt x="5398980" y="864271"/>
                </a:cubicBezTo>
                <a:cubicBezTo>
                  <a:pt x="5400998" y="852721"/>
                  <a:pt x="5390233" y="852721"/>
                  <a:pt x="5386196" y="842968"/>
                </a:cubicBezTo>
                <a:cubicBezTo>
                  <a:pt x="5409408" y="838091"/>
                  <a:pt x="5394606" y="825257"/>
                  <a:pt x="5418154" y="818841"/>
                </a:cubicBezTo>
                <a:cubicBezTo>
                  <a:pt x="5413781" y="809088"/>
                  <a:pt x="5432956" y="795997"/>
                  <a:pt x="5432956" y="791121"/>
                </a:cubicBezTo>
                <a:cubicBezTo>
                  <a:pt x="5426564" y="795997"/>
                  <a:pt x="5441366" y="797794"/>
                  <a:pt x="5445739" y="797794"/>
                </a:cubicBezTo>
                <a:cubicBezTo>
                  <a:pt x="5445739" y="789581"/>
                  <a:pt x="5464578" y="776490"/>
                  <a:pt x="5447758" y="781367"/>
                </a:cubicBezTo>
                <a:cubicBezTo>
                  <a:pt x="5452130" y="770074"/>
                  <a:pt x="5454149" y="778288"/>
                  <a:pt x="5464578" y="774950"/>
                </a:cubicBezTo>
                <a:cubicBezTo>
                  <a:pt x="5458522" y="770074"/>
                  <a:pt x="5473324" y="765197"/>
                  <a:pt x="5468950" y="761860"/>
                </a:cubicBezTo>
                <a:cubicBezTo>
                  <a:pt x="5456168" y="758781"/>
                  <a:pt x="5462559" y="765197"/>
                  <a:pt x="5456168" y="771614"/>
                </a:cubicBezTo>
                <a:cubicBezTo>
                  <a:pt x="5445739" y="771614"/>
                  <a:pt x="5454149" y="766738"/>
                  <a:pt x="5443384" y="761860"/>
                </a:cubicBezTo>
                <a:cubicBezTo>
                  <a:pt x="5452130" y="757241"/>
                  <a:pt x="5454149" y="753904"/>
                  <a:pt x="5445739" y="749027"/>
                </a:cubicBezTo>
                <a:cubicBezTo>
                  <a:pt x="5456168" y="749027"/>
                  <a:pt x="5454149" y="734397"/>
                  <a:pt x="5466932" y="740814"/>
                </a:cubicBezTo>
                <a:cubicBezTo>
                  <a:pt x="5464578" y="744150"/>
                  <a:pt x="5445739" y="747487"/>
                  <a:pt x="5462559" y="758781"/>
                </a:cubicBezTo>
                <a:cubicBezTo>
                  <a:pt x="5471305" y="744150"/>
                  <a:pt x="5475342" y="753904"/>
                  <a:pt x="5490144" y="747487"/>
                </a:cubicBezTo>
                <a:cubicBezTo>
                  <a:pt x="5475342" y="739274"/>
                  <a:pt x="5502926" y="729520"/>
                  <a:pt x="5494516" y="721564"/>
                </a:cubicBezTo>
                <a:cubicBezTo>
                  <a:pt x="5505282" y="726441"/>
                  <a:pt x="5496535" y="731317"/>
                  <a:pt x="5507300" y="734397"/>
                </a:cubicBezTo>
                <a:cubicBezTo>
                  <a:pt x="5492498" y="742610"/>
                  <a:pt x="5494516" y="749027"/>
                  <a:pt x="5496535" y="757241"/>
                </a:cubicBezTo>
                <a:cubicBezTo>
                  <a:pt x="5500908" y="755444"/>
                  <a:pt x="5507300" y="755444"/>
                  <a:pt x="5502926" y="758781"/>
                </a:cubicBezTo>
                <a:cubicBezTo>
                  <a:pt x="5492498" y="761860"/>
                  <a:pt x="5498890" y="783164"/>
                  <a:pt x="5507300" y="792917"/>
                </a:cubicBezTo>
                <a:cubicBezTo>
                  <a:pt x="5500908" y="799334"/>
                  <a:pt x="5496535" y="794457"/>
                  <a:pt x="5490144" y="800874"/>
                </a:cubicBezTo>
                <a:cubicBezTo>
                  <a:pt x="5496535" y="809088"/>
                  <a:pt x="5496535" y="825257"/>
                  <a:pt x="5484088" y="826797"/>
                </a:cubicBezTo>
                <a:cubicBezTo>
                  <a:pt x="5471305" y="821921"/>
                  <a:pt x="5496535" y="818841"/>
                  <a:pt x="5488125" y="813964"/>
                </a:cubicBezTo>
                <a:cubicBezTo>
                  <a:pt x="5479715" y="813964"/>
                  <a:pt x="5473324" y="797794"/>
                  <a:pt x="5464578" y="805751"/>
                </a:cubicBezTo>
                <a:cubicBezTo>
                  <a:pt x="5462559" y="812167"/>
                  <a:pt x="5471305" y="807290"/>
                  <a:pt x="5475342" y="815504"/>
                </a:cubicBezTo>
                <a:cubicBezTo>
                  <a:pt x="5466932" y="820381"/>
                  <a:pt x="5475342" y="826797"/>
                  <a:pt x="5471305" y="833214"/>
                </a:cubicBezTo>
                <a:cubicBezTo>
                  <a:pt x="5464578" y="841428"/>
                  <a:pt x="5460540" y="828595"/>
                  <a:pt x="5454149" y="836551"/>
                </a:cubicBezTo>
                <a:cubicBezTo>
                  <a:pt x="5468950" y="838091"/>
                  <a:pt x="5471305" y="851181"/>
                  <a:pt x="5466932" y="857597"/>
                </a:cubicBezTo>
                <a:cubicBezTo>
                  <a:pt x="5479715" y="857597"/>
                  <a:pt x="5481734" y="859394"/>
                  <a:pt x="5488125" y="864271"/>
                </a:cubicBezTo>
                <a:cubicBezTo>
                  <a:pt x="5479715" y="875564"/>
                  <a:pt x="5488125" y="886858"/>
                  <a:pt x="5475342" y="898151"/>
                </a:cubicBezTo>
                <a:cubicBezTo>
                  <a:pt x="5468950" y="896611"/>
                  <a:pt x="5477697" y="885318"/>
                  <a:pt x="5466932" y="890194"/>
                </a:cubicBezTo>
                <a:cubicBezTo>
                  <a:pt x="5471305" y="901488"/>
                  <a:pt x="5454149" y="901488"/>
                  <a:pt x="5462559" y="914578"/>
                </a:cubicBezTo>
                <a:cubicBezTo>
                  <a:pt x="5454149" y="914578"/>
                  <a:pt x="5441366" y="932288"/>
                  <a:pt x="5445739" y="942041"/>
                </a:cubicBezTo>
                <a:cubicBezTo>
                  <a:pt x="5434974" y="949998"/>
                  <a:pt x="5430601" y="937165"/>
                  <a:pt x="5418154" y="948458"/>
                </a:cubicBezTo>
                <a:cubicBezTo>
                  <a:pt x="5432956" y="949998"/>
                  <a:pt x="5422191" y="963088"/>
                  <a:pt x="5434974" y="966425"/>
                </a:cubicBezTo>
                <a:cubicBezTo>
                  <a:pt x="5426564" y="969505"/>
                  <a:pt x="5432956" y="974382"/>
                  <a:pt x="5426564" y="977718"/>
                </a:cubicBezTo>
                <a:cubicBezTo>
                  <a:pt x="5424546" y="974382"/>
                  <a:pt x="5420172" y="969505"/>
                  <a:pt x="5415800" y="974382"/>
                </a:cubicBezTo>
                <a:cubicBezTo>
                  <a:pt x="5420172" y="977718"/>
                  <a:pt x="5415800" y="981055"/>
                  <a:pt x="5420172" y="985932"/>
                </a:cubicBezTo>
                <a:cubicBezTo>
                  <a:pt x="5411762" y="992348"/>
                  <a:pt x="5407390" y="984135"/>
                  <a:pt x="5398980" y="987472"/>
                </a:cubicBezTo>
                <a:cubicBezTo>
                  <a:pt x="5415800" y="997225"/>
                  <a:pt x="5398980" y="1003641"/>
                  <a:pt x="5403016" y="1013395"/>
                </a:cubicBezTo>
                <a:cubicBezTo>
                  <a:pt x="5411762" y="1005182"/>
                  <a:pt x="5415800" y="998765"/>
                  <a:pt x="5422191" y="992348"/>
                </a:cubicBezTo>
                <a:cubicBezTo>
                  <a:pt x="5426564" y="1006979"/>
                  <a:pt x="5403016" y="1018272"/>
                  <a:pt x="5409408" y="1034442"/>
                </a:cubicBezTo>
                <a:cubicBezTo>
                  <a:pt x="5420172" y="1016732"/>
                  <a:pt x="5439348" y="1002101"/>
                  <a:pt x="5439348" y="984135"/>
                </a:cubicBezTo>
                <a:cubicBezTo>
                  <a:pt x="5432956" y="987472"/>
                  <a:pt x="5428582" y="990808"/>
                  <a:pt x="5426564" y="985932"/>
                </a:cubicBezTo>
                <a:cubicBezTo>
                  <a:pt x="5436992" y="979258"/>
                  <a:pt x="5436992" y="982595"/>
                  <a:pt x="5443384" y="974382"/>
                </a:cubicBezTo>
                <a:cubicBezTo>
                  <a:pt x="5449776" y="976178"/>
                  <a:pt x="5454149" y="981055"/>
                  <a:pt x="5460540" y="981055"/>
                </a:cubicBezTo>
                <a:cubicBezTo>
                  <a:pt x="5436992" y="998765"/>
                  <a:pt x="5424546" y="1018272"/>
                  <a:pt x="5439348" y="1032902"/>
                </a:cubicBezTo>
                <a:cubicBezTo>
                  <a:pt x="5434974" y="1028025"/>
                  <a:pt x="5424546" y="1039319"/>
                  <a:pt x="5434974" y="1042655"/>
                </a:cubicBezTo>
                <a:cubicBezTo>
                  <a:pt x="5426564" y="1050612"/>
                  <a:pt x="5422191" y="1037779"/>
                  <a:pt x="5413781" y="1040859"/>
                </a:cubicBezTo>
                <a:cubicBezTo>
                  <a:pt x="5418154" y="1045735"/>
                  <a:pt x="5409408" y="1050612"/>
                  <a:pt x="5409408" y="1057286"/>
                </a:cubicBezTo>
                <a:cubicBezTo>
                  <a:pt x="5415800" y="1053948"/>
                  <a:pt x="5420172" y="1039319"/>
                  <a:pt x="5426564" y="1050612"/>
                </a:cubicBezTo>
                <a:cubicBezTo>
                  <a:pt x="5434974" y="1055488"/>
                  <a:pt x="5411762" y="1057286"/>
                  <a:pt x="5418154" y="1062162"/>
                </a:cubicBezTo>
                <a:cubicBezTo>
                  <a:pt x="5430601" y="1068579"/>
                  <a:pt x="5430601" y="1065242"/>
                  <a:pt x="5432956" y="1078332"/>
                </a:cubicBezTo>
                <a:cubicBezTo>
                  <a:pt x="5441366" y="1070119"/>
                  <a:pt x="5445739" y="1076535"/>
                  <a:pt x="5449776" y="1078332"/>
                </a:cubicBezTo>
                <a:cubicBezTo>
                  <a:pt x="5436992" y="1084749"/>
                  <a:pt x="5456168" y="1089626"/>
                  <a:pt x="5458522" y="1094502"/>
                </a:cubicBezTo>
                <a:cubicBezTo>
                  <a:pt x="5447758" y="1100919"/>
                  <a:pt x="5443384" y="1084749"/>
                  <a:pt x="5432956" y="1091166"/>
                </a:cubicBezTo>
                <a:cubicBezTo>
                  <a:pt x="5436992" y="1100919"/>
                  <a:pt x="5432956" y="1109133"/>
                  <a:pt x="5428582" y="1118885"/>
                </a:cubicBezTo>
                <a:cubicBezTo>
                  <a:pt x="5424546" y="1112212"/>
                  <a:pt x="5428582" y="1107592"/>
                  <a:pt x="5418154" y="1110672"/>
                </a:cubicBezTo>
                <a:cubicBezTo>
                  <a:pt x="5415800" y="1118885"/>
                  <a:pt x="5407390" y="1114009"/>
                  <a:pt x="5398980" y="1120426"/>
                </a:cubicBezTo>
                <a:cubicBezTo>
                  <a:pt x="5413781" y="1123762"/>
                  <a:pt x="5396625" y="1133516"/>
                  <a:pt x="5383842" y="1138135"/>
                </a:cubicBezTo>
                <a:cubicBezTo>
                  <a:pt x="5388215" y="1147889"/>
                  <a:pt x="5390233" y="1156102"/>
                  <a:pt x="5400998" y="1156102"/>
                </a:cubicBezTo>
                <a:cubicBezTo>
                  <a:pt x="5390233" y="1165856"/>
                  <a:pt x="5381823" y="1162519"/>
                  <a:pt x="5373414" y="1160979"/>
                </a:cubicBezTo>
                <a:cubicBezTo>
                  <a:pt x="5386196" y="1170732"/>
                  <a:pt x="5365004" y="1183566"/>
                  <a:pt x="5379805" y="1188442"/>
                </a:cubicBezTo>
                <a:cubicBezTo>
                  <a:pt x="5375432" y="1191779"/>
                  <a:pt x="5360630" y="1193319"/>
                  <a:pt x="5365004" y="1198196"/>
                </a:cubicBezTo>
                <a:cubicBezTo>
                  <a:pt x="5392588" y="1203073"/>
                  <a:pt x="5390233" y="1164316"/>
                  <a:pt x="5413781" y="1165856"/>
                </a:cubicBezTo>
                <a:cubicBezTo>
                  <a:pt x="5407390" y="1177149"/>
                  <a:pt x="5396625" y="1185363"/>
                  <a:pt x="5390233" y="1196656"/>
                </a:cubicBezTo>
                <a:cubicBezTo>
                  <a:pt x="5415800" y="1193319"/>
                  <a:pt x="5420172" y="1209746"/>
                  <a:pt x="5441366" y="1212826"/>
                </a:cubicBezTo>
                <a:cubicBezTo>
                  <a:pt x="5422191" y="1221039"/>
                  <a:pt x="5430601" y="1245423"/>
                  <a:pt x="5422191" y="1266470"/>
                </a:cubicBezTo>
                <a:cubicBezTo>
                  <a:pt x="5420172" y="1256716"/>
                  <a:pt x="5413781" y="1254920"/>
                  <a:pt x="5411762" y="1242086"/>
                </a:cubicBezTo>
                <a:cubicBezTo>
                  <a:pt x="5399989" y="1250171"/>
                  <a:pt x="5389812" y="1258705"/>
                  <a:pt x="5383127" y="1267849"/>
                </a:cubicBezTo>
                <a:lnTo>
                  <a:pt x="5379756" y="1274517"/>
                </a:lnTo>
                <a:lnTo>
                  <a:pt x="5415526" y="1295883"/>
                </a:lnTo>
                <a:lnTo>
                  <a:pt x="5436026" y="1312382"/>
                </a:lnTo>
                <a:lnTo>
                  <a:pt x="5452130" y="1295729"/>
                </a:lnTo>
                <a:cubicBezTo>
                  <a:pt x="5445739" y="1285977"/>
                  <a:pt x="5449776" y="1289056"/>
                  <a:pt x="5460540" y="1285977"/>
                </a:cubicBezTo>
                <a:cubicBezTo>
                  <a:pt x="5460540" y="1269550"/>
                  <a:pt x="5468950" y="1245423"/>
                  <a:pt x="5486107" y="1240546"/>
                </a:cubicBezTo>
                <a:cubicBezTo>
                  <a:pt x="5480724" y="1234001"/>
                  <a:pt x="5486022" y="1226301"/>
                  <a:pt x="5493718" y="1220013"/>
                </a:cubicBezTo>
                <a:lnTo>
                  <a:pt x="5498521" y="1216869"/>
                </a:lnTo>
                <a:lnTo>
                  <a:pt x="5501106" y="1198529"/>
                </a:lnTo>
                <a:lnTo>
                  <a:pt x="5504992" y="1212634"/>
                </a:lnTo>
                <a:lnTo>
                  <a:pt x="5506022" y="1211959"/>
                </a:lnTo>
                <a:cubicBezTo>
                  <a:pt x="5510033" y="1209842"/>
                  <a:pt x="5513608" y="1208398"/>
                  <a:pt x="5515710" y="1207949"/>
                </a:cubicBezTo>
                <a:cubicBezTo>
                  <a:pt x="5511673" y="1209746"/>
                  <a:pt x="5511673" y="1222579"/>
                  <a:pt x="5515710" y="1217703"/>
                </a:cubicBezTo>
                <a:cubicBezTo>
                  <a:pt x="5522102" y="1212826"/>
                  <a:pt x="5524120" y="1206409"/>
                  <a:pt x="5522102" y="1199992"/>
                </a:cubicBezTo>
                <a:cubicBezTo>
                  <a:pt x="5518066" y="1203073"/>
                  <a:pt x="5515710" y="1204869"/>
                  <a:pt x="5513692" y="1198196"/>
                </a:cubicBezTo>
                <a:cubicBezTo>
                  <a:pt x="5522102" y="1190239"/>
                  <a:pt x="5518066" y="1180486"/>
                  <a:pt x="5520084" y="1170732"/>
                </a:cubicBezTo>
                <a:cubicBezTo>
                  <a:pt x="5528494" y="1196656"/>
                  <a:pt x="5547668" y="1198196"/>
                  <a:pt x="5526476" y="1212826"/>
                </a:cubicBezTo>
                <a:cubicBezTo>
                  <a:pt x="5532867" y="1225916"/>
                  <a:pt x="5520084" y="1237210"/>
                  <a:pt x="5522102" y="1250299"/>
                </a:cubicBezTo>
                <a:cubicBezTo>
                  <a:pt x="5513692" y="1256716"/>
                  <a:pt x="5505282" y="1250299"/>
                  <a:pt x="5502926" y="1259796"/>
                </a:cubicBezTo>
                <a:lnTo>
                  <a:pt x="5501854" y="1254862"/>
                </a:lnTo>
                <a:lnTo>
                  <a:pt x="5494850" y="1254862"/>
                </a:lnTo>
                <a:lnTo>
                  <a:pt x="5484635" y="1282511"/>
                </a:lnTo>
                <a:cubicBezTo>
                  <a:pt x="5482238" y="1292842"/>
                  <a:pt x="5482743" y="1302146"/>
                  <a:pt x="5490144" y="1308563"/>
                </a:cubicBezTo>
                <a:cubicBezTo>
                  <a:pt x="5479715" y="1314980"/>
                  <a:pt x="5477697" y="1303686"/>
                  <a:pt x="5464578" y="1310103"/>
                </a:cubicBezTo>
                <a:cubicBezTo>
                  <a:pt x="5471137" y="1317418"/>
                  <a:pt x="5467436" y="1324348"/>
                  <a:pt x="5461844" y="1330444"/>
                </a:cubicBezTo>
                <a:lnTo>
                  <a:pt x="5458762" y="1333421"/>
                </a:lnTo>
                <a:lnTo>
                  <a:pt x="5479431" y="1363893"/>
                </a:lnTo>
                <a:cubicBezTo>
                  <a:pt x="5470350" y="1376083"/>
                  <a:pt x="5459019" y="1386541"/>
                  <a:pt x="5446107" y="1395700"/>
                </a:cubicBezTo>
                <a:lnTo>
                  <a:pt x="5412428" y="1414588"/>
                </a:lnTo>
                <a:lnTo>
                  <a:pt x="5409408" y="1420471"/>
                </a:lnTo>
                <a:cubicBezTo>
                  <a:pt x="5400998" y="1426887"/>
                  <a:pt x="5398980" y="1420471"/>
                  <a:pt x="5390233" y="1425347"/>
                </a:cubicBezTo>
                <a:cubicBezTo>
                  <a:pt x="5392588" y="1433560"/>
                  <a:pt x="5392588" y="1443057"/>
                  <a:pt x="5390233" y="1449730"/>
                </a:cubicBezTo>
                <a:cubicBezTo>
                  <a:pt x="5385019" y="1449730"/>
                  <a:pt x="5382412" y="1445688"/>
                  <a:pt x="5380015" y="1441229"/>
                </a:cubicBezTo>
                <a:lnTo>
                  <a:pt x="5371689" y="1430999"/>
                </a:lnTo>
                <a:lnTo>
                  <a:pt x="5369688" y="1431714"/>
                </a:lnTo>
                <a:lnTo>
                  <a:pt x="5364330" y="1437539"/>
                </a:lnTo>
                <a:cubicBezTo>
                  <a:pt x="5363322" y="1440362"/>
                  <a:pt x="5362816" y="1443186"/>
                  <a:pt x="5360630" y="1444854"/>
                </a:cubicBezTo>
                <a:cubicBezTo>
                  <a:pt x="5375432" y="1446394"/>
                  <a:pt x="5362648" y="1459484"/>
                  <a:pt x="5358612" y="1462564"/>
                </a:cubicBezTo>
                <a:cubicBezTo>
                  <a:pt x="5373414" y="1464361"/>
                  <a:pt x="5360630" y="1474114"/>
                  <a:pt x="5367022" y="1475654"/>
                </a:cubicBezTo>
                <a:cubicBezTo>
                  <a:pt x="5369040" y="1475654"/>
                  <a:pt x="5371058" y="1474114"/>
                  <a:pt x="5373414" y="1477194"/>
                </a:cubicBezTo>
                <a:cubicBezTo>
                  <a:pt x="5360630" y="1485407"/>
                  <a:pt x="5362648" y="1469237"/>
                  <a:pt x="5352220" y="1475654"/>
                </a:cubicBezTo>
                <a:cubicBezTo>
                  <a:pt x="5337082" y="1486947"/>
                  <a:pt x="5360630" y="1504914"/>
                  <a:pt x="5345828" y="1511330"/>
                </a:cubicBezTo>
                <a:cubicBezTo>
                  <a:pt x="5345828" y="1503117"/>
                  <a:pt x="5341456" y="1500037"/>
                  <a:pt x="5335063" y="1501577"/>
                </a:cubicBezTo>
                <a:cubicBezTo>
                  <a:pt x="5311852" y="1516208"/>
                  <a:pt x="5333044" y="1535714"/>
                  <a:pt x="5335063" y="1542131"/>
                </a:cubicBezTo>
                <a:cubicBezTo>
                  <a:pt x="5331026" y="1535714"/>
                  <a:pt x="5322280" y="1540591"/>
                  <a:pt x="5315888" y="1538794"/>
                </a:cubicBezTo>
                <a:cubicBezTo>
                  <a:pt x="5313870" y="1530837"/>
                  <a:pt x="5322280" y="1514411"/>
                  <a:pt x="5313870" y="1512870"/>
                </a:cubicBezTo>
                <a:cubicBezTo>
                  <a:pt x="5290322" y="1532377"/>
                  <a:pt x="5311852" y="1538794"/>
                  <a:pt x="5305460" y="1558301"/>
                </a:cubicBezTo>
                <a:cubicBezTo>
                  <a:pt x="5299068" y="1561637"/>
                  <a:pt x="5296714" y="1558301"/>
                  <a:pt x="5290322" y="1561637"/>
                </a:cubicBezTo>
                <a:cubicBezTo>
                  <a:pt x="5292676" y="1568054"/>
                  <a:pt x="5292676" y="1572931"/>
                  <a:pt x="5294695" y="1579348"/>
                </a:cubicBezTo>
                <a:cubicBezTo>
                  <a:pt x="5301086" y="1577808"/>
                  <a:pt x="5303105" y="1559841"/>
                  <a:pt x="5311852" y="1566515"/>
                </a:cubicBezTo>
                <a:cubicBezTo>
                  <a:pt x="5305460" y="1574471"/>
                  <a:pt x="5294695" y="1582684"/>
                  <a:pt x="5292676" y="1592438"/>
                </a:cubicBezTo>
                <a:cubicBezTo>
                  <a:pt x="5318243" y="1569594"/>
                  <a:pt x="5335063" y="1543671"/>
                  <a:pt x="5356257" y="1519287"/>
                </a:cubicBezTo>
                <a:cubicBezTo>
                  <a:pt x="5358612" y="1547008"/>
                  <a:pt x="5294695" y="1579348"/>
                  <a:pt x="5313870" y="1595774"/>
                </a:cubicBezTo>
                <a:lnTo>
                  <a:pt x="5312424" y="1600690"/>
                </a:lnTo>
                <a:lnTo>
                  <a:pt x="5317680" y="1605262"/>
                </a:lnTo>
                <a:cubicBezTo>
                  <a:pt x="5318566" y="1613399"/>
                  <a:pt x="5304368" y="1626592"/>
                  <a:pt x="5304368" y="1635129"/>
                </a:cubicBezTo>
                <a:cubicBezTo>
                  <a:pt x="5294904" y="1630214"/>
                  <a:pt x="5298058" y="1623681"/>
                  <a:pt x="5302791" y="1617149"/>
                </a:cubicBezTo>
                <a:lnTo>
                  <a:pt x="5309063" y="1608430"/>
                </a:lnTo>
                <a:lnTo>
                  <a:pt x="5301086" y="1616821"/>
                </a:lnTo>
                <a:cubicBezTo>
                  <a:pt x="5301086" y="1613484"/>
                  <a:pt x="5301086" y="1607067"/>
                  <a:pt x="5296714" y="1608608"/>
                </a:cubicBezTo>
                <a:cubicBezTo>
                  <a:pt x="5283930" y="1621698"/>
                  <a:pt x="5265091" y="1631195"/>
                  <a:pt x="5254326" y="1645824"/>
                </a:cubicBezTo>
                <a:cubicBezTo>
                  <a:pt x="5252308" y="1640948"/>
                  <a:pt x="5252308" y="1636071"/>
                  <a:pt x="5247935" y="1637868"/>
                </a:cubicBezTo>
                <a:cubicBezTo>
                  <a:pt x="5249953" y="1645824"/>
                  <a:pt x="5233133" y="1647621"/>
                  <a:pt x="5235152" y="1657374"/>
                </a:cubicBezTo>
                <a:cubicBezTo>
                  <a:pt x="5241543" y="1654038"/>
                  <a:pt x="5243562" y="1647621"/>
                  <a:pt x="5254326" y="1645824"/>
                </a:cubicBezTo>
                <a:cubicBezTo>
                  <a:pt x="5252308" y="1663791"/>
                  <a:pt x="5243562" y="1670208"/>
                  <a:pt x="5249953" y="1688175"/>
                </a:cubicBezTo>
                <a:cubicBezTo>
                  <a:pt x="5233133" y="1696131"/>
                  <a:pt x="5252308" y="1697671"/>
                  <a:pt x="5224387" y="1712558"/>
                </a:cubicBezTo>
                <a:cubicBezTo>
                  <a:pt x="5226742" y="1733605"/>
                  <a:pt x="5186374" y="1757732"/>
                  <a:pt x="5165180" y="1777239"/>
                </a:cubicBezTo>
                <a:cubicBezTo>
                  <a:pt x="5165180" y="1774159"/>
                  <a:pt x="5165180" y="1767485"/>
                  <a:pt x="5160808" y="1767485"/>
                </a:cubicBezTo>
                <a:cubicBezTo>
                  <a:pt x="5160808" y="1770822"/>
                  <a:pt x="5158789" y="1772362"/>
                  <a:pt x="5152398" y="1774159"/>
                </a:cubicBezTo>
                <a:cubicBezTo>
                  <a:pt x="5162826" y="1777239"/>
                  <a:pt x="5160808" y="1790328"/>
                  <a:pt x="5143651" y="1795206"/>
                </a:cubicBezTo>
                <a:cubicBezTo>
                  <a:pt x="5139614" y="1796745"/>
                  <a:pt x="5139614" y="1790328"/>
                  <a:pt x="5135242" y="1790328"/>
                </a:cubicBezTo>
                <a:cubicBezTo>
                  <a:pt x="5135242" y="1798285"/>
                  <a:pt x="5141633" y="1795206"/>
                  <a:pt x="5135242" y="1803162"/>
                </a:cubicBezTo>
                <a:cubicBezTo>
                  <a:pt x="5126832" y="1806499"/>
                  <a:pt x="5126832" y="1800082"/>
                  <a:pt x="5124476" y="1800082"/>
                </a:cubicBezTo>
                <a:cubicBezTo>
                  <a:pt x="5122458" y="1806499"/>
                  <a:pt x="5128850" y="1804959"/>
                  <a:pt x="5126832" y="1811375"/>
                </a:cubicBezTo>
                <a:lnTo>
                  <a:pt x="5121851" y="1815686"/>
                </a:lnTo>
                <a:lnTo>
                  <a:pt x="5119234" y="1826566"/>
                </a:lnTo>
                <a:cubicBezTo>
                  <a:pt x="5117882" y="1833034"/>
                  <a:pt x="5117104" y="1839835"/>
                  <a:pt x="5118197" y="1847149"/>
                </a:cubicBezTo>
                <a:cubicBezTo>
                  <a:pt x="5115843" y="1855362"/>
                  <a:pt x="5101044" y="1843813"/>
                  <a:pt x="5096672" y="1850486"/>
                </a:cubicBezTo>
                <a:cubicBezTo>
                  <a:pt x="5103062" y="1864858"/>
                  <a:pt x="5101044" y="1876407"/>
                  <a:pt x="5096672" y="1889239"/>
                </a:cubicBezTo>
                <a:cubicBezTo>
                  <a:pt x="5090282" y="1902327"/>
                  <a:pt x="5079854" y="1913620"/>
                  <a:pt x="5069092" y="1924912"/>
                </a:cubicBezTo>
                <a:cubicBezTo>
                  <a:pt x="5049920" y="1947753"/>
                  <a:pt x="5022340" y="1965461"/>
                  <a:pt x="5015949" y="1989842"/>
                </a:cubicBezTo>
                <a:cubicBezTo>
                  <a:pt x="5001150" y="1998055"/>
                  <a:pt x="4983996" y="2006011"/>
                  <a:pt x="4969197" y="2017303"/>
                </a:cubicBezTo>
                <a:lnTo>
                  <a:pt x="4952593" y="2030869"/>
                </a:lnTo>
                <a:lnTo>
                  <a:pt x="4953061" y="2031200"/>
                </a:lnTo>
                <a:cubicBezTo>
                  <a:pt x="4954632" y="2034949"/>
                  <a:pt x="4954038" y="2039321"/>
                  <a:pt x="4950811" y="2042569"/>
                </a:cubicBezTo>
                <a:lnTo>
                  <a:pt x="4945121" y="2036974"/>
                </a:lnTo>
                <a:lnTo>
                  <a:pt x="4936074" y="2044366"/>
                </a:lnTo>
                <a:lnTo>
                  <a:pt x="4936818" y="2050479"/>
                </a:lnTo>
                <a:cubicBezTo>
                  <a:pt x="4938868" y="2056852"/>
                  <a:pt x="4941704" y="2060618"/>
                  <a:pt x="4936192" y="2058099"/>
                </a:cubicBezTo>
                <a:lnTo>
                  <a:pt x="4925579" y="2052039"/>
                </a:lnTo>
                <a:lnTo>
                  <a:pt x="4890030" y="2075368"/>
                </a:lnTo>
                <a:cubicBezTo>
                  <a:pt x="4876198" y="2083067"/>
                  <a:pt x="4861904" y="2088778"/>
                  <a:pt x="4846096" y="2090446"/>
                </a:cubicBezTo>
                <a:cubicBezTo>
                  <a:pt x="4833314" y="2098401"/>
                  <a:pt x="4818178" y="2105074"/>
                  <a:pt x="4803380" y="2113030"/>
                </a:cubicBezTo>
                <a:cubicBezTo>
                  <a:pt x="4790598" y="2119703"/>
                  <a:pt x="4775800" y="2126119"/>
                  <a:pt x="4761000" y="2132535"/>
                </a:cubicBezTo>
                <a:cubicBezTo>
                  <a:pt x="4746201" y="2138951"/>
                  <a:pt x="4731066" y="2147163"/>
                  <a:pt x="4718621" y="2152040"/>
                </a:cubicBezTo>
                <a:cubicBezTo>
                  <a:pt x="4703485" y="2158456"/>
                  <a:pt x="4688686" y="2163332"/>
                  <a:pt x="4675905" y="2169748"/>
                </a:cubicBezTo>
                <a:cubicBezTo>
                  <a:pt x="4667496" y="2173084"/>
                  <a:pt x="4659088" y="2177704"/>
                  <a:pt x="4650344" y="2184120"/>
                </a:cubicBezTo>
                <a:cubicBezTo>
                  <a:pt x="4641934" y="2190792"/>
                  <a:pt x="4635544" y="2195412"/>
                  <a:pt x="4629153" y="2202085"/>
                </a:cubicBezTo>
                <a:cubicBezTo>
                  <a:pt x="4614354" y="2214917"/>
                  <a:pt x="4599554" y="2228005"/>
                  <a:pt x="4582401" y="2237758"/>
                </a:cubicBezTo>
                <a:cubicBezTo>
                  <a:pt x="4571638" y="2242634"/>
                  <a:pt x="4544058" y="2240838"/>
                  <a:pt x="4531277" y="2244174"/>
                </a:cubicBezTo>
                <a:cubicBezTo>
                  <a:pt x="4520850" y="2247511"/>
                  <a:pt x="4512105" y="2257263"/>
                  <a:pt x="4503697" y="2257263"/>
                </a:cubicBezTo>
                <a:cubicBezTo>
                  <a:pt x="4493102" y="2257263"/>
                  <a:pt x="4483832" y="2253605"/>
                  <a:pt x="4475086" y="2248272"/>
                </a:cubicBezTo>
                <a:lnTo>
                  <a:pt x="4451292" y="2230468"/>
                </a:lnTo>
                <a:lnTo>
                  <a:pt x="4450972" y="2230544"/>
                </a:lnTo>
                <a:cubicBezTo>
                  <a:pt x="4447838" y="2230691"/>
                  <a:pt x="4445428" y="2229974"/>
                  <a:pt x="4444338" y="2227933"/>
                </a:cubicBezTo>
                <a:lnTo>
                  <a:pt x="4446668" y="2227343"/>
                </a:lnTo>
                <a:lnTo>
                  <a:pt x="4429930" y="2216706"/>
                </a:lnTo>
                <a:lnTo>
                  <a:pt x="4410970" y="2216750"/>
                </a:lnTo>
                <a:cubicBezTo>
                  <a:pt x="4398186" y="2218578"/>
                  <a:pt x="4389104" y="2223071"/>
                  <a:pt x="4391122" y="2232824"/>
                </a:cubicBezTo>
                <a:cubicBezTo>
                  <a:pt x="4378339" y="2227947"/>
                  <a:pt x="4376320" y="2242577"/>
                  <a:pt x="4363536" y="2237700"/>
                </a:cubicBezTo>
                <a:cubicBezTo>
                  <a:pt x="4363536" y="2231540"/>
                  <a:pt x="4374323" y="2230000"/>
                  <a:pt x="4376168" y="2228316"/>
                </a:cubicBezTo>
                <a:lnTo>
                  <a:pt x="4374728" y="2226843"/>
                </a:lnTo>
                <a:lnTo>
                  <a:pt x="4367136" y="2227331"/>
                </a:lnTo>
                <a:lnTo>
                  <a:pt x="4358869" y="2228396"/>
                </a:lnTo>
                <a:lnTo>
                  <a:pt x="4347286" y="2237265"/>
                </a:lnTo>
                <a:lnTo>
                  <a:pt x="4343226" y="2234813"/>
                </a:lnTo>
                <a:lnTo>
                  <a:pt x="4346723" y="2228642"/>
                </a:lnTo>
                <a:lnTo>
                  <a:pt x="4339645" y="2229097"/>
                </a:lnTo>
                <a:lnTo>
                  <a:pt x="4333000" y="2228376"/>
                </a:lnTo>
                <a:lnTo>
                  <a:pt x="4324094" y="2239882"/>
                </a:lnTo>
                <a:cubicBezTo>
                  <a:pt x="4313750" y="2249828"/>
                  <a:pt x="4299958" y="2257977"/>
                  <a:pt x="4287174" y="2262084"/>
                </a:cubicBezTo>
                <a:cubicBezTo>
                  <a:pt x="4297602" y="2252331"/>
                  <a:pt x="4274390" y="2255411"/>
                  <a:pt x="4272036" y="2257207"/>
                </a:cubicBezTo>
                <a:cubicBezTo>
                  <a:pt x="4270017" y="2270040"/>
                  <a:pt x="4238059" y="2266961"/>
                  <a:pt x="4223258" y="2270040"/>
                </a:cubicBezTo>
                <a:cubicBezTo>
                  <a:pt x="4225612" y="2266961"/>
                  <a:pt x="4234022" y="2260287"/>
                  <a:pt x="4229649" y="2258747"/>
                </a:cubicBezTo>
                <a:cubicBezTo>
                  <a:pt x="4212493" y="2257207"/>
                  <a:pt x="4214848" y="2278254"/>
                  <a:pt x="4202064" y="2278254"/>
                </a:cubicBezTo>
                <a:cubicBezTo>
                  <a:pt x="4204083" y="2263624"/>
                  <a:pt x="4187263" y="2281590"/>
                  <a:pt x="4180872" y="2281590"/>
                </a:cubicBezTo>
                <a:cubicBezTo>
                  <a:pt x="4187263" y="2274917"/>
                  <a:pt x="4168088" y="2274917"/>
                  <a:pt x="4163715" y="2271838"/>
                </a:cubicBezTo>
                <a:cubicBezTo>
                  <a:pt x="4159678" y="2276714"/>
                  <a:pt x="4153286" y="2274917"/>
                  <a:pt x="4148914" y="2279794"/>
                </a:cubicBezTo>
                <a:cubicBezTo>
                  <a:pt x="4157324" y="2276714"/>
                  <a:pt x="4168088" y="2276714"/>
                  <a:pt x="4163715" y="2284671"/>
                </a:cubicBezTo>
                <a:cubicBezTo>
                  <a:pt x="4148914" y="2283131"/>
                  <a:pt x="4131756" y="2284671"/>
                  <a:pt x="4138148" y="2295964"/>
                </a:cubicBezTo>
                <a:cubicBezTo>
                  <a:pt x="4123346" y="2295964"/>
                  <a:pt x="4142522" y="2288007"/>
                  <a:pt x="4129738" y="2286211"/>
                </a:cubicBezTo>
                <a:cubicBezTo>
                  <a:pt x="4118973" y="2300841"/>
                  <a:pt x="4118973" y="2289547"/>
                  <a:pt x="4108544" y="2292884"/>
                </a:cubicBezTo>
                <a:cubicBezTo>
                  <a:pt x="4102153" y="2299301"/>
                  <a:pt x="4106526" y="2302637"/>
                  <a:pt x="4108544" y="2305718"/>
                </a:cubicBezTo>
                <a:cubicBezTo>
                  <a:pt x="4108544" y="2295964"/>
                  <a:pt x="4134112" y="2302637"/>
                  <a:pt x="4144540" y="2299301"/>
                </a:cubicBezTo>
                <a:cubicBezTo>
                  <a:pt x="4136130" y="2304178"/>
                  <a:pt x="4146895" y="2305718"/>
                  <a:pt x="4142522" y="2312134"/>
                </a:cubicBezTo>
                <a:cubicBezTo>
                  <a:pt x="4137140" y="2312134"/>
                  <a:pt x="4132345" y="2312134"/>
                  <a:pt x="4127846" y="2312968"/>
                </a:cubicBezTo>
                <a:lnTo>
                  <a:pt x="4115120" y="2318724"/>
                </a:lnTo>
                <a:lnTo>
                  <a:pt x="4144340" y="2316681"/>
                </a:lnTo>
                <a:cubicBezTo>
                  <a:pt x="4150732" y="2321558"/>
                  <a:pt x="4150732" y="2329771"/>
                  <a:pt x="4146695" y="2336188"/>
                </a:cubicBezTo>
                <a:cubicBezTo>
                  <a:pt x="4146695" y="2336188"/>
                  <a:pt x="4146695" y="2336188"/>
                  <a:pt x="4157124" y="2334647"/>
                </a:cubicBezTo>
                <a:cubicBezTo>
                  <a:pt x="4159479" y="2323354"/>
                  <a:pt x="4150732" y="2323354"/>
                  <a:pt x="4148714" y="2316681"/>
                </a:cubicBezTo>
                <a:cubicBezTo>
                  <a:pt x="4150732" y="2307185"/>
                  <a:pt x="4157124" y="2324894"/>
                  <a:pt x="4161498" y="2326434"/>
                </a:cubicBezTo>
                <a:cubicBezTo>
                  <a:pt x="4171927" y="2323354"/>
                  <a:pt x="4180675" y="2320017"/>
                  <a:pt x="4191104" y="2316681"/>
                </a:cubicBezTo>
                <a:cubicBezTo>
                  <a:pt x="4184712" y="2339524"/>
                  <a:pt x="4210281" y="2320017"/>
                  <a:pt x="4225420" y="2326434"/>
                </a:cubicBezTo>
                <a:cubicBezTo>
                  <a:pt x="4218692" y="2341064"/>
                  <a:pt x="4201870" y="2326434"/>
                  <a:pt x="4197496" y="2345940"/>
                </a:cubicBezTo>
                <a:cubicBezTo>
                  <a:pt x="4176301" y="2342861"/>
                  <a:pt x="4167890" y="2342861"/>
                  <a:pt x="4150732" y="2354154"/>
                </a:cubicBezTo>
                <a:cubicBezTo>
                  <a:pt x="4157124" y="2365447"/>
                  <a:pt x="4165872" y="2347737"/>
                  <a:pt x="4169908" y="2355694"/>
                </a:cubicBezTo>
                <a:cubicBezTo>
                  <a:pt x="4165872" y="2389830"/>
                  <a:pt x="4180675" y="2378536"/>
                  <a:pt x="4203888" y="2355694"/>
                </a:cubicBezTo>
                <a:cubicBezTo>
                  <a:pt x="4189085" y="2370324"/>
                  <a:pt x="4199852" y="2386493"/>
                  <a:pt x="4210281" y="2396247"/>
                </a:cubicBezTo>
                <a:cubicBezTo>
                  <a:pt x="4195478" y="2401123"/>
                  <a:pt x="4195478" y="2389830"/>
                  <a:pt x="4189085" y="2383413"/>
                </a:cubicBezTo>
                <a:cubicBezTo>
                  <a:pt x="4182694" y="2391370"/>
                  <a:pt x="4180675" y="2401123"/>
                  <a:pt x="4169908" y="2404459"/>
                </a:cubicBezTo>
                <a:cubicBezTo>
                  <a:pt x="4161498" y="2404459"/>
                  <a:pt x="4167890" y="2388290"/>
                  <a:pt x="4157124" y="2391370"/>
                </a:cubicBezTo>
                <a:cubicBezTo>
                  <a:pt x="4146695" y="2398043"/>
                  <a:pt x="4150732" y="2425506"/>
                  <a:pt x="4129537" y="2419089"/>
                </a:cubicBezTo>
                <a:cubicBezTo>
                  <a:pt x="4129537" y="2414213"/>
                  <a:pt x="4142321" y="2417293"/>
                  <a:pt x="4140302" y="2410876"/>
                </a:cubicBezTo>
                <a:cubicBezTo>
                  <a:pt x="4123144" y="2404459"/>
                  <a:pt x="4123144" y="2415753"/>
                  <a:pt x="4125163" y="2427046"/>
                </a:cubicBezTo>
                <a:cubicBezTo>
                  <a:pt x="4110360" y="2428586"/>
                  <a:pt x="4114734" y="2422169"/>
                  <a:pt x="4116752" y="2414213"/>
                </a:cubicBezTo>
                <a:cubicBezTo>
                  <a:pt x="4112378" y="2423966"/>
                  <a:pt x="4095557" y="2423966"/>
                  <a:pt x="4091183" y="2433462"/>
                </a:cubicBezTo>
                <a:cubicBezTo>
                  <a:pt x="4093538" y="2438339"/>
                  <a:pt x="4101948" y="2436799"/>
                  <a:pt x="4108341" y="2436799"/>
                </a:cubicBezTo>
                <a:cubicBezTo>
                  <a:pt x="4103968" y="2441676"/>
                  <a:pt x="4101948" y="2448092"/>
                  <a:pt x="4091183" y="2449889"/>
                </a:cubicBezTo>
                <a:lnTo>
                  <a:pt x="4096727" y="2455974"/>
                </a:lnTo>
                <a:lnTo>
                  <a:pt x="4106754" y="2453662"/>
                </a:lnTo>
                <a:lnTo>
                  <a:pt x="4106785" y="2453567"/>
                </a:lnTo>
                <a:cubicBezTo>
                  <a:pt x="4107860" y="2452109"/>
                  <a:pt x="4108936" y="2450877"/>
                  <a:pt x="4108936" y="2448413"/>
                </a:cubicBezTo>
                <a:cubicBezTo>
                  <a:pt x="4114067" y="2447634"/>
                  <a:pt x="4117212" y="2448866"/>
                  <a:pt x="4120646" y="2449904"/>
                </a:cubicBezTo>
                <a:lnTo>
                  <a:pt x="4121008" y="2449913"/>
                </a:lnTo>
                <a:lnTo>
                  <a:pt x="4137291" y="2441021"/>
                </a:lnTo>
                <a:lnTo>
                  <a:pt x="4136876" y="2440003"/>
                </a:lnTo>
                <a:cubicBezTo>
                  <a:pt x="4135411" y="2438037"/>
                  <a:pt x="4133416" y="2437228"/>
                  <a:pt x="4130223" y="2438434"/>
                </a:cubicBezTo>
                <a:cubicBezTo>
                  <a:pt x="4119468" y="2432089"/>
                  <a:pt x="4138624" y="2424222"/>
                  <a:pt x="4147363" y="2428789"/>
                </a:cubicBezTo>
                <a:lnTo>
                  <a:pt x="4149056" y="2433430"/>
                </a:lnTo>
                <a:lnTo>
                  <a:pt x="4163150" y="2422997"/>
                </a:lnTo>
                <a:lnTo>
                  <a:pt x="4161568" y="2417280"/>
                </a:lnTo>
                <a:cubicBezTo>
                  <a:pt x="4147004" y="2412458"/>
                  <a:pt x="4161568" y="2433268"/>
                  <a:pt x="4147004" y="2428446"/>
                </a:cubicBezTo>
                <a:cubicBezTo>
                  <a:pt x="4144686" y="2414234"/>
                  <a:pt x="4144686" y="2414234"/>
                  <a:pt x="4144686" y="2414234"/>
                </a:cubicBezTo>
                <a:cubicBezTo>
                  <a:pt x="4155278" y="2415757"/>
                  <a:pt x="4155278" y="2406113"/>
                  <a:pt x="4165870" y="2409413"/>
                </a:cubicBezTo>
                <a:lnTo>
                  <a:pt x="4169854" y="2417876"/>
                </a:lnTo>
                <a:lnTo>
                  <a:pt x="4182824" y="2407911"/>
                </a:lnTo>
                <a:cubicBezTo>
                  <a:pt x="4189215" y="2414584"/>
                  <a:pt x="4197624" y="2419461"/>
                  <a:pt x="4204014" y="2424337"/>
                </a:cubicBezTo>
                <a:cubicBezTo>
                  <a:pt x="4200819" y="2430817"/>
                  <a:pt x="4196300" y="2436078"/>
                  <a:pt x="4190986" y="2440501"/>
                </a:cubicBezTo>
                <a:lnTo>
                  <a:pt x="4184378" y="2444638"/>
                </a:lnTo>
                <a:lnTo>
                  <a:pt x="4184407" y="2444689"/>
                </a:lnTo>
                <a:lnTo>
                  <a:pt x="4184256" y="2444714"/>
                </a:lnTo>
                <a:lnTo>
                  <a:pt x="4173196" y="2451637"/>
                </a:lnTo>
                <a:lnTo>
                  <a:pt x="4155249" y="2459531"/>
                </a:lnTo>
                <a:lnTo>
                  <a:pt x="4153749" y="2465842"/>
                </a:lnTo>
                <a:lnTo>
                  <a:pt x="4149070" y="2462249"/>
                </a:lnTo>
                <a:lnTo>
                  <a:pt x="4136072" y="2467966"/>
                </a:lnTo>
                <a:cubicBezTo>
                  <a:pt x="4126487" y="2472842"/>
                  <a:pt x="4117490" y="2478937"/>
                  <a:pt x="4105550" y="2483012"/>
                </a:cubicBezTo>
                <a:lnTo>
                  <a:pt x="4099116" y="2484323"/>
                </a:lnTo>
                <a:lnTo>
                  <a:pt x="4099930" y="2485565"/>
                </a:lnTo>
                <a:cubicBezTo>
                  <a:pt x="4108341" y="2483768"/>
                  <a:pt x="4114734" y="2482228"/>
                  <a:pt x="4118770" y="2477352"/>
                </a:cubicBezTo>
                <a:cubicBezTo>
                  <a:pt x="4125163" y="2477352"/>
                  <a:pt x="4118770" y="2493521"/>
                  <a:pt x="4135928" y="2485565"/>
                </a:cubicBezTo>
                <a:cubicBezTo>
                  <a:pt x="4130546" y="2492751"/>
                  <a:pt x="4130546" y="2497564"/>
                  <a:pt x="4130840" y="2502633"/>
                </a:cubicBezTo>
                <a:lnTo>
                  <a:pt x="4129926" y="2507749"/>
                </a:lnTo>
                <a:lnTo>
                  <a:pt x="4137200" y="2508451"/>
                </a:lnTo>
                <a:lnTo>
                  <a:pt x="4141291" y="2507958"/>
                </a:lnTo>
                <a:lnTo>
                  <a:pt x="4141282" y="2507952"/>
                </a:lnTo>
                <a:cubicBezTo>
                  <a:pt x="4143810" y="2501844"/>
                  <a:pt x="4165190" y="2489629"/>
                  <a:pt x="4149156" y="2477414"/>
                </a:cubicBezTo>
                <a:cubicBezTo>
                  <a:pt x="4154584" y="2484006"/>
                  <a:pt x="4160439" y="2489694"/>
                  <a:pt x="4165486" y="2496189"/>
                </a:cubicBezTo>
                <a:lnTo>
                  <a:pt x="4172188" y="2509958"/>
                </a:lnTo>
                <a:lnTo>
                  <a:pt x="4182052" y="2511637"/>
                </a:lnTo>
                <a:lnTo>
                  <a:pt x="4188622" y="2492526"/>
                </a:lnTo>
                <a:cubicBezTo>
                  <a:pt x="4205290" y="2500437"/>
                  <a:pt x="4211624" y="2494057"/>
                  <a:pt x="4236958" y="2490995"/>
                </a:cubicBezTo>
                <a:cubicBezTo>
                  <a:pt x="4239292" y="2498906"/>
                  <a:pt x="4234958" y="2502223"/>
                  <a:pt x="4224624" y="2503755"/>
                </a:cubicBezTo>
                <a:cubicBezTo>
                  <a:pt x="4224624" y="2507073"/>
                  <a:pt x="4226624" y="2507073"/>
                  <a:pt x="4228625" y="2507073"/>
                </a:cubicBezTo>
                <a:cubicBezTo>
                  <a:pt x="4223291" y="2505414"/>
                  <a:pt x="4214374" y="2507391"/>
                  <a:pt x="4205207" y="2510007"/>
                </a:cubicBezTo>
                <a:lnTo>
                  <a:pt x="4192591" y="2513431"/>
                </a:lnTo>
                <a:lnTo>
                  <a:pt x="4199236" y="2514562"/>
                </a:lnTo>
                <a:cubicBezTo>
                  <a:pt x="4214031" y="2516358"/>
                  <a:pt x="4230844" y="2516358"/>
                  <a:pt x="4247991" y="2516358"/>
                </a:cubicBezTo>
                <a:cubicBezTo>
                  <a:pt x="4283969" y="2514562"/>
                  <a:pt x="4320283" y="2513023"/>
                  <a:pt x="4356261" y="2508147"/>
                </a:cubicBezTo>
                <a:cubicBezTo>
                  <a:pt x="4432924" y="2499935"/>
                  <a:pt x="4511269" y="2485566"/>
                  <a:pt x="4592304" y="2474019"/>
                </a:cubicBezTo>
                <a:cubicBezTo>
                  <a:pt x="4602727" y="2488645"/>
                  <a:pt x="4587932" y="2493521"/>
                  <a:pt x="4581544" y="2501732"/>
                </a:cubicBezTo>
                <a:cubicBezTo>
                  <a:pt x="4549602" y="2504811"/>
                  <a:pt x="4524046" y="2514562"/>
                  <a:pt x="4498828" y="2526109"/>
                </a:cubicBezTo>
                <a:lnTo>
                  <a:pt x="4480107" y="2532251"/>
                </a:lnTo>
                <a:lnTo>
                  <a:pt x="4483272" y="2535778"/>
                </a:lnTo>
                <a:cubicBezTo>
                  <a:pt x="4483978" y="2539259"/>
                  <a:pt x="4483112" y="2543076"/>
                  <a:pt x="4480763" y="2545507"/>
                </a:cubicBezTo>
                <a:cubicBezTo>
                  <a:pt x="4472522" y="2547323"/>
                  <a:pt x="4472522" y="2537467"/>
                  <a:pt x="4459995" y="2542395"/>
                </a:cubicBezTo>
                <a:lnTo>
                  <a:pt x="4460236" y="2538771"/>
                </a:lnTo>
                <a:lnTo>
                  <a:pt x="4458941" y="2539196"/>
                </a:lnTo>
                <a:lnTo>
                  <a:pt x="4437928" y="2541444"/>
                </a:lnTo>
                <a:lnTo>
                  <a:pt x="4455867" y="2546724"/>
                </a:lnTo>
                <a:cubicBezTo>
                  <a:pt x="4425740" y="2553142"/>
                  <a:pt x="4383089" y="2582411"/>
                  <a:pt x="4357363" y="2569317"/>
                </a:cubicBezTo>
                <a:cubicBezTo>
                  <a:pt x="4356347" y="2566878"/>
                  <a:pt x="4356856" y="2565273"/>
                  <a:pt x="4357617" y="2563668"/>
                </a:cubicBezTo>
                <a:lnTo>
                  <a:pt x="4358690" y="2560260"/>
                </a:lnTo>
                <a:lnTo>
                  <a:pt x="4356798" y="2560622"/>
                </a:lnTo>
                <a:cubicBezTo>
                  <a:pt x="4295296" y="2567695"/>
                  <a:pt x="4228406" y="2550230"/>
                  <a:pt x="4175699" y="2550230"/>
                </a:cubicBezTo>
                <a:cubicBezTo>
                  <a:pt x="4161912" y="2543045"/>
                  <a:pt x="4142242" y="2538618"/>
                  <a:pt x="4120429" y="2536598"/>
                </a:cubicBezTo>
                <a:lnTo>
                  <a:pt x="4093212" y="2536918"/>
                </a:lnTo>
                <a:lnTo>
                  <a:pt x="4087214" y="2538830"/>
                </a:lnTo>
                <a:cubicBezTo>
                  <a:pt x="4083676" y="2540587"/>
                  <a:pt x="4080586" y="2543122"/>
                  <a:pt x="4078398" y="2547164"/>
                </a:cubicBezTo>
                <a:lnTo>
                  <a:pt x="4068920" y="2537204"/>
                </a:lnTo>
                <a:lnTo>
                  <a:pt x="4055126" y="2537366"/>
                </a:lnTo>
                <a:lnTo>
                  <a:pt x="4057204" y="2548704"/>
                </a:lnTo>
                <a:cubicBezTo>
                  <a:pt x="4036008" y="2555120"/>
                  <a:pt x="4021206" y="2540747"/>
                  <a:pt x="4008420" y="2563334"/>
                </a:cubicBezTo>
                <a:cubicBezTo>
                  <a:pt x="4004047" y="2559997"/>
                  <a:pt x="4000010" y="2556917"/>
                  <a:pt x="3997654" y="2552040"/>
                </a:cubicBezTo>
                <a:cubicBezTo>
                  <a:pt x="3950890" y="2558457"/>
                  <a:pt x="3919266" y="2564874"/>
                  <a:pt x="3884949" y="2569750"/>
                </a:cubicBezTo>
                <a:cubicBezTo>
                  <a:pt x="3853325" y="2573086"/>
                  <a:pt x="3819008" y="2576424"/>
                  <a:pt x="3774599" y="2574626"/>
                </a:cubicBezTo>
                <a:cubicBezTo>
                  <a:pt x="3776618" y="2568210"/>
                  <a:pt x="3774599" y="2561794"/>
                  <a:pt x="3768206" y="2559997"/>
                </a:cubicBezTo>
                <a:cubicBezTo>
                  <a:pt x="3755422" y="2564874"/>
                  <a:pt x="3774599" y="2573086"/>
                  <a:pt x="3770225" y="2582840"/>
                </a:cubicBezTo>
                <a:cubicBezTo>
                  <a:pt x="3697892" y="2571547"/>
                  <a:pt x="3640698" y="2582840"/>
                  <a:pt x="3568365" y="2581300"/>
                </a:cubicBezTo>
                <a:cubicBezTo>
                  <a:pt x="3566010" y="2587716"/>
                  <a:pt x="3568365" y="2590797"/>
                  <a:pt x="3574757" y="2592593"/>
                </a:cubicBezTo>
                <a:cubicBezTo>
                  <a:pt x="3568365" y="2597470"/>
                  <a:pt x="3566010" y="2594133"/>
                  <a:pt x="3551207" y="2595673"/>
                </a:cubicBezTo>
                <a:cubicBezTo>
                  <a:pt x="3559618" y="2584380"/>
                  <a:pt x="3557600" y="2584380"/>
                  <a:pt x="3547170" y="2579503"/>
                </a:cubicBezTo>
                <a:cubicBezTo>
                  <a:pt x="3540778" y="2581300"/>
                  <a:pt x="3540778" y="2589256"/>
                  <a:pt x="3538422" y="2594133"/>
                </a:cubicBezTo>
                <a:cubicBezTo>
                  <a:pt x="3532030" y="2592593"/>
                  <a:pt x="3530011" y="2587716"/>
                  <a:pt x="3534385" y="2579503"/>
                </a:cubicBezTo>
                <a:cubicBezTo>
                  <a:pt x="3534385" y="2579503"/>
                  <a:pt x="3534385" y="2579503"/>
                  <a:pt x="3474836" y="2574626"/>
                </a:cubicBezTo>
                <a:cubicBezTo>
                  <a:pt x="3474836" y="2589256"/>
                  <a:pt x="3487621" y="2581300"/>
                  <a:pt x="3491658" y="2590797"/>
                </a:cubicBezTo>
                <a:cubicBezTo>
                  <a:pt x="3474836" y="2603886"/>
                  <a:pt x="3472482" y="2595673"/>
                  <a:pt x="3470463" y="2584380"/>
                </a:cubicBezTo>
                <a:cubicBezTo>
                  <a:pt x="3466089" y="2574626"/>
                  <a:pt x="3462052" y="2563334"/>
                  <a:pt x="3442876" y="2569750"/>
                </a:cubicBezTo>
                <a:cubicBezTo>
                  <a:pt x="3438502" y="2582840"/>
                  <a:pt x="3455660" y="2579503"/>
                  <a:pt x="3460034" y="2586176"/>
                </a:cubicBezTo>
                <a:cubicBezTo>
                  <a:pt x="3456837" y="2589000"/>
                  <a:pt x="3455092" y="2591309"/>
                  <a:pt x="3454210" y="2593415"/>
                </a:cubicBezTo>
                <a:lnTo>
                  <a:pt x="3453927" y="2596015"/>
                </a:lnTo>
                <a:lnTo>
                  <a:pt x="3470784" y="2600906"/>
                </a:lnTo>
                <a:cubicBezTo>
                  <a:pt x="3466580" y="2604563"/>
                  <a:pt x="3463027" y="2606199"/>
                  <a:pt x="3459864" y="2606569"/>
                </a:cubicBezTo>
                <a:lnTo>
                  <a:pt x="3453588" y="2605150"/>
                </a:lnTo>
                <a:lnTo>
                  <a:pt x="3453641" y="2615179"/>
                </a:lnTo>
                <a:cubicBezTo>
                  <a:pt x="3457678" y="2612099"/>
                  <a:pt x="3464070" y="2613639"/>
                  <a:pt x="3466089" y="2608763"/>
                </a:cubicBezTo>
                <a:cubicBezTo>
                  <a:pt x="3466089" y="2615179"/>
                  <a:pt x="3464070" y="2616720"/>
                  <a:pt x="3464070" y="2618516"/>
                </a:cubicBezTo>
                <a:cubicBezTo>
                  <a:pt x="3464070" y="2618516"/>
                  <a:pt x="3464070" y="2618516"/>
                  <a:pt x="3478874" y="2616720"/>
                </a:cubicBezTo>
                <a:cubicBezTo>
                  <a:pt x="3468445" y="2631349"/>
                  <a:pt x="3447249" y="2621596"/>
                  <a:pt x="3434465" y="2629809"/>
                </a:cubicBezTo>
                <a:cubicBezTo>
                  <a:pt x="3430090" y="2628269"/>
                  <a:pt x="3436483" y="2618516"/>
                  <a:pt x="3430090" y="2618516"/>
                </a:cubicBezTo>
                <a:cubicBezTo>
                  <a:pt x="3398130" y="2629809"/>
                  <a:pt x="3351365" y="2629809"/>
                  <a:pt x="3323778" y="2615179"/>
                </a:cubicBezTo>
                <a:cubicBezTo>
                  <a:pt x="3323778" y="2600549"/>
                  <a:pt x="3336562" y="2620056"/>
                  <a:pt x="3342954" y="2608763"/>
                </a:cubicBezTo>
                <a:cubicBezTo>
                  <a:pt x="3340936" y="2602346"/>
                  <a:pt x="3332188" y="2602346"/>
                  <a:pt x="3332188" y="2592593"/>
                </a:cubicBezTo>
                <a:cubicBezTo>
                  <a:pt x="3317386" y="2602346"/>
                  <a:pt x="3313012" y="2595673"/>
                  <a:pt x="3291817" y="2595673"/>
                </a:cubicBezTo>
                <a:cubicBezTo>
                  <a:pt x="3298208" y="2599010"/>
                  <a:pt x="3317386" y="2607223"/>
                  <a:pt x="3294172" y="2607223"/>
                </a:cubicBezTo>
                <a:cubicBezTo>
                  <a:pt x="3294172" y="2615179"/>
                  <a:pt x="3302582" y="2615179"/>
                  <a:pt x="3298208" y="2626473"/>
                </a:cubicBezTo>
                <a:cubicBezTo>
                  <a:pt x="3291817" y="2621596"/>
                  <a:pt x="3287779" y="2616720"/>
                  <a:pt x="3283406" y="2610303"/>
                </a:cubicBezTo>
                <a:cubicBezTo>
                  <a:pt x="3274995" y="2612099"/>
                  <a:pt x="3277014" y="2624933"/>
                  <a:pt x="3266248" y="2621596"/>
                </a:cubicBezTo>
                <a:cubicBezTo>
                  <a:pt x="3266248" y="2621596"/>
                  <a:pt x="3266248" y="2621596"/>
                  <a:pt x="3268602" y="2607223"/>
                </a:cubicBezTo>
                <a:cubicBezTo>
                  <a:pt x="3251444" y="2610303"/>
                  <a:pt x="3243034" y="2607223"/>
                  <a:pt x="3232268" y="2616720"/>
                </a:cubicBezTo>
                <a:cubicBezTo>
                  <a:pt x="3207035" y="2620056"/>
                  <a:pt x="3211073" y="2599010"/>
                  <a:pt x="3185504" y="2610303"/>
                </a:cubicBezTo>
                <a:cubicBezTo>
                  <a:pt x="3181466" y="2602346"/>
                  <a:pt x="3187858" y="2605427"/>
                  <a:pt x="3187858" y="2594133"/>
                </a:cubicBezTo>
                <a:cubicBezTo>
                  <a:pt x="3175074" y="2595673"/>
                  <a:pt x="3164308" y="2599010"/>
                  <a:pt x="3162290" y="2610303"/>
                </a:cubicBezTo>
                <a:cubicBezTo>
                  <a:pt x="3153878" y="2582840"/>
                  <a:pt x="3123936" y="2608763"/>
                  <a:pt x="3100386" y="2600549"/>
                </a:cubicBezTo>
                <a:cubicBezTo>
                  <a:pt x="3100386" y="2603886"/>
                  <a:pt x="3100386" y="2605427"/>
                  <a:pt x="3100386" y="2608763"/>
                </a:cubicBezTo>
                <a:cubicBezTo>
                  <a:pt x="3100386" y="2616720"/>
                  <a:pt x="3113170" y="2608763"/>
                  <a:pt x="3117544" y="2610303"/>
                </a:cubicBezTo>
                <a:cubicBezTo>
                  <a:pt x="3113339" y="2614410"/>
                  <a:pt x="3112834" y="2616014"/>
                  <a:pt x="3112582" y="2617811"/>
                </a:cubicBezTo>
                <a:lnTo>
                  <a:pt x="3112251" y="2618641"/>
                </a:lnTo>
                <a:lnTo>
                  <a:pt x="3127080" y="2617376"/>
                </a:lnTo>
                <a:lnTo>
                  <a:pt x="3127654" y="2614627"/>
                </a:lnTo>
                <a:cubicBezTo>
                  <a:pt x="3127950" y="2613201"/>
                  <a:pt x="3127950" y="2613201"/>
                  <a:pt x="3127950" y="2613201"/>
                </a:cubicBezTo>
                <a:cubicBezTo>
                  <a:pt x="3142892" y="2609830"/>
                  <a:pt x="3142892" y="2613201"/>
                  <a:pt x="3155796" y="2609830"/>
                </a:cubicBezTo>
                <a:lnTo>
                  <a:pt x="3157170" y="2614811"/>
                </a:lnTo>
                <a:lnTo>
                  <a:pt x="3166729" y="2613995"/>
                </a:lnTo>
                <a:lnTo>
                  <a:pt x="3162358" y="2622757"/>
                </a:lnTo>
                <a:lnTo>
                  <a:pt x="3175152" y="2613201"/>
                </a:lnTo>
                <a:cubicBezTo>
                  <a:pt x="3179227" y="2614757"/>
                  <a:pt x="3175152" y="2624613"/>
                  <a:pt x="3181604" y="2624613"/>
                </a:cubicBezTo>
                <a:cubicBezTo>
                  <a:pt x="3179397" y="2629541"/>
                  <a:pt x="3172945" y="2631616"/>
                  <a:pt x="3166790" y="2631000"/>
                </a:cubicBezTo>
                <a:lnTo>
                  <a:pt x="3160569" y="2626341"/>
                </a:lnTo>
                <a:lnTo>
                  <a:pt x="3155388" y="2636724"/>
                </a:lnTo>
                <a:cubicBezTo>
                  <a:pt x="3142113" y="2653710"/>
                  <a:pt x="3123257" y="2655828"/>
                  <a:pt x="3100806" y="2664297"/>
                </a:cubicBezTo>
                <a:cubicBezTo>
                  <a:pt x="3090378" y="2660961"/>
                  <a:pt x="3079616" y="2659421"/>
                  <a:pt x="3073225" y="2651208"/>
                </a:cubicBezTo>
                <a:lnTo>
                  <a:pt x="3003106" y="2663167"/>
                </a:lnTo>
                <a:lnTo>
                  <a:pt x="3002820" y="2663946"/>
                </a:lnTo>
                <a:lnTo>
                  <a:pt x="3001804" y="2663390"/>
                </a:lnTo>
                <a:lnTo>
                  <a:pt x="2997800" y="2664072"/>
                </a:lnTo>
                <a:lnTo>
                  <a:pt x="2980784" y="2666918"/>
                </a:lnTo>
                <a:lnTo>
                  <a:pt x="2979270" y="2670362"/>
                </a:lnTo>
                <a:lnTo>
                  <a:pt x="2974778" y="2667922"/>
                </a:lnTo>
                <a:lnTo>
                  <a:pt x="2951656" y="2671789"/>
                </a:lnTo>
                <a:lnTo>
                  <a:pt x="2951682" y="2671902"/>
                </a:lnTo>
                <a:cubicBezTo>
                  <a:pt x="2945290" y="2673698"/>
                  <a:pt x="2938898" y="2673698"/>
                  <a:pt x="2932505" y="2675238"/>
                </a:cubicBezTo>
                <a:cubicBezTo>
                  <a:pt x="2932505" y="2681655"/>
                  <a:pt x="2934861" y="2686532"/>
                  <a:pt x="2941252" y="2684992"/>
                </a:cubicBezTo>
                <a:cubicBezTo>
                  <a:pt x="2934861" y="2693975"/>
                  <a:pt x="2930570" y="2690702"/>
                  <a:pt x="2926282" y="2684190"/>
                </a:cubicBezTo>
                <a:lnTo>
                  <a:pt x="2921492" y="2676271"/>
                </a:lnTo>
                <a:lnTo>
                  <a:pt x="2895504" y="2678655"/>
                </a:lnTo>
                <a:lnTo>
                  <a:pt x="2898526" y="2680115"/>
                </a:lnTo>
                <a:cubicBezTo>
                  <a:pt x="2911310" y="2688071"/>
                  <a:pt x="2882040" y="2678575"/>
                  <a:pt x="2894824" y="2684992"/>
                </a:cubicBezTo>
                <a:cubicBezTo>
                  <a:pt x="2893058" y="2693462"/>
                  <a:pt x="2887886" y="2684607"/>
                  <a:pt x="2882713" y="2681058"/>
                </a:cubicBezTo>
                <a:lnTo>
                  <a:pt x="2878297" y="2680233"/>
                </a:lnTo>
                <a:lnTo>
                  <a:pt x="2877712" y="2680287"/>
                </a:lnTo>
                <a:lnTo>
                  <a:pt x="2879223" y="2686018"/>
                </a:lnTo>
                <a:cubicBezTo>
                  <a:pt x="2881872" y="2688264"/>
                  <a:pt x="2885068" y="2691536"/>
                  <a:pt x="2884059" y="2698082"/>
                </a:cubicBezTo>
                <a:cubicBezTo>
                  <a:pt x="2879685" y="2698082"/>
                  <a:pt x="2879685" y="2699621"/>
                  <a:pt x="2879685" y="2702958"/>
                </a:cubicBezTo>
                <a:cubicBezTo>
                  <a:pt x="2876489" y="2700520"/>
                  <a:pt x="2874386" y="2696798"/>
                  <a:pt x="2872830" y="2692275"/>
                </a:cubicBezTo>
                <a:lnTo>
                  <a:pt x="2870224" y="2680974"/>
                </a:lnTo>
                <a:lnTo>
                  <a:pt x="2858974" y="2682005"/>
                </a:lnTo>
                <a:lnTo>
                  <a:pt x="2851928" y="2681861"/>
                </a:lnTo>
                <a:lnTo>
                  <a:pt x="2852097" y="2684992"/>
                </a:lnTo>
                <a:cubicBezTo>
                  <a:pt x="2854116" y="2689868"/>
                  <a:pt x="2856472" y="2680115"/>
                  <a:pt x="2858490" y="2686532"/>
                </a:cubicBezTo>
                <a:cubicBezTo>
                  <a:pt x="2859499" y="2695514"/>
                  <a:pt x="2850499" y="2687430"/>
                  <a:pt x="2842046" y="2681944"/>
                </a:cubicBezTo>
                <a:lnTo>
                  <a:pt x="2841180" y="2681642"/>
                </a:lnTo>
                <a:lnTo>
                  <a:pt x="2828980" y="2681392"/>
                </a:lnTo>
                <a:lnTo>
                  <a:pt x="2828404" y="2682283"/>
                </a:lnTo>
                <a:cubicBezTo>
                  <a:pt x="2827979" y="2684651"/>
                  <a:pt x="2828085" y="2688104"/>
                  <a:pt x="2828884" y="2692949"/>
                </a:cubicBezTo>
                <a:cubicBezTo>
                  <a:pt x="2818118" y="2692949"/>
                  <a:pt x="2809707" y="2686532"/>
                  <a:pt x="2796922" y="2692949"/>
                </a:cubicBezTo>
                <a:cubicBezTo>
                  <a:pt x="2798941" y="2696285"/>
                  <a:pt x="2800960" y="2698082"/>
                  <a:pt x="2798941" y="2699621"/>
                </a:cubicBezTo>
                <a:cubicBezTo>
                  <a:pt x="2809707" y="2706038"/>
                  <a:pt x="2805333" y="2707578"/>
                  <a:pt x="2820136" y="2722207"/>
                </a:cubicBezTo>
                <a:cubicBezTo>
                  <a:pt x="2813744" y="2722207"/>
                  <a:pt x="2803315" y="2706038"/>
                  <a:pt x="2800960" y="2719128"/>
                </a:cubicBezTo>
                <a:cubicBezTo>
                  <a:pt x="2798941" y="2712455"/>
                  <a:pt x="2794568" y="2704498"/>
                  <a:pt x="2788512" y="2706038"/>
                </a:cubicBezTo>
                <a:cubicBezTo>
                  <a:pt x="2786156" y="2707578"/>
                  <a:pt x="2790530" y="2715791"/>
                  <a:pt x="2792549" y="2720667"/>
                </a:cubicBezTo>
                <a:cubicBezTo>
                  <a:pt x="2786156" y="2717331"/>
                  <a:pt x="2777746" y="2715791"/>
                  <a:pt x="2786156" y="2722207"/>
                </a:cubicBezTo>
                <a:cubicBezTo>
                  <a:pt x="2777746" y="2731961"/>
                  <a:pt x="2766980" y="2707578"/>
                  <a:pt x="2764962" y="2701161"/>
                </a:cubicBezTo>
                <a:cubicBezTo>
                  <a:pt x="2752177" y="2720667"/>
                  <a:pt x="2779764" y="2731961"/>
                  <a:pt x="2788512" y="2753008"/>
                </a:cubicBezTo>
                <a:cubicBezTo>
                  <a:pt x="2782120" y="2748130"/>
                  <a:pt x="2779764" y="2756344"/>
                  <a:pt x="2786156" y="2757884"/>
                </a:cubicBezTo>
                <a:cubicBezTo>
                  <a:pt x="2779764" y="2775850"/>
                  <a:pt x="2777746" y="2741714"/>
                  <a:pt x="2766980" y="2748130"/>
                </a:cubicBezTo>
                <a:cubicBezTo>
                  <a:pt x="2764962" y="2769434"/>
                  <a:pt x="2782120" y="2777390"/>
                  <a:pt x="2773372" y="2783807"/>
                </a:cubicBezTo>
                <a:cubicBezTo>
                  <a:pt x="2784138" y="2793560"/>
                  <a:pt x="2796922" y="2775850"/>
                  <a:pt x="2807352" y="2795356"/>
                </a:cubicBezTo>
                <a:cubicBezTo>
                  <a:pt x="2807352" y="2803313"/>
                  <a:pt x="2794568" y="2795356"/>
                  <a:pt x="2790530" y="2787143"/>
                </a:cubicBezTo>
                <a:cubicBezTo>
                  <a:pt x="2784138" y="2792020"/>
                  <a:pt x="2790530" y="2806650"/>
                  <a:pt x="2779764" y="2806650"/>
                </a:cubicBezTo>
                <a:cubicBezTo>
                  <a:pt x="2775727" y="2795356"/>
                  <a:pt x="2771353" y="2798437"/>
                  <a:pt x="2769335" y="2788683"/>
                </a:cubicBezTo>
                <a:cubicBezTo>
                  <a:pt x="2766980" y="2800233"/>
                  <a:pt x="2775727" y="2819483"/>
                  <a:pt x="2769335" y="2824359"/>
                </a:cubicBezTo>
                <a:cubicBezTo>
                  <a:pt x="2769335" y="2814606"/>
                  <a:pt x="2766980" y="2808189"/>
                  <a:pt x="2758569" y="2809729"/>
                </a:cubicBezTo>
                <a:cubicBezTo>
                  <a:pt x="2756551" y="2806650"/>
                  <a:pt x="2762942" y="2796897"/>
                  <a:pt x="2764962" y="2803313"/>
                </a:cubicBezTo>
                <a:cubicBezTo>
                  <a:pt x="2764962" y="2801773"/>
                  <a:pt x="2762942" y="2795356"/>
                  <a:pt x="2764962" y="2795356"/>
                </a:cubicBezTo>
                <a:cubicBezTo>
                  <a:pt x="2762942" y="2785604"/>
                  <a:pt x="2758569" y="2790480"/>
                  <a:pt x="2754532" y="2782266"/>
                </a:cubicBezTo>
                <a:cubicBezTo>
                  <a:pt x="2750158" y="2782266"/>
                  <a:pt x="2758569" y="2800233"/>
                  <a:pt x="2760588" y="2792020"/>
                </a:cubicBezTo>
                <a:cubicBezTo>
                  <a:pt x="2762942" y="2803313"/>
                  <a:pt x="2750158" y="2795356"/>
                  <a:pt x="2748140" y="2793560"/>
                </a:cubicBezTo>
                <a:cubicBezTo>
                  <a:pt x="2750158" y="2777390"/>
                  <a:pt x="2728963" y="2783807"/>
                  <a:pt x="2728963" y="2772514"/>
                </a:cubicBezTo>
                <a:cubicBezTo>
                  <a:pt x="2724589" y="2775850"/>
                  <a:pt x="2720216" y="2767637"/>
                  <a:pt x="2713824" y="2772514"/>
                </a:cubicBezTo>
                <a:cubicBezTo>
                  <a:pt x="2728963" y="2778930"/>
                  <a:pt x="2728963" y="2787143"/>
                  <a:pt x="2741747" y="2800233"/>
                </a:cubicBezTo>
                <a:cubicBezTo>
                  <a:pt x="2739392" y="2803313"/>
                  <a:pt x="2737373" y="2804853"/>
                  <a:pt x="2733000" y="2806650"/>
                </a:cubicBezTo>
                <a:cubicBezTo>
                  <a:pt x="2737373" y="2800233"/>
                  <a:pt x="2728963" y="2798437"/>
                  <a:pt x="2728963" y="2792020"/>
                </a:cubicBezTo>
                <a:cubicBezTo>
                  <a:pt x="2724589" y="2787143"/>
                  <a:pt x="2716178" y="2787143"/>
                  <a:pt x="2716178" y="2792020"/>
                </a:cubicBezTo>
                <a:cubicBezTo>
                  <a:pt x="2720216" y="2801773"/>
                  <a:pt x="2722571" y="2796897"/>
                  <a:pt x="2726608" y="2800233"/>
                </a:cubicBezTo>
                <a:cubicBezTo>
                  <a:pt x="2728963" y="2813067"/>
                  <a:pt x="2707431" y="2798437"/>
                  <a:pt x="2716178" y="2813067"/>
                </a:cubicBezTo>
                <a:cubicBezTo>
                  <a:pt x="2701038" y="2804853"/>
                  <a:pt x="2699020" y="2816403"/>
                  <a:pt x="2679844" y="2819483"/>
                </a:cubicBezTo>
                <a:cubicBezTo>
                  <a:pt x="2677825" y="2816403"/>
                  <a:pt x="2682198" y="2816403"/>
                  <a:pt x="2682198" y="2814606"/>
                </a:cubicBezTo>
                <a:cubicBezTo>
                  <a:pt x="2679844" y="2811526"/>
                  <a:pt x="2677825" y="2813067"/>
                  <a:pt x="2675807" y="2813067"/>
                </a:cubicBezTo>
                <a:cubicBezTo>
                  <a:pt x="2671432" y="2801773"/>
                  <a:pt x="2686236" y="2814606"/>
                  <a:pt x="2688591" y="2808189"/>
                </a:cubicBezTo>
                <a:cubicBezTo>
                  <a:pt x="2688591" y="2808189"/>
                  <a:pt x="2688591" y="2808189"/>
                  <a:pt x="2684218" y="2801773"/>
                </a:cubicBezTo>
                <a:cubicBezTo>
                  <a:pt x="2677825" y="2796897"/>
                  <a:pt x="2671432" y="2803313"/>
                  <a:pt x="2663022" y="2793560"/>
                </a:cubicBezTo>
                <a:cubicBezTo>
                  <a:pt x="2667060" y="2804853"/>
                  <a:pt x="2679844" y="2826156"/>
                  <a:pt x="2694983" y="2834113"/>
                </a:cubicBezTo>
                <a:cubicBezTo>
                  <a:pt x="2690609" y="2835909"/>
                  <a:pt x="2679844" y="2832573"/>
                  <a:pt x="2688591" y="2837449"/>
                </a:cubicBezTo>
                <a:cubicBezTo>
                  <a:pt x="2692628" y="2845663"/>
                  <a:pt x="2677825" y="2831033"/>
                  <a:pt x="2673451" y="2832573"/>
                </a:cubicBezTo>
                <a:cubicBezTo>
                  <a:pt x="2677825" y="2837449"/>
                  <a:pt x="2684218" y="2842325"/>
                  <a:pt x="2686236" y="2842325"/>
                </a:cubicBezTo>
                <a:cubicBezTo>
                  <a:pt x="2688591" y="2850282"/>
                  <a:pt x="2675807" y="2852079"/>
                  <a:pt x="2686236" y="2864912"/>
                </a:cubicBezTo>
                <a:cubicBezTo>
                  <a:pt x="2684218" y="2864912"/>
                  <a:pt x="2679844" y="2858496"/>
                  <a:pt x="2682198" y="2858496"/>
                </a:cubicBezTo>
                <a:cubicBezTo>
                  <a:pt x="2675807" y="2852079"/>
                  <a:pt x="2673451" y="2861832"/>
                  <a:pt x="2667060" y="2848742"/>
                </a:cubicBezTo>
                <a:cubicBezTo>
                  <a:pt x="2665040" y="2840785"/>
                  <a:pt x="2671432" y="2848742"/>
                  <a:pt x="2675807" y="2843866"/>
                </a:cubicBezTo>
                <a:cubicBezTo>
                  <a:pt x="2671432" y="2838989"/>
                  <a:pt x="2669414" y="2840785"/>
                  <a:pt x="2665040" y="2835909"/>
                </a:cubicBezTo>
                <a:cubicBezTo>
                  <a:pt x="2656629" y="2835909"/>
                  <a:pt x="2669414" y="2850282"/>
                  <a:pt x="2658648" y="2843866"/>
                </a:cubicBezTo>
                <a:cubicBezTo>
                  <a:pt x="2669414" y="2860036"/>
                  <a:pt x="2673451" y="2869788"/>
                  <a:pt x="2663022" y="2868248"/>
                </a:cubicBezTo>
                <a:cubicBezTo>
                  <a:pt x="2652256" y="2858496"/>
                  <a:pt x="2654274" y="2852079"/>
                  <a:pt x="2654274" y="2845663"/>
                </a:cubicBezTo>
                <a:cubicBezTo>
                  <a:pt x="2652256" y="2843866"/>
                  <a:pt x="2647882" y="2842325"/>
                  <a:pt x="2645864" y="2837449"/>
                </a:cubicBezTo>
                <a:cubicBezTo>
                  <a:pt x="2650238" y="2845663"/>
                  <a:pt x="2650238" y="2850282"/>
                  <a:pt x="2652256" y="2856956"/>
                </a:cubicBezTo>
                <a:cubicBezTo>
                  <a:pt x="2647882" y="2858496"/>
                  <a:pt x="2641490" y="2850282"/>
                  <a:pt x="2635434" y="2843866"/>
                </a:cubicBezTo>
                <a:cubicBezTo>
                  <a:pt x="2639472" y="2850282"/>
                  <a:pt x="2643845" y="2860036"/>
                  <a:pt x="2631061" y="2855159"/>
                </a:cubicBezTo>
                <a:cubicBezTo>
                  <a:pt x="2635434" y="2860036"/>
                  <a:pt x="2641490" y="2866709"/>
                  <a:pt x="2643845" y="2864912"/>
                </a:cubicBezTo>
                <a:cubicBezTo>
                  <a:pt x="2652256" y="2874665"/>
                  <a:pt x="2639472" y="2868248"/>
                  <a:pt x="2635434" y="2861832"/>
                </a:cubicBezTo>
                <a:cubicBezTo>
                  <a:pt x="2633080" y="2863372"/>
                  <a:pt x="2645864" y="2876205"/>
                  <a:pt x="2633080" y="2868248"/>
                </a:cubicBezTo>
                <a:cubicBezTo>
                  <a:pt x="2635434" y="2869788"/>
                  <a:pt x="2658648" y="2886215"/>
                  <a:pt x="2654274" y="2892632"/>
                </a:cubicBezTo>
                <a:cubicBezTo>
                  <a:pt x="2663022" y="2900588"/>
                  <a:pt x="2665040" y="2891092"/>
                  <a:pt x="2671432" y="2894172"/>
                </a:cubicBezTo>
                <a:cubicBezTo>
                  <a:pt x="2673451" y="2892632"/>
                  <a:pt x="2669414" y="2887755"/>
                  <a:pt x="2663022" y="2881338"/>
                </a:cubicBezTo>
                <a:cubicBezTo>
                  <a:pt x="2671432" y="2886215"/>
                  <a:pt x="2669414" y="2886215"/>
                  <a:pt x="2671432" y="2881338"/>
                </a:cubicBezTo>
                <a:cubicBezTo>
                  <a:pt x="2682198" y="2892632"/>
                  <a:pt x="2673451" y="2894172"/>
                  <a:pt x="2690609" y="2907261"/>
                </a:cubicBezTo>
                <a:cubicBezTo>
                  <a:pt x="2688591" y="2912138"/>
                  <a:pt x="2677825" y="2899048"/>
                  <a:pt x="2677825" y="2895711"/>
                </a:cubicBezTo>
                <a:cubicBezTo>
                  <a:pt x="2673451" y="2902384"/>
                  <a:pt x="2675807" y="2903925"/>
                  <a:pt x="2675807" y="2910341"/>
                </a:cubicBezTo>
                <a:cubicBezTo>
                  <a:pt x="2679844" y="2913678"/>
                  <a:pt x="2682198" y="2912138"/>
                  <a:pt x="2686236" y="2917015"/>
                </a:cubicBezTo>
                <a:cubicBezTo>
                  <a:pt x="2679844" y="2918555"/>
                  <a:pt x="2671432" y="2915218"/>
                  <a:pt x="2671432" y="2923431"/>
                </a:cubicBezTo>
                <a:cubicBezTo>
                  <a:pt x="2669414" y="2917015"/>
                  <a:pt x="2671432" y="2918555"/>
                  <a:pt x="2660667" y="2912138"/>
                </a:cubicBezTo>
                <a:cubicBezTo>
                  <a:pt x="2667060" y="2918555"/>
                  <a:pt x="2660667" y="2920095"/>
                  <a:pt x="2671432" y="2928307"/>
                </a:cubicBezTo>
                <a:cubicBezTo>
                  <a:pt x="2667060" y="2926511"/>
                  <a:pt x="2660667" y="2921635"/>
                  <a:pt x="2654274" y="2917015"/>
                </a:cubicBezTo>
                <a:cubicBezTo>
                  <a:pt x="2652256" y="2924971"/>
                  <a:pt x="2641490" y="2926511"/>
                  <a:pt x="2626687" y="2921635"/>
                </a:cubicBezTo>
                <a:cubicBezTo>
                  <a:pt x="2626687" y="2924971"/>
                  <a:pt x="2645864" y="2934724"/>
                  <a:pt x="2647882" y="2929847"/>
                </a:cubicBezTo>
                <a:cubicBezTo>
                  <a:pt x="2658648" y="2941141"/>
                  <a:pt x="2643845" y="2941141"/>
                  <a:pt x="2631061" y="2928307"/>
                </a:cubicBezTo>
                <a:cubicBezTo>
                  <a:pt x="2626687" y="2931387"/>
                  <a:pt x="2622650" y="2933185"/>
                  <a:pt x="2624668" y="2938061"/>
                </a:cubicBezTo>
                <a:cubicBezTo>
                  <a:pt x="2635434" y="2941141"/>
                  <a:pt x="2624668" y="2933185"/>
                  <a:pt x="2637452" y="2939601"/>
                </a:cubicBezTo>
                <a:cubicBezTo>
                  <a:pt x="2641490" y="2949354"/>
                  <a:pt x="2633080" y="2955770"/>
                  <a:pt x="2618276" y="2960647"/>
                </a:cubicBezTo>
                <a:cubicBezTo>
                  <a:pt x="2601118" y="2947814"/>
                  <a:pt x="2624668" y="2950894"/>
                  <a:pt x="2622650" y="2941141"/>
                </a:cubicBezTo>
                <a:cubicBezTo>
                  <a:pt x="2599100" y="2929847"/>
                  <a:pt x="2613903" y="2928307"/>
                  <a:pt x="2601118" y="2920095"/>
                </a:cubicBezTo>
                <a:cubicBezTo>
                  <a:pt x="2603472" y="2929847"/>
                  <a:pt x="2595063" y="2918555"/>
                  <a:pt x="2590688" y="2924971"/>
                </a:cubicBezTo>
                <a:cubicBezTo>
                  <a:pt x="2607510" y="2931387"/>
                  <a:pt x="2609865" y="2939601"/>
                  <a:pt x="2613903" y="2947814"/>
                </a:cubicBezTo>
                <a:cubicBezTo>
                  <a:pt x="2603472" y="2942937"/>
                  <a:pt x="2599100" y="2947814"/>
                  <a:pt x="2592707" y="2950894"/>
                </a:cubicBezTo>
                <a:cubicBezTo>
                  <a:pt x="2601118" y="2952691"/>
                  <a:pt x="2611884" y="2960647"/>
                  <a:pt x="2618276" y="2960647"/>
                </a:cubicBezTo>
                <a:cubicBezTo>
                  <a:pt x="2633080" y="2960647"/>
                  <a:pt x="2620294" y="2970400"/>
                  <a:pt x="2635434" y="2978614"/>
                </a:cubicBezTo>
                <a:cubicBezTo>
                  <a:pt x="2631061" y="2980154"/>
                  <a:pt x="2620294" y="2971940"/>
                  <a:pt x="2616258" y="2973737"/>
                </a:cubicBezTo>
                <a:cubicBezTo>
                  <a:pt x="2611884" y="2968860"/>
                  <a:pt x="2620294" y="2971940"/>
                  <a:pt x="2618276" y="2967064"/>
                </a:cubicBezTo>
                <a:cubicBezTo>
                  <a:pt x="2605492" y="2960647"/>
                  <a:pt x="2605492" y="2973737"/>
                  <a:pt x="2605492" y="2978614"/>
                </a:cubicBezTo>
                <a:cubicBezTo>
                  <a:pt x="2613903" y="2983490"/>
                  <a:pt x="2603472" y="2971940"/>
                  <a:pt x="2611884" y="2971940"/>
                </a:cubicBezTo>
                <a:cubicBezTo>
                  <a:pt x="2626687" y="2986570"/>
                  <a:pt x="2618276" y="2988366"/>
                  <a:pt x="2616258" y="2997863"/>
                </a:cubicBezTo>
                <a:cubicBezTo>
                  <a:pt x="2609865" y="2994783"/>
                  <a:pt x="2601118" y="2988366"/>
                  <a:pt x="2599100" y="2989906"/>
                </a:cubicBezTo>
                <a:cubicBezTo>
                  <a:pt x="2592707" y="2986570"/>
                  <a:pt x="2607510" y="2988366"/>
                  <a:pt x="2590688" y="2980154"/>
                </a:cubicBezTo>
                <a:cubicBezTo>
                  <a:pt x="2588670" y="2981694"/>
                  <a:pt x="2588670" y="2985030"/>
                  <a:pt x="2586315" y="2986570"/>
                </a:cubicBezTo>
                <a:cubicBezTo>
                  <a:pt x="2579923" y="2988366"/>
                  <a:pt x="2582278" y="2978614"/>
                  <a:pt x="2567138" y="2975277"/>
                </a:cubicBezTo>
                <a:cubicBezTo>
                  <a:pt x="2582278" y="2989906"/>
                  <a:pt x="2573530" y="2986570"/>
                  <a:pt x="2590688" y="2999660"/>
                </a:cubicBezTo>
                <a:cubicBezTo>
                  <a:pt x="2588670" y="3002740"/>
                  <a:pt x="2586315" y="3009413"/>
                  <a:pt x="2584296" y="3012493"/>
                </a:cubicBezTo>
                <a:cubicBezTo>
                  <a:pt x="2579923" y="3017369"/>
                  <a:pt x="2575885" y="3019166"/>
                  <a:pt x="2560746" y="3014290"/>
                </a:cubicBezTo>
                <a:cubicBezTo>
                  <a:pt x="2558727" y="3017369"/>
                  <a:pt x="2577904" y="3022246"/>
                  <a:pt x="2584296" y="3025583"/>
                </a:cubicBezTo>
                <a:cubicBezTo>
                  <a:pt x="2577904" y="3027123"/>
                  <a:pt x="2567138" y="3028919"/>
                  <a:pt x="2560746" y="3022246"/>
                </a:cubicBezTo>
                <a:cubicBezTo>
                  <a:pt x="2558727" y="3025583"/>
                  <a:pt x="2565120" y="3030459"/>
                  <a:pt x="2554354" y="3028919"/>
                </a:cubicBezTo>
                <a:cubicBezTo>
                  <a:pt x="2541570" y="3025583"/>
                  <a:pt x="2545943" y="3022246"/>
                  <a:pt x="2535514" y="3019166"/>
                </a:cubicBezTo>
                <a:cubicBezTo>
                  <a:pt x="2531140" y="3024043"/>
                  <a:pt x="2545943" y="3028919"/>
                  <a:pt x="2556708" y="3033796"/>
                </a:cubicBezTo>
                <a:cubicBezTo>
                  <a:pt x="2571512" y="3040213"/>
                  <a:pt x="2552335" y="3025583"/>
                  <a:pt x="2563101" y="3031999"/>
                </a:cubicBezTo>
                <a:cubicBezTo>
                  <a:pt x="2575885" y="3033796"/>
                  <a:pt x="2567138" y="3041753"/>
                  <a:pt x="2558727" y="3036876"/>
                </a:cubicBezTo>
                <a:cubicBezTo>
                  <a:pt x="2560746" y="3041753"/>
                  <a:pt x="2567138" y="3045089"/>
                  <a:pt x="2567138" y="3048169"/>
                </a:cubicBezTo>
                <a:cubicBezTo>
                  <a:pt x="2563101" y="3054842"/>
                  <a:pt x="2547961" y="3049965"/>
                  <a:pt x="2541570" y="3053046"/>
                </a:cubicBezTo>
                <a:cubicBezTo>
                  <a:pt x="2552335" y="3053046"/>
                  <a:pt x="2569494" y="3059719"/>
                  <a:pt x="2567138" y="3056382"/>
                </a:cubicBezTo>
                <a:cubicBezTo>
                  <a:pt x="2582278" y="3057922"/>
                  <a:pt x="2571512" y="3072552"/>
                  <a:pt x="2560746" y="3072552"/>
                </a:cubicBezTo>
                <a:cubicBezTo>
                  <a:pt x="2552335" y="3069472"/>
                  <a:pt x="2571512" y="3069472"/>
                  <a:pt x="2560746" y="3062799"/>
                </a:cubicBezTo>
                <a:cubicBezTo>
                  <a:pt x="2545943" y="3064595"/>
                  <a:pt x="2565120" y="3080765"/>
                  <a:pt x="2541570" y="3077428"/>
                </a:cubicBezTo>
                <a:cubicBezTo>
                  <a:pt x="2541570" y="3083845"/>
                  <a:pt x="2558727" y="3080765"/>
                  <a:pt x="2560746" y="3085642"/>
                </a:cubicBezTo>
                <a:cubicBezTo>
                  <a:pt x="2552335" y="3085642"/>
                  <a:pt x="2545943" y="3087182"/>
                  <a:pt x="2537532" y="3088722"/>
                </a:cubicBezTo>
                <a:cubicBezTo>
                  <a:pt x="2547961" y="3092058"/>
                  <a:pt x="2537532" y="3098475"/>
                  <a:pt x="2552335" y="3101812"/>
                </a:cubicBezTo>
                <a:cubicBezTo>
                  <a:pt x="2537532" y="3113105"/>
                  <a:pt x="2524748" y="3116441"/>
                  <a:pt x="2526766" y="3131071"/>
                </a:cubicBezTo>
                <a:cubicBezTo>
                  <a:pt x="2524748" y="3129275"/>
                  <a:pt x="2518356" y="3126195"/>
                  <a:pt x="2509944" y="3124397"/>
                </a:cubicBezTo>
                <a:cubicBezTo>
                  <a:pt x="2535514" y="3143904"/>
                  <a:pt x="2501534" y="3164950"/>
                  <a:pt x="2492786" y="3182917"/>
                </a:cubicBezTo>
                <a:cubicBezTo>
                  <a:pt x="2492786" y="3187794"/>
                  <a:pt x="2509944" y="3187794"/>
                  <a:pt x="2490768" y="3189334"/>
                </a:cubicBezTo>
                <a:cubicBezTo>
                  <a:pt x="2490768" y="3190873"/>
                  <a:pt x="2495141" y="3192670"/>
                  <a:pt x="2492786" y="3194210"/>
                </a:cubicBezTo>
                <a:cubicBezTo>
                  <a:pt x="2499179" y="3194210"/>
                  <a:pt x="2501534" y="3192670"/>
                  <a:pt x="2505570" y="3190873"/>
                </a:cubicBezTo>
                <a:cubicBezTo>
                  <a:pt x="2505570" y="3199086"/>
                  <a:pt x="2482020" y="3212176"/>
                  <a:pt x="2503552" y="3223469"/>
                </a:cubicBezTo>
                <a:cubicBezTo>
                  <a:pt x="2490768" y="3226549"/>
                  <a:pt x="2473610" y="3236303"/>
                  <a:pt x="2488413" y="3247853"/>
                </a:cubicBezTo>
                <a:cubicBezTo>
                  <a:pt x="2465199" y="3254269"/>
                  <a:pt x="2458806" y="3286608"/>
                  <a:pt x="2458806" y="3306114"/>
                </a:cubicBezTo>
                <a:cubicBezTo>
                  <a:pt x="2452414" y="3304574"/>
                  <a:pt x="2452414" y="3301238"/>
                  <a:pt x="2446022" y="3299698"/>
                </a:cubicBezTo>
                <a:cubicBezTo>
                  <a:pt x="2446022" y="3307655"/>
                  <a:pt x="2437611" y="3309452"/>
                  <a:pt x="2433237" y="3315868"/>
                </a:cubicBezTo>
                <a:cubicBezTo>
                  <a:pt x="2435593" y="3319204"/>
                  <a:pt x="2439630" y="3315868"/>
                  <a:pt x="2448377" y="3317408"/>
                </a:cubicBezTo>
                <a:cubicBezTo>
                  <a:pt x="2460825" y="3332037"/>
                  <a:pt x="2422808" y="3348207"/>
                  <a:pt x="2422808" y="3369254"/>
                </a:cubicBezTo>
                <a:cubicBezTo>
                  <a:pt x="2412042" y="3366173"/>
                  <a:pt x="2405650" y="3366173"/>
                  <a:pt x="2399258" y="3367714"/>
                </a:cubicBezTo>
                <a:cubicBezTo>
                  <a:pt x="2405650" y="3377467"/>
                  <a:pt x="2386473" y="3379263"/>
                  <a:pt x="2403631" y="3384140"/>
                </a:cubicBezTo>
                <a:cubicBezTo>
                  <a:pt x="2401276" y="3390557"/>
                  <a:pt x="2388828" y="3385680"/>
                  <a:pt x="2386473" y="3390557"/>
                </a:cubicBezTo>
                <a:cubicBezTo>
                  <a:pt x="2388828" y="3396974"/>
                  <a:pt x="2401276" y="3385680"/>
                  <a:pt x="2414061" y="3390557"/>
                </a:cubicBezTo>
                <a:cubicBezTo>
                  <a:pt x="2403631" y="3396974"/>
                  <a:pt x="2414061" y="3398513"/>
                  <a:pt x="2405650" y="3406726"/>
                </a:cubicBezTo>
                <a:cubicBezTo>
                  <a:pt x="2373689" y="3388760"/>
                  <a:pt x="2382436" y="3427773"/>
                  <a:pt x="2369651" y="3439066"/>
                </a:cubicBezTo>
                <a:cubicBezTo>
                  <a:pt x="2373689" y="3434189"/>
                  <a:pt x="2390847" y="3439066"/>
                  <a:pt x="2397239" y="3432649"/>
                </a:cubicBezTo>
                <a:cubicBezTo>
                  <a:pt x="2403631" y="3434189"/>
                  <a:pt x="2394884" y="3435986"/>
                  <a:pt x="2388828" y="3435986"/>
                </a:cubicBezTo>
                <a:cubicBezTo>
                  <a:pt x="2380081" y="3455493"/>
                  <a:pt x="2401276" y="3455493"/>
                  <a:pt x="2376044" y="3461909"/>
                </a:cubicBezTo>
                <a:cubicBezTo>
                  <a:pt x="2376044" y="3466785"/>
                  <a:pt x="2382436" y="3461909"/>
                  <a:pt x="2390847" y="3463449"/>
                </a:cubicBezTo>
                <a:cubicBezTo>
                  <a:pt x="2390847" y="3476539"/>
                  <a:pt x="2376044" y="3474742"/>
                  <a:pt x="2369651" y="3481415"/>
                </a:cubicBezTo>
                <a:cubicBezTo>
                  <a:pt x="2378062" y="3484495"/>
                  <a:pt x="2394884" y="3495788"/>
                  <a:pt x="2365278" y="3497585"/>
                </a:cubicBezTo>
                <a:cubicBezTo>
                  <a:pt x="2367296" y="3499125"/>
                  <a:pt x="2373689" y="3512214"/>
                  <a:pt x="2356867" y="3507338"/>
                </a:cubicBezTo>
                <a:cubicBezTo>
                  <a:pt x="2356867" y="3513754"/>
                  <a:pt x="2367296" y="3513754"/>
                  <a:pt x="2367296" y="3520171"/>
                </a:cubicBezTo>
                <a:cubicBezTo>
                  <a:pt x="2378062" y="3521968"/>
                  <a:pt x="2373689" y="3510418"/>
                  <a:pt x="2376044" y="3507338"/>
                </a:cubicBezTo>
                <a:cubicBezTo>
                  <a:pt x="2407668" y="3515294"/>
                  <a:pt x="2420453" y="3507338"/>
                  <a:pt x="2446022" y="3512214"/>
                </a:cubicBezTo>
                <a:cubicBezTo>
                  <a:pt x="2425836" y="3520299"/>
                  <a:pt x="2402454" y="3526331"/>
                  <a:pt x="2379072" y="3532587"/>
                </a:cubicBezTo>
                <a:lnTo>
                  <a:pt x="2317351" y="3552610"/>
                </a:lnTo>
                <a:lnTo>
                  <a:pt x="2317162" y="3556302"/>
                </a:lnTo>
                <a:lnTo>
                  <a:pt x="2318829" y="3556962"/>
                </a:lnTo>
                <a:cubicBezTo>
                  <a:pt x="2328039" y="3556072"/>
                  <a:pt x="2341980" y="3547890"/>
                  <a:pt x="2335672" y="3562520"/>
                </a:cubicBezTo>
                <a:cubicBezTo>
                  <a:pt x="2344082" y="3560723"/>
                  <a:pt x="2342064" y="3554307"/>
                  <a:pt x="2356867" y="3559184"/>
                </a:cubicBezTo>
                <a:cubicBezTo>
                  <a:pt x="2360904" y="3549431"/>
                  <a:pt x="2350475" y="3549431"/>
                  <a:pt x="2360904" y="3544554"/>
                </a:cubicBezTo>
                <a:cubicBezTo>
                  <a:pt x="2371670" y="3546094"/>
                  <a:pt x="2369651" y="3552767"/>
                  <a:pt x="2365278" y="3559184"/>
                </a:cubicBezTo>
                <a:cubicBezTo>
                  <a:pt x="2371670" y="3557644"/>
                  <a:pt x="2394884" y="3550971"/>
                  <a:pt x="2401276" y="3559184"/>
                </a:cubicBezTo>
                <a:cubicBezTo>
                  <a:pt x="2412042" y="3555847"/>
                  <a:pt x="2431219" y="3544554"/>
                  <a:pt x="2441984" y="3552767"/>
                </a:cubicBezTo>
                <a:cubicBezTo>
                  <a:pt x="2437611" y="3559184"/>
                  <a:pt x="2435593" y="3565601"/>
                  <a:pt x="2426846" y="3570477"/>
                </a:cubicBezTo>
                <a:cubicBezTo>
                  <a:pt x="2392866" y="3568937"/>
                  <a:pt x="2384455" y="3585107"/>
                  <a:pt x="2356867" y="3575353"/>
                </a:cubicBezTo>
                <a:cubicBezTo>
                  <a:pt x="2346102" y="3583567"/>
                  <a:pt x="2333316" y="3583567"/>
                  <a:pt x="2318513" y="3583567"/>
                </a:cubicBezTo>
                <a:cubicBezTo>
                  <a:pt x="2320112" y="3586005"/>
                  <a:pt x="2320112" y="3588636"/>
                  <a:pt x="2319444" y="3591310"/>
                </a:cubicBezTo>
                <a:lnTo>
                  <a:pt x="2318958" y="3592577"/>
                </a:lnTo>
                <a:lnTo>
                  <a:pt x="2320758" y="3611691"/>
                </a:lnTo>
                <a:lnTo>
                  <a:pt x="2319688" y="3611694"/>
                </a:lnTo>
                <a:lnTo>
                  <a:pt x="2320532" y="3612570"/>
                </a:lnTo>
                <a:cubicBezTo>
                  <a:pt x="2331298" y="3609490"/>
                  <a:pt x="2318513" y="3601276"/>
                  <a:pt x="2331298" y="3596400"/>
                </a:cubicBezTo>
                <a:cubicBezTo>
                  <a:pt x="2350475" y="3593319"/>
                  <a:pt x="2373689" y="3614366"/>
                  <a:pt x="2384455" y="3601276"/>
                </a:cubicBezTo>
                <a:cubicBezTo>
                  <a:pt x="2401276" y="3604613"/>
                  <a:pt x="2382436" y="3607693"/>
                  <a:pt x="2384455" y="3617446"/>
                </a:cubicBezTo>
                <a:cubicBezTo>
                  <a:pt x="2358886" y="3617446"/>
                  <a:pt x="2346102" y="3611030"/>
                  <a:pt x="2333316" y="3625660"/>
                </a:cubicBezTo>
                <a:cubicBezTo>
                  <a:pt x="2326924" y="3620782"/>
                  <a:pt x="2335672" y="3620782"/>
                  <a:pt x="2324906" y="3615906"/>
                </a:cubicBezTo>
                <a:cubicBezTo>
                  <a:pt x="2314140" y="3624119"/>
                  <a:pt x="2295300" y="3625660"/>
                  <a:pt x="2284534" y="3635412"/>
                </a:cubicBezTo>
                <a:cubicBezTo>
                  <a:pt x="2286552" y="3638749"/>
                  <a:pt x="2299336" y="3636953"/>
                  <a:pt x="2307748" y="3643626"/>
                </a:cubicBezTo>
                <a:cubicBezTo>
                  <a:pt x="2301356" y="3650042"/>
                  <a:pt x="2295300" y="3657999"/>
                  <a:pt x="2312122" y="3661335"/>
                </a:cubicBezTo>
                <a:cubicBezTo>
                  <a:pt x="2322887" y="3661335"/>
                  <a:pt x="2318513" y="3648245"/>
                  <a:pt x="2322887" y="3645166"/>
                </a:cubicBezTo>
                <a:cubicBezTo>
                  <a:pt x="2344082" y="3632076"/>
                  <a:pt x="2363259" y="3656459"/>
                  <a:pt x="2373689" y="3640289"/>
                </a:cubicBezTo>
                <a:cubicBezTo>
                  <a:pt x="2376044" y="3648245"/>
                  <a:pt x="2384455" y="3651582"/>
                  <a:pt x="2401276" y="3648245"/>
                </a:cubicBezTo>
                <a:cubicBezTo>
                  <a:pt x="2399258" y="3651582"/>
                  <a:pt x="2397239" y="3656459"/>
                  <a:pt x="2403631" y="3656459"/>
                </a:cubicBezTo>
                <a:cubicBezTo>
                  <a:pt x="2378062" y="3667752"/>
                  <a:pt x="2269731" y="3667752"/>
                  <a:pt x="2318513" y="3693675"/>
                </a:cubicBezTo>
                <a:cubicBezTo>
                  <a:pt x="2337691" y="3689055"/>
                  <a:pt x="2348456" y="3692135"/>
                  <a:pt x="2367296" y="3700348"/>
                </a:cubicBezTo>
                <a:cubicBezTo>
                  <a:pt x="2378062" y="3695471"/>
                  <a:pt x="2401276" y="3685719"/>
                  <a:pt x="2418435" y="3695471"/>
                </a:cubicBezTo>
                <a:cubicBezTo>
                  <a:pt x="2373689" y="3727811"/>
                  <a:pt x="2265357" y="3701888"/>
                  <a:pt x="2241807" y="3740900"/>
                </a:cubicBezTo>
                <a:cubicBezTo>
                  <a:pt x="2241807" y="3747317"/>
                  <a:pt x="2260984" y="3745778"/>
                  <a:pt x="2263338" y="3752194"/>
                </a:cubicBezTo>
                <a:cubicBezTo>
                  <a:pt x="2292945" y="3740900"/>
                  <a:pt x="2360904" y="3750654"/>
                  <a:pt x="2394884" y="3743980"/>
                </a:cubicBezTo>
                <a:cubicBezTo>
                  <a:pt x="2382436" y="3766824"/>
                  <a:pt x="2342064" y="3742440"/>
                  <a:pt x="2329280" y="3766824"/>
                </a:cubicBezTo>
                <a:cubicBezTo>
                  <a:pt x="2292945" y="3761947"/>
                  <a:pt x="2276123" y="3774780"/>
                  <a:pt x="2239789" y="3771700"/>
                </a:cubicBezTo>
                <a:cubicBezTo>
                  <a:pt x="2237769" y="3776577"/>
                  <a:pt x="2244162" y="3778117"/>
                  <a:pt x="2239789" y="3782993"/>
                </a:cubicBezTo>
                <a:cubicBezTo>
                  <a:pt x="2235751" y="3781453"/>
                  <a:pt x="2237769" y="3776577"/>
                  <a:pt x="2227004" y="3776577"/>
                </a:cubicBezTo>
                <a:cubicBezTo>
                  <a:pt x="2218593" y="3784533"/>
                  <a:pt x="2203790" y="3787870"/>
                  <a:pt x="2201771" y="3800703"/>
                </a:cubicBezTo>
                <a:cubicBezTo>
                  <a:pt x="2235751" y="3808916"/>
                  <a:pt x="2252573" y="3790950"/>
                  <a:pt x="2280160" y="3804039"/>
                </a:cubicBezTo>
                <a:cubicBezTo>
                  <a:pt x="2301356" y="3792747"/>
                  <a:pt x="2320532" y="3795826"/>
                  <a:pt x="2350475" y="3804039"/>
                </a:cubicBezTo>
                <a:cubicBezTo>
                  <a:pt x="2329280" y="3825086"/>
                  <a:pt x="2248199" y="3828422"/>
                  <a:pt x="2231378" y="3822006"/>
                </a:cubicBezTo>
                <a:cubicBezTo>
                  <a:pt x="2220611" y="3822006"/>
                  <a:pt x="2218593" y="3828422"/>
                  <a:pt x="2214220" y="3833299"/>
                </a:cubicBezTo>
                <a:cubicBezTo>
                  <a:pt x="2191005" y="3818670"/>
                  <a:pt x="2139867" y="3841256"/>
                  <a:pt x="2127083" y="3823546"/>
                </a:cubicBezTo>
                <a:cubicBezTo>
                  <a:pt x="2114299" y="3833299"/>
                  <a:pt x="2116654" y="3829962"/>
                  <a:pt x="2101514" y="3825086"/>
                </a:cubicBezTo>
                <a:lnTo>
                  <a:pt x="2090965" y="3831700"/>
                </a:lnTo>
                <a:lnTo>
                  <a:pt x="2075787" y="3864882"/>
                </a:lnTo>
                <a:lnTo>
                  <a:pt x="2090496" y="3862013"/>
                </a:lnTo>
                <a:cubicBezTo>
                  <a:pt x="2095794" y="3862045"/>
                  <a:pt x="2099495" y="3864099"/>
                  <a:pt x="2099495" y="3870515"/>
                </a:cubicBezTo>
                <a:cubicBezTo>
                  <a:pt x="2105888" y="3868975"/>
                  <a:pt x="2110261" y="3864098"/>
                  <a:pt x="2112280" y="3859222"/>
                </a:cubicBezTo>
                <a:cubicBezTo>
                  <a:pt x="2129438" y="3857682"/>
                  <a:pt x="2120690" y="3867179"/>
                  <a:pt x="2129438" y="3868975"/>
                </a:cubicBezTo>
                <a:cubicBezTo>
                  <a:pt x="2142223" y="3868975"/>
                  <a:pt x="2125065" y="3864098"/>
                  <a:pt x="2137849" y="3860762"/>
                </a:cubicBezTo>
                <a:cubicBezTo>
                  <a:pt x="2148278" y="3860762"/>
                  <a:pt x="2139867" y="3870515"/>
                  <a:pt x="2148278" y="3870515"/>
                </a:cubicBezTo>
                <a:cubicBezTo>
                  <a:pt x="2131456" y="3883605"/>
                  <a:pt x="2114299" y="3877189"/>
                  <a:pt x="2095121" y="3885145"/>
                </a:cubicBezTo>
                <a:cubicBezTo>
                  <a:pt x="2091085" y="3875392"/>
                  <a:pt x="2082674" y="3883605"/>
                  <a:pt x="2073926" y="3877189"/>
                </a:cubicBezTo>
                <a:cubicBezTo>
                  <a:pt x="2078300" y="3881809"/>
                  <a:pt x="2076281" y="3888481"/>
                  <a:pt x="2073926" y="3896438"/>
                </a:cubicBezTo>
                <a:cubicBezTo>
                  <a:pt x="2064338" y="3891561"/>
                  <a:pt x="2056936" y="3890791"/>
                  <a:pt x="2050334" y="3890406"/>
                </a:cubicBezTo>
                <a:lnTo>
                  <a:pt x="2046057" y="3889559"/>
                </a:lnTo>
                <a:lnTo>
                  <a:pt x="2030307" y="3901760"/>
                </a:lnTo>
                <a:lnTo>
                  <a:pt x="2003984" y="3914758"/>
                </a:lnTo>
                <a:lnTo>
                  <a:pt x="2005282" y="3915336"/>
                </a:lnTo>
                <a:cubicBezTo>
                  <a:pt x="2024439" y="3918346"/>
                  <a:pt x="2048468" y="3909316"/>
                  <a:pt x="2077228" y="3909316"/>
                </a:cubicBezTo>
                <a:cubicBezTo>
                  <a:pt x="2085638" y="3909316"/>
                  <a:pt x="2085638" y="3915686"/>
                  <a:pt x="2089674" y="3915686"/>
                </a:cubicBezTo>
                <a:cubicBezTo>
                  <a:pt x="2130374" y="3918999"/>
                  <a:pt x="2183520" y="3901163"/>
                  <a:pt x="2202693" y="3902947"/>
                </a:cubicBezTo>
                <a:cubicBezTo>
                  <a:pt x="2219512" y="3904475"/>
                  <a:pt x="2213122" y="3909316"/>
                  <a:pt x="2236667" y="3901163"/>
                </a:cubicBezTo>
                <a:cubicBezTo>
                  <a:pt x="2234312" y="3915686"/>
                  <a:pt x="2215139" y="3915686"/>
                  <a:pt x="2219512" y="3935051"/>
                </a:cubicBezTo>
                <a:cubicBezTo>
                  <a:pt x="2204712" y="3935051"/>
                  <a:pt x="2217494" y="3922056"/>
                  <a:pt x="2206730" y="3920527"/>
                </a:cubicBezTo>
                <a:cubicBezTo>
                  <a:pt x="2191930" y="3922056"/>
                  <a:pt x="2179148" y="3935051"/>
                  <a:pt x="2166366" y="3926897"/>
                </a:cubicBezTo>
                <a:cubicBezTo>
                  <a:pt x="2155602" y="3926897"/>
                  <a:pt x="2170739" y="3936579"/>
                  <a:pt x="2157957" y="3939891"/>
                </a:cubicBezTo>
                <a:cubicBezTo>
                  <a:pt x="2138784" y="3930209"/>
                  <a:pt x="2143156" y="3948045"/>
                  <a:pt x="2126002" y="3949574"/>
                </a:cubicBezTo>
                <a:cubicBezTo>
                  <a:pt x="2111201" y="3948045"/>
                  <a:pt x="2115238" y="3939891"/>
                  <a:pt x="2108846" y="3935051"/>
                </a:cubicBezTo>
                <a:cubicBezTo>
                  <a:pt x="2102456" y="3949574"/>
                  <a:pt x="2053683" y="3931738"/>
                  <a:pt x="2049309" y="3931738"/>
                </a:cubicBezTo>
                <a:cubicBezTo>
                  <a:pt x="2028623" y="3931738"/>
                  <a:pt x="1996016" y="3935465"/>
                  <a:pt x="1987250" y="3924321"/>
                </a:cubicBezTo>
                <a:lnTo>
                  <a:pt x="1987423" y="3918524"/>
                </a:lnTo>
                <a:lnTo>
                  <a:pt x="1968336" y="3922612"/>
                </a:lnTo>
                <a:cubicBezTo>
                  <a:pt x="1961945" y="3932364"/>
                  <a:pt x="1964299" y="3940576"/>
                  <a:pt x="1942773" y="3943913"/>
                </a:cubicBezTo>
                <a:cubicBezTo>
                  <a:pt x="1925956" y="3927488"/>
                  <a:pt x="1913175" y="3939037"/>
                  <a:pt x="1881222" y="3930824"/>
                </a:cubicBezTo>
                <a:lnTo>
                  <a:pt x="1881354" y="3928326"/>
                </a:lnTo>
                <a:lnTo>
                  <a:pt x="1880359" y="3928005"/>
                </a:lnTo>
                <a:cubicBezTo>
                  <a:pt x="1877493" y="3926213"/>
                  <a:pt x="1875365" y="3923916"/>
                  <a:pt x="1874045" y="3921516"/>
                </a:cubicBezTo>
                <a:lnTo>
                  <a:pt x="1876269" y="3909521"/>
                </a:lnTo>
                <a:lnTo>
                  <a:pt x="1857573" y="3902514"/>
                </a:lnTo>
                <a:cubicBezTo>
                  <a:pt x="1844961" y="3899386"/>
                  <a:pt x="1830939" y="3896883"/>
                  <a:pt x="1816728" y="3894124"/>
                </a:cubicBezTo>
                <a:lnTo>
                  <a:pt x="1780201" y="3885485"/>
                </a:lnTo>
                <a:lnTo>
                  <a:pt x="1770596" y="3886132"/>
                </a:lnTo>
                <a:lnTo>
                  <a:pt x="1770500" y="3886398"/>
                </a:lnTo>
                <a:cubicBezTo>
                  <a:pt x="1769191" y="3889791"/>
                  <a:pt x="1768876" y="3887048"/>
                  <a:pt x="1757774" y="3887048"/>
                </a:cubicBezTo>
                <a:cubicBezTo>
                  <a:pt x="1757774" y="3887048"/>
                  <a:pt x="1757774" y="3887048"/>
                  <a:pt x="1774594" y="3905015"/>
                </a:cubicBezTo>
                <a:cubicBezTo>
                  <a:pt x="1766184" y="3909892"/>
                  <a:pt x="1764166" y="3914768"/>
                  <a:pt x="1768203" y="3921184"/>
                </a:cubicBezTo>
                <a:cubicBezTo>
                  <a:pt x="1780986" y="3919644"/>
                  <a:pt x="1772576" y="3914768"/>
                  <a:pt x="1776949" y="3911432"/>
                </a:cubicBezTo>
                <a:cubicBezTo>
                  <a:pt x="1783004" y="3919644"/>
                  <a:pt x="1789396" y="3921184"/>
                  <a:pt x="1796124" y="3921184"/>
                </a:cubicBezTo>
                <a:cubicBezTo>
                  <a:pt x="1791751" y="3926061"/>
                  <a:pt x="1800161" y="3932478"/>
                  <a:pt x="1785359" y="3935815"/>
                </a:cubicBezTo>
                <a:cubicBezTo>
                  <a:pt x="1778968" y="3932478"/>
                  <a:pt x="1774594" y="3927601"/>
                  <a:pt x="1764166" y="3934275"/>
                </a:cubicBezTo>
                <a:cubicBezTo>
                  <a:pt x="1776949" y="3942231"/>
                  <a:pt x="1789396" y="3951985"/>
                  <a:pt x="1800161" y="3960198"/>
                </a:cubicBezTo>
                <a:cubicBezTo>
                  <a:pt x="1776949" y="3965074"/>
                  <a:pt x="1819336" y="3977908"/>
                  <a:pt x="1798142" y="3982785"/>
                </a:cubicBezTo>
                <a:cubicBezTo>
                  <a:pt x="1787378" y="3981245"/>
                  <a:pt x="1793769" y="3974829"/>
                  <a:pt x="1780986" y="3976368"/>
                </a:cubicBezTo>
                <a:cubicBezTo>
                  <a:pt x="1789396" y="3973032"/>
                  <a:pt x="1778968" y="3966615"/>
                  <a:pt x="1780986" y="3963278"/>
                </a:cubicBezTo>
                <a:cubicBezTo>
                  <a:pt x="1776949" y="3965074"/>
                  <a:pt x="1772576" y="3963278"/>
                  <a:pt x="1766184" y="3966615"/>
                </a:cubicBezTo>
                <a:cubicBezTo>
                  <a:pt x="1766184" y="3966615"/>
                  <a:pt x="1766184" y="3966615"/>
                  <a:pt x="1778968" y="3977908"/>
                </a:cubicBezTo>
                <a:cubicBezTo>
                  <a:pt x="1759793" y="3977908"/>
                  <a:pt x="1774594" y="3989202"/>
                  <a:pt x="1766184" y="3995875"/>
                </a:cubicBezTo>
                <a:cubicBezTo>
                  <a:pt x="1753401" y="3981245"/>
                  <a:pt x="1768203" y="3963278"/>
                  <a:pt x="1734227" y="3956862"/>
                </a:cubicBezTo>
                <a:cubicBezTo>
                  <a:pt x="1721443" y="3969951"/>
                  <a:pt x="1766184" y="3998955"/>
                  <a:pt x="1723798" y="4002292"/>
                </a:cubicBezTo>
                <a:cubicBezTo>
                  <a:pt x="1721443" y="4007168"/>
                  <a:pt x="1727835" y="4010505"/>
                  <a:pt x="1732208" y="4015382"/>
                </a:cubicBezTo>
                <a:cubicBezTo>
                  <a:pt x="1736581" y="4013586"/>
                  <a:pt x="1740618" y="4010505"/>
                  <a:pt x="1742973" y="4013586"/>
                </a:cubicBezTo>
                <a:cubicBezTo>
                  <a:pt x="1730190" y="4036429"/>
                  <a:pt x="1747010" y="4063892"/>
                  <a:pt x="1730190" y="4086735"/>
                </a:cubicBezTo>
                <a:cubicBezTo>
                  <a:pt x="1734227" y="4084939"/>
                  <a:pt x="1738600" y="4089815"/>
                  <a:pt x="1742973" y="4089815"/>
                </a:cubicBezTo>
                <a:cubicBezTo>
                  <a:pt x="1730190" y="4093152"/>
                  <a:pt x="1742973" y="4099569"/>
                  <a:pt x="1734227" y="4104445"/>
                </a:cubicBezTo>
                <a:cubicBezTo>
                  <a:pt x="1725817" y="4098029"/>
                  <a:pt x="1732208" y="4091612"/>
                  <a:pt x="1719425" y="4094692"/>
                </a:cubicBezTo>
                <a:cubicBezTo>
                  <a:pt x="1717407" y="4104445"/>
                  <a:pt x="1713033" y="4114199"/>
                  <a:pt x="1715052" y="4123952"/>
                </a:cubicBezTo>
                <a:cubicBezTo>
                  <a:pt x="1708660" y="4130369"/>
                  <a:pt x="1704624" y="4125492"/>
                  <a:pt x="1698232" y="4130369"/>
                </a:cubicBezTo>
                <a:cubicBezTo>
                  <a:pt x="1702269" y="4132165"/>
                  <a:pt x="1706642" y="4132165"/>
                  <a:pt x="1708660" y="4135246"/>
                </a:cubicBezTo>
                <a:cubicBezTo>
                  <a:pt x="1702269" y="4138583"/>
                  <a:pt x="1695877" y="4137042"/>
                  <a:pt x="1689486" y="4141663"/>
                </a:cubicBezTo>
                <a:cubicBezTo>
                  <a:pt x="1695877" y="4149875"/>
                  <a:pt x="1691840" y="4149875"/>
                  <a:pt x="1700250" y="4153212"/>
                </a:cubicBezTo>
                <a:cubicBezTo>
                  <a:pt x="1689486" y="4156292"/>
                  <a:pt x="1681075" y="4151415"/>
                  <a:pt x="1670646" y="4154752"/>
                </a:cubicBezTo>
                <a:cubicBezTo>
                  <a:pt x="1672665" y="4161169"/>
                  <a:pt x="1679056" y="4169382"/>
                  <a:pt x="1668292" y="4174259"/>
                </a:cubicBezTo>
                <a:cubicBezTo>
                  <a:pt x="1668292" y="4174259"/>
                  <a:pt x="1668292" y="4174259"/>
                  <a:pt x="1664255" y="4170922"/>
                </a:cubicBezTo>
                <a:cubicBezTo>
                  <a:pt x="1661900" y="4170922"/>
                  <a:pt x="1659882" y="4172462"/>
                  <a:pt x="1659882" y="4170922"/>
                </a:cubicBezTo>
                <a:cubicBezTo>
                  <a:pt x="1670646" y="4167586"/>
                  <a:pt x="1668292" y="4156292"/>
                  <a:pt x="1659882" y="4158089"/>
                </a:cubicBezTo>
                <a:cubicBezTo>
                  <a:pt x="1657863" y="4170922"/>
                  <a:pt x="1655508" y="4179136"/>
                  <a:pt x="1666273" y="4190429"/>
                </a:cubicBezTo>
                <a:cubicBezTo>
                  <a:pt x="1651472" y="4190429"/>
                  <a:pt x="1659882" y="4198643"/>
                  <a:pt x="1647098" y="4198643"/>
                </a:cubicBezTo>
                <a:cubicBezTo>
                  <a:pt x="1653490" y="4198643"/>
                  <a:pt x="1659882" y="4203520"/>
                  <a:pt x="1653490" y="4208396"/>
                </a:cubicBezTo>
                <a:cubicBezTo>
                  <a:pt x="1645080" y="4200183"/>
                  <a:pt x="1634315" y="4198643"/>
                  <a:pt x="1621532" y="4205060"/>
                </a:cubicBezTo>
                <a:cubicBezTo>
                  <a:pt x="1621532" y="4196846"/>
                  <a:pt x="1621532" y="4190429"/>
                  <a:pt x="1619514" y="4184013"/>
                </a:cubicBezTo>
                <a:cubicBezTo>
                  <a:pt x="1611104" y="4187093"/>
                  <a:pt x="1606731" y="4177339"/>
                  <a:pt x="1598321" y="4185553"/>
                </a:cubicBezTo>
                <a:cubicBezTo>
                  <a:pt x="1615141" y="4195306"/>
                  <a:pt x="1613122" y="4205060"/>
                  <a:pt x="1613122" y="4217893"/>
                </a:cubicBezTo>
                <a:cubicBezTo>
                  <a:pt x="1623887" y="4217893"/>
                  <a:pt x="1640707" y="4224566"/>
                  <a:pt x="1630279" y="4232523"/>
                </a:cubicBezTo>
                <a:cubicBezTo>
                  <a:pt x="1623887" y="4227646"/>
                  <a:pt x="1627924" y="4224566"/>
                  <a:pt x="1619514" y="4219689"/>
                </a:cubicBezTo>
                <a:cubicBezTo>
                  <a:pt x="1611104" y="4219689"/>
                  <a:pt x="1602357" y="4226106"/>
                  <a:pt x="1602357" y="4229443"/>
                </a:cubicBezTo>
                <a:cubicBezTo>
                  <a:pt x="1604712" y="4230983"/>
                  <a:pt x="1621532" y="4229443"/>
                  <a:pt x="1615141" y="4237400"/>
                </a:cubicBezTo>
                <a:cubicBezTo>
                  <a:pt x="1613122" y="4234319"/>
                  <a:pt x="1598321" y="4234319"/>
                  <a:pt x="1604712" y="4239196"/>
                </a:cubicBezTo>
                <a:cubicBezTo>
                  <a:pt x="1608749" y="4245613"/>
                  <a:pt x="1619514" y="4240736"/>
                  <a:pt x="1623887" y="4250490"/>
                </a:cubicBezTo>
                <a:cubicBezTo>
                  <a:pt x="1617495" y="4253826"/>
                  <a:pt x="1600339" y="4252029"/>
                  <a:pt x="1604712" y="4256906"/>
                </a:cubicBezTo>
                <a:cubicBezTo>
                  <a:pt x="1611104" y="4255366"/>
                  <a:pt x="1630279" y="4261783"/>
                  <a:pt x="1625905" y="4268200"/>
                </a:cubicBezTo>
                <a:cubicBezTo>
                  <a:pt x="1615141" y="4271536"/>
                  <a:pt x="1617495" y="4263323"/>
                  <a:pt x="1611104" y="4265120"/>
                </a:cubicBezTo>
                <a:cubicBezTo>
                  <a:pt x="1617495" y="4271536"/>
                  <a:pt x="1593947" y="4266660"/>
                  <a:pt x="1602357" y="4271536"/>
                </a:cubicBezTo>
                <a:cubicBezTo>
                  <a:pt x="1623887" y="4268200"/>
                  <a:pt x="1627924" y="4292583"/>
                  <a:pt x="1617495" y="4300797"/>
                </a:cubicBezTo>
                <a:cubicBezTo>
                  <a:pt x="1623887" y="4303876"/>
                  <a:pt x="1632297" y="4303876"/>
                  <a:pt x="1638688" y="4303876"/>
                </a:cubicBezTo>
                <a:cubicBezTo>
                  <a:pt x="1630279" y="4308753"/>
                  <a:pt x="1632297" y="4313630"/>
                  <a:pt x="1643062" y="4312090"/>
                </a:cubicBezTo>
                <a:cubicBezTo>
                  <a:pt x="1636670" y="4316966"/>
                  <a:pt x="1643062" y="4321843"/>
                  <a:pt x="1634315" y="4325180"/>
                </a:cubicBezTo>
                <a:cubicBezTo>
                  <a:pt x="1621532" y="4320303"/>
                  <a:pt x="1613122" y="4302336"/>
                  <a:pt x="1613122" y="4292583"/>
                </a:cubicBezTo>
                <a:cubicBezTo>
                  <a:pt x="1611104" y="4294123"/>
                  <a:pt x="1608749" y="4292583"/>
                  <a:pt x="1604712" y="4292583"/>
                </a:cubicBezTo>
                <a:cubicBezTo>
                  <a:pt x="1617495" y="4323383"/>
                  <a:pt x="1602357" y="4339553"/>
                  <a:pt x="1623887" y="4372150"/>
                </a:cubicBezTo>
                <a:cubicBezTo>
                  <a:pt x="1613122" y="4373690"/>
                  <a:pt x="1617495" y="4378567"/>
                  <a:pt x="1608749" y="4381903"/>
                </a:cubicBezTo>
                <a:cubicBezTo>
                  <a:pt x="1593947" y="4370610"/>
                  <a:pt x="1598321" y="4350847"/>
                  <a:pt x="1572754" y="4341350"/>
                </a:cubicBezTo>
                <a:cubicBezTo>
                  <a:pt x="1572754" y="4341350"/>
                  <a:pt x="1572754" y="4341350"/>
                  <a:pt x="1566362" y="4342890"/>
                </a:cubicBezTo>
                <a:cubicBezTo>
                  <a:pt x="1579146" y="4363937"/>
                  <a:pt x="1606731" y="4386780"/>
                  <a:pt x="1579146" y="4404490"/>
                </a:cubicBezTo>
                <a:cubicBezTo>
                  <a:pt x="1583519" y="4422457"/>
                  <a:pt x="1593947" y="4448380"/>
                  <a:pt x="1572754" y="4458134"/>
                </a:cubicBezTo>
                <a:cubicBezTo>
                  <a:pt x="1579146" y="4458134"/>
                  <a:pt x="1581164" y="4463010"/>
                  <a:pt x="1577128" y="4466091"/>
                </a:cubicBezTo>
                <a:cubicBezTo>
                  <a:pt x="1572754" y="4461214"/>
                  <a:pt x="1568381" y="4458134"/>
                  <a:pt x="1559970" y="4463010"/>
                </a:cubicBezTo>
                <a:cubicBezTo>
                  <a:pt x="1559970" y="4467887"/>
                  <a:pt x="1555597" y="4472508"/>
                  <a:pt x="1545169" y="4475844"/>
                </a:cubicBezTo>
                <a:cubicBezTo>
                  <a:pt x="1549206" y="4480720"/>
                  <a:pt x="1545169" y="4485597"/>
                  <a:pt x="1555597" y="4482260"/>
                </a:cubicBezTo>
                <a:cubicBezTo>
                  <a:pt x="1555597" y="4480720"/>
                  <a:pt x="1551560" y="4477384"/>
                  <a:pt x="1553579" y="4475844"/>
                </a:cubicBezTo>
                <a:cubicBezTo>
                  <a:pt x="1568381" y="4477384"/>
                  <a:pt x="1559970" y="4490474"/>
                  <a:pt x="1572754" y="4498687"/>
                </a:cubicBezTo>
                <a:cubicBezTo>
                  <a:pt x="1538777" y="4500227"/>
                  <a:pt x="1536422" y="4524610"/>
                  <a:pt x="1519602" y="4539241"/>
                </a:cubicBezTo>
                <a:cubicBezTo>
                  <a:pt x="1508838" y="4534365"/>
                  <a:pt x="1498409" y="4545657"/>
                  <a:pt x="1487645" y="4550534"/>
                </a:cubicBezTo>
                <a:cubicBezTo>
                  <a:pt x="1453668" y="4545657"/>
                  <a:pt x="1434493" y="4516398"/>
                  <a:pt x="1424064" y="4487137"/>
                </a:cubicBezTo>
                <a:cubicBezTo>
                  <a:pt x="1436848" y="4487137"/>
                  <a:pt x="1432474" y="4493811"/>
                  <a:pt x="1440884" y="4493811"/>
                </a:cubicBezTo>
                <a:cubicBezTo>
                  <a:pt x="1451650" y="4484057"/>
                  <a:pt x="1430456" y="4477384"/>
                  <a:pt x="1438866" y="4464550"/>
                </a:cubicBezTo>
                <a:cubicBezTo>
                  <a:pt x="1396143" y="4458134"/>
                  <a:pt x="1430456" y="4409367"/>
                  <a:pt x="1411281" y="4393197"/>
                </a:cubicBezTo>
                <a:cubicBezTo>
                  <a:pt x="1434493" y="4373690"/>
                  <a:pt x="1424064" y="4342890"/>
                  <a:pt x="1415318" y="4329800"/>
                </a:cubicBezTo>
                <a:cubicBezTo>
                  <a:pt x="1413300" y="4334676"/>
                  <a:pt x="1421710" y="4349307"/>
                  <a:pt x="1404890" y="4347767"/>
                </a:cubicBezTo>
                <a:cubicBezTo>
                  <a:pt x="1402535" y="4333137"/>
                  <a:pt x="1411281" y="4321843"/>
                  <a:pt x="1398498" y="4310550"/>
                </a:cubicBezTo>
                <a:cubicBezTo>
                  <a:pt x="1406908" y="4297459"/>
                  <a:pt x="1411281" y="4274873"/>
                  <a:pt x="1394125" y="4271536"/>
                </a:cubicBezTo>
                <a:cubicBezTo>
                  <a:pt x="1398498" y="4261783"/>
                  <a:pt x="1400516" y="4273076"/>
                  <a:pt x="1408926" y="4266660"/>
                </a:cubicBezTo>
                <a:cubicBezTo>
                  <a:pt x="1408926" y="4256906"/>
                  <a:pt x="1389752" y="4247153"/>
                  <a:pt x="1402535" y="4239196"/>
                </a:cubicBezTo>
                <a:cubicBezTo>
                  <a:pt x="1408926" y="4242277"/>
                  <a:pt x="1394125" y="4252029"/>
                  <a:pt x="1406908" y="4250490"/>
                </a:cubicBezTo>
                <a:cubicBezTo>
                  <a:pt x="1411281" y="4242277"/>
                  <a:pt x="1421710" y="4227646"/>
                  <a:pt x="1400516" y="4230983"/>
                </a:cubicBezTo>
                <a:cubicBezTo>
                  <a:pt x="1413300" y="4211476"/>
                  <a:pt x="1411281" y="4188889"/>
                  <a:pt x="1411281" y="4167586"/>
                </a:cubicBezTo>
                <a:cubicBezTo>
                  <a:pt x="1392107" y="4162966"/>
                  <a:pt x="1377304" y="4140123"/>
                  <a:pt x="1377304" y="4127289"/>
                </a:cubicBezTo>
                <a:cubicBezTo>
                  <a:pt x="1366539" y="4127289"/>
                  <a:pt x="1355775" y="4127289"/>
                  <a:pt x="1345346" y="4130369"/>
                </a:cubicBezTo>
                <a:cubicBezTo>
                  <a:pt x="1345346" y="4133706"/>
                  <a:pt x="1347365" y="4137042"/>
                  <a:pt x="1351738" y="4141663"/>
                </a:cubicBezTo>
                <a:cubicBezTo>
                  <a:pt x="1360148" y="4138583"/>
                  <a:pt x="1366539" y="4138583"/>
                  <a:pt x="1372931" y="4143459"/>
                </a:cubicBezTo>
                <a:cubicBezTo>
                  <a:pt x="1366539" y="4154752"/>
                  <a:pt x="1360148" y="4166046"/>
                  <a:pt x="1366539" y="4177339"/>
                </a:cubicBezTo>
                <a:cubicBezTo>
                  <a:pt x="1362166" y="4180676"/>
                  <a:pt x="1358129" y="4179136"/>
                  <a:pt x="1351738" y="4180676"/>
                </a:cubicBezTo>
                <a:cubicBezTo>
                  <a:pt x="1366539" y="4185553"/>
                  <a:pt x="1353756" y="4188889"/>
                  <a:pt x="1358129" y="4195306"/>
                </a:cubicBezTo>
                <a:cubicBezTo>
                  <a:pt x="1362166" y="4195306"/>
                  <a:pt x="1364521" y="4193765"/>
                  <a:pt x="1366539" y="4195306"/>
                </a:cubicBezTo>
                <a:cubicBezTo>
                  <a:pt x="1360148" y="4196846"/>
                  <a:pt x="1358129" y="4200183"/>
                  <a:pt x="1355775" y="4203520"/>
                </a:cubicBezTo>
                <a:cubicBezTo>
                  <a:pt x="1349383" y="4195306"/>
                  <a:pt x="1345346" y="4177339"/>
                  <a:pt x="1328190" y="4180676"/>
                </a:cubicBezTo>
                <a:cubicBezTo>
                  <a:pt x="1330545" y="4196846"/>
                  <a:pt x="1347365" y="4205060"/>
                  <a:pt x="1336936" y="4217893"/>
                </a:cubicBezTo>
                <a:cubicBezTo>
                  <a:pt x="1328190" y="4222770"/>
                  <a:pt x="1326171" y="4211476"/>
                  <a:pt x="1317762" y="4217893"/>
                </a:cubicBezTo>
                <a:cubicBezTo>
                  <a:pt x="1311370" y="4226106"/>
                  <a:pt x="1321798" y="4237400"/>
                  <a:pt x="1309015" y="4245613"/>
                </a:cubicBezTo>
                <a:cubicBezTo>
                  <a:pt x="1304978" y="4240736"/>
                  <a:pt x="1300605" y="4235859"/>
                  <a:pt x="1292195" y="4239196"/>
                </a:cubicBezTo>
                <a:cubicBezTo>
                  <a:pt x="1283785" y="4245613"/>
                  <a:pt x="1298587" y="4253826"/>
                  <a:pt x="1279412" y="4260243"/>
                </a:cubicBezTo>
                <a:cubicBezTo>
                  <a:pt x="1281430" y="4261783"/>
                  <a:pt x="1285804" y="4260243"/>
                  <a:pt x="1287822" y="4263323"/>
                </a:cubicBezTo>
                <a:cubicBezTo>
                  <a:pt x="1271002" y="4271536"/>
                  <a:pt x="1268647" y="4281290"/>
                  <a:pt x="1271002" y="4292583"/>
                </a:cubicBezTo>
                <a:cubicBezTo>
                  <a:pt x="1249808" y="4299000"/>
                  <a:pt x="1258219" y="4308753"/>
                  <a:pt x="1243080" y="4316966"/>
                </a:cubicBezTo>
                <a:cubicBezTo>
                  <a:pt x="1224242" y="4274873"/>
                  <a:pt x="1245435" y="4234319"/>
                  <a:pt x="1221887" y="4190429"/>
                </a:cubicBezTo>
                <a:cubicBezTo>
                  <a:pt x="1234670" y="4179136"/>
                  <a:pt x="1226260" y="4164506"/>
                  <a:pt x="1215495" y="4149875"/>
                </a:cubicBezTo>
                <a:cubicBezTo>
                  <a:pt x="1232652" y="4140123"/>
                  <a:pt x="1230297" y="4119076"/>
                  <a:pt x="1207085" y="4110862"/>
                </a:cubicBezTo>
                <a:cubicBezTo>
                  <a:pt x="1211459" y="4122412"/>
                  <a:pt x="1228279" y="4133706"/>
                  <a:pt x="1217850" y="4143459"/>
                </a:cubicBezTo>
                <a:cubicBezTo>
                  <a:pt x="1209104" y="4125492"/>
                  <a:pt x="1192284" y="4107782"/>
                  <a:pt x="1205067" y="4091612"/>
                </a:cubicBezTo>
                <a:cubicBezTo>
                  <a:pt x="1192284" y="4094692"/>
                  <a:pt x="1190266" y="4081859"/>
                  <a:pt x="1192284" y="4075185"/>
                </a:cubicBezTo>
                <a:cubicBezTo>
                  <a:pt x="1200694" y="4080062"/>
                  <a:pt x="1205067" y="4093152"/>
                  <a:pt x="1215495" y="4093152"/>
                </a:cubicBezTo>
                <a:cubicBezTo>
                  <a:pt x="1213477" y="4078522"/>
                  <a:pt x="1187911" y="4073645"/>
                  <a:pt x="1183874" y="4059016"/>
                </a:cubicBezTo>
                <a:cubicBezTo>
                  <a:pt x="1190266" y="4055936"/>
                  <a:pt x="1194302" y="4057476"/>
                  <a:pt x="1198676" y="4054138"/>
                </a:cubicBezTo>
                <a:cubicBezTo>
                  <a:pt x="1198676" y="4047721"/>
                  <a:pt x="1190266" y="4033092"/>
                  <a:pt x="1205067" y="4037969"/>
                </a:cubicBezTo>
                <a:cubicBezTo>
                  <a:pt x="1202712" y="4036429"/>
                  <a:pt x="1205067" y="4034632"/>
                  <a:pt x="1202712" y="4033092"/>
                </a:cubicBezTo>
                <a:cubicBezTo>
                  <a:pt x="1194302" y="4031552"/>
                  <a:pt x="1187911" y="4023338"/>
                  <a:pt x="1179501" y="4023338"/>
                </a:cubicBezTo>
                <a:cubicBezTo>
                  <a:pt x="1177482" y="4024878"/>
                  <a:pt x="1177482" y="4026675"/>
                  <a:pt x="1177482" y="4029755"/>
                </a:cubicBezTo>
                <a:cubicBezTo>
                  <a:pt x="1181519" y="4034632"/>
                  <a:pt x="1187911" y="4031552"/>
                  <a:pt x="1192284" y="4037969"/>
                </a:cubicBezTo>
                <a:cubicBezTo>
                  <a:pt x="1175128" y="4041305"/>
                  <a:pt x="1198676" y="4047721"/>
                  <a:pt x="1190266" y="4051059"/>
                </a:cubicBezTo>
                <a:cubicBezTo>
                  <a:pt x="1175128" y="4042845"/>
                  <a:pt x="1185892" y="4042845"/>
                  <a:pt x="1177482" y="4033092"/>
                </a:cubicBezTo>
                <a:cubicBezTo>
                  <a:pt x="1168736" y="4031552"/>
                  <a:pt x="1158308" y="4037969"/>
                  <a:pt x="1160326" y="4044385"/>
                </a:cubicBezTo>
                <a:cubicBezTo>
                  <a:pt x="1153935" y="4037969"/>
                  <a:pt x="1147543" y="4029755"/>
                  <a:pt x="1136778" y="4034632"/>
                </a:cubicBezTo>
                <a:cubicBezTo>
                  <a:pt x="1151916" y="4044385"/>
                  <a:pt x="1183874" y="4067228"/>
                  <a:pt x="1158308" y="4073645"/>
                </a:cubicBezTo>
                <a:cubicBezTo>
                  <a:pt x="1160326" y="4078522"/>
                  <a:pt x="1162344" y="4083399"/>
                  <a:pt x="1162344" y="4089815"/>
                </a:cubicBezTo>
                <a:cubicBezTo>
                  <a:pt x="1166718" y="4088275"/>
                  <a:pt x="1171091" y="4088275"/>
                  <a:pt x="1175128" y="4088275"/>
                </a:cubicBezTo>
                <a:cubicBezTo>
                  <a:pt x="1168736" y="4093152"/>
                  <a:pt x="1164699" y="4096233"/>
                  <a:pt x="1166718" y="4101109"/>
                </a:cubicBezTo>
                <a:cubicBezTo>
                  <a:pt x="1187911" y="4151415"/>
                  <a:pt x="1179501" y="4206599"/>
                  <a:pt x="1175128" y="4247153"/>
                </a:cubicBezTo>
                <a:cubicBezTo>
                  <a:pt x="1158308" y="4232523"/>
                  <a:pt x="1158308" y="4227646"/>
                  <a:pt x="1147543" y="4216353"/>
                </a:cubicBezTo>
                <a:cubicBezTo>
                  <a:pt x="1145525" y="4227646"/>
                  <a:pt x="1145525" y="4239196"/>
                  <a:pt x="1145525" y="4250490"/>
                </a:cubicBezTo>
                <a:cubicBezTo>
                  <a:pt x="1141151" y="4253826"/>
                  <a:pt x="1124331" y="4256906"/>
                  <a:pt x="1128367" y="4260243"/>
                </a:cubicBezTo>
                <a:cubicBezTo>
                  <a:pt x="1147543" y="4265120"/>
                  <a:pt x="1117939" y="4277953"/>
                  <a:pt x="1134759" y="4287707"/>
                </a:cubicBezTo>
                <a:cubicBezTo>
                  <a:pt x="1121976" y="4291043"/>
                  <a:pt x="1130722" y="4295919"/>
                  <a:pt x="1124331" y="4303876"/>
                </a:cubicBezTo>
                <a:cubicBezTo>
                  <a:pt x="1117939" y="4299000"/>
                  <a:pt x="1124331" y="4294123"/>
                  <a:pt x="1117939" y="4289247"/>
                </a:cubicBezTo>
                <a:cubicBezTo>
                  <a:pt x="1109193" y="4292583"/>
                  <a:pt x="1100783" y="4291043"/>
                  <a:pt x="1098764" y="4297459"/>
                </a:cubicBezTo>
                <a:cubicBezTo>
                  <a:pt x="1077235" y="4277953"/>
                  <a:pt x="1066806" y="4255366"/>
                  <a:pt x="1052005" y="4230983"/>
                </a:cubicBezTo>
                <a:cubicBezTo>
                  <a:pt x="1043258" y="4214812"/>
                  <a:pt x="1022065" y="4180676"/>
                  <a:pt x="1028457" y="4162966"/>
                </a:cubicBezTo>
                <a:cubicBezTo>
                  <a:pt x="1002890" y="4140123"/>
                  <a:pt x="1005245" y="4104445"/>
                  <a:pt x="1005245" y="4078522"/>
                </a:cubicBezTo>
                <a:cubicBezTo>
                  <a:pt x="988088" y="4057476"/>
                  <a:pt x="990107" y="4033092"/>
                  <a:pt x="988088" y="4008709"/>
                </a:cubicBezTo>
                <a:cubicBezTo>
                  <a:pt x="992461" y="4010505"/>
                  <a:pt x="994480" y="4010505"/>
                  <a:pt x="998853" y="4008709"/>
                </a:cubicBezTo>
                <a:cubicBezTo>
                  <a:pt x="992461" y="4000752"/>
                  <a:pt x="1000871" y="3982785"/>
                  <a:pt x="983715" y="3984325"/>
                </a:cubicBezTo>
                <a:cubicBezTo>
                  <a:pt x="983715" y="3984325"/>
                  <a:pt x="983715" y="3984325"/>
                  <a:pt x="1000871" y="3976368"/>
                </a:cubicBezTo>
                <a:cubicBezTo>
                  <a:pt x="994480" y="3947108"/>
                  <a:pt x="981697" y="3917848"/>
                  <a:pt x="949739" y="3891925"/>
                </a:cubicBezTo>
                <a:cubicBezTo>
                  <a:pt x="958485" y="3882171"/>
                  <a:pt x="956130" y="3870878"/>
                  <a:pt x="939310" y="3866001"/>
                </a:cubicBezTo>
                <a:cubicBezTo>
                  <a:pt x="971268" y="3840077"/>
                  <a:pt x="981697" y="3802861"/>
                  <a:pt x="971268" y="3778477"/>
                </a:cubicBezTo>
                <a:cubicBezTo>
                  <a:pt x="964877" y="3781814"/>
                  <a:pt x="975305" y="3786691"/>
                  <a:pt x="966895" y="3788231"/>
                </a:cubicBezTo>
                <a:cubicBezTo>
                  <a:pt x="956130" y="3783354"/>
                  <a:pt x="958485" y="3780018"/>
                  <a:pt x="945702" y="3775140"/>
                </a:cubicBezTo>
                <a:cubicBezTo>
                  <a:pt x="945702" y="3770264"/>
                  <a:pt x="954112" y="3765388"/>
                  <a:pt x="943684" y="3758971"/>
                </a:cubicBezTo>
                <a:cubicBezTo>
                  <a:pt x="954112" y="3754094"/>
                  <a:pt x="960504" y="3749217"/>
                  <a:pt x="958485" y="3742800"/>
                </a:cubicBezTo>
                <a:cubicBezTo>
                  <a:pt x="949739" y="3744341"/>
                  <a:pt x="943684" y="3737924"/>
                  <a:pt x="937292" y="3733047"/>
                </a:cubicBezTo>
                <a:cubicBezTo>
                  <a:pt x="971268" y="3698910"/>
                  <a:pt x="979678" y="3663234"/>
                  <a:pt x="962522" y="3622680"/>
                </a:cubicBezTo>
                <a:cubicBezTo>
                  <a:pt x="983715" y="3616263"/>
                  <a:pt x="958485" y="3601634"/>
                  <a:pt x="962522" y="3593677"/>
                </a:cubicBezTo>
                <a:cubicBezTo>
                  <a:pt x="932919" y="3591880"/>
                  <a:pt x="960504" y="3556203"/>
                  <a:pt x="924172" y="3564416"/>
                </a:cubicBezTo>
                <a:cubicBezTo>
                  <a:pt x="975305" y="3523863"/>
                  <a:pt x="930900" y="3457386"/>
                  <a:pt x="952094" y="3423249"/>
                </a:cubicBezTo>
                <a:cubicBezTo>
                  <a:pt x="939310" y="3410416"/>
                  <a:pt x="937292" y="3384492"/>
                  <a:pt x="945702" y="3368065"/>
                </a:cubicBezTo>
                <a:cubicBezTo>
                  <a:pt x="930900" y="3337265"/>
                  <a:pt x="941329" y="3309802"/>
                  <a:pt x="949739" y="3282082"/>
                </a:cubicBezTo>
                <a:cubicBezTo>
                  <a:pt x="941329" y="3256158"/>
                  <a:pt x="945702" y="3243325"/>
                  <a:pt x="937292" y="3220482"/>
                </a:cubicBezTo>
                <a:cubicBezTo>
                  <a:pt x="943684" y="3215605"/>
                  <a:pt x="956130" y="3220482"/>
                  <a:pt x="954112" y="3214065"/>
                </a:cubicBezTo>
                <a:cubicBezTo>
                  <a:pt x="932919" y="3209188"/>
                  <a:pt x="941329" y="3186345"/>
                  <a:pt x="943684" y="3173511"/>
                </a:cubicBezTo>
                <a:cubicBezTo>
                  <a:pt x="945702" y="3176848"/>
                  <a:pt x="947720" y="3183265"/>
                  <a:pt x="952094" y="3181468"/>
                </a:cubicBezTo>
                <a:cubicBezTo>
                  <a:pt x="939310" y="3158881"/>
                  <a:pt x="943684" y="3123205"/>
                  <a:pt x="964877" y="3103698"/>
                </a:cubicBezTo>
                <a:cubicBezTo>
                  <a:pt x="964877" y="3110114"/>
                  <a:pt x="979678" y="3142712"/>
                  <a:pt x="954112" y="3137835"/>
                </a:cubicBezTo>
                <a:cubicBezTo>
                  <a:pt x="954112" y="3149128"/>
                  <a:pt x="964877" y="3162218"/>
                  <a:pt x="966895" y="3173511"/>
                </a:cubicBezTo>
                <a:cubicBezTo>
                  <a:pt x="973287" y="3171971"/>
                  <a:pt x="973287" y="3167095"/>
                  <a:pt x="979678" y="3165298"/>
                </a:cubicBezTo>
                <a:cubicBezTo>
                  <a:pt x="986070" y="3173511"/>
                  <a:pt x="968913" y="3186345"/>
                  <a:pt x="983715" y="3189681"/>
                </a:cubicBezTo>
                <a:cubicBezTo>
                  <a:pt x="983715" y="3178388"/>
                  <a:pt x="996498" y="3158881"/>
                  <a:pt x="975305" y="3149128"/>
                </a:cubicBezTo>
                <a:cubicBezTo>
                  <a:pt x="994480" y="3137835"/>
                  <a:pt x="995573" y="3121216"/>
                  <a:pt x="995867" y="3103762"/>
                </a:cubicBezTo>
                <a:lnTo>
                  <a:pt x="997348" y="3084366"/>
                </a:lnTo>
                <a:lnTo>
                  <a:pt x="996973" y="3084020"/>
                </a:lnTo>
                <a:lnTo>
                  <a:pt x="997480" y="3082633"/>
                </a:lnTo>
                <a:lnTo>
                  <a:pt x="997870" y="3077517"/>
                </a:lnTo>
                <a:lnTo>
                  <a:pt x="1009358" y="3057385"/>
                </a:lnTo>
                <a:lnTo>
                  <a:pt x="978077" y="3051604"/>
                </a:lnTo>
                <a:lnTo>
                  <a:pt x="979038" y="3058773"/>
                </a:lnTo>
                <a:lnTo>
                  <a:pt x="977341" y="3065256"/>
                </a:lnTo>
                <a:lnTo>
                  <a:pt x="987708" y="3064683"/>
                </a:lnTo>
                <a:cubicBezTo>
                  <a:pt x="981326" y="3077310"/>
                  <a:pt x="992074" y="3082109"/>
                  <a:pt x="992074" y="3091705"/>
                </a:cubicBezTo>
                <a:cubicBezTo>
                  <a:pt x="986700" y="3088548"/>
                  <a:pt x="980318" y="3088548"/>
                  <a:pt x="973433" y="3089148"/>
                </a:cubicBezTo>
                <a:lnTo>
                  <a:pt x="968682" y="3089377"/>
                </a:lnTo>
                <a:lnTo>
                  <a:pt x="966279" y="3099630"/>
                </a:lnTo>
                <a:lnTo>
                  <a:pt x="962267" y="3089685"/>
                </a:lnTo>
                <a:lnTo>
                  <a:pt x="951769" y="3090190"/>
                </a:lnTo>
                <a:cubicBezTo>
                  <a:pt x="949418" y="3079078"/>
                  <a:pt x="939007" y="3072512"/>
                  <a:pt x="939007" y="3061400"/>
                </a:cubicBezTo>
                <a:cubicBezTo>
                  <a:pt x="951769" y="3064683"/>
                  <a:pt x="966547" y="3067713"/>
                  <a:pt x="964533" y="3079078"/>
                </a:cubicBezTo>
                <a:cubicBezTo>
                  <a:pt x="970326" y="3078636"/>
                  <a:pt x="973076" y="3077310"/>
                  <a:pt x="974342" y="3075621"/>
                </a:cubicBezTo>
                <a:lnTo>
                  <a:pt x="975043" y="3071212"/>
                </a:lnTo>
                <a:lnTo>
                  <a:pt x="965081" y="3076990"/>
                </a:lnTo>
                <a:cubicBezTo>
                  <a:pt x="977784" y="3064274"/>
                  <a:pt x="962742" y="3044945"/>
                  <a:pt x="975444" y="3031974"/>
                </a:cubicBezTo>
                <a:lnTo>
                  <a:pt x="977765" y="3049280"/>
                </a:lnTo>
                <a:lnTo>
                  <a:pt x="980186" y="3035913"/>
                </a:lnTo>
                <a:cubicBezTo>
                  <a:pt x="981490" y="3030876"/>
                  <a:pt x="983593" y="3026449"/>
                  <a:pt x="987799" y="3024011"/>
                </a:cubicBezTo>
                <a:cubicBezTo>
                  <a:pt x="987799" y="3022214"/>
                  <a:pt x="983424" y="3020674"/>
                  <a:pt x="985780" y="3017337"/>
                </a:cubicBezTo>
                <a:cubicBezTo>
                  <a:pt x="981406" y="3017337"/>
                  <a:pt x="981406" y="3020674"/>
                  <a:pt x="979387" y="3024011"/>
                </a:cubicBezTo>
                <a:cubicBezTo>
                  <a:pt x="966602" y="3019134"/>
                  <a:pt x="987799" y="3012461"/>
                  <a:pt x="992173" y="3009380"/>
                </a:cubicBezTo>
                <a:cubicBezTo>
                  <a:pt x="966602" y="3004504"/>
                  <a:pt x="949443" y="2996291"/>
                  <a:pt x="923872" y="3004504"/>
                </a:cubicBezTo>
                <a:cubicBezTo>
                  <a:pt x="923872" y="3015797"/>
                  <a:pt x="930600" y="3024011"/>
                  <a:pt x="921852" y="3031967"/>
                </a:cubicBezTo>
                <a:cubicBezTo>
                  <a:pt x="877440" y="3027091"/>
                  <a:pt x="847495" y="3004504"/>
                  <a:pt x="802746" y="2991414"/>
                </a:cubicBezTo>
                <a:cubicBezTo>
                  <a:pt x="796353" y="2994751"/>
                  <a:pt x="800727" y="3014257"/>
                  <a:pt x="807120" y="3020674"/>
                </a:cubicBezTo>
                <a:cubicBezTo>
                  <a:pt x="798708" y="3030427"/>
                  <a:pt x="777511" y="3030427"/>
                  <a:pt x="771119" y="3041720"/>
                </a:cubicBezTo>
                <a:cubicBezTo>
                  <a:pt x="747566" y="3040180"/>
                  <a:pt x="751940" y="3038383"/>
                  <a:pt x="732763" y="3040180"/>
                </a:cubicBezTo>
                <a:cubicBezTo>
                  <a:pt x="719977" y="3025551"/>
                  <a:pt x="696424" y="3015797"/>
                  <a:pt x="688013" y="2999628"/>
                </a:cubicBezTo>
                <a:cubicBezTo>
                  <a:pt x="690032" y="2992955"/>
                  <a:pt x="702818" y="2994751"/>
                  <a:pt x="705172" y="2988334"/>
                </a:cubicBezTo>
                <a:cubicBezTo>
                  <a:pt x="696424" y="2980121"/>
                  <a:pt x="692387" y="2960615"/>
                  <a:pt x="705172" y="2950862"/>
                </a:cubicBezTo>
                <a:cubicBezTo>
                  <a:pt x="683639" y="2955738"/>
                  <a:pt x="679601" y="2934692"/>
                  <a:pt x="690032" y="2924939"/>
                </a:cubicBezTo>
                <a:cubicBezTo>
                  <a:pt x="666816" y="2936232"/>
                  <a:pt x="639226" y="2926479"/>
                  <a:pt x="630815" y="2950862"/>
                </a:cubicBezTo>
                <a:cubicBezTo>
                  <a:pt x="647638" y="2942905"/>
                  <a:pt x="645620" y="2950862"/>
                  <a:pt x="628460" y="2954198"/>
                </a:cubicBezTo>
                <a:cubicBezTo>
                  <a:pt x="630815" y="2959075"/>
                  <a:pt x="634853" y="2954198"/>
                  <a:pt x="643264" y="2955738"/>
                </a:cubicBezTo>
                <a:cubicBezTo>
                  <a:pt x="643264" y="2960615"/>
                  <a:pt x="636871" y="2960615"/>
                  <a:pt x="636871" y="2963952"/>
                </a:cubicBezTo>
                <a:cubicBezTo>
                  <a:pt x="643264" y="2971908"/>
                  <a:pt x="658405" y="2976784"/>
                  <a:pt x="671191" y="2981661"/>
                </a:cubicBezTo>
                <a:cubicBezTo>
                  <a:pt x="662442" y="2986538"/>
                  <a:pt x="656050" y="2994751"/>
                  <a:pt x="656050" y="3006044"/>
                </a:cubicBezTo>
                <a:cubicBezTo>
                  <a:pt x="630815" y="3004504"/>
                  <a:pt x="641245" y="2981661"/>
                  <a:pt x="615675" y="2988334"/>
                </a:cubicBezTo>
                <a:cubicBezTo>
                  <a:pt x="615675" y="2980121"/>
                  <a:pt x="620049" y="2968828"/>
                  <a:pt x="605244" y="2968828"/>
                </a:cubicBezTo>
                <a:cubicBezTo>
                  <a:pt x="615675" y="2967032"/>
                  <a:pt x="609282" y="2950862"/>
                  <a:pt x="620049" y="2950862"/>
                </a:cubicBezTo>
                <a:cubicBezTo>
                  <a:pt x="611637" y="2947782"/>
                  <a:pt x="602889" y="2942905"/>
                  <a:pt x="592458" y="2939569"/>
                </a:cubicBezTo>
                <a:cubicBezTo>
                  <a:pt x="596496" y="2933152"/>
                  <a:pt x="618029" y="2939569"/>
                  <a:pt x="628460" y="2939569"/>
                </a:cubicBezTo>
                <a:cubicBezTo>
                  <a:pt x="634853" y="2936232"/>
                  <a:pt x="636871" y="2928275"/>
                  <a:pt x="645620" y="2928275"/>
                </a:cubicBezTo>
                <a:cubicBezTo>
                  <a:pt x="639226" y="2900556"/>
                  <a:pt x="592458" y="2905433"/>
                  <a:pt x="579673" y="2877970"/>
                </a:cubicBezTo>
                <a:cubicBezTo>
                  <a:pt x="566887" y="2879510"/>
                  <a:pt x="575299" y="2895679"/>
                  <a:pt x="564869" y="2895679"/>
                </a:cubicBezTo>
                <a:cubicBezTo>
                  <a:pt x="564869" y="2900556"/>
                  <a:pt x="573281" y="2897476"/>
                  <a:pt x="575299" y="2894139"/>
                </a:cubicBezTo>
                <a:cubicBezTo>
                  <a:pt x="590104" y="2894139"/>
                  <a:pt x="560495" y="2902353"/>
                  <a:pt x="577318" y="2903893"/>
                </a:cubicBezTo>
                <a:cubicBezTo>
                  <a:pt x="575299" y="2910309"/>
                  <a:pt x="558477" y="2905433"/>
                  <a:pt x="556121" y="2912106"/>
                </a:cubicBezTo>
                <a:cubicBezTo>
                  <a:pt x="549728" y="2899016"/>
                  <a:pt x="534924" y="2903893"/>
                  <a:pt x="509353" y="2899016"/>
                </a:cubicBezTo>
                <a:cubicBezTo>
                  <a:pt x="511709" y="2886183"/>
                  <a:pt x="502960" y="2879510"/>
                  <a:pt x="479744" y="2881306"/>
                </a:cubicBezTo>
                <a:cubicBezTo>
                  <a:pt x="479744" y="2866676"/>
                  <a:pt x="454173" y="2864880"/>
                  <a:pt x="462585" y="2847170"/>
                </a:cubicBezTo>
                <a:cubicBezTo>
                  <a:pt x="462585" y="2847170"/>
                  <a:pt x="462585" y="2847170"/>
                  <a:pt x="437014" y="2845630"/>
                </a:cubicBezTo>
                <a:cubicBezTo>
                  <a:pt x="434996" y="2837417"/>
                  <a:pt x="430622" y="2827664"/>
                  <a:pt x="437014" y="2813034"/>
                </a:cubicBezTo>
                <a:cubicBezTo>
                  <a:pt x="443407" y="2809697"/>
                  <a:pt x="454173" y="2811494"/>
                  <a:pt x="466959" y="2813034"/>
                </a:cubicBezTo>
                <a:cubicBezTo>
                  <a:pt x="462585" y="2819451"/>
                  <a:pt x="464941" y="2824327"/>
                  <a:pt x="466959" y="2829203"/>
                </a:cubicBezTo>
                <a:cubicBezTo>
                  <a:pt x="475371" y="2829203"/>
                  <a:pt x="486138" y="2816371"/>
                  <a:pt x="481764" y="2829203"/>
                </a:cubicBezTo>
                <a:cubicBezTo>
                  <a:pt x="490175" y="2827664"/>
                  <a:pt x="494549" y="2822787"/>
                  <a:pt x="496568" y="2814574"/>
                </a:cubicBezTo>
                <a:cubicBezTo>
                  <a:pt x="494549" y="2809697"/>
                  <a:pt x="490175" y="2816371"/>
                  <a:pt x="481764" y="2813034"/>
                </a:cubicBezTo>
                <a:cubicBezTo>
                  <a:pt x="507335" y="2801741"/>
                  <a:pt x="456193" y="2798404"/>
                  <a:pt x="477726" y="2787111"/>
                </a:cubicBezTo>
                <a:cubicBezTo>
                  <a:pt x="466959" y="2788780"/>
                  <a:pt x="461071" y="2788395"/>
                  <a:pt x="457622" y="2785956"/>
                </a:cubicBezTo>
                <a:lnTo>
                  <a:pt x="455781" y="2781417"/>
                </a:lnTo>
                <a:lnTo>
                  <a:pt x="444845" y="2783400"/>
                </a:lnTo>
                <a:lnTo>
                  <a:pt x="443996" y="2789550"/>
                </a:lnTo>
                <a:cubicBezTo>
                  <a:pt x="443996" y="2795645"/>
                  <a:pt x="444585" y="2801741"/>
                  <a:pt x="439370" y="2806617"/>
                </a:cubicBezTo>
                <a:cubicBezTo>
                  <a:pt x="431883" y="2802960"/>
                  <a:pt x="429339" y="2796977"/>
                  <a:pt x="429034" y="2789954"/>
                </a:cubicBezTo>
                <a:lnTo>
                  <a:pt x="429546" y="2786174"/>
                </a:lnTo>
                <a:lnTo>
                  <a:pt x="414334" y="2788932"/>
                </a:lnTo>
                <a:cubicBezTo>
                  <a:pt x="407941" y="2795604"/>
                  <a:pt x="425099" y="2790729"/>
                  <a:pt x="418707" y="2797144"/>
                </a:cubicBezTo>
                <a:cubicBezTo>
                  <a:pt x="393138" y="2806895"/>
                  <a:pt x="382372" y="2813310"/>
                  <a:pt x="350410" y="2808435"/>
                </a:cubicBezTo>
                <a:cubicBezTo>
                  <a:pt x="331234" y="2821522"/>
                  <a:pt x="322823" y="2841025"/>
                  <a:pt x="297254" y="2847440"/>
                </a:cubicBezTo>
                <a:cubicBezTo>
                  <a:pt x="303646" y="2824602"/>
                  <a:pt x="320804" y="2803559"/>
                  <a:pt x="333589" y="2787392"/>
                </a:cubicBezTo>
                <a:cubicBezTo>
                  <a:pt x="337626" y="2782517"/>
                  <a:pt x="327197" y="2782517"/>
                  <a:pt x="327197" y="2779181"/>
                </a:cubicBezTo>
                <a:cubicBezTo>
                  <a:pt x="312394" y="2779181"/>
                  <a:pt x="310039" y="2779181"/>
                  <a:pt x="308020" y="2772766"/>
                </a:cubicBezTo>
                <a:cubicBezTo>
                  <a:pt x="293217" y="2771226"/>
                  <a:pt x="290862" y="2785853"/>
                  <a:pt x="276059" y="2777641"/>
                </a:cubicBezTo>
                <a:cubicBezTo>
                  <a:pt x="278077" y="2785853"/>
                  <a:pt x="269666" y="2787392"/>
                  <a:pt x="263275" y="2790729"/>
                </a:cubicBezTo>
                <a:cubicBezTo>
                  <a:pt x="261255" y="2797144"/>
                  <a:pt x="269666" y="2802020"/>
                  <a:pt x="269666" y="2808435"/>
                </a:cubicBezTo>
                <a:cubicBezTo>
                  <a:pt x="261255" y="2809975"/>
                  <a:pt x="259237" y="2806895"/>
                  <a:pt x="254864" y="2806895"/>
                </a:cubicBezTo>
                <a:cubicBezTo>
                  <a:pt x="229295" y="2823062"/>
                  <a:pt x="201707" y="2837689"/>
                  <a:pt x="167727" y="2848980"/>
                </a:cubicBezTo>
                <a:cubicBezTo>
                  <a:pt x="167727" y="2853855"/>
                  <a:pt x="167727" y="2860271"/>
                  <a:pt x="161335" y="2862067"/>
                </a:cubicBezTo>
                <a:cubicBezTo>
                  <a:pt x="131392" y="2842564"/>
                  <a:pt x="203726" y="2829477"/>
                  <a:pt x="208099" y="2805099"/>
                </a:cubicBezTo>
                <a:cubicBezTo>
                  <a:pt x="197333" y="2798683"/>
                  <a:pt x="186904" y="2805099"/>
                  <a:pt x="180511" y="2798683"/>
                </a:cubicBezTo>
                <a:cubicBezTo>
                  <a:pt x="182530" y="2795604"/>
                  <a:pt x="206080" y="2788932"/>
                  <a:pt x="182530" y="2787392"/>
                </a:cubicBezTo>
                <a:cubicBezTo>
                  <a:pt x="184549" y="2780977"/>
                  <a:pt x="197333" y="2782517"/>
                  <a:pt x="199688" y="2776102"/>
                </a:cubicBezTo>
                <a:cubicBezTo>
                  <a:pt x="210118" y="2777641"/>
                  <a:pt x="195315" y="2782517"/>
                  <a:pt x="197333" y="2785853"/>
                </a:cubicBezTo>
                <a:cubicBezTo>
                  <a:pt x="214491" y="2785853"/>
                  <a:pt x="212137" y="2774562"/>
                  <a:pt x="212137" y="2767890"/>
                </a:cubicBezTo>
                <a:cubicBezTo>
                  <a:pt x="235686" y="2763015"/>
                  <a:pt x="252844" y="2766351"/>
                  <a:pt x="276059" y="2759935"/>
                </a:cubicBezTo>
                <a:cubicBezTo>
                  <a:pt x="282451" y="2763015"/>
                  <a:pt x="282451" y="2767890"/>
                  <a:pt x="288843" y="2769686"/>
                </a:cubicBezTo>
                <a:cubicBezTo>
                  <a:pt x="301628" y="2763015"/>
                  <a:pt x="293217" y="2750184"/>
                  <a:pt x="280433" y="2748387"/>
                </a:cubicBezTo>
                <a:cubicBezTo>
                  <a:pt x="295235" y="2741972"/>
                  <a:pt x="299609" y="2724266"/>
                  <a:pt x="318786" y="2720930"/>
                </a:cubicBezTo>
                <a:cubicBezTo>
                  <a:pt x="346374" y="2720930"/>
                  <a:pt x="354784" y="2729141"/>
                  <a:pt x="371606" y="2732221"/>
                </a:cubicBezTo>
                <a:cubicBezTo>
                  <a:pt x="386746" y="2729141"/>
                  <a:pt x="393138" y="2719390"/>
                  <a:pt x="399530" y="2709639"/>
                </a:cubicBezTo>
                <a:cubicBezTo>
                  <a:pt x="410128" y="2710024"/>
                  <a:pt x="418202" y="2707474"/>
                  <a:pt x="425052" y="2703356"/>
                </a:cubicBezTo>
                <a:lnTo>
                  <a:pt x="437752" y="2692392"/>
                </a:lnTo>
                <a:lnTo>
                  <a:pt x="428182" y="2669560"/>
                </a:lnTo>
                <a:cubicBezTo>
                  <a:pt x="423135" y="2639627"/>
                  <a:pt x="435500" y="2601031"/>
                  <a:pt x="456193" y="2563302"/>
                </a:cubicBezTo>
                <a:cubicBezTo>
                  <a:pt x="445762" y="2561762"/>
                  <a:pt x="454173" y="2579471"/>
                  <a:pt x="439370" y="2571515"/>
                </a:cubicBezTo>
                <a:cubicBezTo>
                  <a:pt x="445762" y="2550212"/>
                  <a:pt x="445762" y="2534042"/>
                  <a:pt x="445762" y="2506579"/>
                </a:cubicBezTo>
                <a:cubicBezTo>
                  <a:pt x="449800" y="2509659"/>
                  <a:pt x="456193" y="2512995"/>
                  <a:pt x="466959" y="2512995"/>
                </a:cubicBezTo>
                <a:cubicBezTo>
                  <a:pt x="466959" y="2512995"/>
                  <a:pt x="466959" y="2512995"/>
                  <a:pt x="468978" y="2506579"/>
                </a:cubicBezTo>
                <a:cubicBezTo>
                  <a:pt x="468978" y="2495286"/>
                  <a:pt x="458547" y="2508119"/>
                  <a:pt x="449800" y="2503243"/>
                </a:cubicBezTo>
                <a:cubicBezTo>
                  <a:pt x="454173" y="2493489"/>
                  <a:pt x="471333" y="2499906"/>
                  <a:pt x="479744" y="2493489"/>
                </a:cubicBezTo>
                <a:cubicBezTo>
                  <a:pt x="479240" y="2490281"/>
                  <a:pt x="477663" y="2488581"/>
                  <a:pt x="475513" y="2487630"/>
                </a:cubicBezTo>
                <a:lnTo>
                  <a:pt x="470604" y="2486760"/>
                </a:lnTo>
                <a:lnTo>
                  <a:pt x="454705" y="2493827"/>
                </a:lnTo>
                <a:cubicBezTo>
                  <a:pt x="363195" y="2502039"/>
                  <a:pt x="320804" y="2511791"/>
                  <a:pt x="238042" y="2513330"/>
                </a:cubicBezTo>
                <a:cubicBezTo>
                  <a:pt x="231650" y="2513330"/>
                  <a:pt x="233668" y="2519745"/>
                  <a:pt x="229295" y="2521542"/>
                </a:cubicBezTo>
                <a:cubicBezTo>
                  <a:pt x="222902" y="2516666"/>
                  <a:pt x="208099" y="2516666"/>
                  <a:pt x="210118" y="2509994"/>
                </a:cubicBezTo>
                <a:cubicBezTo>
                  <a:pt x="203726" y="2509994"/>
                  <a:pt x="206080" y="2516666"/>
                  <a:pt x="199688" y="2516666"/>
                </a:cubicBezTo>
                <a:cubicBezTo>
                  <a:pt x="184549" y="2503578"/>
                  <a:pt x="163353" y="2505118"/>
                  <a:pt x="133747" y="2505118"/>
                </a:cubicBezTo>
                <a:cubicBezTo>
                  <a:pt x="131392" y="2502039"/>
                  <a:pt x="131392" y="2498703"/>
                  <a:pt x="131392" y="2495624"/>
                </a:cubicBezTo>
                <a:cubicBezTo>
                  <a:pt x="97413" y="2503578"/>
                  <a:pt x="89002" y="2480997"/>
                  <a:pt x="55022" y="2485872"/>
                </a:cubicBezTo>
                <a:cubicBezTo>
                  <a:pt x="69825" y="2435576"/>
                  <a:pt x="-8901" y="2406322"/>
                  <a:pt x="8258" y="2354487"/>
                </a:cubicBezTo>
                <a:cubicBezTo>
                  <a:pt x="27434" y="2356026"/>
                  <a:pt x="35845" y="2346275"/>
                  <a:pt x="46611" y="2341399"/>
                </a:cubicBezTo>
                <a:cubicBezTo>
                  <a:pt x="67806" y="2369114"/>
                  <a:pt x="76217" y="2402987"/>
                  <a:pt x="99767" y="2428904"/>
                </a:cubicBezTo>
                <a:cubicBezTo>
                  <a:pt x="110197" y="2432240"/>
                  <a:pt x="116589" y="2427365"/>
                  <a:pt x="120962" y="2424285"/>
                </a:cubicBezTo>
                <a:cubicBezTo>
                  <a:pt x="122982" y="2419409"/>
                  <a:pt x="103805" y="2424285"/>
                  <a:pt x="112552" y="2416074"/>
                </a:cubicBezTo>
                <a:cubicBezTo>
                  <a:pt x="152924" y="2422489"/>
                  <a:pt x="131392" y="2380404"/>
                  <a:pt x="135766" y="2362442"/>
                </a:cubicBezTo>
                <a:cubicBezTo>
                  <a:pt x="140140" y="2357566"/>
                  <a:pt x="150569" y="2357566"/>
                  <a:pt x="154942" y="2352947"/>
                </a:cubicBezTo>
                <a:cubicBezTo>
                  <a:pt x="146531" y="2338320"/>
                  <a:pt x="150569" y="2315482"/>
                  <a:pt x="163353" y="2305730"/>
                </a:cubicBezTo>
                <a:cubicBezTo>
                  <a:pt x="159316" y="2292899"/>
                  <a:pt x="156962" y="2278272"/>
                  <a:pt x="159316" y="2263646"/>
                </a:cubicBezTo>
                <a:cubicBezTo>
                  <a:pt x="161335" y="2250558"/>
                  <a:pt x="165709" y="2237727"/>
                  <a:pt x="180511" y="2229516"/>
                </a:cubicBezTo>
                <a:cubicBezTo>
                  <a:pt x="159316" y="2257230"/>
                  <a:pt x="161335" y="2291104"/>
                  <a:pt x="178493" y="2313942"/>
                </a:cubicBezTo>
                <a:cubicBezTo>
                  <a:pt x="199688" y="2309066"/>
                  <a:pt x="182530" y="2294439"/>
                  <a:pt x="184549" y="2284688"/>
                </a:cubicBezTo>
                <a:cubicBezTo>
                  <a:pt x="195315" y="2289564"/>
                  <a:pt x="197333" y="2297775"/>
                  <a:pt x="197333" y="2300855"/>
                </a:cubicBezTo>
                <a:cubicBezTo>
                  <a:pt x="225257" y="2295979"/>
                  <a:pt x="199688" y="2281608"/>
                  <a:pt x="197333" y="2271857"/>
                </a:cubicBezTo>
                <a:cubicBezTo>
                  <a:pt x="227276" y="2262106"/>
                  <a:pt x="227276" y="2232852"/>
                  <a:pt x="220884" y="2219765"/>
                </a:cubicBezTo>
                <a:cubicBezTo>
                  <a:pt x="212137" y="2223100"/>
                  <a:pt x="208099" y="2226437"/>
                  <a:pt x="199688" y="2227976"/>
                </a:cubicBezTo>
                <a:cubicBezTo>
                  <a:pt x="195315" y="2223100"/>
                  <a:pt x="193296" y="2219765"/>
                  <a:pt x="188922" y="2214889"/>
                </a:cubicBezTo>
                <a:cubicBezTo>
                  <a:pt x="180511" y="2216686"/>
                  <a:pt x="174119" y="2219765"/>
                  <a:pt x="172100" y="2227976"/>
                </a:cubicBezTo>
                <a:cubicBezTo>
                  <a:pt x="156962" y="2218225"/>
                  <a:pt x="144177" y="2232852"/>
                  <a:pt x="133747" y="2240807"/>
                </a:cubicBezTo>
                <a:cubicBezTo>
                  <a:pt x="118944" y="2236188"/>
                  <a:pt x="146531" y="2221561"/>
                  <a:pt x="150569" y="2227976"/>
                </a:cubicBezTo>
                <a:cubicBezTo>
                  <a:pt x="152924" y="2223100"/>
                  <a:pt x="150569" y="2218225"/>
                  <a:pt x="148551" y="2223100"/>
                </a:cubicBezTo>
                <a:cubicBezTo>
                  <a:pt x="144177" y="2221561"/>
                  <a:pt x="146531" y="2214889"/>
                  <a:pt x="150569" y="2214889"/>
                </a:cubicBezTo>
                <a:cubicBezTo>
                  <a:pt x="144177" y="2211810"/>
                  <a:pt x="135766" y="2205394"/>
                  <a:pt x="114571" y="2206934"/>
                </a:cubicBezTo>
                <a:cubicBezTo>
                  <a:pt x="127355" y="2190768"/>
                  <a:pt x="95394" y="2182556"/>
                  <a:pt x="99767" y="2165106"/>
                </a:cubicBezTo>
                <a:cubicBezTo>
                  <a:pt x="91020" y="2158434"/>
                  <a:pt x="82609" y="2171522"/>
                  <a:pt x="82609" y="2165106"/>
                </a:cubicBezTo>
                <a:cubicBezTo>
                  <a:pt x="82609" y="2160230"/>
                  <a:pt x="86983" y="2160230"/>
                  <a:pt x="91020" y="2160230"/>
                </a:cubicBezTo>
                <a:cubicBezTo>
                  <a:pt x="93375" y="2142268"/>
                  <a:pt x="99767" y="2134056"/>
                  <a:pt x="101786" y="2116350"/>
                </a:cubicBezTo>
                <a:cubicBezTo>
                  <a:pt x="93375" y="2105059"/>
                  <a:pt x="76217" y="2095307"/>
                  <a:pt x="91020" y="2072469"/>
                </a:cubicBezTo>
                <a:cubicBezTo>
                  <a:pt x="69825" y="2069390"/>
                  <a:pt x="65787" y="2075805"/>
                  <a:pt x="46611" y="2067593"/>
                </a:cubicBezTo>
                <a:cubicBezTo>
                  <a:pt x="42238" y="2046551"/>
                  <a:pt x="63433" y="2025509"/>
                  <a:pt x="84964" y="2001131"/>
                </a:cubicBezTo>
                <a:cubicBezTo>
                  <a:pt x="103805" y="1977009"/>
                  <a:pt x="116589" y="1955710"/>
                  <a:pt x="91020" y="1938004"/>
                </a:cubicBezTo>
                <a:cubicBezTo>
                  <a:pt x="106160" y="1929792"/>
                  <a:pt x="114571" y="1933128"/>
                  <a:pt x="122982" y="1942879"/>
                </a:cubicBezTo>
                <a:cubicBezTo>
                  <a:pt x="169746" y="1903874"/>
                  <a:pt x="220884" y="1842287"/>
                  <a:pt x="248471" y="1791991"/>
                </a:cubicBezTo>
                <a:cubicBezTo>
                  <a:pt x="240060" y="1793531"/>
                  <a:pt x="227276" y="1788655"/>
                  <a:pt x="218529" y="1798407"/>
                </a:cubicBezTo>
                <a:cubicBezTo>
                  <a:pt x="212137" y="1785575"/>
                  <a:pt x="199688" y="1791991"/>
                  <a:pt x="182530" y="1787115"/>
                </a:cubicBezTo>
                <a:cubicBezTo>
                  <a:pt x="193296" y="1782240"/>
                  <a:pt x="203726" y="1774285"/>
                  <a:pt x="212137" y="1764534"/>
                </a:cubicBezTo>
                <a:cubicBezTo>
                  <a:pt x="214491" y="1767613"/>
                  <a:pt x="218529" y="1775824"/>
                  <a:pt x="225257" y="1764534"/>
                </a:cubicBezTo>
                <a:cubicBezTo>
                  <a:pt x="227276" y="1767613"/>
                  <a:pt x="229295" y="1772488"/>
                  <a:pt x="227276" y="1777364"/>
                </a:cubicBezTo>
                <a:cubicBezTo>
                  <a:pt x="235686" y="1770949"/>
                  <a:pt x="235686" y="1767613"/>
                  <a:pt x="246453" y="1759658"/>
                </a:cubicBezTo>
                <a:cubicBezTo>
                  <a:pt x="250490" y="1752986"/>
                  <a:pt x="238042" y="1752986"/>
                  <a:pt x="238042" y="1748110"/>
                </a:cubicBezTo>
                <a:cubicBezTo>
                  <a:pt x="246453" y="1740155"/>
                  <a:pt x="254864" y="1738616"/>
                  <a:pt x="263275" y="1745031"/>
                </a:cubicBezTo>
                <a:cubicBezTo>
                  <a:pt x="267648" y="1730404"/>
                  <a:pt x="269666" y="1738616"/>
                  <a:pt x="280433" y="1733740"/>
                </a:cubicBezTo>
                <a:cubicBezTo>
                  <a:pt x="284470" y="1730404"/>
                  <a:pt x="267648" y="1723989"/>
                  <a:pt x="267648" y="1728864"/>
                </a:cubicBezTo>
                <a:cubicBezTo>
                  <a:pt x="278077" y="1722192"/>
                  <a:pt x="290862" y="1694735"/>
                  <a:pt x="293217" y="1676772"/>
                </a:cubicBezTo>
                <a:cubicBezTo>
                  <a:pt x="293217" y="1694735"/>
                  <a:pt x="320804" y="1652651"/>
                  <a:pt x="310039" y="1675232"/>
                </a:cubicBezTo>
                <a:cubicBezTo>
                  <a:pt x="350410" y="1634687"/>
                  <a:pt x="365550" y="1615185"/>
                  <a:pt x="403567" y="1589267"/>
                </a:cubicBezTo>
                <a:cubicBezTo>
                  <a:pt x="407941" y="1581312"/>
                  <a:pt x="397175" y="1591063"/>
                  <a:pt x="397175" y="1581312"/>
                </a:cubicBezTo>
                <a:cubicBezTo>
                  <a:pt x="418707" y="1573100"/>
                  <a:pt x="437547" y="1547182"/>
                  <a:pt x="461098" y="1555394"/>
                </a:cubicBezTo>
                <a:cubicBezTo>
                  <a:pt x="478256" y="1534095"/>
                  <a:pt x="486667" y="1524601"/>
                  <a:pt x="495078" y="1511513"/>
                </a:cubicBezTo>
                <a:cubicBezTo>
                  <a:pt x="490703" y="1506637"/>
                  <a:pt x="486667" y="1509974"/>
                  <a:pt x="482293" y="1514593"/>
                </a:cubicBezTo>
                <a:cubicBezTo>
                  <a:pt x="480274" y="1501762"/>
                  <a:pt x="501470" y="1505098"/>
                  <a:pt x="507862" y="1505098"/>
                </a:cubicBezTo>
                <a:cubicBezTo>
                  <a:pt x="522665" y="1480720"/>
                  <a:pt x="548234" y="1467632"/>
                  <a:pt x="554627" y="1445051"/>
                </a:cubicBezTo>
                <a:cubicBezTo>
                  <a:pt x="563038" y="1453005"/>
                  <a:pt x="571785" y="1443254"/>
                  <a:pt x="580196" y="1446590"/>
                </a:cubicBezTo>
                <a:cubicBezTo>
                  <a:pt x="580196" y="1441714"/>
                  <a:pt x="586587" y="1436838"/>
                  <a:pt x="582214" y="1433759"/>
                </a:cubicBezTo>
                <a:cubicBezTo>
                  <a:pt x="571785" y="1431963"/>
                  <a:pt x="580196" y="1443254"/>
                  <a:pt x="569429" y="1443254"/>
                </a:cubicBezTo>
                <a:cubicBezTo>
                  <a:pt x="588606" y="1419132"/>
                  <a:pt x="631333" y="1385003"/>
                  <a:pt x="633352" y="1357546"/>
                </a:cubicBezTo>
                <a:cubicBezTo>
                  <a:pt x="646136" y="1350873"/>
                  <a:pt x="641762" y="1357546"/>
                  <a:pt x="648155" y="1362421"/>
                </a:cubicBezTo>
                <a:cubicBezTo>
                  <a:pt x="662958" y="1347794"/>
                  <a:pt x="652529" y="1339582"/>
                  <a:pt x="671705" y="1324955"/>
                </a:cubicBezTo>
                <a:cubicBezTo>
                  <a:pt x="671705" y="1333167"/>
                  <a:pt x="660940" y="1345998"/>
                  <a:pt x="665313" y="1354209"/>
                </a:cubicBezTo>
                <a:cubicBezTo>
                  <a:pt x="680116" y="1342919"/>
                  <a:pt x="692900" y="1347794"/>
                  <a:pt x="705685" y="1333167"/>
                </a:cubicBezTo>
                <a:cubicBezTo>
                  <a:pt x="712077" y="1326495"/>
                  <a:pt x="694920" y="1333167"/>
                  <a:pt x="709722" y="1321876"/>
                </a:cubicBezTo>
                <a:cubicBezTo>
                  <a:pt x="703330" y="1315204"/>
                  <a:pt x="692900" y="1323416"/>
                  <a:pt x="686509" y="1315204"/>
                </a:cubicBezTo>
                <a:cubicBezTo>
                  <a:pt x="694920" y="1312125"/>
                  <a:pt x="714096" y="1308789"/>
                  <a:pt x="714096" y="1318541"/>
                </a:cubicBezTo>
                <a:cubicBezTo>
                  <a:pt x="718470" y="1313665"/>
                  <a:pt x="724862" y="1310328"/>
                  <a:pt x="728899" y="1313665"/>
                </a:cubicBezTo>
                <a:cubicBezTo>
                  <a:pt x="731255" y="1305453"/>
                  <a:pt x="735291" y="1295958"/>
                  <a:pt x="743702" y="1286207"/>
                </a:cubicBezTo>
                <a:cubicBezTo>
                  <a:pt x="733273" y="1282871"/>
                  <a:pt x="733273" y="1295958"/>
                  <a:pt x="726880" y="1299038"/>
                </a:cubicBezTo>
                <a:cubicBezTo>
                  <a:pt x="720488" y="1286207"/>
                  <a:pt x="746057" y="1269784"/>
                  <a:pt x="756486" y="1255156"/>
                </a:cubicBezTo>
                <a:cubicBezTo>
                  <a:pt x="756486" y="1263369"/>
                  <a:pt x="752449" y="1273120"/>
                  <a:pt x="746057" y="1282871"/>
                </a:cubicBezTo>
                <a:cubicBezTo>
                  <a:pt x="758842" y="1281331"/>
                  <a:pt x="765234" y="1274660"/>
                  <a:pt x="771626" y="1266704"/>
                </a:cubicBezTo>
                <a:cubicBezTo>
                  <a:pt x="771626" y="1269784"/>
                  <a:pt x="771626" y="1271580"/>
                  <a:pt x="775664" y="1274660"/>
                </a:cubicBezTo>
                <a:cubicBezTo>
                  <a:pt x="792822" y="1256953"/>
                  <a:pt x="803251" y="1250537"/>
                  <a:pt x="820409" y="1231035"/>
                </a:cubicBezTo>
                <a:cubicBezTo>
                  <a:pt x="826801" y="1231035"/>
                  <a:pt x="830839" y="1231035"/>
                  <a:pt x="837231" y="1229239"/>
                </a:cubicBezTo>
                <a:cubicBezTo>
                  <a:pt x="843623" y="1219744"/>
                  <a:pt x="841604" y="1216408"/>
                  <a:pt x="858763" y="1214869"/>
                </a:cubicBezTo>
                <a:cubicBezTo>
                  <a:pt x="858763" y="1211532"/>
                  <a:pt x="860781" y="1208197"/>
                  <a:pt x="860781" y="1205118"/>
                </a:cubicBezTo>
                <a:cubicBezTo>
                  <a:pt x="854389" y="1201781"/>
                  <a:pt x="843623" y="1216408"/>
                  <a:pt x="837231" y="1214869"/>
                </a:cubicBezTo>
                <a:cubicBezTo>
                  <a:pt x="835212" y="1209993"/>
                  <a:pt x="858763" y="1200242"/>
                  <a:pt x="865155" y="1198445"/>
                </a:cubicBezTo>
                <a:cubicBezTo>
                  <a:pt x="856408" y="1193570"/>
                  <a:pt x="886350" y="1185615"/>
                  <a:pt x="881977" y="1170988"/>
                </a:cubicBezTo>
                <a:cubicBezTo>
                  <a:pt x="886350" y="1172527"/>
                  <a:pt x="884332" y="1174324"/>
                  <a:pt x="881977" y="1175864"/>
                </a:cubicBezTo>
                <a:cubicBezTo>
                  <a:pt x="907546" y="1162776"/>
                  <a:pt x="928741" y="1141734"/>
                  <a:pt x="952292" y="1119152"/>
                </a:cubicBezTo>
                <a:cubicBezTo>
                  <a:pt x="977861" y="1098109"/>
                  <a:pt x="1003093" y="1078607"/>
                  <a:pt x="1033036" y="1068856"/>
                </a:cubicBezTo>
                <a:cubicBezTo>
                  <a:pt x="1039428" y="1062441"/>
                  <a:pt x="1043465" y="1055769"/>
                  <a:pt x="1054231" y="1049353"/>
                </a:cubicBezTo>
                <a:cubicBezTo>
                  <a:pt x="1060623" y="1049353"/>
                  <a:pt x="1064996" y="1050893"/>
                  <a:pt x="1067016" y="1055769"/>
                </a:cubicBezTo>
                <a:cubicBezTo>
                  <a:pt x="1073407" y="1052689"/>
                  <a:pt x="1079800" y="1046017"/>
                  <a:pt x="1083837" y="1049353"/>
                </a:cubicBezTo>
                <a:cubicBezTo>
                  <a:pt x="1088211" y="1046017"/>
                  <a:pt x="1096958" y="1031647"/>
                  <a:pt x="1083837" y="1036523"/>
                </a:cubicBezTo>
                <a:cubicBezTo>
                  <a:pt x="1081818" y="1029850"/>
                  <a:pt x="1105369" y="1028311"/>
                  <a:pt x="1098976" y="1038062"/>
                </a:cubicBezTo>
                <a:cubicBezTo>
                  <a:pt x="1105369" y="1044477"/>
                  <a:pt x="1120172" y="1031647"/>
                  <a:pt x="1132956" y="1026515"/>
                </a:cubicBezTo>
                <a:cubicBezTo>
                  <a:pt x="1130938" y="1017020"/>
                  <a:pt x="1118153" y="1029850"/>
                  <a:pt x="1111761" y="1028311"/>
                </a:cubicBezTo>
                <a:cubicBezTo>
                  <a:pt x="1139349" y="1012144"/>
                  <a:pt x="1149778" y="1008809"/>
                  <a:pt x="1173329" y="986226"/>
                </a:cubicBezTo>
                <a:cubicBezTo>
                  <a:pt x="1188131" y="982891"/>
                  <a:pt x="1158525" y="995721"/>
                  <a:pt x="1160544" y="999057"/>
                </a:cubicBezTo>
                <a:cubicBezTo>
                  <a:pt x="1177702" y="1005472"/>
                  <a:pt x="1200916" y="1000596"/>
                  <a:pt x="1224467" y="994182"/>
                </a:cubicBezTo>
                <a:cubicBezTo>
                  <a:pt x="1211682" y="1007269"/>
                  <a:pt x="1184095" y="1000596"/>
                  <a:pt x="1164918" y="1008809"/>
                </a:cubicBezTo>
                <a:cubicBezTo>
                  <a:pt x="1171310" y="1021639"/>
                  <a:pt x="1122191" y="1036523"/>
                  <a:pt x="1096958" y="1049353"/>
                </a:cubicBezTo>
                <a:cubicBezTo>
                  <a:pt x="1092585" y="1050893"/>
                  <a:pt x="1094603" y="1052689"/>
                  <a:pt x="1090565" y="1055769"/>
                </a:cubicBezTo>
                <a:cubicBezTo>
                  <a:pt x="1092585" y="1059104"/>
                  <a:pt x="1096958" y="1057565"/>
                  <a:pt x="1103014" y="1055769"/>
                </a:cubicBezTo>
                <a:cubicBezTo>
                  <a:pt x="1090565" y="1070395"/>
                  <a:pt x="1043465" y="1070395"/>
                  <a:pt x="1049857" y="1093234"/>
                </a:cubicBezTo>
                <a:cubicBezTo>
                  <a:pt x="1064996" y="1093234"/>
                  <a:pt x="1062642" y="1073731"/>
                  <a:pt x="1079800" y="1085022"/>
                </a:cubicBezTo>
                <a:cubicBezTo>
                  <a:pt x="1083837" y="1081687"/>
                  <a:pt x="1090565" y="1067060"/>
                  <a:pt x="1098976" y="1070395"/>
                </a:cubicBezTo>
                <a:cubicBezTo>
                  <a:pt x="1067016" y="1115816"/>
                  <a:pt x="981898" y="1138398"/>
                  <a:pt x="958683" y="1170988"/>
                </a:cubicBezTo>
                <a:cubicBezTo>
                  <a:pt x="979879" y="1161237"/>
                  <a:pt x="999056" y="1153025"/>
                  <a:pt x="1020251" y="1149946"/>
                </a:cubicBezTo>
                <a:cubicBezTo>
                  <a:pt x="1026643" y="1153025"/>
                  <a:pt x="1001074" y="1157900"/>
                  <a:pt x="1015878" y="1162776"/>
                </a:cubicBezTo>
                <a:cubicBezTo>
                  <a:pt x="1024625" y="1164573"/>
                  <a:pt x="1041447" y="1143273"/>
                  <a:pt x="1054231" y="1148149"/>
                </a:cubicBezTo>
                <a:cubicBezTo>
                  <a:pt x="1062642" y="1140194"/>
                  <a:pt x="1043465" y="1149946"/>
                  <a:pt x="1041447" y="1141734"/>
                </a:cubicBezTo>
                <a:cubicBezTo>
                  <a:pt x="1049857" y="1145070"/>
                  <a:pt x="1067016" y="1127107"/>
                  <a:pt x="1054231" y="1131983"/>
                </a:cubicBezTo>
                <a:cubicBezTo>
                  <a:pt x="1077445" y="1120692"/>
                  <a:pt x="1152133" y="1099649"/>
                  <a:pt x="1166936" y="1075271"/>
                </a:cubicBezTo>
                <a:cubicBezTo>
                  <a:pt x="1181740" y="1073731"/>
                  <a:pt x="1164918" y="1086562"/>
                  <a:pt x="1168955" y="1091438"/>
                </a:cubicBezTo>
                <a:cubicBezTo>
                  <a:pt x="1179720" y="1078607"/>
                  <a:pt x="1200916" y="1065520"/>
                  <a:pt x="1218074" y="1052689"/>
                </a:cubicBezTo>
                <a:cubicBezTo>
                  <a:pt x="1228504" y="1049353"/>
                  <a:pt x="1215720" y="1057565"/>
                  <a:pt x="1228504" y="1057565"/>
                </a:cubicBezTo>
                <a:cubicBezTo>
                  <a:pt x="1236915" y="1052689"/>
                  <a:pt x="1239269" y="1049353"/>
                  <a:pt x="1232877" y="1044477"/>
                </a:cubicBezTo>
                <a:cubicBezTo>
                  <a:pt x="1241288" y="1049353"/>
                  <a:pt x="1262484" y="1041142"/>
                  <a:pt x="1260465" y="1049353"/>
                </a:cubicBezTo>
                <a:cubicBezTo>
                  <a:pt x="1268876" y="1039602"/>
                  <a:pt x="1279642" y="1029850"/>
                  <a:pt x="1294444" y="1020099"/>
                </a:cubicBezTo>
                <a:cubicBezTo>
                  <a:pt x="1296464" y="1024975"/>
                  <a:pt x="1290071" y="1028311"/>
                  <a:pt x="1292426" y="1031647"/>
                </a:cubicBezTo>
                <a:cubicBezTo>
                  <a:pt x="1313622" y="1007269"/>
                  <a:pt x="1347601" y="1003933"/>
                  <a:pt x="1368797" y="986226"/>
                </a:cubicBezTo>
                <a:cubicBezTo>
                  <a:pt x="1371152" y="989306"/>
                  <a:pt x="1366779" y="991102"/>
                  <a:pt x="1368797" y="992642"/>
                </a:cubicBezTo>
                <a:cubicBezTo>
                  <a:pt x="1405132" y="974679"/>
                  <a:pt x="1437093" y="964928"/>
                  <a:pt x="1466699" y="955177"/>
                </a:cubicBezTo>
                <a:cubicBezTo>
                  <a:pt x="1494287" y="945682"/>
                  <a:pt x="1521875" y="935931"/>
                  <a:pt x="1555854" y="919764"/>
                </a:cubicBezTo>
                <a:cubicBezTo>
                  <a:pt x="1555854" y="926179"/>
                  <a:pt x="1549463" y="932594"/>
                  <a:pt x="1534659" y="935931"/>
                </a:cubicBezTo>
                <a:cubicBezTo>
                  <a:pt x="1558210" y="945682"/>
                  <a:pt x="1592190" y="919764"/>
                  <a:pt x="1619777" y="913092"/>
                </a:cubicBezTo>
                <a:cubicBezTo>
                  <a:pt x="1626169" y="911552"/>
                  <a:pt x="1634580" y="916427"/>
                  <a:pt x="1640972" y="916427"/>
                </a:cubicBezTo>
                <a:cubicBezTo>
                  <a:pt x="1647365" y="914888"/>
                  <a:pt x="1645346" y="905137"/>
                  <a:pt x="1645346" y="905137"/>
                </a:cubicBezTo>
                <a:cubicBezTo>
                  <a:pt x="1658130" y="901800"/>
                  <a:pt x="1694129" y="890510"/>
                  <a:pt x="1702540" y="895386"/>
                </a:cubicBezTo>
                <a:cubicBezTo>
                  <a:pt x="1687736" y="901800"/>
                  <a:pt x="1666541" y="905137"/>
                  <a:pt x="1660149" y="913092"/>
                </a:cubicBezTo>
                <a:cubicBezTo>
                  <a:pt x="1674952" y="919764"/>
                  <a:pt x="1706914" y="908216"/>
                  <a:pt x="1719698" y="919764"/>
                </a:cubicBezTo>
                <a:cubicBezTo>
                  <a:pt x="1687736" y="924383"/>
                  <a:pt x="1687736" y="922843"/>
                  <a:pt x="1668560" y="931054"/>
                </a:cubicBezTo>
                <a:cubicBezTo>
                  <a:pt x="1662167" y="924383"/>
                  <a:pt x="1664523" y="921303"/>
                  <a:pt x="1677307" y="919764"/>
                </a:cubicBezTo>
                <a:cubicBezTo>
                  <a:pt x="1674952" y="916427"/>
                  <a:pt x="1668560" y="919764"/>
                  <a:pt x="1666541" y="916427"/>
                </a:cubicBezTo>
                <a:cubicBezTo>
                  <a:pt x="1651738" y="937470"/>
                  <a:pt x="1615403" y="940806"/>
                  <a:pt x="1579405" y="947221"/>
                </a:cubicBezTo>
                <a:cubicBezTo>
                  <a:pt x="1545425" y="952097"/>
                  <a:pt x="1509090" y="961848"/>
                  <a:pt x="1494287" y="991102"/>
                </a:cubicBezTo>
                <a:cubicBezTo>
                  <a:pt x="1466699" y="986226"/>
                  <a:pt x="1415562" y="1015223"/>
                  <a:pt x="1385955" y="1029850"/>
                </a:cubicBezTo>
                <a:cubicBezTo>
                  <a:pt x="1383600" y="1023436"/>
                  <a:pt x="1392348" y="1020099"/>
                  <a:pt x="1389992" y="1015223"/>
                </a:cubicBezTo>
                <a:cubicBezTo>
                  <a:pt x="1366779" y="1023436"/>
                  <a:pt x="1377544" y="1026515"/>
                  <a:pt x="1377544" y="1033187"/>
                </a:cubicBezTo>
                <a:cubicBezTo>
                  <a:pt x="1362404" y="1033187"/>
                  <a:pt x="1364759" y="1034726"/>
                  <a:pt x="1345583" y="1044477"/>
                </a:cubicBezTo>
                <a:cubicBezTo>
                  <a:pt x="1330780" y="1034726"/>
                  <a:pt x="1313622" y="1057565"/>
                  <a:pt x="1294444" y="1052689"/>
                </a:cubicBezTo>
                <a:cubicBezTo>
                  <a:pt x="1290071" y="1054229"/>
                  <a:pt x="1292426" y="1055769"/>
                  <a:pt x="1288053" y="1059104"/>
                </a:cubicBezTo>
                <a:cubicBezTo>
                  <a:pt x="1292426" y="1065520"/>
                  <a:pt x="1302855" y="1060644"/>
                  <a:pt x="1311603" y="1060644"/>
                </a:cubicBezTo>
                <a:cubicBezTo>
                  <a:pt x="1277624" y="1070395"/>
                  <a:pt x="1222111" y="1102985"/>
                  <a:pt x="1181740" y="1104525"/>
                </a:cubicBezTo>
                <a:cubicBezTo>
                  <a:pt x="1175347" y="1109401"/>
                  <a:pt x="1179720" y="1115816"/>
                  <a:pt x="1175347" y="1120692"/>
                </a:cubicBezTo>
                <a:cubicBezTo>
                  <a:pt x="1158525" y="1110940"/>
                  <a:pt x="1147760" y="1138398"/>
                  <a:pt x="1145741" y="1125567"/>
                </a:cubicBezTo>
                <a:cubicBezTo>
                  <a:pt x="1136994" y="1136859"/>
                  <a:pt x="1126564" y="1145070"/>
                  <a:pt x="1124545" y="1161237"/>
                </a:cubicBezTo>
                <a:cubicBezTo>
                  <a:pt x="1105369" y="1174324"/>
                  <a:pt x="1128583" y="1145070"/>
                  <a:pt x="1109406" y="1157900"/>
                </a:cubicBezTo>
                <a:cubicBezTo>
                  <a:pt x="1105369" y="1154821"/>
                  <a:pt x="1122191" y="1149946"/>
                  <a:pt x="1126564" y="1145070"/>
                </a:cubicBezTo>
                <a:cubicBezTo>
                  <a:pt x="1100996" y="1146610"/>
                  <a:pt x="1081818" y="1154821"/>
                  <a:pt x="1062642" y="1177403"/>
                </a:cubicBezTo>
                <a:cubicBezTo>
                  <a:pt x="1073407" y="1180739"/>
                  <a:pt x="1086192" y="1170988"/>
                  <a:pt x="1098976" y="1169448"/>
                </a:cubicBezTo>
                <a:cubicBezTo>
                  <a:pt x="1105369" y="1175864"/>
                  <a:pt x="1090565" y="1182279"/>
                  <a:pt x="1100996" y="1188694"/>
                </a:cubicBezTo>
                <a:cubicBezTo>
                  <a:pt x="1069034" y="1201781"/>
                  <a:pt x="1094603" y="1206657"/>
                  <a:pt x="1073407" y="1211532"/>
                </a:cubicBezTo>
                <a:cubicBezTo>
                  <a:pt x="1079800" y="1213072"/>
                  <a:pt x="1086192" y="1211532"/>
                  <a:pt x="1092585" y="1206657"/>
                </a:cubicBezTo>
                <a:cubicBezTo>
                  <a:pt x="1090565" y="1217948"/>
                  <a:pt x="1069034" y="1227699"/>
                  <a:pt x="1052212" y="1238990"/>
                </a:cubicBezTo>
                <a:cubicBezTo>
                  <a:pt x="1069034" y="1250537"/>
                  <a:pt x="1062642" y="1229239"/>
                  <a:pt x="1086192" y="1221284"/>
                </a:cubicBezTo>
                <a:cubicBezTo>
                  <a:pt x="1086192" y="1224620"/>
                  <a:pt x="1081818" y="1229239"/>
                  <a:pt x="1086192" y="1232575"/>
                </a:cubicBezTo>
                <a:cubicBezTo>
                  <a:pt x="1128583" y="1217948"/>
                  <a:pt x="1158525" y="1211532"/>
                  <a:pt x="1198898" y="1196905"/>
                </a:cubicBezTo>
                <a:cubicBezTo>
                  <a:pt x="1192505" y="1175864"/>
                  <a:pt x="1228504" y="1192030"/>
                  <a:pt x="1252054" y="1180739"/>
                </a:cubicBezTo>
                <a:cubicBezTo>
                  <a:pt x="1243980" y="1185551"/>
                  <a:pt x="1231174" y="1192239"/>
                  <a:pt x="1231521" y="1198746"/>
                </a:cubicBezTo>
                <a:lnTo>
                  <a:pt x="1236772" y="1204949"/>
                </a:lnTo>
                <a:lnTo>
                  <a:pt x="1236581" y="1205279"/>
                </a:lnTo>
                <a:lnTo>
                  <a:pt x="1230470" y="1208244"/>
                </a:lnTo>
                <a:cubicBezTo>
                  <a:pt x="1225202" y="1209014"/>
                  <a:pt x="1222869" y="1204155"/>
                  <a:pt x="1218074" y="1206657"/>
                </a:cubicBezTo>
                <a:cubicBezTo>
                  <a:pt x="1220093" y="1214869"/>
                  <a:pt x="1228504" y="1209993"/>
                  <a:pt x="1234896" y="1208197"/>
                </a:cubicBezTo>
                <a:lnTo>
                  <a:pt x="1236581" y="1205279"/>
                </a:lnTo>
                <a:lnTo>
                  <a:pt x="1236915" y="1205118"/>
                </a:lnTo>
                <a:lnTo>
                  <a:pt x="1236772" y="1204949"/>
                </a:lnTo>
                <a:lnTo>
                  <a:pt x="1242004" y="1195891"/>
                </a:lnTo>
                <a:cubicBezTo>
                  <a:pt x="1245472" y="1193064"/>
                  <a:pt x="1249867" y="1191244"/>
                  <a:pt x="1254662" y="1189624"/>
                </a:cubicBezTo>
                <a:lnTo>
                  <a:pt x="1266825" y="1185533"/>
                </a:lnTo>
                <a:lnTo>
                  <a:pt x="1266857" y="1185615"/>
                </a:lnTo>
                <a:lnTo>
                  <a:pt x="1267062" y="1185454"/>
                </a:lnTo>
                <a:lnTo>
                  <a:pt x="1269717" y="1184561"/>
                </a:lnTo>
                <a:cubicBezTo>
                  <a:pt x="1274785" y="1182535"/>
                  <a:pt x="1279726" y="1179905"/>
                  <a:pt x="1284015" y="1175864"/>
                </a:cubicBezTo>
                <a:cubicBezTo>
                  <a:pt x="1279642" y="1173426"/>
                  <a:pt x="1278044" y="1175415"/>
                  <a:pt x="1276194" y="1178237"/>
                </a:cubicBezTo>
                <a:lnTo>
                  <a:pt x="1267062" y="1185454"/>
                </a:lnTo>
                <a:lnTo>
                  <a:pt x="1266825" y="1185533"/>
                </a:lnTo>
                <a:lnTo>
                  <a:pt x="1262484" y="1174324"/>
                </a:lnTo>
                <a:cubicBezTo>
                  <a:pt x="1281660" y="1162776"/>
                  <a:pt x="1286034" y="1170988"/>
                  <a:pt x="1294444" y="1177403"/>
                </a:cubicBezTo>
                <a:cubicBezTo>
                  <a:pt x="1311603" y="1159697"/>
                  <a:pt x="1324388" y="1154821"/>
                  <a:pt x="1356012" y="1141734"/>
                </a:cubicBezTo>
                <a:cubicBezTo>
                  <a:pt x="1366779" y="1135319"/>
                  <a:pt x="1347601" y="1138398"/>
                  <a:pt x="1349620" y="1133779"/>
                </a:cubicBezTo>
                <a:cubicBezTo>
                  <a:pt x="1360386" y="1131983"/>
                  <a:pt x="1373170" y="1125567"/>
                  <a:pt x="1379563" y="1135319"/>
                </a:cubicBezTo>
                <a:cubicBezTo>
                  <a:pt x="1392348" y="1130443"/>
                  <a:pt x="1387973" y="1125567"/>
                  <a:pt x="1398740" y="1122232"/>
                </a:cubicBezTo>
                <a:cubicBezTo>
                  <a:pt x="1394366" y="1119152"/>
                  <a:pt x="1389992" y="1119152"/>
                  <a:pt x="1383600" y="1120692"/>
                </a:cubicBezTo>
                <a:cubicBezTo>
                  <a:pt x="1392348" y="1109401"/>
                  <a:pt x="1437093" y="1119152"/>
                  <a:pt x="1434738" y="1096314"/>
                </a:cubicBezTo>
                <a:cubicBezTo>
                  <a:pt x="1464681" y="1094774"/>
                  <a:pt x="1509090" y="1081687"/>
                  <a:pt x="1536678" y="1057565"/>
                </a:cubicBezTo>
                <a:cubicBezTo>
                  <a:pt x="1534659" y="1067060"/>
                  <a:pt x="1534659" y="1067060"/>
                  <a:pt x="1545425" y="1070395"/>
                </a:cubicBezTo>
                <a:cubicBezTo>
                  <a:pt x="1560228" y="1057565"/>
                  <a:pt x="1587816" y="1046017"/>
                  <a:pt x="1602619" y="1057565"/>
                </a:cubicBezTo>
                <a:cubicBezTo>
                  <a:pt x="1613385" y="1047814"/>
                  <a:pt x="1630543" y="1039602"/>
                  <a:pt x="1643327" y="1031647"/>
                </a:cubicBezTo>
                <a:cubicBezTo>
                  <a:pt x="1636935" y="1026515"/>
                  <a:pt x="1619777" y="1039602"/>
                  <a:pt x="1617758" y="1028311"/>
                </a:cubicBezTo>
                <a:cubicBezTo>
                  <a:pt x="1626169" y="1031647"/>
                  <a:pt x="1647365" y="1026515"/>
                  <a:pt x="1649720" y="1018560"/>
                </a:cubicBezTo>
                <a:cubicBezTo>
                  <a:pt x="1660149" y="1021639"/>
                  <a:pt x="1666541" y="1021639"/>
                  <a:pt x="1664523" y="1029850"/>
                </a:cubicBezTo>
                <a:cubicBezTo>
                  <a:pt x="1677307" y="1024975"/>
                  <a:pt x="1687736" y="1018560"/>
                  <a:pt x="1700521" y="1013684"/>
                </a:cubicBezTo>
                <a:cubicBezTo>
                  <a:pt x="1689756" y="1005472"/>
                  <a:pt x="1679325" y="1020099"/>
                  <a:pt x="1674952" y="1007269"/>
                </a:cubicBezTo>
                <a:cubicBezTo>
                  <a:pt x="1634580" y="1023436"/>
                  <a:pt x="1585797" y="1013684"/>
                  <a:pt x="1568639" y="1039602"/>
                </a:cubicBezTo>
                <a:cubicBezTo>
                  <a:pt x="1558210" y="1036523"/>
                  <a:pt x="1526248" y="1047814"/>
                  <a:pt x="1526248" y="1055769"/>
                </a:cubicBezTo>
                <a:cubicBezTo>
                  <a:pt x="1511445" y="1042938"/>
                  <a:pt x="1496642" y="1052689"/>
                  <a:pt x="1479484" y="1065520"/>
                </a:cubicBezTo>
                <a:cubicBezTo>
                  <a:pt x="1466699" y="1049353"/>
                  <a:pt x="1473092" y="1042938"/>
                  <a:pt x="1455933" y="1021639"/>
                </a:cubicBezTo>
                <a:cubicBezTo>
                  <a:pt x="1464681" y="1015223"/>
                  <a:pt x="1466699" y="1007269"/>
                  <a:pt x="1471073" y="1000596"/>
                </a:cubicBezTo>
                <a:cubicBezTo>
                  <a:pt x="1496642" y="1005472"/>
                  <a:pt x="1505053" y="994182"/>
                  <a:pt x="1530622" y="986226"/>
                </a:cubicBezTo>
                <a:cubicBezTo>
                  <a:pt x="1524230" y="1008809"/>
                  <a:pt x="1585797" y="979555"/>
                  <a:pt x="1568639" y="974679"/>
                </a:cubicBezTo>
                <a:cubicBezTo>
                  <a:pt x="1583779" y="974679"/>
                  <a:pt x="1596227" y="982891"/>
                  <a:pt x="1611366" y="984430"/>
                </a:cubicBezTo>
                <a:cubicBezTo>
                  <a:pt x="1624150" y="981351"/>
                  <a:pt x="1613385" y="973139"/>
                  <a:pt x="1621796" y="968264"/>
                </a:cubicBezTo>
                <a:cubicBezTo>
                  <a:pt x="1628188" y="978015"/>
                  <a:pt x="1649720" y="968264"/>
                  <a:pt x="1666541" y="963388"/>
                </a:cubicBezTo>
                <a:cubicBezTo>
                  <a:pt x="1664523" y="958512"/>
                  <a:pt x="1660149" y="960052"/>
                  <a:pt x="1655776" y="960052"/>
                </a:cubicBezTo>
                <a:cubicBezTo>
                  <a:pt x="1681345" y="952097"/>
                  <a:pt x="1728109" y="931054"/>
                  <a:pt x="1760070" y="935931"/>
                </a:cubicBezTo>
                <a:cubicBezTo>
                  <a:pt x="1764444" y="934134"/>
                  <a:pt x="1760070" y="929258"/>
                  <a:pt x="1760070" y="926179"/>
                </a:cubicBezTo>
                <a:cubicBezTo>
                  <a:pt x="1813227" y="931054"/>
                  <a:pt x="1849225" y="917967"/>
                  <a:pt x="1911129" y="905137"/>
                </a:cubicBezTo>
                <a:cubicBezTo>
                  <a:pt x="1908773" y="908216"/>
                  <a:pt x="1908773" y="911552"/>
                  <a:pt x="1908773" y="914888"/>
                </a:cubicBezTo>
                <a:cubicBezTo>
                  <a:pt x="1927951" y="911552"/>
                  <a:pt x="1938717" y="905137"/>
                  <a:pt x="1959912" y="910013"/>
                </a:cubicBezTo>
                <a:cubicBezTo>
                  <a:pt x="1927951" y="917967"/>
                  <a:pt x="1915166" y="931054"/>
                  <a:pt x="1870757" y="940806"/>
                </a:cubicBezTo>
                <a:cubicBezTo>
                  <a:pt x="1889933" y="950301"/>
                  <a:pt x="1917521" y="929258"/>
                  <a:pt x="1936362" y="942345"/>
                </a:cubicBezTo>
                <a:cubicBezTo>
                  <a:pt x="1913148" y="931054"/>
                  <a:pt x="1949146" y="931054"/>
                  <a:pt x="1961930" y="937470"/>
                </a:cubicBezTo>
                <a:cubicBezTo>
                  <a:pt x="1974715" y="926179"/>
                  <a:pt x="1991873" y="931054"/>
                  <a:pt x="2008695" y="919764"/>
                </a:cubicBezTo>
                <a:cubicBezTo>
                  <a:pt x="2015087" y="924383"/>
                  <a:pt x="2000284" y="932594"/>
                  <a:pt x="2011050" y="931054"/>
                </a:cubicBezTo>
                <a:cubicBezTo>
                  <a:pt x="2002302" y="939010"/>
                  <a:pt x="1945109" y="937470"/>
                  <a:pt x="1947128" y="956972"/>
                </a:cubicBezTo>
                <a:cubicBezTo>
                  <a:pt x="1929969" y="961848"/>
                  <a:pt x="1945109" y="953637"/>
                  <a:pt x="1938717" y="947221"/>
                </a:cubicBezTo>
                <a:cubicBezTo>
                  <a:pt x="1925932" y="952097"/>
                  <a:pt x="1932324" y="961848"/>
                  <a:pt x="1923913" y="968264"/>
                </a:cubicBezTo>
                <a:cubicBezTo>
                  <a:pt x="1942753" y="956972"/>
                  <a:pt x="1974715" y="964928"/>
                  <a:pt x="1983462" y="950301"/>
                </a:cubicBezTo>
                <a:cubicBezTo>
                  <a:pt x="2034264" y="950301"/>
                  <a:pt x="2095832" y="942345"/>
                  <a:pt x="2123755" y="922843"/>
                </a:cubicBezTo>
                <a:cubicBezTo>
                  <a:pt x="2121400" y="931054"/>
                  <a:pt x="2132166" y="927719"/>
                  <a:pt x="2134185" y="932594"/>
                </a:cubicBezTo>
                <a:cubicBezTo>
                  <a:pt x="2166146" y="917967"/>
                  <a:pt x="2219303" y="926179"/>
                  <a:pt x="2230069" y="900261"/>
                </a:cubicBezTo>
                <a:cubicBezTo>
                  <a:pt x="2238479" y="898465"/>
                  <a:pt x="2232087" y="908216"/>
                  <a:pt x="2236460" y="913092"/>
                </a:cubicBezTo>
                <a:cubicBezTo>
                  <a:pt x="2189696" y="934134"/>
                  <a:pt x="2148988" y="922843"/>
                  <a:pt x="2117363" y="945682"/>
                </a:cubicBezTo>
                <a:cubicBezTo>
                  <a:pt x="2119381" y="952097"/>
                  <a:pt x="2144950" y="943885"/>
                  <a:pt x="2136539" y="953637"/>
                </a:cubicBezTo>
                <a:cubicBezTo>
                  <a:pt x="2187341" y="939010"/>
                  <a:pt x="2266067" y="937470"/>
                  <a:pt x="2308458" y="927719"/>
                </a:cubicBezTo>
                <a:cubicBezTo>
                  <a:pt x="2314849" y="937470"/>
                  <a:pt x="2291636" y="929258"/>
                  <a:pt x="2293654" y="937470"/>
                </a:cubicBezTo>
                <a:cubicBezTo>
                  <a:pt x="2351184" y="924383"/>
                  <a:pt x="2421162" y="937470"/>
                  <a:pt x="2463890" y="911552"/>
                </a:cubicBezTo>
                <a:cubicBezTo>
                  <a:pt x="2465908" y="921303"/>
                  <a:pt x="2449087" y="916427"/>
                  <a:pt x="2451106" y="924383"/>
                </a:cubicBezTo>
                <a:cubicBezTo>
                  <a:pt x="2480712" y="914888"/>
                  <a:pt x="2502244" y="943885"/>
                  <a:pt x="2531850" y="922843"/>
                </a:cubicBezTo>
                <a:cubicBezTo>
                  <a:pt x="2538242" y="926179"/>
                  <a:pt x="2540260" y="931054"/>
                  <a:pt x="2544634" y="934134"/>
                </a:cubicBezTo>
                <a:cubicBezTo>
                  <a:pt x="2559437" y="932594"/>
                  <a:pt x="2585006" y="922843"/>
                  <a:pt x="2595772" y="927719"/>
                </a:cubicBezTo>
                <a:cubicBezTo>
                  <a:pt x="2595772" y="931054"/>
                  <a:pt x="2589380" y="929258"/>
                  <a:pt x="2585006" y="931054"/>
                </a:cubicBezTo>
                <a:cubicBezTo>
                  <a:pt x="2585006" y="932594"/>
                  <a:pt x="2589380" y="932594"/>
                  <a:pt x="2591399" y="932594"/>
                </a:cubicBezTo>
                <a:cubicBezTo>
                  <a:pt x="2578614" y="950301"/>
                  <a:pt x="2606201" y="948761"/>
                  <a:pt x="2640181" y="945682"/>
                </a:cubicBezTo>
                <a:cubicBezTo>
                  <a:pt x="2644555" y="943885"/>
                  <a:pt x="2650947" y="943885"/>
                  <a:pt x="2654984" y="942345"/>
                </a:cubicBezTo>
                <a:cubicBezTo>
                  <a:pt x="2654984" y="942345"/>
                  <a:pt x="2654984" y="942345"/>
                  <a:pt x="2665750" y="940806"/>
                </a:cubicBezTo>
                <a:cubicBezTo>
                  <a:pt x="2674161" y="940806"/>
                  <a:pt x="2680554" y="939010"/>
                  <a:pt x="2689301" y="937470"/>
                </a:cubicBezTo>
                <a:cubicBezTo>
                  <a:pt x="2701749" y="934134"/>
                  <a:pt x="2714534" y="932594"/>
                  <a:pt x="2720925" y="932594"/>
                </a:cubicBezTo>
                <a:cubicBezTo>
                  <a:pt x="2725299" y="932594"/>
                  <a:pt x="2718907" y="934134"/>
                  <a:pt x="2718907" y="937470"/>
                </a:cubicBezTo>
                <a:cubicBezTo>
                  <a:pt x="2744476" y="937470"/>
                  <a:pt x="2770045" y="937470"/>
                  <a:pt x="2793259" y="937470"/>
                </a:cubicBezTo>
                <a:cubicBezTo>
                  <a:pt x="2806044" y="935931"/>
                  <a:pt x="2818828" y="935931"/>
                  <a:pt x="2831612" y="937470"/>
                </a:cubicBezTo>
                <a:cubicBezTo>
                  <a:pt x="2844396" y="937470"/>
                  <a:pt x="2854827" y="939010"/>
                  <a:pt x="2867611" y="940806"/>
                </a:cubicBezTo>
                <a:cubicBezTo>
                  <a:pt x="2871984" y="940806"/>
                  <a:pt x="2869966" y="935931"/>
                  <a:pt x="2865592" y="935931"/>
                </a:cubicBezTo>
                <a:cubicBezTo>
                  <a:pt x="2876358" y="935931"/>
                  <a:pt x="2907983" y="960052"/>
                  <a:pt x="2929178" y="940806"/>
                </a:cubicBezTo>
                <a:cubicBezTo>
                  <a:pt x="2926824" y="943885"/>
                  <a:pt x="2922786" y="945682"/>
                  <a:pt x="2920431" y="948761"/>
                </a:cubicBezTo>
                <a:cubicBezTo>
                  <a:pt x="2931197" y="948761"/>
                  <a:pt x="2933215" y="935931"/>
                  <a:pt x="2946000" y="935931"/>
                </a:cubicBezTo>
                <a:cubicBezTo>
                  <a:pt x="2946000" y="942345"/>
                  <a:pt x="2941962" y="943885"/>
                  <a:pt x="2939608" y="947221"/>
                </a:cubicBezTo>
                <a:cubicBezTo>
                  <a:pt x="2958784" y="958512"/>
                  <a:pt x="2982335" y="942345"/>
                  <a:pt x="2992764" y="952097"/>
                </a:cubicBezTo>
                <a:cubicBezTo>
                  <a:pt x="2999157" y="952097"/>
                  <a:pt x="3001512" y="947221"/>
                  <a:pt x="3009922" y="948761"/>
                </a:cubicBezTo>
                <a:cubicBezTo>
                  <a:pt x="3016315" y="937470"/>
                  <a:pt x="3001512" y="942345"/>
                  <a:pt x="3005549" y="934134"/>
                </a:cubicBezTo>
                <a:cubicBezTo>
                  <a:pt x="3007568" y="935931"/>
                  <a:pt x="3009922" y="935931"/>
                  <a:pt x="3011941" y="937470"/>
                </a:cubicBezTo>
                <a:cubicBezTo>
                  <a:pt x="3013960" y="937470"/>
                  <a:pt x="3016315" y="937470"/>
                  <a:pt x="3018333" y="937470"/>
                </a:cubicBezTo>
                <a:cubicBezTo>
                  <a:pt x="3016315" y="939010"/>
                  <a:pt x="3013960" y="945682"/>
                  <a:pt x="3011941" y="945682"/>
                </a:cubicBezTo>
                <a:cubicBezTo>
                  <a:pt x="3011941" y="950301"/>
                  <a:pt x="3018333" y="940806"/>
                  <a:pt x="3016315" y="950301"/>
                </a:cubicBezTo>
                <a:cubicBezTo>
                  <a:pt x="3020352" y="947221"/>
                  <a:pt x="3024726" y="947221"/>
                  <a:pt x="3029099" y="940806"/>
                </a:cubicBezTo>
                <a:cubicBezTo>
                  <a:pt x="3031117" y="940806"/>
                  <a:pt x="3029099" y="947221"/>
                  <a:pt x="3029099" y="952097"/>
                </a:cubicBezTo>
                <a:cubicBezTo>
                  <a:pt x="3050295" y="958512"/>
                  <a:pt x="3069472" y="952097"/>
                  <a:pt x="3095040" y="945682"/>
                </a:cubicBezTo>
                <a:lnTo>
                  <a:pt x="3100202" y="951588"/>
                </a:lnTo>
                <a:lnTo>
                  <a:pt x="3100222" y="952025"/>
                </a:lnTo>
                <a:lnTo>
                  <a:pt x="3102436" y="954143"/>
                </a:lnTo>
                <a:lnTo>
                  <a:pt x="3109002" y="961656"/>
                </a:lnTo>
                <a:cubicBezTo>
                  <a:pt x="3116152" y="964286"/>
                  <a:pt x="3124646" y="964286"/>
                  <a:pt x="3131039" y="961848"/>
                </a:cubicBezTo>
                <a:cubicBezTo>
                  <a:pt x="3124646" y="971599"/>
                  <a:pt x="3141804" y="966724"/>
                  <a:pt x="3143823" y="974679"/>
                </a:cubicBezTo>
                <a:cubicBezTo>
                  <a:pt x="3145841" y="974679"/>
                  <a:pt x="3145841" y="971599"/>
                  <a:pt x="3148197" y="971599"/>
                </a:cubicBezTo>
                <a:cubicBezTo>
                  <a:pt x="3152234" y="961848"/>
                  <a:pt x="3143823" y="966724"/>
                  <a:pt x="3145841" y="958512"/>
                </a:cubicBezTo>
                <a:lnTo>
                  <a:pt x="3156088" y="974143"/>
                </a:lnTo>
                <a:lnTo>
                  <a:pt x="3154000" y="974936"/>
                </a:lnTo>
                <a:cubicBezTo>
                  <a:pt x="3152402" y="976347"/>
                  <a:pt x="3150215" y="978785"/>
                  <a:pt x="3145841" y="978015"/>
                </a:cubicBezTo>
                <a:cubicBezTo>
                  <a:pt x="3148197" y="984430"/>
                  <a:pt x="3158626" y="978015"/>
                  <a:pt x="3165019" y="978015"/>
                </a:cubicBezTo>
                <a:cubicBezTo>
                  <a:pt x="3167037" y="969804"/>
                  <a:pt x="3163000" y="969804"/>
                  <a:pt x="3158626" y="969804"/>
                </a:cubicBezTo>
                <a:cubicBezTo>
                  <a:pt x="3167037" y="973139"/>
                  <a:pt x="3196980" y="961848"/>
                  <a:pt x="3201354" y="978015"/>
                </a:cubicBezTo>
                <a:cubicBezTo>
                  <a:pt x="3209764" y="971599"/>
                  <a:pt x="3198998" y="969804"/>
                  <a:pt x="3207745" y="958512"/>
                </a:cubicBezTo>
                <a:cubicBezTo>
                  <a:pt x="3194625" y="961848"/>
                  <a:pt x="3175784" y="966724"/>
                  <a:pt x="3169392" y="947221"/>
                </a:cubicBezTo>
                <a:cubicBezTo>
                  <a:pt x="3177803" y="950301"/>
                  <a:pt x="3182177" y="943885"/>
                  <a:pt x="3184196" y="935931"/>
                </a:cubicBezTo>
                <a:cubicBezTo>
                  <a:pt x="3192606" y="935931"/>
                  <a:pt x="3203372" y="934134"/>
                  <a:pt x="3205390" y="942345"/>
                </a:cubicBezTo>
                <a:cubicBezTo>
                  <a:pt x="3209764" y="939010"/>
                  <a:pt x="3214138" y="937470"/>
                  <a:pt x="3218176" y="934134"/>
                </a:cubicBezTo>
                <a:cubicBezTo>
                  <a:pt x="3235334" y="939010"/>
                  <a:pt x="3256528" y="922843"/>
                  <a:pt x="3266958" y="942345"/>
                </a:cubicBezTo>
                <a:cubicBezTo>
                  <a:pt x="3260566" y="943885"/>
                  <a:pt x="3262921" y="934134"/>
                  <a:pt x="3258547" y="940806"/>
                </a:cubicBezTo>
                <a:cubicBezTo>
                  <a:pt x="3260566" y="947221"/>
                  <a:pt x="3264940" y="943885"/>
                  <a:pt x="3271332" y="942345"/>
                </a:cubicBezTo>
                <a:cubicBezTo>
                  <a:pt x="3271332" y="939010"/>
                  <a:pt x="3271332" y="937470"/>
                  <a:pt x="3271332" y="937470"/>
                </a:cubicBezTo>
                <a:cubicBezTo>
                  <a:pt x="3282098" y="939010"/>
                  <a:pt x="3307667" y="919764"/>
                  <a:pt x="3316078" y="935931"/>
                </a:cubicBezTo>
                <a:cubicBezTo>
                  <a:pt x="3326507" y="921303"/>
                  <a:pt x="3345684" y="940806"/>
                  <a:pt x="3352076" y="921303"/>
                </a:cubicBezTo>
                <a:cubicBezTo>
                  <a:pt x="3354094" y="927719"/>
                  <a:pt x="3356449" y="934134"/>
                  <a:pt x="3362842" y="937470"/>
                </a:cubicBezTo>
                <a:cubicBezTo>
                  <a:pt x="3362842" y="931054"/>
                  <a:pt x="3369234" y="922843"/>
                  <a:pt x="3369234" y="937470"/>
                </a:cubicBezTo>
                <a:cubicBezTo>
                  <a:pt x="3384037" y="929258"/>
                  <a:pt x="3392448" y="931054"/>
                  <a:pt x="3403214" y="929258"/>
                </a:cubicBezTo>
                <a:cubicBezTo>
                  <a:pt x="3413644" y="929258"/>
                  <a:pt x="3422391" y="927719"/>
                  <a:pt x="3428783" y="913092"/>
                </a:cubicBezTo>
                <a:cubicBezTo>
                  <a:pt x="3430802" y="914888"/>
                  <a:pt x="3430802" y="921303"/>
                  <a:pt x="3432820" y="921303"/>
                </a:cubicBezTo>
                <a:cubicBezTo>
                  <a:pt x="3432820" y="916427"/>
                  <a:pt x="3430802" y="916427"/>
                  <a:pt x="3430802" y="910013"/>
                </a:cubicBezTo>
                <a:cubicBezTo>
                  <a:pt x="3435175" y="921303"/>
                  <a:pt x="3437193" y="913092"/>
                  <a:pt x="3439212" y="917967"/>
                </a:cubicBezTo>
                <a:cubicBezTo>
                  <a:pt x="3441568" y="917967"/>
                  <a:pt x="3435175" y="927719"/>
                  <a:pt x="3441568" y="927719"/>
                </a:cubicBezTo>
                <a:cubicBezTo>
                  <a:pt x="3439212" y="932594"/>
                  <a:pt x="3435175" y="919764"/>
                  <a:pt x="3430802" y="924383"/>
                </a:cubicBezTo>
                <a:cubicBezTo>
                  <a:pt x="3430802" y="929258"/>
                  <a:pt x="3435175" y="927719"/>
                  <a:pt x="3437193" y="929258"/>
                </a:cubicBezTo>
                <a:cubicBezTo>
                  <a:pt x="3437193" y="937470"/>
                  <a:pt x="3432820" y="929258"/>
                  <a:pt x="3430802" y="929258"/>
                </a:cubicBezTo>
                <a:cubicBezTo>
                  <a:pt x="3435175" y="939010"/>
                  <a:pt x="3441568" y="937470"/>
                  <a:pt x="3445604" y="939010"/>
                </a:cubicBezTo>
                <a:cubicBezTo>
                  <a:pt x="3435175" y="943885"/>
                  <a:pt x="3420036" y="940806"/>
                  <a:pt x="3407251" y="939010"/>
                </a:cubicBezTo>
                <a:cubicBezTo>
                  <a:pt x="3401195" y="939010"/>
                  <a:pt x="3394803" y="939010"/>
                  <a:pt x="3388411" y="940806"/>
                </a:cubicBezTo>
                <a:cubicBezTo>
                  <a:pt x="3382018" y="942345"/>
                  <a:pt x="3369234" y="945682"/>
                  <a:pt x="3360823" y="952097"/>
                </a:cubicBezTo>
                <a:cubicBezTo>
                  <a:pt x="3356449" y="950301"/>
                  <a:pt x="3354094" y="943885"/>
                  <a:pt x="3350058" y="940806"/>
                </a:cubicBezTo>
                <a:cubicBezTo>
                  <a:pt x="3345684" y="942345"/>
                  <a:pt x="3347702" y="952097"/>
                  <a:pt x="3343665" y="950301"/>
                </a:cubicBezTo>
                <a:cubicBezTo>
                  <a:pt x="3341647" y="932594"/>
                  <a:pt x="3330880" y="961848"/>
                  <a:pt x="3332900" y="942345"/>
                </a:cubicBezTo>
                <a:cubicBezTo>
                  <a:pt x="3328862" y="952097"/>
                  <a:pt x="3322469" y="955177"/>
                  <a:pt x="3320114" y="960052"/>
                </a:cubicBezTo>
                <a:cubicBezTo>
                  <a:pt x="3316078" y="961848"/>
                  <a:pt x="3313722" y="956972"/>
                  <a:pt x="3313722" y="952097"/>
                </a:cubicBezTo>
                <a:cubicBezTo>
                  <a:pt x="3316078" y="969804"/>
                  <a:pt x="3282098" y="955177"/>
                  <a:pt x="3279743" y="964928"/>
                </a:cubicBezTo>
                <a:cubicBezTo>
                  <a:pt x="3273350" y="960052"/>
                  <a:pt x="3262921" y="963388"/>
                  <a:pt x="3250136" y="964928"/>
                </a:cubicBezTo>
                <a:cubicBezTo>
                  <a:pt x="3250136" y="982891"/>
                  <a:pt x="3273350" y="976475"/>
                  <a:pt x="3277724" y="969804"/>
                </a:cubicBezTo>
                <a:cubicBezTo>
                  <a:pt x="3286134" y="982891"/>
                  <a:pt x="3303293" y="978015"/>
                  <a:pt x="3309685" y="978015"/>
                </a:cubicBezTo>
                <a:cubicBezTo>
                  <a:pt x="3311704" y="986226"/>
                  <a:pt x="3305312" y="981351"/>
                  <a:pt x="3305312" y="989306"/>
                </a:cubicBezTo>
                <a:cubicBezTo>
                  <a:pt x="3305312" y="991102"/>
                  <a:pt x="3305312" y="994182"/>
                  <a:pt x="3305312" y="997517"/>
                </a:cubicBezTo>
                <a:cubicBezTo>
                  <a:pt x="3313722" y="995721"/>
                  <a:pt x="3324488" y="997517"/>
                  <a:pt x="3326507" y="987766"/>
                </a:cubicBezTo>
                <a:cubicBezTo>
                  <a:pt x="3343665" y="992642"/>
                  <a:pt x="3356449" y="984430"/>
                  <a:pt x="3373271" y="1003933"/>
                </a:cubicBezTo>
                <a:cubicBezTo>
                  <a:pt x="3377645" y="1000596"/>
                  <a:pt x="3382018" y="994182"/>
                  <a:pt x="3388411" y="995721"/>
                </a:cubicBezTo>
                <a:cubicBezTo>
                  <a:pt x="3392448" y="999057"/>
                  <a:pt x="3386056" y="1000596"/>
                  <a:pt x="3382018" y="1000596"/>
                </a:cubicBezTo>
                <a:cubicBezTo>
                  <a:pt x="3388411" y="1005472"/>
                  <a:pt x="3394803" y="1008809"/>
                  <a:pt x="3403214" y="1002393"/>
                </a:cubicBezTo>
                <a:cubicBezTo>
                  <a:pt x="3403214" y="995721"/>
                  <a:pt x="3398840" y="1002393"/>
                  <a:pt x="3394803" y="1000596"/>
                </a:cubicBezTo>
                <a:cubicBezTo>
                  <a:pt x="3396822" y="984430"/>
                  <a:pt x="3405233" y="997517"/>
                  <a:pt x="3411625" y="992642"/>
                </a:cubicBezTo>
                <a:cubicBezTo>
                  <a:pt x="3409606" y="997517"/>
                  <a:pt x="3409606" y="999057"/>
                  <a:pt x="3407251" y="999057"/>
                </a:cubicBezTo>
                <a:cubicBezTo>
                  <a:pt x="3415998" y="1007269"/>
                  <a:pt x="3424409" y="1010348"/>
                  <a:pt x="3432820" y="1003933"/>
                </a:cubicBezTo>
                <a:cubicBezTo>
                  <a:pt x="3432820" y="995721"/>
                  <a:pt x="3428783" y="1002393"/>
                  <a:pt x="3428783" y="994182"/>
                </a:cubicBezTo>
                <a:cubicBezTo>
                  <a:pt x="3430802" y="995721"/>
                  <a:pt x="3437193" y="1005472"/>
                  <a:pt x="3435175" y="992642"/>
                </a:cubicBezTo>
                <a:cubicBezTo>
                  <a:pt x="3441568" y="1000596"/>
                  <a:pt x="3447960" y="1000596"/>
                  <a:pt x="3449978" y="991102"/>
                </a:cubicBezTo>
                <a:cubicBezTo>
                  <a:pt x="3451997" y="997517"/>
                  <a:pt x="3456371" y="997517"/>
                  <a:pt x="3460744" y="995721"/>
                </a:cubicBezTo>
                <a:cubicBezTo>
                  <a:pt x="3454352" y="1002393"/>
                  <a:pt x="3447960" y="999057"/>
                  <a:pt x="3437193" y="1007269"/>
                </a:cubicBezTo>
                <a:cubicBezTo>
                  <a:pt x="3443586" y="1017020"/>
                  <a:pt x="3449978" y="1017020"/>
                  <a:pt x="3454352" y="1010348"/>
                </a:cubicBezTo>
                <a:cubicBezTo>
                  <a:pt x="3454352" y="1024975"/>
                  <a:pt x="3473192" y="999057"/>
                  <a:pt x="3481940" y="1024975"/>
                </a:cubicBezTo>
                <a:cubicBezTo>
                  <a:pt x="3496742" y="1015223"/>
                  <a:pt x="3507172" y="1033187"/>
                  <a:pt x="3524330" y="1020099"/>
                </a:cubicBezTo>
                <a:cubicBezTo>
                  <a:pt x="3515919" y="1033187"/>
                  <a:pt x="3535096" y="1024975"/>
                  <a:pt x="3541488" y="1023436"/>
                </a:cubicBezTo>
                <a:cubicBezTo>
                  <a:pt x="3539133" y="1013684"/>
                  <a:pt x="3537115" y="1017020"/>
                  <a:pt x="3532741" y="1013684"/>
                </a:cubicBezTo>
                <a:cubicBezTo>
                  <a:pt x="3535096" y="1018560"/>
                  <a:pt x="3532741" y="1021639"/>
                  <a:pt x="3528704" y="1021639"/>
                </a:cubicBezTo>
                <a:cubicBezTo>
                  <a:pt x="3524330" y="1008809"/>
                  <a:pt x="3537115" y="1005472"/>
                  <a:pt x="3543507" y="1018560"/>
                </a:cubicBezTo>
                <a:cubicBezTo>
                  <a:pt x="3560328" y="1013684"/>
                  <a:pt x="3571095" y="1008809"/>
                  <a:pt x="3592290" y="1021639"/>
                </a:cubicBezTo>
                <a:cubicBezTo>
                  <a:pt x="3594644" y="1018560"/>
                  <a:pt x="3585897" y="1017020"/>
                  <a:pt x="3583879" y="1015223"/>
                </a:cubicBezTo>
                <a:cubicBezTo>
                  <a:pt x="3592290" y="1015223"/>
                  <a:pt x="3613821" y="1005472"/>
                  <a:pt x="3628624" y="1005472"/>
                </a:cubicBezTo>
                <a:cubicBezTo>
                  <a:pt x="3637036" y="995721"/>
                  <a:pt x="3649820" y="1000596"/>
                  <a:pt x="3666641" y="997517"/>
                </a:cubicBezTo>
                <a:cubicBezTo>
                  <a:pt x="3664623" y="995721"/>
                  <a:pt x="3664623" y="995721"/>
                  <a:pt x="3662604" y="995721"/>
                </a:cubicBezTo>
                <a:cubicBezTo>
                  <a:pt x="3694566" y="981351"/>
                  <a:pt x="3728545" y="973139"/>
                  <a:pt x="3751760" y="955177"/>
                </a:cubicBezTo>
                <a:cubicBezTo>
                  <a:pt x="3756133" y="960052"/>
                  <a:pt x="3751760" y="960052"/>
                  <a:pt x="3758152" y="964928"/>
                </a:cubicBezTo>
                <a:cubicBezTo>
                  <a:pt x="3768918" y="971599"/>
                  <a:pt x="3766899" y="958512"/>
                  <a:pt x="3760507" y="953637"/>
                </a:cubicBezTo>
                <a:cubicBezTo>
                  <a:pt x="3770936" y="958512"/>
                  <a:pt x="3779347" y="950301"/>
                  <a:pt x="3788094" y="940806"/>
                </a:cubicBezTo>
                <a:cubicBezTo>
                  <a:pt x="3796505" y="932594"/>
                  <a:pt x="3804916" y="921303"/>
                  <a:pt x="3817701" y="922843"/>
                </a:cubicBezTo>
                <a:lnTo>
                  <a:pt x="3822074" y="926179"/>
                </a:lnTo>
                <a:cubicBezTo>
                  <a:pt x="3822074" y="926179"/>
                  <a:pt x="3822074" y="916427"/>
                  <a:pt x="3828467" y="926179"/>
                </a:cubicBezTo>
                <a:cubicBezTo>
                  <a:pt x="3826111" y="911552"/>
                  <a:pt x="3841251" y="910013"/>
                  <a:pt x="3845288" y="900261"/>
                </a:cubicBezTo>
                <a:cubicBezTo>
                  <a:pt x="3849662" y="900261"/>
                  <a:pt x="3856054" y="903340"/>
                  <a:pt x="3858073" y="908216"/>
                </a:cubicBezTo>
                <a:cubicBezTo>
                  <a:pt x="3860428" y="906676"/>
                  <a:pt x="3860428" y="905137"/>
                  <a:pt x="3862446" y="903340"/>
                </a:cubicBezTo>
                <a:cubicBezTo>
                  <a:pt x="3864465" y="900261"/>
                  <a:pt x="3858073" y="900261"/>
                  <a:pt x="3851680" y="895386"/>
                </a:cubicBezTo>
                <a:cubicBezTo>
                  <a:pt x="3864465" y="893589"/>
                  <a:pt x="3881623" y="895386"/>
                  <a:pt x="3881623" y="885634"/>
                </a:cubicBezTo>
                <a:cubicBezTo>
                  <a:pt x="3888016" y="890510"/>
                  <a:pt x="3890034" y="890510"/>
                  <a:pt x="3894408" y="892049"/>
                </a:cubicBezTo>
                <a:cubicBezTo>
                  <a:pt x="3894408" y="887173"/>
                  <a:pt x="3904837" y="883838"/>
                  <a:pt x="3907192" y="880759"/>
                </a:cubicBezTo>
                <a:cubicBezTo>
                  <a:pt x="3915602" y="887173"/>
                  <a:pt x="3907192" y="887173"/>
                  <a:pt x="3913584" y="892049"/>
                </a:cubicBezTo>
                <a:cubicBezTo>
                  <a:pt x="3921996" y="882298"/>
                  <a:pt x="3955975" y="885634"/>
                  <a:pt x="3955975" y="866132"/>
                </a:cubicBezTo>
                <a:cubicBezTo>
                  <a:pt x="3972797" y="872547"/>
                  <a:pt x="3951601" y="872547"/>
                  <a:pt x="3962368" y="878962"/>
                </a:cubicBezTo>
                <a:cubicBezTo>
                  <a:pt x="3977171" y="875883"/>
                  <a:pt x="3962368" y="849965"/>
                  <a:pt x="3985581" y="851505"/>
                </a:cubicBezTo>
                <a:cubicBezTo>
                  <a:pt x="3989955" y="849965"/>
                  <a:pt x="3979189" y="846629"/>
                  <a:pt x="3979189" y="845089"/>
                </a:cubicBezTo>
                <a:cubicBezTo>
                  <a:pt x="4000720" y="845089"/>
                  <a:pt x="4004758" y="835338"/>
                  <a:pt x="4002739" y="824047"/>
                </a:cubicBezTo>
                <a:cubicBezTo>
                  <a:pt x="4045130" y="841754"/>
                  <a:pt x="4025953" y="807624"/>
                  <a:pt x="4057914" y="809420"/>
                </a:cubicBezTo>
                <a:lnTo>
                  <a:pt x="4061686" y="797973"/>
                </a:lnTo>
                <a:lnTo>
                  <a:pt x="4057624" y="796627"/>
                </a:lnTo>
                <a:cubicBezTo>
                  <a:pt x="4052834" y="796239"/>
                  <a:pt x="4048548" y="795851"/>
                  <a:pt x="4048548" y="792617"/>
                </a:cubicBezTo>
                <a:cubicBezTo>
                  <a:pt x="4031405" y="790806"/>
                  <a:pt x="4029388" y="800637"/>
                  <a:pt x="4031405" y="805552"/>
                </a:cubicBezTo>
                <a:cubicBezTo>
                  <a:pt x="4008211" y="799084"/>
                  <a:pt x="4029388" y="776061"/>
                  <a:pt x="4046532" y="769594"/>
                </a:cubicBezTo>
                <a:cubicBezTo>
                  <a:pt x="4052582" y="771146"/>
                  <a:pt x="4058969" y="774509"/>
                  <a:pt x="4061322" y="771146"/>
                </a:cubicBezTo>
                <a:cubicBezTo>
                  <a:pt x="4076112" y="779424"/>
                  <a:pt x="4061322" y="780976"/>
                  <a:pt x="4063340" y="784340"/>
                </a:cubicBezTo>
                <a:cubicBezTo>
                  <a:pt x="4052582" y="785892"/>
                  <a:pt x="4048548" y="779424"/>
                  <a:pt x="4056952" y="777872"/>
                </a:cubicBezTo>
                <a:cubicBezTo>
                  <a:pt x="4052582" y="776061"/>
                  <a:pt x="4050566" y="779424"/>
                  <a:pt x="4042162" y="776061"/>
                </a:cubicBezTo>
                <a:cubicBezTo>
                  <a:pt x="4037792" y="780976"/>
                  <a:pt x="4046532" y="784340"/>
                  <a:pt x="4046532" y="787702"/>
                </a:cubicBezTo>
                <a:cubicBezTo>
                  <a:pt x="4052750" y="785245"/>
                  <a:pt x="4058044" y="786861"/>
                  <a:pt x="4062036" y="789901"/>
                </a:cubicBezTo>
                <a:lnTo>
                  <a:pt x="4065551" y="794809"/>
                </a:lnTo>
                <a:lnTo>
                  <a:pt x="4079110" y="788378"/>
                </a:lnTo>
                <a:cubicBezTo>
                  <a:pt x="4079110" y="785042"/>
                  <a:pt x="4075072" y="783502"/>
                  <a:pt x="4073054" y="780166"/>
                </a:cubicBezTo>
                <a:cubicBezTo>
                  <a:pt x="4075072" y="775290"/>
                  <a:pt x="4075072" y="780166"/>
                  <a:pt x="4083484" y="781706"/>
                </a:cubicBezTo>
                <a:cubicBezTo>
                  <a:pt x="4085502" y="780166"/>
                  <a:pt x="4077092" y="776830"/>
                  <a:pt x="4079110" y="773751"/>
                </a:cubicBezTo>
                <a:cubicBezTo>
                  <a:pt x="4075072" y="771955"/>
                  <a:pt x="4075072" y="775290"/>
                  <a:pt x="4075072" y="775290"/>
                </a:cubicBezTo>
                <a:cubicBezTo>
                  <a:pt x="4072886" y="770415"/>
                  <a:pt x="4074988" y="766373"/>
                  <a:pt x="4078184" y="762524"/>
                </a:cubicBezTo>
                <a:lnTo>
                  <a:pt x="4082764" y="757028"/>
                </a:lnTo>
                <a:lnTo>
                  <a:pt x="4068158" y="755992"/>
                </a:lnTo>
                <a:cubicBezTo>
                  <a:pt x="4060465" y="755378"/>
                  <a:pt x="4054612" y="754150"/>
                  <a:pt x="4057790" y="750790"/>
                </a:cubicBezTo>
                <a:cubicBezTo>
                  <a:pt x="4045078" y="750790"/>
                  <a:pt x="4049428" y="763971"/>
                  <a:pt x="4049428" y="767072"/>
                </a:cubicBezTo>
                <a:cubicBezTo>
                  <a:pt x="4026012" y="759061"/>
                  <a:pt x="4047420" y="752600"/>
                  <a:pt x="4053440" y="745880"/>
                </a:cubicBezTo>
                <a:cubicBezTo>
                  <a:pt x="4059797" y="747689"/>
                  <a:pt x="4062138" y="749240"/>
                  <a:pt x="4062138" y="750790"/>
                </a:cubicBezTo>
                <a:cubicBezTo>
                  <a:pt x="4070500" y="750790"/>
                  <a:pt x="4074849" y="749240"/>
                  <a:pt x="4076856" y="744330"/>
                </a:cubicBezTo>
                <a:cubicBezTo>
                  <a:pt x="4059797" y="737869"/>
                  <a:pt x="4070500" y="750790"/>
                  <a:pt x="4055782" y="744330"/>
                </a:cubicBezTo>
                <a:cubicBezTo>
                  <a:pt x="4062138" y="739419"/>
                  <a:pt x="4068494" y="734509"/>
                  <a:pt x="4085218" y="737869"/>
                </a:cubicBezTo>
                <a:cubicBezTo>
                  <a:pt x="4091740" y="742714"/>
                  <a:pt x="4077942" y="746688"/>
                  <a:pt x="4080373" y="751860"/>
                </a:cubicBezTo>
                <a:lnTo>
                  <a:pt x="4084800" y="754582"/>
                </a:lnTo>
                <a:lnTo>
                  <a:pt x="4087857" y="750912"/>
                </a:lnTo>
                <a:lnTo>
                  <a:pt x="4088758" y="757013"/>
                </a:lnTo>
                <a:lnTo>
                  <a:pt x="4089566" y="757510"/>
                </a:lnTo>
                <a:lnTo>
                  <a:pt x="4088824" y="757457"/>
                </a:lnTo>
                <a:lnTo>
                  <a:pt x="4089666" y="763166"/>
                </a:lnTo>
                <a:cubicBezTo>
                  <a:pt x="4087773" y="767207"/>
                  <a:pt x="4083484" y="770415"/>
                  <a:pt x="4077092" y="770415"/>
                </a:cubicBezTo>
                <a:cubicBezTo>
                  <a:pt x="4077092" y="771955"/>
                  <a:pt x="4083484" y="773751"/>
                  <a:pt x="4083484" y="775290"/>
                </a:cubicBezTo>
                <a:cubicBezTo>
                  <a:pt x="4096268" y="778627"/>
                  <a:pt x="4104679" y="773751"/>
                  <a:pt x="4094250" y="767079"/>
                </a:cubicBezTo>
                <a:cubicBezTo>
                  <a:pt x="4100642" y="764000"/>
                  <a:pt x="4111070" y="764000"/>
                  <a:pt x="4117464" y="762203"/>
                </a:cubicBezTo>
                <a:cubicBezTo>
                  <a:pt x="4121837" y="757584"/>
                  <a:pt x="4100642" y="754249"/>
                  <a:pt x="4102660" y="750912"/>
                </a:cubicBezTo>
                <a:cubicBezTo>
                  <a:pt x="4141014" y="759124"/>
                  <a:pt x="4117464" y="731666"/>
                  <a:pt x="4145050" y="734745"/>
                </a:cubicBezTo>
                <a:cubicBezTo>
                  <a:pt x="4143032" y="724994"/>
                  <a:pt x="4153798" y="713704"/>
                  <a:pt x="4164227" y="703952"/>
                </a:cubicBezTo>
                <a:cubicBezTo>
                  <a:pt x="4172639" y="710367"/>
                  <a:pt x="4179030" y="710367"/>
                  <a:pt x="4183404" y="705492"/>
                </a:cubicBezTo>
                <a:cubicBezTo>
                  <a:pt x="4183404" y="715243"/>
                  <a:pt x="4164227" y="708828"/>
                  <a:pt x="4177012" y="720119"/>
                </a:cubicBezTo>
                <a:cubicBezTo>
                  <a:pt x="4185423" y="720119"/>
                  <a:pt x="4194170" y="721915"/>
                  <a:pt x="4194170" y="717039"/>
                </a:cubicBezTo>
                <a:cubicBezTo>
                  <a:pt x="4183404" y="720119"/>
                  <a:pt x="4185423" y="715243"/>
                  <a:pt x="4189797" y="710367"/>
                </a:cubicBezTo>
                <a:cubicBezTo>
                  <a:pt x="4191816" y="712164"/>
                  <a:pt x="4198207" y="715243"/>
                  <a:pt x="4204600" y="717039"/>
                </a:cubicBezTo>
                <a:cubicBezTo>
                  <a:pt x="4198207" y="726791"/>
                  <a:pt x="4189797" y="746037"/>
                  <a:pt x="4204600" y="760664"/>
                </a:cubicBezTo>
                <a:cubicBezTo>
                  <a:pt x="4208974" y="755788"/>
                  <a:pt x="4213010" y="749372"/>
                  <a:pt x="4215365" y="746037"/>
                </a:cubicBezTo>
                <a:cubicBezTo>
                  <a:pt x="4208974" y="744497"/>
                  <a:pt x="4204600" y="744497"/>
                  <a:pt x="4202581" y="747833"/>
                </a:cubicBezTo>
                <a:cubicBezTo>
                  <a:pt x="4196188" y="746037"/>
                  <a:pt x="4204600" y="742958"/>
                  <a:pt x="4202581" y="741161"/>
                </a:cubicBezTo>
                <a:cubicBezTo>
                  <a:pt x="4210992" y="747833"/>
                  <a:pt x="4213010" y="741161"/>
                  <a:pt x="4223777" y="742958"/>
                </a:cubicBezTo>
                <a:cubicBezTo>
                  <a:pt x="4223777" y="742958"/>
                  <a:pt x="4223777" y="742958"/>
                  <a:pt x="4221758" y="750912"/>
                </a:cubicBezTo>
                <a:lnTo>
                  <a:pt x="4229276" y="751148"/>
                </a:lnTo>
                <a:lnTo>
                  <a:pt x="4235788" y="739185"/>
                </a:lnTo>
                <a:cubicBezTo>
                  <a:pt x="4237370" y="734137"/>
                  <a:pt x="4237370" y="729699"/>
                  <a:pt x="4235204" y="726484"/>
                </a:cubicBezTo>
                <a:cubicBezTo>
                  <a:pt x="4247860" y="723141"/>
                  <a:pt x="4247860" y="719797"/>
                  <a:pt x="4258516" y="719797"/>
                </a:cubicBezTo>
                <a:cubicBezTo>
                  <a:pt x="4245860" y="721597"/>
                  <a:pt x="4264510" y="737802"/>
                  <a:pt x="4241532" y="736002"/>
                </a:cubicBezTo>
                <a:lnTo>
                  <a:pt x="4241434" y="738291"/>
                </a:lnTo>
                <a:lnTo>
                  <a:pt x="4245430" y="739966"/>
                </a:lnTo>
                <a:cubicBezTo>
                  <a:pt x="4245529" y="740504"/>
                  <a:pt x="4244530" y="741001"/>
                  <a:pt x="4243332" y="741610"/>
                </a:cubicBezTo>
                <a:lnTo>
                  <a:pt x="4241037" y="747569"/>
                </a:lnTo>
                <a:lnTo>
                  <a:pt x="4241026" y="747835"/>
                </a:lnTo>
                <a:lnTo>
                  <a:pt x="4251643" y="748041"/>
                </a:lnTo>
                <a:cubicBezTo>
                  <a:pt x="4257966" y="746454"/>
                  <a:pt x="4253551" y="740391"/>
                  <a:pt x="4260112" y="738082"/>
                </a:cubicBezTo>
                <a:cubicBezTo>
                  <a:pt x="4278952" y="746037"/>
                  <a:pt x="4262130" y="754249"/>
                  <a:pt x="4262130" y="760664"/>
                </a:cubicBezTo>
                <a:cubicBezTo>
                  <a:pt x="4262130" y="765539"/>
                  <a:pt x="4272560" y="767079"/>
                  <a:pt x="4260112" y="770415"/>
                </a:cubicBezTo>
                <a:cubicBezTo>
                  <a:pt x="4266167" y="773751"/>
                  <a:pt x="4270541" y="783502"/>
                  <a:pt x="4270541" y="791457"/>
                </a:cubicBezTo>
                <a:cubicBezTo>
                  <a:pt x="4266167" y="789917"/>
                  <a:pt x="4266167" y="788378"/>
                  <a:pt x="4262130" y="786582"/>
                </a:cubicBezTo>
                <a:cubicBezTo>
                  <a:pt x="4258934" y="790687"/>
                  <a:pt x="4261037" y="794793"/>
                  <a:pt x="4265788" y="798675"/>
                </a:cubicBezTo>
                <a:lnTo>
                  <a:pt x="4274140" y="803263"/>
                </a:lnTo>
                <a:lnTo>
                  <a:pt x="4276540" y="799084"/>
                </a:lnTo>
                <a:cubicBezTo>
                  <a:pt x="4280524" y="795204"/>
                  <a:pt x="4287475" y="790741"/>
                  <a:pt x="4289680" y="789966"/>
                </a:cubicBezTo>
                <a:cubicBezTo>
                  <a:pt x="4309006" y="798244"/>
                  <a:pt x="4274761" y="799796"/>
                  <a:pt x="4281203" y="804711"/>
                </a:cubicBezTo>
                <a:lnTo>
                  <a:pt x="4275738" y="804141"/>
                </a:lnTo>
                <a:lnTo>
                  <a:pt x="4285344" y="809420"/>
                </a:lnTo>
                <a:cubicBezTo>
                  <a:pt x="4291736" y="809420"/>
                  <a:pt x="4283325" y="804544"/>
                  <a:pt x="4291736" y="803005"/>
                </a:cubicBezTo>
                <a:cubicBezTo>
                  <a:pt x="4289718" y="814296"/>
                  <a:pt x="4302502" y="809420"/>
                  <a:pt x="4313268" y="820711"/>
                </a:cubicBezTo>
                <a:cubicBezTo>
                  <a:pt x="4308894" y="830462"/>
                  <a:pt x="4296110" y="841754"/>
                  <a:pt x="4315287" y="845089"/>
                </a:cubicBezTo>
                <a:cubicBezTo>
                  <a:pt x="4313268" y="859716"/>
                  <a:pt x="4300484" y="866132"/>
                  <a:pt x="4313268" y="877422"/>
                </a:cubicBezTo>
                <a:cubicBezTo>
                  <a:pt x="4287698" y="880759"/>
                  <a:pt x="4300484" y="898465"/>
                  <a:pt x="4302502" y="910013"/>
                </a:cubicBezTo>
                <a:lnTo>
                  <a:pt x="4307036" y="907888"/>
                </a:lnTo>
                <a:lnTo>
                  <a:pt x="4306398" y="906762"/>
                </a:lnTo>
                <a:cubicBezTo>
                  <a:pt x="4306836" y="904102"/>
                  <a:pt x="4309113" y="901746"/>
                  <a:pt x="4313212" y="901149"/>
                </a:cubicBezTo>
                <a:lnTo>
                  <a:pt x="4317174" y="901737"/>
                </a:lnTo>
                <a:lnTo>
                  <a:pt x="4321678" y="893589"/>
                </a:lnTo>
                <a:cubicBezTo>
                  <a:pt x="4332108" y="896925"/>
                  <a:pt x="4332108" y="906676"/>
                  <a:pt x="4325716" y="906676"/>
                </a:cubicBezTo>
                <a:cubicBezTo>
                  <a:pt x="4325716" y="910013"/>
                  <a:pt x="4332108" y="913092"/>
                  <a:pt x="4338500" y="916427"/>
                </a:cubicBezTo>
                <a:cubicBezTo>
                  <a:pt x="4353640" y="911552"/>
                  <a:pt x="4338500" y="895386"/>
                  <a:pt x="4357676" y="895386"/>
                </a:cubicBezTo>
                <a:cubicBezTo>
                  <a:pt x="4357676" y="903340"/>
                  <a:pt x="4357676" y="922843"/>
                  <a:pt x="4349267" y="935931"/>
                </a:cubicBezTo>
                <a:cubicBezTo>
                  <a:pt x="4347248" y="942345"/>
                  <a:pt x="4321678" y="955177"/>
                  <a:pt x="4340855" y="955177"/>
                </a:cubicBezTo>
                <a:cubicBezTo>
                  <a:pt x="4344892" y="963388"/>
                  <a:pt x="4308894" y="968264"/>
                  <a:pt x="4338500" y="981351"/>
                </a:cubicBezTo>
                <a:cubicBezTo>
                  <a:pt x="4319660" y="1010348"/>
                  <a:pt x="4306876" y="1036523"/>
                  <a:pt x="4283325" y="1070395"/>
                </a:cubicBezTo>
                <a:cubicBezTo>
                  <a:pt x="4289718" y="1073731"/>
                  <a:pt x="4289718" y="1065520"/>
                  <a:pt x="4294092" y="1063980"/>
                </a:cubicBezTo>
                <a:cubicBezTo>
                  <a:pt x="4298128" y="1071935"/>
                  <a:pt x="4298128" y="1062441"/>
                  <a:pt x="4306876" y="1068856"/>
                </a:cubicBezTo>
                <a:cubicBezTo>
                  <a:pt x="4298128" y="1070395"/>
                  <a:pt x="4291736" y="1073731"/>
                  <a:pt x="4281307" y="1073731"/>
                </a:cubicBezTo>
                <a:cubicBezTo>
                  <a:pt x="4283325" y="1093234"/>
                  <a:pt x="4240935" y="1099649"/>
                  <a:pt x="4255738" y="1120692"/>
                </a:cubicBezTo>
                <a:cubicBezTo>
                  <a:pt x="4244972" y="1124027"/>
                  <a:pt x="4240935" y="1125567"/>
                  <a:pt x="4251364" y="1131983"/>
                </a:cubicBezTo>
                <a:cubicBezTo>
                  <a:pt x="4232187" y="1135319"/>
                  <a:pt x="4240935" y="1153025"/>
                  <a:pt x="4226132" y="1157900"/>
                </a:cubicBezTo>
                <a:cubicBezTo>
                  <a:pt x="4251364" y="1174324"/>
                  <a:pt x="4255738" y="1145070"/>
                  <a:pt x="4272560" y="1141734"/>
                </a:cubicBezTo>
                <a:cubicBezTo>
                  <a:pt x="4269531" y="1155206"/>
                  <a:pt x="4250796" y="1165792"/>
                  <a:pt x="4239773" y="1179119"/>
                </a:cubicBezTo>
                <a:lnTo>
                  <a:pt x="4235254" y="1187728"/>
                </a:lnTo>
                <a:lnTo>
                  <a:pt x="4239498" y="1191120"/>
                </a:lnTo>
                <a:cubicBezTo>
                  <a:pt x="4241251" y="1197268"/>
                  <a:pt x="4227611" y="1202798"/>
                  <a:pt x="4221237" y="1202798"/>
                </a:cubicBezTo>
                <a:lnTo>
                  <a:pt x="4223223" y="1197891"/>
                </a:lnTo>
                <a:lnTo>
                  <a:pt x="4202581" y="1207844"/>
                </a:lnTo>
                <a:cubicBezTo>
                  <a:pt x="4192488" y="1213971"/>
                  <a:pt x="4183404" y="1220514"/>
                  <a:pt x="4179030" y="1224620"/>
                </a:cubicBezTo>
                <a:cubicBezTo>
                  <a:pt x="4187778" y="1231035"/>
                  <a:pt x="4196188" y="1231035"/>
                  <a:pt x="4204600" y="1224620"/>
                </a:cubicBezTo>
                <a:cubicBezTo>
                  <a:pt x="4208974" y="1229239"/>
                  <a:pt x="4196188" y="1231035"/>
                  <a:pt x="4196188" y="1234115"/>
                </a:cubicBezTo>
                <a:lnTo>
                  <a:pt x="4190262" y="1232613"/>
                </a:lnTo>
                <a:lnTo>
                  <a:pt x="4179550" y="1243713"/>
                </a:lnTo>
                <a:cubicBezTo>
                  <a:pt x="4177208" y="1247590"/>
                  <a:pt x="4174616" y="1251273"/>
                  <a:pt x="4167258" y="1253727"/>
                </a:cubicBezTo>
                <a:lnTo>
                  <a:pt x="4162636" y="1246088"/>
                </a:lnTo>
                <a:lnTo>
                  <a:pt x="4155733" y="1249832"/>
                </a:lnTo>
                <a:cubicBezTo>
                  <a:pt x="4146734" y="1253681"/>
                  <a:pt x="4136640" y="1257723"/>
                  <a:pt x="4132266" y="1268244"/>
                </a:cubicBezTo>
                <a:cubicBezTo>
                  <a:pt x="4132266" y="1268244"/>
                  <a:pt x="4132266" y="1268244"/>
                  <a:pt x="4128228" y="1263369"/>
                </a:cubicBezTo>
                <a:cubicBezTo>
                  <a:pt x="4102660" y="1277995"/>
                  <a:pt x="4077092" y="1287747"/>
                  <a:pt x="4051522" y="1297498"/>
                </a:cubicBezTo>
                <a:cubicBezTo>
                  <a:pt x="4028309" y="1308789"/>
                  <a:pt x="4002739" y="1317001"/>
                  <a:pt x="3977171" y="1326495"/>
                </a:cubicBezTo>
                <a:cubicBezTo>
                  <a:pt x="3945209" y="1341122"/>
                  <a:pt x="3902818" y="1365500"/>
                  <a:pt x="3858073" y="1368836"/>
                </a:cubicBezTo>
                <a:cubicBezTo>
                  <a:pt x="3854036" y="1376792"/>
                  <a:pt x="3868838" y="1380127"/>
                  <a:pt x="3872876" y="1378587"/>
                </a:cubicBezTo>
                <a:cubicBezTo>
                  <a:pt x="3866484" y="1383463"/>
                  <a:pt x="3847643" y="1391418"/>
                  <a:pt x="3836878" y="1393214"/>
                </a:cubicBezTo>
                <a:cubicBezTo>
                  <a:pt x="3830485" y="1383463"/>
                  <a:pt x="3843269" y="1393214"/>
                  <a:pt x="3841251" y="1386543"/>
                </a:cubicBezTo>
                <a:cubicBezTo>
                  <a:pt x="3838896" y="1380127"/>
                  <a:pt x="3832504" y="1388339"/>
                  <a:pt x="3828467" y="1388339"/>
                </a:cubicBezTo>
                <a:cubicBezTo>
                  <a:pt x="3824093" y="1389879"/>
                  <a:pt x="3830485" y="1391418"/>
                  <a:pt x="3830485" y="1394754"/>
                </a:cubicBezTo>
                <a:cubicBezTo>
                  <a:pt x="3779347" y="1410921"/>
                  <a:pt x="3738974" y="1415797"/>
                  <a:pt x="3690192" y="1431963"/>
                </a:cubicBezTo>
                <a:cubicBezTo>
                  <a:pt x="3704996" y="1449926"/>
                  <a:pt x="3738974" y="1412717"/>
                  <a:pt x="3749741" y="1433759"/>
                </a:cubicBezTo>
                <a:cubicBezTo>
                  <a:pt x="3732583" y="1427087"/>
                  <a:pt x="3728545" y="1443254"/>
                  <a:pt x="3715761" y="1441714"/>
                </a:cubicBezTo>
                <a:cubicBezTo>
                  <a:pt x="3724172" y="1454802"/>
                  <a:pt x="3738974" y="1438635"/>
                  <a:pt x="3741330" y="1435299"/>
                </a:cubicBezTo>
                <a:cubicBezTo>
                  <a:pt x="3741330" y="1435299"/>
                  <a:pt x="3741330" y="1435299"/>
                  <a:pt x="3745367" y="1443254"/>
                </a:cubicBezTo>
                <a:cubicBezTo>
                  <a:pt x="3745367" y="1435299"/>
                  <a:pt x="3749741" y="1436838"/>
                  <a:pt x="3758152" y="1436838"/>
                </a:cubicBezTo>
                <a:cubicBezTo>
                  <a:pt x="3754114" y="1431963"/>
                  <a:pt x="3756133" y="1431963"/>
                  <a:pt x="3756133" y="1420672"/>
                </a:cubicBezTo>
                <a:cubicBezTo>
                  <a:pt x="3766899" y="1425548"/>
                  <a:pt x="3775310" y="1414257"/>
                  <a:pt x="3779347" y="1425548"/>
                </a:cubicBezTo>
                <a:cubicBezTo>
                  <a:pt x="3792131" y="1427087"/>
                  <a:pt x="3783721" y="1415797"/>
                  <a:pt x="3794487" y="1415797"/>
                </a:cubicBezTo>
                <a:cubicBezTo>
                  <a:pt x="3800879" y="1422212"/>
                  <a:pt x="3792131" y="1422212"/>
                  <a:pt x="3794487" y="1427087"/>
                </a:cubicBezTo>
                <a:cubicBezTo>
                  <a:pt x="3802898" y="1427087"/>
                  <a:pt x="3798524" y="1422212"/>
                  <a:pt x="3804916" y="1420672"/>
                </a:cubicBezTo>
                <a:cubicBezTo>
                  <a:pt x="3802898" y="1417336"/>
                  <a:pt x="3796505" y="1420672"/>
                  <a:pt x="3796505" y="1412717"/>
                </a:cubicBezTo>
                <a:cubicBezTo>
                  <a:pt x="3806934" y="1410921"/>
                  <a:pt x="3824093" y="1412717"/>
                  <a:pt x="3832504" y="1402966"/>
                </a:cubicBezTo>
                <a:cubicBezTo>
                  <a:pt x="3832504" y="1409381"/>
                  <a:pt x="3834859" y="1406045"/>
                  <a:pt x="3838896" y="1414257"/>
                </a:cubicBezTo>
                <a:cubicBezTo>
                  <a:pt x="3843269" y="1414257"/>
                  <a:pt x="3843269" y="1412204"/>
                  <a:pt x="3843269" y="1409959"/>
                </a:cubicBezTo>
                <a:lnTo>
                  <a:pt x="3843836" y="1409253"/>
                </a:lnTo>
                <a:lnTo>
                  <a:pt x="3892431" y="1398250"/>
                </a:lnTo>
                <a:cubicBezTo>
                  <a:pt x="3907613" y="1393599"/>
                  <a:pt x="3921996" y="1388339"/>
                  <a:pt x="3936798" y="1383463"/>
                </a:cubicBezTo>
                <a:cubicBezTo>
                  <a:pt x="3966404" y="1373712"/>
                  <a:pt x="3991973" y="1360625"/>
                  <a:pt x="4021916" y="1350873"/>
                </a:cubicBezTo>
                <a:cubicBezTo>
                  <a:pt x="4025953" y="1347794"/>
                  <a:pt x="4017542" y="1349334"/>
                  <a:pt x="4019560" y="1342919"/>
                </a:cubicBezTo>
                <a:cubicBezTo>
                  <a:pt x="4030328" y="1338043"/>
                  <a:pt x="4036719" y="1326495"/>
                  <a:pt x="4049504" y="1338043"/>
                </a:cubicBezTo>
                <a:cubicBezTo>
                  <a:pt x="4057914" y="1329831"/>
                  <a:pt x="4073054" y="1331371"/>
                  <a:pt x="4070699" y="1317001"/>
                </a:cubicBezTo>
                <a:cubicBezTo>
                  <a:pt x="4081466" y="1323416"/>
                  <a:pt x="4081466" y="1308789"/>
                  <a:pt x="4089876" y="1317001"/>
                </a:cubicBezTo>
                <a:cubicBezTo>
                  <a:pt x="4094250" y="1313665"/>
                  <a:pt x="4089876" y="1308789"/>
                  <a:pt x="4087857" y="1303914"/>
                </a:cubicBezTo>
                <a:cubicBezTo>
                  <a:pt x="4096268" y="1303914"/>
                  <a:pt x="4130248" y="1300577"/>
                  <a:pt x="4121837" y="1289287"/>
                </a:cubicBezTo>
                <a:cubicBezTo>
                  <a:pt x="4143032" y="1294162"/>
                  <a:pt x="4147406" y="1276456"/>
                  <a:pt x="4160190" y="1282871"/>
                </a:cubicBezTo>
                <a:cubicBezTo>
                  <a:pt x="4162208" y="1277995"/>
                  <a:pt x="4168601" y="1274660"/>
                  <a:pt x="4157836" y="1266704"/>
                </a:cubicBezTo>
                <a:cubicBezTo>
                  <a:pt x="4160190" y="1266704"/>
                  <a:pt x="4162208" y="1269784"/>
                  <a:pt x="4166583" y="1273120"/>
                </a:cubicBezTo>
                <a:cubicBezTo>
                  <a:pt x="4179030" y="1256953"/>
                  <a:pt x="4200563" y="1243866"/>
                  <a:pt x="4221758" y="1232575"/>
                </a:cubicBezTo>
                <a:cubicBezTo>
                  <a:pt x="4234542" y="1226159"/>
                  <a:pt x="4244972" y="1219744"/>
                  <a:pt x="4255738" y="1213072"/>
                </a:cubicBezTo>
                <a:lnTo>
                  <a:pt x="4257524" y="1211196"/>
                </a:lnTo>
                <a:lnTo>
                  <a:pt x="4255926" y="1209719"/>
                </a:lnTo>
                <a:cubicBezTo>
                  <a:pt x="4252010" y="1207532"/>
                  <a:pt x="4249926" y="1205158"/>
                  <a:pt x="4257260" y="1199662"/>
                </a:cubicBezTo>
                <a:lnTo>
                  <a:pt x="4263685" y="1204727"/>
                </a:lnTo>
                <a:lnTo>
                  <a:pt x="4278952" y="1188694"/>
                </a:lnTo>
                <a:cubicBezTo>
                  <a:pt x="4287698" y="1200242"/>
                  <a:pt x="4287698" y="1182279"/>
                  <a:pt x="4296110" y="1188694"/>
                </a:cubicBezTo>
                <a:cubicBezTo>
                  <a:pt x="4344892" y="1130443"/>
                  <a:pt x="4402424" y="1081687"/>
                  <a:pt x="4447169" y="1026515"/>
                </a:cubicBezTo>
                <a:cubicBezTo>
                  <a:pt x="4425636" y="1063980"/>
                  <a:pt x="4396031" y="1102985"/>
                  <a:pt x="4359696" y="1138398"/>
                </a:cubicBezTo>
                <a:cubicBezTo>
                  <a:pt x="4342706" y="1155463"/>
                  <a:pt x="4323614" y="1171693"/>
                  <a:pt x="4303974" y="1186320"/>
                </a:cubicBezTo>
                <a:lnTo>
                  <a:pt x="4266535" y="1210623"/>
                </a:lnTo>
                <a:lnTo>
                  <a:pt x="4265594" y="1218651"/>
                </a:lnTo>
                <a:lnTo>
                  <a:pt x="4260879" y="1214295"/>
                </a:lnTo>
                <a:lnTo>
                  <a:pt x="4252157" y="1219956"/>
                </a:lnTo>
                <a:lnTo>
                  <a:pt x="4252960" y="1226561"/>
                </a:lnTo>
                <a:cubicBezTo>
                  <a:pt x="4253984" y="1229747"/>
                  <a:pt x="4255207" y="1232282"/>
                  <a:pt x="4255482" y="1233705"/>
                </a:cubicBezTo>
                <a:lnTo>
                  <a:pt x="4252692" y="1234127"/>
                </a:lnTo>
                <a:lnTo>
                  <a:pt x="4255738" y="1238990"/>
                </a:lnTo>
                <a:cubicBezTo>
                  <a:pt x="4244972" y="1235911"/>
                  <a:pt x="4236561" y="1238990"/>
                  <a:pt x="4234542" y="1243866"/>
                </a:cubicBezTo>
                <a:cubicBezTo>
                  <a:pt x="4226132" y="1238990"/>
                  <a:pt x="4217384" y="1245662"/>
                  <a:pt x="4210992" y="1253617"/>
                </a:cubicBezTo>
                <a:cubicBezTo>
                  <a:pt x="4213010" y="1256953"/>
                  <a:pt x="4217384" y="1260032"/>
                  <a:pt x="4219403" y="1258493"/>
                </a:cubicBezTo>
                <a:cubicBezTo>
                  <a:pt x="4210992" y="1258493"/>
                  <a:pt x="4202581" y="1261829"/>
                  <a:pt x="4198207" y="1268244"/>
                </a:cubicBezTo>
                <a:cubicBezTo>
                  <a:pt x="4191816" y="1273120"/>
                  <a:pt x="4187778" y="1279535"/>
                  <a:pt x="4185423" y="1287747"/>
                </a:cubicBezTo>
                <a:cubicBezTo>
                  <a:pt x="4185423" y="1287747"/>
                  <a:pt x="4185423" y="1287747"/>
                  <a:pt x="4179030" y="1281331"/>
                </a:cubicBezTo>
                <a:cubicBezTo>
                  <a:pt x="4168601" y="1295958"/>
                  <a:pt x="4147406" y="1310328"/>
                  <a:pt x="4121837" y="1310328"/>
                </a:cubicBezTo>
                <a:cubicBezTo>
                  <a:pt x="4132266" y="1320080"/>
                  <a:pt x="4132266" y="1313665"/>
                  <a:pt x="4141014" y="1323416"/>
                </a:cubicBezTo>
                <a:cubicBezTo>
                  <a:pt x="4132266" y="1321876"/>
                  <a:pt x="4125874" y="1317001"/>
                  <a:pt x="4117464" y="1315204"/>
                </a:cubicBezTo>
                <a:cubicBezTo>
                  <a:pt x="4100642" y="1324955"/>
                  <a:pt x="4083484" y="1336247"/>
                  <a:pt x="4066662" y="1345998"/>
                </a:cubicBezTo>
                <a:cubicBezTo>
                  <a:pt x="4049504" y="1354209"/>
                  <a:pt x="4028309" y="1360625"/>
                  <a:pt x="4002739" y="1363960"/>
                </a:cubicBezTo>
                <a:cubicBezTo>
                  <a:pt x="4004758" y="1368836"/>
                  <a:pt x="4009132" y="1367297"/>
                  <a:pt x="4013506" y="1365500"/>
                </a:cubicBezTo>
                <a:cubicBezTo>
                  <a:pt x="3989955" y="1373712"/>
                  <a:pt x="3966404" y="1383463"/>
                  <a:pt x="3941172" y="1393214"/>
                </a:cubicBezTo>
                <a:cubicBezTo>
                  <a:pt x="3917622" y="1404506"/>
                  <a:pt x="3894408" y="1417336"/>
                  <a:pt x="3866484" y="1427087"/>
                </a:cubicBezTo>
                <a:cubicBezTo>
                  <a:pt x="3841251" y="1436838"/>
                  <a:pt x="3815682" y="1449926"/>
                  <a:pt x="3790113" y="1457881"/>
                </a:cubicBezTo>
                <a:cubicBezTo>
                  <a:pt x="3762525" y="1466093"/>
                  <a:pt x="3734938" y="1474304"/>
                  <a:pt x="3709369" y="1479180"/>
                </a:cubicBezTo>
                <a:cubicBezTo>
                  <a:pt x="3702976" y="1479180"/>
                  <a:pt x="3702976" y="1482259"/>
                  <a:pt x="3704996" y="1488675"/>
                </a:cubicBezTo>
                <a:cubicBezTo>
                  <a:pt x="3656212" y="1482259"/>
                  <a:pt x="3605074" y="1506637"/>
                  <a:pt x="3569076" y="1522804"/>
                </a:cubicBezTo>
                <a:cubicBezTo>
                  <a:pt x="3569076" y="1522804"/>
                  <a:pt x="3569076" y="1522804"/>
                  <a:pt x="3568781" y="1521393"/>
                </a:cubicBezTo>
                <a:lnTo>
                  <a:pt x="3567028" y="1512988"/>
                </a:lnTo>
                <a:lnTo>
                  <a:pt x="3566294" y="1514030"/>
                </a:lnTo>
                <a:lnTo>
                  <a:pt x="3564926" y="1512348"/>
                </a:lnTo>
                <a:lnTo>
                  <a:pt x="3538713" y="1524537"/>
                </a:lnTo>
                <a:cubicBezTo>
                  <a:pt x="3528620" y="1528193"/>
                  <a:pt x="3517938" y="1531016"/>
                  <a:pt x="3507172" y="1532555"/>
                </a:cubicBezTo>
                <a:lnTo>
                  <a:pt x="3496753" y="1533869"/>
                </a:lnTo>
                <a:lnTo>
                  <a:pt x="3500195" y="1534800"/>
                </a:lnTo>
                <a:cubicBezTo>
                  <a:pt x="3505147" y="1534928"/>
                  <a:pt x="3510129" y="1534174"/>
                  <a:pt x="3515050" y="1533469"/>
                </a:cubicBezTo>
                <a:lnTo>
                  <a:pt x="3518613" y="1533211"/>
                </a:lnTo>
                <a:lnTo>
                  <a:pt x="3519993" y="1532032"/>
                </a:lnTo>
                <a:lnTo>
                  <a:pt x="3519292" y="1533163"/>
                </a:lnTo>
                <a:lnTo>
                  <a:pt x="3529525" y="1532426"/>
                </a:lnTo>
                <a:cubicBezTo>
                  <a:pt x="3534225" y="1532746"/>
                  <a:pt x="3538766" y="1534046"/>
                  <a:pt x="3543055" y="1537254"/>
                </a:cubicBezTo>
                <a:cubicBezTo>
                  <a:pt x="3585441" y="1521084"/>
                  <a:pt x="3628164" y="1538794"/>
                  <a:pt x="3666178" y="1522624"/>
                </a:cubicBezTo>
                <a:cubicBezTo>
                  <a:pt x="3666178" y="1522624"/>
                  <a:pt x="3666178" y="1522624"/>
                  <a:pt x="3672570" y="1530837"/>
                </a:cubicBezTo>
                <a:cubicBezTo>
                  <a:pt x="3688548" y="1524293"/>
                  <a:pt x="3705620" y="1524293"/>
                  <a:pt x="3721600" y="1523876"/>
                </a:cubicBezTo>
                <a:lnTo>
                  <a:pt x="3741568" y="1522297"/>
                </a:lnTo>
                <a:lnTo>
                  <a:pt x="3742279" y="1520384"/>
                </a:lnTo>
                <a:lnTo>
                  <a:pt x="3751629" y="1519272"/>
                </a:lnTo>
                <a:lnTo>
                  <a:pt x="3764070" y="1514411"/>
                </a:lnTo>
                <a:cubicBezTo>
                  <a:pt x="3776853" y="1527501"/>
                  <a:pt x="3785263" y="1506454"/>
                  <a:pt x="3794009" y="1521084"/>
                </a:cubicBezTo>
                <a:cubicBezTo>
                  <a:pt x="3794009" y="1521084"/>
                  <a:pt x="3794009" y="1521084"/>
                  <a:pt x="3798046" y="1511330"/>
                </a:cubicBezTo>
                <a:cubicBezTo>
                  <a:pt x="3808812" y="1521084"/>
                  <a:pt x="3815203" y="1511330"/>
                  <a:pt x="3827986" y="1509791"/>
                </a:cubicBezTo>
                <a:cubicBezTo>
                  <a:pt x="3838415" y="1509791"/>
                  <a:pt x="3851198" y="1509791"/>
                  <a:pt x="3863981" y="1507994"/>
                </a:cubicBezTo>
                <a:cubicBezTo>
                  <a:pt x="3874746" y="1507994"/>
                  <a:pt x="3885174" y="1506454"/>
                  <a:pt x="3885174" y="1500037"/>
                </a:cubicBezTo>
                <a:cubicBezTo>
                  <a:pt x="3897958" y="1500037"/>
                  <a:pt x="3908723" y="1496701"/>
                  <a:pt x="3919488" y="1495161"/>
                </a:cubicBezTo>
                <a:cubicBezTo>
                  <a:pt x="3919488" y="1495161"/>
                  <a:pt x="3919488" y="1495161"/>
                  <a:pt x="3951109" y="1486947"/>
                </a:cubicBezTo>
                <a:cubicBezTo>
                  <a:pt x="3961874" y="1483867"/>
                  <a:pt x="3970284" y="1480530"/>
                  <a:pt x="3981049" y="1478990"/>
                </a:cubicBezTo>
                <a:cubicBezTo>
                  <a:pt x="3991477" y="1475654"/>
                  <a:pt x="4002242" y="1475654"/>
                  <a:pt x="4013006" y="1474114"/>
                </a:cubicBezTo>
                <a:cubicBezTo>
                  <a:pt x="4013006" y="1470777"/>
                  <a:pt x="4010652" y="1469237"/>
                  <a:pt x="4010652" y="1467440"/>
                </a:cubicBezTo>
                <a:cubicBezTo>
                  <a:pt x="4021416" y="1465901"/>
                  <a:pt x="4034200" y="1465901"/>
                  <a:pt x="4046984" y="1462564"/>
                </a:cubicBezTo>
                <a:cubicBezTo>
                  <a:pt x="4057412" y="1459484"/>
                  <a:pt x="4066158" y="1454607"/>
                  <a:pt x="4072550" y="1446394"/>
                </a:cubicBezTo>
                <a:cubicBezTo>
                  <a:pt x="4072550" y="1446394"/>
                  <a:pt x="4072550" y="1446394"/>
                  <a:pt x="4087352" y="1454607"/>
                </a:cubicBezTo>
                <a:cubicBezTo>
                  <a:pt x="4089370" y="1443057"/>
                  <a:pt x="4100134" y="1443057"/>
                  <a:pt x="4108544" y="1444854"/>
                </a:cubicBezTo>
                <a:cubicBezTo>
                  <a:pt x="4106526" y="1441517"/>
                  <a:pt x="4104172" y="1439977"/>
                  <a:pt x="4102153" y="1438437"/>
                </a:cubicBezTo>
                <a:cubicBezTo>
                  <a:pt x="4104172" y="1435100"/>
                  <a:pt x="4121328" y="1443057"/>
                  <a:pt x="4121328" y="1438437"/>
                </a:cubicBezTo>
                <a:cubicBezTo>
                  <a:pt x="4127720" y="1431764"/>
                  <a:pt x="4134112" y="1425347"/>
                  <a:pt x="4144540" y="1420471"/>
                </a:cubicBezTo>
                <a:cubicBezTo>
                  <a:pt x="4155305" y="1417133"/>
                  <a:pt x="4166070" y="1414054"/>
                  <a:pt x="4178516" y="1410717"/>
                </a:cubicBezTo>
                <a:cubicBezTo>
                  <a:pt x="4174480" y="1414054"/>
                  <a:pt x="4172125" y="1409177"/>
                  <a:pt x="4168088" y="1404300"/>
                </a:cubicBezTo>
                <a:cubicBezTo>
                  <a:pt x="4182890" y="1402760"/>
                  <a:pt x="4195673" y="1397883"/>
                  <a:pt x="4206101" y="1389670"/>
                </a:cubicBezTo>
                <a:cubicBezTo>
                  <a:pt x="4216866" y="1383253"/>
                  <a:pt x="4225612" y="1375040"/>
                  <a:pt x="4236040" y="1367083"/>
                </a:cubicBezTo>
                <a:cubicBezTo>
                  <a:pt x="4242432" y="1367083"/>
                  <a:pt x="4244450" y="1370164"/>
                  <a:pt x="4250842" y="1370164"/>
                </a:cubicBezTo>
                <a:cubicBezTo>
                  <a:pt x="4242432" y="1360410"/>
                  <a:pt x="4255216" y="1362207"/>
                  <a:pt x="4246806" y="1353993"/>
                </a:cubicBezTo>
                <a:cubicBezTo>
                  <a:pt x="4267998" y="1357330"/>
                  <a:pt x="4261607" y="1345780"/>
                  <a:pt x="4278427" y="1345780"/>
                </a:cubicBezTo>
                <a:cubicBezTo>
                  <a:pt x="4272036" y="1332946"/>
                  <a:pt x="4299958" y="1324733"/>
                  <a:pt x="4308368" y="1313440"/>
                </a:cubicBezTo>
                <a:cubicBezTo>
                  <a:pt x="4329560" y="1319857"/>
                  <a:pt x="4319132" y="1293933"/>
                  <a:pt x="4340325" y="1292393"/>
                </a:cubicBezTo>
                <a:cubicBezTo>
                  <a:pt x="4337970" y="1287517"/>
                  <a:pt x="4331579" y="1289056"/>
                  <a:pt x="4327542" y="1285977"/>
                </a:cubicBezTo>
                <a:cubicBezTo>
                  <a:pt x="4331579" y="1284179"/>
                  <a:pt x="4348735" y="1285977"/>
                  <a:pt x="4337970" y="1276223"/>
                </a:cubicBezTo>
                <a:cubicBezTo>
                  <a:pt x="4357145" y="1269550"/>
                  <a:pt x="4363536" y="1256716"/>
                  <a:pt x="4369928" y="1246963"/>
                </a:cubicBezTo>
                <a:cubicBezTo>
                  <a:pt x="4380694" y="1243626"/>
                  <a:pt x="4380694" y="1254920"/>
                  <a:pt x="4391122" y="1251839"/>
                </a:cubicBezTo>
                <a:cubicBezTo>
                  <a:pt x="4387086" y="1237210"/>
                  <a:pt x="4384730" y="1225916"/>
                  <a:pt x="4395496" y="1211286"/>
                </a:cubicBezTo>
                <a:cubicBezTo>
                  <a:pt x="4406260" y="1214623"/>
                  <a:pt x="4395496" y="1217703"/>
                  <a:pt x="4401887" y="1222579"/>
                </a:cubicBezTo>
                <a:cubicBezTo>
                  <a:pt x="4410297" y="1219499"/>
                  <a:pt x="4412652" y="1225916"/>
                  <a:pt x="4421062" y="1224376"/>
                </a:cubicBezTo>
                <a:cubicBezTo>
                  <a:pt x="4414670" y="1214623"/>
                  <a:pt x="4412652" y="1204869"/>
                  <a:pt x="4425098" y="1203073"/>
                </a:cubicBezTo>
                <a:cubicBezTo>
                  <a:pt x="4425098" y="1204869"/>
                  <a:pt x="4416688" y="1211286"/>
                  <a:pt x="4427454" y="1212826"/>
                </a:cubicBezTo>
                <a:cubicBezTo>
                  <a:pt x="4433845" y="1206409"/>
                  <a:pt x="4440236" y="1198196"/>
                  <a:pt x="4433845" y="1188442"/>
                </a:cubicBezTo>
                <a:cubicBezTo>
                  <a:pt x="4440236" y="1186903"/>
                  <a:pt x="4442255" y="1190239"/>
                  <a:pt x="4450665" y="1186903"/>
                </a:cubicBezTo>
                <a:cubicBezTo>
                  <a:pt x="4448646" y="1180486"/>
                  <a:pt x="4459411" y="1177149"/>
                  <a:pt x="4442255" y="1170732"/>
                </a:cubicBezTo>
                <a:cubicBezTo>
                  <a:pt x="4465802" y="1164316"/>
                  <a:pt x="4455038" y="1151226"/>
                  <a:pt x="4461430" y="1141473"/>
                </a:cubicBezTo>
                <a:cubicBezTo>
                  <a:pt x="4457056" y="1136596"/>
                  <a:pt x="4446628" y="1146349"/>
                  <a:pt x="4442255" y="1139932"/>
                </a:cubicBezTo>
                <a:cubicBezTo>
                  <a:pt x="4450665" y="1133516"/>
                  <a:pt x="4465802" y="1143012"/>
                  <a:pt x="4465802" y="1135056"/>
                </a:cubicBezTo>
                <a:cubicBezTo>
                  <a:pt x="4459411" y="1135056"/>
                  <a:pt x="4442255" y="1126842"/>
                  <a:pt x="4457056" y="1123762"/>
                </a:cubicBezTo>
                <a:cubicBezTo>
                  <a:pt x="4461430" y="1126842"/>
                  <a:pt x="4463448" y="1130179"/>
                  <a:pt x="4467821" y="1130179"/>
                </a:cubicBezTo>
                <a:cubicBezTo>
                  <a:pt x="4476231" y="1122094"/>
                  <a:pt x="4482034" y="1114009"/>
                  <a:pt x="4486028" y="1105507"/>
                </a:cubicBezTo>
                <a:lnTo>
                  <a:pt x="4491246" y="1086238"/>
                </a:lnTo>
                <a:lnTo>
                  <a:pt x="4495406" y="1086289"/>
                </a:lnTo>
                <a:cubicBezTo>
                  <a:pt x="4503816" y="1076535"/>
                  <a:pt x="4522990" y="1055488"/>
                  <a:pt x="4506170" y="1052409"/>
                </a:cubicBezTo>
                <a:cubicBezTo>
                  <a:pt x="4512226" y="1050612"/>
                  <a:pt x="4510208" y="1047532"/>
                  <a:pt x="4512226" y="1045735"/>
                </a:cubicBezTo>
                <a:cubicBezTo>
                  <a:pt x="4514580" y="1047532"/>
                  <a:pt x="4518617" y="1050612"/>
                  <a:pt x="4522990" y="1047532"/>
                </a:cubicBezTo>
                <a:cubicBezTo>
                  <a:pt x="4512226" y="1042655"/>
                  <a:pt x="4529383" y="1040859"/>
                  <a:pt x="4516599" y="1036239"/>
                </a:cubicBezTo>
                <a:cubicBezTo>
                  <a:pt x="4514580" y="1039319"/>
                  <a:pt x="4512226" y="1040859"/>
                  <a:pt x="4510208" y="1044195"/>
                </a:cubicBezTo>
                <a:cubicBezTo>
                  <a:pt x="4497424" y="1034442"/>
                  <a:pt x="4533756" y="1037779"/>
                  <a:pt x="4522990" y="1026229"/>
                </a:cubicBezTo>
                <a:cubicBezTo>
                  <a:pt x="4535774" y="1024688"/>
                  <a:pt x="4525009" y="1018272"/>
                  <a:pt x="4533756" y="1014935"/>
                </a:cubicBezTo>
                <a:cubicBezTo>
                  <a:pt x="4542166" y="1018272"/>
                  <a:pt x="4533756" y="1024688"/>
                  <a:pt x="4542166" y="1021352"/>
                </a:cubicBezTo>
                <a:cubicBezTo>
                  <a:pt x="4550576" y="1010058"/>
                  <a:pt x="4554949" y="998765"/>
                  <a:pt x="4548558" y="985932"/>
                </a:cubicBezTo>
                <a:cubicBezTo>
                  <a:pt x="4552931" y="987472"/>
                  <a:pt x="4556968" y="987472"/>
                  <a:pt x="4561341" y="987472"/>
                </a:cubicBezTo>
                <a:cubicBezTo>
                  <a:pt x="4556968" y="984135"/>
                  <a:pt x="4565714" y="982595"/>
                  <a:pt x="4561341" y="977718"/>
                </a:cubicBezTo>
                <a:cubicBezTo>
                  <a:pt x="4556968" y="976178"/>
                  <a:pt x="4552931" y="977718"/>
                  <a:pt x="4548558" y="976178"/>
                </a:cubicBezTo>
                <a:cubicBezTo>
                  <a:pt x="4556968" y="971301"/>
                  <a:pt x="4559322" y="966425"/>
                  <a:pt x="4561341" y="961548"/>
                </a:cubicBezTo>
                <a:cubicBezTo>
                  <a:pt x="4559154" y="962318"/>
                  <a:pt x="4554865" y="962318"/>
                  <a:pt x="4551922" y="961708"/>
                </a:cubicBezTo>
                <a:lnTo>
                  <a:pt x="4550908" y="961248"/>
                </a:lnTo>
                <a:lnTo>
                  <a:pt x="4546010" y="968525"/>
                </a:lnTo>
                <a:cubicBezTo>
                  <a:pt x="4539676" y="964385"/>
                  <a:pt x="4541760" y="958241"/>
                  <a:pt x="4545969" y="951710"/>
                </a:cubicBezTo>
                <a:lnTo>
                  <a:pt x="4547892" y="948812"/>
                </a:lnTo>
                <a:lnTo>
                  <a:pt x="4544682" y="947153"/>
                </a:lnTo>
                <a:cubicBezTo>
                  <a:pt x="4544384" y="944764"/>
                  <a:pt x="4546522" y="941998"/>
                  <a:pt x="4550801" y="940489"/>
                </a:cubicBezTo>
                <a:lnTo>
                  <a:pt x="4551886" y="942797"/>
                </a:lnTo>
                <a:lnTo>
                  <a:pt x="4558678" y="932567"/>
                </a:lnTo>
                <a:cubicBezTo>
                  <a:pt x="4560678" y="938258"/>
                  <a:pt x="4560094" y="944790"/>
                  <a:pt x="4557720" y="951128"/>
                </a:cubicBezTo>
                <a:lnTo>
                  <a:pt x="4552914" y="958267"/>
                </a:lnTo>
                <a:lnTo>
                  <a:pt x="4560684" y="958452"/>
                </a:lnTo>
                <a:cubicBezTo>
                  <a:pt x="4565966" y="955805"/>
                  <a:pt x="4559659" y="946084"/>
                  <a:pt x="4567732" y="943582"/>
                </a:cubicBezTo>
                <a:cubicBezTo>
                  <a:pt x="4574124" y="942041"/>
                  <a:pt x="4578160" y="949998"/>
                  <a:pt x="4584552" y="948458"/>
                </a:cubicBezTo>
                <a:cubicBezTo>
                  <a:pt x="4571769" y="940501"/>
                  <a:pt x="4584552" y="935625"/>
                  <a:pt x="4582534" y="928951"/>
                </a:cubicBezTo>
                <a:cubicBezTo>
                  <a:pt x="4567732" y="933828"/>
                  <a:pt x="4571769" y="920994"/>
                  <a:pt x="4574124" y="917658"/>
                </a:cubicBezTo>
                <a:cubicBezTo>
                  <a:pt x="4578160" y="922535"/>
                  <a:pt x="4584552" y="927411"/>
                  <a:pt x="4597336" y="922535"/>
                </a:cubicBezTo>
                <a:cubicBezTo>
                  <a:pt x="4595317" y="919454"/>
                  <a:pt x="4582534" y="916118"/>
                  <a:pt x="4588926" y="912781"/>
                </a:cubicBezTo>
                <a:cubicBezTo>
                  <a:pt x="4612474" y="919454"/>
                  <a:pt x="4612474" y="891735"/>
                  <a:pt x="4614492" y="881981"/>
                </a:cubicBezTo>
                <a:cubicBezTo>
                  <a:pt x="4612474" y="883521"/>
                  <a:pt x="4608100" y="885318"/>
                  <a:pt x="4603727" y="881981"/>
                </a:cubicBezTo>
                <a:cubicBezTo>
                  <a:pt x="4618865" y="875564"/>
                  <a:pt x="4606082" y="878644"/>
                  <a:pt x="4606082" y="872228"/>
                </a:cubicBezTo>
                <a:cubicBezTo>
                  <a:pt x="4606082" y="872228"/>
                  <a:pt x="4606082" y="872228"/>
                  <a:pt x="4620884" y="865811"/>
                </a:cubicBezTo>
                <a:cubicBezTo>
                  <a:pt x="4627276" y="872228"/>
                  <a:pt x="4633668" y="867351"/>
                  <a:pt x="4642078" y="869147"/>
                </a:cubicBezTo>
                <a:cubicBezTo>
                  <a:pt x="4633668" y="878644"/>
                  <a:pt x="4629294" y="880441"/>
                  <a:pt x="4637704" y="890194"/>
                </a:cubicBezTo>
                <a:cubicBezTo>
                  <a:pt x="4616510" y="896611"/>
                  <a:pt x="4631312" y="896611"/>
                  <a:pt x="4612474" y="906365"/>
                </a:cubicBezTo>
                <a:cubicBezTo>
                  <a:pt x="4622902" y="904825"/>
                  <a:pt x="4627276" y="912781"/>
                  <a:pt x="4622902" y="917658"/>
                </a:cubicBezTo>
                <a:cubicBezTo>
                  <a:pt x="4618865" y="916118"/>
                  <a:pt x="4616510" y="911241"/>
                  <a:pt x="4612474" y="912781"/>
                </a:cubicBezTo>
                <a:cubicBezTo>
                  <a:pt x="4616510" y="916118"/>
                  <a:pt x="4597336" y="916118"/>
                  <a:pt x="4603727" y="920994"/>
                </a:cubicBezTo>
                <a:cubicBezTo>
                  <a:pt x="4614492" y="924075"/>
                  <a:pt x="4622902" y="920994"/>
                  <a:pt x="4631312" y="927411"/>
                </a:cubicBezTo>
                <a:cubicBezTo>
                  <a:pt x="4620884" y="932288"/>
                  <a:pt x="4614492" y="919454"/>
                  <a:pt x="4603727" y="927411"/>
                </a:cubicBezTo>
                <a:cubicBezTo>
                  <a:pt x="4618865" y="935625"/>
                  <a:pt x="4582534" y="942041"/>
                  <a:pt x="4601708" y="949998"/>
                </a:cubicBezTo>
                <a:cubicBezTo>
                  <a:pt x="4610118" y="948458"/>
                  <a:pt x="4620884" y="942041"/>
                  <a:pt x="4627276" y="946918"/>
                </a:cubicBezTo>
                <a:cubicBezTo>
                  <a:pt x="4612474" y="951794"/>
                  <a:pt x="4614492" y="953335"/>
                  <a:pt x="4599690" y="951794"/>
                </a:cubicBezTo>
                <a:cubicBezTo>
                  <a:pt x="4616510" y="966425"/>
                  <a:pt x="4599690" y="981055"/>
                  <a:pt x="4593298" y="995429"/>
                </a:cubicBezTo>
                <a:cubicBezTo>
                  <a:pt x="4595317" y="993888"/>
                  <a:pt x="4597336" y="993888"/>
                  <a:pt x="4599690" y="997225"/>
                </a:cubicBezTo>
                <a:cubicBezTo>
                  <a:pt x="4606082" y="993888"/>
                  <a:pt x="4597336" y="990808"/>
                  <a:pt x="4608100" y="989012"/>
                </a:cubicBezTo>
                <a:cubicBezTo>
                  <a:pt x="4616510" y="997225"/>
                  <a:pt x="4590944" y="997225"/>
                  <a:pt x="4590944" y="1003641"/>
                </a:cubicBezTo>
                <a:cubicBezTo>
                  <a:pt x="4599690" y="1003641"/>
                  <a:pt x="4606082" y="1005182"/>
                  <a:pt x="4601708" y="1011855"/>
                </a:cubicBezTo>
                <a:cubicBezTo>
                  <a:pt x="4593298" y="1002101"/>
                  <a:pt x="4593298" y="1013395"/>
                  <a:pt x="4578160" y="1014935"/>
                </a:cubicBezTo>
                <a:cubicBezTo>
                  <a:pt x="4586907" y="1026229"/>
                  <a:pt x="4561341" y="1053948"/>
                  <a:pt x="4584552" y="1062162"/>
                </a:cubicBezTo>
                <a:cubicBezTo>
                  <a:pt x="4576142" y="1066782"/>
                  <a:pt x="4574124" y="1062162"/>
                  <a:pt x="4567732" y="1062162"/>
                </a:cubicBezTo>
                <a:cubicBezTo>
                  <a:pt x="4565714" y="1071659"/>
                  <a:pt x="4552931" y="1081412"/>
                  <a:pt x="4559322" y="1091166"/>
                </a:cubicBezTo>
                <a:cubicBezTo>
                  <a:pt x="4554949" y="1088086"/>
                  <a:pt x="4550576" y="1084749"/>
                  <a:pt x="4546540" y="1086289"/>
                </a:cubicBezTo>
                <a:cubicBezTo>
                  <a:pt x="4546540" y="1091166"/>
                  <a:pt x="4542166" y="1094502"/>
                  <a:pt x="4550576" y="1099379"/>
                </a:cubicBezTo>
                <a:cubicBezTo>
                  <a:pt x="4556968" y="1097838"/>
                  <a:pt x="4561341" y="1094502"/>
                  <a:pt x="4565714" y="1096042"/>
                </a:cubicBezTo>
                <a:cubicBezTo>
                  <a:pt x="4559322" y="1099379"/>
                  <a:pt x="4567732" y="1104255"/>
                  <a:pt x="4556968" y="1107592"/>
                </a:cubicBezTo>
                <a:cubicBezTo>
                  <a:pt x="4550576" y="1100919"/>
                  <a:pt x="4544184" y="1099379"/>
                  <a:pt x="4535774" y="1104255"/>
                </a:cubicBezTo>
                <a:cubicBezTo>
                  <a:pt x="4550576" y="1117089"/>
                  <a:pt x="4506170" y="1125302"/>
                  <a:pt x="4531402" y="1136596"/>
                </a:cubicBezTo>
                <a:cubicBezTo>
                  <a:pt x="4529383" y="1139932"/>
                  <a:pt x="4527364" y="1141473"/>
                  <a:pt x="4520972" y="1139932"/>
                </a:cubicBezTo>
                <a:cubicBezTo>
                  <a:pt x="4531402" y="1144809"/>
                  <a:pt x="4516599" y="1149685"/>
                  <a:pt x="4527364" y="1149685"/>
                </a:cubicBezTo>
                <a:cubicBezTo>
                  <a:pt x="4529383" y="1147889"/>
                  <a:pt x="4529383" y="1144809"/>
                  <a:pt x="4535774" y="1146349"/>
                </a:cubicBezTo>
                <a:cubicBezTo>
                  <a:pt x="4531402" y="1154562"/>
                  <a:pt x="4516599" y="1160979"/>
                  <a:pt x="4510208" y="1167396"/>
                </a:cubicBezTo>
                <a:cubicBezTo>
                  <a:pt x="4514580" y="1165856"/>
                  <a:pt x="4516599" y="1169192"/>
                  <a:pt x="4518617" y="1169192"/>
                </a:cubicBezTo>
                <a:cubicBezTo>
                  <a:pt x="4525009" y="1167396"/>
                  <a:pt x="4525009" y="1165856"/>
                  <a:pt x="4529383" y="1164316"/>
                </a:cubicBezTo>
                <a:cubicBezTo>
                  <a:pt x="4535774" y="1183566"/>
                  <a:pt x="4495406" y="1193319"/>
                  <a:pt x="4508189" y="1216163"/>
                </a:cubicBezTo>
                <a:cubicBezTo>
                  <a:pt x="4495406" y="1219499"/>
                  <a:pt x="4508189" y="1211286"/>
                  <a:pt x="4499779" y="1212826"/>
                </a:cubicBezTo>
                <a:cubicBezTo>
                  <a:pt x="4484641" y="1221039"/>
                  <a:pt x="4484641" y="1232332"/>
                  <a:pt x="4474212" y="1240546"/>
                </a:cubicBezTo>
                <a:cubicBezTo>
                  <a:pt x="4489014" y="1256716"/>
                  <a:pt x="4435863" y="1261593"/>
                  <a:pt x="4459411" y="1274426"/>
                </a:cubicBezTo>
                <a:cubicBezTo>
                  <a:pt x="4440236" y="1271346"/>
                  <a:pt x="4457056" y="1287517"/>
                  <a:pt x="4433845" y="1287517"/>
                </a:cubicBezTo>
                <a:cubicBezTo>
                  <a:pt x="4444273" y="1297270"/>
                  <a:pt x="4431490" y="1298810"/>
                  <a:pt x="4429472" y="1303686"/>
                </a:cubicBezTo>
                <a:cubicBezTo>
                  <a:pt x="4412652" y="1298810"/>
                  <a:pt x="4403906" y="1314980"/>
                  <a:pt x="4416688" y="1326273"/>
                </a:cubicBezTo>
                <a:cubicBezTo>
                  <a:pt x="4408278" y="1329610"/>
                  <a:pt x="4408278" y="1324733"/>
                  <a:pt x="4401887" y="1323193"/>
                </a:cubicBezTo>
                <a:cubicBezTo>
                  <a:pt x="4406260" y="1329610"/>
                  <a:pt x="4387086" y="1326273"/>
                  <a:pt x="4393477" y="1331150"/>
                </a:cubicBezTo>
                <a:cubicBezTo>
                  <a:pt x="4399868" y="1332946"/>
                  <a:pt x="4408278" y="1340903"/>
                  <a:pt x="4399868" y="1340903"/>
                </a:cubicBezTo>
                <a:cubicBezTo>
                  <a:pt x="4395496" y="1339363"/>
                  <a:pt x="4395496" y="1331150"/>
                  <a:pt x="4389104" y="1331150"/>
                </a:cubicBezTo>
                <a:cubicBezTo>
                  <a:pt x="4378339" y="1332946"/>
                  <a:pt x="4393477" y="1345780"/>
                  <a:pt x="4389104" y="1349117"/>
                </a:cubicBezTo>
                <a:cubicBezTo>
                  <a:pt x="4380694" y="1345780"/>
                  <a:pt x="4380694" y="1345780"/>
                  <a:pt x="4371946" y="1347576"/>
                </a:cubicBezTo>
                <a:cubicBezTo>
                  <a:pt x="4380694" y="1357330"/>
                  <a:pt x="4369928" y="1360410"/>
                  <a:pt x="4378339" y="1370164"/>
                </a:cubicBezTo>
                <a:cubicBezTo>
                  <a:pt x="4380694" y="1368624"/>
                  <a:pt x="4384730" y="1368624"/>
                  <a:pt x="4389104" y="1371703"/>
                </a:cubicBezTo>
                <a:cubicBezTo>
                  <a:pt x="4387086" y="1371703"/>
                  <a:pt x="4382712" y="1371703"/>
                  <a:pt x="4382712" y="1373500"/>
                </a:cubicBezTo>
                <a:cubicBezTo>
                  <a:pt x="4387086" y="1376580"/>
                  <a:pt x="4395496" y="1375040"/>
                  <a:pt x="4397514" y="1378376"/>
                </a:cubicBezTo>
                <a:cubicBezTo>
                  <a:pt x="4378339" y="1381457"/>
                  <a:pt x="4397514" y="1389670"/>
                  <a:pt x="4374302" y="1391210"/>
                </a:cubicBezTo>
                <a:cubicBezTo>
                  <a:pt x="4369928" y="1386333"/>
                  <a:pt x="4387086" y="1381457"/>
                  <a:pt x="4367910" y="1381457"/>
                </a:cubicBezTo>
                <a:cubicBezTo>
                  <a:pt x="4361518" y="1375040"/>
                  <a:pt x="4380694" y="1373500"/>
                  <a:pt x="4369928" y="1370164"/>
                </a:cubicBezTo>
                <a:cubicBezTo>
                  <a:pt x="4363536" y="1371703"/>
                  <a:pt x="4367910" y="1378376"/>
                  <a:pt x="4350754" y="1375040"/>
                </a:cubicBezTo>
                <a:cubicBezTo>
                  <a:pt x="4359164" y="1384793"/>
                  <a:pt x="4344362" y="1381457"/>
                  <a:pt x="4350754" y="1388130"/>
                </a:cubicBezTo>
                <a:cubicBezTo>
                  <a:pt x="4359164" y="1389670"/>
                  <a:pt x="4355126" y="1384793"/>
                  <a:pt x="4361518" y="1384793"/>
                </a:cubicBezTo>
                <a:cubicBezTo>
                  <a:pt x="4361518" y="1389670"/>
                  <a:pt x="4369928" y="1389670"/>
                  <a:pt x="4374302" y="1391210"/>
                </a:cubicBezTo>
                <a:cubicBezTo>
                  <a:pt x="4378339" y="1397883"/>
                  <a:pt x="4374302" y="1400964"/>
                  <a:pt x="4365555" y="1400964"/>
                </a:cubicBezTo>
                <a:cubicBezTo>
                  <a:pt x="4363536" y="1397883"/>
                  <a:pt x="4363536" y="1393007"/>
                  <a:pt x="4359164" y="1393007"/>
                </a:cubicBezTo>
                <a:cubicBezTo>
                  <a:pt x="4359164" y="1394547"/>
                  <a:pt x="4355126" y="1394547"/>
                  <a:pt x="4355126" y="1396087"/>
                </a:cubicBezTo>
                <a:cubicBezTo>
                  <a:pt x="4355126" y="1399424"/>
                  <a:pt x="4357734" y="1400643"/>
                  <a:pt x="4360341" y="1401637"/>
                </a:cubicBezTo>
                <a:lnTo>
                  <a:pt x="4363946" y="1404543"/>
                </a:lnTo>
                <a:lnTo>
                  <a:pt x="4396031" y="1391418"/>
                </a:lnTo>
                <a:cubicBezTo>
                  <a:pt x="4398218" y="1387441"/>
                  <a:pt x="4401918" y="1384618"/>
                  <a:pt x="4406418" y="1383816"/>
                </a:cubicBezTo>
                <a:lnTo>
                  <a:pt x="4421008" y="1388163"/>
                </a:lnTo>
                <a:lnTo>
                  <a:pt x="4422281" y="1387039"/>
                </a:lnTo>
                <a:cubicBezTo>
                  <a:pt x="4427285" y="1384408"/>
                  <a:pt x="4434686" y="1382355"/>
                  <a:pt x="4437882" y="1381457"/>
                </a:cubicBezTo>
                <a:cubicBezTo>
                  <a:pt x="4450665" y="1375040"/>
                  <a:pt x="4442255" y="1357330"/>
                  <a:pt x="4457056" y="1360410"/>
                </a:cubicBezTo>
                <a:cubicBezTo>
                  <a:pt x="4455038" y="1363747"/>
                  <a:pt x="4457056" y="1368624"/>
                  <a:pt x="4450665" y="1370164"/>
                </a:cubicBezTo>
                <a:cubicBezTo>
                  <a:pt x="4474633" y="1372666"/>
                  <a:pt x="4465108" y="1354089"/>
                  <a:pt x="4473182" y="1344645"/>
                </a:cubicBezTo>
                <a:lnTo>
                  <a:pt x="4488506" y="1339533"/>
                </a:lnTo>
                <a:lnTo>
                  <a:pt x="4489108" y="1338484"/>
                </a:lnTo>
                <a:lnTo>
                  <a:pt x="4490482" y="1325599"/>
                </a:lnTo>
                <a:cubicBezTo>
                  <a:pt x="4499422" y="1312654"/>
                  <a:pt x="4524590" y="1302018"/>
                  <a:pt x="4510208" y="1292393"/>
                </a:cubicBezTo>
                <a:cubicBezTo>
                  <a:pt x="4518617" y="1292393"/>
                  <a:pt x="4514580" y="1287517"/>
                  <a:pt x="4522990" y="1287517"/>
                </a:cubicBezTo>
                <a:cubicBezTo>
                  <a:pt x="4514580" y="1282639"/>
                  <a:pt x="4525009" y="1268010"/>
                  <a:pt x="4542166" y="1274426"/>
                </a:cubicBezTo>
                <a:cubicBezTo>
                  <a:pt x="4548558" y="1261593"/>
                  <a:pt x="4540148" y="1245423"/>
                  <a:pt x="4559322" y="1237210"/>
                </a:cubicBezTo>
                <a:cubicBezTo>
                  <a:pt x="4565714" y="1237210"/>
                  <a:pt x="4565714" y="1245423"/>
                  <a:pt x="4571769" y="1245423"/>
                </a:cubicBezTo>
                <a:cubicBezTo>
                  <a:pt x="4571769" y="1242086"/>
                  <a:pt x="4571769" y="1233873"/>
                  <a:pt x="4561341" y="1237210"/>
                </a:cubicBezTo>
                <a:cubicBezTo>
                  <a:pt x="4561341" y="1221039"/>
                  <a:pt x="4588926" y="1211286"/>
                  <a:pt x="4582534" y="1193319"/>
                </a:cubicBezTo>
                <a:cubicBezTo>
                  <a:pt x="4593298" y="1195116"/>
                  <a:pt x="4597336" y="1186903"/>
                  <a:pt x="4584552" y="1183566"/>
                </a:cubicBezTo>
                <a:cubicBezTo>
                  <a:pt x="4590944" y="1180486"/>
                  <a:pt x="4593298" y="1183566"/>
                  <a:pt x="4597336" y="1183566"/>
                </a:cubicBezTo>
                <a:cubicBezTo>
                  <a:pt x="4597336" y="1177149"/>
                  <a:pt x="4614492" y="1169192"/>
                  <a:pt x="4597336" y="1164316"/>
                </a:cubicBezTo>
                <a:cubicBezTo>
                  <a:pt x="4603727" y="1159439"/>
                  <a:pt x="4606082" y="1152766"/>
                  <a:pt x="4610118" y="1147889"/>
                </a:cubicBezTo>
                <a:cubicBezTo>
                  <a:pt x="4640059" y="1144809"/>
                  <a:pt x="4627276" y="1107592"/>
                  <a:pt x="4659234" y="1092962"/>
                </a:cubicBezTo>
                <a:cubicBezTo>
                  <a:pt x="4642078" y="1071659"/>
                  <a:pt x="4695228" y="1057286"/>
                  <a:pt x="4671680" y="1036239"/>
                </a:cubicBezTo>
                <a:cubicBezTo>
                  <a:pt x="4686818" y="1032902"/>
                  <a:pt x="4671680" y="1028025"/>
                  <a:pt x="4682445" y="1026229"/>
                </a:cubicBezTo>
                <a:cubicBezTo>
                  <a:pt x="4690855" y="1037779"/>
                  <a:pt x="4678072" y="1052409"/>
                  <a:pt x="4680427" y="1068579"/>
                </a:cubicBezTo>
                <a:cubicBezTo>
                  <a:pt x="4684464" y="1068579"/>
                  <a:pt x="4690855" y="1071659"/>
                  <a:pt x="4697246" y="1071659"/>
                </a:cubicBezTo>
                <a:cubicBezTo>
                  <a:pt x="4701620" y="1066782"/>
                  <a:pt x="4701620" y="1063702"/>
                  <a:pt x="4693210" y="1057286"/>
                </a:cubicBezTo>
                <a:cubicBezTo>
                  <a:pt x="4703638" y="1050612"/>
                  <a:pt x="4705993" y="1068579"/>
                  <a:pt x="4716422" y="1058826"/>
                </a:cubicBezTo>
                <a:cubicBezTo>
                  <a:pt x="4703638" y="1057286"/>
                  <a:pt x="4720794" y="1040859"/>
                  <a:pt x="4699602" y="1044195"/>
                </a:cubicBezTo>
                <a:cubicBezTo>
                  <a:pt x="4714403" y="1037779"/>
                  <a:pt x="4699602" y="1029565"/>
                  <a:pt x="4710030" y="1026229"/>
                </a:cubicBezTo>
                <a:cubicBezTo>
                  <a:pt x="4695228" y="1029565"/>
                  <a:pt x="4699602" y="1023148"/>
                  <a:pt x="4686818" y="1021352"/>
                </a:cubicBezTo>
                <a:cubicBezTo>
                  <a:pt x="4703638" y="1013395"/>
                  <a:pt x="4697246" y="1005182"/>
                  <a:pt x="4690855" y="998765"/>
                </a:cubicBezTo>
                <a:cubicBezTo>
                  <a:pt x="4697246" y="993888"/>
                  <a:pt x="4701620" y="1000305"/>
                  <a:pt x="4708012" y="997225"/>
                </a:cubicBezTo>
                <a:cubicBezTo>
                  <a:pt x="4705993" y="987472"/>
                  <a:pt x="4710030" y="969505"/>
                  <a:pt x="4722813" y="966425"/>
                </a:cubicBezTo>
                <a:cubicBezTo>
                  <a:pt x="4716422" y="972841"/>
                  <a:pt x="4724832" y="981055"/>
                  <a:pt x="4720794" y="989012"/>
                </a:cubicBezTo>
                <a:cubicBezTo>
                  <a:pt x="4729204" y="984135"/>
                  <a:pt x="4735596" y="990808"/>
                  <a:pt x="4744006" y="982595"/>
                </a:cubicBezTo>
                <a:cubicBezTo>
                  <a:pt x="4733578" y="982595"/>
                  <a:pt x="4739970" y="977718"/>
                  <a:pt x="4731223" y="972841"/>
                </a:cubicBezTo>
                <a:cubicBezTo>
                  <a:pt x="4750398" y="976178"/>
                  <a:pt x="4771927" y="940501"/>
                  <a:pt x="4756789" y="933828"/>
                </a:cubicBezTo>
                <a:cubicBezTo>
                  <a:pt x="4765536" y="927411"/>
                  <a:pt x="4767554" y="937165"/>
                  <a:pt x="4773946" y="930748"/>
                </a:cubicBezTo>
                <a:cubicBezTo>
                  <a:pt x="4771927" y="928951"/>
                  <a:pt x="4773946" y="927411"/>
                  <a:pt x="4771927" y="925871"/>
                </a:cubicBezTo>
                <a:cubicBezTo>
                  <a:pt x="4761162" y="924075"/>
                  <a:pt x="4754771" y="920994"/>
                  <a:pt x="4744006" y="927411"/>
                </a:cubicBezTo>
                <a:cubicBezTo>
                  <a:pt x="4748380" y="922535"/>
                  <a:pt x="4748380" y="917658"/>
                  <a:pt x="4748380" y="912781"/>
                </a:cubicBezTo>
                <a:cubicBezTo>
                  <a:pt x="4737614" y="914578"/>
                  <a:pt x="4739970" y="924075"/>
                  <a:pt x="4731223" y="920994"/>
                </a:cubicBezTo>
                <a:cubicBezTo>
                  <a:pt x="4746361" y="916118"/>
                  <a:pt x="4727186" y="909701"/>
                  <a:pt x="4741988" y="904825"/>
                </a:cubicBezTo>
                <a:cubicBezTo>
                  <a:pt x="4754771" y="907904"/>
                  <a:pt x="4750398" y="914578"/>
                  <a:pt x="4761162" y="914578"/>
                </a:cubicBezTo>
                <a:cubicBezTo>
                  <a:pt x="4769572" y="909701"/>
                  <a:pt x="4758808" y="903028"/>
                  <a:pt x="4767554" y="898151"/>
                </a:cubicBezTo>
                <a:lnTo>
                  <a:pt x="4769695" y="898171"/>
                </a:lnTo>
                <a:lnTo>
                  <a:pt x="4770322" y="896821"/>
                </a:lnTo>
                <a:cubicBezTo>
                  <a:pt x="4772996" y="892741"/>
                  <a:pt x="4776731" y="888271"/>
                  <a:pt x="4776731" y="885033"/>
                </a:cubicBezTo>
                <a:cubicBezTo>
                  <a:pt x="4779958" y="885810"/>
                  <a:pt x="4781719" y="887316"/>
                  <a:pt x="4782409" y="889190"/>
                </a:cubicBezTo>
                <a:lnTo>
                  <a:pt x="4782314" y="889995"/>
                </a:lnTo>
                <a:lnTo>
                  <a:pt x="4787528" y="887724"/>
                </a:lnTo>
                <a:cubicBezTo>
                  <a:pt x="4792028" y="887307"/>
                  <a:pt x="4797326" y="886858"/>
                  <a:pt x="4801531" y="883521"/>
                </a:cubicBezTo>
                <a:cubicBezTo>
                  <a:pt x="4799513" y="880441"/>
                  <a:pt x="4801531" y="877104"/>
                  <a:pt x="4795140" y="875564"/>
                </a:cubicBezTo>
                <a:cubicBezTo>
                  <a:pt x="4788748" y="875564"/>
                  <a:pt x="4793121" y="885318"/>
                  <a:pt x="4784375" y="880441"/>
                </a:cubicBezTo>
                <a:lnTo>
                  <a:pt x="4787878" y="869242"/>
                </a:lnTo>
                <a:lnTo>
                  <a:pt x="4783894" y="861159"/>
                </a:lnTo>
                <a:cubicBezTo>
                  <a:pt x="4781742" y="849244"/>
                  <a:pt x="4786632" y="831562"/>
                  <a:pt x="4801494" y="837520"/>
                </a:cubicBezTo>
                <a:lnTo>
                  <a:pt x="4797182" y="848145"/>
                </a:lnTo>
                <a:lnTo>
                  <a:pt x="4805484" y="863597"/>
                </a:lnTo>
                <a:cubicBezTo>
                  <a:pt x="4808428" y="868250"/>
                  <a:pt x="4811118" y="873126"/>
                  <a:pt x="4812296" y="880441"/>
                </a:cubicBezTo>
                <a:cubicBezTo>
                  <a:pt x="4816332" y="878644"/>
                  <a:pt x="4818351" y="878644"/>
                  <a:pt x="4820706" y="878644"/>
                </a:cubicBezTo>
                <a:cubicBezTo>
                  <a:pt x="4820706" y="865811"/>
                  <a:pt x="4812296" y="851181"/>
                  <a:pt x="4814314" y="838091"/>
                </a:cubicBezTo>
                <a:cubicBezTo>
                  <a:pt x="4820706" y="835011"/>
                  <a:pt x="4822724" y="838091"/>
                  <a:pt x="4827098" y="836551"/>
                </a:cubicBezTo>
                <a:cubicBezTo>
                  <a:pt x="4824742" y="835011"/>
                  <a:pt x="4827098" y="833214"/>
                  <a:pt x="4827098" y="831674"/>
                </a:cubicBezTo>
                <a:cubicBezTo>
                  <a:pt x="4822724" y="830134"/>
                  <a:pt x="4818351" y="833214"/>
                  <a:pt x="4816332" y="831674"/>
                </a:cubicBezTo>
                <a:cubicBezTo>
                  <a:pt x="4814314" y="826797"/>
                  <a:pt x="4812296" y="815504"/>
                  <a:pt x="4827098" y="813964"/>
                </a:cubicBezTo>
                <a:cubicBezTo>
                  <a:pt x="4822724" y="804211"/>
                  <a:pt x="4799513" y="786244"/>
                  <a:pt x="4818351" y="781367"/>
                </a:cubicBezTo>
                <a:cubicBezTo>
                  <a:pt x="4818351" y="784704"/>
                  <a:pt x="4829116" y="792917"/>
                  <a:pt x="4837526" y="807290"/>
                </a:cubicBezTo>
                <a:cubicBezTo>
                  <a:pt x="4841899" y="795997"/>
                  <a:pt x="4824742" y="784704"/>
                  <a:pt x="4839880" y="773411"/>
                </a:cubicBezTo>
                <a:cubicBezTo>
                  <a:pt x="4829116" y="781367"/>
                  <a:pt x="4822724" y="771614"/>
                  <a:pt x="4814314" y="774950"/>
                </a:cubicBezTo>
                <a:cubicBezTo>
                  <a:pt x="4818351" y="771614"/>
                  <a:pt x="4809941" y="768534"/>
                  <a:pt x="4816332" y="766738"/>
                </a:cubicBezTo>
                <a:cubicBezTo>
                  <a:pt x="4820706" y="773411"/>
                  <a:pt x="4833489" y="774950"/>
                  <a:pt x="4846272" y="770074"/>
                </a:cubicBezTo>
                <a:cubicBezTo>
                  <a:pt x="4829116" y="763657"/>
                  <a:pt x="4839880" y="758781"/>
                  <a:pt x="4852664" y="753904"/>
                </a:cubicBezTo>
                <a:cubicBezTo>
                  <a:pt x="4843076" y="744150"/>
                  <a:pt x="4843076" y="736451"/>
                  <a:pt x="4844674" y="728943"/>
                </a:cubicBezTo>
                <a:lnTo>
                  <a:pt x="4846492" y="720997"/>
                </a:lnTo>
                <a:lnTo>
                  <a:pt x="4845604" y="722935"/>
                </a:lnTo>
                <a:cubicBezTo>
                  <a:pt x="4830551" y="721398"/>
                  <a:pt x="4830551" y="721398"/>
                  <a:pt x="4830551" y="721398"/>
                </a:cubicBezTo>
                <a:cubicBezTo>
                  <a:pt x="4828544" y="703460"/>
                  <a:pt x="4828544" y="698592"/>
                  <a:pt x="4839248" y="682449"/>
                </a:cubicBezTo>
                <a:cubicBezTo>
                  <a:pt x="4845018" y="684434"/>
                  <a:pt x="4849220" y="686837"/>
                  <a:pt x="4852048" y="689604"/>
                </a:cubicBezTo>
                <a:lnTo>
                  <a:pt x="4855730" y="697160"/>
                </a:lnTo>
                <a:lnTo>
                  <a:pt x="4863056" y="692635"/>
                </a:lnTo>
                <a:cubicBezTo>
                  <a:pt x="4874183" y="694232"/>
                  <a:pt x="4867576" y="705949"/>
                  <a:pt x="4858884" y="704352"/>
                </a:cubicBezTo>
                <a:cubicBezTo>
                  <a:pt x="4860971" y="702621"/>
                  <a:pt x="4860362" y="701356"/>
                  <a:pt x="4858710" y="700524"/>
                </a:cubicBezTo>
                <a:lnTo>
                  <a:pt x="4856106" y="700025"/>
                </a:lnTo>
                <a:lnTo>
                  <a:pt x="4852548" y="707785"/>
                </a:lnTo>
                <a:lnTo>
                  <a:pt x="4855292" y="708943"/>
                </a:lnTo>
                <a:cubicBezTo>
                  <a:pt x="4858446" y="712769"/>
                  <a:pt x="4857310" y="718472"/>
                  <a:pt x="4860464" y="721848"/>
                </a:cubicBezTo>
                <a:lnTo>
                  <a:pt x="4868948" y="724477"/>
                </a:lnTo>
                <a:lnTo>
                  <a:pt x="4869846" y="722927"/>
                </a:lnTo>
                <a:lnTo>
                  <a:pt x="4871466" y="715219"/>
                </a:lnTo>
                <a:cubicBezTo>
                  <a:pt x="4870347" y="705955"/>
                  <a:pt x="4863598" y="697052"/>
                  <a:pt x="4884286" y="687427"/>
                </a:cubicBezTo>
                <a:cubicBezTo>
                  <a:pt x="4873858" y="677674"/>
                  <a:pt x="4880250" y="667920"/>
                  <a:pt x="4880250" y="658167"/>
                </a:cubicBezTo>
                <a:cubicBezTo>
                  <a:pt x="4877054" y="656499"/>
                  <a:pt x="4873858" y="656114"/>
                  <a:pt x="4870914" y="655536"/>
                </a:cubicBezTo>
                <a:lnTo>
                  <a:pt x="4864426" y="652395"/>
                </a:lnTo>
                <a:lnTo>
                  <a:pt x="4863162" y="654102"/>
                </a:lnTo>
                <a:cubicBezTo>
                  <a:pt x="4860232" y="656371"/>
                  <a:pt x="4857006" y="658446"/>
                  <a:pt x="4854799" y="661818"/>
                </a:cubicBezTo>
                <a:cubicBezTo>
                  <a:pt x="4841896" y="656890"/>
                  <a:pt x="4850384" y="655074"/>
                  <a:pt x="4854799" y="647034"/>
                </a:cubicBezTo>
                <a:cubicBezTo>
                  <a:pt x="4852762" y="643662"/>
                  <a:pt x="4843932" y="643662"/>
                  <a:pt x="4846310" y="637178"/>
                </a:cubicBezTo>
                <a:cubicBezTo>
                  <a:pt x="4852762" y="637178"/>
                  <a:pt x="4856497" y="638800"/>
                  <a:pt x="4859680" y="640615"/>
                </a:cubicBezTo>
                <a:lnTo>
                  <a:pt x="4860211" y="640858"/>
                </a:lnTo>
                <a:lnTo>
                  <a:pt x="4862520" y="639739"/>
                </a:lnTo>
                <a:cubicBezTo>
                  <a:pt x="4868876" y="639029"/>
                  <a:pt x="4871587" y="646296"/>
                  <a:pt x="4877894" y="649953"/>
                </a:cubicBezTo>
                <a:cubicBezTo>
                  <a:pt x="4877894" y="647579"/>
                  <a:pt x="4878441" y="646697"/>
                  <a:pt x="4879360" y="646585"/>
                </a:cubicBezTo>
                <a:lnTo>
                  <a:pt x="4882991" y="647810"/>
                </a:lnTo>
                <a:lnTo>
                  <a:pt x="4884892" y="644675"/>
                </a:lnTo>
                <a:lnTo>
                  <a:pt x="4889136" y="644377"/>
                </a:lnTo>
                <a:lnTo>
                  <a:pt x="4882268" y="639975"/>
                </a:lnTo>
                <a:cubicBezTo>
                  <a:pt x="4881174" y="637569"/>
                  <a:pt x="4883277" y="635580"/>
                  <a:pt x="4890678" y="635580"/>
                </a:cubicBezTo>
                <a:close/>
                <a:moveTo>
                  <a:pt x="4274135" y="634915"/>
                </a:moveTo>
                <a:cubicBezTo>
                  <a:pt x="4306044" y="637998"/>
                  <a:pt x="4261372" y="655979"/>
                  <a:pt x="4284548" y="663942"/>
                </a:cubicBezTo>
                <a:cubicBezTo>
                  <a:pt x="4276150" y="662401"/>
                  <a:pt x="4267754" y="672162"/>
                  <a:pt x="4280517" y="677043"/>
                </a:cubicBezTo>
                <a:cubicBezTo>
                  <a:pt x="4274135" y="677043"/>
                  <a:pt x="4263387" y="678585"/>
                  <a:pt x="4278166" y="685263"/>
                </a:cubicBezTo>
                <a:cubicBezTo>
                  <a:pt x="4257006" y="689887"/>
                  <a:pt x="4269770" y="704529"/>
                  <a:pt x="4257006" y="712749"/>
                </a:cubicBezTo>
                <a:cubicBezTo>
                  <a:pt x="4252976" y="699649"/>
                  <a:pt x="4254991" y="686805"/>
                  <a:pt x="4259357" y="673703"/>
                </a:cubicBezTo>
                <a:cubicBezTo>
                  <a:pt x="4265402" y="662401"/>
                  <a:pt x="4274135" y="649300"/>
                  <a:pt x="4274135" y="634915"/>
                </a:cubicBezTo>
                <a:close/>
                <a:moveTo>
                  <a:pt x="4347268" y="630388"/>
                </a:moveTo>
                <a:cubicBezTo>
                  <a:pt x="4366104" y="638399"/>
                  <a:pt x="4374850" y="635298"/>
                  <a:pt x="4387631" y="644860"/>
                </a:cubicBezTo>
                <a:cubicBezTo>
                  <a:pt x="4378886" y="651579"/>
                  <a:pt x="4366104" y="653130"/>
                  <a:pt x="4372495" y="662950"/>
                </a:cubicBezTo>
                <a:cubicBezTo>
                  <a:pt x="4355677" y="661400"/>
                  <a:pt x="4372495" y="653130"/>
                  <a:pt x="4362068" y="644860"/>
                </a:cubicBezTo>
                <a:cubicBezTo>
                  <a:pt x="4353658" y="648220"/>
                  <a:pt x="4351304" y="658040"/>
                  <a:pt x="4342895" y="661400"/>
                </a:cubicBezTo>
                <a:cubicBezTo>
                  <a:pt x="4330114" y="651579"/>
                  <a:pt x="4355677" y="638399"/>
                  <a:pt x="4347268" y="630388"/>
                </a:cubicBezTo>
                <a:close/>
                <a:moveTo>
                  <a:pt x="5027288" y="628525"/>
                </a:moveTo>
                <a:cubicBezTo>
                  <a:pt x="5033740" y="623597"/>
                  <a:pt x="5031362" y="631896"/>
                  <a:pt x="5031362" y="636825"/>
                </a:cubicBezTo>
                <a:cubicBezTo>
                  <a:pt x="5044266" y="638380"/>
                  <a:pt x="5042229" y="631896"/>
                  <a:pt x="5050718" y="638380"/>
                </a:cubicBezTo>
                <a:cubicBezTo>
                  <a:pt x="5044266" y="643309"/>
                  <a:pt x="5040191" y="648237"/>
                  <a:pt x="5027288" y="646680"/>
                </a:cubicBezTo>
                <a:cubicBezTo>
                  <a:pt x="5022873" y="638380"/>
                  <a:pt x="5031362" y="640196"/>
                  <a:pt x="5027288" y="628525"/>
                </a:cubicBezTo>
                <a:close/>
                <a:moveTo>
                  <a:pt x="4095732" y="615675"/>
                </a:moveTo>
                <a:cubicBezTo>
                  <a:pt x="4106612" y="618779"/>
                  <a:pt x="4117150" y="622142"/>
                  <a:pt x="4128028" y="625505"/>
                </a:cubicBezTo>
                <a:lnTo>
                  <a:pt x="4125648" y="633525"/>
                </a:lnTo>
                <a:cubicBezTo>
                  <a:pt x="4115110" y="627057"/>
                  <a:pt x="4097772" y="623694"/>
                  <a:pt x="4095732" y="615675"/>
                </a:cubicBezTo>
                <a:close/>
                <a:moveTo>
                  <a:pt x="5086089" y="608130"/>
                </a:moveTo>
                <a:cubicBezTo>
                  <a:pt x="5105602" y="606621"/>
                  <a:pt x="5088144" y="625735"/>
                  <a:pt x="5090198" y="633532"/>
                </a:cubicBezTo>
                <a:cubicBezTo>
                  <a:pt x="5083693" y="628753"/>
                  <a:pt x="5083693" y="619196"/>
                  <a:pt x="5086089" y="608130"/>
                </a:cubicBezTo>
                <a:close/>
                <a:moveTo>
                  <a:pt x="4802502" y="607753"/>
                </a:moveTo>
                <a:cubicBezTo>
                  <a:pt x="4819314" y="617417"/>
                  <a:pt x="4806788" y="638272"/>
                  <a:pt x="4800524" y="652768"/>
                </a:cubicBezTo>
                <a:cubicBezTo>
                  <a:pt x="4789975" y="643104"/>
                  <a:pt x="4800524" y="623775"/>
                  <a:pt x="4802502" y="607753"/>
                </a:cubicBezTo>
                <a:close/>
                <a:moveTo>
                  <a:pt x="4858884" y="603226"/>
                </a:moveTo>
                <a:cubicBezTo>
                  <a:pt x="4867576" y="609861"/>
                  <a:pt x="4852279" y="619303"/>
                  <a:pt x="4874183" y="621090"/>
                </a:cubicBezTo>
                <a:cubicBezTo>
                  <a:pt x="4869663" y="625939"/>
                  <a:pt x="4863056" y="622621"/>
                  <a:pt x="4858884" y="629001"/>
                </a:cubicBezTo>
                <a:cubicBezTo>
                  <a:pt x="4854364" y="621090"/>
                  <a:pt x="4852279" y="611392"/>
                  <a:pt x="4858884" y="603226"/>
                </a:cubicBezTo>
                <a:close/>
                <a:moveTo>
                  <a:pt x="4855142" y="584639"/>
                </a:moveTo>
                <a:cubicBezTo>
                  <a:pt x="4874196" y="582854"/>
                  <a:pt x="4869851" y="600707"/>
                  <a:pt x="4850796" y="597391"/>
                </a:cubicBezTo>
                <a:cubicBezTo>
                  <a:pt x="4855142" y="584639"/>
                  <a:pt x="4855142" y="584639"/>
                  <a:pt x="4855142" y="584639"/>
                </a:cubicBezTo>
                <a:close/>
                <a:moveTo>
                  <a:pt x="4099842" y="583163"/>
                </a:moveTo>
                <a:lnTo>
                  <a:pt x="4099842" y="589404"/>
                </a:lnTo>
                <a:cubicBezTo>
                  <a:pt x="4077932" y="587724"/>
                  <a:pt x="4077932" y="587724"/>
                  <a:pt x="4077932" y="587724"/>
                </a:cubicBezTo>
                <a:cubicBezTo>
                  <a:pt x="4080328" y="581723"/>
                  <a:pt x="4090940" y="583163"/>
                  <a:pt x="4099842" y="583163"/>
                </a:cubicBezTo>
                <a:close/>
                <a:moveTo>
                  <a:pt x="4896392" y="581723"/>
                </a:moveTo>
                <a:cubicBezTo>
                  <a:pt x="4902820" y="585118"/>
                  <a:pt x="4907218" y="581723"/>
                  <a:pt x="4911278" y="585118"/>
                </a:cubicBezTo>
                <a:cubicBezTo>
                  <a:pt x="4907218" y="588252"/>
                  <a:pt x="4909248" y="591647"/>
                  <a:pt x="4902820" y="595042"/>
                </a:cubicBezTo>
                <a:cubicBezTo>
                  <a:pt x="4900790" y="586685"/>
                  <a:pt x="4892332" y="586685"/>
                  <a:pt x="4896392" y="581723"/>
                </a:cubicBezTo>
                <a:close/>
                <a:moveTo>
                  <a:pt x="4291674" y="577196"/>
                </a:moveTo>
                <a:cubicBezTo>
                  <a:pt x="4323842" y="596727"/>
                  <a:pt x="4281177" y="603152"/>
                  <a:pt x="4285240" y="635790"/>
                </a:cubicBezTo>
                <a:cubicBezTo>
                  <a:pt x="4261876" y="622683"/>
                  <a:pt x="4289642" y="593386"/>
                  <a:pt x="4291674" y="577196"/>
                </a:cubicBezTo>
                <a:close/>
                <a:moveTo>
                  <a:pt x="3542416" y="573104"/>
                </a:moveTo>
                <a:cubicBezTo>
                  <a:pt x="3555424" y="576498"/>
                  <a:pt x="3548920" y="574932"/>
                  <a:pt x="3546866" y="574932"/>
                </a:cubicBezTo>
                <a:cubicBezTo>
                  <a:pt x="3546866" y="578065"/>
                  <a:pt x="3537965" y="571537"/>
                  <a:pt x="3542416" y="573104"/>
                </a:cubicBezTo>
                <a:close/>
                <a:moveTo>
                  <a:pt x="4941748" y="565163"/>
                </a:moveTo>
                <a:cubicBezTo>
                  <a:pt x="4939662" y="568519"/>
                  <a:pt x="4943834" y="568519"/>
                  <a:pt x="4948354" y="568519"/>
                </a:cubicBezTo>
                <a:cubicBezTo>
                  <a:pt x="4937228" y="573165"/>
                  <a:pt x="4943834" y="576520"/>
                  <a:pt x="4935142" y="578069"/>
                </a:cubicBezTo>
                <a:cubicBezTo>
                  <a:pt x="4926450" y="574971"/>
                  <a:pt x="4935142" y="563615"/>
                  <a:pt x="4941748" y="565163"/>
                </a:cubicBezTo>
                <a:close/>
                <a:moveTo>
                  <a:pt x="5002174" y="543976"/>
                </a:moveTo>
                <a:lnTo>
                  <a:pt x="5002037" y="544387"/>
                </a:lnTo>
                <a:cubicBezTo>
                  <a:pt x="5001250" y="546755"/>
                  <a:pt x="5000621" y="548649"/>
                  <a:pt x="5000621" y="548649"/>
                </a:cubicBezTo>
                <a:close/>
                <a:moveTo>
                  <a:pt x="4452836" y="540980"/>
                </a:moveTo>
                <a:cubicBezTo>
                  <a:pt x="4467734" y="568773"/>
                  <a:pt x="4439968" y="606089"/>
                  <a:pt x="4437598" y="640317"/>
                </a:cubicBezTo>
                <a:cubicBezTo>
                  <a:pt x="4427101" y="636971"/>
                  <a:pt x="4416265" y="632081"/>
                  <a:pt x="4405768" y="628736"/>
                </a:cubicBezTo>
                <a:cubicBezTo>
                  <a:pt x="4407800" y="617412"/>
                  <a:pt x="4418296" y="630537"/>
                  <a:pt x="4431164" y="628736"/>
                </a:cubicBezTo>
                <a:cubicBezTo>
                  <a:pt x="4433534" y="591420"/>
                  <a:pt x="4437598" y="565428"/>
                  <a:pt x="4452836" y="540980"/>
                </a:cubicBezTo>
                <a:close/>
                <a:moveTo>
                  <a:pt x="5003889" y="538813"/>
                </a:moveTo>
                <a:lnTo>
                  <a:pt x="5003512" y="539948"/>
                </a:lnTo>
                <a:lnTo>
                  <a:pt x="5002174" y="543976"/>
                </a:lnTo>
                <a:close/>
                <a:moveTo>
                  <a:pt x="4946312" y="538716"/>
                </a:moveTo>
                <a:cubicBezTo>
                  <a:pt x="4958758" y="541813"/>
                  <a:pt x="4946312" y="548266"/>
                  <a:pt x="4942055" y="553170"/>
                </a:cubicBezTo>
                <a:cubicBezTo>
                  <a:pt x="4933868" y="548266"/>
                  <a:pt x="4948278" y="543362"/>
                  <a:pt x="4946312" y="538716"/>
                </a:cubicBezTo>
                <a:close/>
                <a:moveTo>
                  <a:pt x="5004869" y="535864"/>
                </a:moveTo>
                <a:lnTo>
                  <a:pt x="5003889" y="538813"/>
                </a:lnTo>
                <a:lnTo>
                  <a:pt x="5004397" y="537284"/>
                </a:lnTo>
                <a:cubicBezTo>
                  <a:pt x="5005026" y="535391"/>
                  <a:pt x="5005341" y="534444"/>
                  <a:pt x="5004869" y="535864"/>
                </a:cubicBezTo>
                <a:close/>
                <a:moveTo>
                  <a:pt x="4865726" y="533057"/>
                </a:moveTo>
                <a:cubicBezTo>
                  <a:pt x="4880137" y="544424"/>
                  <a:pt x="4855246" y="560699"/>
                  <a:pt x="4877844" y="570516"/>
                </a:cubicBezTo>
                <a:cubicBezTo>
                  <a:pt x="4873914" y="580332"/>
                  <a:pt x="4863433" y="568965"/>
                  <a:pt x="4861468" y="575423"/>
                </a:cubicBezTo>
                <a:cubicBezTo>
                  <a:pt x="4859503" y="568965"/>
                  <a:pt x="4861468" y="550882"/>
                  <a:pt x="4865726" y="533057"/>
                </a:cubicBezTo>
                <a:close/>
                <a:moveTo>
                  <a:pt x="5147260" y="532031"/>
                </a:moveTo>
                <a:cubicBezTo>
                  <a:pt x="5151363" y="533293"/>
                  <a:pt x="5152118" y="544563"/>
                  <a:pt x="5164946" y="539847"/>
                </a:cubicBezTo>
                <a:lnTo>
                  <a:pt x="5162599" y="550913"/>
                </a:lnTo>
                <a:cubicBezTo>
                  <a:pt x="5143482" y="542865"/>
                  <a:pt x="5126712" y="550913"/>
                  <a:pt x="5126712" y="535069"/>
                </a:cubicBezTo>
                <a:cubicBezTo>
                  <a:pt x="5126712" y="539847"/>
                  <a:pt x="5154214" y="541356"/>
                  <a:pt x="5141470" y="535069"/>
                </a:cubicBezTo>
                <a:cubicBezTo>
                  <a:pt x="5144152" y="532302"/>
                  <a:pt x="5145892" y="531610"/>
                  <a:pt x="5147260" y="532031"/>
                </a:cubicBezTo>
                <a:close/>
                <a:moveTo>
                  <a:pt x="4242592" y="528530"/>
                </a:moveTo>
                <a:cubicBezTo>
                  <a:pt x="4265190" y="528530"/>
                  <a:pt x="4267482" y="541467"/>
                  <a:pt x="4250780" y="542989"/>
                </a:cubicBezTo>
                <a:cubicBezTo>
                  <a:pt x="4259295" y="530306"/>
                  <a:pt x="4250780" y="536647"/>
                  <a:pt x="4242592" y="528530"/>
                </a:cubicBezTo>
                <a:close/>
                <a:moveTo>
                  <a:pt x="4068050" y="527858"/>
                </a:moveTo>
                <a:cubicBezTo>
                  <a:pt x="4090890" y="529715"/>
                  <a:pt x="4066064" y="534754"/>
                  <a:pt x="4076325" y="538203"/>
                </a:cubicBezTo>
                <a:cubicBezTo>
                  <a:pt x="4099496" y="526266"/>
                  <a:pt x="4080629" y="531306"/>
                  <a:pt x="4105786" y="539795"/>
                </a:cubicBezTo>
                <a:cubicBezTo>
                  <a:pt x="4097180" y="542978"/>
                  <a:pt x="4084600" y="542978"/>
                  <a:pt x="4070036" y="541386"/>
                </a:cubicBezTo>
                <a:cubicBezTo>
                  <a:pt x="4066064" y="539795"/>
                  <a:pt x="4068050" y="534754"/>
                  <a:pt x="4068050" y="527858"/>
                </a:cubicBezTo>
                <a:close/>
                <a:moveTo>
                  <a:pt x="4918444" y="526266"/>
                </a:moveTo>
                <a:cubicBezTo>
                  <a:pt x="4929084" y="529564"/>
                  <a:pt x="4916450" y="535906"/>
                  <a:pt x="4916450" y="540726"/>
                </a:cubicBezTo>
                <a:cubicBezTo>
                  <a:pt x="4910133" y="535906"/>
                  <a:pt x="4910133" y="531086"/>
                  <a:pt x="4918444" y="526266"/>
                </a:cubicBezTo>
                <a:close/>
                <a:moveTo>
                  <a:pt x="4296748" y="525135"/>
                </a:moveTo>
                <a:cubicBezTo>
                  <a:pt x="4328299" y="525135"/>
                  <a:pt x="4303058" y="533301"/>
                  <a:pt x="4311693" y="542743"/>
                </a:cubicBezTo>
                <a:cubicBezTo>
                  <a:pt x="4301066" y="544530"/>
                  <a:pt x="4294756" y="547592"/>
                  <a:pt x="4286453" y="550910"/>
                </a:cubicBezTo>
                <a:cubicBezTo>
                  <a:pt x="4284128" y="546061"/>
                  <a:pt x="4294756" y="538150"/>
                  <a:pt x="4296748" y="525135"/>
                </a:cubicBezTo>
                <a:close/>
                <a:moveTo>
                  <a:pt x="4158242" y="523646"/>
                </a:moveTo>
                <a:cubicBezTo>
                  <a:pt x="4162024" y="523038"/>
                  <a:pt x="4165253" y="523038"/>
                  <a:pt x="4168482" y="525468"/>
                </a:cubicBezTo>
                <a:cubicBezTo>
                  <a:pt x="4170522" y="530328"/>
                  <a:pt x="4166442" y="533654"/>
                  <a:pt x="4153525" y="530328"/>
                </a:cubicBezTo>
                <a:cubicBezTo>
                  <a:pt x="4176981" y="538514"/>
                  <a:pt x="4155565" y="551305"/>
                  <a:pt x="4151145" y="557700"/>
                </a:cubicBezTo>
                <a:cubicBezTo>
                  <a:pt x="4144686" y="544909"/>
                  <a:pt x="4149105" y="540049"/>
                  <a:pt x="4144686" y="525468"/>
                </a:cubicBezTo>
                <a:cubicBezTo>
                  <a:pt x="4150126" y="525468"/>
                  <a:pt x="4154460" y="524253"/>
                  <a:pt x="4158242" y="523646"/>
                </a:cubicBezTo>
                <a:close/>
                <a:moveTo>
                  <a:pt x="4832660" y="517212"/>
                </a:moveTo>
                <a:cubicBezTo>
                  <a:pt x="4819958" y="533656"/>
                  <a:pt x="4830320" y="543163"/>
                  <a:pt x="4823969" y="564489"/>
                </a:cubicBezTo>
                <a:cubicBezTo>
                  <a:pt x="4809260" y="554725"/>
                  <a:pt x="4815612" y="530316"/>
                  <a:pt x="4832660" y="517212"/>
                </a:cubicBezTo>
                <a:close/>
                <a:moveTo>
                  <a:pt x="4228792" y="517212"/>
                </a:moveTo>
                <a:cubicBezTo>
                  <a:pt x="4237124" y="520607"/>
                  <a:pt x="4254126" y="519040"/>
                  <a:pt x="4252126" y="525570"/>
                </a:cubicBezTo>
                <a:cubicBezTo>
                  <a:pt x="4243459" y="525570"/>
                  <a:pt x="4233125" y="524003"/>
                  <a:pt x="4230791" y="527137"/>
                </a:cubicBezTo>
                <a:cubicBezTo>
                  <a:pt x="4224791" y="527137"/>
                  <a:pt x="4228792" y="520607"/>
                  <a:pt x="4228792" y="517212"/>
                </a:cubicBezTo>
                <a:close/>
                <a:moveTo>
                  <a:pt x="4398714" y="510086"/>
                </a:moveTo>
                <a:cubicBezTo>
                  <a:pt x="4402311" y="509513"/>
                  <a:pt x="4406850" y="509529"/>
                  <a:pt x="4412732" y="510363"/>
                </a:cubicBezTo>
                <a:cubicBezTo>
                  <a:pt x="4410379" y="520113"/>
                  <a:pt x="4410379" y="529864"/>
                  <a:pt x="4418782" y="534739"/>
                </a:cubicBezTo>
                <a:cubicBezTo>
                  <a:pt x="4410379" y="539614"/>
                  <a:pt x="4397606" y="539614"/>
                  <a:pt x="4391218" y="546028"/>
                </a:cubicBezTo>
                <a:cubicBezTo>
                  <a:pt x="4384832" y="559115"/>
                  <a:pt x="4410379" y="571944"/>
                  <a:pt x="4384832" y="576820"/>
                </a:cubicBezTo>
                <a:cubicBezTo>
                  <a:pt x="4387186" y="581695"/>
                  <a:pt x="4391218" y="576820"/>
                  <a:pt x="4399958" y="578359"/>
                </a:cubicBezTo>
                <a:cubicBezTo>
                  <a:pt x="4378446" y="596321"/>
                  <a:pt x="4399958" y="614282"/>
                  <a:pt x="4380798" y="633527"/>
                </a:cubicBezTo>
                <a:cubicBezTo>
                  <a:pt x="4370042" y="625572"/>
                  <a:pt x="4376428" y="614282"/>
                  <a:pt x="4353234" y="609407"/>
                </a:cubicBezTo>
                <a:lnTo>
                  <a:pt x="4357384" y="592793"/>
                </a:lnTo>
                <a:lnTo>
                  <a:pt x="4352110" y="589102"/>
                </a:lnTo>
                <a:cubicBezTo>
                  <a:pt x="4350182" y="583377"/>
                  <a:pt x="4360253" y="575366"/>
                  <a:pt x="4356938" y="569273"/>
                </a:cubicBezTo>
                <a:cubicBezTo>
                  <a:pt x="4361272" y="570911"/>
                  <a:pt x="4363971" y="572647"/>
                  <a:pt x="4365480" y="574486"/>
                </a:cubicBezTo>
                <a:lnTo>
                  <a:pt x="4366171" y="577359"/>
                </a:lnTo>
                <a:lnTo>
                  <a:pt x="4369538" y="572394"/>
                </a:lnTo>
                <a:cubicBezTo>
                  <a:pt x="4376428" y="562258"/>
                  <a:pt x="4379622" y="553342"/>
                  <a:pt x="4363656" y="542693"/>
                </a:cubicBezTo>
                <a:cubicBezTo>
                  <a:pt x="4378446" y="550904"/>
                  <a:pt x="4378446" y="533199"/>
                  <a:pt x="4391218" y="529864"/>
                </a:cubicBezTo>
                <a:cubicBezTo>
                  <a:pt x="4389202" y="528067"/>
                  <a:pt x="4380798" y="528067"/>
                  <a:pt x="4380798" y="524988"/>
                </a:cubicBezTo>
                <a:cubicBezTo>
                  <a:pt x="4385588" y="518830"/>
                  <a:pt x="4387921" y="511806"/>
                  <a:pt x="4398714" y="510086"/>
                </a:cubicBezTo>
                <a:close/>
                <a:moveTo>
                  <a:pt x="4464034" y="495664"/>
                </a:moveTo>
                <a:cubicBezTo>
                  <a:pt x="4465106" y="498487"/>
                  <a:pt x="4464612" y="508892"/>
                  <a:pt x="4461479" y="524881"/>
                </a:cubicBezTo>
                <a:cubicBezTo>
                  <a:pt x="4438404" y="523358"/>
                  <a:pt x="4457194" y="513714"/>
                  <a:pt x="4457194" y="511937"/>
                </a:cubicBezTo>
                <a:cubicBezTo>
                  <a:pt x="4460325" y="497599"/>
                  <a:pt x="4462963" y="492840"/>
                  <a:pt x="4464034" y="495664"/>
                </a:cubicBezTo>
                <a:close/>
                <a:moveTo>
                  <a:pt x="5103424" y="492991"/>
                </a:moveTo>
                <a:cubicBezTo>
                  <a:pt x="5135278" y="491182"/>
                  <a:pt x="5101412" y="543386"/>
                  <a:pt x="5097054" y="556565"/>
                </a:cubicBezTo>
                <a:cubicBezTo>
                  <a:pt x="5086660" y="540284"/>
                  <a:pt x="5116166" y="514182"/>
                  <a:pt x="5103424" y="492991"/>
                </a:cubicBezTo>
                <a:close/>
                <a:moveTo>
                  <a:pt x="4301319" y="492218"/>
                </a:moveTo>
                <a:cubicBezTo>
                  <a:pt x="4322442" y="488919"/>
                  <a:pt x="4316072" y="504907"/>
                  <a:pt x="4309702" y="509729"/>
                </a:cubicBezTo>
                <a:cubicBezTo>
                  <a:pt x="4307690" y="516074"/>
                  <a:pt x="4324454" y="514551"/>
                  <a:pt x="4337196" y="514551"/>
                </a:cubicBezTo>
                <a:cubicBezTo>
                  <a:pt x="4328814" y="530540"/>
                  <a:pt x="4309702" y="511252"/>
                  <a:pt x="4292937" y="520895"/>
                </a:cubicBezTo>
                <a:cubicBezTo>
                  <a:pt x="4290590" y="519373"/>
                  <a:pt x="4294948" y="519373"/>
                  <a:pt x="4296960" y="519373"/>
                </a:cubicBezTo>
                <a:cubicBezTo>
                  <a:pt x="4301319" y="509729"/>
                  <a:pt x="4288578" y="501608"/>
                  <a:pt x="4301319" y="492218"/>
                </a:cubicBezTo>
                <a:close/>
                <a:moveTo>
                  <a:pt x="4401574" y="486655"/>
                </a:moveTo>
                <a:cubicBezTo>
                  <a:pt x="4403652" y="487101"/>
                  <a:pt x="4405086" y="488936"/>
                  <a:pt x="4405802" y="491436"/>
                </a:cubicBezTo>
                <a:lnTo>
                  <a:pt x="4405742" y="498673"/>
                </a:lnTo>
                <a:lnTo>
                  <a:pt x="4414330" y="499521"/>
                </a:lnTo>
                <a:cubicBezTo>
                  <a:pt x="4413820" y="501522"/>
                  <a:pt x="4411826" y="503329"/>
                  <a:pt x="4409183" y="504712"/>
                </a:cubicBezTo>
                <a:lnTo>
                  <a:pt x="4401957" y="506832"/>
                </a:lnTo>
                <a:lnTo>
                  <a:pt x="4400919" y="508654"/>
                </a:lnTo>
                <a:cubicBezTo>
                  <a:pt x="4398477" y="510931"/>
                  <a:pt x="4395173" y="512430"/>
                  <a:pt x="4390934" y="512430"/>
                </a:cubicBezTo>
                <a:lnTo>
                  <a:pt x="4393470" y="506285"/>
                </a:lnTo>
                <a:lnTo>
                  <a:pt x="4392267" y="506092"/>
                </a:lnTo>
                <a:cubicBezTo>
                  <a:pt x="4390388" y="504861"/>
                  <a:pt x="4389540" y="502748"/>
                  <a:pt x="4390559" y="499521"/>
                </a:cubicBezTo>
                <a:lnTo>
                  <a:pt x="4396500" y="498947"/>
                </a:lnTo>
                <a:close/>
                <a:moveTo>
                  <a:pt x="5071138" y="480996"/>
                </a:moveTo>
                <a:cubicBezTo>
                  <a:pt x="5071138" y="489201"/>
                  <a:pt x="5060878" y="485868"/>
                  <a:pt x="5058892" y="490740"/>
                </a:cubicBezTo>
                <a:cubicBezTo>
                  <a:pt x="5062864" y="500484"/>
                  <a:pt x="5073456" y="485868"/>
                  <a:pt x="5077428" y="495612"/>
                </a:cubicBezTo>
                <a:cubicBezTo>
                  <a:pt x="5064850" y="513561"/>
                  <a:pt x="5037707" y="480996"/>
                  <a:pt x="5071138" y="480996"/>
                </a:cubicBezTo>
                <a:close/>
                <a:moveTo>
                  <a:pt x="4162506" y="480996"/>
                </a:moveTo>
                <a:cubicBezTo>
                  <a:pt x="4190332" y="487631"/>
                  <a:pt x="4158095" y="494011"/>
                  <a:pt x="4166918" y="506772"/>
                </a:cubicBezTo>
                <a:cubicBezTo>
                  <a:pt x="4151648" y="505240"/>
                  <a:pt x="4166918" y="492480"/>
                  <a:pt x="4138752" y="495542"/>
                </a:cubicBezTo>
                <a:cubicBezTo>
                  <a:pt x="4151648" y="489163"/>
                  <a:pt x="4170990" y="494011"/>
                  <a:pt x="4162506" y="480996"/>
                </a:cubicBezTo>
                <a:close/>
                <a:moveTo>
                  <a:pt x="4336468" y="477601"/>
                </a:moveTo>
                <a:cubicBezTo>
                  <a:pt x="4363898" y="477601"/>
                  <a:pt x="4363898" y="477601"/>
                  <a:pt x="4363898" y="477601"/>
                </a:cubicBezTo>
                <a:cubicBezTo>
                  <a:pt x="4363898" y="480735"/>
                  <a:pt x="4330114" y="487525"/>
                  <a:pt x="4336468" y="477601"/>
                </a:cubicBezTo>
                <a:close/>
                <a:moveTo>
                  <a:pt x="4078610" y="477601"/>
                </a:moveTo>
                <a:cubicBezTo>
                  <a:pt x="4089460" y="479153"/>
                  <a:pt x="4076576" y="490536"/>
                  <a:pt x="4078610" y="495451"/>
                </a:cubicBezTo>
                <a:cubicBezTo>
                  <a:pt x="4066064" y="492346"/>
                  <a:pt x="4072506" y="484068"/>
                  <a:pt x="4078610" y="477601"/>
                </a:cubicBezTo>
                <a:close/>
                <a:moveTo>
                  <a:pt x="4426189" y="476118"/>
                </a:moveTo>
                <a:lnTo>
                  <a:pt x="4424102" y="485757"/>
                </a:lnTo>
                <a:cubicBezTo>
                  <a:pt x="4404284" y="487533"/>
                  <a:pt x="4406719" y="473074"/>
                  <a:pt x="4426189" y="476118"/>
                </a:cubicBezTo>
                <a:close/>
                <a:moveTo>
                  <a:pt x="4086549" y="447406"/>
                </a:moveTo>
                <a:cubicBezTo>
                  <a:pt x="4095836" y="448560"/>
                  <a:pt x="4102572" y="456866"/>
                  <a:pt x="4105787" y="460600"/>
                </a:cubicBezTo>
                <a:cubicBezTo>
                  <a:pt x="4099524" y="462173"/>
                  <a:pt x="4097216" y="465580"/>
                  <a:pt x="4095238" y="467153"/>
                </a:cubicBezTo>
                <a:cubicBezTo>
                  <a:pt x="4084690" y="464008"/>
                  <a:pt x="4095238" y="449069"/>
                  <a:pt x="4076448" y="449069"/>
                </a:cubicBezTo>
                <a:cubicBezTo>
                  <a:pt x="4080074" y="447430"/>
                  <a:pt x="4083453" y="447021"/>
                  <a:pt x="4086549" y="447406"/>
                </a:cubicBezTo>
                <a:close/>
                <a:moveTo>
                  <a:pt x="4962488" y="437989"/>
                </a:moveTo>
                <a:cubicBezTo>
                  <a:pt x="4968832" y="439525"/>
                  <a:pt x="4966829" y="442853"/>
                  <a:pt x="4970836" y="445925"/>
                </a:cubicBezTo>
                <a:cubicBezTo>
                  <a:pt x="4964824" y="452581"/>
                  <a:pt x="4958480" y="445925"/>
                  <a:pt x="4952134" y="449253"/>
                </a:cubicBezTo>
                <a:cubicBezTo>
                  <a:pt x="4966829" y="454117"/>
                  <a:pt x="4945789" y="463845"/>
                  <a:pt x="4958480" y="468708"/>
                </a:cubicBezTo>
                <a:cubicBezTo>
                  <a:pt x="4958480" y="465380"/>
                  <a:pt x="4964824" y="449253"/>
                  <a:pt x="4977182" y="455653"/>
                </a:cubicBezTo>
                <a:cubicBezTo>
                  <a:pt x="4966829" y="462052"/>
                  <a:pt x="4979520" y="478436"/>
                  <a:pt x="4956142" y="491236"/>
                </a:cubicBezTo>
                <a:cubicBezTo>
                  <a:pt x="4958480" y="496099"/>
                  <a:pt x="4968832" y="499427"/>
                  <a:pt x="4954138" y="505827"/>
                </a:cubicBezTo>
                <a:cubicBezTo>
                  <a:pt x="4960483" y="512227"/>
                  <a:pt x="4973174" y="517091"/>
                  <a:pt x="4968832" y="523747"/>
                </a:cubicBezTo>
                <a:cubicBezTo>
                  <a:pt x="4947792" y="517091"/>
                  <a:pt x="4949797" y="514019"/>
                  <a:pt x="4937106" y="514019"/>
                </a:cubicBezTo>
                <a:cubicBezTo>
                  <a:pt x="4939444" y="505827"/>
                  <a:pt x="4954138" y="509155"/>
                  <a:pt x="4949797" y="504291"/>
                </a:cubicBezTo>
                <a:cubicBezTo>
                  <a:pt x="4945789" y="500964"/>
                  <a:pt x="4943451" y="505827"/>
                  <a:pt x="4939444" y="504291"/>
                </a:cubicBezTo>
                <a:cubicBezTo>
                  <a:pt x="4949797" y="500964"/>
                  <a:pt x="4952134" y="497892"/>
                  <a:pt x="4941448" y="493027"/>
                </a:cubicBezTo>
                <a:cubicBezTo>
                  <a:pt x="4954138" y="476644"/>
                  <a:pt x="4947792" y="462052"/>
                  <a:pt x="4949797" y="447717"/>
                </a:cubicBezTo>
                <a:cubicBezTo>
                  <a:pt x="4916066" y="437989"/>
                  <a:pt x="4962488" y="452581"/>
                  <a:pt x="4962488" y="437989"/>
                </a:cubicBezTo>
                <a:close/>
                <a:moveTo>
                  <a:pt x="4444478" y="434594"/>
                </a:moveTo>
                <a:cubicBezTo>
                  <a:pt x="4448881" y="439443"/>
                  <a:pt x="4450914" y="445823"/>
                  <a:pt x="4457350" y="449141"/>
                </a:cubicBezTo>
                <a:cubicBezTo>
                  <a:pt x="4442446" y="447609"/>
                  <a:pt x="4427541" y="455521"/>
                  <a:pt x="4429574" y="445823"/>
                </a:cubicBezTo>
                <a:cubicBezTo>
                  <a:pt x="4416702" y="447609"/>
                  <a:pt x="4423137" y="450671"/>
                  <a:pt x="4423137" y="453989"/>
                </a:cubicBezTo>
                <a:cubicBezTo>
                  <a:pt x="4418734" y="460369"/>
                  <a:pt x="4423137" y="447609"/>
                  <a:pt x="4414669" y="449141"/>
                </a:cubicBezTo>
                <a:cubicBezTo>
                  <a:pt x="4416702" y="445823"/>
                  <a:pt x="4423137" y="444291"/>
                  <a:pt x="4421104" y="439443"/>
                </a:cubicBezTo>
                <a:cubicBezTo>
                  <a:pt x="4431606" y="440974"/>
                  <a:pt x="4446848" y="442760"/>
                  <a:pt x="4444478" y="434594"/>
                </a:cubicBezTo>
                <a:close/>
                <a:moveTo>
                  <a:pt x="4977304" y="428935"/>
                </a:moveTo>
                <a:cubicBezTo>
                  <a:pt x="4988002" y="428935"/>
                  <a:pt x="4988002" y="428935"/>
                  <a:pt x="4988002" y="428935"/>
                </a:cubicBezTo>
                <a:cubicBezTo>
                  <a:pt x="4990008" y="432205"/>
                  <a:pt x="4992348" y="435222"/>
                  <a:pt x="4992348" y="440001"/>
                </a:cubicBezTo>
                <a:cubicBezTo>
                  <a:pt x="4970952" y="436983"/>
                  <a:pt x="4994353" y="451319"/>
                  <a:pt x="4979644" y="455846"/>
                </a:cubicBezTo>
                <a:cubicBezTo>
                  <a:pt x="4973292" y="449559"/>
                  <a:pt x="4973292" y="432205"/>
                  <a:pt x="4977304" y="428935"/>
                </a:cubicBezTo>
                <a:close/>
                <a:moveTo>
                  <a:pt x="4935142" y="424408"/>
                </a:moveTo>
                <a:cubicBezTo>
                  <a:pt x="4948354" y="424408"/>
                  <a:pt x="4943834" y="438651"/>
                  <a:pt x="4937228" y="443398"/>
                </a:cubicBezTo>
                <a:cubicBezTo>
                  <a:pt x="4926450" y="441899"/>
                  <a:pt x="4937228" y="429156"/>
                  <a:pt x="4935142" y="424408"/>
                </a:cubicBezTo>
                <a:close/>
                <a:moveTo>
                  <a:pt x="5088062" y="419158"/>
                </a:moveTo>
                <a:cubicBezTo>
                  <a:pt x="5117902" y="419158"/>
                  <a:pt x="5117902" y="419158"/>
                  <a:pt x="5117902" y="419158"/>
                </a:cubicBezTo>
                <a:cubicBezTo>
                  <a:pt x="5121926" y="422497"/>
                  <a:pt x="5121926" y="427377"/>
                  <a:pt x="5119914" y="435338"/>
                </a:cubicBezTo>
                <a:cubicBezTo>
                  <a:pt x="5111532" y="432257"/>
                  <a:pt x="5119914" y="417618"/>
                  <a:pt x="5096444" y="422497"/>
                </a:cubicBezTo>
                <a:cubicBezTo>
                  <a:pt x="5117902" y="451775"/>
                  <a:pt x="5073310" y="458196"/>
                  <a:pt x="5105162" y="477714"/>
                </a:cubicBezTo>
                <a:cubicBezTo>
                  <a:pt x="5100804" y="477714"/>
                  <a:pt x="5100804" y="482594"/>
                  <a:pt x="5098792" y="484135"/>
                </a:cubicBezTo>
                <a:cubicBezTo>
                  <a:pt x="5094432" y="482594"/>
                  <a:pt x="5088062" y="480796"/>
                  <a:pt x="5079680" y="480796"/>
                </a:cubicBezTo>
                <a:cubicBezTo>
                  <a:pt x="5077333" y="451775"/>
                  <a:pt x="5090074" y="449977"/>
                  <a:pt x="5088062" y="419158"/>
                </a:cubicBezTo>
                <a:close/>
                <a:moveTo>
                  <a:pt x="5054868" y="416486"/>
                </a:moveTo>
                <a:cubicBezTo>
                  <a:pt x="5071593" y="427843"/>
                  <a:pt x="5052861" y="444105"/>
                  <a:pt x="5069586" y="457011"/>
                </a:cubicBezTo>
                <a:cubicBezTo>
                  <a:pt x="5046506" y="457011"/>
                  <a:pt x="5075942" y="463722"/>
                  <a:pt x="5067580" y="475080"/>
                </a:cubicBezTo>
                <a:cubicBezTo>
                  <a:pt x="5044164" y="468626"/>
                  <a:pt x="5056876" y="449009"/>
                  <a:pt x="5042157" y="432748"/>
                </a:cubicBezTo>
                <a:cubicBezTo>
                  <a:pt x="5065238" y="434296"/>
                  <a:pt x="5042157" y="419583"/>
                  <a:pt x="5054868" y="416486"/>
                </a:cubicBezTo>
                <a:close/>
                <a:moveTo>
                  <a:pt x="5024101" y="406300"/>
                </a:moveTo>
                <a:cubicBezTo>
                  <a:pt x="5030085" y="412680"/>
                  <a:pt x="5034408" y="427226"/>
                  <a:pt x="5026095" y="432076"/>
                </a:cubicBezTo>
                <a:cubicBezTo>
                  <a:pt x="5021773" y="427226"/>
                  <a:pt x="5015456" y="412680"/>
                  <a:pt x="5024101" y="406300"/>
                </a:cubicBezTo>
                <a:close/>
                <a:moveTo>
                  <a:pt x="4429027" y="397012"/>
                </a:moveTo>
                <a:cubicBezTo>
                  <a:pt x="4430966" y="399045"/>
                  <a:pt x="4428995" y="407178"/>
                  <a:pt x="4425689" y="407178"/>
                </a:cubicBezTo>
                <a:cubicBezTo>
                  <a:pt x="4408736" y="405403"/>
                  <a:pt x="4430097" y="403880"/>
                  <a:pt x="4425689" y="397538"/>
                </a:cubicBezTo>
                <a:cubicBezTo>
                  <a:pt x="4427299" y="396334"/>
                  <a:pt x="4428380" y="396334"/>
                  <a:pt x="4429027" y="397012"/>
                </a:cubicBezTo>
                <a:close/>
                <a:moveTo>
                  <a:pt x="4461120" y="394983"/>
                </a:moveTo>
                <a:cubicBezTo>
                  <a:pt x="4467284" y="396751"/>
                  <a:pt x="4463066" y="401554"/>
                  <a:pt x="4469231" y="401554"/>
                </a:cubicBezTo>
                <a:cubicBezTo>
                  <a:pt x="4461120" y="403070"/>
                  <a:pt x="4467284" y="420760"/>
                  <a:pt x="4459172" y="417475"/>
                </a:cubicBezTo>
                <a:cubicBezTo>
                  <a:pt x="4461120" y="411157"/>
                  <a:pt x="4461120" y="403070"/>
                  <a:pt x="4461120" y="394983"/>
                </a:cubicBezTo>
                <a:close/>
                <a:moveTo>
                  <a:pt x="4482577" y="389256"/>
                </a:moveTo>
                <a:lnTo>
                  <a:pt x="4482577" y="403848"/>
                </a:lnTo>
                <a:cubicBezTo>
                  <a:pt x="4468072" y="407176"/>
                  <a:pt x="4468072" y="385929"/>
                  <a:pt x="4482577" y="389256"/>
                </a:cubicBezTo>
                <a:close/>
                <a:moveTo>
                  <a:pt x="5022008" y="382933"/>
                </a:moveTo>
                <a:cubicBezTo>
                  <a:pt x="5047752" y="381402"/>
                  <a:pt x="5030476" y="402328"/>
                  <a:pt x="5019976" y="407177"/>
                </a:cubicBezTo>
                <a:cubicBezTo>
                  <a:pt x="5005072" y="402328"/>
                  <a:pt x="5026412" y="392630"/>
                  <a:pt x="5022008" y="382933"/>
                </a:cubicBezTo>
                <a:close/>
                <a:moveTo>
                  <a:pt x="4417382" y="381811"/>
                </a:moveTo>
                <a:cubicBezTo>
                  <a:pt x="4428062" y="382030"/>
                  <a:pt x="4439845" y="384420"/>
                  <a:pt x="4441032" y="387563"/>
                </a:cubicBezTo>
                <a:cubicBezTo>
                  <a:pt x="4400344" y="389073"/>
                  <a:pt x="4400344" y="389073"/>
                  <a:pt x="4400344" y="389073"/>
                </a:cubicBezTo>
                <a:cubicBezTo>
                  <a:pt x="4397122" y="383540"/>
                  <a:pt x="4406701" y="381591"/>
                  <a:pt x="4417382" y="381811"/>
                </a:cubicBezTo>
                <a:close/>
                <a:moveTo>
                  <a:pt x="4364699" y="375743"/>
                </a:moveTo>
                <a:cubicBezTo>
                  <a:pt x="4381700" y="377334"/>
                  <a:pt x="4371034" y="385557"/>
                  <a:pt x="4369033" y="392454"/>
                </a:cubicBezTo>
                <a:cubicBezTo>
                  <a:pt x="4352366" y="390597"/>
                  <a:pt x="4369033" y="385557"/>
                  <a:pt x="4364699" y="375743"/>
                </a:cubicBezTo>
                <a:close/>
                <a:moveTo>
                  <a:pt x="4817071" y="374611"/>
                </a:moveTo>
                <a:cubicBezTo>
                  <a:pt x="4828196" y="389140"/>
                  <a:pt x="4823676" y="410042"/>
                  <a:pt x="4821591" y="430944"/>
                </a:cubicBezTo>
                <a:cubicBezTo>
                  <a:pt x="4806293" y="430944"/>
                  <a:pt x="4806293" y="430944"/>
                  <a:pt x="4806293" y="430944"/>
                </a:cubicBezTo>
                <a:cubicBezTo>
                  <a:pt x="4817071" y="413356"/>
                  <a:pt x="4808379" y="389140"/>
                  <a:pt x="4817071" y="374611"/>
                </a:cubicBezTo>
                <a:close/>
                <a:moveTo>
                  <a:pt x="4356640" y="364426"/>
                </a:moveTo>
                <a:cubicBezTo>
                  <a:pt x="4365366" y="371061"/>
                  <a:pt x="4358734" y="387138"/>
                  <a:pt x="4347914" y="390200"/>
                </a:cubicBezTo>
                <a:cubicBezTo>
                  <a:pt x="4350008" y="385352"/>
                  <a:pt x="4352452" y="374123"/>
                  <a:pt x="4356640" y="364426"/>
                </a:cubicBezTo>
                <a:close/>
                <a:moveTo>
                  <a:pt x="5117812" y="349712"/>
                </a:moveTo>
                <a:cubicBezTo>
                  <a:pt x="5121880" y="353040"/>
                  <a:pt x="5130358" y="353040"/>
                  <a:pt x="5139174" y="353040"/>
                </a:cubicBezTo>
                <a:cubicBezTo>
                  <a:pt x="5141208" y="362768"/>
                  <a:pt x="5130358" y="362768"/>
                  <a:pt x="5126288" y="370960"/>
                </a:cubicBezTo>
                <a:cubicBezTo>
                  <a:pt x="5117812" y="367632"/>
                  <a:pt x="5117812" y="359440"/>
                  <a:pt x="5117812" y="349712"/>
                </a:cubicBezTo>
                <a:close/>
                <a:moveTo>
                  <a:pt x="4422746" y="328209"/>
                </a:moveTo>
                <a:cubicBezTo>
                  <a:pt x="4424723" y="337766"/>
                  <a:pt x="4397692" y="339275"/>
                  <a:pt x="4389450" y="334748"/>
                </a:cubicBezTo>
                <a:cubicBezTo>
                  <a:pt x="4393736" y="329970"/>
                  <a:pt x="4414504" y="331479"/>
                  <a:pt x="4422746" y="328209"/>
                </a:cubicBezTo>
                <a:close/>
                <a:moveTo>
                  <a:pt x="5093748" y="327077"/>
                </a:moveTo>
                <a:cubicBezTo>
                  <a:pt x="5104296" y="335355"/>
                  <a:pt x="5114516" y="348289"/>
                  <a:pt x="5106274" y="359672"/>
                </a:cubicBezTo>
                <a:cubicBezTo>
                  <a:pt x="5085506" y="363035"/>
                  <a:pt x="5101989" y="336907"/>
                  <a:pt x="5079243" y="340012"/>
                </a:cubicBezTo>
                <a:cubicBezTo>
                  <a:pt x="5079243" y="336907"/>
                  <a:pt x="5085506" y="338459"/>
                  <a:pt x="5089462" y="336907"/>
                </a:cubicBezTo>
                <a:cubicBezTo>
                  <a:pt x="5095726" y="336907"/>
                  <a:pt x="5093748" y="330440"/>
                  <a:pt x="5093748" y="327077"/>
                </a:cubicBezTo>
                <a:close/>
                <a:moveTo>
                  <a:pt x="4592484" y="315760"/>
                </a:moveTo>
                <a:cubicBezTo>
                  <a:pt x="4594498" y="317275"/>
                  <a:pt x="4600880" y="317275"/>
                  <a:pt x="4607262" y="317275"/>
                </a:cubicBezTo>
                <a:cubicBezTo>
                  <a:pt x="4605246" y="325356"/>
                  <a:pt x="4611628" y="326871"/>
                  <a:pt x="4609278" y="334953"/>
                </a:cubicBezTo>
                <a:cubicBezTo>
                  <a:pt x="4600880" y="333185"/>
                  <a:pt x="4586102" y="337983"/>
                  <a:pt x="4594498" y="339498"/>
                </a:cubicBezTo>
                <a:cubicBezTo>
                  <a:pt x="4590133" y="344297"/>
                  <a:pt x="4577369" y="333185"/>
                  <a:pt x="4579720" y="346065"/>
                </a:cubicBezTo>
                <a:cubicBezTo>
                  <a:pt x="4566958" y="346065"/>
                  <a:pt x="4575354" y="334953"/>
                  <a:pt x="4558561" y="336468"/>
                </a:cubicBezTo>
                <a:cubicBezTo>
                  <a:pt x="4579720" y="330154"/>
                  <a:pt x="4583752" y="326871"/>
                  <a:pt x="4592484" y="315760"/>
                </a:cubicBezTo>
                <a:close/>
                <a:moveTo>
                  <a:pt x="4427278" y="296520"/>
                </a:moveTo>
                <a:cubicBezTo>
                  <a:pt x="4444003" y="296520"/>
                  <a:pt x="4429285" y="306077"/>
                  <a:pt x="4422930" y="307586"/>
                </a:cubicBezTo>
                <a:cubicBezTo>
                  <a:pt x="4410218" y="304568"/>
                  <a:pt x="4431292" y="302807"/>
                  <a:pt x="4427278" y="296520"/>
                </a:cubicBezTo>
                <a:close/>
                <a:moveTo>
                  <a:pt x="4592890" y="277280"/>
                </a:moveTo>
                <a:cubicBezTo>
                  <a:pt x="4601246" y="282203"/>
                  <a:pt x="4601246" y="287125"/>
                  <a:pt x="4596901" y="295415"/>
                </a:cubicBezTo>
                <a:cubicBezTo>
                  <a:pt x="4577846" y="298524"/>
                  <a:pt x="4588544" y="280648"/>
                  <a:pt x="4592890" y="277280"/>
                </a:cubicBezTo>
                <a:close/>
                <a:moveTo>
                  <a:pt x="5083198" y="245591"/>
                </a:moveTo>
                <a:cubicBezTo>
                  <a:pt x="5089462" y="247113"/>
                  <a:pt x="5093748" y="255230"/>
                  <a:pt x="5087484" y="260050"/>
                </a:cubicBezTo>
                <a:cubicBezTo>
                  <a:pt x="5079243" y="258528"/>
                  <a:pt x="5085506" y="248889"/>
                  <a:pt x="5083198" y="245591"/>
                </a:cubicBezTo>
                <a:close/>
                <a:moveTo>
                  <a:pt x="4378728" y="232010"/>
                </a:moveTo>
                <a:cubicBezTo>
                  <a:pt x="4378728" y="238907"/>
                  <a:pt x="4370238" y="242090"/>
                  <a:pt x="4374652" y="248721"/>
                </a:cubicBezTo>
                <a:cubicBezTo>
                  <a:pt x="4359371" y="240498"/>
                  <a:pt x="4350882" y="240498"/>
                  <a:pt x="4378728" y="232010"/>
                </a:cubicBezTo>
                <a:close/>
                <a:moveTo>
                  <a:pt x="5133377" y="205273"/>
                </a:moveTo>
                <a:cubicBezTo>
                  <a:pt x="5135384" y="210200"/>
                  <a:pt x="5129031" y="211756"/>
                  <a:pt x="5129031" y="216684"/>
                </a:cubicBezTo>
                <a:cubicBezTo>
                  <a:pt x="5137388" y="215128"/>
                  <a:pt x="5137388" y="218499"/>
                  <a:pt x="5139728" y="221612"/>
                </a:cubicBezTo>
                <a:cubicBezTo>
                  <a:pt x="5122680" y="228355"/>
                  <a:pt x="5116328" y="203716"/>
                  <a:pt x="5133377" y="205273"/>
                </a:cubicBezTo>
                <a:close/>
                <a:moveTo>
                  <a:pt x="4448884" y="202584"/>
                </a:moveTo>
                <a:cubicBezTo>
                  <a:pt x="4463294" y="207448"/>
                  <a:pt x="4450849" y="218968"/>
                  <a:pt x="4446918" y="223832"/>
                </a:cubicBezTo>
                <a:cubicBezTo>
                  <a:pt x="4438404" y="220504"/>
                  <a:pt x="4453142" y="210776"/>
                  <a:pt x="4448884" y="202584"/>
                </a:cubicBezTo>
                <a:close/>
                <a:moveTo>
                  <a:pt x="4999138" y="199189"/>
                </a:moveTo>
                <a:cubicBezTo>
                  <a:pt x="5012146" y="199189"/>
                  <a:pt x="5009750" y="208853"/>
                  <a:pt x="5009750" y="218518"/>
                </a:cubicBezTo>
                <a:cubicBezTo>
                  <a:pt x="4990238" y="221570"/>
                  <a:pt x="4992634" y="205547"/>
                  <a:pt x="4999138" y="199189"/>
                </a:cubicBezTo>
                <a:close/>
                <a:moveTo>
                  <a:pt x="4999486" y="162973"/>
                </a:moveTo>
                <a:cubicBezTo>
                  <a:pt x="5026988" y="167822"/>
                  <a:pt x="4999486" y="179050"/>
                  <a:pt x="5009884" y="188748"/>
                </a:cubicBezTo>
                <a:cubicBezTo>
                  <a:pt x="4995126" y="188748"/>
                  <a:pt x="4995126" y="188748"/>
                  <a:pt x="4995126" y="188748"/>
                </a:cubicBezTo>
                <a:cubicBezTo>
                  <a:pt x="4997138" y="182368"/>
                  <a:pt x="4988754" y="166035"/>
                  <a:pt x="4999486" y="162973"/>
                </a:cubicBezTo>
                <a:close/>
                <a:moveTo>
                  <a:pt x="5066701" y="161508"/>
                </a:moveTo>
                <a:cubicBezTo>
                  <a:pt x="5076854" y="158446"/>
                  <a:pt x="5074888" y="174523"/>
                  <a:pt x="5081112" y="168143"/>
                </a:cubicBezTo>
                <a:cubicBezTo>
                  <a:pt x="5089300" y="168143"/>
                  <a:pt x="5083076" y="179372"/>
                  <a:pt x="5085370" y="184221"/>
                </a:cubicBezTo>
                <a:cubicBezTo>
                  <a:pt x="5079147" y="180903"/>
                  <a:pt x="5079147" y="174523"/>
                  <a:pt x="5066701" y="174523"/>
                </a:cubicBezTo>
                <a:cubicBezTo>
                  <a:pt x="5074888" y="169674"/>
                  <a:pt x="5064409" y="168143"/>
                  <a:pt x="5066701" y="161508"/>
                </a:cubicBezTo>
                <a:close/>
                <a:moveTo>
                  <a:pt x="4467944" y="157314"/>
                </a:moveTo>
                <a:cubicBezTo>
                  <a:pt x="4476256" y="162177"/>
                  <a:pt x="4482574" y="171906"/>
                  <a:pt x="4474261" y="178562"/>
                </a:cubicBezTo>
                <a:cubicBezTo>
                  <a:pt x="4463622" y="176769"/>
                  <a:pt x="4474261" y="167042"/>
                  <a:pt x="4467944" y="157314"/>
                </a:cubicBezTo>
                <a:close/>
                <a:moveTo>
                  <a:pt x="5111548" y="153919"/>
                </a:moveTo>
                <a:cubicBezTo>
                  <a:pt x="5107263" y="170002"/>
                  <a:pt x="5107263" y="192722"/>
                  <a:pt x="5109242" y="221569"/>
                </a:cubicBezTo>
                <a:cubicBezTo>
                  <a:pt x="5105285" y="220037"/>
                  <a:pt x="5082210" y="160301"/>
                  <a:pt x="5111548" y="153919"/>
                </a:cubicBezTo>
                <a:close/>
                <a:moveTo>
                  <a:pt x="4150496" y="150225"/>
                </a:moveTo>
                <a:cubicBezTo>
                  <a:pt x="4167379" y="147128"/>
                  <a:pt x="4159104" y="160034"/>
                  <a:pt x="4179958" y="153581"/>
                </a:cubicBezTo>
                <a:cubicBezTo>
                  <a:pt x="4175654" y="158485"/>
                  <a:pt x="4167379" y="161583"/>
                  <a:pt x="4156786" y="161583"/>
                </a:cubicBezTo>
                <a:cubicBezTo>
                  <a:pt x="4150496" y="158485"/>
                  <a:pt x="4140236" y="156679"/>
                  <a:pt x="4150496" y="150225"/>
                </a:cubicBezTo>
                <a:close/>
                <a:moveTo>
                  <a:pt x="5483558" y="148593"/>
                </a:moveTo>
                <a:cubicBezTo>
                  <a:pt x="5487514" y="143733"/>
                  <a:pt x="5495755" y="179290"/>
                  <a:pt x="5481250" y="180825"/>
                </a:cubicBezTo>
                <a:cubicBezTo>
                  <a:pt x="5483558" y="172895"/>
                  <a:pt x="5483558" y="163174"/>
                  <a:pt x="5483558" y="148593"/>
                </a:cubicBezTo>
                <a:close/>
                <a:moveTo>
                  <a:pt x="4469556" y="147824"/>
                </a:moveTo>
                <a:cubicBezTo>
                  <a:pt x="4482564" y="145996"/>
                  <a:pt x="4480510" y="152525"/>
                  <a:pt x="4482564" y="159316"/>
                </a:cubicBezTo>
                <a:cubicBezTo>
                  <a:pt x="4476060" y="155921"/>
                  <a:pt x="4471952" y="152525"/>
                  <a:pt x="4469556" y="147824"/>
                </a:cubicBezTo>
                <a:close/>
                <a:moveTo>
                  <a:pt x="4451140" y="146925"/>
                </a:moveTo>
                <a:cubicBezTo>
                  <a:pt x="4452638" y="148991"/>
                  <a:pt x="4452510" y="157399"/>
                  <a:pt x="4457349" y="158745"/>
                </a:cubicBezTo>
                <a:cubicBezTo>
                  <a:pt x="4444444" y="158745"/>
                  <a:pt x="4444444" y="158745"/>
                  <a:pt x="4444444" y="158745"/>
                </a:cubicBezTo>
                <a:cubicBezTo>
                  <a:pt x="4442407" y="171557"/>
                  <a:pt x="4457349" y="171557"/>
                  <a:pt x="4455311" y="183088"/>
                </a:cubicBezTo>
                <a:cubicBezTo>
                  <a:pt x="4429504" y="178219"/>
                  <a:pt x="4442407" y="158745"/>
                  <a:pt x="4448860" y="147470"/>
                </a:cubicBezTo>
                <a:cubicBezTo>
                  <a:pt x="4449963" y="146253"/>
                  <a:pt x="4450642" y="146237"/>
                  <a:pt x="4451140" y="146925"/>
                </a:cubicBezTo>
                <a:close/>
                <a:moveTo>
                  <a:pt x="4317919" y="143733"/>
                </a:moveTo>
                <a:cubicBezTo>
                  <a:pt x="4315626" y="148695"/>
                  <a:pt x="4305474" y="151829"/>
                  <a:pt x="4294994" y="153657"/>
                </a:cubicBezTo>
                <a:cubicBezTo>
                  <a:pt x="4293028" y="147128"/>
                  <a:pt x="4305474" y="145300"/>
                  <a:pt x="4317919" y="143733"/>
                </a:cubicBezTo>
                <a:close/>
                <a:moveTo>
                  <a:pt x="4465804" y="133112"/>
                </a:moveTo>
                <a:cubicBezTo>
                  <a:pt x="4476624" y="131284"/>
                  <a:pt x="4472436" y="141208"/>
                  <a:pt x="4474530" y="146170"/>
                </a:cubicBezTo>
                <a:cubicBezTo>
                  <a:pt x="4459172" y="147998"/>
                  <a:pt x="4465804" y="136246"/>
                  <a:pt x="4465804" y="133112"/>
                </a:cubicBezTo>
                <a:close/>
                <a:moveTo>
                  <a:pt x="5171184" y="127888"/>
                </a:moveTo>
                <a:cubicBezTo>
                  <a:pt x="5199060" y="127888"/>
                  <a:pt x="5173224" y="135919"/>
                  <a:pt x="5177644" y="147578"/>
                </a:cubicBezTo>
                <a:cubicBezTo>
                  <a:pt x="5166764" y="149132"/>
                  <a:pt x="5175264" y="134365"/>
                  <a:pt x="5171184" y="127888"/>
                </a:cubicBezTo>
                <a:close/>
                <a:moveTo>
                  <a:pt x="4377254" y="114599"/>
                </a:moveTo>
                <a:cubicBezTo>
                  <a:pt x="4375276" y="124240"/>
                  <a:pt x="4354508" y="119420"/>
                  <a:pt x="4341981" y="119420"/>
                </a:cubicBezTo>
                <a:cubicBezTo>
                  <a:pt x="4350222" y="109780"/>
                  <a:pt x="4364727" y="119420"/>
                  <a:pt x="4377254" y="114599"/>
                </a:cubicBezTo>
                <a:close/>
                <a:moveTo>
                  <a:pt x="5031398" y="112044"/>
                </a:moveTo>
                <a:cubicBezTo>
                  <a:pt x="5053131" y="118406"/>
                  <a:pt x="5046679" y="147421"/>
                  <a:pt x="5055169" y="164982"/>
                </a:cubicBezTo>
                <a:cubicBezTo>
                  <a:pt x="5027323" y="163455"/>
                  <a:pt x="5044302" y="126296"/>
                  <a:pt x="5031398" y="112044"/>
                </a:cubicBezTo>
                <a:close/>
                <a:moveTo>
                  <a:pt x="4435692" y="108649"/>
                </a:moveTo>
                <a:cubicBezTo>
                  <a:pt x="4444005" y="108649"/>
                  <a:pt x="4437687" y="118288"/>
                  <a:pt x="4442010" y="123107"/>
                </a:cubicBezTo>
                <a:cubicBezTo>
                  <a:pt x="4435692" y="118288"/>
                  <a:pt x="4425052" y="113468"/>
                  <a:pt x="4435692" y="108649"/>
                </a:cubicBezTo>
                <a:close/>
                <a:moveTo>
                  <a:pt x="4204023" y="89409"/>
                </a:moveTo>
                <a:cubicBezTo>
                  <a:pt x="4212522" y="92804"/>
                  <a:pt x="4236318" y="86014"/>
                  <a:pt x="4236318" y="95938"/>
                </a:cubicBezTo>
                <a:cubicBezTo>
                  <a:pt x="4223400" y="95938"/>
                  <a:pt x="4204023" y="99333"/>
                  <a:pt x="4204023" y="89409"/>
                </a:cubicBezTo>
                <a:close/>
                <a:moveTo>
                  <a:pt x="5076276" y="87145"/>
                </a:moveTo>
                <a:cubicBezTo>
                  <a:pt x="5087230" y="87145"/>
                  <a:pt x="5080726" y="97264"/>
                  <a:pt x="5093736" y="93802"/>
                </a:cubicBezTo>
                <a:cubicBezTo>
                  <a:pt x="5093736" y="95400"/>
                  <a:pt x="5091338" y="95400"/>
                  <a:pt x="5089284" y="95400"/>
                </a:cubicBezTo>
                <a:cubicBezTo>
                  <a:pt x="5089284" y="100459"/>
                  <a:pt x="5089284" y="100459"/>
                  <a:pt x="5089284" y="100459"/>
                </a:cubicBezTo>
                <a:cubicBezTo>
                  <a:pt x="5080726" y="98862"/>
                  <a:pt x="5078330" y="93802"/>
                  <a:pt x="5076276" y="87145"/>
                </a:cubicBezTo>
                <a:close/>
                <a:moveTo>
                  <a:pt x="5488434" y="75827"/>
                </a:moveTo>
                <a:cubicBezTo>
                  <a:pt x="5497218" y="82207"/>
                  <a:pt x="5493001" y="93437"/>
                  <a:pt x="5493001" y="101603"/>
                </a:cubicBezTo>
                <a:cubicBezTo>
                  <a:pt x="5484218" y="98285"/>
                  <a:pt x="5490542" y="83739"/>
                  <a:pt x="5488434" y="75827"/>
                </a:cubicBezTo>
                <a:close/>
                <a:moveTo>
                  <a:pt x="4151755" y="67906"/>
                </a:moveTo>
                <a:cubicBezTo>
                  <a:pt x="4143063" y="72833"/>
                  <a:pt x="4143063" y="82689"/>
                  <a:pt x="4145150" y="92545"/>
                </a:cubicBezTo>
                <a:cubicBezTo>
                  <a:pt x="4140977" y="92545"/>
                  <a:pt x="4136458" y="90729"/>
                  <a:pt x="4129852" y="92545"/>
                </a:cubicBezTo>
                <a:cubicBezTo>
                  <a:pt x="4138544" y="82689"/>
                  <a:pt x="4138544" y="80874"/>
                  <a:pt x="4131938" y="71277"/>
                </a:cubicBezTo>
                <a:cubicBezTo>
                  <a:pt x="4151755" y="67906"/>
                  <a:pt x="4151755" y="67906"/>
                  <a:pt x="4151755" y="67906"/>
                </a:cubicBezTo>
                <a:close/>
                <a:moveTo>
                  <a:pt x="4976064" y="30557"/>
                </a:moveTo>
                <a:cubicBezTo>
                  <a:pt x="4982516" y="30557"/>
                  <a:pt x="4982516" y="35055"/>
                  <a:pt x="4976064" y="36804"/>
                </a:cubicBezTo>
                <a:cubicBezTo>
                  <a:pt x="4978102" y="38303"/>
                  <a:pt x="4982516" y="41551"/>
                  <a:pt x="4986932" y="41551"/>
                </a:cubicBezTo>
                <a:cubicBezTo>
                  <a:pt x="4984554" y="46299"/>
                  <a:pt x="4976064" y="47798"/>
                  <a:pt x="4967574" y="49547"/>
                </a:cubicBezTo>
                <a:cubicBezTo>
                  <a:pt x="4959086" y="38303"/>
                  <a:pt x="4978102" y="38303"/>
                  <a:pt x="4976064" y="30557"/>
                </a:cubicBezTo>
                <a:close/>
                <a:moveTo>
                  <a:pt x="5094676" y="26030"/>
                </a:moveTo>
                <a:cubicBezTo>
                  <a:pt x="5096706" y="42369"/>
                  <a:pt x="5096706" y="42369"/>
                  <a:pt x="5096706" y="42369"/>
                </a:cubicBezTo>
                <a:cubicBezTo>
                  <a:pt x="5092646" y="40813"/>
                  <a:pt x="5088248" y="38998"/>
                  <a:pt x="5081820" y="40813"/>
                </a:cubicBezTo>
                <a:lnTo>
                  <a:pt x="5081820" y="50669"/>
                </a:lnTo>
                <a:cubicBezTo>
                  <a:pt x="5058475" y="50669"/>
                  <a:pt x="5083850" y="27587"/>
                  <a:pt x="5094676" y="26030"/>
                </a:cubicBezTo>
                <a:close/>
                <a:moveTo>
                  <a:pt x="5025269" y="23767"/>
                </a:moveTo>
                <a:cubicBezTo>
                  <a:pt x="5037935" y="36784"/>
                  <a:pt x="5037935" y="59246"/>
                  <a:pt x="5040332" y="83495"/>
                </a:cubicBezTo>
                <a:cubicBezTo>
                  <a:pt x="5027323" y="65882"/>
                  <a:pt x="5022873" y="49802"/>
                  <a:pt x="5025269" y="23767"/>
                </a:cubicBezTo>
                <a:close/>
                <a:moveTo>
                  <a:pt x="4677392" y="22635"/>
                </a:moveTo>
                <a:cubicBezTo>
                  <a:pt x="4679760" y="24192"/>
                  <a:pt x="4690248" y="22635"/>
                  <a:pt x="4690248" y="27563"/>
                </a:cubicBezTo>
                <a:cubicBezTo>
                  <a:pt x="4673332" y="29119"/>
                  <a:pt x="4660476" y="47274"/>
                  <a:pt x="4652017" y="35603"/>
                </a:cubicBezTo>
                <a:cubicBezTo>
                  <a:pt x="4656077" y="35603"/>
                  <a:pt x="4662505" y="35603"/>
                  <a:pt x="4668933" y="34047"/>
                </a:cubicBezTo>
                <a:cubicBezTo>
                  <a:pt x="4666904" y="26007"/>
                  <a:pt x="4666904" y="26007"/>
                  <a:pt x="4666904" y="26007"/>
                </a:cubicBezTo>
                <a:cubicBezTo>
                  <a:pt x="4670963" y="24192"/>
                  <a:pt x="4677392" y="24192"/>
                  <a:pt x="4677392" y="22635"/>
                </a:cubicBezTo>
                <a:close/>
                <a:moveTo>
                  <a:pt x="5107074" y="0"/>
                </a:moveTo>
                <a:cubicBezTo>
                  <a:pt x="5132314" y="14278"/>
                  <a:pt x="5107074" y="45131"/>
                  <a:pt x="5127996" y="64255"/>
                </a:cubicBezTo>
                <a:cubicBezTo>
                  <a:pt x="5088144" y="54565"/>
                  <a:pt x="5121686" y="25753"/>
                  <a:pt x="5107074" y="0"/>
                </a:cubicBezTo>
                <a:close/>
                <a:moveTo>
                  <a:pt x="4622348" y="0"/>
                </a:moveTo>
                <a:cubicBezTo>
                  <a:pt x="4626606" y="0"/>
                  <a:pt x="4624640" y="1526"/>
                  <a:pt x="4626606" y="3052"/>
                </a:cubicBezTo>
                <a:cubicBezTo>
                  <a:pt x="4634794" y="3052"/>
                  <a:pt x="4647239" y="11190"/>
                  <a:pt x="4647239" y="22381"/>
                </a:cubicBezTo>
                <a:cubicBezTo>
                  <a:pt x="4641016" y="12716"/>
                  <a:pt x="4624640" y="11190"/>
                  <a:pt x="4622348" y="0"/>
                </a:cubicBez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>
              <a:buNone/>
              <a:defRPr sz="1600"/>
            </a:lvl1pPr>
          </a:lstStyle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288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36262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it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10075487" y="217993"/>
            <a:ext cx="1035861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交换机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Semi" charset="0"/>
            </a:endParaRP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Switch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91D3506-0292-4815-9AC2-FC57A8708B5E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cxnSpLocks/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cxnSpLocks/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cxnSpLocks/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cxnSpLocks/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cxnSpLocks/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cxnSpLocks/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cxnSpLocks/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cxnSpLocks/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cxnSpLocks/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cxnSpLocks/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cxnSpLocks/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cxnSpLocks/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cxnSpLocks/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cxnSpLocks/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cxnSpLocks/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cxnSpLocks/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cxnSpLocks/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cxnSpLocks/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cxnSpLocks/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cxnSpLocks/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cxnSpLocks/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cxnSpLocks/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cxnSpLocks/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cxnSpLocks/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cxnSpLocks/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cxnSpLocks/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cxnSpLocks/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cxnSpLocks/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cxnSpLocks/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cxnSpLocks/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cxnSpLocks/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20A16C-6066-44BA-846E-4C9C552AD2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1162251"/>
            <a:ext cx="10800000" cy="5108065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  <a:r>
              <a:rPr lang="en-US" altLang="zh-CN" dirty="0"/>
              <a:t>sub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5097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7852121" y="217993"/>
            <a:ext cx="3259227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交换机的自学习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Semi" charset="0"/>
            </a:endParaRP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Self-learning of switch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91D3506-0292-4815-9AC2-FC57A8708B5E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cxnSpLocks/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cxnSpLocks/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cxnSpLocks/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cxnSpLocks/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cxnSpLocks/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cxnSpLocks/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cxnSpLocks/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cxnSpLocks/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cxnSpLocks/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cxnSpLocks/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cxnSpLocks/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cxnSpLocks/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cxnSpLocks/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cxnSpLocks/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cxnSpLocks/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cxnSpLocks/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cxnSpLocks/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cxnSpLocks/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cxnSpLocks/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cxnSpLocks/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cxnSpLocks/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cxnSpLocks/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cxnSpLocks/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cxnSpLocks/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cxnSpLocks/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cxnSpLocks/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cxnSpLocks/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cxnSpLocks/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cxnSpLocks/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cxnSpLocks/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cxnSpLocks/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20A16C-6066-44BA-846E-4C9C552AD2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1162251"/>
            <a:ext cx="10800000" cy="5108065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3534503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9423065" y="217993"/>
            <a:ext cx="1688283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虚拟局域网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Semi" charset="0"/>
            </a:endParaRP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Virtual LAN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91D3506-0292-4815-9AC2-FC57A8708B5E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cxnSpLocks/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cxnSpLocks/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cxnSpLocks/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cxnSpLocks/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cxnSpLocks/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cxnSpLocks/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cxnSpLocks/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cxnSpLocks/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cxnSpLocks/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cxnSpLocks/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cxnSpLocks/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cxnSpLocks/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cxnSpLocks/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cxnSpLocks/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cxnSpLocks/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cxnSpLocks/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cxnSpLocks/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cxnSpLocks/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cxnSpLocks/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cxnSpLocks/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cxnSpLocks/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cxnSpLocks/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cxnSpLocks/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cxnSpLocks/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cxnSpLocks/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cxnSpLocks/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cxnSpLocks/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cxnSpLocks/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cxnSpLocks/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cxnSpLocks/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cxnSpLocks/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20A16C-6066-44BA-846E-4C9C552AD2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1162251"/>
            <a:ext cx="10800000" cy="5108065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2995823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8398746" y="217993"/>
            <a:ext cx="2712602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局域网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Semi" charset="0"/>
            </a:endParaRP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Local Area Network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91D3506-0292-4815-9AC2-FC57A8708B5E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cxnSpLocks/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cxnSpLocks/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cxnSpLocks/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cxnSpLocks/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cxnSpLocks/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cxnSpLocks/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cxnSpLocks/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cxnSpLocks/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cxnSpLocks/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cxnSpLocks/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cxnSpLocks/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cxnSpLocks/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cxnSpLocks/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cxnSpLocks/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cxnSpLocks/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cxnSpLocks/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cxnSpLocks/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cxnSpLocks/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cxnSpLocks/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cxnSpLocks/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cxnSpLocks/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cxnSpLocks/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cxnSpLocks/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cxnSpLocks/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cxnSpLocks/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cxnSpLocks/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cxnSpLocks/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cxnSpLocks/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cxnSpLocks/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cxnSpLocks/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cxnSpLocks/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20A16C-6066-44BA-846E-4C9C552AD2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1162251"/>
            <a:ext cx="10800000" cy="5108065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28917606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08BDEA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9257040" y="647455"/>
            <a:ext cx="7184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8741674" y="1047565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Packet Tracer</a:t>
            </a:r>
            <a:endParaRPr lang="zh-CN" altLang="en-US" sz="16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14D4D9D8-E6F6-4AC1-B589-F0D920582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5999" y="1530545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9046403-DE4D-4F5A-BCC1-07CF69EDD5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954900" y="872544"/>
            <a:ext cx="11811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62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思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223402" y="64745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思考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5149668" y="1047565"/>
            <a:ext cx="8451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Thinking</a:t>
            </a:r>
            <a:endParaRPr lang="zh-CN" altLang="en-US" sz="16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 useBgFill="1">
        <p:nvSpPr>
          <p:cNvPr id="9" name="弧形 8">
            <a:extLst>
              <a:ext uri="{FF2B5EF4-FFF2-40B4-BE49-F238E27FC236}">
                <a16:creationId xmlns:a16="http://schemas.microsoft.com/office/drawing/2014/main" id="{C9951C8E-1162-4F8A-B6EF-2B37109D6537}"/>
              </a:ext>
            </a:extLst>
          </p:cNvPr>
          <p:cNvSpPr/>
          <p:nvPr userDrawn="1"/>
        </p:nvSpPr>
        <p:spPr>
          <a:xfrm flipV="1">
            <a:off x="6241839" y="713628"/>
            <a:ext cx="720000" cy="720000"/>
          </a:xfrm>
          <a:prstGeom prst="arc">
            <a:avLst>
              <a:gd name="adj1" fmla="val 20347454"/>
              <a:gd name="adj2" fmla="val 12067986"/>
            </a:avLst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6" name="图形 5" descr="灯泡">
            <a:extLst>
              <a:ext uri="{FF2B5EF4-FFF2-40B4-BE49-F238E27FC236}">
                <a16:creationId xmlns:a16="http://schemas.microsoft.com/office/drawing/2014/main" id="{520AECB7-F306-48D9-AA71-5B6CBF9E37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41839" y="791452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14D4D9D8-E6F6-4AC1-B589-F0D920582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5999" y="1530545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B13FDA88-0C0D-459D-B392-13A9AEF5F2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8592000" y="3819702"/>
            <a:ext cx="3600000" cy="3038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813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8843957" y="647455"/>
            <a:ext cx="7184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8698088" y="1047565"/>
            <a:ext cx="1010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Simulation</a:t>
            </a:r>
            <a:endParaRPr lang="zh-CN" altLang="en-US" sz="16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14D4D9D8-E6F6-4AC1-B589-F0D920582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5999" y="1530545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B13FDA88-0C0D-459D-B392-13A9AEF5F2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8592000" y="3819702"/>
            <a:ext cx="3600000" cy="3038298"/>
          </a:xfrm>
          <a:prstGeom prst="rect">
            <a:avLst/>
          </a:prstGeom>
        </p:spPr>
      </p:pic>
      <p:sp useBgFill="1">
        <p:nvSpPr>
          <p:cNvPr id="10" name="文本框 9">
            <a:extLst>
              <a:ext uri="{FF2B5EF4-FFF2-40B4-BE49-F238E27FC236}">
                <a16:creationId xmlns:a16="http://schemas.microsoft.com/office/drawing/2014/main" id="{3310C1AE-E6B1-44B8-A929-33F47896206F}"/>
              </a:ext>
            </a:extLst>
          </p:cNvPr>
          <p:cNvSpPr txBox="1"/>
          <p:nvPr userDrawn="1"/>
        </p:nvSpPr>
        <p:spPr>
          <a:xfrm>
            <a:off x="9758645" y="790000"/>
            <a:ext cx="1960794" cy="461665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algn="ctr"/>
            <a:r>
              <a:rPr lang="en-US" altLang="zh-CN" sz="2400" dirty="0">
                <a:solidFill>
                  <a:srgbClr val="C00000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&lt;          coding&gt;</a:t>
            </a:r>
            <a:endParaRPr lang="zh-CN" altLang="en-US" sz="2400" dirty="0">
              <a:solidFill>
                <a:srgbClr val="C00000"/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C0C90798-0AB8-41C3-A629-73357B34FBB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8000" y="729424"/>
            <a:ext cx="468000" cy="4680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91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ADC397EB-D015-4E7E-97B5-3A41BCE01F64}"/>
              </a:ext>
            </a:extLst>
          </p:cNvPr>
          <p:cNvSpPr>
            <a:spLocks noChangeAspect="1"/>
          </p:cNvSpPr>
          <p:nvPr userDrawn="1"/>
        </p:nvSpPr>
        <p:spPr>
          <a:xfrm>
            <a:off x="6939832" y="435362"/>
            <a:ext cx="720000" cy="720239"/>
          </a:xfrm>
          <a:custGeom>
            <a:avLst/>
            <a:gdLst>
              <a:gd name="connsiteX0" fmla="*/ 0 w 621231"/>
              <a:gd name="connsiteY0" fmla="*/ 0 h 621437"/>
              <a:gd name="connsiteX1" fmla="*/ 137125 w 621231"/>
              <a:gd name="connsiteY1" fmla="*/ 0 h 621437"/>
              <a:gd name="connsiteX2" fmla="*/ 137125 w 621231"/>
              <a:gd name="connsiteY2" fmla="*/ 81437 h 621437"/>
              <a:gd name="connsiteX3" fmla="*/ 305713 w 621231"/>
              <a:gd name="connsiteY3" fmla="*/ 81437 h 621437"/>
              <a:gd name="connsiteX4" fmla="*/ 305713 w 621231"/>
              <a:gd name="connsiteY4" fmla="*/ 153437 h 621437"/>
              <a:gd name="connsiteX5" fmla="*/ 405231 w 621231"/>
              <a:gd name="connsiteY5" fmla="*/ 153437 h 621437"/>
              <a:gd name="connsiteX6" fmla="*/ 405231 w 621231"/>
              <a:gd name="connsiteY6" fmla="*/ 0 h 621437"/>
              <a:gd name="connsiteX7" fmla="*/ 621231 w 621231"/>
              <a:gd name="connsiteY7" fmla="*/ 0 h 621437"/>
              <a:gd name="connsiteX8" fmla="*/ 621231 w 621231"/>
              <a:gd name="connsiteY8" fmla="*/ 621437 h 621437"/>
              <a:gd name="connsiteX9" fmla="*/ 467377 w 621231"/>
              <a:gd name="connsiteY9" fmla="*/ 621437 h 621437"/>
              <a:gd name="connsiteX10" fmla="*/ 405231 w 621231"/>
              <a:gd name="connsiteY10" fmla="*/ 621437 h 621437"/>
              <a:gd name="connsiteX11" fmla="*/ 305713 w 621231"/>
              <a:gd name="connsiteY11" fmla="*/ 621437 h 621437"/>
              <a:gd name="connsiteX12" fmla="*/ 287377 w 621231"/>
              <a:gd name="connsiteY12" fmla="*/ 621437 h 621437"/>
              <a:gd name="connsiteX13" fmla="*/ 137125 w 621231"/>
              <a:gd name="connsiteY13" fmla="*/ 621437 h 621437"/>
              <a:gd name="connsiteX14" fmla="*/ 125713 w 621231"/>
              <a:gd name="connsiteY14" fmla="*/ 621437 h 621437"/>
              <a:gd name="connsiteX15" fmla="*/ 0 w 621231"/>
              <a:gd name="connsiteY15" fmla="*/ 621437 h 621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21231" h="621437">
                <a:moveTo>
                  <a:pt x="0" y="0"/>
                </a:moveTo>
                <a:lnTo>
                  <a:pt x="137125" y="0"/>
                </a:lnTo>
                <a:lnTo>
                  <a:pt x="137125" y="81437"/>
                </a:lnTo>
                <a:lnTo>
                  <a:pt x="305713" y="81437"/>
                </a:lnTo>
                <a:lnTo>
                  <a:pt x="305713" y="153437"/>
                </a:lnTo>
                <a:lnTo>
                  <a:pt x="405231" y="153437"/>
                </a:lnTo>
                <a:lnTo>
                  <a:pt x="405231" y="0"/>
                </a:lnTo>
                <a:lnTo>
                  <a:pt x="621231" y="0"/>
                </a:lnTo>
                <a:lnTo>
                  <a:pt x="621231" y="621437"/>
                </a:lnTo>
                <a:lnTo>
                  <a:pt x="467377" y="621437"/>
                </a:lnTo>
                <a:lnTo>
                  <a:pt x="405231" y="621437"/>
                </a:lnTo>
                <a:lnTo>
                  <a:pt x="305713" y="621437"/>
                </a:lnTo>
                <a:lnTo>
                  <a:pt x="287377" y="621437"/>
                </a:lnTo>
                <a:lnTo>
                  <a:pt x="137125" y="621437"/>
                </a:lnTo>
                <a:lnTo>
                  <a:pt x="125713" y="621437"/>
                </a:lnTo>
                <a:lnTo>
                  <a:pt x="0" y="621437"/>
                </a:lnTo>
                <a:close/>
              </a:path>
            </a:pathLst>
          </a:cu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251008" y="64745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课程总结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4867896" y="1047565"/>
            <a:ext cx="19768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Summary And Thinking</a:t>
            </a:r>
            <a:endParaRPr lang="zh-CN" altLang="en-US" sz="16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631ECD21-8AA4-4CF5-9016-E5BB842B96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6001" y="1530000"/>
            <a:ext cx="10080000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pic>
        <p:nvPicPr>
          <p:cNvPr id="18" name="图形 17">
            <a:extLst>
              <a:ext uri="{FF2B5EF4-FFF2-40B4-BE49-F238E27FC236}">
                <a16:creationId xmlns:a16="http://schemas.microsoft.com/office/drawing/2014/main" id="{7295D71B-1090-42CD-BB10-461E580957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92000" y="4125409"/>
            <a:ext cx="3600000" cy="2732591"/>
          </a:xfrm>
          <a:prstGeom prst="rect">
            <a:avLst/>
          </a:prstGeom>
        </p:spPr>
      </p:pic>
      <p:sp useBgFill="1">
        <p:nvSpPr>
          <p:cNvPr id="21" name="矩形 20">
            <a:extLst>
              <a:ext uri="{FF2B5EF4-FFF2-40B4-BE49-F238E27FC236}">
                <a16:creationId xmlns:a16="http://schemas.microsoft.com/office/drawing/2014/main" id="{84821586-5B68-4408-A16D-AE03372F1D8A}"/>
              </a:ext>
            </a:extLst>
          </p:cNvPr>
          <p:cNvSpPr/>
          <p:nvPr userDrawn="1"/>
        </p:nvSpPr>
        <p:spPr>
          <a:xfrm>
            <a:off x="6903832" y="1044000"/>
            <a:ext cx="792000" cy="14591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6" name="图形 5" descr="书架上的书籍">
            <a:extLst>
              <a:ext uri="{FF2B5EF4-FFF2-40B4-BE49-F238E27FC236}">
                <a16:creationId xmlns:a16="http://schemas.microsoft.com/office/drawing/2014/main" id="{6D161CD4-4739-4045-9A23-28ECCC644ED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9832" y="522000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551406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作业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348663" y="647455"/>
            <a:ext cx="12105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课后作业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5455271" y="1047565"/>
            <a:ext cx="9973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Homework</a:t>
            </a:r>
            <a:endParaRPr lang="zh-CN" altLang="en-US" sz="16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EEBDABD9-B0CF-4C54-9745-6E9B52C4B0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6000" y="1530000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 useBgFill="1">
        <p:nvSpPr>
          <p:cNvPr id="2" name="矩形 1">
            <a:extLst>
              <a:ext uri="{FF2B5EF4-FFF2-40B4-BE49-F238E27FC236}">
                <a16:creationId xmlns:a16="http://schemas.microsoft.com/office/drawing/2014/main" id="{116D21F6-F913-4F0B-927D-8496245BF5FD}"/>
              </a:ext>
            </a:extLst>
          </p:cNvPr>
          <p:cNvSpPr/>
          <p:nvPr userDrawn="1"/>
        </p:nvSpPr>
        <p:spPr>
          <a:xfrm>
            <a:off x="6881325" y="867565"/>
            <a:ext cx="1080000" cy="360000"/>
          </a:xfrm>
          <a:prstGeom prst="rect">
            <a:avLst/>
          </a:prstGeom>
          <a:ln w="12700">
            <a:noFill/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6" name="图形 5" descr="打开的书">
            <a:extLst>
              <a:ext uri="{FF2B5EF4-FFF2-40B4-BE49-F238E27FC236}">
                <a16:creationId xmlns:a16="http://schemas.microsoft.com/office/drawing/2014/main" id="{71791091-7C7C-4BCF-A67C-1E6CC9AE37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61325" y="687565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 useBgFill="1">
        <p:nvSpPr>
          <p:cNvPr id="9" name="椭圆 8">
            <a:extLst>
              <a:ext uri="{FF2B5EF4-FFF2-40B4-BE49-F238E27FC236}">
                <a16:creationId xmlns:a16="http://schemas.microsoft.com/office/drawing/2014/main" id="{B3127551-559A-4AB1-9159-1CA675F6F2E3}"/>
              </a:ext>
            </a:extLst>
          </p:cNvPr>
          <p:cNvSpPr/>
          <p:nvPr userDrawn="1"/>
        </p:nvSpPr>
        <p:spPr>
          <a:xfrm>
            <a:off x="6881325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12" name="椭圆 11">
            <a:extLst>
              <a:ext uri="{FF2B5EF4-FFF2-40B4-BE49-F238E27FC236}">
                <a16:creationId xmlns:a16="http://schemas.microsoft.com/office/drawing/2014/main" id="{D9DA6D4B-0F19-4CD2-9985-1F1B1FC95A1C}"/>
              </a:ext>
            </a:extLst>
          </p:cNvPr>
          <p:cNvSpPr/>
          <p:nvPr userDrawn="1"/>
        </p:nvSpPr>
        <p:spPr>
          <a:xfrm>
            <a:off x="7817325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0" name="图形 9">
            <a:extLst>
              <a:ext uri="{FF2B5EF4-FFF2-40B4-BE49-F238E27FC236}">
                <a16:creationId xmlns:a16="http://schemas.microsoft.com/office/drawing/2014/main" id="{1A5A1B51-31B9-4212-8AA2-0C421ACE0BA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92000" y="4176681"/>
            <a:ext cx="3600000" cy="26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9902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拓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348663" y="64745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拓展学习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5109025" y="1047565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Tools and activities</a:t>
            </a:r>
            <a:endParaRPr lang="zh-CN" altLang="en-US" sz="16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EEBDABD9-B0CF-4C54-9745-6E9B52C4B0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6000" y="1530000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 useBgFill="1">
        <p:nvSpPr>
          <p:cNvPr id="2" name="矩形 1">
            <a:extLst>
              <a:ext uri="{FF2B5EF4-FFF2-40B4-BE49-F238E27FC236}">
                <a16:creationId xmlns:a16="http://schemas.microsoft.com/office/drawing/2014/main" id="{116D21F6-F913-4F0B-927D-8496245BF5FD}"/>
              </a:ext>
            </a:extLst>
          </p:cNvPr>
          <p:cNvSpPr/>
          <p:nvPr userDrawn="1"/>
        </p:nvSpPr>
        <p:spPr>
          <a:xfrm>
            <a:off x="6881325" y="867565"/>
            <a:ext cx="1080000" cy="360000"/>
          </a:xfrm>
          <a:prstGeom prst="rect">
            <a:avLst/>
          </a:prstGeom>
          <a:ln w="12700">
            <a:noFill/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9" name="椭圆 8">
            <a:extLst>
              <a:ext uri="{FF2B5EF4-FFF2-40B4-BE49-F238E27FC236}">
                <a16:creationId xmlns:a16="http://schemas.microsoft.com/office/drawing/2014/main" id="{B3127551-559A-4AB1-9159-1CA675F6F2E3}"/>
              </a:ext>
            </a:extLst>
          </p:cNvPr>
          <p:cNvSpPr/>
          <p:nvPr userDrawn="1"/>
        </p:nvSpPr>
        <p:spPr>
          <a:xfrm>
            <a:off x="6881325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12" name="椭圆 11">
            <a:extLst>
              <a:ext uri="{FF2B5EF4-FFF2-40B4-BE49-F238E27FC236}">
                <a16:creationId xmlns:a16="http://schemas.microsoft.com/office/drawing/2014/main" id="{D9DA6D4B-0F19-4CD2-9985-1F1B1FC95A1C}"/>
              </a:ext>
            </a:extLst>
          </p:cNvPr>
          <p:cNvSpPr/>
          <p:nvPr userDrawn="1"/>
        </p:nvSpPr>
        <p:spPr>
          <a:xfrm>
            <a:off x="7817325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1" name="图形 10" descr="挖掘工具">
            <a:extLst>
              <a:ext uri="{FF2B5EF4-FFF2-40B4-BE49-F238E27FC236}">
                <a16:creationId xmlns:a16="http://schemas.microsoft.com/office/drawing/2014/main" id="{3B667AA2-FFD6-40C7-B529-F87688329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61325" y="687565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0BCDF175-805B-405F-9553-56123B756F2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92000" y="4316566"/>
            <a:ext cx="3600000" cy="254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309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490707" y="647455"/>
            <a:ext cx="12105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预习内容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5699106" y="1047565"/>
            <a:ext cx="7938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Preview</a:t>
            </a:r>
            <a:endParaRPr lang="zh-CN" altLang="en-US" sz="16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EEBDABD9-B0CF-4C54-9745-6E9B52C4B0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6000" y="1530000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 useBgFill="1">
        <p:nvSpPr>
          <p:cNvPr id="2" name="矩形 1">
            <a:extLst>
              <a:ext uri="{FF2B5EF4-FFF2-40B4-BE49-F238E27FC236}">
                <a16:creationId xmlns:a16="http://schemas.microsoft.com/office/drawing/2014/main" id="{116D21F6-F913-4F0B-927D-8496245BF5FD}"/>
              </a:ext>
            </a:extLst>
          </p:cNvPr>
          <p:cNvSpPr/>
          <p:nvPr userDrawn="1"/>
        </p:nvSpPr>
        <p:spPr>
          <a:xfrm>
            <a:off x="4342307" y="867565"/>
            <a:ext cx="1080000" cy="360000"/>
          </a:xfrm>
          <a:prstGeom prst="rect">
            <a:avLst/>
          </a:prstGeom>
          <a:ln w="12700">
            <a:noFill/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9" name="椭圆 8">
            <a:extLst>
              <a:ext uri="{FF2B5EF4-FFF2-40B4-BE49-F238E27FC236}">
                <a16:creationId xmlns:a16="http://schemas.microsoft.com/office/drawing/2014/main" id="{B3127551-559A-4AB1-9159-1CA675F6F2E3}"/>
              </a:ext>
            </a:extLst>
          </p:cNvPr>
          <p:cNvSpPr/>
          <p:nvPr userDrawn="1"/>
        </p:nvSpPr>
        <p:spPr>
          <a:xfrm>
            <a:off x="4342307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12" name="椭圆 11">
            <a:extLst>
              <a:ext uri="{FF2B5EF4-FFF2-40B4-BE49-F238E27FC236}">
                <a16:creationId xmlns:a16="http://schemas.microsoft.com/office/drawing/2014/main" id="{D9DA6D4B-0F19-4CD2-9985-1F1B1FC95A1C}"/>
              </a:ext>
            </a:extLst>
          </p:cNvPr>
          <p:cNvSpPr/>
          <p:nvPr userDrawn="1"/>
        </p:nvSpPr>
        <p:spPr>
          <a:xfrm>
            <a:off x="5278307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0" name="图形 9" descr="报纸">
            <a:extLst>
              <a:ext uri="{FF2B5EF4-FFF2-40B4-BE49-F238E27FC236}">
                <a16:creationId xmlns:a16="http://schemas.microsoft.com/office/drawing/2014/main" id="{1817D2FD-5005-46F5-852A-64C9D8A726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22307" y="687565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09C7615C-E15F-487F-ADAA-1CD4A8B455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92000" y="4256844"/>
            <a:ext cx="3600000" cy="260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867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主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9C390FC7-1AE5-44B9-9306-F012C283C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2025" y="346076"/>
            <a:ext cx="9337722" cy="501650"/>
          </a:xfrm>
        </p:spPr>
        <p:txBody>
          <a:bodyPr>
            <a:normAutofit/>
          </a:bodyPr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标题</a:t>
            </a:r>
          </a:p>
        </p:txBody>
      </p:sp>
      <p:sp>
        <p:nvSpPr>
          <p:cNvPr id="7" name="Freeform 25">
            <a:extLst>
              <a:ext uri="{FF2B5EF4-FFF2-40B4-BE49-F238E27FC236}">
                <a16:creationId xmlns:a16="http://schemas.microsoft.com/office/drawing/2014/main" id="{1C0AD213-1F2D-42D1-B18A-C8183AEF640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8125" y="436328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8" name="TextBox 26">
            <a:extLst>
              <a:ext uri="{FF2B5EF4-FFF2-40B4-BE49-F238E27FC236}">
                <a16:creationId xmlns:a16="http://schemas.microsoft.com/office/drawing/2014/main" id="{CF71ABEA-1A03-440D-8633-AA0DC6EB4735}"/>
              </a:ext>
            </a:extLst>
          </p:cNvPr>
          <p:cNvSpPr txBox="1"/>
          <p:nvPr userDrawn="1"/>
        </p:nvSpPr>
        <p:spPr>
          <a:xfrm>
            <a:off x="10519747" y="548038"/>
            <a:ext cx="1672253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数据链路层</a:t>
            </a:r>
            <a:endParaRPr lang="en-US" sz="1400" b="1" spc="3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Semi" charset="0"/>
            </a:endParaRPr>
          </a:p>
          <a:p>
            <a:r>
              <a:rPr lang="en-US" altLang="zh-CN" sz="1050" i="1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Data Link Layer</a:t>
            </a:r>
            <a:endParaRPr lang="en-US" sz="1050" i="1" spc="3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AB40683-D992-4D7B-BC6D-C07A1D72AF78}"/>
              </a:ext>
            </a:extLst>
          </p:cNvPr>
          <p:cNvCxnSpPr>
            <a:cxnSpLocks/>
          </p:cNvCxnSpPr>
          <p:nvPr userDrawn="1"/>
        </p:nvCxnSpPr>
        <p:spPr>
          <a:xfrm>
            <a:off x="1182025" y="752476"/>
            <a:ext cx="9337722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D90656B7-A68D-40CB-9FBA-153D1C1AB1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2025" y="752476"/>
            <a:ext cx="2750783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aseline="0">
                <a:latin typeface="Cuprum" panose="00000500000000000000" pitchFamily="2" charset="0"/>
              </a:defRPr>
            </a:lvl1pPr>
          </a:lstStyle>
          <a:p>
            <a:pPr lvl="0"/>
            <a:r>
              <a:rPr lang="en-US" altLang="zh-CN" dirty="0"/>
              <a:t>subtitle</a:t>
            </a:r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1F012D-9002-45A5-9019-A643EA18B9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6000" y="1152526"/>
            <a:ext cx="10800000" cy="5040000"/>
          </a:xfrm>
        </p:spPr>
        <p:txBody>
          <a:bodyPr/>
          <a:lstStyle>
            <a:lvl1pPr algn="just">
              <a:lnSpc>
                <a:spcPct val="100000"/>
              </a:lnSpc>
              <a:defRPr/>
            </a:lvl1pPr>
            <a:lvl2pPr algn="just">
              <a:lnSpc>
                <a:spcPct val="100000"/>
              </a:lnSpc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38909480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6789331" y="217993"/>
            <a:ext cx="4322017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ARP</a:t>
            </a: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Addressing Resolution protocol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A55D9DD8-0C69-48F3-A1EF-63947B28BFA5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68" name="文本框 67">
            <a:extLst>
              <a:ext uri="{FF2B5EF4-FFF2-40B4-BE49-F238E27FC236}">
                <a16:creationId xmlns:a16="http://schemas.microsoft.com/office/drawing/2014/main" id="{751070A0-4D10-43F6-A7AE-543DAD860A83}"/>
              </a:ext>
            </a:extLst>
          </p:cNvPr>
          <p:cNvSpPr txBox="1"/>
          <p:nvPr userDrawn="1"/>
        </p:nvSpPr>
        <p:spPr>
          <a:xfrm>
            <a:off x="81721" y="6356350"/>
            <a:ext cx="11880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2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协议解读</a:t>
            </a:r>
            <a:r>
              <a:rPr lang="en-US" altLang="zh-CN" sz="12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----------------------------------------------------------------------------------------------------------------------------------------------------------------RFC 1661</a:t>
            </a:r>
            <a:endParaRPr lang="zh-CN" altLang="en-US" sz="12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930715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 tem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B8FCBA09-ACAD-44CB-9FBF-16286B795310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7AA9A038-1C3B-4D1F-82CE-C443A166D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748" y="148743"/>
            <a:ext cx="10515600" cy="424732"/>
          </a:xfrm>
        </p:spPr>
        <p:txBody>
          <a:bodyPr>
            <a:spAutoFit/>
          </a:bodyPr>
          <a:lstStyle>
            <a:lvl1pPr algn="r">
              <a:defRPr sz="2400" u="none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B827691E-39EF-4A9C-BCDC-FD29E174F98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13040" y="591351"/>
            <a:ext cx="4898308" cy="286232"/>
          </a:xfrm>
        </p:spPr>
        <p:txBody>
          <a:bodyPr>
            <a:spAutoFit/>
          </a:bodyPr>
          <a:lstStyle>
            <a:lvl1pPr marL="0" indent="0" algn="r">
              <a:buNone/>
              <a:defRPr sz="1400">
                <a:latin typeface="IBM Plex Sans Light" panose="020B0403050203000203" pitchFamily="34" charset="0"/>
                <a:cs typeface="Poppins Light" panose="00000400000000000000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altLang="zh-CN" dirty="0"/>
              <a:t>sub-title</a:t>
            </a:r>
            <a:endParaRPr lang="zh-CN" altLang="en-US" dirty="0"/>
          </a:p>
        </p:txBody>
      </p:sp>
      <p:sp>
        <p:nvSpPr>
          <p:cNvPr id="9" name="文本占位符 8">
            <a:extLst>
              <a:ext uri="{FF2B5EF4-FFF2-40B4-BE49-F238E27FC236}">
                <a16:creationId xmlns:a16="http://schemas.microsoft.com/office/drawing/2014/main" id="{323E4716-8C31-49E0-ABDB-9A4191E844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721" y="6347117"/>
            <a:ext cx="5023306" cy="286232"/>
          </a:xfrm>
        </p:spPr>
        <p:txBody>
          <a:bodyPr>
            <a:spAutoFit/>
          </a:bodyPr>
          <a:lstStyle>
            <a:lvl1pPr marL="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en-US" altLang="zh-CN" dirty="0"/>
              <a:t>tips</a:t>
            </a:r>
            <a:endParaRPr lang="zh-CN" altLang="en-US" dirty="0"/>
          </a:p>
        </p:txBody>
      </p:sp>
      <p:sp>
        <p:nvSpPr>
          <p:cNvPr id="71" name="文本占位符 70">
            <a:extLst>
              <a:ext uri="{FF2B5EF4-FFF2-40B4-BE49-F238E27FC236}">
                <a16:creationId xmlns:a16="http://schemas.microsoft.com/office/drawing/2014/main" id="{F7FF684C-AC6D-4370-AE16-175BA198204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6000" y="1094722"/>
            <a:ext cx="10800000" cy="50831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>
              <a:defRPr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>
              <a:defRPr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>
              <a:defRPr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>
              <a:defRPr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85799682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P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7A3947A1-486F-4CA5-B6FE-99E859380C87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7853725" y="217993"/>
            <a:ext cx="3257623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PPP</a:t>
            </a: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Point to point protocol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291C21-5CD9-4C0A-A1F9-B35A9D1269FC}"/>
              </a:ext>
            </a:extLst>
          </p:cNvPr>
          <p:cNvSpPr/>
          <p:nvPr userDrawn="1"/>
        </p:nvSpPr>
        <p:spPr>
          <a:xfrm>
            <a:off x="695834" y="1032229"/>
            <a:ext cx="10800000" cy="504000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254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0" name="文本占位符 8">
            <a:extLst>
              <a:ext uri="{FF2B5EF4-FFF2-40B4-BE49-F238E27FC236}">
                <a16:creationId xmlns:a16="http://schemas.microsoft.com/office/drawing/2014/main" id="{9688E790-5753-47AE-9AE4-065DB60D2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466" y="672447"/>
            <a:ext cx="3286125" cy="542516"/>
          </a:xfr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9144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716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8288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版文本样式</a:t>
            </a:r>
          </a:p>
        </p:txBody>
      </p:sp>
      <p:sp>
        <p:nvSpPr>
          <p:cNvPr id="9" name="直角三角形 8">
            <a:extLst>
              <a:ext uri="{FF2B5EF4-FFF2-40B4-BE49-F238E27FC236}">
                <a16:creationId xmlns:a16="http://schemas.microsoft.com/office/drawing/2014/main" id="{27E6DB47-D228-4E26-9861-0E71F9A9A745}"/>
              </a:ext>
            </a:extLst>
          </p:cNvPr>
          <p:cNvSpPr>
            <a:spLocks/>
          </p:cNvSpPr>
          <p:nvPr userDrawn="1"/>
        </p:nvSpPr>
        <p:spPr>
          <a:xfrm>
            <a:off x="3981591" y="672447"/>
            <a:ext cx="252000" cy="360000"/>
          </a:xfrm>
          <a:prstGeom prst="rtTriangl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4" name="文本占位符 133">
            <a:extLst>
              <a:ext uri="{FF2B5EF4-FFF2-40B4-BE49-F238E27FC236}">
                <a16:creationId xmlns:a16="http://schemas.microsoft.com/office/drawing/2014/main" id="{8EEDBA34-CB6A-48C8-9135-48A39E6E983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5466" y="6255764"/>
            <a:ext cx="8345771" cy="3139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35" name="文本占位符 67">
            <a:extLst>
              <a:ext uri="{FF2B5EF4-FFF2-40B4-BE49-F238E27FC236}">
                <a16:creationId xmlns:a16="http://schemas.microsoft.com/office/drawing/2014/main" id="{D5D5E3EB-6637-4D89-A689-1FD1B36143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48460" y="1510985"/>
            <a:ext cx="9962887" cy="4115817"/>
          </a:xfrm>
        </p:spPr>
        <p:txBody>
          <a:bodyPr>
            <a:normAutofit/>
          </a:bodyPr>
          <a:lstStyle>
            <a:lvl1pPr marL="0" indent="0" algn="just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60607354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MA/C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7A3947A1-486F-4CA5-B6FE-99E859380C87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4109111" y="217993"/>
            <a:ext cx="7002237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400" b="1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Thin" charset="0"/>
                <a:sym typeface="Exo 2 Light" panose="00000400000000000000" pitchFamily="50" charset="0"/>
              </a:rPr>
              <a:t>CSMA/CD</a:t>
            </a: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Carrier Sense Multiple Access/Collision Detection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291C21-5CD9-4C0A-A1F9-B35A9D1269FC}"/>
              </a:ext>
            </a:extLst>
          </p:cNvPr>
          <p:cNvSpPr/>
          <p:nvPr userDrawn="1"/>
        </p:nvSpPr>
        <p:spPr>
          <a:xfrm>
            <a:off x="695834" y="1032229"/>
            <a:ext cx="10800000" cy="504000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254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0" name="文本占位符 8">
            <a:extLst>
              <a:ext uri="{FF2B5EF4-FFF2-40B4-BE49-F238E27FC236}">
                <a16:creationId xmlns:a16="http://schemas.microsoft.com/office/drawing/2014/main" id="{9688E790-5753-47AE-9AE4-065DB60D2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466" y="672447"/>
            <a:ext cx="3286125" cy="542516"/>
          </a:xfrm>
          <a:solidFill>
            <a:srgbClr val="C55A1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9144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716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8288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版文本样式</a:t>
            </a:r>
          </a:p>
        </p:txBody>
      </p:sp>
      <p:sp>
        <p:nvSpPr>
          <p:cNvPr id="9" name="直角三角形 8">
            <a:extLst>
              <a:ext uri="{FF2B5EF4-FFF2-40B4-BE49-F238E27FC236}">
                <a16:creationId xmlns:a16="http://schemas.microsoft.com/office/drawing/2014/main" id="{27E6DB47-D228-4E26-9861-0E71F9A9A745}"/>
              </a:ext>
            </a:extLst>
          </p:cNvPr>
          <p:cNvSpPr>
            <a:spLocks/>
          </p:cNvSpPr>
          <p:nvPr userDrawn="1"/>
        </p:nvSpPr>
        <p:spPr>
          <a:xfrm>
            <a:off x="3981591" y="672447"/>
            <a:ext cx="252000" cy="360000"/>
          </a:xfrm>
          <a:prstGeom prst="rtTriangl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4" name="文本占位符 133">
            <a:extLst>
              <a:ext uri="{FF2B5EF4-FFF2-40B4-BE49-F238E27FC236}">
                <a16:creationId xmlns:a16="http://schemas.microsoft.com/office/drawing/2014/main" id="{A99DA3E2-A9AC-4E33-A54C-F69BF807359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5466" y="6255764"/>
            <a:ext cx="8345771" cy="3139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600" baseline="0">
                <a:latin typeface="IBM Plex Sans Light" panose="020B0403050203000203" pitchFamily="34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831BAC5-67D2-4D8B-BBDA-708E39A8AC4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07087" y="1406874"/>
            <a:ext cx="10429508" cy="456207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330047006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7A3947A1-486F-4CA5-B6FE-99E859380C87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7957921" y="217993"/>
            <a:ext cx="3153427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400" b="1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Thin" charset="0"/>
                <a:sym typeface="Exo 2 Light" panose="00000400000000000000" pitchFamily="50" charset="0"/>
              </a:rPr>
              <a:t>MAC</a:t>
            </a: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Medium Access Control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sp>
        <p:nvSpPr>
          <p:cNvPr id="9" name="直角三角形 8">
            <a:extLst>
              <a:ext uri="{FF2B5EF4-FFF2-40B4-BE49-F238E27FC236}">
                <a16:creationId xmlns:a16="http://schemas.microsoft.com/office/drawing/2014/main" id="{27E6DB47-D228-4E26-9861-0E71F9A9A745}"/>
              </a:ext>
            </a:extLst>
          </p:cNvPr>
          <p:cNvSpPr>
            <a:spLocks/>
          </p:cNvSpPr>
          <p:nvPr userDrawn="1"/>
        </p:nvSpPr>
        <p:spPr>
          <a:xfrm>
            <a:off x="3981591" y="674804"/>
            <a:ext cx="252000" cy="360000"/>
          </a:xfrm>
          <a:prstGeom prst="rtTriangl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4" name="文本占位符 133">
            <a:extLst>
              <a:ext uri="{FF2B5EF4-FFF2-40B4-BE49-F238E27FC236}">
                <a16:creationId xmlns:a16="http://schemas.microsoft.com/office/drawing/2014/main" id="{B5619979-E434-4707-BF44-47FBECFEE61D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318409" y="6255764"/>
            <a:ext cx="8345771" cy="3139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35" name="文本占位符 3">
            <a:extLst>
              <a:ext uri="{FF2B5EF4-FFF2-40B4-BE49-F238E27FC236}">
                <a16:creationId xmlns:a16="http://schemas.microsoft.com/office/drawing/2014/main" id="{3B3B47DF-474B-449C-A374-0D2DA4D73476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696000" y="1208478"/>
            <a:ext cx="10800000" cy="5025967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>
        <p:nvSpPr>
          <p:cNvPr id="137" name="文本占位符 8">
            <a:extLst>
              <a:ext uri="{FF2B5EF4-FFF2-40B4-BE49-F238E27FC236}">
                <a16:creationId xmlns:a16="http://schemas.microsoft.com/office/drawing/2014/main" id="{B237B425-7B61-4BEA-AB3B-78B8A0D3E45A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96000" y="674804"/>
            <a:ext cx="3286125" cy="542516"/>
          </a:xfrm>
          <a:solidFill>
            <a:srgbClr val="C55A1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9144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716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8288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11677564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7A3947A1-486F-4CA5-B6FE-99E859380C87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7898609" y="217993"/>
            <a:ext cx="3212739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b="1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Thin" charset="0"/>
                <a:sym typeface="Exo 2 Light" panose="00000400000000000000" pitchFamily="50" charset="0"/>
              </a:rPr>
              <a:t>生成树协议</a:t>
            </a:r>
            <a:endParaRPr lang="en-US" altLang="zh-CN" sz="1400" b="1" kern="12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Thin" charset="0"/>
              <a:sym typeface="Exo 2 Light" panose="00000400000000000000" pitchFamily="50" charset="0"/>
            </a:endParaRP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Spanning tree protocol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291C21-5CD9-4C0A-A1F9-B35A9D1269FC}"/>
              </a:ext>
            </a:extLst>
          </p:cNvPr>
          <p:cNvSpPr/>
          <p:nvPr userDrawn="1"/>
        </p:nvSpPr>
        <p:spPr>
          <a:xfrm>
            <a:off x="695834" y="1032229"/>
            <a:ext cx="10800000" cy="504000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254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0" name="文本占位符 8">
            <a:extLst>
              <a:ext uri="{FF2B5EF4-FFF2-40B4-BE49-F238E27FC236}">
                <a16:creationId xmlns:a16="http://schemas.microsoft.com/office/drawing/2014/main" id="{9688E790-5753-47AE-9AE4-065DB60D2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466" y="672447"/>
            <a:ext cx="3286125" cy="542516"/>
          </a:xfr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9144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716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8288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版文本样式</a:t>
            </a:r>
          </a:p>
        </p:txBody>
      </p:sp>
      <p:sp>
        <p:nvSpPr>
          <p:cNvPr id="9" name="直角三角形 8">
            <a:extLst>
              <a:ext uri="{FF2B5EF4-FFF2-40B4-BE49-F238E27FC236}">
                <a16:creationId xmlns:a16="http://schemas.microsoft.com/office/drawing/2014/main" id="{27E6DB47-D228-4E26-9861-0E71F9A9A745}"/>
              </a:ext>
            </a:extLst>
          </p:cNvPr>
          <p:cNvSpPr>
            <a:spLocks/>
          </p:cNvSpPr>
          <p:nvPr userDrawn="1"/>
        </p:nvSpPr>
        <p:spPr>
          <a:xfrm>
            <a:off x="3981591" y="672447"/>
            <a:ext cx="252000" cy="360000"/>
          </a:xfrm>
          <a:prstGeom prst="rtTriangl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8" name="文本占位符 67">
            <a:extLst>
              <a:ext uri="{FF2B5EF4-FFF2-40B4-BE49-F238E27FC236}">
                <a16:creationId xmlns:a16="http://schemas.microsoft.com/office/drawing/2014/main" id="{F566F8F7-2EB5-48F8-862D-711430CE971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48460" y="1510985"/>
            <a:ext cx="9962887" cy="4115817"/>
          </a:xfrm>
        </p:spPr>
        <p:txBody>
          <a:bodyPr>
            <a:normAutofit/>
          </a:bodyPr>
          <a:lstStyle>
            <a:lvl1pPr marL="0" indent="0" algn="just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34" name="文本占位符 133">
            <a:extLst>
              <a:ext uri="{FF2B5EF4-FFF2-40B4-BE49-F238E27FC236}">
                <a16:creationId xmlns:a16="http://schemas.microsoft.com/office/drawing/2014/main" id="{FFBA30E8-AF01-4F78-97B5-6D8861FA3D8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5466" y="6255764"/>
            <a:ext cx="8345771" cy="3139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125437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5AB4621-DEFA-4937-ACA0-7FAC4B5DD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540"/>
            <a:ext cx="10515600" cy="424732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1682A5F-0B1F-414C-9919-0F61FB118B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78622"/>
            <a:ext cx="10515600" cy="4898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9B379C-873F-4DD2-BBA0-D4769F05D1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fld id="{1C651236-3214-46F9-9D33-783F0260D354}" type="datetimeFigureOut">
              <a:rPr lang="zh-CN" altLang="en-US" smtClean="0"/>
              <a:pPr/>
              <a:t>2026/8/3</a:t>
            </a:fld>
            <a:endParaRPr lang="zh-CN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8AEE85-23CE-43D2-8B14-00BC970FD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E53C87-6A81-4F2E-86B2-C7DFE4EACC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fld id="{B1502BCF-571E-433F-99D2-89AB9B2A73EF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9575321-E060-401C-BDEF-F9C0C664F8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733" b="-7062"/>
          <a:stretch/>
        </p:blipFill>
        <p:spPr>
          <a:xfrm>
            <a:off x="5801041" y="6318000"/>
            <a:ext cx="450458" cy="54000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A0A5EC7D-3205-4236-B61D-62EAF9458DE9}"/>
              </a:ext>
            </a:extLst>
          </p:cNvPr>
          <p:cNvSpPr txBox="1"/>
          <p:nvPr userDrawn="1"/>
        </p:nvSpPr>
        <p:spPr>
          <a:xfrm>
            <a:off x="6350306" y="6449501"/>
            <a:ext cx="23551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r"/>
            <a:r>
              <a:rPr lang="en-US" altLang="zh-CN" sz="12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Cnplaman from http://www.xit.edu.cn</a:t>
            </a:r>
            <a:endParaRPr lang="zh-CN" altLang="en-US" sz="12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787B120-960D-4593-B648-98823691D47E}"/>
              </a:ext>
            </a:extLst>
          </p:cNvPr>
          <p:cNvSpPr txBox="1"/>
          <p:nvPr userDrawn="1"/>
        </p:nvSpPr>
        <p:spPr>
          <a:xfrm>
            <a:off x="3486563" y="6449501"/>
            <a:ext cx="22156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120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2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All Copyrights Reserved, 2022-2024</a:t>
            </a:r>
            <a:endParaRPr lang="zh-CN" altLang="en-US" sz="12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6078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60" r:id="rId4"/>
    <p:sldLayoutId id="2147483664" r:id="rId5"/>
    <p:sldLayoutId id="2147483685" r:id="rId6"/>
    <p:sldLayoutId id="2147483655" r:id="rId7"/>
    <p:sldLayoutId id="2147483670" r:id="rId8"/>
    <p:sldLayoutId id="2147483683" r:id="rId9"/>
    <p:sldLayoutId id="2147483684" r:id="rId10"/>
    <p:sldLayoutId id="2147483686" r:id="rId11"/>
    <p:sldLayoutId id="2147483688" r:id="rId12"/>
    <p:sldLayoutId id="2147483678" r:id="rId13"/>
    <p:sldLayoutId id="2147483687" r:id="rId14"/>
    <p:sldLayoutId id="2147483679" r:id="rId15"/>
    <p:sldLayoutId id="2147483680" r:id="rId16"/>
    <p:sldLayoutId id="2147483681" r:id="rId17"/>
    <p:sldLayoutId id="2147483682" r:id="rId18"/>
    <p:sldLayoutId id="2147483669" r:id="rId19"/>
    <p:sldLayoutId id="2147483676" r:id="rId20"/>
    <p:sldLayoutId id="2147483677" r:id="rId21"/>
    <p:sldLayoutId id="2147483673" r:id="rId22"/>
    <p:sldLayoutId id="2147483672" r:id="rId23"/>
    <p:sldLayoutId id="2147483674" r:id="rId24"/>
    <p:sldLayoutId id="2147483675" r:id="rId2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 baseline="0">
          <a:solidFill>
            <a:schemeClr val="tx1"/>
          </a:solidFill>
          <a:latin typeface="Cuprum" panose="00000500000000000000" pitchFamily="2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Cuprum" panose="00000500000000000000" pitchFamily="2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F0000"/>
        </a:buClr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uprum" panose="00000500000000000000" pitchFamily="2" charset="0"/>
          <a:ea typeface="微软雅黑 Light" panose="020B0502040204020203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video/Ethernet.mp4" TargetMode="Externa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://www.xit.edu.cn/about/ShowClass.asp?ClassID=940" TargetMode="Externa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0DF7211A-8120-48CB-A28C-5EEB2CAFB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链路层</a:t>
            </a:r>
          </a:p>
        </p:txBody>
      </p:sp>
      <p:sp>
        <p:nvSpPr>
          <p:cNvPr id="16" name="竖排文字占位符 15">
            <a:extLst>
              <a:ext uri="{FF2B5EF4-FFF2-40B4-BE49-F238E27FC236}">
                <a16:creationId xmlns:a16="http://schemas.microsoft.com/office/drawing/2014/main" id="{4A8271AF-DB81-49FE-8FE8-07B23CB866DF}"/>
              </a:ext>
            </a:extLst>
          </p:cNvPr>
          <p:cNvSpPr>
            <a:spLocks noGrp="1"/>
          </p:cNvSpPr>
          <p:nvPr>
            <p:ph type="body" orient="vert" sz="quarter" idx="15"/>
          </p:nvPr>
        </p:nvSpPr>
        <p:spPr/>
        <p:txBody>
          <a:bodyPr/>
          <a:lstStyle/>
          <a:p>
            <a:r>
              <a:rPr lang="en-US" altLang="zh-CN" dirty="0"/>
              <a:t>link Layer</a:t>
            </a:r>
            <a:endParaRPr lang="zh-CN" altLang="en-US" dirty="0"/>
          </a:p>
        </p:txBody>
      </p:sp>
      <p:sp>
        <p:nvSpPr>
          <p:cNvPr id="36" name="竖排文字占位符 35">
            <a:extLst>
              <a:ext uri="{FF2B5EF4-FFF2-40B4-BE49-F238E27FC236}">
                <a16:creationId xmlns:a16="http://schemas.microsoft.com/office/drawing/2014/main" id="{C5ED93BF-A182-43D4-B7BA-6AB293AA5DA5}"/>
              </a:ext>
            </a:extLst>
          </p:cNvPr>
          <p:cNvSpPr>
            <a:spLocks noGrp="1"/>
          </p:cNvSpPr>
          <p:nvPr>
            <p:ph type="body" orient="vert" sz="quarter" idx="16"/>
          </p:nvPr>
        </p:nvSpPr>
        <p:spPr/>
        <p:txBody>
          <a:bodyPr/>
          <a:lstStyle/>
          <a:p>
            <a:r>
              <a:rPr lang="zh-CN" altLang="en-US" dirty="0"/>
              <a:t>第</a:t>
            </a:r>
            <a:r>
              <a:rPr lang="en-US" altLang="zh-CN" dirty="0"/>
              <a:t>3</a:t>
            </a:r>
            <a:r>
              <a:rPr lang="zh-CN" altLang="en-US" dirty="0"/>
              <a:t>章</a:t>
            </a:r>
          </a:p>
        </p:txBody>
      </p:sp>
      <p:pic>
        <p:nvPicPr>
          <p:cNvPr id="49" name="图片占位符 48">
            <a:extLst>
              <a:ext uri="{FF2B5EF4-FFF2-40B4-BE49-F238E27FC236}">
                <a16:creationId xmlns:a16="http://schemas.microsoft.com/office/drawing/2014/main" id="{6B22F925-1A76-484E-94DF-8D193D28FE47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41" r="16441"/>
          <a:stretch>
            <a:fillRect/>
          </a:stretch>
        </p:blipFill>
        <p:spPr/>
      </p:pic>
      <p:grpSp>
        <p:nvGrpSpPr>
          <p:cNvPr id="7" name="组合 6">
            <a:extLst>
              <a:ext uri="{FF2B5EF4-FFF2-40B4-BE49-F238E27FC236}">
                <a16:creationId xmlns:a16="http://schemas.microsoft.com/office/drawing/2014/main" id="{18C98FEB-9C9D-4835-96D0-5117BEF16E76}"/>
              </a:ext>
            </a:extLst>
          </p:cNvPr>
          <p:cNvGrpSpPr/>
          <p:nvPr/>
        </p:nvGrpSpPr>
        <p:grpSpPr>
          <a:xfrm>
            <a:off x="5370023" y="1697941"/>
            <a:ext cx="5595257" cy="707886"/>
            <a:chOff x="5370023" y="2090562"/>
            <a:chExt cx="5595257" cy="707886"/>
          </a:xfrm>
        </p:grpSpPr>
        <p:sp>
          <p:nvSpPr>
            <p:cNvPr id="8" name="Rectangle 19">
              <a:extLst>
                <a:ext uri="{FF2B5EF4-FFF2-40B4-BE49-F238E27FC236}">
                  <a16:creationId xmlns:a16="http://schemas.microsoft.com/office/drawing/2014/main" id="{63750219-7313-4EAF-9072-8E69F48F4A31}"/>
                </a:ext>
              </a:extLst>
            </p:cNvPr>
            <p:cNvSpPr/>
            <p:nvPr/>
          </p:nvSpPr>
          <p:spPr>
            <a:xfrm>
              <a:off x="5370024" y="2459894"/>
              <a:ext cx="5595256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CN" altLang="en-US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数据链路层的作用</a:t>
              </a:r>
              <a:endParaRPr lang="en-US" sz="1600" dirty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" name="TextBox 20">
              <a:extLst>
                <a:ext uri="{FF2B5EF4-FFF2-40B4-BE49-F238E27FC236}">
                  <a16:creationId xmlns:a16="http://schemas.microsoft.com/office/drawing/2014/main" id="{65BF38FF-C68A-4899-BA00-E11894C1CD64}"/>
                </a:ext>
              </a:extLst>
            </p:cNvPr>
            <p:cNvSpPr txBox="1"/>
            <p:nvPr/>
          </p:nvSpPr>
          <p:spPr>
            <a:xfrm>
              <a:off x="5370023" y="2090562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一个作用</a:t>
              </a:r>
              <a:endPara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3AE8A7F8-A4DE-494E-A6FE-FBD72693CECE}"/>
              </a:ext>
            </a:extLst>
          </p:cNvPr>
          <p:cNvGrpSpPr/>
          <p:nvPr/>
        </p:nvGrpSpPr>
        <p:grpSpPr>
          <a:xfrm>
            <a:off x="5370023" y="2574676"/>
            <a:ext cx="5595257" cy="707886"/>
            <a:chOff x="5576124" y="2997130"/>
            <a:chExt cx="5595257" cy="707886"/>
          </a:xfrm>
        </p:grpSpPr>
        <p:sp>
          <p:nvSpPr>
            <p:cNvPr id="11" name="Rectangle 23">
              <a:extLst>
                <a:ext uri="{FF2B5EF4-FFF2-40B4-BE49-F238E27FC236}">
                  <a16:creationId xmlns:a16="http://schemas.microsoft.com/office/drawing/2014/main" id="{03114371-8BFF-4A68-95B2-EE44058DE8E3}"/>
                </a:ext>
              </a:extLst>
            </p:cNvPr>
            <p:cNvSpPr/>
            <p:nvPr/>
          </p:nvSpPr>
          <p:spPr>
            <a:xfrm>
              <a:off x="5576125" y="3366462"/>
              <a:ext cx="5595256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1.</a:t>
              </a:r>
              <a:r>
                <a:rPr lang="zh-CN" altLang="en-US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点对点信道 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 2.</a:t>
              </a:r>
              <a:r>
                <a:rPr lang="zh-CN" altLang="en-US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广播信道</a:t>
              </a:r>
              <a:endParaRPr lang="en-US" sz="1600" dirty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TextBox 24">
              <a:extLst>
                <a:ext uri="{FF2B5EF4-FFF2-40B4-BE49-F238E27FC236}">
                  <a16:creationId xmlns:a16="http://schemas.microsoft.com/office/drawing/2014/main" id="{99ECB7F1-E9BB-41C4-942F-AC3E53D74E03}"/>
                </a:ext>
              </a:extLst>
            </p:cNvPr>
            <p:cNvSpPr txBox="1"/>
            <p:nvPr/>
          </p:nvSpPr>
          <p:spPr>
            <a:xfrm>
              <a:off x="5576124" y="2997130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二个信道</a:t>
              </a:r>
              <a:endPara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A60E5D0E-9ED9-49AC-A151-0FF0BE635FD0}"/>
              </a:ext>
            </a:extLst>
          </p:cNvPr>
          <p:cNvGrpSpPr/>
          <p:nvPr/>
        </p:nvGrpSpPr>
        <p:grpSpPr>
          <a:xfrm>
            <a:off x="5370023" y="3451411"/>
            <a:ext cx="5595257" cy="707886"/>
            <a:chOff x="5837382" y="3949033"/>
            <a:chExt cx="5595257" cy="707886"/>
          </a:xfrm>
        </p:grpSpPr>
        <p:sp>
          <p:nvSpPr>
            <p:cNvPr id="14" name="Rectangle 25">
              <a:extLst>
                <a:ext uri="{FF2B5EF4-FFF2-40B4-BE49-F238E27FC236}">
                  <a16:creationId xmlns:a16="http://schemas.microsoft.com/office/drawing/2014/main" id="{ECE1C776-C2CC-42DB-B11A-EF1798E55FD4}"/>
                </a:ext>
              </a:extLst>
            </p:cNvPr>
            <p:cNvSpPr/>
            <p:nvPr/>
          </p:nvSpPr>
          <p:spPr>
            <a:xfrm>
              <a:off x="5837383" y="4318365"/>
              <a:ext cx="5595256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1. </a:t>
              </a:r>
              <a:r>
                <a:rPr lang="zh-CN" altLang="en-US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封装成帧   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2. </a:t>
              </a:r>
              <a:r>
                <a:rPr lang="zh-CN" altLang="en-US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透明传输   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3. </a:t>
              </a:r>
              <a:r>
                <a:rPr lang="zh-CN" altLang="en-US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差错控制</a:t>
              </a:r>
              <a:endParaRPr lang="en-US" sz="1600" dirty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TextBox 26">
              <a:extLst>
                <a:ext uri="{FF2B5EF4-FFF2-40B4-BE49-F238E27FC236}">
                  <a16:creationId xmlns:a16="http://schemas.microsoft.com/office/drawing/2014/main" id="{64AFC0F2-E45C-453F-987D-0C1B6F6AC9F7}"/>
                </a:ext>
              </a:extLst>
            </p:cNvPr>
            <p:cNvSpPr txBox="1"/>
            <p:nvPr/>
          </p:nvSpPr>
          <p:spPr>
            <a:xfrm>
              <a:off x="5837382" y="3949033"/>
              <a:ext cx="17235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三个基本问题</a:t>
              </a:r>
              <a:endPara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8CCFEAAA-3CAC-48EF-A587-3B7382ED61C7}"/>
              </a:ext>
            </a:extLst>
          </p:cNvPr>
          <p:cNvGrpSpPr/>
          <p:nvPr/>
        </p:nvGrpSpPr>
        <p:grpSpPr>
          <a:xfrm>
            <a:off x="5370023" y="4328146"/>
            <a:ext cx="5595257" cy="707886"/>
            <a:chOff x="5837382" y="3949033"/>
            <a:chExt cx="5595257" cy="707886"/>
          </a:xfrm>
        </p:grpSpPr>
        <p:sp>
          <p:nvSpPr>
            <p:cNvPr id="19" name="Rectangle 25">
              <a:extLst>
                <a:ext uri="{FF2B5EF4-FFF2-40B4-BE49-F238E27FC236}">
                  <a16:creationId xmlns:a16="http://schemas.microsoft.com/office/drawing/2014/main" id="{2305FC5F-A964-4582-AB19-10B5E21EFE8A}"/>
                </a:ext>
              </a:extLst>
            </p:cNvPr>
            <p:cNvSpPr/>
            <p:nvPr/>
          </p:nvSpPr>
          <p:spPr>
            <a:xfrm>
              <a:off x="5837383" y="4318365"/>
              <a:ext cx="5595256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1. </a:t>
              </a:r>
              <a:r>
                <a:rPr lang="zh-CN" altLang="en-US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冲突域   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2. </a:t>
              </a:r>
              <a:r>
                <a:rPr lang="zh-CN" altLang="en-US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交换表   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3.</a:t>
              </a:r>
              <a:r>
                <a:rPr lang="zh-CN" altLang="en-US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交换机的自学习   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4. </a:t>
              </a:r>
              <a:r>
                <a:rPr lang="zh-CN" altLang="en-US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虚拟局域网</a:t>
              </a:r>
              <a:endParaRPr lang="en-US" sz="1600" dirty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TextBox 26">
              <a:extLst>
                <a:ext uri="{FF2B5EF4-FFF2-40B4-BE49-F238E27FC236}">
                  <a16:creationId xmlns:a16="http://schemas.microsoft.com/office/drawing/2014/main" id="{E8B6FAE6-C963-44C9-947F-E7FAC32205B3}"/>
                </a:ext>
              </a:extLst>
            </p:cNvPr>
            <p:cNvSpPr txBox="1"/>
            <p:nvPr/>
          </p:nvSpPr>
          <p:spPr>
            <a:xfrm>
              <a:off x="5837382" y="3949033"/>
              <a:ext cx="17235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四个重要概念</a:t>
              </a:r>
              <a:endPara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DE7C8906-2D97-4399-91FE-C5E0C09F16F0}"/>
              </a:ext>
            </a:extLst>
          </p:cNvPr>
          <p:cNvGrpSpPr/>
          <p:nvPr/>
        </p:nvGrpSpPr>
        <p:grpSpPr>
          <a:xfrm>
            <a:off x="5370023" y="5204880"/>
            <a:ext cx="5595257" cy="707886"/>
            <a:chOff x="5837382" y="3949033"/>
            <a:chExt cx="5595257" cy="707886"/>
          </a:xfrm>
        </p:grpSpPr>
        <p:sp>
          <p:nvSpPr>
            <p:cNvPr id="22" name="Rectangle 25">
              <a:extLst>
                <a:ext uri="{FF2B5EF4-FFF2-40B4-BE49-F238E27FC236}">
                  <a16:creationId xmlns:a16="http://schemas.microsoft.com/office/drawing/2014/main" id="{1589D85C-DD51-4369-82AB-CD3D63DBDB44}"/>
                </a:ext>
              </a:extLst>
            </p:cNvPr>
            <p:cNvSpPr/>
            <p:nvPr/>
          </p:nvSpPr>
          <p:spPr>
            <a:xfrm>
              <a:off x="5837383" y="4318365"/>
              <a:ext cx="5595256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1. </a:t>
              </a:r>
              <a:r>
                <a:rPr lang="zh-CN" altLang="en-US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基本操作   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2. </a:t>
              </a:r>
              <a:r>
                <a:rPr lang="zh-CN" altLang="en-US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冲突域   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3.</a:t>
              </a:r>
              <a:r>
                <a:rPr lang="zh-CN" altLang="en-US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自学习   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4. LAN   5.VLAN</a:t>
              </a:r>
              <a:endParaRPr lang="en-US" sz="1600" dirty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TextBox 26">
              <a:extLst>
                <a:ext uri="{FF2B5EF4-FFF2-40B4-BE49-F238E27FC236}">
                  <a16:creationId xmlns:a16="http://schemas.microsoft.com/office/drawing/2014/main" id="{0EB7EB8B-01AC-4C3D-B828-DD56D1441FE1}"/>
                </a:ext>
              </a:extLst>
            </p:cNvPr>
            <p:cNvSpPr txBox="1"/>
            <p:nvPr/>
          </p:nvSpPr>
          <p:spPr>
            <a:xfrm>
              <a:off x="5837382" y="3949033"/>
              <a:ext cx="175881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五个模拟实验</a:t>
              </a:r>
              <a:endPara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40878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: 圆角 7">
            <a:extLst>
              <a:ext uri="{FF2B5EF4-FFF2-40B4-BE49-F238E27FC236}">
                <a16:creationId xmlns:a16="http://schemas.microsoft.com/office/drawing/2014/main" id="{710E34EF-C015-40D3-8717-6B2098DA3A72}"/>
              </a:ext>
            </a:extLst>
          </p:cNvPr>
          <p:cNvSpPr/>
          <p:nvPr/>
        </p:nvSpPr>
        <p:spPr>
          <a:xfrm>
            <a:off x="5990385" y="2858059"/>
            <a:ext cx="1609725" cy="495300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链路层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43D4D2-A00A-4F5B-92E3-3C00B15C3AE7}"/>
              </a:ext>
            </a:extLst>
          </p:cNvPr>
          <p:cNvSpPr txBox="1"/>
          <p:nvPr/>
        </p:nvSpPr>
        <p:spPr>
          <a:xfrm>
            <a:off x="7768747" y="2675537"/>
            <a:ext cx="877163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IBM Plex Sans Light" panose="020B0403050203000203" pitchFamily="34" charset="0"/>
                <a:ea typeface="微软雅黑 Light" panose="020B0502040204020203" pitchFamily="34" charset="-122"/>
              </a:rPr>
              <a:t>传输帧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D810CD64-C2F8-45DD-8C69-550203556DAE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7600110" y="3086660"/>
            <a:ext cx="1519239" cy="19049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899D561A-B15F-4A0F-B04B-1DB3E6642BEB}"/>
              </a:ext>
            </a:extLst>
          </p:cNvPr>
          <p:cNvSpPr txBox="1"/>
          <p:nvPr/>
        </p:nvSpPr>
        <p:spPr>
          <a:xfrm>
            <a:off x="10566513" y="2551711"/>
            <a:ext cx="603050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IBM Plex Sans Light" panose="020B0403050203000203" pitchFamily="34" charset="0"/>
                <a:ea typeface="微软雅黑 Light" panose="020B0502040204020203" pitchFamily="34" charset="-122"/>
              </a:rPr>
              <a:t>PPP</a:t>
            </a:r>
            <a:endParaRPr lang="zh-CN" altLang="en-US" dirty="0">
              <a:solidFill>
                <a:schemeClr val="tx1"/>
              </a:solidFill>
              <a:latin typeface="IBM Plex Sans Light" panose="020B0403050203000203" pitchFamily="34" charset="0"/>
              <a:ea typeface="微软雅黑 Light" panose="020B0502040204020203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10DACB2-D94F-4037-B925-9C3FE7B2AF46}"/>
              </a:ext>
            </a:extLst>
          </p:cNvPr>
          <p:cNvSpPr txBox="1"/>
          <p:nvPr/>
        </p:nvSpPr>
        <p:spPr>
          <a:xfrm>
            <a:off x="10566513" y="3168693"/>
            <a:ext cx="646331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zh-CN" altLang="en-US" dirty="0">
                <a:latin typeface="IBM Plex Sans Light" panose="020B0403050203000203" pitchFamily="34" charset="0"/>
                <a:ea typeface="微软雅黑 Light" panose="020B0502040204020203" pitchFamily="34" charset="-122"/>
              </a:rPr>
              <a:t>广播</a:t>
            </a:r>
            <a:endParaRPr lang="zh-CN" altLang="en-US" dirty="0">
              <a:solidFill>
                <a:schemeClr val="tx1"/>
              </a:solidFill>
              <a:latin typeface="IBM Plex Sans Light" panose="020B0403050203000203" pitchFamily="34" charset="0"/>
              <a:ea typeface="微软雅黑 Light" panose="020B0502040204020203" pitchFamily="34" charset="-122"/>
            </a:endParaRPr>
          </a:p>
        </p:txBody>
      </p: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86707FBF-FFD2-4662-86B7-F76736653644}"/>
              </a:ext>
            </a:extLst>
          </p:cNvPr>
          <p:cNvCxnSpPr>
            <a:cxnSpLocks/>
            <a:stCxn id="8" idx="1"/>
            <a:endCxn id="56" idx="3"/>
          </p:cNvCxnSpPr>
          <p:nvPr/>
        </p:nvCxnSpPr>
        <p:spPr>
          <a:xfrm flipH="1">
            <a:off x="4766424" y="3105709"/>
            <a:ext cx="1223961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8635BEDA-8BB9-4820-B010-0A5BDB39ACB6}"/>
              </a:ext>
            </a:extLst>
          </p:cNvPr>
          <p:cNvSpPr txBox="1"/>
          <p:nvPr/>
        </p:nvSpPr>
        <p:spPr>
          <a:xfrm>
            <a:off x="4939823" y="2675537"/>
            <a:ext cx="877163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IBM Plex Sans Light" panose="020B0403050203000203" pitchFamily="34" charset="0"/>
                <a:ea typeface="微软雅黑 Light" panose="020B0502040204020203" pitchFamily="34" charset="-122"/>
              </a:rPr>
              <a:t>传输帧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A7F4AEA-6454-4E5F-9378-C849393457B2}"/>
              </a:ext>
            </a:extLst>
          </p:cNvPr>
          <p:cNvSpPr txBox="1"/>
          <p:nvPr/>
        </p:nvSpPr>
        <p:spPr>
          <a:xfrm>
            <a:off x="3658428" y="2921043"/>
            <a:ext cx="1107996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accent2"/>
                </a:solidFill>
                <a:latin typeface="IBM Plex Sans Light" panose="020B0403050203000203" pitchFamily="34" charset="0"/>
                <a:ea typeface="微软雅黑 Light" panose="020B0502040204020203" pitchFamily="34" charset="-122"/>
              </a:rPr>
              <a:t>透明传输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42DB7B2-CE4E-41F6-9BDA-A4F0786BB260}"/>
              </a:ext>
            </a:extLst>
          </p:cNvPr>
          <p:cNvSpPr txBox="1"/>
          <p:nvPr/>
        </p:nvSpPr>
        <p:spPr>
          <a:xfrm>
            <a:off x="9098604" y="2901994"/>
            <a:ext cx="646331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zh-CN" altLang="en-US" dirty="0">
                <a:latin typeface="IBM Plex Sans Light" panose="020B0403050203000203" pitchFamily="34" charset="0"/>
                <a:ea typeface="微软雅黑 Light" panose="020B0502040204020203" pitchFamily="34" charset="-122"/>
              </a:rPr>
              <a:t>信道</a:t>
            </a:r>
            <a:endParaRPr lang="zh-CN" altLang="en-US" dirty="0">
              <a:solidFill>
                <a:schemeClr val="tx1"/>
              </a:solidFill>
              <a:latin typeface="IBM Plex Sans Light" panose="020B0403050203000203" pitchFamily="34" charset="0"/>
              <a:ea typeface="微软雅黑 Light" panose="020B0502040204020203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C40870E-2055-418C-A5E5-F4725AFC84CB}"/>
              </a:ext>
            </a:extLst>
          </p:cNvPr>
          <p:cNvSpPr txBox="1"/>
          <p:nvPr/>
        </p:nvSpPr>
        <p:spPr>
          <a:xfrm>
            <a:off x="7884162" y="1697917"/>
            <a:ext cx="646331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accent2"/>
                </a:solidFill>
                <a:latin typeface="IBM Plex Sans Light" panose="020B0403050203000203" pitchFamily="34" charset="0"/>
                <a:ea typeface="微软雅黑 Light" panose="020B0502040204020203" pitchFamily="34" charset="-122"/>
              </a:rPr>
              <a:t>封帧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EB063F78-24BA-419A-84C3-AFBD39431258}"/>
              </a:ext>
            </a:extLst>
          </p:cNvPr>
          <p:cNvSpPr txBox="1"/>
          <p:nvPr/>
        </p:nvSpPr>
        <p:spPr>
          <a:xfrm>
            <a:off x="7422501" y="904963"/>
            <a:ext cx="1569660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IBM Plex Sans Light" panose="020B0403050203000203" pitchFamily="34" charset="0"/>
                <a:ea typeface="微软雅黑 Light" panose="020B0502040204020203" pitchFamily="34" charset="-122"/>
              </a:rPr>
              <a:t>加首部加尾部</a:t>
            </a: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EAA5406D-7FC6-40F0-90E9-B55FC65F5F1F}"/>
              </a:ext>
            </a:extLst>
          </p:cNvPr>
          <p:cNvCxnSpPr>
            <a:stCxn id="71" idx="2"/>
            <a:endCxn id="70" idx="0"/>
          </p:cNvCxnSpPr>
          <p:nvPr/>
        </p:nvCxnSpPr>
        <p:spPr>
          <a:xfrm flipH="1">
            <a:off x="8207328" y="1274295"/>
            <a:ext cx="3" cy="423622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59453A6E-AF4E-4C31-80C3-087C1D06FC1B}"/>
              </a:ext>
            </a:extLst>
          </p:cNvPr>
          <p:cNvCxnSpPr>
            <a:stCxn id="70" idx="2"/>
            <a:endCxn id="9" idx="0"/>
          </p:cNvCxnSpPr>
          <p:nvPr/>
        </p:nvCxnSpPr>
        <p:spPr>
          <a:xfrm>
            <a:off x="8207328" y="2067249"/>
            <a:ext cx="1" cy="608288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D4F1ADF5-99F9-4A7E-BF84-A66549D165F3}"/>
              </a:ext>
            </a:extLst>
          </p:cNvPr>
          <p:cNvSpPr txBox="1"/>
          <p:nvPr/>
        </p:nvSpPr>
        <p:spPr>
          <a:xfrm>
            <a:off x="6034857" y="904963"/>
            <a:ext cx="894797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dirty="0">
                <a:latin typeface="IBM Plex Sans Light" panose="020B0403050203000203" pitchFamily="34" charset="0"/>
                <a:ea typeface="微软雅黑 Light" panose="020B0502040204020203" pitchFamily="34" charset="-122"/>
              </a:rPr>
              <a:t>packet</a:t>
            </a:r>
            <a:endParaRPr lang="zh-CN" altLang="en-US" dirty="0">
              <a:solidFill>
                <a:schemeClr val="tx1"/>
              </a:solidFill>
              <a:latin typeface="IBM Plex Sans Light" panose="020B0403050203000203" pitchFamily="34" charset="0"/>
              <a:ea typeface="微软雅黑 Light" panose="020B0502040204020203" pitchFamily="34" charset="-122"/>
            </a:endParaRPr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62A783F9-668A-457E-9C0A-DCE76F67B96F}"/>
              </a:ext>
            </a:extLst>
          </p:cNvPr>
          <p:cNvCxnSpPr>
            <a:cxnSpLocks/>
            <a:stCxn id="84" idx="3"/>
            <a:endCxn id="71" idx="1"/>
          </p:cNvCxnSpPr>
          <p:nvPr/>
        </p:nvCxnSpPr>
        <p:spPr>
          <a:xfrm>
            <a:off x="6929654" y="1089629"/>
            <a:ext cx="492847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CCE8495B-2716-4A4E-A87A-F15341308419}"/>
              </a:ext>
            </a:extLst>
          </p:cNvPr>
          <p:cNvSpPr txBox="1"/>
          <p:nvPr/>
        </p:nvSpPr>
        <p:spPr>
          <a:xfrm>
            <a:off x="4596429" y="904963"/>
            <a:ext cx="894797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zh-CN" altLang="en-US" dirty="0">
                <a:latin typeface="IBM Plex Sans Light" panose="020B0403050203000203" pitchFamily="34" charset="0"/>
                <a:ea typeface="微软雅黑 Light" panose="020B0502040204020203" pitchFamily="34" charset="-122"/>
              </a:rPr>
              <a:t>网络层</a:t>
            </a:r>
            <a:endParaRPr lang="zh-CN" altLang="en-US" dirty="0">
              <a:solidFill>
                <a:schemeClr val="tx1"/>
              </a:solidFill>
              <a:latin typeface="IBM Plex Sans Light" panose="020B0403050203000203" pitchFamily="34" charset="0"/>
              <a:ea typeface="微软雅黑 Light" panose="020B0502040204020203" pitchFamily="34" charset="-122"/>
            </a:endParaRP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C77CD49E-3B99-4D0E-8FA7-A83E6CB12DEC}"/>
              </a:ext>
            </a:extLst>
          </p:cNvPr>
          <p:cNvCxnSpPr>
            <a:stCxn id="91" idx="3"/>
            <a:endCxn id="84" idx="1"/>
          </p:cNvCxnSpPr>
          <p:nvPr/>
        </p:nvCxnSpPr>
        <p:spPr>
          <a:xfrm>
            <a:off x="5491226" y="1089629"/>
            <a:ext cx="543631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22AB9BF5-30D4-4FDA-9150-DF3080D28596}"/>
              </a:ext>
            </a:extLst>
          </p:cNvPr>
          <p:cNvSpPr txBox="1"/>
          <p:nvPr/>
        </p:nvSpPr>
        <p:spPr>
          <a:xfrm>
            <a:off x="3051404" y="904963"/>
            <a:ext cx="1107996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IBM Plex Sans Light" panose="020B0403050203000203" pitchFamily="34" charset="0"/>
                <a:ea typeface="微软雅黑 Light" panose="020B0502040204020203" pitchFamily="34" charset="-122"/>
              </a:rPr>
              <a:t>更上一层</a:t>
            </a: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ACEEDAB5-32C0-4261-B533-3F372B60FDE9}"/>
              </a:ext>
            </a:extLst>
          </p:cNvPr>
          <p:cNvCxnSpPr>
            <a:stCxn id="95" idx="3"/>
            <a:endCxn id="91" idx="1"/>
          </p:cNvCxnSpPr>
          <p:nvPr/>
        </p:nvCxnSpPr>
        <p:spPr>
          <a:xfrm>
            <a:off x="4159400" y="1089629"/>
            <a:ext cx="437029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70C0EF68-F12F-4BE9-8568-2F6D1FC620BF}"/>
              </a:ext>
            </a:extLst>
          </p:cNvPr>
          <p:cNvSpPr txBox="1"/>
          <p:nvPr/>
        </p:nvSpPr>
        <p:spPr>
          <a:xfrm>
            <a:off x="4497286" y="4673634"/>
            <a:ext cx="1106393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zh-CN" altLang="en-US" dirty="0">
                <a:latin typeface="IBM Plex Sans Light" panose="020B0403050203000203" pitchFamily="34" charset="0"/>
                <a:ea typeface="微软雅黑 Light" panose="020B0502040204020203" pitchFamily="34" charset="-122"/>
              </a:rPr>
              <a:t>差错控制</a:t>
            </a:r>
            <a:endParaRPr lang="zh-CN" altLang="en-US" dirty="0">
              <a:solidFill>
                <a:schemeClr val="tx1"/>
              </a:solidFill>
              <a:latin typeface="IBM Plex Sans Light" panose="020B0403050203000203" pitchFamily="34" charset="0"/>
              <a:ea typeface="微软雅黑 Light" panose="020B0502040204020203" pitchFamily="34" charset="-122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9C95667F-FEBE-41BD-B481-35EA77C518D7}"/>
              </a:ext>
            </a:extLst>
          </p:cNvPr>
          <p:cNvSpPr txBox="1"/>
          <p:nvPr/>
        </p:nvSpPr>
        <p:spPr>
          <a:xfrm>
            <a:off x="7977296" y="4671494"/>
            <a:ext cx="1106393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accent2"/>
                </a:solidFill>
                <a:latin typeface="IBM Plex Sans Light" panose="020B0403050203000203" pitchFamily="34" charset="0"/>
                <a:ea typeface="微软雅黑 Light" panose="020B0502040204020203" pitchFamily="34" charset="-122"/>
              </a:rPr>
              <a:t>差错控制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D3BE32CD-3C0C-4CB4-BFCD-1D4633C65074}"/>
              </a:ext>
            </a:extLst>
          </p:cNvPr>
          <p:cNvCxnSpPr>
            <a:stCxn id="56" idx="2"/>
            <a:endCxn id="107" idx="1"/>
          </p:cNvCxnSpPr>
          <p:nvPr/>
        </p:nvCxnSpPr>
        <p:spPr>
          <a:xfrm rot="16200000" flipH="1">
            <a:off x="3570894" y="3931907"/>
            <a:ext cx="1567925" cy="284860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连接符: 肘形 111">
            <a:extLst>
              <a:ext uri="{FF2B5EF4-FFF2-40B4-BE49-F238E27FC236}">
                <a16:creationId xmlns:a16="http://schemas.microsoft.com/office/drawing/2014/main" id="{C786C620-C276-4C0F-814E-30E1295E1F5A}"/>
              </a:ext>
            </a:extLst>
          </p:cNvPr>
          <p:cNvCxnSpPr>
            <a:cxnSpLocks/>
            <a:stCxn id="63" idx="2"/>
            <a:endCxn id="108" idx="3"/>
          </p:cNvCxnSpPr>
          <p:nvPr/>
        </p:nvCxnSpPr>
        <p:spPr>
          <a:xfrm rot="5400000">
            <a:off x="8460313" y="3894703"/>
            <a:ext cx="1584834" cy="338081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119F195-5BE0-4BA8-AA60-DC508BB03A95}"/>
              </a:ext>
            </a:extLst>
          </p:cNvPr>
          <p:cNvSpPr/>
          <p:nvPr/>
        </p:nvSpPr>
        <p:spPr>
          <a:xfrm>
            <a:off x="5985625" y="4608509"/>
            <a:ext cx="1609725" cy="495300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对端链路层</a:t>
            </a: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917F11EF-6721-4172-A24E-68B9C3F9F07E}"/>
              </a:ext>
            </a:extLst>
          </p:cNvPr>
          <p:cNvCxnSpPr>
            <a:stCxn id="108" idx="1"/>
            <a:endCxn id="120" idx="3"/>
          </p:cNvCxnSpPr>
          <p:nvPr/>
        </p:nvCxnSpPr>
        <p:spPr>
          <a:xfrm flipH="1" flipV="1">
            <a:off x="7595350" y="4856159"/>
            <a:ext cx="381946" cy="1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AECD2DA6-FB36-4DF7-8A57-3AFD357010FD}"/>
              </a:ext>
            </a:extLst>
          </p:cNvPr>
          <p:cNvCxnSpPr>
            <a:stCxn id="107" idx="3"/>
            <a:endCxn id="120" idx="1"/>
          </p:cNvCxnSpPr>
          <p:nvPr/>
        </p:nvCxnSpPr>
        <p:spPr>
          <a:xfrm flipV="1">
            <a:off x="5603679" y="4856159"/>
            <a:ext cx="381946" cy="2141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连接符: 肘形 130">
            <a:extLst>
              <a:ext uri="{FF2B5EF4-FFF2-40B4-BE49-F238E27FC236}">
                <a16:creationId xmlns:a16="http://schemas.microsoft.com/office/drawing/2014/main" id="{AD9AB375-2EEB-4D35-8959-0D47080713E0}"/>
              </a:ext>
            </a:extLst>
          </p:cNvPr>
          <p:cNvCxnSpPr>
            <a:stCxn id="63" idx="3"/>
            <a:endCxn id="29" idx="1"/>
          </p:cNvCxnSpPr>
          <p:nvPr/>
        </p:nvCxnSpPr>
        <p:spPr>
          <a:xfrm flipV="1">
            <a:off x="9744935" y="2736377"/>
            <a:ext cx="821578" cy="350283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连接符: 肘形 132">
            <a:extLst>
              <a:ext uri="{FF2B5EF4-FFF2-40B4-BE49-F238E27FC236}">
                <a16:creationId xmlns:a16="http://schemas.microsoft.com/office/drawing/2014/main" id="{199E4089-C1C9-4489-91E9-C4F149387012}"/>
              </a:ext>
            </a:extLst>
          </p:cNvPr>
          <p:cNvCxnSpPr>
            <a:stCxn id="63" idx="3"/>
            <a:endCxn id="31" idx="1"/>
          </p:cNvCxnSpPr>
          <p:nvPr/>
        </p:nvCxnSpPr>
        <p:spPr>
          <a:xfrm>
            <a:off x="9744935" y="3086660"/>
            <a:ext cx="821578" cy="266699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943415C-4B8D-4B49-BBD6-A89AEBA8CFD1}"/>
              </a:ext>
            </a:extLst>
          </p:cNvPr>
          <p:cNvSpPr txBox="1"/>
          <p:nvPr/>
        </p:nvSpPr>
        <p:spPr>
          <a:xfrm>
            <a:off x="4727317" y="5668716"/>
            <a:ext cx="646332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zh-CN" altLang="en-US" dirty="0">
                <a:latin typeface="IBM Plex Sans Light" panose="020B0403050203000203" pitchFamily="34" charset="0"/>
                <a:ea typeface="微软雅黑 Light" panose="020B0502040204020203" pitchFamily="34" charset="-122"/>
              </a:rPr>
              <a:t>比特</a:t>
            </a:r>
            <a:endParaRPr lang="zh-CN" altLang="en-US" dirty="0">
              <a:solidFill>
                <a:schemeClr val="tx1"/>
              </a:solidFill>
              <a:latin typeface="IBM Plex Sans Light" panose="020B0403050203000203" pitchFamily="34" charset="0"/>
              <a:ea typeface="微软雅黑 Light" panose="020B0502040204020203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0F65F1C-B988-4FFD-B952-749B2E229885}"/>
              </a:ext>
            </a:extLst>
          </p:cNvPr>
          <p:cNvSpPr txBox="1"/>
          <p:nvPr/>
        </p:nvSpPr>
        <p:spPr>
          <a:xfrm>
            <a:off x="8207326" y="5716561"/>
            <a:ext cx="646332" cy="369332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zh-CN" altLang="en-US" dirty="0">
                <a:latin typeface="IBM Plex Sans Light" panose="020B0403050203000203" pitchFamily="34" charset="0"/>
                <a:ea typeface="微软雅黑 Light" panose="020B0502040204020203" pitchFamily="34" charset="-122"/>
              </a:rPr>
              <a:t>比特</a:t>
            </a:r>
            <a:endParaRPr lang="zh-CN" altLang="en-US" dirty="0">
              <a:solidFill>
                <a:schemeClr val="tx1"/>
              </a:solidFill>
              <a:latin typeface="IBM Plex Sans Light" panose="020B0403050203000203" pitchFamily="34" charset="0"/>
              <a:ea typeface="微软雅黑 Light" panose="020B0502040204020203" pitchFamily="34" charset="-122"/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BCD3900B-1DFE-4D21-AE27-F46876A73957}"/>
              </a:ext>
            </a:extLst>
          </p:cNvPr>
          <p:cNvCxnSpPr>
            <a:stCxn id="108" idx="2"/>
            <a:endCxn id="35" idx="0"/>
          </p:cNvCxnSpPr>
          <p:nvPr/>
        </p:nvCxnSpPr>
        <p:spPr>
          <a:xfrm flipH="1">
            <a:off x="8530492" y="5040826"/>
            <a:ext cx="1" cy="67573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D3A18B26-AA06-45D4-B7C2-5DCE5BB22DBE}"/>
              </a:ext>
            </a:extLst>
          </p:cNvPr>
          <p:cNvCxnSpPr>
            <a:cxnSpLocks/>
            <a:stCxn id="107" idx="2"/>
            <a:endCxn id="34" idx="0"/>
          </p:cNvCxnSpPr>
          <p:nvPr/>
        </p:nvCxnSpPr>
        <p:spPr>
          <a:xfrm>
            <a:off x="5050483" y="5042966"/>
            <a:ext cx="0" cy="62575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337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1213">
            <a:extLst>
              <a:ext uri="{FF2B5EF4-FFF2-40B4-BE49-F238E27FC236}">
                <a16:creationId xmlns:a16="http://schemas.microsoft.com/office/drawing/2014/main" id="{1295A84E-0FDB-4B65-8716-3682E693F4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33379" y="1066981"/>
            <a:ext cx="6074982" cy="4550534"/>
          </a:xfrm>
          <a:custGeom>
            <a:avLst/>
            <a:gdLst>
              <a:gd name="connsiteX0" fmla="*/ 1776545 w 6501199"/>
              <a:gd name="connsiteY0" fmla="*/ 6193964 h 6382977"/>
              <a:gd name="connsiteX1" fmla="*/ 1788065 w 6501199"/>
              <a:gd name="connsiteY1" fmla="*/ 6217006 h 6382977"/>
              <a:gd name="connsiteX2" fmla="*/ 1776545 w 6501199"/>
              <a:gd name="connsiteY2" fmla="*/ 6193964 h 6382977"/>
              <a:gd name="connsiteX3" fmla="*/ 1428422 w 6501199"/>
              <a:gd name="connsiteY3" fmla="*/ 5800457 h 6382977"/>
              <a:gd name="connsiteX4" fmla="*/ 1417261 w 6501199"/>
              <a:gd name="connsiteY4" fmla="*/ 5816298 h 6382977"/>
              <a:gd name="connsiteX5" fmla="*/ 1437782 w 6501199"/>
              <a:gd name="connsiteY5" fmla="*/ 5818818 h 6382977"/>
              <a:gd name="connsiteX6" fmla="*/ 1428422 w 6501199"/>
              <a:gd name="connsiteY6" fmla="*/ 5800457 h 6382977"/>
              <a:gd name="connsiteX7" fmla="*/ 1974546 w 6501199"/>
              <a:gd name="connsiteY7" fmla="*/ 5798297 h 6382977"/>
              <a:gd name="connsiteX8" fmla="*/ 1981386 w 6501199"/>
              <a:gd name="connsiteY8" fmla="*/ 5811978 h 6382977"/>
              <a:gd name="connsiteX9" fmla="*/ 1983546 w 6501199"/>
              <a:gd name="connsiteY9" fmla="*/ 5802977 h 6382977"/>
              <a:gd name="connsiteX10" fmla="*/ 1974546 w 6501199"/>
              <a:gd name="connsiteY10" fmla="*/ 5798297 h 6382977"/>
              <a:gd name="connsiteX11" fmla="*/ 1951866 w 6501199"/>
              <a:gd name="connsiteY11" fmla="*/ 5791456 h 6382977"/>
              <a:gd name="connsiteX12" fmla="*/ 1942866 w 6501199"/>
              <a:gd name="connsiteY12" fmla="*/ 5811978 h 6382977"/>
              <a:gd name="connsiteX13" fmla="*/ 1929186 w 6501199"/>
              <a:gd name="connsiteY13" fmla="*/ 5805138 h 6382977"/>
              <a:gd name="connsiteX14" fmla="*/ 1924506 w 6501199"/>
              <a:gd name="connsiteY14" fmla="*/ 5855181 h 6382977"/>
              <a:gd name="connsiteX15" fmla="*/ 1972386 w 6501199"/>
              <a:gd name="connsiteY15" fmla="*/ 5855181 h 6382977"/>
              <a:gd name="connsiteX16" fmla="*/ 1940346 w 6501199"/>
              <a:gd name="connsiteY16" fmla="*/ 5850500 h 6382977"/>
              <a:gd name="connsiteX17" fmla="*/ 1970226 w 6501199"/>
              <a:gd name="connsiteY17" fmla="*/ 5839340 h 6382977"/>
              <a:gd name="connsiteX18" fmla="*/ 1972386 w 6501199"/>
              <a:gd name="connsiteY18" fmla="*/ 5823138 h 6382977"/>
              <a:gd name="connsiteX19" fmla="*/ 1951866 w 6501199"/>
              <a:gd name="connsiteY19" fmla="*/ 5791456 h 6382977"/>
              <a:gd name="connsiteX20" fmla="*/ 1933506 w 6501199"/>
              <a:gd name="connsiteY20" fmla="*/ 5782456 h 6382977"/>
              <a:gd name="connsiteX21" fmla="*/ 1929186 w 6501199"/>
              <a:gd name="connsiteY21" fmla="*/ 5800457 h 6382977"/>
              <a:gd name="connsiteX22" fmla="*/ 1933506 w 6501199"/>
              <a:gd name="connsiteY22" fmla="*/ 5782456 h 6382977"/>
              <a:gd name="connsiteX23" fmla="*/ 1653783 w 6501199"/>
              <a:gd name="connsiteY23" fmla="*/ 5770935 h 6382977"/>
              <a:gd name="connsiteX24" fmla="*/ 1658463 w 6501199"/>
              <a:gd name="connsiteY24" fmla="*/ 5789296 h 6382977"/>
              <a:gd name="connsiteX25" fmla="*/ 1653783 w 6501199"/>
              <a:gd name="connsiteY25" fmla="*/ 5770935 h 6382977"/>
              <a:gd name="connsiteX26" fmla="*/ 1681143 w 6501199"/>
              <a:gd name="connsiteY26" fmla="*/ 5750414 h 6382977"/>
              <a:gd name="connsiteX27" fmla="*/ 1662783 w 6501199"/>
              <a:gd name="connsiteY27" fmla="*/ 5759414 h 6382977"/>
              <a:gd name="connsiteX28" fmla="*/ 1676463 w 6501199"/>
              <a:gd name="connsiteY28" fmla="*/ 5777776 h 6382977"/>
              <a:gd name="connsiteX29" fmla="*/ 1681143 w 6501199"/>
              <a:gd name="connsiteY29" fmla="*/ 5770935 h 6382977"/>
              <a:gd name="connsiteX30" fmla="*/ 1699144 w 6501199"/>
              <a:gd name="connsiteY30" fmla="*/ 5768775 h 6382977"/>
              <a:gd name="connsiteX31" fmla="*/ 1681143 w 6501199"/>
              <a:gd name="connsiteY31" fmla="*/ 5750414 h 6382977"/>
              <a:gd name="connsiteX32" fmla="*/ 1947186 w 6501199"/>
              <a:gd name="connsiteY32" fmla="*/ 5718732 h 6382977"/>
              <a:gd name="connsiteX33" fmla="*/ 1945026 w 6501199"/>
              <a:gd name="connsiteY33" fmla="*/ 5755094 h 6382977"/>
              <a:gd name="connsiteX34" fmla="*/ 1947186 w 6501199"/>
              <a:gd name="connsiteY34" fmla="*/ 5718732 h 6382977"/>
              <a:gd name="connsiteX35" fmla="*/ 1967706 w 6501199"/>
              <a:gd name="connsiteY35" fmla="*/ 5673008 h 6382977"/>
              <a:gd name="connsiteX36" fmla="*/ 1963386 w 6501199"/>
              <a:gd name="connsiteY36" fmla="*/ 5689210 h 6382977"/>
              <a:gd name="connsiteX37" fmla="*/ 1967706 w 6501199"/>
              <a:gd name="connsiteY37" fmla="*/ 5673008 h 6382977"/>
              <a:gd name="connsiteX38" fmla="*/ 1467302 w 6501199"/>
              <a:gd name="connsiteY38" fmla="*/ 5581922 h 6382977"/>
              <a:gd name="connsiteX39" fmla="*/ 1453622 w 6501199"/>
              <a:gd name="connsiteY39" fmla="*/ 5591282 h 6382977"/>
              <a:gd name="connsiteX40" fmla="*/ 1485662 w 6501199"/>
              <a:gd name="connsiteY40" fmla="*/ 5643486 h 6382977"/>
              <a:gd name="connsiteX41" fmla="*/ 1467302 w 6501199"/>
              <a:gd name="connsiteY41" fmla="*/ 5581922 h 6382977"/>
              <a:gd name="connsiteX42" fmla="*/ 2454663 w 6501199"/>
              <a:gd name="connsiteY42" fmla="*/ 5568266 h 6382977"/>
              <a:gd name="connsiteX43" fmla="*/ 2434388 w 6501199"/>
              <a:gd name="connsiteY43" fmla="*/ 5583921 h 6382977"/>
              <a:gd name="connsiteX44" fmla="*/ 2454663 w 6501199"/>
              <a:gd name="connsiteY44" fmla="*/ 5568266 h 6382977"/>
              <a:gd name="connsiteX45" fmla="*/ 2549669 w 6501199"/>
              <a:gd name="connsiteY45" fmla="*/ 5543550 h 6382977"/>
              <a:gd name="connsiteX46" fmla="*/ 2558587 w 6501199"/>
              <a:gd name="connsiteY46" fmla="*/ 5572478 h 6382977"/>
              <a:gd name="connsiteX47" fmla="*/ 2513638 w 6501199"/>
              <a:gd name="connsiteY47" fmla="*/ 5556956 h 6382977"/>
              <a:gd name="connsiteX48" fmla="*/ 2545031 w 6501199"/>
              <a:gd name="connsiteY48" fmla="*/ 5563658 h 6382977"/>
              <a:gd name="connsiteX49" fmla="*/ 2549669 w 6501199"/>
              <a:gd name="connsiteY49" fmla="*/ 5543550 h 6382977"/>
              <a:gd name="connsiteX50" fmla="*/ 1460462 w 6501199"/>
              <a:gd name="connsiteY50" fmla="*/ 5522878 h 6382977"/>
              <a:gd name="connsiteX51" fmla="*/ 1458302 w 6501199"/>
              <a:gd name="connsiteY51" fmla="*/ 5572922 h 6382977"/>
              <a:gd name="connsiteX52" fmla="*/ 1476302 w 6501199"/>
              <a:gd name="connsiteY52" fmla="*/ 5568601 h 6382977"/>
              <a:gd name="connsiteX53" fmla="*/ 1460462 w 6501199"/>
              <a:gd name="connsiteY53" fmla="*/ 5522878 h 6382977"/>
              <a:gd name="connsiteX54" fmla="*/ 2191815 w 6501199"/>
              <a:gd name="connsiteY54" fmla="*/ 5490491 h 6382977"/>
              <a:gd name="connsiteX55" fmla="*/ 2200671 w 6501199"/>
              <a:gd name="connsiteY55" fmla="*/ 5499435 h 6382977"/>
              <a:gd name="connsiteX56" fmla="*/ 2158163 w 6501199"/>
              <a:gd name="connsiteY56" fmla="*/ 5499435 h 6382977"/>
              <a:gd name="connsiteX57" fmla="*/ 2191815 w 6501199"/>
              <a:gd name="connsiteY57" fmla="*/ 5490491 h 6382977"/>
              <a:gd name="connsiteX58" fmla="*/ 2223615 w 6501199"/>
              <a:gd name="connsiteY58" fmla="*/ 5485713 h 6382977"/>
              <a:gd name="connsiteX59" fmla="*/ 2233422 w 6501199"/>
              <a:gd name="connsiteY59" fmla="*/ 5492248 h 6382977"/>
              <a:gd name="connsiteX60" fmla="*/ 2234454 w 6501199"/>
              <a:gd name="connsiteY60" fmla="*/ 5491038 h 6382977"/>
              <a:gd name="connsiteX61" fmla="*/ 2648288 w 6501199"/>
              <a:gd name="connsiteY61" fmla="*/ 5462587 h 6382977"/>
              <a:gd name="connsiteX62" fmla="*/ 2661607 w 6501199"/>
              <a:gd name="connsiteY62" fmla="*/ 5485447 h 6382977"/>
              <a:gd name="connsiteX63" fmla="*/ 2648288 w 6501199"/>
              <a:gd name="connsiteY63" fmla="*/ 5462587 h 6382977"/>
              <a:gd name="connsiteX64" fmla="*/ 1469462 w 6501199"/>
              <a:gd name="connsiteY64" fmla="*/ 5445472 h 6382977"/>
              <a:gd name="connsiteX65" fmla="*/ 1455782 w 6501199"/>
              <a:gd name="connsiteY65" fmla="*/ 5447993 h 6382977"/>
              <a:gd name="connsiteX66" fmla="*/ 1465142 w 6501199"/>
              <a:gd name="connsiteY66" fmla="*/ 5495516 h 6382977"/>
              <a:gd name="connsiteX67" fmla="*/ 1489982 w 6501199"/>
              <a:gd name="connsiteY67" fmla="*/ 5504876 h 6382977"/>
              <a:gd name="connsiteX68" fmla="*/ 1469462 w 6501199"/>
              <a:gd name="connsiteY68" fmla="*/ 5445472 h 6382977"/>
              <a:gd name="connsiteX69" fmla="*/ 2559622 w 6501199"/>
              <a:gd name="connsiteY69" fmla="*/ 5434012 h 6382977"/>
              <a:gd name="connsiteX70" fmla="*/ 2543925 w 6501199"/>
              <a:gd name="connsiteY70" fmla="*/ 5458196 h 6382977"/>
              <a:gd name="connsiteX71" fmla="*/ 2559622 w 6501199"/>
              <a:gd name="connsiteY71" fmla="*/ 5434012 h 6382977"/>
              <a:gd name="connsiteX72" fmla="*/ 2553087 w 6501199"/>
              <a:gd name="connsiteY72" fmla="*/ 5413341 h 6382977"/>
              <a:gd name="connsiteX73" fmla="*/ 2548726 w 6501199"/>
              <a:gd name="connsiteY73" fmla="*/ 5443173 h 6382977"/>
              <a:gd name="connsiteX74" fmla="*/ 2528012 w 6501199"/>
              <a:gd name="connsiteY74" fmla="*/ 5436261 h 6382977"/>
              <a:gd name="connsiteX75" fmla="*/ 2523288 w 6501199"/>
              <a:gd name="connsiteY75" fmla="*/ 5431895 h 6382977"/>
              <a:gd name="connsiteX76" fmla="*/ 2553087 w 6501199"/>
              <a:gd name="connsiteY76" fmla="*/ 5413341 h 6382977"/>
              <a:gd name="connsiteX77" fmla="*/ 2613743 w 6501199"/>
              <a:gd name="connsiteY77" fmla="*/ 5395731 h 6382977"/>
              <a:gd name="connsiteX78" fmla="*/ 2697554 w 6501199"/>
              <a:gd name="connsiteY78" fmla="*/ 5404848 h 6382977"/>
              <a:gd name="connsiteX79" fmla="*/ 2640751 w 6501199"/>
              <a:gd name="connsiteY79" fmla="*/ 5448391 h 6382977"/>
              <a:gd name="connsiteX80" fmla="*/ 2558782 w 6501199"/>
              <a:gd name="connsiteY80" fmla="*/ 5429885 h 6382977"/>
              <a:gd name="connsiteX81" fmla="*/ 2613743 w 6501199"/>
              <a:gd name="connsiteY81" fmla="*/ 5395731 h 6382977"/>
              <a:gd name="connsiteX82" fmla="*/ 2488206 w 6501199"/>
              <a:gd name="connsiteY82" fmla="*/ 5304197 h 6382977"/>
              <a:gd name="connsiteX83" fmla="*/ 2484143 w 6501199"/>
              <a:gd name="connsiteY83" fmla="*/ 5306138 h 6382977"/>
              <a:gd name="connsiteX84" fmla="*/ 2458972 w 6501199"/>
              <a:gd name="connsiteY84" fmla="*/ 5350103 h 6382977"/>
              <a:gd name="connsiteX85" fmla="*/ 2465524 w 6501199"/>
              <a:gd name="connsiteY85" fmla="*/ 5361080 h 6382977"/>
              <a:gd name="connsiteX86" fmla="*/ 2477045 w 6501199"/>
              <a:gd name="connsiteY86" fmla="*/ 5335878 h 6382977"/>
              <a:gd name="connsiteX87" fmla="*/ 2499727 w 6501199"/>
              <a:gd name="connsiteY87" fmla="*/ 5356400 h 6382977"/>
              <a:gd name="connsiteX88" fmla="*/ 2529250 w 6501199"/>
              <a:gd name="connsiteY88" fmla="*/ 5335878 h 6382977"/>
              <a:gd name="connsiteX89" fmla="*/ 2547612 w 6501199"/>
              <a:gd name="connsiteY89" fmla="*/ 5304197 h 6382977"/>
              <a:gd name="connsiteX90" fmla="*/ 2515569 w 6501199"/>
              <a:gd name="connsiteY90" fmla="*/ 5306357 h 6382977"/>
              <a:gd name="connsiteX91" fmla="*/ 2520249 w 6501199"/>
              <a:gd name="connsiteY91" fmla="*/ 5326878 h 6382977"/>
              <a:gd name="connsiteX92" fmla="*/ 2497567 w 6501199"/>
              <a:gd name="connsiteY92" fmla="*/ 5333718 h 6382977"/>
              <a:gd name="connsiteX93" fmla="*/ 2488206 w 6501199"/>
              <a:gd name="connsiteY93" fmla="*/ 5304197 h 6382977"/>
              <a:gd name="connsiteX94" fmla="*/ 2586136 w 6501199"/>
              <a:gd name="connsiteY94" fmla="*/ 5294837 h 6382977"/>
              <a:gd name="connsiteX95" fmla="*/ 2558773 w 6501199"/>
              <a:gd name="connsiteY95" fmla="*/ 5301677 h 6382977"/>
              <a:gd name="connsiteX96" fmla="*/ 2570295 w 6501199"/>
              <a:gd name="connsiteY96" fmla="*/ 5315358 h 6382977"/>
              <a:gd name="connsiteX97" fmla="*/ 2586136 w 6501199"/>
              <a:gd name="connsiteY97" fmla="*/ 5294837 h 6382977"/>
              <a:gd name="connsiteX98" fmla="*/ 2795926 w 6501199"/>
              <a:gd name="connsiteY98" fmla="*/ 5115905 h 6382977"/>
              <a:gd name="connsiteX99" fmla="*/ 2813450 w 6501199"/>
              <a:gd name="connsiteY99" fmla="*/ 5117819 h 6382977"/>
              <a:gd name="connsiteX100" fmla="*/ 2800132 w 6501199"/>
              <a:gd name="connsiteY100" fmla="*/ 5132013 h 6382977"/>
              <a:gd name="connsiteX101" fmla="*/ 2786813 w 6501199"/>
              <a:gd name="connsiteY101" fmla="*/ 5122675 h 6382977"/>
              <a:gd name="connsiteX102" fmla="*/ 2795926 w 6501199"/>
              <a:gd name="connsiteY102" fmla="*/ 5115905 h 6382977"/>
              <a:gd name="connsiteX103" fmla="*/ 2805134 w 6501199"/>
              <a:gd name="connsiteY103" fmla="*/ 5051425 h 6382977"/>
              <a:gd name="connsiteX104" fmla="*/ 2777777 w 6501199"/>
              <a:gd name="connsiteY104" fmla="*/ 5060374 h 6382977"/>
              <a:gd name="connsiteX105" fmla="*/ 2805134 w 6501199"/>
              <a:gd name="connsiteY105" fmla="*/ 5051425 h 6382977"/>
              <a:gd name="connsiteX106" fmla="*/ 2691234 w 6501199"/>
              <a:gd name="connsiteY106" fmla="*/ 4998292 h 6382977"/>
              <a:gd name="connsiteX107" fmla="*/ 2691133 w 6501199"/>
              <a:gd name="connsiteY107" fmla="*/ 5000874 h 6382977"/>
              <a:gd name="connsiteX108" fmla="*/ 2695228 w 6501199"/>
              <a:gd name="connsiteY108" fmla="*/ 4999262 h 6382977"/>
              <a:gd name="connsiteX109" fmla="*/ 2622500 w 6501199"/>
              <a:gd name="connsiteY109" fmla="*/ 4871816 h 6382977"/>
              <a:gd name="connsiteX110" fmla="*/ 2604498 w 6501199"/>
              <a:gd name="connsiteY110" fmla="*/ 4885497 h 6382977"/>
              <a:gd name="connsiteX111" fmla="*/ 2622500 w 6501199"/>
              <a:gd name="connsiteY111" fmla="*/ 4871816 h 6382977"/>
              <a:gd name="connsiteX112" fmla="*/ 2734112 w 6501199"/>
              <a:gd name="connsiteY112" fmla="*/ 4858136 h 6382977"/>
              <a:gd name="connsiteX113" fmla="*/ 2727271 w 6501199"/>
              <a:gd name="connsiteY113" fmla="*/ 4883337 h 6382977"/>
              <a:gd name="connsiteX114" fmla="*/ 2734112 w 6501199"/>
              <a:gd name="connsiteY114" fmla="*/ 4858136 h 6382977"/>
              <a:gd name="connsiteX115" fmla="*/ 2643976 w 6501199"/>
              <a:gd name="connsiteY115" fmla="*/ 4840208 h 6382977"/>
              <a:gd name="connsiteX116" fmla="*/ 2638342 w 6501199"/>
              <a:gd name="connsiteY116" fmla="*/ 4846976 h 6382977"/>
              <a:gd name="connsiteX117" fmla="*/ 2644706 w 6501199"/>
              <a:gd name="connsiteY117" fmla="*/ 4846976 h 6382977"/>
              <a:gd name="connsiteX118" fmla="*/ 2701570 w 6501199"/>
              <a:gd name="connsiteY118" fmla="*/ 4836655 h 6382977"/>
              <a:gd name="connsiteX119" fmla="*/ 2701288 w 6501199"/>
              <a:gd name="connsiteY119" fmla="*/ 4840353 h 6382977"/>
              <a:gd name="connsiteX120" fmla="*/ 2704589 w 6501199"/>
              <a:gd name="connsiteY120" fmla="*/ 4840135 h 6382977"/>
              <a:gd name="connsiteX121" fmla="*/ 2720430 w 6501199"/>
              <a:gd name="connsiteY121" fmla="*/ 4867136 h 6382977"/>
              <a:gd name="connsiteX122" fmla="*/ 2713590 w 6501199"/>
              <a:gd name="connsiteY122" fmla="*/ 4853456 h 6382977"/>
              <a:gd name="connsiteX123" fmla="*/ 2720430 w 6501199"/>
              <a:gd name="connsiteY123" fmla="*/ 4844455 h 6382977"/>
              <a:gd name="connsiteX124" fmla="*/ 2708099 w 6501199"/>
              <a:gd name="connsiteY124" fmla="*/ 4837390 h 6382977"/>
              <a:gd name="connsiteX125" fmla="*/ 2734112 w 6501199"/>
              <a:gd name="connsiteY125" fmla="*/ 4833295 h 6382977"/>
              <a:gd name="connsiteX126" fmla="*/ 2758954 w 6501199"/>
              <a:gd name="connsiteY126" fmla="*/ 4842295 h 6382977"/>
              <a:gd name="connsiteX127" fmla="*/ 2734112 w 6501199"/>
              <a:gd name="connsiteY127" fmla="*/ 4833295 h 6382977"/>
              <a:gd name="connsiteX128" fmla="*/ 2641267 w 6501199"/>
              <a:gd name="connsiteY128" fmla="*/ 4797518 h 6382977"/>
              <a:gd name="connsiteX129" fmla="*/ 2629341 w 6501199"/>
              <a:gd name="connsiteY129" fmla="*/ 4805933 h 6382977"/>
              <a:gd name="connsiteX130" fmla="*/ 2656704 w 6501199"/>
              <a:gd name="connsiteY130" fmla="*/ 4801253 h 6382977"/>
              <a:gd name="connsiteX131" fmla="*/ 2641267 w 6501199"/>
              <a:gd name="connsiteY131" fmla="*/ 4797518 h 6382977"/>
              <a:gd name="connsiteX132" fmla="*/ 2778352 w 6501199"/>
              <a:gd name="connsiteY132" fmla="*/ 4792753 h 6382977"/>
              <a:gd name="connsiteX133" fmla="*/ 2785302 w 6501199"/>
              <a:gd name="connsiteY133" fmla="*/ 4808174 h 6382977"/>
              <a:gd name="connsiteX134" fmla="*/ 2764588 w 6501199"/>
              <a:gd name="connsiteY134" fmla="*/ 4801280 h 6382977"/>
              <a:gd name="connsiteX135" fmla="*/ 2778352 w 6501199"/>
              <a:gd name="connsiteY135" fmla="*/ 4792753 h 6382977"/>
              <a:gd name="connsiteX136" fmla="*/ 2786317 w 6501199"/>
              <a:gd name="connsiteY136" fmla="*/ 4694328 h 6382977"/>
              <a:gd name="connsiteX137" fmla="*/ 2754634 w 6501199"/>
              <a:gd name="connsiteY137" fmla="*/ 4730690 h 6382977"/>
              <a:gd name="connsiteX138" fmla="*/ 2786317 w 6501199"/>
              <a:gd name="connsiteY138" fmla="*/ 4714849 h 6382977"/>
              <a:gd name="connsiteX139" fmla="*/ 2793158 w 6501199"/>
              <a:gd name="connsiteY139" fmla="*/ 4714849 h 6382977"/>
              <a:gd name="connsiteX140" fmla="*/ 2786317 w 6501199"/>
              <a:gd name="connsiteY140" fmla="*/ 4694328 h 6382977"/>
              <a:gd name="connsiteX141" fmla="*/ 2813680 w 6501199"/>
              <a:gd name="connsiteY141" fmla="*/ 4657966 h 6382977"/>
              <a:gd name="connsiteX142" fmla="*/ 2795318 w 6501199"/>
              <a:gd name="connsiteY142" fmla="*/ 4664807 h 6382977"/>
              <a:gd name="connsiteX143" fmla="*/ 2802159 w 6501199"/>
              <a:gd name="connsiteY143" fmla="*/ 4676327 h 6382977"/>
              <a:gd name="connsiteX144" fmla="*/ 2813680 w 6501199"/>
              <a:gd name="connsiteY144" fmla="*/ 4657966 h 6382977"/>
              <a:gd name="connsiteX145" fmla="*/ 1253460 w 6501199"/>
              <a:gd name="connsiteY145" fmla="*/ 4581053 h 6382977"/>
              <a:gd name="connsiteX146" fmla="*/ 1241940 w 6501199"/>
              <a:gd name="connsiteY146" fmla="*/ 4585734 h 6382977"/>
              <a:gd name="connsiteX147" fmla="*/ 1248780 w 6501199"/>
              <a:gd name="connsiteY147" fmla="*/ 4596894 h 6382977"/>
              <a:gd name="connsiteX148" fmla="*/ 1253460 w 6501199"/>
              <a:gd name="connsiteY148" fmla="*/ 4581053 h 6382977"/>
              <a:gd name="connsiteX149" fmla="*/ 1237620 w 6501199"/>
              <a:gd name="connsiteY149" fmla="*/ 4553692 h 6382977"/>
              <a:gd name="connsiteX150" fmla="*/ 1230780 w 6501199"/>
              <a:gd name="connsiteY150" fmla="*/ 4574213 h 6382977"/>
              <a:gd name="connsiteX151" fmla="*/ 1258140 w 6501199"/>
              <a:gd name="connsiteY151" fmla="*/ 4576733 h 6382977"/>
              <a:gd name="connsiteX152" fmla="*/ 1237620 w 6501199"/>
              <a:gd name="connsiteY152" fmla="*/ 4553692 h 6382977"/>
              <a:gd name="connsiteX153" fmla="*/ 1255620 w 6501199"/>
              <a:gd name="connsiteY153" fmla="*/ 4515169 h 6382977"/>
              <a:gd name="connsiteX154" fmla="*/ 1237620 w 6501199"/>
              <a:gd name="connsiteY154" fmla="*/ 4528850 h 6382977"/>
              <a:gd name="connsiteX155" fmla="*/ 1269300 w 6501199"/>
              <a:gd name="connsiteY155" fmla="*/ 4537850 h 6382977"/>
              <a:gd name="connsiteX156" fmla="*/ 1255620 w 6501199"/>
              <a:gd name="connsiteY156" fmla="*/ 4515169 h 6382977"/>
              <a:gd name="connsiteX157" fmla="*/ 1237620 w 6501199"/>
              <a:gd name="connsiteY157" fmla="*/ 4480966 h 6382977"/>
              <a:gd name="connsiteX158" fmla="*/ 1253460 w 6501199"/>
              <a:gd name="connsiteY158" fmla="*/ 4496808 h 6382977"/>
              <a:gd name="connsiteX159" fmla="*/ 1246620 w 6501199"/>
              <a:gd name="connsiteY159" fmla="*/ 4506168 h 6382977"/>
              <a:gd name="connsiteX160" fmla="*/ 1273980 w 6501199"/>
              <a:gd name="connsiteY160" fmla="*/ 4515169 h 6382977"/>
              <a:gd name="connsiteX161" fmla="*/ 1255620 w 6501199"/>
              <a:gd name="connsiteY161" fmla="*/ 4483487 h 6382977"/>
              <a:gd name="connsiteX162" fmla="*/ 1237620 w 6501199"/>
              <a:gd name="connsiteY162" fmla="*/ 4480966 h 6382977"/>
              <a:gd name="connsiteX163" fmla="*/ 2928150 w 6501199"/>
              <a:gd name="connsiteY163" fmla="*/ 4465086 h 6382977"/>
              <a:gd name="connsiteX164" fmla="*/ 2912225 w 6501199"/>
              <a:gd name="connsiteY164" fmla="*/ 4471634 h 6382977"/>
              <a:gd name="connsiteX165" fmla="*/ 2928150 w 6501199"/>
              <a:gd name="connsiteY165" fmla="*/ 4465086 h 6382977"/>
              <a:gd name="connsiteX166" fmla="*/ 2971294 w 6501199"/>
              <a:gd name="connsiteY166" fmla="*/ 4314555 h 6382977"/>
              <a:gd name="connsiteX167" fmla="*/ 2975313 w 6501199"/>
              <a:gd name="connsiteY167" fmla="*/ 4318794 h 6382977"/>
              <a:gd name="connsiteX168" fmla="*/ 2992838 w 6501199"/>
              <a:gd name="connsiteY168" fmla="*/ 4320924 h 6382977"/>
              <a:gd name="connsiteX169" fmla="*/ 2986178 w 6501199"/>
              <a:gd name="connsiteY169" fmla="*/ 4331932 h 6382977"/>
              <a:gd name="connsiteX170" fmla="*/ 2971294 w 6501199"/>
              <a:gd name="connsiteY170" fmla="*/ 4314555 h 6382977"/>
              <a:gd name="connsiteX171" fmla="*/ 2909090 w 6501199"/>
              <a:gd name="connsiteY171" fmla="*/ 4312350 h 6382977"/>
              <a:gd name="connsiteX172" fmla="*/ 2922772 w 6501199"/>
              <a:gd name="connsiteY172" fmla="*/ 4330351 h 6382977"/>
              <a:gd name="connsiteX173" fmla="*/ 2909090 w 6501199"/>
              <a:gd name="connsiteY173" fmla="*/ 4312350 h 6382977"/>
              <a:gd name="connsiteX174" fmla="*/ 933197 w 6501199"/>
              <a:gd name="connsiteY174" fmla="*/ 4310062 h 6382977"/>
              <a:gd name="connsiteX175" fmla="*/ 971938 w 6501199"/>
              <a:gd name="connsiteY175" fmla="*/ 4330344 h 6382977"/>
              <a:gd name="connsiteX176" fmla="*/ 933197 w 6501199"/>
              <a:gd name="connsiteY176" fmla="*/ 4310062 h 6382977"/>
              <a:gd name="connsiteX177" fmla="*/ 297727 w 6501199"/>
              <a:gd name="connsiteY177" fmla="*/ 4273550 h 6382977"/>
              <a:gd name="connsiteX178" fmla="*/ 311536 w 6501199"/>
              <a:gd name="connsiteY178" fmla="*/ 4280619 h 6382977"/>
              <a:gd name="connsiteX179" fmla="*/ 281738 w 6501199"/>
              <a:gd name="connsiteY179" fmla="*/ 4289921 h 6382977"/>
              <a:gd name="connsiteX180" fmla="*/ 297727 w 6501199"/>
              <a:gd name="connsiteY180" fmla="*/ 4273550 h 6382977"/>
              <a:gd name="connsiteX181" fmla="*/ 838950 w 6501199"/>
              <a:gd name="connsiteY181" fmla="*/ 4219575 h 6382977"/>
              <a:gd name="connsiteX182" fmla="*/ 862391 w 6501199"/>
              <a:gd name="connsiteY182" fmla="*/ 4238259 h 6382977"/>
              <a:gd name="connsiteX183" fmla="*/ 838950 w 6501199"/>
              <a:gd name="connsiteY183" fmla="*/ 4219575 h 6382977"/>
              <a:gd name="connsiteX184" fmla="*/ 3063649 w 6501199"/>
              <a:gd name="connsiteY184" fmla="*/ 4203700 h 6382977"/>
              <a:gd name="connsiteX185" fmla="*/ 3075372 w 6501199"/>
              <a:gd name="connsiteY185" fmla="*/ 4215423 h 6382977"/>
              <a:gd name="connsiteX186" fmla="*/ 3068411 w 6501199"/>
              <a:gd name="connsiteY186" fmla="*/ 4222384 h 6382977"/>
              <a:gd name="connsiteX187" fmla="*/ 3063649 w 6501199"/>
              <a:gd name="connsiteY187" fmla="*/ 4203700 h 6382977"/>
              <a:gd name="connsiteX188" fmla="*/ 2917287 w 6501199"/>
              <a:gd name="connsiteY188" fmla="*/ 4202047 h 6382977"/>
              <a:gd name="connsiteX189" fmla="*/ 2915641 w 6501199"/>
              <a:gd name="connsiteY189" fmla="*/ 4205166 h 6382977"/>
              <a:gd name="connsiteX190" fmla="*/ 2920656 w 6501199"/>
              <a:gd name="connsiteY190" fmla="*/ 4211230 h 6382977"/>
              <a:gd name="connsiteX191" fmla="*/ 2913771 w 6501199"/>
              <a:gd name="connsiteY191" fmla="*/ 4214425 h 6382977"/>
              <a:gd name="connsiteX192" fmla="*/ 2929612 w 6501199"/>
              <a:gd name="connsiteY192" fmla="*/ 4207585 h 6382977"/>
              <a:gd name="connsiteX193" fmla="*/ 2922828 w 6501199"/>
              <a:gd name="connsiteY193" fmla="*/ 4208256 h 6382977"/>
              <a:gd name="connsiteX194" fmla="*/ 3034046 w 6501199"/>
              <a:gd name="connsiteY194" fmla="*/ 4201602 h 6382977"/>
              <a:gd name="connsiteX195" fmla="*/ 3045213 w 6501199"/>
              <a:gd name="connsiteY195" fmla="*/ 4208553 h 6382977"/>
              <a:gd name="connsiteX196" fmla="*/ 3040869 w 6501199"/>
              <a:gd name="connsiteY196" fmla="*/ 4217624 h 6382977"/>
              <a:gd name="connsiteX197" fmla="*/ 3034046 w 6501199"/>
              <a:gd name="connsiteY197" fmla="*/ 4201602 h 6382977"/>
              <a:gd name="connsiteX198" fmla="*/ 2945454 w 6501199"/>
              <a:gd name="connsiteY198" fmla="*/ 4200745 h 6382977"/>
              <a:gd name="connsiteX199" fmla="*/ 2963816 w 6501199"/>
              <a:gd name="connsiteY199" fmla="*/ 4218746 h 6382977"/>
              <a:gd name="connsiteX200" fmla="*/ 2947974 w 6501199"/>
              <a:gd name="connsiteY200" fmla="*/ 4218746 h 6382977"/>
              <a:gd name="connsiteX201" fmla="*/ 2965976 w 6501199"/>
              <a:gd name="connsiteY201" fmla="*/ 4218746 h 6382977"/>
              <a:gd name="connsiteX202" fmla="*/ 2945454 w 6501199"/>
              <a:gd name="connsiteY202" fmla="*/ 4200745 h 6382977"/>
              <a:gd name="connsiteX203" fmla="*/ 1175120 w 6501199"/>
              <a:gd name="connsiteY203" fmla="*/ 4194394 h 6382977"/>
              <a:gd name="connsiteX204" fmla="*/ 1166731 w 6501199"/>
              <a:gd name="connsiteY204" fmla="*/ 4198180 h 6382977"/>
              <a:gd name="connsiteX205" fmla="*/ 1180414 w 6501199"/>
              <a:gd name="connsiteY205" fmla="*/ 4216540 h 6382977"/>
              <a:gd name="connsiteX206" fmla="*/ 1168892 w 6501199"/>
              <a:gd name="connsiteY206" fmla="*/ 4218700 h 6382977"/>
              <a:gd name="connsiteX207" fmla="*/ 1191576 w 6501199"/>
              <a:gd name="connsiteY207" fmla="*/ 4211860 h 6382977"/>
              <a:gd name="connsiteX208" fmla="*/ 1175120 w 6501199"/>
              <a:gd name="connsiteY208" fmla="*/ 4194394 h 6382977"/>
              <a:gd name="connsiteX209" fmla="*/ 3072053 w 6501199"/>
              <a:gd name="connsiteY209" fmla="*/ 4190684 h 6382977"/>
              <a:gd name="connsiteX210" fmla="*/ 3081732 w 6501199"/>
              <a:gd name="connsiteY210" fmla="*/ 4196583 h 6382977"/>
              <a:gd name="connsiteX211" fmla="*/ 3077107 w 6501199"/>
              <a:gd name="connsiteY211" fmla="*/ 4203344 h 6382977"/>
              <a:gd name="connsiteX212" fmla="*/ 3072053 w 6501199"/>
              <a:gd name="connsiteY212" fmla="*/ 4190684 h 6382977"/>
              <a:gd name="connsiteX213" fmla="*/ 3057099 w 6501199"/>
              <a:gd name="connsiteY213" fmla="*/ 4158307 h 6382977"/>
              <a:gd name="connsiteX214" fmla="*/ 3070619 w 6501199"/>
              <a:gd name="connsiteY214" fmla="*/ 4172446 h 6382977"/>
              <a:gd name="connsiteX215" fmla="*/ 3059234 w 6501199"/>
              <a:gd name="connsiteY215" fmla="*/ 4176910 h 6382977"/>
              <a:gd name="connsiteX216" fmla="*/ 3057099 w 6501199"/>
              <a:gd name="connsiteY216" fmla="*/ 4158307 h 6382977"/>
              <a:gd name="connsiteX217" fmla="*/ 3089320 w 6501199"/>
              <a:gd name="connsiteY217" fmla="*/ 4125912 h 6382977"/>
              <a:gd name="connsiteX218" fmla="*/ 3093553 w 6501199"/>
              <a:gd name="connsiteY218" fmla="*/ 4141924 h 6382977"/>
              <a:gd name="connsiteX219" fmla="*/ 3089320 w 6501199"/>
              <a:gd name="connsiteY219" fmla="*/ 4125912 h 6382977"/>
              <a:gd name="connsiteX220" fmla="*/ 3078871 w 6501199"/>
              <a:gd name="connsiteY220" fmla="*/ 4105495 h 6382977"/>
              <a:gd name="connsiteX221" fmla="*/ 3086484 w 6501199"/>
              <a:gd name="connsiteY221" fmla="*/ 4108261 h 6382977"/>
              <a:gd name="connsiteX222" fmla="*/ 3077326 w 6501199"/>
              <a:gd name="connsiteY222" fmla="*/ 4121906 h 6382977"/>
              <a:gd name="connsiteX223" fmla="*/ 3078871 w 6501199"/>
              <a:gd name="connsiteY223" fmla="*/ 4105495 h 6382977"/>
              <a:gd name="connsiteX224" fmla="*/ 870815 w 6501199"/>
              <a:gd name="connsiteY224" fmla="*/ 4083050 h 6382977"/>
              <a:gd name="connsiteX225" fmla="*/ 884624 w 6501199"/>
              <a:gd name="connsiteY225" fmla="*/ 4087701 h 6382977"/>
              <a:gd name="connsiteX226" fmla="*/ 875539 w 6501199"/>
              <a:gd name="connsiteY226" fmla="*/ 4108092 h 6382977"/>
              <a:gd name="connsiteX227" fmla="*/ 857005 w 6501199"/>
              <a:gd name="connsiteY227" fmla="*/ 4094498 h 6382977"/>
              <a:gd name="connsiteX228" fmla="*/ 870815 w 6501199"/>
              <a:gd name="connsiteY228" fmla="*/ 4083050 h 6382977"/>
              <a:gd name="connsiteX229" fmla="*/ 3022840 w 6501199"/>
              <a:gd name="connsiteY229" fmla="*/ 4062104 h 6382977"/>
              <a:gd name="connsiteX230" fmla="*/ 3020702 w 6501199"/>
              <a:gd name="connsiteY230" fmla="*/ 4064298 h 6382977"/>
              <a:gd name="connsiteX231" fmla="*/ 3034383 w 6501199"/>
              <a:gd name="connsiteY231" fmla="*/ 4080139 h 6382977"/>
              <a:gd name="connsiteX232" fmla="*/ 3034383 w 6501199"/>
              <a:gd name="connsiteY232" fmla="*/ 4066458 h 6382977"/>
              <a:gd name="connsiteX233" fmla="*/ 3022840 w 6501199"/>
              <a:gd name="connsiteY233" fmla="*/ 4062104 h 6382977"/>
              <a:gd name="connsiteX234" fmla="*/ 958236 w 6501199"/>
              <a:gd name="connsiteY234" fmla="*/ 4046646 h 6382977"/>
              <a:gd name="connsiteX235" fmla="*/ 955587 w 6501199"/>
              <a:gd name="connsiteY235" fmla="*/ 4052001 h 6382977"/>
              <a:gd name="connsiteX236" fmla="*/ 952853 w 6501199"/>
              <a:gd name="connsiteY236" fmla="*/ 4064253 h 6382977"/>
              <a:gd name="connsiteX237" fmla="*/ 950332 w 6501199"/>
              <a:gd name="connsiteY237" fmla="*/ 4084774 h 6382977"/>
              <a:gd name="connsiteX238" fmla="*/ 982378 w 6501199"/>
              <a:gd name="connsiteY238" fmla="*/ 4084774 h 6382977"/>
              <a:gd name="connsiteX239" fmla="*/ 966985 w 6501199"/>
              <a:gd name="connsiteY239" fmla="*/ 4058701 h 6382977"/>
              <a:gd name="connsiteX240" fmla="*/ 968257 w 6501199"/>
              <a:gd name="connsiteY240" fmla="*/ 4047574 h 6382977"/>
              <a:gd name="connsiteX241" fmla="*/ 960243 w 6501199"/>
              <a:gd name="connsiteY241" fmla="*/ 4050940 h 6382977"/>
              <a:gd name="connsiteX242" fmla="*/ 3093102 w 6501199"/>
              <a:gd name="connsiteY242" fmla="*/ 4039061 h 6382977"/>
              <a:gd name="connsiteX243" fmla="*/ 3107565 w 6501199"/>
              <a:gd name="connsiteY243" fmla="*/ 4048124 h 6382977"/>
              <a:gd name="connsiteX244" fmla="*/ 3100660 w 6501199"/>
              <a:gd name="connsiteY244" fmla="*/ 4068400 h 6382977"/>
              <a:gd name="connsiteX245" fmla="*/ 3096299 w 6501199"/>
              <a:gd name="connsiteY245" fmla="*/ 4057176 h 6382977"/>
              <a:gd name="connsiteX246" fmla="*/ 3102840 w 6501199"/>
              <a:gd name="connsiteY246" fmla="*/ 4048124 h 6382977"/>
              <a:gd name="connsiteX247" fmla="*/ 3096299 w 6501199"/>
              <a:gd name="connsiteY247" fmla="*/ 4048124 h 6382977"/>
              <a:gd name="connsiteX248" fmla="*/ 3093102 w 6501199"/>
              <a:gd name="connsiteY248" fmla="*/ 4039061 h 6382977"/>
              <a:gd name="connsiteX249" fmla="*/ 1034432 w 6501199"/>
              <a:gd name="connsiteY249" fmla="*/ 4034878 h 6382977"/>
              <a:gd name="connsiteX250" fmla="*/ 1030361 w 6501199"/>
              <a:gd name="connsiteY250" fmla="*/ 4036992 h 6382977"/>
              <a:gd name="connsiteX251" fmla="*/ 1026494 w 6501199"/>
              <a:gd name="connsiteY251" fmla="*/ 4038699 h 6382977"/>
              <a:gd name="connsiteX252" fmla="*/ 1050655 w 6501199"/>
              <a:gd name="connsiteY252" fmla="*/ 4052193 h 6382977"/>
              <a:gd name="connsiteX253" fmla="*/ 1089317 w 6501199"/>
              <a:gd name="connsiteY253" fmla="*/ 4073254 h 6382977"/>
              <a:gd name="connsiteX254" fmla="*/ 1093998 w 6501199"/>
              <a:gd name="connsiteY254" fmla="*/ 4050572 h 6382977"/>
              <a:gd name="connsiteX255" fmla="*/ 1040731 w 6501199"/>
              <a:gd name="connsiteY255" fmla="*/ 4035081 h 6382977"/>
              <a:gd name="connsiteX256" fmla="*/ 3004860 w 6501199"/>
              <a:gd name="connsiteY256" fmla="*/ 4032257 h 6382977"/>
              <a:gd name="connsiteX257" fmla="*/ 3002340 w 6501199"/>
              <a:gd name="connsiteY257" fmla="*/ 4041617 h 6382977"/>
              <a:gd name="connsiteX258" fmla="*/ 3027543 w 6501199"/>
              <a:gd name="connsiteY258" fmla="*/ 4052778 h 6382977"/>
              <a:gd name="connsiteX259" fmla="*/ 3004860 w 6501199"/>
              <a:gd name="connsiteY259" fmla="*/ 4032257 h 6382977"/>
              <a:gd name="connsiteX260" fmla="*/ 2943294 w 6501199"/>
              <a:gd name="connsiteY260" fmla="*/ 4027936 h 6382977"/>
              <a:gd name="connsiteX261" fmla="*/ 2936453 w 6501199"/>
              <a:gd name="connsiteY261" fmla="*/ 4048458 h 6382977"/>
              <a:gd name="connsiteX262" fmla="*/ 2943294 w 6501199"/>
              <a:gd name="connsiteY262" fmla="*/ 4027936 h 6382977"/>
              <a:gd name="connsiteX263" fmla="*/ 3082909 w 6501199"/>
              <a:gd name="connsiteY263" fmla="*/ 4016449 h 6382977"/>
              <a:gd name="connsiteX264" fmla="*/ 3080418 w 6501199"/>
              <a:gd name="connsiteY264" fmla="*/ 4035053 h 6382977"/>
              <a:gd name="connsiteX265" fmla="*/ 3082909 w 6501199"/>
              <a:gd name="connsiteY265" fmla="*/ 4016449 h 6382977"/>
              <a:gd name="connsiteX266" fmla="*/ 3000180 w 6501199"/>
              <a:gd name="connsiteY266" fmla="*/ 4016416 h 6382977"/>
              <a:gd name="connsiteX267" fmla="*/ 3018542 w 6501199"/>
              <a:gd name="connsiteY267" fmla="*/ 4039097 h 6382977"/>
              <a:gd name="connsiteX268" fmla="*/ 3000180 w 6501199"/>
              <a:gd name="connsiteY268" fmla="*/ 4016416 h 6382977"/>
              <a:gd name="connsiteX269" fmla="*/ 786503 w 6501199"/>
              <a:gd name="connsiteY269" fmla="*/ 3998010 h 6382977"/>
              <a:gd name="connsiteX270" fmla="*/ 765979 w 6501199"/>
              <a:gd name="connsiteY270" fmla="*/ 4014211 h 6382977"/>
              <a:gd name="connsiteX271" fmla="*/ 782182 w 6501199"/>
              <a:gd name="connsiteY271" fmla="*/ 4014211 h 6382977"/>
              <a:gd name="connsiteX272" fmla="*/ 786503 w 6501199"/>
              <a:gd name="connsiteY272" fmla="*/ 3998010 h 6382977"/>
              <a:gd name="connsiteX273" fmla="*/ 477862 w 6501199"/>
              <a:gd name="connsiteY273" fmla="*/ 3973512 h 6382977"/>
              <a:gd name="connsiteX274" fmla="*/ 436832 w 6501199"/>
              <a:gd name="connsiteY274" fmla="*/ 4078026 h 6382977"/>
              <a:gd name="connsiteX275" fmla="*/ 407319 w 6501199"/>
              <a:gd name="connsiteY275" fmla="*/ 4104962 h 6382977"/>
              <a:gd name="connsiteX276" fmla="*/ 384645 w 6501199"/>
              <a:gd name="connsiteY276" fmla="*/ 4109631 h 6382977"/>
              <a:gd name="connsiteX277" fmla="*/ 375647 w 6501199"/>
              <a:gd name="connsiteY277" fmla="*/ 4134772 h 6382977"/>
              <a:gd name="connsiteX278" fmla="*/ 423155 w 6501199"/>
              <a:gd name="connsiteY278" fmla="*/ 4227793 h 6382977"/>
              <a:gd name="connsiteX279" fmla="*/ 409479 w 6501199"/>
              <a:gd name="connsiteY279" fmla="*/ 4238927 h 6382977"/>
              <a:gd name="connsiteX280" fmla="*/ 370968 w 6501199"/>
              <a:gd name="connsiteY280" fmla="*/ 4207321 h 6382977"/>
              <a:gd name="connsiteX281" fmla="*/ 343615 w 6501199"/>
              <a:gd name="connsiteY281" fmla="*/ 4207321 h 6382977"/>
              <a:gd name="connsiteX282" fmla="*/ 332458 w 6501199"/>
              <a:gd name="connsiteY282" fmla="*/ 4204807 h 6382977"/>
              <a:gd name="connsiteX283" fmla="*/ 339296 w 6501199"/>
              <a:gd name="connsiteY283" fmla="*/ 4236772 h 6382977"/>
              <a:gd name="connsiteX284" fmla="*/ 314102 w 6501199"/>
              <a:gd name="connsiteY284" fmla="*/ 4238927 h 6382977"/>
              <a:gd name="connsiteX285" fmla="*/ 305105 w 6501199"/>
              <a:gd name="connsiteY285" fmla="*/ 4211631 h 6382977"/>
              <a:gd name="connsiteX286" fmla="*/ 289269 w 6501199"/>
              <a:gd name="connsiteY286" fmla="*/ 4139082 h 6382977"/>
              <a:gd name="connsiteX287" fmla="*/ 273073 w 6501199"/>
              <a:gd name="connsiteY287" fmla="*/ 4189004 h 6382977"/>
              <a:gd name="connsiteX288" fmla="*/ 252558 w 6501199"/>
              <a:gd name="connsiteY288" fmla="*/ 4195828 h 6382977"/>
              <a:gd name="connsiteX289" fmla="*/ 264075 w 6501199"/>
              <a:gd name="connsiteY289" fmla="*/ 4127948 h 6382977"/>
              <a:gd name="connsiteX290" fmla="*/ 282430 w 6501199"/>
              <a:gd name="connsiteY290" fmla="*/ 4132258 h 6382977"/>
              <a:gd name="connsiteX291" fmla="*/ 357292 w 6501199"/>
              <a:gd name="connsiteY291" fmla="*/ 4087005 h 6382977"/>
              <a:gd name="connsiteX292" fmla="*/ 355132 w 6501199"/>
              <a:gd name="connsiteY292" fmla="*/ 4073357 h 6382977"/>
              <a:gd name="connsiteX293" fmla="*/ 375647 w 6501199"/>
              <a:gd name="connsiteY293" fmla="*/ 4073357 h 6382977"/>
              <a:gd name="connsiteX294" fmla="*/ 389324 w 6501199"/>
              <a:gd name="connsiteY294" fmla="*/ 4057554 h 6382977"/>
              <a:gd name="connsiteX295" fmla="*/ 382485 w 6501199"/>
              <a:gd name="connsiteY295" fmla="*/ 4046061 h 6382977"/>
              <a:gd name="connsiteX296" fmla="*/ 405160 w 6501199"/>
              <a:gd name="connsiteY296" fmla="*/ 4037082 h 6382977"/>
              <a:gd name="connsiteX297" fmla="*/ 398321 w 6501199"/>
              <a:gd name="connsiteY297" fmla="*/ 4023434 h 6382977"/>
              <a:gd name="connsiteX298" fmla="*/ 436832 w 6501199"/>
              <a:gd name="connsiteY298" fmla="*/ 4005118 h 6382977"/>
              <a:gd name="connsiteX299" fmla="*/ 477862 w 6501199"/>
              <a:gd name="connsiteY299" fmla="*/ 3973512 h 6382977"/>
              <a:gd name="connsiteX300" fmla="*/ 3197641 w 6501199"/>
              <a:gd name="connsiteY300" fmla="*/ 3949049 h 6382977"/>
              <a:gd name="connsiteX301" fmla="*/ 3211906 w 6501199"/>
              <a:gd name="connsiteY301" fmla="*/ 3955381 h 6382977"/>
              <a:gd name="connsiteX302" fmla="*/ 3205108 w 6501199"/>
              <a:gd name="connsiteY302" fmla="*/ 3984782 h 6382977"/>
              <a:gd name="connsiteX303" fmla="*/ 3193660 w 6501199"/>
              <a:gd name="connsiteY303" fmla="*/ 3982302 h 6382977"/>
              <a:gd name="connsiteX304" fmla="*/ 3196165 w 6501199"/>
              <a:gd name="connsiteY304" fmla="*/ 3964591 h 6382977"/>
              <a:gd name="connsiteX305" fmla="*/ 3186863 w 6501199"/>
              <a:gd name="connsiteY305" fmla="*/ 3957860 h 6382977"/>
              <a:gd name="connsiteX306" fmla="*/ 3197641 w 6501199"/>
              <a:gd name="connsiteY306" fmla="*/ 3949049 h 6382977"/>
              <a:gd name="connsiteX307" fmla="*/ 3149995 w 6501199"/>
              <a:gd name="connsiteY307" fmla="*/ 3940664 h 6382977"/>
              <a:gd name="connsiteX308" fmla="*/ 3143242 w 6501199"/>
              <a:gd name="connsiteY308" fmla="*/ 3995377 h 6382977"/>
              <a:gd name="connsiteX309" fmla="*/ 3141110 w 6501199"/>
              <a:gd name="connsiteY309" fmla="*/ 3961181 h 6382977"/>
              <a:gd name="connsiteX310" fmla="*/ 3132224 w 6501199"/>
              <a:gd name="connsiteY310" fmla="*/ 3954342 h 6382977"/>
              <a:gd name="connsiteX311" fmla="*/ 3127604 w 6501199"/>
              <a:gd name="connsiteY311" fmla="*/ 3974860 h 6382977"/>
              <a:gd name="connsiteX312" fmla="*/ 3109478 w 6501199"/>
              <a:gd name="connsiteY312" fmla="*/ 3968021 h 6382977"/>
              <a:gd name="connsiteX313" fmla="*/ 3107346 w 6501199"/>
              <a:gd name="connsiteY313" fmla="*/ 3952183 h 6382977"/>
              <a:gd name="connsiteX314" fmla="*/ 3129736 w 6501199"/>
              <a:gd name="connsiteY314" fmla="*/ 3950023 h 6382977"/>
              <a:gd name="connsiteX315" fmla="*/ 3122984 w 6501199"/>
              <a:gd name="connsiteY315" fmla="*/ 3947503 h 6382977"/>
              <a:gd name="connsiteX316" fmla="*/ 3149995 w 6501199"/>
              <a:gd name="connsiteY316" fmla="*/ 3940664 h 6382977"/>
              <a:gd name="connsiteX317" fmla="*/ 3086589 w 6501199"/>
              <a:gd name="connsiteY317" fmla="*/ 3900490 h 6382977"/>
              <a:gd name="connsiteX318" fmla="*/ 3079748 w 6501199"/>
              <a:gd name="connsiteY318" fmla="*/ 3909491 h 6382977"/>
              <a:gd name="connsiteX319" fmla="*/ 3091269 w 6501199"/>
              <a:gd name="connsiteY319" fmla="*/ 3925332 h 6382977"/>
              <a:gd name="connsiteX320" fmla="*/ 3086589 w 6501199"/>
              <a:gd name="connsiteY320" fmla="*/ 3900490 h 6382977"/>
              <a:gd name="connsiteX321" fmla="*/ 283987 w 6501199"/>
              <a:gd name="connsiteY321" fmla="*/ 3894137 h 6382977"/>
              <a:gd name="connsiteX322" fmla="*/ 263250 w 6501199"/>
              <a:gd name="connsiteY322" fmla="*/ 3936646 h 6382977"/>
              <a:gd name="connsiteX323" fmla="*/ 283987 w 6501199"/>
              <a:gd name="connsiteY323" fmla="*/ 3894137 h 6382977"/>
              <a:gd name="connsiteX324" fmla="*/ 3250186 w 6501199"/>
              <a:gd name="connsiteY324" fmla="*/ 3890962 h 6382977"/>
              <a:gd name="connsiteX325" fmla="*/ 3241367 w 6501199"/>
              <a:gd name="connsiteY325" fmla="*/ 3904359 h 6382977"/>
              <a:gd name="connsiteX326" fmla="*/ 3250186 w 6501199"/>
              <a:gd name="connsiteY326" fmla="*/ 3890962 h 6382977"/>
              <a:gd name="connsiteX327" fmla="*/ 336840 w 6501199"/>
              <a:gd name="connsiteY327" fmla="*/ 3886200 h 6382977"/>
              <a:gd name="connsiteX328" fmla="*/ 369115 w 6501199"/>
              <a:gd name="connsiteY328" fmla="*/ 3886200 h 6382977"/>
              <a:gd name="connsiteX329" fmla="*/ 398850 w 6501199"/>
              <a:gd name="connsiteY329" fmla="*/ 3897136 h 6382977"/>
              <a:gd name="connsiteX330" fmla="*/ 369115 w 6501199"/>
              <a:gd name="connsiteY330" fmla="*/ 3923947 h 6382977"/>
              <a:gd name="connsiteX331" fmla="*/ 341555 w 6501199"/>
              <a:gd name="connsiteY331" fmla="*/ 3901722 h 6382977"/>
              <a:gd name="connsiteX332" fmla="*/ 343730 w 6501199"/>
              <a:gd name="connsiteY332" fmla="*/ 3913011 h 6382977"/>
              <a:gd name="connsiteX333" fmla="*/ 336840 w 6501199"/>
              <a:gd name="connsiteY333" fmla="*/ 3886200 h 6382977"/>
              <a:gd name="connsiteX334" fmla="*/ 3209495 w 6501199"/>
              <a:gd name="connsiteY334" fmla="*/ 3884432 h 6382977"/>
              <a:gd name="connsiteX335" fmla="*/ 3218705 w 6501199"/>
              <a:gd name="connsiteY335" fmla="*/ 3891262 h 6382977"/>
              <a:gd name="connsiteX336" fmla="*/ 3218705 w 6501199"/>
              <a:gd name="connsiteY336" fmla="*/ 3907077 h 6382977"/>
              <a:gd name="connsiteX337" fmla="*/ 3238896 w 6501199"/>
              <a:gd name="connsiteY337" fmla="*/ 3931878 h 6382977"/>
              <a:gd name="connsiteX338" fmla="*/ 3216225 w 6501199"/>
              <a:gd name="connsiteY338" fmla="*/ 3920735 h 6382977"/>
              <a:gd name="connsiteX339" fmla="*/ 3198514 w 6501199"/>
              <a:gd name="connsiteY339" fmla="*/ 3893418 h 6382977"/>
              <a:gd name="connsiteX340" fmla="*/ 3209495 w 6501199"/>
              <a:gd name="connsiteY340" fmla="*/ 3884432 h 6382977"/>
              <a:gd name="connsiteX341" fmla="*/ 3143475 w 6501199"/>
              <a:gd name="connsiteY341" fmla="*/ 3882130 h 6382977"/>
              <a:gd name="connsiteX342" fmla="*/ 3163997 w 6501199"/>
              <a:gd name="connsiteY342" fmla="*/ 3900490 h 6382977"/>
              <a:gd name="connsiteX343" fmla="*/ 3163997 w 6501199"/>
              <a:gd name="connsiteY343" fmla="*/ 3884650 h 6382977"/>
              <a:gd name="connsiteX344" fmla="*/ 3143475 w 6501199"/>
              <a:gd name="connsiteY344" fmla="*/ 3882130 h 6382977"/>
              <a:gd name="connsiteX345" fmla="*/ 3102430 w 6501199"/>
              <a:gd name="connsiteY345" fmla="*/ 3873129 h 6382977"/>
              <a:gd name="connsiteX346" fmla="*/ 3091269 w 6501199"/>
              <a:gd name="connsiteY346" fmla="*/ 3879970 h 6382977"/>
              <a:gd name="connsiteX347" fmla="*/ 3102430 w 6501199"/>
              <a:gd name="connsiteY347" fmla="*/ 3902650 h 6382977"/>
              <a:gd name="connsiteX348" fmla="*/ 3116112 w 6501199"/>
              <a:gd name="connsiteY348" fmla="*/ 3900490 h 6382977"/>
              <a:gd name="connsiteX349" fmla="*/ 3102430 w 6501199"/>
              <a:gd name="connsiteY349" fmla="*/ 3873129 h 6382977"/>
              <a:gd name="connsiteX350" fmla="*/ 3223830 w 6501199"/>
              <a:gd name="connsiteY350" fmla="*/ 3872518 h 6382977"/>
              <a:gd name="connsiteX351" fmla="*/ 3237307 w 6501199"/>
              <a:gd name="connsiteY351" fmla="*/ 3874840 h 6382977"/>
              <a:gd name="connsiteX352" fmla="*/ 3221651 w 6501199"/>
              <a:gd name="connsiteY352" fmla="*/ 3890612 h 6382977"/>
              <a:gd name="connsiteX353" fmla="*/ 3217025 w 6501199"/>
              <a:gd name="connsiteY353" fmla="*/ 3881499 h 6382977"/>
              <a:gd name="connsiteX354" fmla="*/ 3223830 w 6501199"/>
              <a:gd name="connsiteY354" fmla="*/ 3872518 h 6382977"/>
              <a:gd name="connsiteX355" fmla="*/ 3163997 w 6501199"/>
              <a:gd name="connsiteY355" fmla="*/ 3857288 h 6382977"/>
              <a:gd name="connsiteX356" fmla="*/ 3159676 w 6501199"/>
              <a:gd name="connsiteY356" fmla="*/ 3870969 h 6382977"/>
              <a:gd name="connsiteX357" fmla="*/ 3168677 w 6501199"/>
              <a:gd name="connsiteY357" fmla="*/ 3893650 h 6382977"/>
              <a:gd name="connsiteX358" fmla="*/ 3163997 w 6501199"/>
              <a:gd name="connsiteY358" fmla="*/ 3857288 h 6382977"/>
              <a:gd name="connsiteX359" fmla="*/ 3134474 w 6501199"/>
              <a:gd name="connsiteY359" fmla="*/ 3825247 h 6382977"/>
              <a:gd name="connsiteX360" fmla="*/ 3132314 w 6501199"/>
              <a:gd name="connsiteY360" fmla="*/ 3836767 h 6382977"/>
              <a:gd name="connsiteX361" fmla="*/ 3132314 w 6501199"/>
              <a:gd name="connsiteY361" fmla="*/ 3850448 h 6382977"/>
              <a:gd name="connsiteX362" fmla="*/ 3148155 w 6501199"/>
              <a:gd name="connsiteY362" fmla="*/ 3870969 h 6382977"/>
              <a:gd name="connsiteX363" fmla="*/ 3154996 w 6501199"/>
              <a:gd name="connsiteY363" fmla="*/ 3854768 h 6382977"/>
              <a:gd name="connsiteX364" fmla="*/ 3134474 w 6501199"/>
              <a:gd name="connsiteY364" fmla="*/ 3825247 h 6382977"/>
              <a:gd name="connsiteX365" fmla="*/ 3112208 w 6501199"/>
              <a:gd name="connsiteY365" fmla="*/ 3818277 h 6382977"/>
              <a:gd name="connsiteX366" fmla="*/ 3109271 w 6501199"/>
              <a:gd name="connsiteY366" fmla="*/ 3825247 h 6382977"/>
              <a:gd name="connsiteX367" fmla="*/ 3125473 w 6501199"/>
              <a:gd name="connsiteY367" fmla="*/ 3845768 h 6382977"/>
              <a:gd name="connsiteX368" fmla="*/ 3112208 w 6501199"/>
              <a:gd name="connsiteY368" fmla="*/ 3818277 h 6382977"/>
              <a:gd name="connsiteX369" fmla="*/ 3214485 w 6501199"/>
              <a:gd name="connsiteY369" fmla="*/ 3816350 h 6382977"/>
              <a:gd name="connsiteX370" fmla="*/ 3242062 w 6501199"/>
              <a:gd name="connsiteY370" fmla="*/ 3825320 h 6382977"/>
              <a:gd name="connsiteX371" fmla="*/ 3205414 w 6501199"/>
              <a:gd name="connsiteY371" fmla="*/ 3868378 h 6382977"/>
              <a:gd name="connsiteX372" fmla="*/ 3196342 w 6501199"/>
              <a:gd name="connsiteY372" fmla="*/ 3845773 h 6382977"/>
              <a:gd name="connsiteX373" fmla="*/ 3191625 w 6501199"/>
              <a:gd name="connsiteY373" fmla="*/ 3847926 h 6382977"/>
              <a:gd name="connsiteX374" fmla="*/ 3214485 w 6501199"/>
              <a:gd name="connsiteY374" fmla="*/ 3816350 h 6382977"/>
              <a:gd name="connsiteX375" fmla="*/ 3389293 w 6501199"/>
              <a:gd name="connsiteY375" fmla="*/ 3814091 h 6382977"/>
              <a:gd name="connsiteX376" fmla="*/ 3382895 w 6501199"/>
              <a:gd name="connsiteY376" fmla="*/ 3834125 h 6382977"/>
              <a:gd name="connsiteX377" fmla="*/ 3389293 w 6501199"/>
              <a:gd name="connsiteY377" fmla="*/ 3814091 h 6382977"/>
              <a:gd name="connsiteX378" fmla="*/ 3435242 w 6501199"/>
              <a:gd name="connsiteY378" fmla="*/ 3811331 h 6382977"/>
              <a:gd name="connsiteX379" fmla="*/ 3445275 w 6501199"/>
              <a:gd name="connsiteY379" fmla="*/ 3823369 h 6382977"/>
              <a:gd name="connsiteX380" fmla="*/ 3423194 w 6501199"/>
              <a:gd name="connsiteY380" fmla="*/ 3830274 h 6382977"/>
              <a:gd name="connsiteX381" fmla="*/ 3418638 w 6501199"/>
              <a:gd name="connsiteY381" fmla="*/ 3816464 h 6382977"/>
              <a:gd name="connsiteX382" fmla="*/ 3435242 w 6501199"/>
              <a:gd name="connsiteY382" fmla="*/ 3811331 h 6382977"/>
              <a:gd name="connsiteX383" fmla="*/ 3344611 w 6501199"/>
              <a:gd name="connsiteY383" fmla="*/ 3806825 h 6382977"/>
              <a:gd name="connsiteX384" fmla="*/ 3344611 w 6501199"/>
              <a:gd name="connsiteY384" fmla="*/ 3811086 h 6382977"/>
              <a:gd name="connsiteX385" fmla="*/ 3351596 w 6501199"/>
              <a:gd name="connsiteY385" fmla="*/ 3820318 h 6382977"/>
              <a:gd name="connsiteX386" fmla="*/ 3317038 w 6501199"/>
              <a:gd name="connsiteY386" fmla="*/ 3831326 h 6382977"/>
              <a:gd name="connsiteX387" fmla="*/ 3344611 w 6501199"/>
              <a:gd name="connsiteY387" fmla="*/ 3806825 h 6382977"/>
              <a:gd name="connsiteX388" fmla="*/ 3285972 w 6501199"/>
              <a:gd name="connsiteY388" fmla="*/ 3802590 h 6382977"/>
              <a:gd name="connsiteX389" fmla="*/ 3296036 w 6501199"/>
              <a:gd name="connsiteY389" fmla="*/ 3811753 h 6382977"/>
              <a:gd name="connsiteX390" fmla="*/ 3277467 w 6501199"/>
              <a:gd name="connsiteY390" fmla="*/ 3832011 h 6382977"/>
              <a:gd name="connsiteX391" fmla="*/ 3261447 w 6501199"/>
              <a:gd name="connsiteY391" fmla="*/ 3829879 h 6382977"/>
              <a:gd name="connsiteX392" fmla="*/ 3285972 w 6501199"/>
              <a:gd name="connsiteY392" fmla="*/ 3802590 h 6382977"/>
              <a:gd name="connsiteX393" fmla="*/ 3136634 w 6501199"/>
              <a:gd name="connsiteY393" fmla="*/ 3795726 h 6382977"/>
              <a:gd name="connsiteX394" fmla="*/ 3163997 w 6501199"/>
              <a:gd name="connsiteY394" fmla="*/ 3845768 h 6382977"/>
              <a:gd name="connsiteX395" fmla="*/ 3175518 w 6501199"/>
              <a:gd name="connsiteY395" fmla="*/ 3843608 h 6382977"/>
              <a:gd name="connsiteX396" fmla="*/ 3157156 w 6501199"/>
              <a:gd name="connsiteY396" fmla="*/ 3800406 h 6382977"/>
              <a:gd name="connsiteX397" fmla="*/ 3136634 w 6501199"/>
              <a:gd name="connsiteY397" fmla="*/ 3795726 h 6382977"/>
              <a:gd name="connsiteX398" fmla="*/ 3345766 w 6501199"/>
              <a:gd name="connsiteY398" fmla="*/ 3792420 h 6382977"/>
              <a:gd name="connsiteX399" fmla="*/ 3344025 w 6501199"/>
              <a:gd name="connsiteY399" fmla="*/ 3796593 h 6382977"/>
              <a:gd name="connsiteX400" fmla="*/ 3344341 w 6501199"/>
              <a:gd name="connsiteY400" fmla="*/ 3792682 h 6382977"/>
              <a:gd name="connsiteX401" fmla="*/ 3184519 w 6501199"/>
              <a:gd name="connsiteY401" fmla="*/ 3779885 h 6382977"/>
              <a:gd name="connsiteX402" fmla="*/ 3186679 w 6501199"/>
              <a:gd name="connsiteY402" fmla="*/ 3793565 h 6382977"/>
              <a:gd name="connsiteX403" fmla="*/ 3202521 w 6501199"/>
              <a:gd name="connsiteY403" fmla="*/ 3782045 h 6382977"/>
              <a:gd name="connsiteX404" fmla="*/ 3184519 w 6501199"/>
              <a:gd name="connsiteY404" fmla="*/ 3779885 h 6382977"/>
              <a:gd name="connsiteX405" fmla="*/ 3389806 w 6501199"/>
              <a:gd name="connsiteY405" fmla="*/ 3778250 h 6382977"/>
              <a:gd name="connsiteX406" fmla="*/ 3385120 w 6501199"/>
              <a:gd name="connsiteY406" fmla="*/ 3801268 h 6382977"/>
              <a:gd name="connsiteX407" fmla="*/ 3391969 w 6501199"/>
              <a:gd name="connsiteY407" fmla="*/ 3782926 h 6382977"/>
              <a:gd name="connsiteX408" fmla="*/ 3426215 w 6501199"/>
              <a:gd name="connsiteY408" fmla="*/ 3794435 h 6382977"/>
              <a:gd name="connsiteX409" fmla="*/ 3389806 w 6501199"/>
              <a:gd name="connsiteY409" fmla="*/ 3798751 h 6382977"/>
              <a:gd name="connsiteX410" fmla="*/ 3396655 w 6501199"/>
              <a:gd name="connsiteY410" fmla="*/ 3808102 h 6382977"/>
              <a:gd name="connsiteX411" fmla="*/ 3369259 w 6501199"/>
              <a:gd name="connsiteY411" fmla="*/ 3796593 h 6382977"/>
              <a:gd name="connsiteX412" fmla="*/ 3357724 w 6501199"/>
              <a:gd name="connsiteY412" fmla="*/ 3810260 h 6382977"/>
              <a:gd name="connsiteX413" fmla="*/ 3344025 w 6501199"/>
              <a:gd name="connsiteY413" fmla="*/ 3801268 h 6382977"/>
              <a:gd name="connsiteX414" fmla="*/ 3346549 w 6501199"/>
              <a:gd name="connsiteY414" fmla="*/ 3792277 h 6382977"/>
              <a:gd name="connsiteX415" fmla="*/ 3345766 w 6501199"/>
              <a:gd name="connsiteY415" fmla="*/ 3792420 h 6382977"/>
              <a:gd name="connsiteX416" fmla="*/ 3348621 w 6501199"/>
              <a:gd name="connsiteY416" fmla="*/ 3785578 h 6382977"/>
              <a:gd name="connsiteX417" fmla="*/ 3360247 w 6501199"/>
              <a:gd name="connsiteY417" fmla="*/ 3782926 h 6382977"/>
              <a:gd name="connsiteX418" fmla="*/ 3389806 w 6501199"/>
              <a:gd name="connsiteY418" fmla="*/ 3778250 h 6382977"/>
              <a:gd name="connsiteX419" fmla="*/ 3429387 w 6501199"/>
              <a:gd name="connsiteY419" fmla="*/ 3750072 h 6382977"/>
              <a:gd name="connsiteX420" fmla="*/ 3404350 w 6501199"/>
              <a:gd name="connsiteY420" fmla="*/ 3769957 h 6382977"/>
              <a:gd name="connsiteX421" fmla="*/ 3429387 w 6501199"/>
              <a:gd name="connsiteY421" fmla="*/ 3750072 h 6382977"/>
              <a:gd name="connsiteX422" fmla="*/ 3447952 w 6501199"/>
              <a:gd name="connsiteY422" fmla="*/ 3748432 h 6382977"/>
              <a:gd name="connsiteX423" fmla="*/ 3472260 w 6501199"/>
              <a:gd name="connsiteY423" fmla="*/ 3757846 h 6382977"/>
              <a:gd name="connsiteX424" fmla="*/ 3447566 w 6501199"/>
              <a:gd name="connsiteY424" fmla="*/ 3753192 h 6382977"/>
              <a:gd name="connsiteX425" fmla="*/ 3447952 w 6501199"/>
              <a:gd name="connsiteY425" fmla="*/ 3748432 h 6382977"/>
              <a:gd name="connsiteX426" fmla="*/ 4356488 w 6501199"/>
              <a:gd name="connsiteY426" fmla="*/ 3736304 h 6382977"/>
              <a:gd name="connsiteX427" fmla="*/ 4310813 w 6501199"/>
              <a:gd name="connsiteY427" fmla="*/ 3752045 h 6382977"/>
              <a:gd name="connsiteX428" fmla="*/ 4356488 w 6501199"/>
              <a:gd name="connsiteY428" fmla="*/ 3736304 h 6382977"/>
              <a:gd name="connsiteX429" fmla="*/ 4426341 w 6501199"/>
              <a:gd name="connsiteY429" fmla="*/ 3729581 h 6382977"/>
              <a:gd name="connsiteX430" fmla="*/ 4369550 w 6501199"/>
              <a:gd name="connsiteY430" fmla="*/ 3747724 h 6382977"/>
              <a:gd name="connsiteX431" fmla="*/ 4426341 w 6501199"/>
              <a:gd name="connsiteY431" fmla="*/ 3729581 h 6382977"/>
              <a:gd name="connsiteX432" fmla="*/ 3909785 w 6501199"/>
              <a:gd name="connsiteY432" fmla="*/ 3704880 h 6382977"/>
              <a:gd name="connsiteX433" fmla="*/ 3932634 w 6501199"/>
              <a:gd name="connsiteY433" fmla="*/ 3714601 h 6382977"/>
              <a:gd name="connsiteX434" fmla="*/ 3914922 w 6501199"/>
              <a:gd name="connsiteY434" fmla="*/ 3719066 h 6382977"/>
              <a:gd name="connsiteX435" fmla="*/ 3890125 w 6501199"/>
              <a:gd name="connsiteY435" fmla="*/ 3721670 h 6382977"/>
              <a:gd name="connsiteX436" fmla="*/ 3909785 w 6501199"/>
              <a:gd name="connsiteY436" fmla="*/ 3704880 h 6382977"/>
              <a:gd name="connsiteX437" fmla="*/ 110597 w 6501199"/>
              <a:gd name="connsiteY437" fmla="*/ 3681412 h 6382977"/>
              <a:gd name="connsiteX438" fmla="*/ 130574 w 6501199"/>
              <a:gd name="connsiteY438" fmla="*/ 3700096 h 6382977"/>
              <a:gd name="connsiteX439" fmla="*/ 103938 w 6501199"/>
              <a:gd name="connsiteY439" fmla="*/ 3693135 h 6382977"/>
              <a:gd name="connsiteX440" fmla="*/ 110597 w 6501199"/>
              <a:gd name="connsiteY440" fmla="*/ 3681412 h 6382977"/>
              <a:gd name="connsiteX441" fmla="*/ 4488713 w 6501199"/>
              <a:gd name="connsiteY441" fmla="*/ 3680970 h 6382977"/>
              <a:gd name="connsiteX442" fmla="*/ 4486301 w 6501199"/>
              <a:gd name="connsiteY442" fmla="*/ 3682688 h 6382977"/>
              <a:gd name="connsiteX443" fmla="*/ 4488406 w 6501199"/>
              <a:gd name="connsiteY443" fmla="*/ 3685009 h 6382977"/>
              <a:gd name="connsiteX444" fmla="*/ 4491195 w 6501199"/>
              <a:gd name="connsiteY444" fmla="*/ 3681126 h 6382977"/>
              <a:gd name="connsiteX445" fmla="*/ 4962922 w 6501199"/>
              <a:gd name="connsiteY445" fmla="*/ 3652837 h 6382977"/>
              <a:gd name="connsiteX446" fmla="*/ 4933994 w 6501199"/>
              <a:gd name="connsiteY446" fmla="*/ 3680043 h 6382977"/>
              <a:gd name="connsiteX447" fmla="*/ 4962922 w 6501199"/>
              <a:gd name="connsiteY447" fmla="*/ 3652837 h 6382977"/>
              <a:gd name="connsiteX448" fmla="*/ 589713 w 6501199"/>
              <a:gd name="connsiteY448" fmla="*/ 3652837 h 6382977"/>
              <a:gd name="connsiteX449" fmla="*/ 605678 w 6501199"/>
              <a:gd name="connsiteY449" fmla="*/ 3654953 h 6382977"/>
              <a:gd name="connsiteX450" fmla="*/ 598784 w 6501199"/>
              <a:gd name="connsiteY450" fmla="*/ 3668359 h 6382977"/>
              <a:gd name="connsiteX451" fmla="*/ 589713 w 6501199"/>
              <a:gd name="connsiteY451" fmla="*/ 3652837 h 6382977"/>
              <a:gd name="connsiteX452" fmla="*/ 3518747 w 6501199"/>
              <a:gd name="connsiteY452" fmla="*/ 3652365 h 6382977"/>
              <a:gd name="connsiteX453" fmla="*/ 3509633 w 6501199"/>
              <a:gd name="connsiteY453" fmla="*/ 3670440 h 6382977"/>
              <a:gd name="connsiteX454" fmla="*/ 3500272 w 6501199"/>
              <a:gd name="connsiteY454" fmla="*/ 3677280 h 6382977"/>
              <a:gd name="connsiteX455" fmla="*/ 3527635 w 6501199"/>
              <a:gd name="connsiteY455" fmla="*/ 3652438 h 6382977"/>
              <a:gd name="connsiteX456" fmla="*/ 3518747 w 6501199"/>
              <a:gd name="connsiteY456" fmla="*/ 3652365 h 6382977"/>
              <a:gd name="connsiteX457" fmla="*/ 3450227 w 6501199"/>
              <a:gd name="connsiteY457" fmla="*/ 3647758 h 6382977"/>
              <a:gd name="connsiteX458" fmla="*/ 3450902 w 6501199"/>
              <a:gd name="connsiteY458" fmla="*/ 3665534 h 6382977"/>
              <a:gd name="connsiteX459" fmla="*/ 3450366 w 6501199"/>
              <a:gd name="connsiteY459" fmla="*/ 3668232 h 6382977"/>
              <a:gd name="connsiteX460" fmla="*/ 3455888 w 6501199"/>
              <a:gd name="connsiteY460" fmla="*/ 3675867 h 6382977"/>
              <a:gd name="connsiteX461" fmla="*/ 3456663 w 6501199"/>
              <a:gd name="connsiteY461" fmla="*/ 3674310 h 6382977"/>
              <a:gd name="connsiteX462" fmla="*/ 3461748 w 6501199"/>
              <a:gd name="connsiteY462" fmla="*/ 3663959 h 6382977"/>
              <a:gd name="connsiteX463" fmla="*/ 3466429 w 6501199"/>
              <a:gd name="connsiteY463" fmla="*/ 3663959 h 6382977"/>
              <a:gd name="connsiteX464" fmla="*/ 3450227 w 6501199"/>
              <a:gd name="connsiteY464" fmla="*/ 3647758 h 6382977"/>
              <a:gd name="connsiteX465" fmla="*/ 15732 w 6501199"/>
              <a:gd name="connsiteY465" fmla="*/ 3643312 h 6382977"/>
              <a:gd name="connsiteX466" fmla="*/ 4454 w 6501199"/>
              <a:gd name="connsiteY466" fmla="*/ 3660951 h 6382977"/>
              <a:gd name="connsiteX467" fmla="*/ 15732 w 6501199"/>
              <a:gd name="connsiteY467" fmla="*/ 3643312 h 6382977"/>
              <a:gd name="connsiteX468" fmla="*/ 4713676 w 6501199"/>
              <a:gd name="connsiteY468" fmla="*/ 3641725 h 6382977"/>
              <a:gd name="connsiteX469" fmla="*/ 4693400 w 6501199"/>
              <a:gd name="connsiteY469" fmla="*/ 3665171 h 6382977"/>
              <a:gd name="connsiteX470" fmla="*/ 4693400 w 6501199"/>
              <a:gd name="connsiteY470" fmla="*/ 3644289 h 6382977"/>
              <a:gd name="connsiteX471" fmla="*/ 4713676 w 6501199"/>
              <a:gd name="connsiteY471" fmla="*/ 3641725 h 6382977"/>
              <a:gd name="connsiteX472" fmla="*/ 3866283 w 6501199"/>
              <a:gd name="connsiteY472" fmla="*/ 3638734 h 6382977"/>
              <a:gd name="connsiteX473" fmla="*/ 3865514 w 6501199"/>
              <a:gd name="connsiteY473" fmla="*/ 3645784 h 6382977"/>
              <a:gd name="connsiteX474" fmla="*/ 3853109 w 6501199"/>
              <a:gd name="connsiteY474" fmla="*/ 3663959 h 6382977"/>
              <a:gd name="connsiteX475" fmla="*/ 3887313 w 6501199"/>
              <a:gd name="connsiteY475" fmla="*/ 3657119 h 6382977"/>
              <a:gd name="connsiteX476" fmla="*/ 3874082 w 6501199"/>
              <a:gd name="connsiteY476" fmla="*/ 3642808 h 6382977"/>
              <a:gd name="connsiteX477" fmla="*/ 3873702 w 6501199"/>
              <a:gd name="connsiteY477" fmla="*/ 3639666 h 6382977"/>
              <a:gd name="connsiteX478" fmla="*/ 57528 w 6501199"/>
              <a:gd name="connsiteY478" fmla="*/ 3638550 h 6382977"/>
              <a:gd name="connsiteX479" fmla="*/ 34088 w 6501199"/>
              <a:gd name="connsiteY479" fmla="*/ 3665187 h 6382977"/>
              <a:gd name="connsiteX480" fmla="*/ 57528 w 6501199"/>
              <a:gd name="connsiteY480" fmla="*/ 3638550 h 6382977"/>
              <a:gd name="connsiteX481" fmla="*/ 3757295 w 6501199"/>
              <a:gd name="connsiteY481" fmla="*/ 3627393 h 6382977"/>
              <a:gd name="connsiteX482" fmla="*/ 3757339 w 6501199"/>
              <a:gd name="connsiteY482" fmla="*/ 3627597 h 6382977"/>
              <a:gd name="connsiteX483" fmla="*/ 3759464 w 6501199"/>
              <a:gd name="connsiteY483" fmla="*/ 3627543 h 6382977"/>
              <a:gd name="connsiteX484" fmla="*/ 3737419 w 6501199"/>
              <a:gd name="connsiteY484" fmla="*/ 3623937 h 6382977"/>
              <a:gd name="connsiteX485" fmla="*/ 3737177 w 6501199"/>
              <a:gd name="connsiteY485" fmla="*/ 3625077 h 6382977"/>
              <a:gd name="connsiteX486" fmla="*/ 3741065 w 6501199"/>
              <a:gd name="connsiteY486" fmla="*/ 3624634 h 6382977"/>
              <a:gd name="connsiteX487" fmla="*/ 3712143 w 6501199"/>
              <a:gd name="connsiteY487" fmla="*/ 3619108 h 6382977"/>
              <a:gd name="connsiteX488" fmla="*/ 3711974 w 6501199"/>
              <a:gd name="connsiteY488" fmla="*/ 3620757 h 6382977"/>
              <a:gd name="connsiteX489" fmla="*/ 3725656 w 6501199"/>
              <a:gd name="connsiteY489" fmla="*/ 3625077 h 6382977"/>
              <a:gd name="connsiteX490" fmla="*/ 3726465 w 6501199"/>
              <a:gd name="connsiteY490" fmla="*/ 3621844 h 6382977"/>
              <a:gd name="connsiteX491" fmla="*/ 4663092 w 6501199"/>
              <a:gd name="connsiteY491" fmla="*/ 3617429 h 6382977"/>
              <a:gd name="connsiteX492" fmla="*/ 4702565 w 6501199"/>
              <a:gd name="connsiteY492" fmla="*/ 3621566 h 6382977"/>
              <a:gd name="connsiteX493" fmla="*/ 4605899 w 6501199"/>
              <a:gd name="connsiteY493" fmla="*/ 3683731 h 6382977"/>
              <a:gd name="connsiteX494" fmla="*/ 4596660 w 6501199"/>
              <a:gd name="connsiteY494" fmla="*/ 3683843 h 6382977"/>
              <a:gd name="connsiteX495" fmla="*/ 4595002 w 6501199"/>
              <a:gd name="connsiteY495" fmla="*/ 3684234 h 6382977"/>
              <a:gd name="connsiteX496" fmla="*/ 4542588 w 6501199"/>
              <a:gd name="connsiteY496" fmla="*/ 3690584 h 6382977"/>
              <a:gd name="connsiteX497" fmla="*/ 4542588 w 6501199"/>
              <a:gd name="connsiteY497" fmla="*/ 3684353 h 6382977"/>
              <a:gd name="connsiteX498" fmla="*/ 4505490 w 6501199"/>
              <a:gd name="connsiteY498" fmla="*/ 3682023 h 6382977"/>
              <a:gd name="connsiteX499" fmla="*/ 4505537 w 6501199"/>
              <a:gd name="connsiteY499" fmla="*/ 3682265 h 6382977"/>
              <a:gd name="connsiteX500" fmla="*/ 4503828 w 6501199"/>
              <a:gd name="connsiteY500" fmla="*/ 3694683 h 6382977"/>
              <a:gd name="connsiteX501" fmla="*/ 4488406 w 6501199"/>
              <a:gd name="connsiteY501" fmla="*/ 3696915 h 6382977"/>
              <a:gd name="connsiteX502" fmla="*/ 4483850 w 6501199"/>
              <a:gd name="connsiteY502" fmla="*/ 3685009 h 6382977"/>
              <a:gd name="connsiteX503" fmla="*/ 4485326 w 6501199"/>
              <a:gd name="connsiteY503" fmla="*/ 3683382 h 6382977"/>
              <a:gd name="connsiteX504" fmla="*/ 4456671 w 6501199"/>
              <a:gd name="connsiteY504" fmla="*/ 3703789 h 6382977"/>
              <a:gd name="connsiteX505" fmla="*/ 4331743 w 6501199"/>
              <a:gd name="connsiteY505" fmla="*/ 3708498 h 6382977"/>
              <a:gd name="connsiteX506" fmla="*/ 4220137 w 6501199"/>
              <a:gd name="connsiteY506" fmla="*/ 3726609 h 6382977"/>
              <a:gd name="connsiteX507" fmla="*/ 4015645 w 6501199"/>
              <a:gd name="connsiteY507" fmla="*/ 3694734 h 6382977"/>
              <a:gd name="connsiteX508" fmla="*/ 3942561 w 6501199"/>
              <a:gd name="connsiteY508" fmla="*/ 3703789 h 6382977"/>
              <a:gd name="connsiteX509" fmla="*/ 3935721 w 6501199"/>
              <a:gd name="connsiteY509" fmla="*/ 3692198 h 6382977"/>
              <a:gd name="connsiteX510" fmla="*/ 3947241 w 6501199"/>
              <a:gd name="connsiteY510" fmla="*/ 3655614 h 6382977"/>
              <a:gd name="connsiteX511" fmla="*/ 3983603 w 6501199"/>
              <a:gd name="connsiteY511" fmla="*/ 3671552 h 6382977"/>
              <a:gd name="connsiteX512" fmla="*/ 4105160 w 6501199"/>
              <a:gd name="connsiteY512" fmla="*/ 3675882 h 6382977"/>
              <a:gd name="connsiteX513" fmla="*/ 4119537 w 6501199"/>
              <a:gd name="connsiteY513" fmla="*/ 3676018 h 6382977"/>
              <a:gd name="connsiteX514" fmla="*/ 4119505 w 6501199"/>
              <a:gd name="connsiteY514" fmla="*/ 3674963 h 6382977"/>
              <a:gd name="connsiteX515" fmla="*/ 4156463 w 6501199"/>
              <a:gd name="connsiteY515" fmla="*/ 3670300 h 6382977"/>
              <a:gd name="connsiteX516" fmla="*/ 4155331 w 6501199"/>
              <a:gd name="connsiteY516" fmla="*/ 3673285 h 6382977"/>
              <a:gd name="connsiteX517" fmla="*/ 4180670 w 6501199"/>
              <a:gd name="connsiteY517" fmla="*/ 3665802 h 6382977"/>
              <a:gd name="connsiteX518" fmla="*/ 4217977 w 6501199"/>
              <a:gd name="connsiteY518" fmla="*/ 3653441 h 6382977"/>
              <a:gd name="connsiteX519" fmla="*/ 4295787 w 6501199"/>
              <a:gd name="connsiteY519" fmla="*/ 3642438 h 6382977"/>
              <a:gd name="connsiteX520" fmla="*/ 4308531 w 6501199"/>
              <a:gd name="connsiteY520" fmla="*/ 3641673 h 6382977"/>
              <a:gd name="connsiteX521" fmla="*/ 4308821 w 6501199"/>
              <a:gd name="connsiteY521" fmla="*/ 3641596 h 6382977"/>
              <a:gd name="connsiteX522" fmla="*/ 4379313 w 6501199"/>
              <a:gd name="connsiteY522" fmla="*/ 3632200 h 6382977"/>
              <a:gd name="connsiteX523" fmla="*/ 4380579 w 6501199"/>
              <a:gd name="connsiteY523" fmla="*/ 3637431 h 6382977"/>
              <a:gd name="connsiteX524" fmla="*/ 4531915 w 6501199"/>
              <a:gd name="connsiteY524" fmla="*/ 3630621 h 6382977"/>
              <a:gd name="connsiteX525" fmla="*/ 4663092 w 6501199"/>
              <a:gd name="connsiteY525" fmla="*/ 3617429 h 6382977"/>
              <a:gd name="connsiteX526" fmla="*/ 3690114 w 6501199"/>
              <a:gd name="connsiteY526" fmla="*/ 3612038 h 6382977"/>
              <a:gd name="connsiteX527" fmla="*/ 3689292 w 6501199"/>
              <a:gd name="connsiteY527" fmla="*/ 3613917 h 6382977"/>
              <a:gd name="connsiteX528" fmla="*/ 3691452 w 6501199"/>
              <a:gd name="connsiteY528" fmla="*/ 3625077 h 6382977"/>
              <a:gd name="connsiteX529" fmla="*/ 3703586 w 6501199"/>
              <a:gd name="connsiteY529" fmla="*/ 3616529 h 6382977"/>
              <a:gd name="connsiteX530" fmla="*/ 4858141 w 6501199"/>
              <a:gd name="connsiteY530" fmla="*/ 3608924 h 6382977"/>
              <a:gd name="connsiteX531" fmla="*/ 4737850 w 6501199"/>
              <a:gd name="connsiteY531" fmla="*/ 3640825 h 6382977"/>
              <a:gd name="connsiteX532" fmla="*/ 4858141 w 6501199"/>
              <a:gd name="connsiteY532" fmla="*/ 3608924 h 6382977"/>
              <a:gd name="connsiteX533" fmla="*/ 3616991 w 6501199"/>
              <a:gd name="connsiteY533" fmla="*/ 3602900 h 6382977"/>
              <a:gd name="connsiteX534" fmla="*/ 3606663 w 6501199"/>
              <a:gd name="connsiteY534" fmla="*/ 3609381 h 6382977"/>
              <a:gd name="connsiteX535" fmla="*/ 3606281 w 6501199"/>
              <a:gd name="connsiteY535" fmla="*/ 3614316 h 6382977"/>
              <a:gd name="connsiteX536" fmla="*/ 3609724 w 6501199"/>
              <a:gd name="connsiteY536" fmla="*/ 3629757 h 6382977"/>
              <a:gd name="connsiteX537" fmla="*/ 3639247 w 6501199"/>
              <a:gd name="connsiteY537" fmla="*/ 3629757 h 6382977"/>
              <a:gd name="connsiteX538" fmla="*/ 3648248 w 6501199"/>
              <a:gd name="connsiteY538" fmla="*/ 3607076 h 6382977"/>
              <a:gd name="connsiteX539" fmla="*/ 3616564 w 6501199"/>
              <a:gd name="connsiteY539" fmla="*/ 3625077 h 6382977"/>
              <a:gd name="connsiteX540" fmla="*/ 3625374 w 6501199"/>
              <a:gd name="connsiteY540" fmla="*/ 3611053 h 6382977"/>
              <a:gd name="connsiteX541" fmla="*/ 3625546 w 6501199"/>
              <a:gd name="connsiteY541" fmla="*/ 3603254 h 6382977"/>
              <a:gd name="connsiteX542" fmla="*/ 3857430 w 6501199"/>
              <a:gd name="connsiteY542" fmla="*/ 3595556 h 6382977"/>
              <a:gd name="connsiteX543" fmla="*/ 3846268 w 6501199"/>
              <a:gd name="connsiteY543" fmla="*/ 3620757 h 6382977"/>
              <a:gd name="connsiteX544" fmla="*/ 3839428 w 6501199"/>
              <a:gd name="connsiteY544" fmla="*/ 3609236 h 6382977"/>
              <a:gd name="connsiteX545" fmla="*/ 3837267 w 6501199"/>
              <a:gd name="connsiteY545" fmla="*/ 3625077 h 6382977"/>
              <a:gd name="connsiteX546" fmla="*/ 3856215 w 6501199"/>
              <a:gd name="connsiteY546" fmla="*/ 3627147 h 6382977"/>
              <a:gd name="connsiteX547" fmla="*/ 3861385 w 6501199"/>
              <a:gd name="connsiteY547" fmla="*/ 3630535 h 6382977"/>
              <a:gd name="connsiteX548" fmla="*/ 3872614 w 6501199"/>
              <a:gd name="connsiteY548" fmla="*/ 3630666 h 6382977"/>
              <a:gd name="connsiteX549" fmla="*/ 3871111 w 6501199"/>
              <a:gd name="connsiteY549" fmla="*/ 3618237 h 6382977"/>
              <a:gd name="connsiteX550" fmla="*/ 3887313 w 6501199"/>
              <a:gd name="connsiteY550" fmla="*/ 3629757 h 6382977"/>
              <a:gd name="connsiteX551" fmla="*/ 3857430 w 6501199"/>
              <a:gd name="connsiteY551" fmla="*/ 3595556 h 6382977"/>
              <a:gd name="connsiteX552" fmla="*/ 3718815 w 6501199"/>
              <a:gd name="connsiteY552" fmla="*/ 3593396 h 6382977"/>
              <a:gd name="connsiteX553" fmla="*/ 3716294 w 6501199"/>
              <a:gd name="connsiteY553" fmla="*/ 3598810 h 6382977"/>
              <a:gd name="connsiteX554" fmla="*/ 3731841 w 6501199"/>
              <a:gd name="connsiteY554" fmla="*/ 3601150 h 6382977"/>
              <a:gd name="connsiteX555" fmla="*/ 3729886 w 6501199"/>
              <a:gd name="connsiteY555" fmla="*/ 3598166 h 6382977"/>
              <a:gd name="connsiteX556" fmla="*/ 3718815 w 6501199"/>
              <a:gd name="connsiteY556" fmla="*/ 3593396 h 6382977"/>
              <a:gd name="connsiteX557" fmla="*/ 3750858 w 6501199"/>
              <a:gd name="connsiteY557" fmla="*/ 3584035 h 6382977"/>
              <a:gd name="connsiteX558" fmla="*/ 3745908 w 6501199"/>
              <a:gd name="connsiteY558" fmla="*/ 3595241 h 6382977"/>
              <a:gd name="connsiteX559" fmla="*/ 3740789 w 6501199"/>
              <a:gd name="connsiteY559" fmla="*/ 3602498 h 6382977"/>
              <a:gd name="connsiteX560" fmla="*/ 3758967 w 6501199"/>
              <a:gd name="connsiteY560" fmla="*/ 3605235 h 6382977"/>
              <a:gd name="connsiteX561" fmla="*/ 3759859 w 6501199"/>
              <a:gd name="connsiteY561" fmla="*/ 3604556 h 6382977"/>
              <a:gd name="connsiteX562" fmla="*/ 3759649 w 6501199"/>
              <a:gd name="connsiteY562" fmla="*/ 3605337 h 6382977"/>
              <a:gd name="connsiteX563" fmla="*/ 3767275 w 6501199"/>
              <a:gd name="connsiteY563" fmla="*/ 3606485 h 6382977"/>
              <a:gd name="connsiteX564" fmla="*/ 3767555 w 6501199"/>
              <a:gd name="connsiteY564" fmla="*/ 3601811 h 6382977"/>
              <a:gd name="connsiteX565" fmla="*/ 3773541 w 6501199"/>
              <a:gd name="connsiteY565" fmla="*/ 3584035 h 6382977"/>
              <a:gd name="connsiteX566" fmla="*/ 3753019 w 6501199"/>
              <a:gd name="connsiteY566" fmla="*/ 3600236 h 6382977"/>
              <a:gd name="connsiteX567" fmla="*/ 3750858 w 6501199"/>
              <a:gd name="connsiteY567" fmla="*/ 3584035 h 6382977"/>
              <a:gd name="connsiteX568" fmla="*/ 59130 w 6501199"/>
              <a:gd name="connsiteY568" fmla="*/ 3581400 h 6382977"/>
              <a:gd name="connsiteX569" fmla="*/ 11863 w 6501199"/>
              <a:gd name="connsiteY569" fmla="*/ 3642952 h 6382977"/>
              <a:gd name="connsiteX570" fmla="*/ 59130 w 6501199"/>
              <a:gd name="connsiteY570" fmla="*/ 3581400 h 6382977"/>
              <a:gd name="connsiteX571" fmla="*/ 3800544 w 6501199"/>
              <a:gd name="connsiteY571" fmla="*/ 3579715 h 6382977"/>
              <a:gd name="connsiteX572" fmla="*/ 3796223 w 6501199"/>
              <a:gd name="connsiteY572" fmla="*/ 3611396 h 6382977"/>
              <a:gd name="connsiteX573" fmla="*/ 3782272 w 6501199"/>
              <a:gd name="connsiteY573" fmla="*/ 3604286 h 6382977"/>
              <a:gd name="connsiteX574" fmla="*/ 3777362 w 6501199"/>
              <a:gd name="connsiteY574" fmla="*/ 3608004 h 6382977"/>
              <a:gd name="connsiteX575" fmla="*/ 3779325 w 6501199"/>
              <a:gd name="connsiteY575" fmla="*/ 3608300 h 6382977"/>
              <a:gd name="connsiteX576" fmla="*/ 3811382 w 6501199"/>
              <a:gd name="connsiteY576" fmla="*/ 3617254 h 6382977"/>
              <a:gd name="connsiteX577" fmla="*/ 3811861 w 6501199"/>
              <a:gd name="connsiteY577" fmla="*/ 3617492 h 6382977"/>
              <a:gd name="connsiteX578" fmla="*/ 3812813 w 6501199"/>
              <a:gd name="connsiteY578" fmla="*/ 3614850 h 6382977"/>
              <a:gd name="connsiteX579" fmla="*/ 3814585 w 6501199"/>
              <a:gd name="connsiteY579" fmla="*/ 3602396 h 6382977"/>
              <a:gd name="connsiteX580" fmla="*/ 3820166 w 6501199"/>
              <a:gd name="connsiteY580" fmla="*/ 3613736 h 6382977"/>
              <a:gd name="connsiteX581" fmla="*/ 3819231 w 6501199"/>
              <a:gd name="connsiteY581" fmla="*/ 3621143 h 6382977"/>
              <a:gd name="connsiteX582" fmla="*/ 3825745 w 6501199"/>
              <a:gd name="connsiteY582" fmla="*/ 3624369 h 6382977"/>
              <a:gd name="connsiteX583" fmla="*/ 3825701 w 6501199"/>
              <a:gd name="connsiteY583" fmla="*/ 3605861 h 6382977"/>
              <a:gd name="connsiteX584" fmla="*/ 3818906 w 6501199"/>
              <a:gd name="connsiteY584" fmla="*/ 3593396 h 6382977"/>
              <a:gd name="connsiteX585" fmla="*/ 3800544 w 6501199"/>
              <a:gd name="connsiteY585" fmla="*/ 3579715 h 6382977"/>
              <a:gd name="connsiteX586" fmla="*/ 79218 w 6501199"/>
              <a:gd name="connsiteY586" fmla="*/ 3576637 h 6382977"/>
              <a:gd name="connsiteX587" fmla="*/ 74863 w 6501199"/>
              <a:gd name="connsiteY587" fmla="*/ 3608034 h 6382977"/>
              <a:gd name="connsiteX588" fmla="*/ 74863 w 6501199"/>
              <a:gd name="connsiteY588" fmla="*/ 3599215 h 6382977"/>
              <a:gd name="connsiteX589" fmla="*/ 61075 w 6501199"/>
              <a:gd name="connsiteY589" fmla="*/ 3587926 h 6382977"/>
              <a:gd name="connsiteX590" fmla="*/ 79218 w 6501199"/>
              <a:gd name="connsiteY590" fmla="*/ 3576637 h 6382977"/>
              <a:gd name="connsiteX591" fmla="*/ 4430970 w 6501199"/>
              <a:gd name="connsiteY591" fmla="*/ 3568194 h 6382977"/>
              <a:gd name="connsiteX592" fmla="*/ 4401447 w 6501199"/>
              <a:gd name="connsiteY592" fmla="*/ 3579715 h 6382977"/>
              <a:gd name="connsiteX593" fmla="*/ 4430970 w 6501199"/>
              <a:gd name="connsiteY593" fmla="*/ 3568194 h 6382977"/>
              <a:gd name="connsiteX594" fmla="*/ 4953239 w 6501199"/>
              <a:gd name="connsiteY594" fmla="*/ 3565966 h 6382977"/>
              <a:gd name="connsiteX595" fmla="*/ 4937473 w 6501199"/>
              <a:gd name="connsiteY595" fmla="*/ 3568177 h 6382977"/>
              <a:gd name="connsiteX596" fmla="*/ 4906686 w 6501199"/>
              <a:gd name="connsiteY596" fmla="*/ 3583651 h 6382977"/>
              <a:gd name="connsiteX597" fmla="*/ 4892302 w 6501199"/>
              <a:gd name="connsiteY597" fmla="*/ 3587255 h 6382977"/>
              <a:gd name="connsiteX598" fmla="*/ 4899824 w 6501199"/>
              <a:gd name="connsiteY598" fmla="*/ 3586835 h 6382977"/>
              <a:gd name="connsiteX599" fmla="*/ 4941192 w 6501199"/>
              <a:gd name="connsiteY599" fmla="*/ 3569546 h 6382977"/>
              <a:gd name="connsiteX600" fmla="*/ 4462653 w 6501199"/>
              <a:gd name="connsiteY600" fmla="*/ 3559194 h 6382977"/>
              <a:gd name="connsiteX601" fmla="*/ 4448971 w 6501199"/>
              <a:gd name="connsiteY601" fmla="*/ 3581875 h 6382977"/>
              <a:gd name="connsiteX602" fmla="*/ 4462653 w 6501199"/>
              <a:gd name="connsiteY602" fmla="*/ 3559194 h 6382977"/>
              <a:gd name="connsiteX603" fmla="*/ 114686 w 6501199"/>
              <a:gd name="connsiteY603" fmla="*/ 3547085 h 6382977"/>
              <a:gd name="connsiteX604" fmla="*/ 87068 w 6501199"/>
              <a:gd name="connsiteY604" fmla="*/ 3563570 h 6382977"/>
              <a:gd name="connsiteX605" fmla="*/ 114686 w 6501199"/>
              <a:gd name="connsiteY605" fmla="*/ 3547085 h 6382977"/>
              <a:gd name="connsiteX606" fmla="*/ 4547685 w 6501199"/>
              <a:gd name="connsiteY606" fmla="*/ 3537100 h 6382977"/>
              <a:gd name="connsiteX607" fmla="*/ 4544741 w 6501199"/>
              <a:gd name="connsiteY607" fmla="*/ 3538673 h 6382977"/>
              <a:gd name="connsiteX608" fmla="*/ 4547086 w 6501199"/>
              <a:gd name="connsiteY608" fmla="*/ 3544706 h 6382977"/>
              <a:gd name="connsiteX609" fmla="*/ 4547458 w 6501199"/>
              <a:gd name="connsiteY609" fmla="*/ 3538077 h 6382977"/>
              <a:gd name="connsiteX610" fmla="*/ 4119881 w 6501199"/>
              <a:gd name="connsiteY610" fmla="*/ 3529194 h 6382977"/>
              <a:gd name="connsiteX611" fmla="*/ 4114857 w 6501199"/>
              <a:gd name="connsiteY611" fmla="*/ 3531833 h 6382977"/>
              <a:gd name="connsiteX612" fmla="*/ 4114857 w 6501199"/>
              <a:gd name="connsiteY612" fmla="*/ 3552354 h 6382977"/>
              <a:gd name="connsiteX613" fmla="*/ 4135019 w 6501199"/>
              <a:gd name="connsiteY613" fmla="*/ 3547673 h 6382977"/>
              <a:gd name="connsiteX614" fmla="*/ 4128313 w 6501199"/>
              <a:gd name="connsiteY614" fmla="*/ 3531248 h 6382977"/>
              <a:gd name="connsiteX615" fmla="*/ 4119881 w 6501199"/>
              <a:gd name="connsiteY615" fmla="*/ 3529194 h 6382977"/>
              <a:gd name="connsiteX616" fmla="*/ 4652146 w 6501199"/>
              <a:gd name="connsiteY616" fmla="*/ 3511662 h 6382977"/>
              <a:gd name="connsiteX617" fmla="*/ 4649286 w 6501199"/>
              <a:gd name="connsiteY617" fmla="*/ 3516513 h 6382977"/>
              <a:gd name="connsiteX618" fmla="*/ 4649335 w 6501199"/>
              <a:gd name="connsiteY618" fmla="*/ 3516996 h 6382977"/>
              <a:gd name="connsiteX619" fmla="*/ 4655723 w 6501199"/>
              <a:gd name="connsiteY619" fmla="*/ 3515986 h 6382977"/>
              <a:gd name="connsiteX620" fmla="*/ 4658476 w 6501199"/>
              <a:gd name="connsiteY620" fmla="*/ 3516600 h 6382977"/>
              <a:gd name="connsiteX621" fmla="*/ 4169222 w 6501199"/>
              <a:gd name="connsiteY621" fmla="*/ 3506631 h 6382977"/>
              <a:gd name="connsiteX622" fmla="*/ 4144379 w 6501199"/>
              <a:gd name="connsiteY622" fmla="*/ 3518152 h 6382977"/>
              <a:gd name="connsiteX623" fmla="*/ 4171743 w 6501199"/>
              <a:gd name="connsiteY623" fmla="*/ 3545513 h 6382977"/>
              <a:gd name="connsiteX624" fmla="*/ 4169222 w 6501199"/>
              <a:gd name="connsiteY624" fmla="*/ 3506631 h 6382977"/>
              <a:gd name="connsiteX625" fmla="*/ 4064811 w 6501199"/>
              <a:gd name="connsiteY625" fmla="*/ 3502311 h 6382977"/>
              <a:gd name="connsiteX626" fmla="*/ 4064811 w 6501199"/>
              <a:gd name="connsiteY626" fmla="*/ 3533993 h 6382977"/>
              <a:gd name="connsiteX627" fmla="*/ 4064811 w 6501199"/>
              <a:gd name="connsiteY627" fmla="*/ 3502311 h 6382977"/>
              <a:gd name="connsiteX628" fmla="*/ 4005405 w 6501199"/>
              <a:gd name="connsiteY628" fmla="*/ 3502311 h 6382977"/>
              <a:gd name="connsiteX629" fmla="*/ 3987403 w 6501199"/>
              <a:gd name="connsiteY629" fmla="*/ 3531833 h 6382977"/>
              <a:gd name="connsiteX630" fmla="*/ 3975882 w 6501199"/>
              <a:gd name="connsiteY630" fmla="*/ 3515992 h 6382977"/>
              <a:gd name="connsiteX631" fmla="*/ 3998564 w 6501199"/>
              <a:gd name="connsiteY631" fmla="*/ 3538673 h 6382977"/>
              <a:gd name="connsiteX632" fmla="*/ 4005405 w 6501199"/>
              <a:gd name="connsiteY632" fmla="*/ 3502311 h 6382977"/>
              <a:gd name="connsiteX633" fmla="*/ 4255631 w 6501199"/>
              <a:gd name="connsiteY633" fmla="*/ 3500151 h 6382977"/>
              <a:gd name="connsiteX634" fmla="*/ 4258151 w 6501199"/>
              <a:gd name="connsiteY634" fmla="*/ 3527152 h 6382977"/>
              <a:gd name="connsiteX635" fmla="*/ 4271833 w 6501199"/>
              <a:gd name="connsiteY635" fmla="*/ 3511312 h 6382977"/>
              <a:gd name="connsiteX636" fmla="*/ 4298836 w 6501199"/>
              <a:gd name="connsiteY636" fmla="*/ 3531833 h 6382977"/>
              <a:gd name="connsiteX637" fmla="*/ 4255631 w 6501199"/>
              <a:gd name="connsiteY637" fmla="*/ 3500151 h 6382977"/>
              <a:gd name="connsiteX638" fmla="*/ 4319358 w 6501199"/>
              <a:gd name="connsiteY638" fmla="*/ 3495471 h 6382977"/>
              <a:gd name="connsiteX639" fmla="*/ 4326199 w 6501199"/>
              <a:gd name="connsiteY639" fmla="*/ 3527152 h 6382977"/>
              <a:gd name="connsiteX640" fmla="*/ 4335560 w 6501199"/>
              <a:gd name="connsiteY640" fmla="*/ 3538673 h 6382977"/>
              <a:gd name="connsiteX641" fmla="*/ 4342400 w 6501199"/>
              <a:gd name="connsiteY641" fmla="*/ 3506631 h 6382977"/>
              <a:gd name="connsiteX642" fmla="*/ 4360402 w 6501199"/>
              <a:gd name="connsiteY642" fmla="*/ 3495471 h 6382977"/>
              <a:gd name="connsiteX643" fmla="*/ 4319358 w 6501199"/>
              <a:gd name="connsiteY643" fmla="*/ 3495471 h 6382977"/>
              <a:gd name="connsiteX644" fmla="*/ 4108016 w 6501199"/>
              <a:gd name="connsiteY644" fmla="*/ 3493311 h 6382977"/>
              <a:gd name="connsiteX645" fmla="*/ 4089654 w 6501199"/>
              <a:gd name="connsiteY645" fmla="*/ 3520312 h 6382977"/>
              <a:gd name="connsiteX646" fmla="*/ 4108016 w 6501199"/>
              <a:gd name="connsiteY646" fmla="*/ 3493311 h 6382977"/>
              <a:gd name="connsiteX647" fmla="*/ 4226028 w 6501199"/>
              <a:gd name="connsiteY647" fmla="*/ 3493131 h 6382977"/>
              <a:gd name="connsiteX648" fmla="*/ 4237429 w 6501199"/>
              <a:gd name="connsiteY648" fmla="*/ 3496017 h 6382977"/>
              <a:gd name="connsiteX649" fmla="*/ 4203282 w 6501199"/>
              <a:gd name="connsiteY649" fmla="*/ 3520717 h 6382977"/>
              <a:gd name="connsiteX650" fmla="*/ 4226028 w 6501199"/>
              <a:gd name="connsiteY650" fmla="*/ 3493131 h 6382977"/>
              <a:gd name="connsiteX651" fmla="*/ 4610629 w 6501199"/>
              <a:gd name="connsiteY651" fmla="*/ 3490791 h 6382977"/>
              <a:gd name="connsiteX652" fmla="*/ 4615309 w 6501199"/>
              <a:gd name="connsiteY652" fmla="*/ 3515992 h 6382977"/>
              <a:gd name="connsiteX653" fmla="*/ 4610629 w 6501199"/>
              <a:gd name="connsiteY653" fmla="*/ 3490791 h 6382977"/>
              <a:gd name="connsiteX654" fmla="*/ 4558423 w 6501199"/>
              <a:gd name="connsiteY654" fmla="*/ 3490791 h 6382977"/>
              <a:gd name="connsiteX655" fmla="*/ 4540061 w 6501199"/>
              <a:gd name="connsiteY655" fmla="*/ 3524992 h 6382977"/>
              <a:gd name="connsiteX656" fmla="*/ 4551013 w 6501199"/>
              <a:gd name="connsiteY656" fmla="*/ 3522763 h 6382977"/>
              <a:gd name="connsiteX657" fmla="*/ 4553171 w 6501199"/>
              <a:gd name="connsiteY657" fmla="*/ 3513467 h 6382977"/>
              <a:gd name="connsiteX658" fmla="*/ 4558709 w 6501199"/>
              <a:gd name="connsiteY658" fmla="*/ 3511752 h 6382977"/>
              <a:gd name="connsiteX659" fmla="*/ 4556983 w 6501199"/>
              <a:gd name="connsiteY659" fmla="*/ 3511638 h 6382977"/>
              <a:gd name="connsiteX660" fmla="*/ 4553743 w 6501199"/>
              <a:gd name="connsiteY660" fmla="*/ 3506631 h 6382977"/>
              <a:gd name="connsiteX661" fmla="*/ 4558423 w 6501199"/>
              <a:gd name="connsiteY661" fmla="*/ 3490791 h 6382977"/>
              <a:gd name="connsiteX662" fmla="*/ 4589481 w 6501199"/>
              <a:gd name="connsiteY662" fmla="*/ 3487163 h 6382977"/>
              <a:gd name="connsiteX663" fmla="*/ 4583479 w 6501199"/>
              <a:gd name="connsiteY663" fmla="*/ 3488767 h 6382977"/>
              <a:gd name="connsiteX664" fmla="*/ 4580284 w 6501199"/>
              <a:gd name="connsiteY664" fmla="*/ 3488574 h 6382977"/>
              <a:gd name="connsiteX665" fmla="*/ 4580284 w 6501199"/>
              <a:gd name="connsiteY665" fmla="*/ 3488580 h 6382977"/>
              <a:gd name="connsiteX666" fmla="*/ 4576425 w 6501199"/>
              <a:gd name="connsiteY666" fmla="*/ 3495471 h 6382977"/>
              <a:gd name="connsiteX667" fmla="*/ 4760064 w 6501199"/>
              <a:gd name="connsiteY667" fmla="*/ 3484562 h 6382977"/>
              <a:gd name="connsiteX668" fmla="*/ 4794081 w 6501199"/>
              <a:gd name="connsiteY668" fmla="*/ 3484562 h 6382977"/>
              <a:gd name="connsiteX669" fmla="*/ 4748963 w 6501199"/>
              <a:gd name="connsiteY669" fmla="*/ 3519123 h 6382977"/>
              <a:gd name="connsiteX670" fmla="*/ 4760064 w 6501199"/>
              <a:gd name="connsiteY670" fmla="*/ 3484562 h 6382977"/>
              <a:gd name="connsiteX671" fmla="*/ 4126018 w 6501199"/>
              <a:gd name="connsiteY671" fmla="*/ 3483950 h 6382977"/>
              <a:gd name="connsiteX672" fmla="*/ 4121337 w 6501199"/>
              <a:gd name="connsiteY672" fmla="*/ 3515992 h 6382977"/>
              <a:gd name="connsiteX673" fmla="*/ 4141859 w 6501199"/>
              <a:gd name="connsiteY673" fmla="*/ 3502311 h 6382977"/>
              <a:gd name="connsiteX674" fmla="*/ 4128178 w 6501199"/>
              <a:gd name="connsiteY674" fmla="*/ 3495471 h 6382977"/>
              <a:gd name="connsiteX675" fmla="*/ 4126018 w 6501199"/>
              <a:gd name="connsiteY675" fmla="*/ 3483950 h 6382977"/>
              <a:gd name="connsiteX676" fmla="*/ 5228024 w 6501199"/>
              <a:gd name="connsiteY676" fmla="*/ 3477656 h 6382977"/>
              <a:gd name="connsiteX677" fmla="*/ 5193463 w 6501199"/>
              <a:gd name="connsiteY677" fmla="*/ 3495530 h 6382977"/>
              <a:gd name="connsiteX678" fmla="*/ 5228024 w 6501199"/>
              <a:gd name="connsiteY678" fmla="*/ 3477656 h 6382977"/>
              <a:gd name="connsiteX679" fmla="*/ 4467333 w 6501199"/>
              <a:gd name="connsiteY679" fmla="*/ 3477110 h 6382977"/>
              <a:gd name="connsiteX680" fmla="*/ 4465173 w 6501199"/>
              <a:gd name="connsiteY680" fmla="*/ 3497631 h 6382977"/>
              <a:gd name="connsiteX681" fmla="*/ 4476335 w 6501199"/>
              <a:gd name="connsiteY681" fmla="*/ 3486471 h 6382977"/>
              <a:gd name="connsiteX682" fmla="*/ 4490016 w 6501199"/>
              <a:gd name="connsiteY682" fmla="*/ 3490791 h 6382977"/>
              <a:gd name="connsiteX683" fmla="*/ 4467333 w 6501199"/>
              <a:gd name="connsiteY683" fmla="*/ 3477110 h 6382977"/>
              <a:gd name="connsiteX684" fmla="*/ 4399286 w 6501199"/>
              <a:gd name="connsiteY684" fmla="*/ 3474950 h 6382977"/>
              <a:gd name="connsiteX685" fmla="*/ 4371923 w 6501199"/>
              <a:gd name="connsiteY685" fmla="*/ 3483950 h 6382977"/>
              <a:gd name="connsiteX686" fmla="*/ 4362563 w 6501199"/>
              <a:gd name="connsiteY686" fmla="*/ 3527152 h 6382977"/>
              <a:gd name="connsiteX687" fmla="*/ 4383085 w 6501199"/>
              <a:gd name="connsiteY687" fmla="*/ 3500151 h 6382977"/>
              <a:gd name="connsiteX688" fmla="*/ 4380925 w 6501199"/>
              <a:gd name="connsiteY688" fmla="*/ 3520312 h 6382977"/>
              <a:gd name="connsiteX689" fmla="*/ 4399286 w 6501199"/>
              <a:gd name="connsiteY689" fmla="*/ 3474950 h 6382977"/>
              <a:gd name="connsiteX690" fmla="*/ 4164423 w 6501199"/>
              <a:gd name="connsiteY690" fmla="*/ 3473111 h 6382977"/>
              <a:gd name="connsiteX691" fmla="*/ 4160221 w 6501199"/>
              <a:gd name="connsiteY691" fmla="*/ 3474950 h 6382977"/>
              <a:gd name="connsiteX692" fmla="*/ 4155541 w 6501199"/>
              <a:gd name="connsiteY692" fmla="*/ 3506631 h 6382977"/>
              <a:gd name="connsiteX693" fmla="*/ 4182903 w 6501199"/>
              <a:gd name="connsiteY693" fmla="*/ 3477110 h 6382977"/>
              <a:gd name="connsiteX694" fmla="*/ 4164423 w 6501199"/>
              <a:gd name="connsiteY694" fmla="*/ 3473111 h 6382977"/>
              <a:gd name="connsiteX695" fmla="*/ 4519113 w 6501199"/>
              <a:gd name="connsiteY695" fmla="*/ 3469494 h 6382977"/>
              <a:gd name="connsiteX696" fmla="*/ 4519342 w 6501199"/>
              <a:gd name="connsiteY696" fmla="*/ 3471153 h 6382977"/>
              <a:gd name="connsiteX697" fmla="*/ 4503697 w 6501199"/>
              <a:gd name="connsiteY697" fmla="*/ 3474950 h 6382977"/>
              <a:gd name="connsiteX698" fmla="*/ 4535741 w 6501199"/>
              <a:gd name="connsiteY698" fmla="*/ 3497631 h 6382977"/>
              <a:gd name="connsiteX699" fmla="*/ 4535741 w 6501199"/>
              <a:gd name="connsiteY699" fmla="*/ 3481790 h 6382977"/>
              <a:gd name="connsiteX700" fmla="*/ 4548882 w 6501199"/>
              <a:gd name="connsiteY700" fmla="*/ 3489216 h 6382977"/>
              <a:gd name="connsiteX701" fmla="*/ 4553503 w 6501199"/>
              <a:gd name="connsiteY701" fmla="*/ 3486827 h 6382977"/>
              <a:gd name="connsiteX702" fmla="*/ 4536338 w 6501199"/>
              <a:gd name="connsiteY702" fmla="*/ 3480358 h 6382977"/>
              <a:gd name="connsiteX703" fmla="*/ 4520175 w 6501199"/>
              <a:gd name="connsiteY703" fmla="*/ 3470154 h 6382977"/>
              <a:gd name="connsiteX704" fmla="*/ 4237629 w 6501199"/>
              <a:gd name="connsiteY704" fmla="*/ 3468110 h 6382977"/>
              <a:gd name="connsiteX705" fmla="*/ 4182903 w 6501199"/>
              <a:gd name="connsiteY705" fmla="*/ 3502311 h 6382977"/>
              <a:gd name="connsiteX706" fmla="*/ 4196585 w 6501199"/>
              <a:gd name="connsiteY706" fmla="*/ 3536513 h 6382977"/>
              <a:gd name="connsiteX707" fmla="*/ 4232949 w 6501199"/>
              <a:gd name="connsiteY707" fmla="*/ 3511312 h 6382977"/>
              <a:gd name="connsiteX708" fmla="*/ 4228629 w 6501199"/>
              <a:gd name="connsiteY708" fmla="*/ 3531833 h 6382977"/>
              <a:gd name="connsiteX709" fmla="*/ 4258151 w 6501199"/>
              <a:gd name="connsiteY709" fmla="*/ 3490791 h 6382977"/>
              <a:gd name="connsiteX710" fmla="*/ 4237629 w 6501199"/>
              <a:gd name="connsiteY710" fmla="*/ 3468110 h 6382977"/>
              <a:gd name="connsiteX711" fmla="*/ 4448769 w 6501199"/>
              <a:gd name="connsiteY711" fmla="*/ 3462794 h 6382977"/>
              <a:gd name="connsiteX712" fmla="*/ 4426289 w 6501199"/>
              <a:gd name="connsiteY712" fmla="*/ 3468110 h 6382977"/>
              <a:gd name="connsiteX713" fmla="*/ 4424129 w 6501199"/>
              <a:gd name="connsiteY713" fmla="*/ 3488631 h 6382977"/>
              <a:gd name="connsiteX714" fmla="*/ 4412608 w 6501199"/>
              <a:gd name="connsiteY714" fmla="*/ 3479630 h 6382977"/>
              <a:gd name="connsiteX715" fmla="*/ 4406127 w 6501199"/>
              <a:gd name="connsiteY715" fmla="*/ 3500151 h 6382977"/>
              <a:gd name="connsiteX716" fmla="*/ 4451492 w 6501199"/>
              <a:gd name="connsiteY716" fmla="*/ 3493311 h 6382977"/>
              <a:gd name="connsiteX717" fmla="*/ 4453652 w 6501199"/>
              <a:gd name="connsiteY717" fmla="*/ 3465950 h 6382977"/>
              <a:gd name="connsiteX718" fmla="*/ 4448769 w 6501199"/>
              <a:gd name="connsiteY718" fmla="*/ 3462794 h 6382977"/>
              <a:gd name="connsiteX719" fmla="*/ 4845390 w 6501199"/>
              <a:gd name="connsiteY719" fmla="*/ 3459697 h 6382977"/>
              <a:gd name="connsiteX720" fmla="*/ 4852201 w 6501199"/>
              <a:gd name="connsiteY720" fmla="*/ 3482526 h 6382977"/>
              <a:gd name="connsiteX721" fmla="*/ 4863672 w 6501199"/>
              <a:gd name="connsiteY721" fmla="*/ 3480351 h 6382977"/>
              <a:gd name="connsiteX722" fmla="*/ 4865823 w 6501199"/>
              <a:gd name="connsiteY722" fmla="*/ 3464407 h 6382977"/>
              <a:gd name="connsiteX723" fmla="*/ 4870483 w 6501199"/>
              <a:gd name="connsiteY723" fmla="*/ 3501006 h 6382977"/>
              <a:gd name="connsiteX724" fmla="*/ 4822807 w 6501199"/>
              <a:gd name="connsiteY724" fmla="*/ 3516950 h 6382977"/>
              <a:gd name="connsiteX725" fmla="*/ 4804525 w 6501199"/>
              <a:gd name="connsiteY725" fmla="*/ 3482526 h 6382977"/>
              <a:gd name="connsiteX726" fmla="*/ 4836429 w 6501199"/>
              <a:gd name="connsiteY726" fmla="*/ 3475641 h 6382977"/>
              <a:gd name="connsiteX727" fmla="*/ 4827467 w 6501199"/>
              <a:gd name="connsiteY727" fmla="*/ 3473467 h 6382977"/>
              <a:gd name="connsiteX728" fmla="*/ 4845390 w 6501199"/>
              <a:gd name="connsiteY728" fmla="*/ 3459697 h 6382977"/>
              <a:gd name="connsiteX729" fmla="*/ 4473929 w 6501199"/>
              <a:gd name="connsiteY729" fmla="*/ 3456325 h 6382977"/>
              <a:gd name="connsiteX730" fmla="*/ 4455724 w 6501199"/>
              <a:gd name="connsiteY730" fmla="*/ 3458104 h 6382977"/>
              <a:gd name="connsiteX731" fmla="*/ 4453652 w 6501199"/>
              <a:gd name="connsiteY731" fmla="*/ 3461269 h 6382977"/>
              <a:gd name="connsiteX732" fmla="*/ 4476335 w 6501199"/>
              <a:gd name="connsiteY732" fmla="*/ 3470270 h 6382977"/>
              <a:gd name="connsiteX733" fmla="*/ 4475119 w 6501199"/>
              <a:gd name="connsiteY733" fmla="*/ 3460189 h 6382977"/>
              <a:gd name="connsiteX734" fmla="*/ 4488050 w 6501199"/>
              <a:gd name="connsiteY734" fmla="*/ 3454945 h 6382977"/>
              <a:gd name="connsiteX735" fmla="*/ 4481267 w 6501199"/>
              <a:gd name="connsiteY735" fmla="*/ 3455608 h 6382977"/>
              <a:gd name="connsiteX736" fmla="*/ 4481251 w 6501199"/>
              <a:gd name="connsiteY736" fmla="*/ 3456904 h 6382977"/>
              <a:gd name="connsiteX737" fmla="*/ 4490016 w 6501199"/>
              <a:gd name="connsiteY737" fmla="*/ 3470270 h 6382977"/>
              <a:gd name="connsiteX738" fmla="*/ 4490944 w 6501199"/>
              <a:gd name="connsiteY738" fmla="*/ 3455901 h 6382977"/>
              <a:gd name="connsiteX739" fmla="*/ 4771866 w 6501199"/>
              <a:gd name="connsiteY739" fmla="*/ 3451814 h 6382977"/>
              <a:gd name="connsiteX740" fmla="*/ 4774006 w 6501199"/>
              <a:gd name="connsiteY740" fmla="*/ 3465602 h 6382977"/>
              <a:gd name="connsiteX741" fmla="*/ 4753672 w 6501199"/>
              <a:gd name="connsiteY741" fmla="*/ 3474674 h 6382977"/>
              <a:gd name="connsiteX742" fmla="*/ 4744753 w 6501199"/>
              <a:gd name="connsiteY742" fmla="*/ 3472497 h 6382977"/>
              <a:gd name="connsiteX743" fmla="*/ 4749391 w 6501199"/>
              <a:gd name="connsiteY743" fmla="*/ 3453991 h 6382977"/>
              <a:gd name="connsiteX744" fmla="*/ 4753672 w 6501199"/>
              <a:gd name="connsiteY744" fmla="*/ 3465602 h 6382977"/>
              <a:gd name="connsiteX745" fmla="*/ 4771866 w 6501199"/>
              <a:gd name="connsiteY745" fmla="*/ 3451814 h 6382977"/>
              <a:gd name="connsiteX746" fmla="*/ 4422635 w 6501199"/>
              <a:gd name="connsiteY746" fmla="*/ 3450793 h 6382977"/>
              <a:gd name="connsiteX747" fmla="*/ 4420945 w 6501199"/>
              <a:gd name="connsiteY747" fmla="*/ 3451505 h 6382977"/>
              <a:gd name="connsiteX748" fmla="*/ 4421969 w 6501199"/>
              <a:gd name="connsiteY748" fmla="*/ 3452269 h 6382977"/>
              <a:gd name="connsiteX749" fmla="*/ 4389447 w 6501199"/>
              <a:gd name="connsiteY749" fmla="*/ 3450421 h 6382977"/>
              <a:gd name="connsiteX750" fmla="*/ 4394606 w 6501199"/>
              <a:gd name="connsiteY750" fmla="*/ 3459109 h 6382977"/>
              <a:gd name="connsiteX751" fmla="*/ 4398986 w 6501199"/>
              <a:gd name="connsiteY751" fmla="*/ 3457608 h 6382977"/>
              <a:gd name="connsiteX752" fmla="*/ 5193107 w 6501199"/>
              <a:gd name="connsiteY752" fmla="*/ 3449637 h 6382977"/>
              <a:gd name="connsiteX753" fmla="*/ 5145761 w 6501199"/>
              <a:gd name="connsiteY753" fmla="*/ 3481030 h 6382977"/>
              <a:gd name="connsiteX754" fmla="*/ 5193107 w 6501199"/>
              <a:gd name="connsiteY754" fmla="*/ 3449637 h 6382977"/>
              <a:gd name="connsiteX755" fmla="*/ 4066026 w 6501199"/>
              <a:gd name="connsiteY755" fmla="*/ 3449434 h 6382977"/>
              <a:gd name="connsiteX756" fmla="*/ 4060131 w 6501199"/>
              <a:gd name="connsiteY756" fmla="*/ 3452269 h 6382977"/>
              <a:gd name="connsiteX757" fmla="*/ 4055450 w 6501199"/>
              <a:gd name="connsiteY757" fmla="*/ 3479630 h 6382977"/>
              <a:gd name="connsiteX758" fmla="*/ 4078493 w 6501199"/>
              <a:gd name="connsiteY758" fmla="*/ 3454429 h 6382977"/>
              <a:gd name="connsiteX759" fmla="*/ 4073812 w 6501199"/>
              <a:gd name="connsiteY759" fmla="*/ 3450109 h 6382977"/>
              <a:gd name="connsiteX760" fmla="*/ 4066026 w 6501199"/>
              <a:gd name="connsiteY760" fmla="*/ 3449434 h 6382977"/>
              <a:gd name="connsiteX761" fmla="*/ 5292556 w 6501199"/>
              <a:gd name="connsiteY761" fmla="*/ 3438525 h 6382977"/>
              <a:gd name="connsiteX762" fmla="*/ 5258539 w 6501199"/>
              <a:gd name="connsiteY762" fmla="*/ 3468357 h 6382977"/>
              <a:gd name="connsiteX763" fmla="*/ 5292556 w 6501199"/>
              <a:gd name="connsiteY763" fmla="*/ 3438525 h 6382977"/>
              <a:gd name="connsiteX764" fmla="*/ 4369674 w 6501199"/>
              <a:gd name="connsiteY764" fmla="*/ 3438464 h 6382977"/>
              <a:gd name="connsiteX765" fmla="*/ 4363208 w 6501199"/>
              <a:gd name="connsiteY765" fmla="*/ 3438725 h 6382977"/>
              <a:gd name="connsiteX766" fmla="*/ 4366928 w 6501199"/>
              <a:gd name="connsiteY766" fmla="*/ 3438768 h 6382977"/>
              <a:gd name="connsiteX767" fmla="*/ 4374084 w 6501199"/>
              <a:gd name="connsiteY767" fmla="*/ 3447589 h 6382977"/>
              <a:gd name="connsiteX768" fmla="*/ 4375838 w 6501199"/>
              <a:gd name="connsiteY768" fmla="*/ 3441541 h 6382977"/>
              <a:gd name="connsiteX769" fmla="*/ 4352276 w 6501199"/>
              <a:gd name="connsiteY769" fmla="*/ 3436255 h 6382977"/>
              <a:gd name="connsiteX770" fmla="*/ 4351401 w 6501199"/>
              <a:gd name="connsiteY770" fmla="*/ 3438588 h 6382977"/>
              <a:gd name="connsiteX771" fmla="*/ 4353529 w 6501199"/>
              <a:gd name="connsiteY771" fmla="*/ 3438613 h 6382977"/>
              <a:gd name="connsiteX772" fmla="*/ 4988317 w 6501199"/>
              <a:gd name="connsiteY772" fmla="*/ 3432175 h 6382977"/>
              <a:gd name="connsiteX773" fmla="*/ 4956772 w 6501199"/>
              <a:gd name="connsiteY773" fmla="*/ 3447900 h 6382977"/>
              <a:gd name="connsiteX774" fmla="*/ 4949961 w 6501199"/>
              <a:gd name="connsiteY774" fmla="*/ 3470416 h 6382977"/>
              <a:gd name="connsiteX775" fmla="*/ 4888663 w 6501199"/>
              <a:gd name="connsiteY775" fmla="*/ 3490787 h 6382977"/>
              <a:gd name="connsiteX776" fmla="*/ 4888663 w 6501199"/>
              <a:gd name="connsiteY776" fmla="*/ 3463983 h 6382977"/>
              <a:gd name="connsiteX777" fmla="*/ 4988317 w 6501199"/>
              <a:gd name="connsiteY777" fmla="*/ 3432175 h 6382977"/>
              <a:gd name="connsiteX778" fmla="*/ 4324573 w 6501199"/>
              <a:gd name="connsiteY778" fmla="*/ 3423091 h 6382977"/>
              <a:gd name="connsiteX779" fmla="*/ 4317198 w 6501199"/>
              <a:gd name="connsiteY779" fmla="*/ 3427068 h 6382977"/>
              <a:gd name="connsiteX780" fmla="*/ 4321878 w 6501199"/>
              <a:gd name="connsiteY780" fmla="*/ 3438588 h 6382977"/>
              <a:gd name="connsiteX781" fmla="*/ 4303516 w 6501199"/>
              <a:gd name="connsiteY781" fmla="*/ 3443268 h 6382977"/>
              <a:gd name="connsiteX782" fmla="*/ 4298836 w 6501199"/>
              <a:gd name="connsiteY782" fmla="*/ 3431748 h 6382977"/>
              <a:gd name="connsiteX783" fmla="*/ 4296675 w 6501199"/>
              <a:gd name="connsiteY783" fmla="*/ 3454429 h 6382977"/>
              <a:gd name="connsiteX784" fmla="*/ 4319358 w 6501199"/>
              <a:gd name="connsiteY784" fmla="*/ 3454429 h 6382977"/>
              <a:gd name="connsiteX785" fmla="*/ 4324573 w 6501199"/>
              <a:gd name="connsiteY785" fmla="*/ 3423091 h 6382977"/>
              <a:gd name="connsiteX786" fmla="*/ 4185064 w 6501199"/>
              <a:gd name="connsiteY786" fmla="*/ 3418067 h 6382977"/>
              <a:gd name="connsiteX787" fmla="*/ 4167062 w 6501199"/>
              <a:gd name="connsiteY787" fmla="*/ 3454429 h 6382977"/>
              <a:gd name="connsiteX788" fmla="*/ 4169222 w 6501199"/>
              <a:gd name="connsiteY788" fmla="*/ 3465950 h 6382977"/>
              <a:gd name="connsiteX789" fmla="*/ 4194425 w 6501199"/>
              <a:gd name="connsiteY789" fmla="*/ 3424908 h 6382977"/>
              <a:gd name="connsiteX790" fmla="*/ 4185064 w 6501199"/>
              <a:gd name="connsiteY790" fmla="*/ 3418067 h 6382977"/>
              <a:gd name="connsiteX791" fmla="*/ 4519539 w 6501199"/>
              <a:gd name="connsiteY791" fmla="*/ 3415907 h 6382977"/>
              <a:gd name="connsiteX792" fmla="*/ 4518731 w 6501199"/>
              <a:gd name="connsiteY792" fmla="*/ 3417383 h 6382977"/>
              <a:gd name="connsiteX793" fmla="*/ 4531243 w 6501199"/>
              <a:gd name="connsiteY793" fmla="*/ 3416426 h 6382977"/>
              <a:gd name="connsiteX794" fmla="*/ 4530973 w 6501199"/>
              <a:gd name="connsiteY794" fmla="*/ 3418406 h 6382977"/>
              <a:gd name="connsiteX795" fmla="*/ 4529869 w 6501199"/>
              <a:gd name="connsiteY795" fmla="*/ 3426499 h 6382977"/>
              <a:gd name="connsiteX796" fmla="*/ 4539071 w 6501199"/>
              <a:gd name="connsiteY796" fmla="*/ 3428373 h 6382977"/>
              <a:gd name="connsiteX797" fmla="*/ 4549062 w 6501199"/>
              <a:gd name="connsiteY797" fmla="*/ 3418067 h 6382977"/>
              <a:gd name="connsiteX798" fmla="*/ 4519539 w 6501199"/>
              <a:gd name="connsiteY798" fmla="*/ 3415907 h 6382977"/>
              <a:gd name="connsiteX799" fmla="*/ 518836 w 6501199"/>
              <a:gd name="connsiteY799" fmla="*/ 3413832 h 6382977"/>
              <a:gd name="connsiteX800" fmla="*/ 493634 w 6501199"/>
              <a:gd name="connsiteY800" fmla="*/ 3420671 h 6382977"/>
              <a:gd name="connsiteX801" fmla="*/ 511996 w 6501199"/>
              <a:gd name="connsiteY801" fmla="*/ 3425351 h 6382977"/>
              <a:gd name="connsiteX802" fmla="*/ 518836 w 6501199"/>
              <a:gd name="connsiteY802" fmla="*/ 3413832 h 6382977"/>
              <a:gd name="connsiteX803" fmla="*/ 5203774 w 6501199"/>
              <a:gd name="connsiteY803" fmla="*/ 3413125 h 6382977"/>
              <a:gd name="connsiteX804" fmla="*/ 5210567 w 6501199"/>
              <a:gd name="connsiteY804" fmla="*/ 3433661 h 6382977"/>
              <a:gd name="connsiteX805" fmla="*/ 5131550 w 6501199"/>
              <a:gd name="connsiteY805" fmla="*/ 3463564 h 6382977"/>
              <a:gd name="connsiteX806" fmla="*/ 5203774 w 6501199"/>
              <a:gd name="connsiteY806" fmla="*/ 3413125 h 6382977"/>
              <a:gd name="connsiteX807" fmla="*/ 5395854 w 6501199"/>
              <a:gd name="connsiteY807" fmla="*/ 3409228 h 6382977"/>
              <a:gd name="connsiteX808" fmla="*/ 5371154 w 6501199"/>
              <a:gd name="connsiteY808" fmla="*/ 3433411 h 6382977"/>
              <a:gd name="connsiteX809" fmla="*/ 5395854 w 6501199"/>
              <a:gd name="connsiteY809" fmla="*/ 3409228 h 6382977"/>
              <a:gd name="connsiteX810" fmla="*/ 5344314 w 6501199"/>
              <a:gd name="connsiteY810" fmla="*/ 3408962 h 6382977"/>
              <a:gd name="connsiteX811" fmla="*/ 5351860 w 6501199"/>
              <a:gd name="connsiteY811" fmla="*/ 3422910 h 6382977"/>
              <a:gd name="connsiteX812" fmla="*/ 5322932 w 6501199"/>
              <a:gd name="connsiteY812" fmla="*/ 3436577 h 6382977"/>
              <a:gd name="connsiteX813" fmla="*/ 5344314 w 6501199"/>
              <a:gd name="connsiteY813" fmla="*/ 3408962 h 6382977"/>
              <a:gd name="connsiteX814" fmla="*/ 4861312 w 6501199"/>
              <a:gd name="connsiteY814" fmla="*/ 3406775 h 6382977"/>
              <a:gd name="connsiteX815" fmla="*/ 4836275 w 6501199"/>
              <a:gd name="connsiteY815" fmla="*/ 3422786 h 6382977"/>
              <a:gd name="connsiteX816" fmla="*/ 4861312 w 6501199"/>
              <a:gd name="connsiteY816" fmla="*/ 3406775 h 6382977"/>
              <a:gd name="connsiteX817" fmla="*/ 4483175 w 6501199"/>
              <a:gd name="connsiteY817" fmla="*/ 3402227 h 6382977"/>
              <a:gd name="connsiteX818" fmla="*/ 4484244 w 6501199"/>
              <a:gd name="connsiteY818" fmla="*/ 3419643 h 6382977"/>
              <a:gd name="connsiteX819" fmla="*/ 4484233 w 6501199"/>
              <a:gd name="connsiteY819" fmla="*/ 3419718 h 6382977"/>
              <a:gd name="connsiteX820" fmla="*/ 4485344 w 6501199"/>
              <a:gd name="connsiteY820" fmla="*/ 3419936 h 6382977"/>
              <a:gd name="connsiteX821" fmla="*/ 4503021 w 6501199"/>
              <a:gd name="connsiteY821" fmla="*/ 3418584 h 6382977"/>
              <a:gd name="connsiteX822" fmla="*/ 4506217 w 6501199"/>
              <a:gd name="connsiteY822" fmla="*/ 3415907 h 6382977"/>
              <a:gd name="connsiteX823" fmla="*/ 4506217 w 6501199"/>
              <a:gd name="connsiteY823" fmla="*/ 3406547 h 6382977"/>
              <a:gd name="connsiteX824" fmla="*/ 4487855 w 6501199"/>
              <a:gd name="connsiteY824" fmla="*/ 3411227 h 6382977"/>
              <a:gd name="connsiteX825" fmla="*/ 4483175 w 6501199"/>
              <a:gd name="connsiteY825" fmla="*/ 3402227 h 6382977"/>
              <a:gd name="connsiteX826" fmla="*/ 5456641 w 6501199"/>
              <a:gd name="connsiteY826" fmla="*/ 3390900 h 6382977"/>
              <a:gd name="connsiteX827" fmla="*/ 5467742 w 6501199"/>
              <a:gd name="connsiteY827" fmla="*/ 3409243 h 6382977"/>
              <a:gd name="connsiteX828" fmla="*/ 5422623 w 6501199"/>
              <a:gd name="connsiteY828" fmla="*/ 3434059 h 6382977"/>
              <a:gd name="connsiteX829" fmla="*/ 5456641 w 6501199"/>
              <a:gd name="connsiteY829" fmla="*/ 3390900 h 6382977"/>
              <a:gd name="connsiteX830" fmla="*/ 5155701 w 6501199"/>
              <a:gd name="connsiteY830" fmla="*/ 3387620 h 6382977"/>
              <a:gd name="connsiteX831" fmla="*/ 5166799 w 6501199"/>
              <a:gd name="connsiteY831" fmla="*/ 3388078 h 6382977"/>
              <a:gd name="connsiteX832" fmla="*/ 5117263 w 6501199"/>
              <a:gd name="connsiteY832" fmla="*/ 3419122 h 6382977"/>
              <a:gd name="connsiteX833" fmla="*/ 5155701 w 6501199"/>
              <a:gd name="connsiteY833" fmla="*/ 3387620 h 6382977"/>
              <a:gd name="connsiteX834" fmla="*/ 4553743 w 6501199"/>
              <a:gd name="connsiteY834" fmla="*/ 3386386 h 6382977"/>
              <a:gd name="connsiteX835" fmla="*/ 4576425 w 6501199"/>
              <a:gd name="connsiteY835" fmla="*/ 3411227 h 6382977"/>
              <a:gd name="connsiteX836" fmla="*/ 4553743 w 6501199"/>
              <a:gd name="connsiteY836" fmla="*/ 3386386 h 6382977"/>
              <a:gd name="connsiteX837" fmla="*/ 4836335 w 6501199"/>
              <a:gd name="connsiteY837" fmla="*/ 3386137 h 6382977"/>
              <a:gd name="connsiteX838" fmla="*/ 4763250 w 6501199"/>
              <a:gd name="connsiteY838" fmla="*/ 3404078 h 6382977"/>
              <a:gd name="connsiteX839" fmla="*/ 4781340 w 6501199"/>
              <a:gd name="connsiteY839" fmla="*/ 3397260 h 6382977"/>
              <a:gd name="connsiteX840" fmla="*/ 4795089 w 6501199"/>
              <a:gd name="connsiteY840" fmla="*/ 3410895 h 6382977"/>
              <a:gd name="connsiteX841" fmla="*/ 4836335 w 6501199"/>
              <a:gd name="connsiteY841" fmla="*/ 3386137 h 6382977"/>
              <a:gd name="connsiteX842" fmla="*/ 5475584 w 6501199"/>
              <a:gd name="connsiteY842" fmla="*/ 3385887 h 6382977"/>
              <a:gd name="connsiteX843" fmla="*/ 5476023 w 6501199"/>
              <a:gd name="connsiteY843" fmla="*/ 3385908 h 6382977"/>
              <a:gd name="connsiteX844" fmla="*/ 5473407 w 6501199"/>
              <a:gd name="connsiteY844" fmla="*/ 3394764 h 6382977"/>
              <a:gd name="connsiteX845" fmla="*/ 5475584 w 6501199"/>
              <a:gd name="connsiteY845" fmla="*/ 3385887 h 6382977"/>
              <a:gd name="connsiteX846" fmla="*/ 5089913 w 6501199"/>
              <a:gd name="connsiteY846" fmla="*/ 3357562 h 6382977"/>
              <a:gd name="connsiteX847" fmla="*/ 5060208 w 6501199"/>
              <a:gd name="connsiteY847" fmla="*/ 3409657 h 6382977"/>
              <a:gd name="connsiteX848" fmla="*/ 4984861 w 6501199"/>
              <a:gd name="connsiteY848" fmla="*/ 3411813 h 6382977"/>
              <a:gd name="connsiteX849" fmla="*/ 4982325 w 6501199"/>
              <a:gd name="connsiteY849" fmla="*/ 3398160 h 6382977"/>
              <a:gd name="connsiteX850" fmla="*/ 5089913 w 6501199"/>
              <a:gd name="connsiteY850" fmla="*/ 3357562 h 6382977"/>
              <a:gd name="connsiteX851" fmla="*/ 5320102 w 6501199"/>
              <a:gd name="connsiteY851" fmla="*/ 3352800 h 6382977"/>
              <a:gd name="connsiteX852" fmla="*/ 5228888 w 6501199"/>
              <a:gd name="connsiteY852" fmla="*/ 3420702 h 6382977"/>
              <a:gd name="connsiteX853" fmla="*/ 5222038 w 6501199"/>
              <a:gd name="connsiteY853" fmla="*/ 3404894 h 6382977"/>
              <a:gd name="connsiteX854" fmla="*/ 5320102 w 6501199"/>
              <a:gd name="connsiteY854" fmla="*/ 3352800 h 6382977"/>
              <a:gd name="connsiteX855" fmla="*/ 4166262 w 6501199"/>
              <a:gd name="connsiteY855" fmla="*/ 3350709 h 6382977"/>
              <a:gd name="connsiteX856" fmla="*/ 4156354 w 6501199"/>
              <a:gd name="connsiteY856" fmla="*/ 3351203 h 6382977"/>
              <a:gd name="connsiteX857" fmla="*/ 4148557 w 6501199"/>
              <a:gd name="connsiteY857" fmla="*/ 3357644 h 6382977"/>
              <a:gd name="connsiteX858" fmla="*/ 4137688 w 6501199"/>
              <a:gd name="connsiteY858" fmla="*/ 3357295 h 6382977"/>
              <a:gd name="connsiteX859" fmla="*/ 4134132 w 6501199"/>
              <a:gd name="connsiteY859" fmla="*/ 3352311 h 6382977"/>
              <a:gd name="connsiteX860" fmla="*/ 4111866 w 6501199"/>
              <a:gd name="connsiteY860" fmla="*/ 3353420 h 6382977"/>
              <a:gd name="connsiteX861" fmla="*/ 4110311 w 6501199"/>
              <a:gd name="connsiteY861" fmla="*/ 3357157 h 6382977"/>
              <a:gd name="connsiteX862" fmla="*/ 4103335 w 6501199"/>
              <a:gd name="connsiteY862" fmla="*/ 3377025 h 6382977"/>
              <a:gd name="connsiteX863" fmla="*/ 4130698 w 6501199"/>
              <a:gd name="connsiteY863" fmla="*/ 3379545 h 6382977"/>
              <a:gd name="connsiteX864" fmla="*/ 4137539 w 6501199"/>
              <a:gd name="connsiteY864" fmla="*/ 3363705 h 6382977"/>
              <a:gd name="connsiteX865" fmla="*/ 4154730 w 6501199"/>
              <a:gd name="connsiteY865" fmla="*/ 3370281 h 6382977"/>
              <a:gd name="connsiteX866" fmla="*/ 4172256 w 6501199"/>
              <a:gd name="connsiteY866" fmla="*/ 3368851 h 6382977"/>
              <a:gd name="connsiteX867" fmla="*/ 4171616 w 6501199"/>
              <a:gd name="connsiteY867" fmla="*/ 3364317 h 6382977"/>
              <a:gd name="connsiteX868" fmla="*/ 4170174 w 6501199"/>
              <a:gd name="connsiteY868" fmla="*/ 3354931 h 6382977"/>
              <a:gd name="connsiteX869" fmla="*/ 4165217 w 6501199"/>
              <a:gd name="connsiteY869" fmla="*/ 3354532 h 6382977"/>
              <a:gd name="connsiteX870" fmla="*/ 5542350 w 6501199"/>
              <a:gd name="connsiteY870" fmla="*/ 3350022 h 6382977"/>
              <a:gd name="connsiteX871" fmla="*/ 5495048 w 6501199"/>
              <a:gd name="connsiteY871" fmla="*/ 3386824 h 6382977"/>
              <a:gd name="connsiteX872" fmla="*/ 5476023 w 6501199"/>
              <a:gd name="connsiteY872" fmla="*/ 3385908 h 6382977"/>
              <a:gd name="connsiteX873" fmla="*/ 5477699 w 6501199"/>
              <a:gd name="connsiteY873" fmla="*/ 3380233 h 6382977"/>
              <a:gd name="connsiteX874" fmla="*/ 5542350 w 6501199"/>
              <a:gd name="connsiteY874" fmla="*/ 3350022 h 6382977"/>
              <a:gd name="connsiteX875" fmla="*/ 5220150 w 6501199"/>
              <a:gd name="connsiteY875" fmla="*/ 3349625 h 6382977"/>
              <a:gd name="connsiteX876" fmla="*/ 5229136 w 6501199"/>
              <a:gd name="connsiteY876" fmla="*/ 3351773 h 6382977"/>
              <a:gd name="connsiteX877" fmla="*/ 5235966 w 6501199"/>
              <a:gd name="connsiteY877" fmla="*/ 3353920 h 6382977"/>
              <a:gd name="connsiteX878" fmla="*/ 5186004 w 6501199"/>
              <a:gd name="connsiteY878" fmla="*/ 3381125 h 6382977"/>
              <a:gd name="connsiteX879" fmla="*/ 5220150 w 6501199"/>
              <a:gd name="connsiteY879" fmla="*/ 3349625 h 6382977"/>
              <a:gd name="connsiteX880" fmla="*/ 486793 w 6501199"/>
              <a:gd name="connsiteY880" fmla="*/ 3347962 h 6382977"/>
              <a:gd name="connsiteX881" fmla="*/ 475632 w 6501199"/>
              <a:gd name="connsiteY881" fmla="*/ 3361640 h 6382977"/>
              <a:gd name="connsiteX882" fmla="*/ 486793 w 6501199"/>
              <a:gd name="connsiteY882" fmla="*/ 3386836 h 6382977"/>
              <a:gd name="connsiteX883" fmla="*/ 546199 w 6501199"/>
              <a:gd name="connsiteY883" fmla="*/ 3402674 h 6382977"/>
              <a:gd name="connsiteX884" fmla="*/ 562041 w 6501199"/>
              <a:gd name="connsiteY884" fmla="*/ 3382157 h 6382977"/>
              <a:gd name="connsiteX885" fmla="*/ 507315 w 6501199"/>
              <a:gd name="connsiteY885" fmla="*/ 3370639 h 6382977"/>
              <a:gd name="connsiteX886" fmla="*/ 486793 w 6501199"/>
              <a:gd name="connsiteY886" fmla="*/ 3347962 h 6382977"/>
              <a:gd name="connsiteX887" fmla="*/ 4034470 w 6501199"/>
              <a:gd name="connsiteY887" fmla="*/ 3347780 h 6382977"/>
              <a:gd name="connsiteX888" fmla="*/ 4034073 w 6501199"/>
              <a:gd name="connsiteY888" fmla="*/ 3349889 h 6382977"/>
              <a:gd name="connsiteX889" fmla="*/ 4028087 w 6501199"/>
              <a:gd name="connsiteY889" fmla="*/ 3381706 h 6382977"/>
              <a:gd name="connsiteX890" fmla="*/ 4055450 w 6501199"/>
              <a:gd name="connsiteY890" fmla="*/ 3383866 h 6382977"/>
              <a:gd name="connsiteX891" fmla="*/ 4069132 w 6501199"/>
              <a:gd name="connsiteY891" fmla="*/ 3356864 h 6382977"/>
              <a:gd name="connsiteX892" fmla="*/ 4069132 w 6501199"/>
              <a:gd name="connsiteY892" fmla="*/ 3379545 h 6382977"/>
              <a:gd name="connsiteX893" fmla="*/ 4103335 w 6501199"/>
              <a:gd name="connsiteY893" fmla="*/ 3361185 h 6382977"/>
              <a:gd name="connsiteX894" fmla="*/ 4096686 w 6501199"/>
              <a:gd name="connsiteY894" fmla="*/ 3356105 h 6382977"/>
              <a:gd name="connsiteX895" fmla="*/ 4095682 w 6501199"/>
              <a:gd name="connsiteY895" fmla="*/ 3354037 h 6382977"/>
              <a:gd name="connsiteX896" fmla="*/ 3947979 w 6501199"/>
              <a:gd name="connsiteY896" fmla="*/ 3339194 h 6382977"/>
              <a:gd name="connsiteX897" fmla="*/ 3953200 w 6501199"/>
              <a:gd name="connsiteY897" fmla="*/ 3370185 h 6382977"/>
              <a:gd name="connsiteX898" fmla="*/ 3971202 w 6501199"/>
              <a:gd name="connsiteY898" fmla="*/ 3365865 h 6382977"/>
              <a:gd name="connsiteX899" fmla="*/ 3962201 w 6501199"/>
              <a:gd name="connsiteY899" fmla="*/ 3386386 h 6382977"/>
              <a:gd name="connsiteX900" fmla="*/ 3994244 w 6501199"/>
              <a:gd name="connsiteY900" fmla="*/ 3361185 h 6382977"/>
              <a:gd name="connsiteX901" fmla="*/ 3978402 w 6501199"/>
              <a:gd name="connsiteY901" fmla="*/ 3393226 h 6382977"/>
              <a:gd name="connsiteX902" fmla="*/ 4020071 w 6501199"/>
              <a:gd name="connsiteY902" fmla="*/ 3355357 h 6382977"/>
              <a:gd name="connsiteX903" fmla="*/ 4031729 w 6501199"/>
              <a:gd name="connsiteY903" fmla="*/ 3347500 h 6382977"/>
              <a:gd name="connsiteX904" fmla="*/ 4030294 w 6501199"/>
              <a:gd name="connsiteY904" fmla="*/ 3347353 h 6382977"/>
              <a:gd name="connsiteX905" fmla="*/ 3998480 w 6501199"/>
              <a:gd name="connsiteY905" fmla="*/ 3343334 h 6382977"/>
              <a:gd name="connsiteX906" fmla="*/ 3997101 w 6501199"/>
              <a:gd name="connsiteY906" fmla="*/ 3344505 h 6382977"/>
              <a:gd name="connsiteX907" fmla="*/ 3996352 w 6501199"/>
              <a:gd name="connsiteY907" fmla="*/ 3343065 h 6382977"/>
              <a:gd name="connsiteX908" fmla="*/ 3966224 w 6501199"/>
              <a:gd name="connsiteY908" fmla="*/ 3339259 h 6382977"/>
              <a:gd name="connsiteX909" fmla="*/ 3926085 w 6501199"/>
              <a:gd name="connsiteY909" fmla="*/ 3339117 h 6382977"/>
              <a:gd name="connsiteX910" fmla="*/ 3927277 w 6501199"/>
              <a:gd name="connsiteY910" fmla="*/ 3352454 h 6382977"/>
              <a:gd name="connsiteX911" fmla="*/ 3937358 w 6501199"/>
              <a:gd name="connsiteY911" fmla="*/ 3363705 h 6382977"/>
              <a:gd name="connsiteX912" fmla="*/ 3941678 w 6501199"/>
              <a:gd name="connsiteY912" fmla="*/ 3340664 h 6382977"/>
              <a:gd name="connsiteX913" fmla="*/ 3936137 w 6501199"/>
              <a:gd name="connsiteY913" fmla="*/ 3339152 h 6382977"/>
              <a:gd name="connsiteX914" fmla="*/ 3916700 w 6501199"/>
              <a:gd name="connsiteY914" fmla="*/ 3339083 h 6382977"/>
              <a:gd name="connsiteX915" fmla="*/ 3913776 w 6501199"/>
              <a:gd name="connsiteY915" fmla="*/ 3351554 h 6382977"/>
              <a:gd name="connsiteX916" fmla="*/ 3905315 w 6501199"/>
              <a:gd name="connsiteY916" fmla="*/ 3354344 h 6382977"/>
              <a:gd name="connsiteX917" fmla="*/ 3909995 w 6501199"/>
              <a:gd name="connsiteY917" fmla="*/ 3345344 h 6382977"/>
              <a:gd name="connsiteX918" fmla="*/ 3900243 w 6501199"/>
              <a:gd name="connsiteY918" fmla="*/ 3342445 h 6382977"/>
              <a:gd name="connsiteX919" fmla="*/ 3896854 w 6501199"/>
              <a:gd name="connsiteY919" fmla="*/ 3339701 h 6382977"/>
              <a:gd name="connsiteX920" fmla="*/ 3891531 w 6501199"/>
              <a:gd name="connsiteY920" fmla="*/ 3340497 h 6382977"/>
              <a:gd name="connsiteX921" fmla="*/ 3889473 w 6501199"/>
              <a:gd name="connsiteY921" fmla="*/ 3343184 h 6382977"/>
              <a:gd name="connsiteX922" fmla="*/ 3891633 w 6501199"/>
              <a:gd name="connsiteY922" fmla="*/ 3359024 h 6382977"/>
              <a:gd name="connsiteX923" fmla="*/ 3918996 w 6501199"/>
              <a:gd name="connsiteY923" fmla="*/ 3365865 h 6382977"/>
              <a:gd name="connsiteX924" fmla="*/ 3923047 w 6501199"/>
              <a:gd name="connsiteY924" fmla="*/ 3352184 h 6382977"/>
              <a:gd name="connsiteX925" fmla="*/ 3917100 w 6501199"/>
              <a:gd name="connsiteY925" fmla="*/ 3339085 h 6382977"/>
              <a:gd name="connsiteX926" fmla="*/ 5460913 w 6501199"/>
              <a:gd name="connsiteY926" fmla="*/ 3328987 h 6382977"/>
              <a:gd name="connsiteX927" fmla="*/ 5478854 w 6501199"/>
              <a:gd name="connsiteY927" fmla="*/ 3360898 h 6382977"/>
              <a:gd name="connsiteX928" fmla="*/ 5460913 w 6501199"/>
              <a:gd name="connsiteY928" fmla="*/ 3383744 h 6382977"/>
              <a:gd name="connsiteX929" fmla="*/ 5435796 w 6501199"/>
              <a:gd name="connsiteY929" fmla="*/ 3363437 h 6382977"/>
              <a:gd name="connsiteX930" fmla="*/ 5374438 w 6501199"/>
              <a:gd name="connsiteY930" fmla="*/ 3390634 h 6382977"/>
              <a:gd name="connsiteX931" fmla="*/ 5460913 w 6501199"/>
              <a:gd name="connsiteY931" fmla="*/ 3328987 h 6382977"/>
              <a:gd name="connsiteX932" fmla="*/ 4539656 w 6501199"/>
              <a:gd name="connsiteY932" fmla="*/ 3328918 h 6382977"/>
              <a:gd name="connsiteX933" fmla="*/ 4533221 w 6501199"/>
              <a:gd name="connsiteY933" fmla="*/ 3345344 h 6382977"/>
              <a:gd name="connsiteX934" fmla="*/ 4558423 w 6501199"/>
              <a:gd name="connsiteY934" fmla="*/ 3354344 h 6382977"/>
              <a:gd name="connsiteX935" fmla="*/ 4563103 w 6501199"/>
              <a:gd name="connsiteY935" fmla="*/ 3329503 h 6382977"/>
              <a:gd name="connsiteX936" fmla="*/ 4539656 w 6501199"/>
              <a:gd name="connsiteY936" fmla="*/ 3328918 h 6382977"/>
              <a:gd name="connsiteX937" fmla="*/ 4766807 w 6501199"/>
              <a:gd name="connsiteY937" fmla="*/ 3327850 h 6382977"/>
              <a:gd name="connsiteX938" fmla="*/ 4778759 w 6501199"/>
              <a:gd name="connsiteY938" fmla="*/ 3329296 h 6382977"/>
              <a:gd name="connsiteX939" fmla="*/ 4778759 w 6501199"/>
              <a:gd name="connsiteY939" fmla="*/ 3338058 h 6382977"/>
              <a:gd name="connsiteX940" fmla="*/ 4760075 w 6501199"/>
              <a:gd name="connsiteY940" fmla="*/ 3342615 h 6382977"/>
              <a:gd name="connsiteX941" fmla="*/ 4760075 w 6501199"/>
              <a:gd name="connsiteY941" fmla="*/ 3331399 h 6382977"/>
              <a:gd name="connsiteX942" fmla="*/ 4766807 w 6501199"/>
              <a:gd name="connsiteY942" fmla="*/ 3327850 h 6382977"/>
              <a:gd name="connsiteX943" fmla="*/ 4637991 w 6501199"/>
              <a:gd name="connsiteY943" fmla="*/ 3324823 h 6382977"/>
              <a:gd name="connsiteX944" fmla="*/ 4642672 w 6501199"/>
              <a:gd name="connsiteY944" fmla="*/ 3345344 h 6382977"/>
              <a:gd name="connsiteX945" fmla="*/ 4663194 w 6501199"/>
              <a:gd name="connsiteY945" fmla="*/ 3331663 h 6382977"/>
              <a:gd name="connsiteX946" fmla="*/ 4642672 w 6501199"/>
              <a:gd name="connsiteY946" fmla="*/ 3329503 h 6382977"/>
              <a:gd name="connsiteX947" fmla="*/ 4637991 w 6501199"/>
              <a:gd name="connsiteY947" fmla="*/ 3324823 h 6382977"/>
              <a:gd name="connsiteX948" fmla="*/ 5524897 w 6501199"/>
              <a:gd name="connsiteY948" fmla="*/ 3324817 h 6382977"/>
              <a:gd name="connsiteX949" fmla="*/ 5493500 w 6501199"/>
              <a:gd name="connsiteY949" fmla="*/ 3350256 h 6382977"/>
              <a:gd name="connsiteX950" fmla="*/ 5524897 w 6501199"/>
              <a:gd name="connsiteY950" fmla="*/ 3324817 h 6382977"/>
              <a:gd name="connsiteX951" fmla="*/ 4484076 w 6501199"/>
              <a:gd name="connsiteY951" fmla="*/ 3316633 h 6382977"/>
              <a:gd name="connsiteX952" fmla="*/ 4474174 w 6501199"/>
              <a:gd name="connsiteY952" fmla="*/ 3329503 h 6382977"/>
              <a:gd name="connsiteX953" fmla="*/ 4494696 w 6501199"/>
              <a:gd name="connsiteY953" fmla="*/ 3333823 h 6382977"/>
              <a:gd name="connsiteX954" fmla="*/ 4476335 w 6501199"/>
              <a:gd name="connsiteY954" fmla="*/ 3345344 h 6382977"/>
              <a:gd name="connsiteX955" fmla="*/ 4446811 w 6501199"/>
              <a:gd name="connsiteY955" fmla="*/ 3340664 h 6382977"/>
              <a:gd name="connsiteX956" fmla="*/ 4433130 w 6501199"/>
              <a:gd name="connsiteY956" fmla="*/ 3352184 h 6382977"/>
              <a:gd name="connsiteX957" fmla="*/ 4444651 w 6501199"/>
              <a:gd name="connsiteY957" fmla="*/ 3377025 h 6382977"/>
              <a:gd name="connsiteX958" fmla="*/ 4453652 w 6501199"/>
              <a:gd name="connsiteY958" fmla="*/ 3361185 h 6382977"/>
              <a:gd name="connsiteX959" fmla="*/ 4481015 w 6501199"/>
              <a:gd name="connsiteY959" fmla="*/ 3374865 h 6382977"/>
              <a:gd name="connsiteX960" fmla="*/ 4506217 w 6501199"/>
              <a:gd name="connsiteY960" fmla="*/ 3374865 h 6382977"/>
              <a:gd name="connsiteX961" fmla="*/ 4515219 w 6501199"/>
              <a:gd name="connsiteY961" fmla="*/ 3336343 h 6382977"/>
              <a:gd name="connsiteX962" fmla="*/ 4499377 w 6501199"/>
              <a:gd name="connsiteY962" fmla="*/ 3322663 h 6382977"/>
              <a:gd name="connsiteX963" fmla="*/ 4484076 w 6501199"/>
              <a:gd name="connsiteY963" fmla="*/ 3316633 h 6382977"/>
              <a:gd name="connsiteX964" fmla="*/ 5384073 w 6501199"/>
              <a:gd name="connsiteY964" fmla="*/ 3312512 h 6382977"/>
              <a:gd name="connsiteX965" fmla="*/ 5399479 w 6501199"/>
              <a:gd name="connsiteY965" fmla="*/ 3319639 h 6382977"/>
              <a:gd name="connsiteX966" fmla="*/ 5351674 w 6501199"/>
              <a:gd name="connsiteY966" fmla="*/ 3339747 h 6382977"/>
              <a:gd name="connsiteX967" fmla="*/ 5384073 w 6501199"/>
              <a:gd name="connsiteY967" fmla="*/ 3312512 h 6382977"/>
              <a:gd name="connsiteX968" fmla="*/ 4774918 w 6501199"/>
              <a:gd name="connsiteY968" fmla="*/ 3307453 h 6382977"/>
              <a:gd name="connsiteX969" fmla="*/ 4785116 w 6501199"/>
              <a:gd name="connsiteY969" fmla="*/ 3318164 h 6382977"/>
              <a:gd name="connsiteX970" fmla="*/ 4733088 w 6501199"/>
              <a:gd name="connsiteY970" fmla="*/ 3327137 h 6382977"/>
              <a:gd name="connsiteX971" fmla="*/ 4774918 w 6501199"/>
              <a:gd name="connsiteY971" fmla="*/ 3307453 h 6382977"/>
              <a:gd name="connsiteX972" fmla="*/ 4264743 w 6501199"/>
              <a:gd name="connsiteY972" fmla="*/ 3304985 h 6382977"/>
              <a:gd name="connsiteX973" fmla="*/ 4259667 w 6501199"/>
              <a:gd name="connsiteY973" fmla="*/ 3309839 h 6382977"/>
              <a:gd name="connsiteX974" fmla="*/ 4269313 w 6501199"/>
              <a:gd name="connsiteY974" fmla="*/ 3311142 h 6382977"/>
              <a:gd name="connsiteX975" fmla="*/ 4263919 w 6501199"/>
              <a:gd name="connsiteY975" fmla="*/ 3322722 h 6382977"/>
              <a:gd name="connsiteX976" fmla="*/ 4272298 w 6501199"/>
              <a:gd name="connsiteY976" fmla="*/ 3323245 h 6382977"/>
              <a:gd name="connsiteX977" fmla="*/ 4272690 w 6501199"/>
              <a:gd name="connsiteY977" fmla="*/ 3323375 h 6382977"/>
              <a:gd name="connsiteX978" fmla="*/ 4273099 w 6501199"/>
              <a:gd name="connsiteY978" fmla="*/ 3321279 h 6382977"/>
              <a:gd name="connsiteX979" fmla="*/ 4278674 w 6501199"/>
              <a:gd name="connsiteY979" fmla="*/ 3311142 h 6382977"/>
              <a:gd name="connsiteX980" fmla="*/ 4271113 w 6501199"/>
              <a:gd name="connsiteY980" fmla="*/ 3305967 h 6382977"/>
              <a:gd name="connsiteX981" fmla="*/ 5497747 w 6501199"/>
              <a:gd name="connsiteY981" fmla="*/ 3302625 h 6382977"/>
              <a:gd name="connsiteX982" fmla="*/ 5509231 w 6501199"/>
              <a:gd name="connsiteY982" fmla="*/ 3323415 h 6382977"/>
              <a:gd name="connsiteX983" fmla="*/ 5487150 w 6501199"/>
              <a:gd name="connsiteY983" fmla="*/ 3307307 h 6382977"/>
              <a:gd name="connsiteX984" fmla="*/ 5497747 w 6501199"/>
              <a:gd name="connsiteY984" fmla="*/ 3302625 h 6382977"/>
              <a:gd name="connsiteX985" fmla="*/ 4239375 w 6501199"/>
              <a:gd name="connsiteY985" fmla="*/ 3300412 h 6382977"/>
              <a:gd name="connsiteX986" fmla="*/ 4244905 w 6501199"/>
              <a:gd name="connsiteY986" fmla="*/ 3301926 h 6382977"/>
              <a:gd name="connsiteX987" fmla="*/ 4246873 w 6501199"/>
              <a:gd name="connsiteY987" fmla="*/ 3302465 h 6382977"/>
              <a:gd name="connsiteX988" fmla="*/ 4635831 w 6501199"/>
              <a:gd name="connsiteY988" fmla="*/ 3288461 h 6382977"/>
              <a:gd name="connsiteX989" fmla="*/ 4596947 w 6501199"/>
              <a:gd name="connsiteY989" fmla="*/ 3324823 h 6382977"/>
              <a:gd name="connsiteX990" fmla="*/ 4610629 w 6501199"/>
              <a:gd name="connsiteY990" fmla="*/ 3338504 h 6382977"/>
              <a:gd name="connsiteX991" fmla="*/ 4635831 w 6501199"/>
              <a:gd name="connsiteY991" fmla="*/ 3288461 h 6382977"/>
              <a:gd name="connsiteX992" fmla="*/ 4459654 w 6501199"/>
              <a:gd name="connsiteY992" fmla="*/ 3286717 h 6382977"/>
              <a:gd name="connsiteX993" fmla="*/ 4448971 w 6501199"/>
              <a:gd name="connsiteY993" fmla="*/ 3299982 h 6382977"/>
              <a:gd name="connsiteX994" fmla="*/ 4439971 w 6501199"/>
              <a:gd name="connsiteY994" fmla="*/ 3295301 h 6382977"/>
              <a:gd name="connsiteX995" fmla="*/ 4448971 w 6501199"/>
              <a:gd name="connsiteY995" fmla="*/ 3315822 h 6382977"/>
              <a:gd name="connsiteX996" fmla="*/ 4460493 w 6501199"/>
              <a:gd name="connsiteY996" fmla="*/ 3313302 h 6382977"/>
              <a:gd name="connsiteX997" fmla="*/ 4467333 w 6501199"/>
              <a:gd name="connsiteY997" fmla="*/ 3288461 h 6382977"/>
              <a:gd name="connsiteX998" fmla="*/ 4459654 w 6501199"/>
              <a:gd name="connsiteY998" fmla="*/ 3286717 h 6382977"/>
              <a:gd name="connsiteX999" fmla="*/ 4474174 w 6501199"/>
              <a:gd name="connsiteY999" fmla="*/ 3286301 h 6382977"/>
              <a:gd name="connsiteX1000" fmla="*/ 4478855 w 6501199"/>
              <a:gd name="connsiteY1000" fmla="*/ 3313302 h 6382977"/>
              <a:gd name="connsiteX1001" fmla="*/ 4485020 w 6501199"/>
              <a:gd name="connsiteY1001" fmla="*/ 3298181 h 6382977"/>
              <a:gd name="connsiteX1002" fmla="*/ 4477860 w 6501199"/>
              <a:gd name="connsiteY1002" fmla="*/ 3290339 h 6382977"/>
              <a:gd name="connsiteX1003" fmla="*/ 4474325 w 6501199"/>
              <a:gd name="connsiteY1003" fmla="*/ 3290660 h 6382977"/>
              <a:gd name="connsiteX1004" fmla="*/ 4476610 w 6501199"/>
              <a:gd name="connsiteY1004" fmla="*/ 3288969 h 6382977"/>
              <a:gd name="connsiteX1005" fmla="*/ 4963307 w 6501199"/>
              <a:gd name="connsiteY1005" fmla="*/ 3284590 h 6382977"/>
              <a:gd name="connsiteX1006" fmla="*/ 4970253 w 6501199"/>
              <a:gd name="connsiteY1006" fmla="*/ 3286124 h 6382977"/>
              <a:gd name="connsiteX1007" fmla="*/ 4944787 w 6501199"/>
              <a:gd name="connsiteY1007" fmla="*/ 3300045 h 6382977"/>
              <a:gd name="connsiteX1008" fmla="*/ 4963307 w 6501199"/>
              <a:gd name="connsiteY1008" fmla="*/ 3284590 h 6382977"/>
              <a:gd name="connsiteX1009" fmla="*/ 4523497 w 6501199"/>
              <a:gd name="connsiteY1009" fmla="*/ 3281828 h 6382977"/>
              <a:gd name="connsiteX1010" fmla="*/ 4508378 w 6501199"/>
              <a:gd name="connsiteY1010" fmla="*/ 3295301 h 6382977"/>
              <a:gd name="connsiteX1011" fmla="*/ 4529665 w 6501199"/>
              <a:gd name="connsiteY1011" fmla="*/ 3291251 h 6382977"/>
              <a:gd name="connsiteX1012" fmla="*/ 4535529 w 6501199"/>
              <a:gd name="connsiteY1012" fmla="*/ 3284754 h 6382977"/>
              <a:gd name="connsiteX1013" fmla="*/ 4542581 w 6501199"/>
              <a:gd name="connsiteY1013" fmla="*/ 3276941 h 6382977"/>
              <a:gd name="connsiteX1014" fmla="*/ 4538738 w 6501199"/>
              <a:gd name="connsiteY1014" fmla="*/ 3277663 h 6382977"/>
              <a:gd name="connsiteX1015" fmla="*/ 4539719 w 6501199"/>
              <a:gd name="connsiteY1015" fmla="*/ 3280112 h 6382977"/>
              <a:gd name="connsiteX1016" fmla="*/ 4506768 w 6501199"/>
              <a:gd name="connsiteY1016" fmla="*/ 3267169 h 6382977"/>
              <a:gd name="connsiteX1017" fmla="*/ 4506217 w 6501199"/>
              <a:gd name="connsiteY1017" fmla="*/ 3270100 h 6382977"/>
              <a:gd name="connsiteX1018" fmla="*/ 4510990 w 6501199"/>
              <a:gd name="connsiteY1018" fmla="*/ 3268465 h 6382977"/>
              <a:gd name="connsiteX1019" fmla="*/ 4510690 w 6501199"/>
              <a:gd name="connsiteY1019" fmla="*/ 3267986 h 6382977"/>
              <a:gd name="connsiteX1020" fmla="*/ 4598938 w 6501199"/>
              <a:gd name="connsiteY1020" fmla="*/ 3265718 h 6382977"/>
              <a:gd name="connsiteX1021" fmla="*/ 4572105 w 6501199"/>
              <a:gd name="connsiteY1021" fmla="*/ 3274780 h 6382977"/>
              <a:gd name="connsiteX1022" fmla="*/ 4572105 w 6501199"/>
              <a:gd name="connsiteY1022" fmla="*/ 3290621 h 6382977"/>
              <a:gd name="connsiteX1023" fmla="*/ 4606308 w 6501199"/>
              <a:gd name="connsiteY1023" fmla="*/ 3270100 h 6382977"/>
              <a:gd name="connsiteX1024" fmla="*/ 4598938 w 6501199"/>
              <a:gd name="connsiteY1024" fmla="*/ 3265718 h 6382977"/>
              <a:gd name="connsiteX1025" fmla="*/ 4572105 w 6501199"/>
              <a:gd name="connsiteY1025" fmla="*/ 3258940 h 6382977"/>
              <a:gd name="connsiteX1026" fmla="*/ 4571947 w 6501199"/>
              <a:gd name="connsiteY1026" fmla="*/ 3259446 h 6382977"/>
              <a:gd name="connsiteX1027" fmla="*/ 4563103 w 6501199"/>
              <a:gd name="connsiteY1027" fmla="*/ 3261100 h 6382977"/>
              <a:gd name="connsiteX1028" fmla="*/ 4572105 w 6501199"/>
              <a:gd name="connsiteY1028" fmla="*/ 3258940 h 6382977"/>
              <a:gd name="connsiteX1029" fmla="*/ 4388005 w 6501199"/>
              <a:gd name="connsiteY1029" fmla="*/ 3252562 h 6382977"/>
              <a:gd name="connsiteX1030" fmla="*/ 4319604 w 6501199"/>
              <a:gd name="connsiteY1030" fmla="*/ 3270563 h 6382977"/>
              <a:gd name="connsiteX1031" fmla="*/ 4290084 w 6501199"/>
              <a:gd name="connsiteY1031" fmla="*/ 3273083 h 6382977"/>
              <a:gd name="connsiteX1032" fmla="*/ 4269563 w 6501199"/>
              <a:gd name="connsiteY1032" fmla="*/ 3254722 h 6382977"/>
              <a:gd name="connsiteX1033" fmla="*/ 4240043 w 6501199"/>
              <a:gd name="connsiteY1033" fmla="*/ 3293605 h 6382977"/>
              <a:gd name="connsiteX1034" fmla="*/ 4222043 w 6501199"/>
              <a:gd name="connsiteY1034" fmla="*/ 3277404 h 6382977"/>
              <a:gd name="connsiteX1035" fmla="*/ 4235723 w 6501199"/>
              <a:gd name="connsiteY1035" fmla="*/ 3261563 h 6382977"/>
              <a:gd name="connsiteX1036" fmla="*/ 4195223 w 6501199"/>
              <a:gd name="connsiteY1036" fmla="*/ 3268549 h 6382977"/>
              <a:gd name="connsiteX1037" fmla="*/ 4189006 w 6501199"/>
              <a:gd name="connsiteY1037" fmla="*/ 3276008 h 6382977"/>
              <a:gd name="connsiteX1038" fmla="*/ 4189964 w 6501199"/>
              <a:gd name="connsiteY1038" fmla="*/ 3277410 h 6382977"/>
              <a:gd name="connsiteX1039" fmla="*/ 4202558 w 6501199"/>
              <a:gd name="connsiteY1039" fmla="*/ 3277449 h 6382977"/>
              <a:gd name="connsiteX1040" fmla="*/ 4210523 w 6501199"/>
              <a:gd name="connsiteY1040" fmla="*/ 3284244 h 6382977"/>
              <a:gd name="connsiteX1041" fmla="*/ 4198426 w 6501199"/>
              <a:gd name="connsiteY1041" fmla="*/ 3287166 h 6382977"/>
              <a:gd name="connsiteX1042" fmla="*/ 4213088 w 6501199"/>
              <a:gd name="connsiteY1042" fmla="*/ 3302223 h 6382977"/>
              <a:gd name="connsiteX1043" fmla="*/ 4214947 w 6501199"/>
              <a:gd name="connsiteY1043" fmla="*/ 3297462 h 6382977"/>
              <a:gd name="connsiteX1044" fmla="*/ 4235351 w 6501199"/>
              <a:gd name="connsiteY1044" fmla="*/ 3308346 h 6382977"/>
              <a:gd name="connsiteX1045" fmla="*/ 4236772 w 6501199"/>
              <a:gd name="connsiteY1045" fmla="*/ 3315704 h 6382977"/>
              <a:gd name="connsiteX1046" fmla="*/ 4237523 w 6501199"/>
              <a:gd name="connsiteY1046" fmla="*/ 3315840 h 6382977"/>
              <a:gd name="connsiteX1047" fmla="*/ 4240761 w 6501199"/>
              <a:gd name="connsiteY1047" fmla="*/ 3317798 h 6382977"/>
              <a:gd name="connsiteX1048" fmla="*/ 4252661 w 6501199"/>
              <a:gd name="connsiteY1048" fmla="*/ 3308892 h 6382977"/>
              <a:gd name="connsiteX1049" fmla="*/ 4255483 w 6501199"/>
              <a:gd name="connsiteY1049" fmla="*/ 3309273 h 6382977"/>
              <a:gd name="connsiteX1050" fmla="*/ 4249952 w 6501199"/>
              <a:gd name="connsiteY1050" fmla="*/ 3305520 h 6382977"/>
              <a:gd name="connsiteX1051" fmla="*/ 4249356 w 6501199"/>
              <a:gd name="connsiteY1051" fmla="*/ 3303144 h 6382977"/>
              <a:gd name="connsiteX1052" fmla="*/ 4248603 w 6501199"/>
              <a:gd name="connsiteY1052" fmla="*/ 3300138 h 6382977"/>
              <a:gd name="connsiteX1053" fmla="*/ 4258276 w 6501199"/>
              <a:gd name="connsiteY1053" fmla="*/ 3290887 h 6382977"/>
              <a:gd name="connsiteX1054" fmla="*/ 4262927 w 6501199"/>
              <a:gd name="connsiteY1054" fmla="*/ 3295779 h 6382977"/>
              <a:gd name="connsiteX1055" fmla="*/ 4265712 w 6501199"/>
              <a:gd name="connsiteY1055" fmla="*/ 3299667 h 6382977"/>
              <a:gd name="connsiteX1056" fmla="*/ 4276829 w 6501199"/>
              <a:gd name="connsiteY1056" fmla="*/ 3290126 h 6382977"/>
              <a:gd name="connsiteX1057" fmla="*/ 4269313 w 6501199"/>
              <a:gd name="connsiteY1057" fmla="*/ 3279461 h 6382977"/>
              <a:gd name="connsiteX1058" fmla="*/ 4295505 w 6501199"/>
              <a:gd name="connsiteY1058" fmla="*/ 3281666 h 6382977"/>
              <a:gd name="connsiteX1059" fmla="*/ 4300366 w 6501199"/>
              <a:gd name="connsiteY1059" fmla="*/ 3287858 h 6382977"/>
              <a:gd name="connsiteX1060" fmla="*/ 4309800 w 6501199"/>
              <a:gd name="connsiteY1060" fmla="*/ 3282973 h 6382977"/>
              <a:gd name="connsiteX1061" fmla="*/ 4324663 w 6501199"/>
              <a:gd name="connsiteY1061" fmla="*/ 3275012 h 6382977"/>
              <a:gd name="connsiteX1062" fmla="*/ 4336263 w 6501199"/>
              <a:gd name="connsiteY1062" fmla="*/ 3293159 h 6382977"/>
              <a:gd name="connsiteX1063" fmla="*/ 4305269 w 6501199"/>
              <a:gd name="connsiteY1063" fmla="*/ 3291107 h 6382977"/>
              <a:gd name="connsiteX1064" fmla="*/ 4302836 w 6501199"/>
              <a:gd name="connsiteY1064" fmla="*/ 3291004 h 6382977"/>
              <a:gd name="connsiteX1065" fmla="*/ 4305260 w 6501199"/>
              <a:gd name="connsiteY1065" fmla="*/ 3294092 h 6382977"/>
              <a:gd name="connsiteX1066" fmla="*/ 4308197 w 6501199"/>
              <a:gd name="connsiteY1066" fmla="*/ 3311142 h 6382977"/>
              <a:gd name="connsiteX1067" fmla="*/ 4290735 w 6501199"/>
              <a:gd name="connsiteY1067" fmla="*/ 3323968 h 6382977"/>
              <a:gd name="connsiteX1068" fmla="*/ 4288527 w 6501199"/>
              <a:gd name="connsiteY1068" fmla="*/ 3328609 h 6382977"/>
              <a:gd name="connsiteX1069" fmla="*/ 4308889 w 6501199"/>
              <a:gd name="connsiteY1069" fmla="*/ 3335339 h 6382977"/>
              <a:gd name="connsiteX1070" fmla="*/ 4342944 w 6501199"/>
              <a:gd name="connsiteY1070" fmla="*/ 3355520 h 6382977"/>
              <a:gd name="connsiteX1071" fmla="*/ 4351401 w 6501199"/>
              <a:gd name="connsiteY1071" fmla="*/ 3354344 h 6382977"/>
              <a:gd name="connsiteX1072" fmla="*/ 4352890 w 6501199"/>
              <a:gd name="connsiteY1072" fmla="*/ 3361414 h 6382977"/>
              <a:gd name="connsiteX1073" fmla="*/ 4365069 w 6501199"/>
              <a:gd name="connsiteY1073" fmla="*/ 3368632 h 6382977"/>
              <a:gd name="connsiteX1074" fmla="*/ 4367243 w 6501199"/>
              <a:gd name="connsiteY1074" fmla="*/ 3368025 h 6382977"/>
              <a:gd name="connsiteX1075" fmla="*/ 4369403 w 6501199"/>
              <a:gd name="connsiteY1075" fmla="*/ 3338504 h 6382977"/>
              <a:gd name="connsiteX1076" fmla="*/ 4385605 w 6501199"/>
              <a:gd name="connsiteY1076" fmla="*/ 3352184 h 6382977"/>
              <a:gd name="connsiteX1077" fmla="*/ 4376244 w 6501199"/>
              <a:gd name="connsiteY1077" fmla="*/ 3363705 h 6382977"/>
              <a:gd name="connsiteX1078" fmla="*/ 4383085 w 6501199"/>
              <a:gd name="connsiteY1078" fmla="*/ 3374865 h 6382977"/>
              <a:gd name="connsiteX1079" fmla="*/ 4394606 w 6501199"/>
              <a:gd name="connsiteY1079" fmla="*/ 3352184 h 6382977"/>
              <a:gd name="connsiteX1080" fmla="*/ 4394606 w 6501199"/>
              <a:gd name="connsiteY1080" fmla="*/ 3331663 h 6382977"/>
              <a:gd name="connsiteX1081" fmla="*/ 4374084 w 6501199"/>
              <a:gd name="connsiteY1081" fmla="*/ 3331663 h 6382977"/>
              <a:gd name="connsiteX1082" fmla="*/ 4370933 w 6501199"/>
              <a:gd name="connsiteY1082" fmla="*/ 3309387 h 6382977"/>
              <a:gd name="connsiteX1083" fmla="*/ 4370918 w 6501199"/>
              <a:gd name="connsiteY1083" fmla="*/ 3309200 h 6382977"/>
              <a:gd name="connsiteX1084" fmla="*/ 4367200 w 6501199"/>
              <a:gd name="connsiteY1084" fmla="*/ 3311168 h 6382977"/>
              <a:gd name="connsiteX1085" fmla="*/ 4358438 w 6501199"/>
              <a:gd name="connsiteY1085" fmla="*/ 3304390 h 6382977"/>
              <a:gd name="connsiteX1086" fmla="*/ 4369434 w 6501199"/>
              <a:gd name="connsiteY1086" fmla="*/ 3291280 h 6382977"/>
              <a:gd name="connsiteX1087" fmla="*/ 4369453 w 6501199"/>
              <a:gd name="connsiteY1087" fmla="*/ 3291231 h 6382977"/>
              <a:gd name="connsiteX1088" fmla="*/ 4369403 w 6501199"/>
              <a:gd name="connsiteY1088" fmla="*/ 3290621 h 6382977"/>
              <a:gd name="connsiteX1089" fmla="*/ 4369654 w 6501199"/>
              <a:gd name="connsiteY1089" fmla="*/ 3290707 h 6382977"/>
              <a:gd name="connsiteX1090" fmla="*/ 4373859 w 6501199"/>
              <a:gd name="connsiteY1090" fmla="*/ 3279775 h 6382977"/>
              <a:gd name="connsiteX1091" fmla="*/ 4385075 w 6501199"/>
              <a:gd name="connsiteY1091" fmla="*/ 3290834 h 6382977"/>
              <a:gd name="connsiteX1092" fmla="*/ 4377488 w 6501199"/>
              <a:gd name="connsiteY1092" fmla="*/ 3296537 h 6382977"/>
              <a:gd name="connsiteX1093" fmla="*/ 4378809 w 6501199"/>
              <a:gd name="connsiteY1093" fmla="*/ 3300657 h 6382977"/>
              <a:gd name="connsiteX1094" fmla="*/ 4383085 w 6501199"/>
              <a:gd name="connsiteY1094" fmla="*/ 3315822 h 6382977"/>
              <a:gd name="connsiteX1095" fmla="*/ 4415128 w 6501199"/>
              <a:gd name="connsiteY1095" fmla="*/ 3299982 h 6382977"/>
              <a:gd name="connsiteX1096" fmla="*/ 4387765 w 6501199"/>
              <a:gd name="connsiteY1096" fmla="*/ 3279461 h 6382977"/>
              <a:gd name="connsiteX1097" fmla="*/ 4399151 w 6501199"/>
              <a:gd name="connsiteY1097" fmla="*/ 3276895 h 6382977"/>
              <a:gd name="connsiteX1098" fmla="*/ 4398840 w 6501199"/>
              <a:gd name="connsiteY1098" fmla="*/ 3270712 h 6382977"/>
              <a:gd name="connsiteX1099" fmla="*/ 4392685 w 6501199"/>
              <a:gd name="connsiteY1099" fmla="*/ 3277404 h 6382977"/>
              <a:gd name="connsiteX1100" fmla="*/ 4388410 w 6501199"/>
              <a:gd name="connsiteY1100" fmla="*/ 3271598 h 6382977"/>
              <a:gd name="connsiteX1101" fmla="*/ 4390153 w 6501199"/>
              <a:gd name="connsiteY1101" fmla="*/ 3267397 h 6382977"/>
              <a:gd name="connsiteX1102" fmla="*/ 4384911 w 6501199"/>
              <a:gd name="connsiteY1102" fmla="*/ 3275228 h 6382977"/>
              <a:gd name="connsiteX1103" fmla="*/ 4370109 w 6501199"/>
              <a:gd name="connsiteY1103" fmla="*/ 3278908 h 6382977"/>
              <a:gd name="connsiteX1104" fmla="*/ 4371211 w 6501199"/>
              <a:gd name="connsiteY1104" fmla="*/ 3271124 h 6382977"/>
              <a:gd name="connsiteX1105" fmla="*/ 4368384 w 6501199"/>
              <a:gd name="connsiteY1105" fmla="*/ 3273667 h 6382977"/>
              <a:gd name="connsiteX1106" fmla="*/ 4348483 w 6501199"/>
              <a:gd name="connsiteY1106" fmla="*/ 3284184 h 6382977"/>
              <a:gd name="connsiteX1107" fmla="*/ 4339388 w 6501199"/>
              <a:gd name="connsiteY1107" fmla="*/ 3277481 h 6382977"/>
              <a:gd name="connsiteX1108" fmla="*/ 4359261 w 6501199"/>
              <a:gd name="connsiteY1108" fmla="*/ 3271484 h 6382977"/>
              <a:gd name="connsiteX1109" fmla="*/ 4371493 w 6501199"/>
              <a:gd name="connsiteY1109" fmla="*/ 3269134 h 6382977"/>
              <a:gd name="connsiteX1110" fmla="*/ 4371825 w 6501199"/>
              <a:gd name="connsiteY1110" fmla="*/ 3266784 h 6382977"/>
              <a:gd name="connsiteX1111" fmla="*/ 4378203 w 6501199"/>
              <a:gd name="connsiteY1111" fmla="*/ 3260245 h 6382977"/>
              <a:gd name="connsiteX1112" fmla="*/ 4391885 w 6501199"/>
              <a:gd name="connsiteY1112" fmla="*/ 3262918 h 6382977"/>
              <a:gd name="connsiteX1113" fmla="*/ 4393495 w 6501199"/>
              <a:gd name="connsiteY1113" fmla="*/ 3258367 h 6382977"/>
              <a:gd name="connsiteX1114" fmla="*/ 4388005 w 6501199"/>
              <a:gd name="connsiteY1114" fmla="*/ 3252562 h 6382977"/>
              <a:gd name="connsiteX1115" fmla="*/ 4522059 w 6501199"/>
              <a:gd name="connsiteY1115" fmla="*/ 3252099 h 6382977"/>
              <a:gd name="connsiteX1116" fmla="*/ 4520644 w 6501199"/>
              <a:gd name="connsiteY1116" fmla="*/ 3252515 h 6382977"/>
              <a:gd name="connsiteX1117" fmla="*/ 4516453 w 6501199"/>
              <a:gd name="connsiteY1117" fmla="*/ 3254933 h 6382977"/>
              <a:gd name="connsiteX1118" fmla="*/ 4512567 w 6501199"/>
              <a:gd name="connsiteY1118" fmla="*/ 3263575 h 6382977"/>
              <a:gd name="connsiteX1119" fmla="*/ 4518091 w 6501199"/>
              <a:gd name="connsiteY1119" fmla="*/ 3264434 h 6382977"/>
              <a:gd name="connsiteX1120" fmla="*/ 4778762 w 6501199"/>
              <a:gd name="connsiteY1120" fmla="*/ 3249612 h 6382977"/>
              <a:gd name="connsiteX1121" fmla="*/ 4760228 w 6501199"/>
              <a:gd name="connsiteY1121" fmla="*/ 3279416 h 6382977"/>
              <a:gd name="connsiteX1122" fmla="*/ 4748963 w 6501199"/>
              <a:gd name="connsiteY1122" fmla="*/ 3261102 h 6382977"/>
              <a:gd name="connsiteX1123" fmla="*/ 4778762 w 6501199"/>
              <a:gd name="connsiteY1123" fmla="*/ 3249612 h 6382977"/>
              <a:gd name="connsiteX1124" fmla="*/ 4551738 w 6501199"/>
              <a:gd name="connsiteY1124" fmla="*/ 3249209 h 6382977"/>
              <a:gd name="connsiteX1125" fmla="*/ 4552438 w 6501199"/>
              <a:gd name="connsiteY1125" fmla="*/ 3255430 h 6382977"/>
              <a:gd name="connsiteX1126" fmla="*/ 4555903 w 6501199"/>
              <a:gd name="connsiteY1126" fmla="*/ 3293141 h 6382977"/>
              <a:gd name="connsiteX1127" fmla="*/ 4563103 w 6501199"/>
              <a:gd name="connsiteY1127" fmla="*/ 3290621 h 6382977"/>
              <a:gd name="connsiteX1128" fmla="*/ 4566659 w 6501199"/>
              <a:gd name="connsiteY1128" fmla="*/ 3276401 h 6382977"/>
              <a:gd name="connsiteX1129" fmla="*/ 4571947 w 6501199"/>
              <a:gd name="connsiteY1129" fmla="*/ 3259446 h 6382977"/>
              <a:gd name="connsiteX1130" fmla="*/ 4595430 w 6501199"/>
              <a:gd name="connsiteY1130" fmla="*/ 3255055 h 6382977"/>
              <a:gd name="connsiteX1131" fmla="*/ 4588166 w 6501199"/>
              <a:gd name="connsiteY1131" fmla="*/ 3250042 h 6382977"/>
              <a:gd name="connsiteX1132" fmla="*/ 4564226 w 6501199"/>
              <a:gd name="connsiteY1132" fmla="*/ 3253012 h 6382977"/>
              <a:gd name="connsiteX1133" fmla="*/ 4410072 w 6501199"/>
              <a:gd name="connsiteY1133" fmla="*/ 3248152 h 6382977"/>
              <a:gd name="connsiteX1134" fmla="*/ 4401685 w 6501199"/>
              <a:gd name="connsiteY1134" fmla="*/ 3250042 h 6382977"/>
              <a:gd name="connsiteX1135" fmla="*/ 4396128 w 6501199"/>
              <a:gd name="connsiteY1135" fmla="*/ 3257608 h 6382977"/>
              <a:gd name="connsiteX1136" fmla="*/ 4397653 w 6501199"/>
              <a:gd name="connsiteY1136" fmla="*/ 3262715 h 6382977"/>
              <a:gd name="connsiteX1137" fmla="*/ 4396766 w 6501199"/>
              <a:gd name="connsiteY1137" fmla="*/ 3258940 h 6382977"/>
              <a:gd name="connsiteX1138" fmla="*/ 4401447 w 6501199"/>
              <a:gd name="connsiteY1138" fmla="*/ 3258940 h 6382977"/>
              <a:gd name="connsiteX1139" fmla="*/ 4406127 w 6501199"/>
              <a:gd name="connsiteY1139" fmla="*/ 3252099 h 6382977"/>
              <a:gd name="connsiteX1140" fmla="*/ 4404001 w 6501199"/>
              <a:gd name="connsiteY1140" fmla="*/ 3279489 h 6382977"/>
              <a:gd name="connsiteX1141" fmla="*/ 4405290 w 6501199"/>
              <a:gd name="connsiteY1141" fmla="*/ 3279986 h 6382977"/>
              <a:gd name="connsiteX1142" fmla="*/ 4409352 w 6501199"/>
              <a:gd name="connsiteY1142" fmla="*/ 3276600 h 6382977"/>
              <a:gd name="connsiteX1143" fmla="*/ 4411078 w 6501199"/>
              <a:gd name="connsiteY1143" fmla="*/ 3277432 h 6382977"/>
              <a:gd name="connsiteX1144" fmla="*/ 4416525 w 6501199"/>
              <a:gd name="connsiteY1144" fmla="*/ 3280058 h 6382977"/>
              <a:gd name="connsiteX1145" fmla="*/ 4422853 w 6501199"/>
              <a:gd name="connsiteY1145" fmla="*/ 3263197 h 6382977"/>
              <a:gd name="connsiteX1146" fmla="*/ 4415860 w 6501199"/>
              <a:gd name="connsiteY1146" fmla="*/ 3253282 h 6382977"/>
              <a:gd name="connsiteX1147" fmla="*/ 4410072 w 6501199"/>
              <a:gd name="connsiteY1147" fmla="*/ 3248152 h 6382977"/>
              <a:gd name="connsiteX1148" fmla="*/ 5340940 w 6501199"/>
              <a:gd name="connsiteY1148" fmla="*/ 3247180 h 6382977"/>
              <a:gd name="connsiteX1149" fmla="*/ 5350253 w 6501199"/>
              <a:gd name="connsiteY1149" fmla="*/ 3256676 h 6382977"/>
              <a:gd name="connsiteX1150" fmla="*/ 5326813 w 6501199"/>
              <a:gd name="connsiteY1150" fmla="*/ 3268327 h 6382977"/>
              <a:gd name="connsiteX1151" fmla="*/ 5340940 w 6501199"/>
              <a:gd name="connsiteY1151" fmla="*/ 3247180 h 6382977"/>
              <a:gd name="connsiteX1152" fmla="*/ 4207868 w 6501199"/>
              <a:gd name="connsiteY1152" fmla="*/ 3241401 h 6382977"/>
              <a:gd name="connsiteX1153" fmla="*/ 4192163 w 6501199"/>
              <a:gd name="connsiteY1153" fmla="*/ 3247882 h 6382977"/>
              <a:gd name="connsiteX1154" fmla="*/ 4215203 w 6501199"/>
              <a:gd name="connsiteY1154" fmla="*/ 3250042 h 6382977"/>
              <a:gd name="connsiteX1155" fmla="*/ 4207868 w 6501199"/>
              <a:gd name="connsiteY1155" fmla="*/ 3241401 h 6382977"/>
              <a:gd name="connsiteX1156" fmla="*/ 4178865 w 6501199"/>
              <a:gd name="connsiteY1156" fmla="*/ 3233854 h 6382977"/>
              <a:gd name="connsiteX1157" fmla="*/ 4172540 w 6501199"/>
              <a:gd name="connsiteY1157" fmla="*/ 3233998 h 6382977"/>
              <a:gd name="connsiteX1158" fmla="*/ 4173981 w 6501199"/>
              <a:gd name="connsiteY1158" fmla="*/ 3241233 h 6382977"/>
              <a:gd name="connsiteX1159" fmla="*/ 4489454 w 6501199"/>
              <a:gd name="connsiteY1159" fmla="*/ 3227209 h 6382977"/>
              <a:gd name="connsiteX1160" fmla="*/ 4487179 w 6501199"/>
              <a:gd name="connsiteY1160" fmla="*/ 3232986 h 6382977"/>
              <a:gd name="connsiteX1161" fmla="*/ 4472245 w 6501199"/>
              <a:gd name="connsiteY1161" fmla="*/ 3234201 h 6382977"/>
              <a:gd name="connsiteX1162" fmla="*/ 4472245 w 6501199"/>
              <a:gd name="connsiteY1162" fmla="*/ 3254722 h 6382977"/>
              <a:gd name="connsiteX1163" fmla="*/ 4488085 w 6501199"/>
              <a:gd name="connsiteY1163" fmla="*/ 3259403 h 6382977"/>
              <a:gd name="connsiteX1164" fmla="*/ 4479389 w 6501199"/>
              <a:gd name="connsiteY1164" fmla="*/ 3258089 h 6382977"/>
              <a:gd name="connsiteX1165" fmla="*/ 4487855 w 6501199"/>
              <a:gd name="connsiteY1165" fmla="*/ 3270100 h 6382977"/>
              <a:gd name="connsiteX1166" fmla="*/ 4506217 w 6501199"/>
              <a:gd name="connsiteY1166" fmla="*/ 3231578 h 6382977"/>
              <a:gd name="connsiteX1167" fmla="*/ 4503124 w 6501199"/>
              <a:gd name="connsiteY1167" fmla="*/ 3230728 h 6382977"/>
              <a:gd name="connsiteX1168" fmla="*/ 4500595 w 6501199"/>
              <a:gd name="connsiteY1168" fmla="*/ 3241356 h 6382977"/>
              <a:gd name="connsiteX1169" fmla="*/ 4490245 w 6501199"/>
              <a:gd name="connsiteY1169" fmla="*/ 3243201 h 6382977"/>
              <a:gd name="connsiteX1170" fmla="*/ 4496776 w 6501199"/>
              <a:gd name="connsiteY1170" fmla="*/ 3230544 h 6382977"/>
              <a:gd name="connsiteX1171" fmla="*/ 4493904 w 6501199"/>
              <a:gd name="connsiteY1171" fmla="*/ 3228194 h 6382977"/>
              <a:gd name="connsiteX1172" fmla="*/ 4490826 w 6501199"/>
              <a:gd name="connsiteY1172" fmla="*/ 3227348 h 6382977"/>
              <a:gd name="connsiteX1173" fmla="*/ 4204452 w 6501199"/>
              <a:gd name="connsiteY1173" fmla="*/ 3227018 h 6382977"/>
              <a:gd name="connsiteX1174" fmla="*/ 4189813 w 6501199"/>
              <a:gd name="connsiteY1174" fmla="*/ 3232378 h 6382977"/>
              <a:gd name="connsiteX1175" fmla="*/ 4185323 w 6501199"/>
              <a:gd name="connsiteY1175" fmla="*/ 3236721 h 6382977"/>
              <a:gd name="connsiteX1176" fmla="*/ 4215203 w 6501199"/>
              <a:gd name="connsiteY1176" fmla="*/ 3227360 h 6382977"/>
              <a:gd name="connsiteX1177" fmla="*/ 4547126 w 6501199"/>
              <a:gd name="connsiteY1177" fmla="*/ 3218360 h 6382977"/>
              <a:gd name="connsiteX1178" fmla="*/ 4541760 w 6501199"/>
              <a:gd name="connsiteY1178" fmla="*/ 3219478 h 6382977"/>
              <a:gd name="connsiteX1179" fmla="*/ 4540061 w 6501199"/>
              <a:gd name="connsiteY1179" fmla="*/ 3236259 h 6382977"/>
              <a:gd name="connsiteX1180" fmla="*/ 4543285 w 6501199"/>
              <a:gd name="connsiteY1180" fmla="*/ 3235447 h 6382977"/>
              <a:gd name="connsiteX1181" fmla="*/ 4544516 w 6501199"/>
              <a:gd name="connsiteY1181" fmla="*/ 3231230 h 6382977"/>
              <a:gd name="connsiteX1182" fmla="*/ 4547126 w 6501199"/>
              <a:gd name="connsiteY1182" fmla="*/ 3218360 h 6382977"/>
              <a:gd name="connsiteX1183" fmla="*/ 5648500 w 6501199"/>
              <a:gd name="connsiteY1183" fmla="*/ 3213687 h 6382977"/>
              <a:gd name="connsiteX1184" fmla="*/ 5614493 w 6501199"/>
              <a:gd name="connsiteY1184" fmla="*/ 3255012 h 6382977"/>
              <a:gd name="connsiteX1185" fmla="*/ 5648500 w 6501199"/>
              <a:gd name="connsiteY1185" fmla="*/ 3213687 h 6382977"/>
              <a:gd name="connsiteX1186" fmla="*/ 4595554 w 6501199"/>
              <a:gd name="connsiteY1186" fmla="*/ 3213435 h 6382977"/>
              <a:gd name="connsiteX1187" fmla="*/ 4585516 w 6501199"/>
              <a:gd name="connsiteY1187" fmla="*/ 3217673 h 6382977"/>
              <a:gd name="connsiteX1188" fmla="*/ 4584652 w 6501199"/>
              <a:gd name="connsiteY1188" fmla="*/ 3217707 h 6382977"/>
              <a:gd name="connsiteX1189" fmla="*/ 4584476 w 6501199"/>
              <a:gd name="connsiteY1189" fmla="*/ 3218045 h 6382977"/>
              <a:gd name="connsiteX1190" fmla="*/ 4583486 w 6501199"/>
              <a:gd name="connsiteY1190" fmla="*/ 3227360 h 6382977"/>
              <a:gd name="connsiteX1191" fmla="*/ 4578266 w 6501199"/>
              <a:gd name="connsiteY1191" fmla="*/ 3221735 h 6382977"/>
              <a:gd name="connsiteX1192" fmla="*/ 4577310 w 6501199"/>
              <a:gd name="connsiteY1192" fmla="*/ 3218000 h 6382977"/>
              <a:gd name="connsiteX1193" fmla="*/ 4563373 w 6501199"/>
              <a:gd name="connsiteY1193" fmla="*/ 3218556 h 6382977"/>
              <a:gd name="connsiteX1194" fmla="*/ 4560550 w 6501199"/>
              <a:gd name="connsiteY1194" fmla="*/ 3216098 h 6382977"/>
              <a:gd name="connsiteX1195" fmla="*/ 4558331 w 6501199"/>
              <a:gd name="connsiteY1195" fmla="*/ 3223175 h 6382977"/>
              <a:gd name="connsiteX1196" fmla="*/ 4557766 w 6501199"/>
              <a:gd name="connsiteY1196" fmla="*/ 3224788 h 6382977"/>
              <a:gd name="connsiteX1197" fmla="*/ 4560583 w 6501199"/>
              <a:gd name="connsiteY1197" fmla="*/ 3224738 h 6382977"/>
              <a:gd name="connsiteX1198" fmla="*/ 4550850 w 6501199"/>
              <a:gd name="connsiteY1198" fmla="*/ 3239633 h 6382977"/>
              <a:gd name="connsiteX1199" fmla="*/ 4560463 w 6501199"/>
              <a:gd name="connsiteY1199" fmla="*/ 3241575 h 6382977"/>
              <a:gd name="connsiteX1200" fmla="*/ 4573091 w 6501199"/>
              <a:gd name="connsiteY1200" fmla="*/ 3238566 h 6382977"/>
              <a:gd name="connsiteX1201" fmla="*/ 4578485 w 6501199"/>
              <a:gd name="connsiteY1201" fmla="*/ 3236620 h 6382977"/>
              <a:gd name="connsiteX1202" fmla="*/ 4567988 w 6501199"/>
              <a:gd name="connsiteY1202" fmla="*/ 3234112 h 6382977"/>
              <a:gd name="connsiteX1203" fmla="*/ 4581812 w 6501199"/>
              <a:gd name="connsiteY1203" fmla="*/ 3231971 h 6382977"/>
              <a:gd name="connsiteX1204" fmla="*/ 4587224 w 6501199"/>
              <a:gd name="connsiteY1204" fmla="*/ 3223855 h 6382977"/>
              <a:gd name="connsiteX1205" fmla="*/ 4597798 w 6501199"/>
              <a:gd name="connsiteY1205" fmla="*/ 3220563 h 6382977"/>
              <a:gd name="connsiteX1206" fmla="*/ 4598066 w 6501199"/>
              <a:gd name="connsiteY1206" fmla="*/ 3216604 h 6382977"/>
              <a:gd name="connsiteX1207" fmla="*/ 4718444 w 6501199"/>
              <a:gd name="connsiteY1207" fmla="*/ 3208337 h 6382977"/>
              <a:gd name="connsiteX1208" fmla="*/ 4648950 w 6501199"/>
              <a:gd name="connsiteY1208" fmla="*/ 3219561 h 6382977"/>
              <a:gd name="connsiteX1209" fmla="*/ 4718444 w 6501199"/>
              <a:gd name="connsiteY1209" fmla="*/ 3208337 h 6382977"/>
              <a:gd name="connsiteX1210" fmla="*/ 4546902 w 6501199"/>
              <a:gd name="connsiteY1210" fmla="*/ 3204217 h 6382977"/>
              <a:gd name="connsiteX1211" fmla="*/ 4546791 w 6501199"/>
              <a:gd name="connsiteY1211" fmla="*/ 3204531 h 6382977"/>
              <a:gd name="connsiteX1212" fmla="*/ 4547126 w 6501199"/>
              <a:gd name="connsiteY1212" fmla="*/ 3204679 h 6382977"/>
              <a:gd name="connsiteX1213" fmla="*/ 4547269 w 6501199"/>
              <a:gd name="connsiteY1213" fmla="*/ 3204536 h 6382977"/>
              <a:gd name="connsiteX1214" fmla="*/ 5365205 w 6501199"/>
              <a:gd name="connsiteY1214" fmla="*/ 3203575 h 6382977"/>
              <a:gd name="connsiteX1215" fmla="*/ 5371952 w 6501199"/>
              <a:gd name="connsiteY1215" fmla="*/ 3224288 h 6382977"/>
              <a:gd name="connsiteX1216" fmla="*/ 5347450 w 6501199"/>
              <a:gd name="connsiteY1216" fmla="*/ 3222108 h 6382977"/>
              <a:gd name="connsiteX1217" fmla="*/ 5365205 w 6501199"/>
              <a:gd name="connsiteY1217" fmla="*/ 3203575 h 6382977"/>
              <a:gd name="connsiteX1218" fmla="*/ 4913134 w 6501199"/>
              <a:gd name="connsiteY1218" fmla="*/ 3201513 h 6382977"/>
              <a:gd name="connsiteX1219" fmla="*/ 4870002 w 6501199"/>
              <a:gd name="connsiteY1219" fmla="*/ 3233375 h 6382977"/>
              <a:gd name="connsiteX1220" fmla="*/ 4863173 w 6501199"/>
              <a:gd name="connsiteY1220" fmla="*/ 3215272 h 6382977"/>
              <a:gd name="connsiteX1221" fmla="*/ 4896959 w 6501199"/>
              <a:gd name="connsiteY1221" fmla="*/ 3217444 h 6382977"/>
              <a:gd name="connsiteX1222" fmla="*/ 4913134 w 6501199"/>
              <a:gd name="connsiteY1222" fmla="*/ 3201513 h 6382977"/>
              <a:gd name="connsiteX1223" fmla="*/ 4523653 w 6501199"/>
              <a:gd name="connsiteY1223" fmla="*/ 3199423 h 6382977"/>
              <a:gd name="connsiteX1224" fmla="*/ 4520691 w 6501199"/>
              <a:gd name="connsiteY1224" fmla="*/ 3205346 h 6382977"/>
              <a:gd name="connsiteX1225" fmla="*/ 4524219 w 6501199"/>
              <a:gd name="connsiteY1225" fmla="*/ 3199897 h 6382977"/>
              <a:gd name="connsiteX1226" fmla="*/ 4835505 w 6501199"/>
              <a:gd name="connsiteY1226" fmla="*/ 3198393 h 6382977"/>
              <a:gd name="connsiteX1227" fmla="*/ 4842265 w 6501199"/>
              <a:gd name="connsiteY1227" fmla="*/ 3203111 h 6382977"/>
              <a:gd name="connsiteX1228" fmla="*/ 4828643 w 6501199"/>
              <a:gd name="connsiteY1228" fmla="*/ 3205112 h 6382977"/>
              <a:gd name="connsiteX1229" fmla="*/ 4822487 w 6501199"/>
              <a:gd name="connsiteY1229" fmla="*/ 3217647 h 6382977"/>
              <a:gd name="connsiteX1230" fmla="*/ 4827972 w 6501199"/>
              <a:gd name="connsiteY1230" fmla="*/ 3219853 h 6382977"/>
              <a:gd name="connsiteX1231" fmla="*/ 4827972 w 6501199"/>
              <a:gd name="connsiteY1231" fmla="*/ 3248996 h 6382977"/>
              <a:gd name="connsiteX1232" fmla="*/ 4809288 w 6501199"/>
              <a:gd name="connsiteY1232" fmla="*/ 3222340 h 6382977"/>
              <a:gd name="connsiteX1233" fmla="*/ 4814050 w 6501199"/>
              <a:gd name="connsiteY1233" fmla="*/ 3217720 h 6382977"/>
              <a:gd name="connsiteX1234" fmla="*/ 4818093 w 6501199"/>
              <a:gd name="connsiteY1234" fmla="*/ 3217333 h 6382977"/>
              <a:gd name="connsiteX1235" fmla="*/ 4815021 w 6501199"/>
              <a:gd name="connsiteY1235" fmla="*/ 3215839 h 6382977"/>
              <a:gd name="connsiteX1236" fmla="*/ 4801264 w 6501199"/>
              <a:gd name="connsiteY1236" fmla="*/ 3212206 h 6382977"/>
              <a:gd name="connsiteX1237" fmla="*/ 4835505 w 6501199"/>
              <a:gd name="connsiteY1237" fmla="*/ 3198393 h 6382977"/>
              <a:gd name="connsiteX1238" fmla="*/ 4625264 w 6501199"/>
              <a:gd name="connsiteY1238" fmla="*/ 3182161 h 6382977"/>
              <a:gd name="connsiteX1239" fmla="*/ 4619371 w 6501199"/>
              <a:gd name="connsiteY1239" fmla="*/ 3186261 h 6382977"/>
              <a:gd name="connsiteX1240" fmla="*/ 4619621 w 6501199"/>
              <a:gd name="connsiteY1240" fmla="*/ 3186678 h 6382977"/>
              <a:gd name="connsiteX1241" fmla="*/ 4622366 w 6501199"/>
              <a:gd name="connsiteY1241" fmla="*/ 3193518 h 6382977"/>
              <a:gd name="connsiteX1242" fmla="*/ 4632627 w 6501199"/>
              <a:gd name="connsiteY1242" fmla="*/ 3190053 h 6382977"/>
              <a:gd name="connsiteX1243" fmla="*/ 4639150 w 6501199"/>
              <a:gd name="connsiteY1243" fmla="*/ 3183558 h 6382977"/>
              <a:gd name="connsiteX1244" fmla="*/ 457270 w 6501199"/>
              <a:gd name="connsiteY1244" fmla="*/ 3182026 h 6382977"/>
              <a:gd name="connsiteX1245" fmla="*/ 441428 w 6501199"/>
              <a:gd name="connsiteY1245" fmla="*/ 3220541 h 6382977"/>
              <a:gd name="connsiteX1246" fmla="*/ 457270 w 6501199"/>
              <a:gd name="connsiteY1246" fmla="*/ 3182026 h 6382977"/>
              <a:gd name="connsiteX1247" fmla="*/ 4829564 w 6501199"/>
              <a:gd name="connsiteY1247" fmla="*/ 3179666 h 6382977"/>
              <a:gd name="connsiteX1248" fmla="*/ 4813689 w 6501199"/>
              <a:gd name="connsiteY1248" fmla="*/ 3200124 h 6382977"/>
              <a:gd name="connsiteX1249" fmla="*/ 4799979 w 6501199"/>
              <a:gd name="connsiteY1249" fmla="*/ 3186485 h 6382977"/>
              <a:gd name="connsiteX1250" fmla="*/ 4763539 w 6501199"/>
              <a:gd name="connsiteY1250" fmla="*/ 3211250 h 6382977"/>
              <a:gd name="connsiteX1251" fmla="*/ 4726738 w 6501199"/>
              <a:gd name="connsiteY1251" fmla="*/ 3206584 h 6382977"/>
              <a:gd name="connsiteX1252" fmla="*/ 4829564 w 6501199"/>
              <a:gd name="connsiteY1252" fmla="*/ 3179666 h 6382977"/>
              <a:gd name="connsiteX1253" fmla="*/ 4618098 w 6501199"/>
              <a:gd name="connsiteY1253" fmla="*/ 3179455 h 6382977"/>
              <a:gd name="connsiteX1254" fmla="*/ 4615526 w 6501199"/>
              <a:gd name="connsiteY1254" fmla="*/ 3179837 h 6382977"/>
              <a:gd name="connsiteX1255" fmla="*/ 4616282 w 6501199"/>
              <a:gd name="connsiteY1255" fmla="*/ 3181101 h 6382977"/>
              <a:gd name="connsiteX1256" fmla="*/ 4617919 w 6501199"/>
              <a:gd name="connsiteY1256" fmla="*/ 3179670 h 6382977"/>
              <a:gd name="connsiteX1257" fmla="*/ 4701927 w 6501199"/>
              <a:gd name="connsiteY1257" fmla="*/ 3163636 h 6382977"/>
              <a:gd name="connsiteX1258" fmla="*/ 4673487 w 6501199"/>
              <a:gd name="connsiteY1258" fmla="*/ 3169981 h 6382977"/>
              <a:gd name="connsiteX1259" fmla="*/ 4658345 w 6501199"/>
              <a:gd name="connsiteY1259" fmla="*/ 3175229 h 6382977"/>
              <a:gd name="connsiteX1260" fmla="*/ 4656300 w 6501199"/>
              <a:gd name="connsiteY1260" fmla="*/ 3178784 h 6382977"/>
              <a:gd name="connsiteX1261" fmla="*/ 4670067 w 6501199"/>
              <a:gd name="connsiteY1261" fmla="*/ 3177497 h 6382977"/>
              <a:gd name="connsiteX1262" fmla="*/ 4695087 w 6501199"/>
              <a:gd name="connsiteY1262" fmla="*/ 3175157 h 6382977"/>
              <a:gd name="connsiteX1263" fmla="*/ 4701927 w 6501199"/>
              <a:gd name="connsiteY1263" fmla="*/ 3163636 h 6382977"/>
              <a:gd name="connsiteX1264" fmla="*/ 4856705 w 6501199"/>
              <a:gd name="connsiteY1264" fmla="*/ 3157405 h 6382977"/>
              <a:gd name="connsiteX1265" fmla="*/ 4869263 w 6501199"/>
              <a:gd name="connsiteY1265" fmla="*/ 3159059 h 6382977"/>
              <a:gd name="connsiteX1266" fmla="*/ 4844728 w 6501199"/>
              <a:gd name="connsiteY1266" fmla="*/ 3184161 h 6382977"/>
              <a:gd name="connsiteX1267" fmla="*/ 4856705 w 6501199"/>
              <a:gd name="connsiteY1267" fmla="*/ 3157405 h 6382977"/>
              <a:gd name="connsiteX1268" fmla="*/ 4741437 w 6501199"/>
              <a:gd name="connsiteY1268" fmla="*/ 3152019 h 6382977"/>
              <a:gd name="connsiteX1269" fmla="*/ 4713087 w 6501199"/>
              <a:gd name="connsiteY1269" fmla="*/ 3152475 h 6382977"/>
              <a:gd name="connsiteX1270" fmla="*/ 4710927 w 6501199"/>
              <a:gd name="connsiteY1270" fmla="*/ 3166156 h 6382977"/>
              <a:gd name="connsiteX1271" fmla="*/ 4745127 w 6501199"/>
              <a:gd name="connsiteY1271" fmla="*/ 3156795 h 6382977"/>
              <a:gd name="connsiteX1272" fmla="*/ 4741437 w 6501199"/>
              <a:gd name="connsiteY1272" fmla="*/ 3152019 h 6382977"/>
              <a:gd name="connsiteX1273" fmla="*/ 5809050 w 6501199"/>
              <a:gd name="connsiteY1273" fmla="*/ 3140075 h 6382977"/>
              <a:gd name="connsiteX1274" fmla="*/ 5790907 w 6501199"/>
              <a:gd name="connsiteY1274" fmla="*/ 3171472 h 6382977"/>
              <a:gd name="connsiteX1275" fmla="*/ 5809050 w 6501199"/>
              <a:gd name="connsiteY1275" fmla="*/ 3140075 h 6382977"/>
              <a:gd name="connsiteX1276" fmla="*/ 4785211 w 6501199"/>
              <a:gd name="connsiteY1276" fmla="*/ 3139863 h 6382977"/>
              <a:gd name="connsiteX1277" fmla="*/ 4754127 w 6501199"/>
              <a:gd name="connsiteY1277" fmla="*/ 3145635 h 6382977"/>
              <a:gd name="connsiteX1278" fmla="*/ 4765647 w 6501199"/>
              <a:gd name="connsiteY1278" fmla="*/ 3154635 h 6382977"/>
              <a:gd name="connsiteX1279" fmla="*/ 4747287 w 6501199"/>
              <a:gd name="connsiteY1279" fmla="*/ 3175157 h 6382977"/>
              <a:gd name="connsiteX1280" fmla="*/ 4773342 w 6501199"/>
              <a:gd name="connsiteY1280" fmla="*/ 3166336 h 6382977"/>
              <a:gd name="connsiteX1281" fmla="*/ 4788476 w 6501199"/>
              <a:gd name="connsiteY1281" fmla="*/ 3148062 h 6382977"/>
              <a:gd name="connsiteX1282" fmla="*/ 4783447 w 6501199"/>
              <a:gd name="connsiteY1282" fmla="*/ 3145174 h 6382977"/>
              <a:gd name="connsiteX1283" fmla="*/ 4785213 w 6501199"/>
              <a:gd name="connsiteY1283" fmla="*/ 3140708 h 6382977"/>
              <a:gd name="connsiteX1284" fmla="*/ 4785994 w 6501199"/>
              <a:gd name="connsiteY1284" fmla="*/ 3140720 h 6382977"/>
              <a:gd name="connsiteX1285" fmla="*/ 4865656 w 6501199"/>
              <a:gd name="connsiteY1285" fmla="*/ 3139353 h 6382977"/>
              <a:gd name="connsiteX1286" fmla="*/ 4868608 w 6501199"/>
              <a:gd name="connsiteY1286" fmla="*/ 3140144 h 6382977"/>
              <a:gd name="connsiteX1287" fmla="*/ 4870408 w 6501199"/>
              <a:gd name="connsiteY1287" fmla="*/ 3143115 h 6382977"/>
              <a:gd name="connsiteX1288" fmla="*/ 4864177 w 6501199"/>
              <a:gd name="connsiteY1288" fmla="*/ 3138183 h 6382977"/>
              <a:gd name="connsiteX1289" fmla="*/ 4865656 w 6501199"/>
              <a:gd name="connsiteY1289" fmla="*/ 3139353 h 6382977"/>
              <a:gd name="connsiteX1290" fmla="*/ 4863568 w 6501199"/>
              <a:gd name="connsiteY1290" fmla="*/ 3138794 h 6382977"/>
              <a:gd name="connsiteX1291" fmla="*/ 307698 w 6501199"/>
              <a:gd name="connsiteY1291" fmla="*/ 3133323 h 6382977"/>
              <a:gd name="connsiteX1292" fmla="*/ 341705 w 6501199"/>
              <a:gd name="connsiteY1292" fmla="*/ 3133323 h 6382977"/>
              <a:gd name="connsiteX1293" fmla="*/ 312351 w 6501199"/>
              <a:gd name="connsiteY1293" fmla="*/ 3154037 h 6382977"/>
              <a:gd name="connsiteX1294" fmla="*/ 307698 w 6501199"/>
              <a:gd name="connsiteY1294" fmla="*/ 3133323 h 6382977"/>
              <a:gd name="connsiteX1295" fmla="*/ 5251836 w 6501199"/>
              <a:gd name="connsiteY1295" fmla="*/ 3124200 h 6382977"/>
              <a:gd name="connsiteX1296" fmla="*/ 5217275 w 6501199"/>
              <a:gd name="connsiteY1296" fmla="*/ 3149274 h 6382977"/>
              <a:gd name="connsiteX1297" fmla="*/ 5251836 w 6501199"/>
              <a:gd name="connsiteY1297" fmla="*/ 3124200 h 6382977"/>
              <a:gd name="connsiteX1298" fmla="*/ 4829368 w 6501199"/>
              <a:gd name="connsiteY1298" fmla="*/ 3118273 h 6382977"/>
              <a:gd name="connsiteX1299" fmla="*/ 4821943 w 6501199"/>
              <a:gd name="connsiteY1299" fmla="*/ 3129974 h 6382977"/>
              <a:gd name="connsiteX1300" fmla="*/ 4819751 w 6501199"/>
              <a:gd name="connsiteY1300" fmla="*/ 3131249 h 6382977"/>
              <a:gd name="connsiteX1301" fmla="*/ 4819546 w 6501199"/>
              <a:gd name="connsiteY1301" fmla="*/ 3136770 h 6382977"/>
              <a:gd name="connsiteX1302" fmla="*/ 4808694 w 6501199"/>
              <a:gd name="connsiteY1302" fmla="*/ 3147965 h 6382977"/>
              <a:gd name="connsiteX1303" fmla="*/ 4800899 w 6501199"/>
              <a:gd name="connsiteY1303" fmla="*/ 3149873 h 6382977"/>
              <a:gd name="connsiteX1304" fmla="*/ 4799313 w 6501199"/>
              <a:gd name="connsiteY1304" fmla="*/ 3155260 h 6382977"/>
              <a:gd name="connsiteX1305" fmla="*/ 4806688 w 6501199"/>
              <a:gd name="connsiteY1305" fmla="*/ 3161476 h 6382977"/>
              <a:gd name="connsiteX1306" fmla="*/ 4840528 w 6501199"/>
              <a:gd name="connsiteY1306" fmla="*/ 3129794 h 6382977"/>
              <a:gd name="connsiteX1307" fmla="*/ 4839623 w 6501199"/>
              <a:gd name="connsiteY1307" fmla="*/ 3124398 h 6382977"/>
              <a:gd name="connsiteX1308" fmla="*/ 4836450 w 6501199"/>
              <a:gd name="connsiteY1308" fmla="*/ 3123947 h 6382977"/>
              <a:gd name="connsiteX1309" fmla="*/ 4830628 w 6501199"/>
              <a:gd name="connsiteY1309" fmla="*/ 3118783 h 6382977"/>
              <a:gd name="connsiteX1310" fmla="*/ 5750351 w 6501199"/>
              <a:gd name="connsiteY1310" fmla="*/ 3106737 h 6382977"/>
              <a:gd name="connsiteX1311" fmla="*/ 5750351 w 6501199"/>
              <a:gd name="connsiteY1311" fmla="*/ 3122730 h 6382977"/>
              <a:gd name="connsiteX1312" fmla="*/ 5772803 w 6501199"/>
              <a:gd name="connsiteY1312" fmla="*/ 3120242 h 6382977"/>
              <a:gd name="connsiteX1313" fmla="*/ 5770665 w 6501199"/>
              <a:gd name="connsiteY1313" fmla="*/ 3145121 h 6382977"/>
              <a:gd name="connsiteX1314" fmla="*/ 5736809 w 6501199"/>
              <a:gd name="connsiteY1314" fmla="*/ 3142633 h 6382977"/>
              <a:gd name="connsiteX1315" fmla="*/ 5750351 w 6501199"/>
              <a:gd name="connsiteY1315" fmla="*/ 3106737 h 6382977"/>
              <a:gd name="connsiteX1316" fmla="*/ 5484769 w 6501199"/>
              <a:gd name="connsiteY1316" fmla="*/ 3106737 h 6382977"/>
              <a:gd name="connsiteX1317" fmla="*/ 5484769 w 6501199"/>
              <a:gd name="connsiteY1317" fmla="*/ 3131779 h 6382977"/>
              <a:gd name="connsiteX1318" fmla="*/ 5484769 w 6501199"/>
              <a:gd name="connsiteY1318" fmla="*/ 3106737 h 6382977"/>
              <a:gd name="connsiteX1319" fmla="*/ 4924008 w 6501199"/>
              <a:gd name="connsiteY1319" fmla="*/ 3097051 h 6382977"/>
              <a:gd name="connsiteX1320" fmla="*/ 4910710 w 6501199"/>
              <a:gd name="connsiteY1320" fmla="*/ 3097739 h 6382977"/>
              <a:gd name="connsiteX1321" fmla="*/ 4902350 w 6501199"/>
              <a:gd name="connsiteY1321" fmla="*/ 3103403 h 6382977"/>
              <a:gd name="connsiteX1322" fmla="*/ 4902135 w 6501199"/>
              <a:gd name="connsiteY1322" fmla="*/ 3105321 h 6382977"/>
              <a:gd name="connsiteX1323" fmla="*/ 4912776 w 6501199"/>
              <a:gd name="connsiteY1323" fmla="*/ 3102100 h 6382977"/>
              <a:gd name="connsiteX1324" fmla="*/ 5508494 w 6501199"/>
              <a:gd name="connsiteY1324" fmla="*/ 3087687 h 6382977"/>
              <a:gd name="connsiteX1325" fmla="*/ 5513080 w 6501199"/>
              <a:gd name="connsiteY1325" fmla="*/ 3101826 h 6382977"/>
              <a:gd name="connsiteX1326" fmla="*/ 5519782 w 6501199"/>
              <a:gd name="connsiteY1326" fmla="*/ 3094756 h 6382977"/>
              <a:gd name="connsiteX1327" fmla="*/ 5504260 w 6501199"/>
              <a:gd name="connsiteY1327" fmla="*/ 3108895 h 6382977"/>
              <a:gd name="connsiteX1328" fmla="*/ 5495088 w 6501199"/>
              <a:gd name="connsiteY1328" fmla="*/ 3096989 h 6382977"/>
              <a:gd name="connsiteX1329" fmla="*/ 5508494 w 6501199"/>
              <a:gd name="connsiteY1329" fmla="*/ 3087687 h 6382977"/>
              <a:gd name="connsiteX1330" fmla="*/ 236622 w 6501199"/>
              <a:gd name="connsiteY1330" fmla="*/ 3068637 h 6382977"/>
              <a:gd name="connsiteX1331" fmla="*/ 257055 w 6501199"/>
              <a:gd name="connsiteY1331" fmla="*/ 3125043 h 6382977"/>
              <a:gd name="connsiteX1332" fmla="*/ 268526 w 6501199"/>
              <a:gd name="connsiteY1332" fmla="*/ 3122901 h 6382977"/>
              <a:gd name="connsiteX1333" fmla="*/ 266016 w 6501199"/>
              <a:gd name="connsiteY1333" fmla="*/ 3093627 h 6382977"/>
              <a:gd name="connsiteX1334" fmla="*/ 306882 w 6501199"/>
              <a:gd name="connsiteY1334" fmla="*/ 3086844 h 6382977"/>
              <a:gd name="connsiteX1335" fmla="*/ 270676 w 6501199"/>
              <a:gd name="connsiteY1335" fmla="*/ 3133968 h 6382977"/>
              <a:gd name="connsiteX1336" fmla="*/ 232320 w 6501199"/>
              <a:gd name="connsiteY1336" fmla="*/ 3142893 h 6382977"/>
              <a:gd name="connsiteX1337" fmla="*/ 211888 w 6501199"/>
              <a:gd name="connsiteY1337" fmla="*/ 3111477 h 6382977"/>
              <a:gd name="connsiteX1338" fmla="*/ 234471 w 6501199"/>
              <a:gd name="connsiteY1338" fmla="*/ 3093627 h 6382977"/>
              <a:gd name="connsiteX1339" fmla="*/ 236622 w 6501199"/>
              <a:gd name="connsiteY1339" fmla="*/ 3068637 h 6382977"/>
              <a:gd name="connsiteX1340" fmla="*/ 272159 w 6501199"/>
              <a:gd name="connsiteY1340" fmla="*/ 3056008 h 6382977"/>
              <a:gd name="connsiteX1341" fmla="*/ 288212 w 6501199"/>
              <a:gd name="connsiteY1341" fmla="*/ 3080980 h 6382977"/>
              <a:gd name="connsiteX1342" fmla="*/ 270018 w 6501199"/>
              <a:gd name="connsiteY1342" fmla="*/ 3076342 h 6382977"/>
              <a:gd name="connsiteX1343" fmla="*/ 272159 w 6501199"/>
              <a:gd name="connsiteY1343" fmla="*/ 3056008 h 6382977"/>
              <a:gd name="connsiteX1344" fmla="*/ 4215383 w 6501199"/>
              <a:gd name="connsiteY1344" fmla="*/ 3048428 h 6382977"/>
              <a:gd name="connsiteX1345" fmla="*/ 4196573 w 6501199"/>
              <a:gd name="connsiteY1345" fmla="*/ 3051972 h 6382977"/>
              <a:gd name="connsiteX1346" fmla="*/ 4192107 w 6501199"/>
              <a:gd name="connsiteY1346" fmla="*/ 3052195 h 6382977"/>
              <a:gd name="connsiteX1347" fmla="*/ 4192450 w 6501199"/>
              <a:gd name="connsiteY1347" fmla="*/ 3054006 h 6382977"/>
              <a:gd name="connsiteX1348" fmla="*/ 4201265 w 6501199"/>
              <a:gd name="connsiteY1348" fmla="*/ 3054090 h 6382977"/>
              <a:gd name="connsiteX1349" fmla="*/ 4199927 w 6501199"/>
              <a:gd name="connsiteY1349" fmla="*/ 3058818 h 6382977"/>
              <a:gd name="connsiteX1350" fmla="*/ 4205123 w 6501199"/>
              <a:gd name="connsiteY1350" fmla="*/ 3058689 h 6382977"/>
              <a:gd name="connsiteX1351" fmla="*/ 4237883 w 6501199"/>
              <a:gd name="connsiteY1351" fmla="*/ 3061389 h 6382977"/>
              <a:gd name="connsiteX1352" fmla="*/ 4215383 w 6501199"/>
              <a:gd name="connsiteY1352" fmla="*/ 3048428 h 6382977"/>
              <a:gd name="connsiteX1353" fmla="*/ 4388844 w 6501199"/>
              <a:gd name="connsiteY1353" fmla="*/ 3045528 h 6382977"/>
              <a:gd name="connsiteX1354" fmla="*/ 4383325 w 6501199"/>
              <a:gd name="connsiteY1354" fmla="*/ 3048068 h 6382977"/>
              <a:gd name="connsiteX1355" fmla="*/ 4388506 w 6501199"/>
              <a:gd name="connsiteY1355" fmla="*/ 3047689 h 6382977"/>
              <a:gd name="connsiteX1356" fmla="*/ 4306351 w 6501199"/>
              <a:gd name="connsiteY1356" fmla="*/ 3042775 h 6382977"/>
              <a:gd name="connsiteX1357" fmla="*/ 4293955 w 6501199"/>
              <a:gd name="connsiteY1357" fmla="*/ 3045572 h 6382977"/>
              <a:gd name="connsiteX1358" fmla="*/ 4292058 w 6501199"/>
              <a:gd name="connsiteY1358" fmla="*/ 3047264 h 6382977"/>
              <a:gd name="connsiteX1359" fmla="*/ 4288455 w 6501199"/>
              <a:gd name="connsiteY1359" fmla="*/ 3048398 h 6382977"/>
              <a:gd name="connsiteX1360" fmla="*/ 4278406 w 6501199"/>
              <a:gd name="connsiteY1360" fmla="*/ 3053609 h 6382977"/>
              <a:gd name="connsiteX1361" fmla="*/ 4265243 w 6501199"/>
              <a:gd name="connsiteY1361" fmla="*/ 3059229 h 6382977"/>
              <a:gd name="connsiteX1362" fmla="*/ 4310604 w 6501199"/>
              <a:gd name="connsiteY1362" fmla="*/ 3052748 h 6382977"/>
              <a:gd name="connsiteX1363" fmla="*/ 4308468 w 6501199"/>
              <a:gd name="connsiteY1363" fmla="*/ 3047738 h 6382977"/>
              <a:gd name="connsiteX1364" fmla="*/ 4308197 w 6501199"/>
              <a:gd name="connsiteY1364" fmla="*/ 3047610 h 6382977"/>
              <a:gd name="connsiteX1365" fmla="*/ 4308331 w 6501199"/>
              <a:gd name="connsiteY1365" fmla="*/ 3047416 h 6382977"/>
              <a:gd name="connsiteX1366" fmla="*/ 5868122 w 6501199"/>
              <a:gd name="connsiteY1366" fmla="*/ 3040271 h 6382977"/>
              <a:gd name="connsiteX1367" fmla="*/ 5877321 w 6501199"/>
              <a:gd name="connsiteY1367" fmla="*/ 3045827 h 6382977"/>
              <a:gd name="connsiteX1368" fmla="*/ 5852879 w 6501199"/>
              <a:gd name="connsiteY1368" fmla="*/ 3068275 h 6382977"/>
              <a:gd name="connsiteX1369" fmla="*/ 5868122 w 6501199"/>
              <a:gd name="connsiteY1369" fmla="*/ 3040271 h 6382977"/>
              <a:gd name="connsiteX1370" fmla="*/ 4407815 w 6501199"/>
              <a:gd name="connsiteY1370" fmla="*/ 3036798 h 6382977"/>
              <a:gd name="connsiteX1371" fmla="*/ 4405764 w 6501199"/>
              <a:gd name="connsiteY1371" fmla="*/ 3037741 h 6382977"/>
              <a:gd name="connsiteX1372" fmla="*/ 4408287 w 6501199"/>
              <a:gd name="connsiteY1372" fmla="*/ 3038609 h 6382977"/>
              <a:gd name="connsiteX1373" fmla="*/ 4095727 w 6501199"/>
              <a:gd name="connsiteY1373" fmla="*/ 3030787 h 6382977"/>
              <a:gd name="connsiteX1374" fmla="*/ 4078762 w 6501199"/>
              <a:gd name="connsiteY1374" fmla="*/ 3032227 h 6382977"/>
              <a:gd name="connsiteX1375" fmla="*/ 4078350 w 6501199"/>
              <a:gd name="connsiteY1375" fmla="*/ 3033432 h 6382977"/>
              <a:gd name="connsiteX1376" fmla="*/ 4078493 w 6501199"/>
              <a:gd name="connsiteY1376" fmla="*/ 3033929 h 6382977"/>
              <a:gd name="connsiteX1377" fmla="*/ 4078252 w 6501199"/>
              <a:gd name="connsiteY1377" fmla="*/ 3033717 h 6382977"/>
              <a:gd name="connsiteX1378" fmla="*/ 4075297 w 6501199"/>
              <a:gd name="connsiteY1378" fmla="*/ 3042353 h 6382977"/>
              <a:gd name="connsiteX1379" fmla="*/ 4072940 w 6501199"/>
              <a:gd name="connsiteY1379" fmla="*/ 3046251 h 6382977"/>
              <a:gd name="connsiteX1380" fmla="*/ 4071466 w 6501199"/>
              <a:gd name="connsiteY1380" fmla="*/ 3047470 h 6382977"/>
              <a:gd name="connsiteX1381" fmla="*/ 4070645 w 6501199"/>
              <a:gd name="connsiteY1381" fmla="*/ 3052611 h 6382977"/>
              <a:gd name="connsiteX1382" fmla="*/ 4067967 w 6501199"/>
              <a:gd name="connsiteY1382" fmla="*/ 3052987 h 6382977"/>
              <a:gd name="connsiteX1383" fmla="*/ 4075128 w 6501199"/>
              <a:gd name="connsiteY1383" fmla="*/ 3053581 h 6382977"/>
              <a:gd name="connsiteX1384" fmla="*/ 4098922 w 6501199"/>
              <a:gd name="connsiteY1384" fmla="*/ 3041228 h 6382977"/>
              <a:gd name="connsiteX1385" fmla="*/ 4100954 w 6501199"/>
              <a:gd name="connsiteY1385" fmla="*/ 3033265 h 6382977"/>
              <a:gd name="connsiteX1386" fmla="*/ 4100871 w 6501199"/>
              <a:gd name="connsiteY1386" fmla="*/ 3033087 h 6382977"/>
              <a:gd name="connsiteX1387" fmla="*/ 4032443 w 6501199"/>
              <a:gd name="connsiteY1387" fmla="*/ 3029717 h 6382977"/>
              <a:gd name="connsiteX1388" fmla="*/ 4031748 w 6501199"/>
              <a:gd name="connsiteY1388" fmla="*/ 3034279 h 6382977"/>
              <a:gd name="connsiteX1389" fmla="*/ 4035202 w 6501199"/>
              <a:gd name="connsiteY1389" fmla="*/ 3030067 h 6382977"/>
              <a:gd name="connsiteX1390" fmla="*/ 4335804 w 6501199"/>
              <a:gd name="connsiteY1390" fmla="*/ 3027547 h 6382977"/>
              <a:gd name="connsiteX1391" fmla="*/ 4335394 w 6501199"/>
              <a:gd name="connsiteY1391" fmla="*/ 3028367 h 6382977"/>
              <a:gd name="connsiteX1392" fmla="*/ 4336572 w 6501199"/>
              <a:gd name="connsiteY1392" fmla="*/ 3028072 h 6382977"/>
              <a:gd name="connsiteX1393" fmla="*/ 5916912 w 6501199"/>
              <a:gd name="connsiteY1393" fmla="*/ 3025775 h 6382977"/>
              <a:gd name="connsiteX1394" fmla="*/ 5894001 w 6501199"/>
              <a:gd name="connsiteY1394" fmla="*/ 3060332 h 6382977"/>
              <a:gd name="connsiteX1395" fmla="*/ 5916912 w 6501199"/>
              <a:gd name="connsiteY1395" fmla="*/ 3025775 h 6382977"/>
              <a:gd name="connsiteX1396" fmla="*/ 4193693 w 6501199"/>
              <a:gd name="connsiteY1396" fmla="*/ 3015486 h 6382977"/>
              <a:gd name="connsiteX1397" fmla="*/ 4183163 w 6501199"/>
              <a:gd name="connsiteY1397" fmla="*/ 3023226 h 6382977"/>
              <a:gd name="connsiteX1398" fmla="*/ 4192937 w 6501199"/>
              <a:gd name="connsiteY1398" fmla="*/ 3024900 h 6382977"/>
              <a:gd name="connsiteX1399" fmla="*/ 4194425 w 6501199"/>
              <a:gd name="connsiteY1399" fmla="*/ 3022768 h 6382977"/>
              <a:gd name="connsiteX1400" fmla="*/ 4194080 w 6501199"/>
              <a:gd name="connsiteY1400" fmla="*/ 3025096 h 6382977"/>
              <a:gd name="connsiteX1401" fmla="*/ 4197878 w 6501199"/>
              <a:gd name="connsiteY1401" fmla="*/ 3025746 h 6382977"/>
              <a:gd name="connsiteX1402" fmla="*/ 4205843 w 6501199"/>
              <a:gd name="connsiteY1402" fmla="*/ 3016386 h 6382977"/>
              <a:gd name="connsiteX1403" fmla="*/ 4193693 w 6501199"/>
              <a:gd name="connsiteY1403" fmla="*/ 3015486 h 6382977"/>
              <a:gd name="connsiteX1404" fmla="*/ 4361576 w 6501199"/>
              <a:gd name="connsiteY1404" fmla="*/ 3011879 h 6382977"/>
              <a:gd name="connsiteX1405" fmla="*/ 4357928 w 6501199"/>
              <a:gd name="connsiteY1405" fmla="*/ 3015297 h 6382977"/>
              <a:gd name="connsiteX1406" fmla="*/ 4360644 w 6501199"/>
              <a:gd name="connsiteY1406" fmla="*/ 3016386 h 6382977"/>
              <a:gd name="connsiteX1407" fmla="*/ 4072727 w 6501199"/>
              <a:gd name="connsiteY1407" fmla="*/ 3011063 h 6382977"/>
              <a:gd name="connsiteX1408" fmla="*/ 4071568 w 6501199"/>
              <a:gd name="connsiteY1408" fmla="*/ 3011132 h 6382977"/>
              <a:gd name="connsiteX1409" fmla="*/ 4071111 w 6501199"/>
              <a:gd name="connsiteY1409" fmla="*/ 3011435 h 6382977"/>
              <a:gd name="connsiteX1410" fmla="*/ 4072102 w 6501199"/>
              <a:gd name="connsiteY1410" fmla="*/ 3011743 h 6382977"/>
              <a:gd name="connsiteX1411" fmla="*/ 4074764 w 6501199"/>
              <a:gd name="connsiteY1411" fmla="*/ 3020983 h 6382977"/>
              <a:gd name="connsiteX1412" fmla="*/ 4083892 w 6501199"/>
              <a:gd name="connsiteY1412" fmla="*/ 3019986 h 6382977"/>
              <a:gd name="connsiteX1413" fmla="*/ 4095131 w 6501199"/>
              <a:gd name="connsiteY1413" fmla="*/ 3020875 h 6382977"/>
              <a:gd name="connsiteX1414" fmla="*/ 4095170 w 6501199"/>
              <a:gd name="connsiteY1414" fmla="*/ 3020909 h 6382977"/>
              <a:gd name="connsiteX1415" fmla="*/ 4094913 w 6501199"/>
              <a:gd name="connsiteY1415" fmla="*/ 3020360 h 6382977"/>
              <a:gd name="connsiteX1416" fmla="*/ 4110618 w 6501199"/>
              <a:gd name="connsiteY1416" fmla="*/ 3016099 h 6382977"/>
              <a:gd name="connsiteX1417" fmla="*/ 4116136 w 6501199"/>
              <a:gd name="connsiteY1417" fmla="*/ 3015796 h 6382977"/>
              <a:gd name="connsiteX1418" fmla="*/ 4117283 w 6501199"/>
              <a:gd name="connsiteY1418" fmla="*/ 3013866 h 6382977"/>
              <a:gd name="connsiteX1419" fmla="*/ 4093482 w 6501199"/>
              <a:gd name="connsiteY1419" fmla="*/ 3011102 h 6382977"/>
              <a:gd name="connsiteX1420" fmla="*/ 4091641 w 6501199"/>
              <a:gd name="connsiteY1420" fmla="*/ 3011720 h 6382977"/>
              <a:gd name="connsiteX1421" fmla="*/ 4076380 w 6501199"/>
              <a:gd name="connsiteY1421" fmla="*/ 3012563 h 6382977"/>
              <a:gd name="connsiteX1422" fmla="*/ 4367008 w 6501199"/>
              <a:gd name="connsiteY1422" fmla="*/ 3006788 h 6382977"/>
              <a:gd name="connsiteX1423" fmla="*/ 4366487 w 6501199"/>
              <a:gd name="connsiteY1423" fmla="*/ 3007276 h 6382977"/>
              <a:gd name="connsiteX1424" fmla="*/ 4367461 w 6501199"/>
              <a:gd name="connsiteY1424" fmla="*/ 3007031 h 6382977"/>
              <a:gd name="connsiteX1425" fmla="*/ 4367450 w 6501199"/>
              <a:gd name="connsiteY1425" fmla="*/ 3007008 h 6382977"/>
              <a:gd name="connsiteX1426" fmla="*/ 4324238 w 6501199"/>
              <a:gd name="connsiteY1426" fmla="*/ 3006301 h 6382977"/>
              <a:gd name="connsiteX1427" fmla="*/ 4315284 w 6501199"/>
              <a:gd name="connsiteY1427" fmla="*/ 3011706 h 6382977"/>
              <a:gd name="connsiteX1428" fmla="*/ 4337964 w 6501199"/>
              <a:gd name="connsiteY1428" fmla="*/ 3012290 h 6382977"/>
              <a:gd name="connsiteX1429" fmla="*/ 4338159 w 6501199"/>
              <a:gd name="connsiteY1429" fmla="*/ 3012281 h 6382977"/>
              <a:gd name="connsiteX1430" fmla="*/ 4324039 w 6501199"/>
              <a:gd name="connsiteY1430" fmla="*/ 3006568 h 6382977"/>
              <a:gd name="connsiteX1431" fmla="*/ 5786830 w 6501199"/>
              <a:gd name="connsiteY1431" fmla="*/ 2997200 h 6382977"/>
              <a:gd name="connsiteX1432" fmla="*/ 5739563 w 6501199"/>
              <a:gd name="connsiteY1432" fmla="*/ 3055579 h 6382977"/>
              <a:gd name="connsiteX1433" fmla="*/ 5786830 w 6501199"/>
              <a:gd name="connsiteY1433" fmla="*/ 2997200 h 6382977"/>
              <a:gd name="connsiteX1434" fmla="*/ 3630322 w 6501199"/>
              <a:gd name="connsiteY1434" fmla="*/ 2994339 h 6382977"/>
              <a:gd name="connsiteX1435" fmla="*/ 3621390 w 6501199"/>
              <a:gd name="connsiteY1435" fmla="*/ 3001287 h 6382977"/>
              <a:gd name="connsiteX1436" fmla="*/ 3621348 w 6501199"/>
              <a:gd name="connsiteY1436" fmla="*/ 3004042 h 6382977"/>
              <a:gd name="connsiteX1437" fmla="*/ 3627725 w 6501199"/>
              <a:gd name="connsiteY1437" fmla="*/ 3009088 h 6382977"/>
              <a:gd name="connsiteX1438" fmla="*/ 4547065 w 6501199"/>
              <a:gd name="connsiteY1438" fmla="*/ 2992982 h 6382977"/>
              <a:gd name="connsiteX1439" fmla="*/ 4537162 w 6501199"/>
              <a:gd name="connsiteY1439" fmla="*/ 2993210 h 6382977"/>
              <a:gd name="connsiteX1440" fmla="*/ 4540466 w 6501199"/>
              <a:gd name="connsiteY1440" fmla="*/ 3003373 h 6382977"/>
              <a:gd name="connsiteX1441" fmla="*/ 4544423 w 6501199"/>
              <a:gd name="connsiteY1441" fmla="*/ 3006464 h 6382977"/>
              <a:gd name="connsiteX1442" fmla="*/ 4545360 w 6501199"/>
              <a:gd name="connsiteY1442" fmla="*/ 3005810 h 6382977"/>
              <a:gd name="connsiteX1443" fmla="*/ 4547126 w 6501199"/>
              <a:gd name="connsiteY1443" fmla="*/ 2998025 h 6382977"/>
              <a:gd name="connsiteX1444" fmla="*/ 4547711 w 6501199"/>
              <a:gd name="connsiteY1444" fmla="*/ 3004865 h 6382977"/>
              <a:gd name="connsiteX1445" fmla="*/ 4550589 w 6501199"/>
              <a:gd name="connsiteY1445" fmla="*/ 3009673 h 6382977"/>
              <a:gd name="connsiteX1446" fmla="*/ 4560583 w 6501199"/>
              <a:gd name="connsiteY1446" fmla="*/ 3004408 h 6382977"/>
              <a:gd name="connsiteX1447" fmla="*/ 4551447 w 6501199"/>
              <a:gd name="connsiteY1447" fmla="*/ 2997297 h 6382977"/>
              <a:gd name="connsiteX1448" fmla="*/ 4603788 w 6501199"/>
              <a:gd name="connsiteY1448" fmla="*/ 2992887 h 6382977"/>
              <a:gd name="connsiteX1449" fmla="*/ 4603654 w 6501199"/>
              <a:gd name="connsiteY1449" fmla="*/ 2993581 h 6382977"/>
              <a:gd name="connsiteX1450" fmla="*/ 4605583 w 6501199"/>
              <a:gd name="connsiteY1450" fmla="*/ 2993342 h 6382977"/>
              <a:gd name="connsiteX1451" fmla="*/ 538976 w 6501199"/>
              <a:gd name="connsiteY1451" fmla="*/ 2991057 h 6382977"/>
              <a:gd name="connsiteX1452" fmla="*/ 505155 w 6501199"/>
              <a:gd name="connsiteY1452" fmla="*/ 3020769 h 6382977"/>
              <a:gd name="connsiteX1453" fmla="*/ 566361 w 6501199"/>
              <a:gd name="connsiteY1453" fmla="*/ 3018610 h 6382977"/>
              <a:gd name="connsiteX1454" fmla="*/ 555200 w 6501199"/>
              <a:gd name="connsiteY1454" fmla="*/ 2991254 h 6382977"/>
              <a:gd name="connsiteX1455" fmla="*/ 538976 w 6501199"/>
              <a:gd name="connsiteY1455" fmla="*/ 2991057 h 6382977"/>
              <a:gd name="connsiteX1456" fmla="*/ 5461339 w 6501199"/>
              <a:gd name="connsiteY1456" fmla="*/ 2990762 h 6382977"/>
              <a:gd name="connsiteX1457" fmla="*/ 5415602 w 6501199"/>
              <a:gd name="connsiteY1457" fmla="*/ 3031765 h 6382977"/>
              <a:gd name="connsiteX1458" fmla="*/ 5408760 w 6501199"/>
              <a:gd name="connsiteY1458" fmla="*/ 3018098 h 6382977"/>
              <a:gd name="connsiteX1459" fmla="*/ 5395075 w 6501199"/>
              <a:gd name="connsiteY1459" fmla="*/ 3022773 h 6382977"/>
              <a:gd name="connsiteX1460" fmla="*/ 5461339 w 6501199"/>
              <a:gd name="connsiteY1460" fmla="*/ 2990762 h 6382977"/>
              <a:gd name="connsiteX1461" fmla="*/ 4622150 w 6501199"/>
              <a:gd name="connsiteY1461" fmla="*/ 2990727 h 6382977"/>
              <a:gd name="connsiteX1462" fmla="*/ 4622069 w 6501199"/>
              <a:gd name="connsiteY1462" fmla="*/ 2991295 h 6382977"/>
              <a:gd name="connsiteX1463" fmla="*/ 4622890 w 6501199"/>
              <a:gd name="connsiteY1463" fmla="*/ 2991193 h 6382977"/>
              <a:gd name="connsiteX1464" fmla="*/ 3933222 w 6501199"/>
              <a:gd name="connsiteY1464" fmla="*/ 2990008 h 6382977"/>
              <a:gd name="connsiteX1465" fmla="*/ 3933123 w 6501199"/>
              <a:gd name="connsiteY1465" fmla="*/ 2990039 h 6382977"/>
              <a:gd name="connsiteX1466" fmla="*/ 3921218 w 6501199"/>
              <a:gd name="connsiteY1466" fmla="*/ 2993671 h 6382977"/>
              <a:gd name="connsiteX1467" fmla="*/ 3923123 w 6501199"/>
              <a:gd name="connsiteY1467" fmla="*/ 2996117 h 6382977"/>
              <a:gd name="connsiteX1468" fmla="*/ 3927336 w 6501199"/>
              <a:gd name="connsiteY1468" fmla="*/ 2996089 h 6382977"/>
              <a:gd name="connsiteX1469" fmla="*/ 3932141 w 6501199"/>
              <a:gd name="connsiteY1469" fmla="*/ 2995950 h 6382977"/>
              <a:gd name="connsiteX1470" fmla="*/ 3933578 w 6501199"/>
              <a:gd name="connsiteY1470" fmla="*/ 2991132 h 6382977"/>
              <a:gd name="connsiteX1471" fmla="*/ 4691017 w 6501199"/>
              <a:gd name="connsiteY1471" fmla="*/ 2986554 h 6382977"/>
              <a:gd name="connsiteX1472" fmla="*/ 4673534 w 6501199"/>
              <a:gd name="connsiteY1472" fmla="*/ 2992381 h 6382977"/>
              <a:gd name="connsiteX1473" fmla="*/ 4672894 w 6501199"/>
              <a:gd name="connsiteY1473" fmla="*/ 2992111 h 6382977"/>
              <a:gd name="connsiteX1474" fmla="*/ 4668329 w 6501199"/>
              <a:gd name="connsiteY1474" fmla="*/ 2994998 h 6382977"/>
              <a:gd name="connsiteX1475" fmla="*/ 4658727 w 6501199"/>
              <a:gd name="connsiteY1475" fmla="*/ 2998025 h 6382977"/>
              <a:gd name="connsiteX1476" fmla="*/ 4670247 w 6501199"/>
              <a:gd name="connsiteY1476" fmla="*/ 3007025 h 6382977"/>
              <a:gd name="connsiteX1477" fmla="*/ 4672623 w 6501199"/>
              <a:gd name="connsiteY1477" fmla="*/ 3004262 h 6382977"/>
              <a:gd name="connsiteX1478" fmla="*/ 4672837 w 6501199"/>
              <a:gd name="connsiteY1478" fmla="*/ 3001962 h 6382977"/>
              <a:gd name="connsiteX1479" fmla="*/ 4673723 w 6501199"/>
              <a:gd name="connsiteY1479" fmla="*/ 3002982 h 6382977"/>
              <a:gd name="connsiteX1480" fmla="*/ 4675973 w 6501199"/>
              <a:gd name="connsiteY1480" fmla="*/ 3000365 h 6382977"/>
              <a:gd name="connsiteX1481" fmla="*/ 4699767 w 6501199"/>
              <a:gd name="connsiteY1481" fmla="*/ 2989024 h 6382977"/>
              <a:gd name="connsiteX1482" fmla="*/ 4711900 w 6501199"/>
              <a:gd name="connsiteY1482" fmla="*/ 2983694 h 6382977"/>
              <a:gd name="connsiteX1483" fmla="*/ 4710927 w 6501199"/>
              <a:gd name="connsiteY1483" fmla="*/ 2984344 h 6382977"/>
              <a:gd name="connsiteX1484" fmla="*/ 4712850 w 6501199"/>
              <a:gd name="connsiteY1484" fmla="*/ 2984539 h 6382977"/>
              <a:gd name="connsiteX1485" fmla="*/ 4607966 w 6501199"/>
              <a:gd name="connsiteY1485" fmla="*/ 2978493 h 6382977"/>
              <a:gd name="connsiteX1486" fmla="*/ 4596786 w 6501199"/>
              <a:gd name="connsiteY1486" fmla="*/ 2983152 h 6382977"/>
              <a:gd name="connsiteX1487" fmla="*/ 4612789 w 6501199"/>
              <a:gd name="connsiteY1487" fmla="*/ 2988567 h 6382977"/>
              <a:gd name="connsiteX1488" fmla="*/ 4622363 w 6501199"/>
              <a:gd name="connsiteY1488" fmla="*/ 2980040 h 6382977"/>
              <a:gd name="connsiteX1489" fmla="*/ 5805651 w 6501199"/>
              <a:gd name="connsiteY1489" fmla="*/ 2971949 h 6382977"/>
              <a:gd name="connsiteX1490" fmla="*/ 5812230 w 6501199"/>
              <a:gd name="connsiteY1490" fmla="*/ 2976509 h 6382977"/>
              <a:gd name="connsiteX1491" fmla="*/ 5793985 w 6501199"/>
              <a:gd name="connsiteY1491" fmla="*/ 2996843 h 6382977"/>
              <a:gd name="connsiteX1492" fmla="*/ 5787188 w 6501199"/>
              <a:gd name="connsiteY1492" fmla="*/ 2983287 h 6382977"/>
              <a:gd name="connsiteX1493" fmla="*/ 5805651 w 6501199"/>
              <a:gd name="connsiteY1493" fmla="*/ 2971949 h 6382977"/>
              <a:gd name="connsiteX1494" fmla="*/ 4783185 w 6501199"/>
              <a:gd name="connsiteY1494" fmla="*/ 2971087 h 6382977"/>
              <a:gd name="connsiteX1495" fmla="*/ 4765025 w 6501199"/>
              <a:gd name="connsiteY1495" fmla="*/ 2971576 h 6382977"/>
              <a:gd name="connsiteX1496" fmla="*/ 4762734 w 6501199"/>
              <a:gd name="connsiteY1496" fmla="*/ 2971131 h 6382977"/>
              <a:gd name="connsiteX1497" fmla="*/ 4756512 w 6501199"/>
              <a:gd name="connsiteY1497" fmla="*/ 2978713 h 6382977"/>
              <a:gd name="connsiteX1498" fmla="*/ 4745127 w 6501199"/>
              <a:gd name="connsiteY1498" fmla="*/ 2982183 h 6382977"/>
              <a:gd name="connsiteX1499" fmla="*/ 4774945 w 6501199"/>
              <a:gd name="connsiteY1499" fmla="*/ 2976665 h 6382977"/>
              <a:gd name="connsiteX1500" fmla="*/ 4778028 w 6501199"/>
              <a:gd name="connsiteY1500" fmla="*/ 2976302 h 6382977"/>
              <a:gd name="connsiteX1501" fmla="*/ 4783666 w 6501199"/>
              <a:gd name="connsiteY1501" fmla="*/ 2971773 h 6382977"/>
              <a:gd name="connsiteX1502" fmla="*/ 4743012 w 6501199"/>
              <a:gd name="connsiteY1502" fmla="*/ 2969355 h 6382977"/>
              <a:gd name="connsiteX1503" fmla="*/ 4737297 w 6501199"/>
              <a:gd name="connsiteY1503" fmla="*/ 2970496 h 6382977"/>
              <a:gd name="connsiteX1504" fmla="*/ 4735607 w 6501199"/>
              <a:gd name="connsiteY1504" fmla="*/ 2975775 h 6382977"/>
              <a:gd name="connsiteX1505" fmla="*/ 4724715 w 6501199"/>
              <a:gd name="connsiteY1505" fmla="*/ 2982728 h 6382977"/>
              <a:gd name="connsiteX1506" fmla="*/ 4723999 w 6501199"/>
              <a:gd name="connsiteY1506" fmla="*/ 2985668 h 6382977"/>
              <a:gd name="connsiteX1507" fmla="*/ 4724697 w 6501199"/>
              <a:gd name="connsiteY1507" fmla="*/ 2985739 h 6382977"/>
              <a:gd name="connsiteX1508" fmla="*/ 4731447 w 6501199"/>
              <a:gd name="connsiteY1508" fmla="*/ 2989024 h 6382977"/>
              <a:gd name="connsiteX1509" fmla="*/ 4743687 w 6501199"/>
              <a:gd name="connsiteY1509" fmla="*/ 2980383 h 6382977"/>
              <a:gd name="connsiteX1510" fmla="*/ 4746729 w 6501199"/>
              <a:gd name="connsiteY1510" fmla="*/ 2970342 h 6382977"/>
              <a:gd name="connsiteX1511" fmla="*/ 6013275 w 6501199"/>
              <a:gd name="connsiteY1511" fmla="*/ 2966567 h 6382977"/>
              <a:gd name="connsiteX1512" fmla="*/ 6023371 w 6501199"/>
              <a:gd name="connsiteY1512" fmla="*/ 2970365 h 6382977"/>
              <a:gd name="connsiteX1513" fmla="*/ 5998929 w 6501199"/>
              <a:gd name="connsiteY1513" fmla="*/ 2988898 h 6382977"/>
              <a:gd name="connsiteX1514" fmla="*/ 6013275 w 6501199"/>
              <a:gd name="connsiteY1514" fmla="*/ 2966567 h 6382977"/>
              <a:gd name="connsiteX1515" fmla="*/ 4686087 w 6501199"/>
              <a:gd name="connsiteY1515" fmla="*/ 2959502 h 6382977"/>
              <a:gd name="connsiteX1516" fmla="*/ 4674342 w 6501199"/>
              <a:gd name="connsiteY1516" fmla="*/ 2967332 h 6382977"/>
              <a:gd name="connsiteX1517" fmla="*/ 4672135 w 6501199"/>
              <a:gd name="connsiteY1517" fmla="*/ 2972286 h 6382977"/>
              <a:gd name="connsiteX1518" fmla="*/ 4691039 w 6501199"/>
              <a:gd name="connsiteY1518" fmla="*/ 2970486 h 6382977"/>
              <a:gd name="connsiteX1519" fmla="*/ 4691951 w 6501199"/>
              <a:gd name="connsiteY1519" fmla="*/ 2970023 h 6382977"/>
              <a:gd name="connsiteX1520" fmla="*/ 4689057 w 6501199"/>
              <a:gd name="connsiteY1520" fmla="*/ 2966612 h 6382977"/>
              <a:gd name="connsiteX1521" fmla="*/ 4686087 w 6501199"/>
              <a:gd name="connsiteY1521" fmla="*/ 2959502 h 6382977"/>
              <a:gd name="connsiteX1522" fmla="*/ 5443824 w 6501199"/>
              <a:gd name="connsiteY1522" fmla="*/ 2959100 h 6382977"/>
              <a:gd name="connsiteX1523" fmla="*/ 5464561 w 6501199"/>
              <a:gd name="connsiteY1523" fmla="*/ 2970348 h 6382977"/>
              <a:gd name="connsiteX1524" fmla="*/ 5439095 w 6501199"/>
              <a:gd name="connsiteY1524" fmla="*/ 2981960 h 6382977"/>
              <a:gd name="connsiteX1525" fmla="*/ 5443824 w 6501199"/>
              <a:gd name="connsiteY1525" fmla="*/ 2959100 h 6382977"/>
              <a:gd name="connsiteX1526" fmla="*/ 5499752 w 6501199"/>
              <a:gd name="connsiteY1526" fmla="*/ 2943378 h 6382977"/>
              <a:gd name="connsiteX1527" fmla="*/ 5481725 w 6501199"/>
              <a:gd name="connsiteY1527" fmla="*/ 2966320 h 6382977"/>
              <a:gd name="connsiteX1528" fmla="*/ 5499752 w 6501199"/>
              <a:gd name="connsiteY1528" fmla="*/ 2943378 h 6382977"/>
              <a:gd name="connsiteX1529" fmla="*/ 5832167 w 6501199"/>
              <a:gd name="connsiteY1529" fmla="*/ 2936875 h 6382977"/>
              <a:gd name="connsiteX1530" fmla="*/ 5815825 w 6501199"/>
              <a:gd name="connsiteY1530" fmla="*/ 2973029 h 6382977"/>
              <a:gd name="connsiteX1531" fmla="*/ 5832167 w 6501199"/>
              <a:gd name="connsiteY1531" fmla="*/ 2936875 h 6382977"/>
              <a:gd name="connsiteX1532" fmla="*/ 4636269 w 6501199"/>
              <a:gd name="connsiteY1532" fmla="*/ 2936119 h 6382977"/>
              <a:gd name="connsiteX1533" fmla="*/ 4632906 w 6501199"/>
              <a:gd name="connsiteY1533" fmla="*/ 2944780 h 6382977"/>
              <a:gd name="connsiteX1534" fmla="*/ 4624310 w 6501199"/>
              <a:gd name="connsiteY1534" fmla="*/ 2954365 h 6382977"/>
              <a:gd name="connsiteX1535" fmla="*/ 4621790 w 6501199"/>
              <a:gd name="connsiteY1535" fmla="*/ 2938255 h 6382977"/>
              <a:gd name="connsiteX1536" fmla="*/ 4622524 w 6501199"/>
              <a:gd name="connsiteY1536" fmla="*/ 2936362 h 6382977"/>
              <a:gd name="connsiteX1537" fmla="*/ 4619846 w 6501199"/>
              <a:gd name="connsiteY1537" fmla="*/ 2936820 h 6382977"/>
              <a:gd name="connsiteX1538" fmla="*/ 4613006 w 6501199"/>
              <a:gd name="connsiteY1538" fmla="*/ 2954822 h 6382977"/>
              <a:gd name="connsiteX1539" fmla="*/ 4613006 w 6501199"/>
              <a:gd name="connsiteY1539" fmla="*/ 2961662 h 6382977"/>
              <a:gd name="connsiteX1540" fmla="*/ 4608686 w 6501199"/>
              <a:gd name="connsiteY1540" fmla="*/ 2968502 h 6382977"/>
              <a:gd name="connsiteX1541" fmla="*/ 4624526 w 6501199"/>
              <a:gd name="connsiteY1541" fmla="*/ 2970663 h 6382977"/>
              <a:gd name="connsiteX1542" fmla="*/ 4640367 w 6501199"/>
              <a:gd name="connsiteY1542" fmla="*/ 2936820 h 6382977"/>
              <a:gd name="connsiteX1543" fmla="*/ 252025 w 6501199"/>
              <a:gd name="connsiteY1543" fmla="*/ 2928937 h 6382977"/>
              <a:gd name="connsiteX1544" fmla="*/ 258854 w 6501199"/>
              <a:gd name="connsiteY1544" fmla="*/ 2958290 h 6382977"/>
              <a:gd name="connsiteX1545" fmla="*/ 227224 w 6501199"/>
              <a:gd name="connsiteY1545" fmla="*/ 2955785 h 6382977"/>
              <a:gd name="connsiteX1546" fmla="*/ 252025 w 6501199"/>
              <a:gd name="connsiteY1546" fmla="*/ 2928937 h 6382977"/>
              <a:gd name="connsiteX1547" fmla="*/ 5626997 w 6501199"/>
              <a:gd name="connsiteY1547" fmla="*/ 2925762 h 6382977"/>
              <a:gd name="connsiteX1548" fmla="*/ 5624866 w 6501199"/>
              <a:gd name="connsiteY1548" fmla="*/ 2934847 h 6382977"/>
              <a:gd name="connsiteX1549" fmla="*/ 5631258 w 6501199"/>
              <a:gd name="connsiteY1549" fmla="*/ 2948657 h 6382977"/>
              <a:gd name="connsiteX1550" fmla="*/ 5618119 w 6501199"/>
              <a:gd name="connsiteY1550" fmla="*/ 2955561 h 6382977"/>
              <a:gd name="connsiteX1551" fmla="*/ 5626997 w 6501199"/>
              <a:gd name="connsiteY1551" fmla="*/ 2925762 h 6382977"/>
              <a:gd name="connsiteX1552" fmla="*/ 5569016 w 6501199"/>
              <a:gd name="connsiteY1552" fmla="*/ 2913062 h 6382977"/>
              <a:gd name="connsiteX1553" fmla="*/ 5557561 w 6501199"/>
              <a:gd name="connsiteY1553" fmla="*/ 2938104 h 6382977"/>
              <a:gd name="connsiteX1554" fmla="*/ 5569016 w 6501199"/>
              <a:gd name="connsiteY1554" fmla="*/ 2913062 h 6382977"/>
              <a:gd name="connsiteX1555" fmla="*/ 4963533 w 6501199"/>
              <a:gd name="connsiteY1555" fmla="*/ 2909563 h 6382977"/>
              <a:gd name="connsiteX1556" fmla="*/ 4956803 w 6501199"/>
              <a:gd name="connsiteY1556" fmla="*/ 2913035 h 6382977"/>
              <a:gd name="connsiteX1557" fmla="*/ 4961344 w 6501199"/>
              <a:gd name="connsiteY1557" fmla="*/ 2914170 h 6382977"/>
              <a:gd name="connsiteX1558" fmla="*/ 5951087 w 6501199"/>
              <a:gd name="connsiteY1558" fmla="*/ 2906294 h 6382977"/>
              <a:gd name="connsiteX1559" fmla="*/ 5955752 w 6501199"/>
              <a:gd name="connsiteY1559" fmla="*/ 2942863 h 6382977"/>
              <a:gd name="connsiteX1560" fmla="*/ 5951087 w 6501199"/>
              <a:gd name="connsiteY1560" fmla="*/ 2906294 h 6382977"/>
              <a:gd name="connsiteX1561" fmla="*/ 5529315 w 6501199"/>
              <a:gd name="connsiteY1561" fmla="*/ 2889250 h 6382977"/>
              <a:gd name="connsiteX1562" fmla="*/ 5495065 w 6501199"/>
              <a:gd name="connsiteY1562" fmla="*/ 2934416 h 6382977"/>
              <a:gd name="connsiteX1563" fmla="*/ 5556716 w 6501199"/>
              <a:gd name="connsiteY1563" fmla="*/ 2889250 h 6382977"/>
              <a:gd name="connsiteX1564" fmla="*/ 5554552 w 6501199"/>
              <a:gd name="connsiteY1564" fmla="*/ 2900362 h 6382977"/>
              <a:gd name="connsiteX1565" fmla="*/ 5558879 w 6501199"/>
              <a:gd name="connsiteY1565" fmla="*/ 2916493 h 6382977"/>
              <a:gd name="connsiteX1566" fmla="*/ 5472351 w 6501199"/>
              <a:gd name="connsiteY1566" fmla="*/ 2988903 h 6382977"/>
              <a:gd name="connsiteX1567" fmla="*/ 5463338 w 6501199"/>
              <a:gd name="connsiteY1567" fmla="*/ 2963811 h 6382977"/>
              <a:gd name="connsiteX1568" fmla="*/ 5529315 w 6501199"/>
              <a:gd name="connsiteY1568" fmla="*/ 2889250 h 6382977"/>
              <a:gd name="connsiteX1569" fmla="*/ 5027369 w 6501199"/>
              <a:gd name="connsiteY1569" fmla="*/ 2856895 h 6382977"/>
              <a:gd name="connsiteX1570" fmla="*/ 5026514 w 6501199"/>
              <a:gd name="connsiteY1570" fmla="*/ 2858920 h 6382977"/>
              <a:gd name="connsiteX1571" fmla="*/ 5024078 w 6501199"/>
              <a:gd name="connsiteY1571" fmla="*/ 2864691 h 6382977"/>
              <a:gd name="connsiteX1572" fmla="*/ 5024153 w 6501199"/>
              <a:gd name="connsiteY1572" fmla="*/ 2865133 h 6382977"/>
              <a:gd name="connsiteX1573" fmla="*/ 5025260 w 6501199"/>
              <a:gd name="connsiteY1573" fmla="*/ 2871928 h 6382977"/>
              <a:gd name="connsiteX1574" fmla="*/ 5031284 w 6501199"/>
              <a:gd name="connsiteY1574" fmla="*/ 2870441 h 6382977"/>
              <a:gd name="connsiteX1575" fmla="*/ 5038529 w 6501199"/>
              <a:gd name="connsiteY1575" fmla="*/ 2859415 h 6382977"/>
              <a:gd name="connsiteX1576" fmla="*/ 5027369 w 6501199"/>
              <a:gd name="connsiteY1576" fmla="*/ 2856895 h 6382977"/>
              <a:gd name="connsiteX1577" fmla="*/ 5886913 w 6501199"/>
              <a:gd name="connsiteY1577" fmla="*/ 2855912 h 6382977"/>
              <a:gd name="connsiteX1578" fmla="*/ 5850209 w 6501199"/>
              <a:gd name="connsiteY1578" fmla="*/ 2928579 h 6382977"/>
              <a:gd name="connsiteX1579" fmla="*/ 5836400 w 6501199"/>
              <a:gd name="connsiteY1579" fmla="*/ 2912470 h 6382977"/>
              <a:gd name="connsiteX1580" fmla="*/ 5886913 w 6501199"/>
              <a:gd name="connsiteY1580" fmla="*/ 2855912 h 6382977"/>
              <a:gd name="connsiteX1581" fmla="*/ 6090037 w 6501199"/>
              <a:gd name="connsiteY1581" fmla="*/ 2844800 h 6382977"/>
              <a:gd name="connsiteX1582" fmla="*/ 6071503 w 6501199"/>
              <a:gd name="connsiteY1582" fmla="*/ 2890150 h 6382977"/>
              <a:gd name="connsiteX1583" fmla="*/ 6043884 w 6501199"/>
              <a:gd name="connsiteY1583" fmla="*/ 2933340 h 6382977"/>
              <a:gd name="connsiteX1584" fmla="*/ 6030075 w 6501199"/>
              <a:gd name="connsiteY1584" fmla="*/ 2924342 h 6382977"/>
              <a:gd name="connsiteX1585" fmla="*/ 6090037 w 6501199"/>
              <a:gd name="connsiteY1585" fmla="*/ 2844800 h 6382977"/>
              <a:gd name="connsiteX1586" fmla="*/ 4907326 w 6501199"/>
              <a:gd name="connsiteY1586" fmla="*/ 2837622 h 6382977"/>
              <a:gd name="connsiteX1587" fmla="*/ 4900963 w 6501199"/>
              <a:gd name="connsiteY1587" fmla="*/ 2839524 h 6382977"/>
              <a:gd name="connsiteX1588" fmla="*/ 4892787 w 6501199"/>
              <a:gd name="connsiteY1588" fmla="*/ 2851488 h 6382977"/>
              <a:gd name="connsiteX1589" fmla="*/ 4910108 w 6501199"/>
              <a:gd name="connsiteY1589" fmla="*/ 2841756 h 6382977"/>
              <a:gd name="connsiteX1590" fmla="*/ 5011169 w 6501199"/>
              <a:gd name="connsiteY1590" fmla="*/ 2834213 h 6382977"/>
              <a:gd name="connsiteX1591" fmla="*/ 5008857 w 6501199"/>
              <a:gd name="connsiteY1591" fmla="*/ 2834951 h 6382977"/>
              <a:gd name="connsiteX1592" fmla="*/ 5006753 w 6501199"/>
              <a:gd name="connsiteY1592" fmla="*/ 2840377 h 6382977"/>
              <a:gd name="connsiteX1593" fmla="*/ 5011494 w 6501199"/>
              <a:gd name="connsiteY1593" fmla="*/ 2834925 h 6382977"/>
              <a:gd name="connsiteX1594" fmla="*/ 5045369 w 6501199"/>
              <a:gd name="connsiteY1594" fmla="*/ 2829533 h 6382977"/>
              <a:gd name="connsiteX1595" fmla="*/ 5036369 w 6501199"/>
              <a:gd name="connsiteY1595" fmla="*/ 2841054 h 6382977"/>
              <a:gd name="connsiteX1596" fmla="*/ 5045369 w 6501199"/>
              <a:gd name="connsiteY1596" fmla="*/ 2861575 h 6382977"/>
              <a:gd name="connsiteX1597" fmla="*/ 5063280 w 6501199"/>
              <a:gd name="connsiteY1597" fmla="*/ 2848434 h 6382977"/>
              <a:gd name="connsiteX1598" fmla="*/ 5067179 w 6501199"/>
              <a:gd name="connsiteY1598" fmla="*/ 2845884 h 6382977"/>
              <a:gd name="connsiteX1599" fmla="*/ 5060844 w 6501199"/>
              <a:gd name="connsiteY1599" fmla="*/ 2837060 h 6382977"/>
              <a:gd name="connsiteX1600" fmla="*/ 5060472 w 6501199"/>
              <a:gd name="connsiteY1600" fmla="*/ 2836427 h 6382977"/>
              <a:gd name="connsiteX1601" fmla="*/ 5052209 w 6501199"/>
              <a:gd name="connsiteY1601" fmla="*/ 2845734 h 6382977"/>
              <a:gd name="connsiteX1602" fmla="*/ 5045369 w 6501199"/>
              <a:gd name="connsiteY1602" fmla="*/ 2829533 h 6382977"/>
              <a:gd name="connsiteX1603" fmla="*/ 4822528 w 6501199"/>
              <a:gd name="connsiteY1603" fmla="*/ 2829533 h 6382977"/>
              <a:gd name="connsiteX1604" fmla="*/ 4813528 w 6501199"/>
              <a:gd name="connsiteY1604" fmla="*/ 2843214 h 6382977"/>
              <a:gd name="connsiteX1605" fmla="*/ 4825093 w 6501199"/>
              <a:gd name="connsiteY1605" fmla="*/ 2843574 h 6382977"/>
              <a:gd name="connsiteX1606" fmla="*/ 4827313 w 6501199"/>
              <a:gd name="connsiteY1606" fmla="*/ 2839600 h 6382977"/>
              <a:gd name="connsiteX1607" fmla="*/ 4824325 w 6501199"/>
              <a:gd name="connsiteY1607" fmla="*/ 2834394 h 6382977"/>
              <a:gd name="connsiteX1608" fmla="*/ 4822687 w 6501199"/>
              <a:gd name="connsiteY1608" fmla="*/ 2829577 h 6382977"/>
              <a:gd name="connsiteX1609" fmla="*/ 5698288 w 6501199"/>
              <a:gd name="connsiteY1609" fmla="*/ 2828925 h 6382977"/>
              <a:gd name="connsiteX1610" fmla="*/ 5725210 w 6501199"/>
              <a:gd name="connsiteY1610" fmla="*/ 2868248 h 6382977"/>
              <a:gd name="connsiteX1611" fmla="*/ 5698288 w 6501199"/>
              <a:gd name="connsiteY1611" fmla="*/ 2828925 h 6382977"/>
              <a:gd name="connsiteX1612" fmla="*/ 5051945 w 6501199"/>
              <a:gd name="connsiteY1612" fmla="*/ 2821928 h 6382977"/>
              <a:gd name="connsiteX1613" fmla="*/ 5051669 w 6501199"/>
              <a:gd name="connsiteY1613" fmla="*/ 2822288 h 6382977"/>
              <a:gd name="connsiteX1614" fmla="*/ 5050049 w 6501199"/>
              <a:gd name="connsiteY1614" fmla="*/ 2827373 h 6382977"/>
              <a:gd name="connsiteX1615" fmla="*/ 5053874 w 6501199"/>
              <a:gd name="connsiteY1615" fmla="*/ 2825208 h 6382977"/>
              <a:gd name="connsiteX1616" fmla="*/ 5027369 w 6501199"/>
              <a:gd name="connsiteY1616" fmla="*/ 2818372 h 6382977"/>
              <a:gd name="connsiteX1617" fmla="*/ 5016394 w 6501199"/>
              <a:gd name="connsiteY1617" fmla="*/ 2820268 h 6382977"/>
              <a:gd name="connsiteX1618" fmla="*/ 5013565 w 6501199"/>
              <a:gd name="connsiteY1618" fmla="*/ 2822805 h 6382977"/>
              <a:gd name="connsiteX1619" fmla="*/ 5010575 w 6501199"/>
              <a:gd name="connsiteY1619" fmla="*/ 2830519 h 6382977"/>
              <a:gd name="connsiteX1620" fmla="*/ 5013314 w 6501199"/>
              <a:gd name="connsiteY1620" fmla="*/ 2832832 h 6382977"/>
              <a:gd name="connsiteX1621" fmla="*/ 5013951 w 6501199"/>
              <a:gd name="connsiteY1621" fmla="*/ 2832100 h 6382977"/>
              <a:gd name="connsiteX1622" fmla="*/ 5014416 w 6501199"/>
              <a:gd name="connsiteY1622" fmla="*/ 2833762 h 6382977"/>
              <a:gd name="connsiteX1623" fmla="*/ 5016389 w 6501199"/>
              <a:gd name="connsiteY1623" fmla="*/ 2835428 h 6382977"/>
              <a:gd name="connsiteX1624" fmla="*/ 5022689 w 6501199"/>
              <a:gd name="connsiteY1624" fmla="*/ 2843214 h 6382977"/>
              <a:gd name="connsiteX1625" fmla="*/ 5027369 w 6501199"/>
              <a:gd name="connsiteY1625" fmla="*/ 2818372 h 6382977"/>
              <a:gd name="connsiteX1626" fmla="*/ 6101820 w 6501199"/>
              <a:gd name="connsiteY1626" fmla="*/ 2814889 h 6382977"/>
              <a:gd name="connsiteX1627" fmla="*/ 6112267 w 6501199"/>
              <a:gd name="connsiteY1627" fmla="*/ 2818715 h 6382977"/>
              <a:gd name="connsiteX1628" fmla="*/ 6094022 w 6501199"/>
              <a:gd name="connsiteY1628" fmla="*/ 2841267 h 6382977"/>
              <a:gd name="connsiteX1629" fmla="*/ 6101820 w 6501199"/>
              <a:gd name="connsiteY1629" fmla="*/ 2814889 h 6382977"/>
              <a:gd name="connsiteX1630" fmla="*/ 5026984 w 6501199"/>
              <a:gd name="connsiteY1630" fmla="*/ 2810769 h 6382977"/>
              <a:gd name="connsiteX1631" fmla="*/ 5026115 w 6501199"/>
              <a:gd name="connsiteY1631" fmla="*/ 2811549 h 6382977"/>
              <a:gd name="connsiteX1632" fmla="*/ 5027369 w 6501199"/>
              <a:gd name="connsiteY1632" fmla="*/ 2811532 h 6382977"/>
              <a:gd name="connsiteX1633" fmla="*/ 5073081 w 6501199"/>
              <a:gd name="connsiteY1633" fmla="*/ 2809378 h 6382977"/>
              <a:gd name="connsiteX1634" fmla="*/ 5068419 w 6501199"/>
              <a:gd name="connsiteY1634" fmla="*/ 2815828 h 6382977"/>
              <a:gd name="connsiteX1635" fmla="*/ 5068875 w 6501199"/>
              <a:gd name="connsiteY1635" fmla="*/ 2816738 h 6382977"/>
              <a:gd name="connsiteX1636" fmla="*/ 5079066 w 6501199"/>
              <a:gd name="connsiteY1636" fmla="*/ 2814350 h 6382977"/>
              <a:gd name="connsiteX1637" fmla="*/ 5104636 w 6501199"/>
              <a:gd name="connsiteY1637" fmla="*/ 2806870 h 6382977"/>
              <a:gd name="connsiteX1638" fmla="*/ 5107146 w 6501199"/>
              <a:gd name="connsiteY1638" fmla="*/ 2825145 h 6382977"/>
              <a:gd name="connsiteX1639" fmla="*/ 5082538 w 6501199"/>
              <a:gd name="connsiteY1639" fmla="*/ 2817234 h 6382977"/>
              <a:gd name="connsiteX1640" fmla="*/ 5081692 w 6501199"/>
              <a:gd name="connsiteY1640" fmla="*/ 2816531 h 6382977"/>
              <a:gd name="connsiteX1641" fmla="*/ 5077522 w 6501199"/>
              <a:gd name="connsiteY1641" fmla="*/ 2818749 h 6382977"/>
              <a:gd name="connsiteX1642" fmla="*/ 5072346 w 6501199"/>
              <a:gd name="connsiteY1642" fmla="*/ 2823658 h 6382977"/>
              <a:gd name="connsiteX1643" fmla="*/ 5073053 w 6501199"/>
              <a:gd name="connsiteY1643" fmla="*/ 2825067 h 6382977"/>
              <a:gd name="connsiteX1644" fmla="*/ 5070487 w 6501199"/>
              <a:gd name="connsiteY1644" fmla="*/ 2841931 h 6382977"/>
              <a:gd name="connsiteX1645" fmla="*/ 5071342 w 6501199"/>
              <a:gd name="connsiteY1645" fmla="*/ 2843163 h 6382977"/>
              <a:gd name="connsiteX1646" fmla="*/ 5072606 w 6501199"/>
              <a:gd name="connsiteY1646" fmla="*/ 2842336 h 6382977"/>
              <a:gd name="connsiteX1647" fmla="*/ 5079570 w 6501199"/>
              <a:gd name="connsiteY1647" fmla="*/ 2832053 h 6382977"/>
              <a:gd name="connsiteX1648" fmla="*/ 5102250 w 6501199"/>
              <a:gd name="connsiteY1648" fmla="*/ 2838894 h 6382977"/>
              <a:gd name="connsiteX1649" fmla="*/ 5113916 w 6501199"/>
              <a:gd name="connsiteY1649" fmla="*/ 2823092 h 6382977"/>
              <a:gd name="connsiteX1650" fmla="*/ 5115415 w 6501199"/>
              <a:gd name="connsiteY1650" fmla="*/ 2820404 h 6382977"/>
              <a:gd name="connsiteX1651" fmla="*/ 5108625 w 6501199"/>
              <a:gd name="connsiteY1651" fmla="*/ 2819591 h 6382977"/>
              <a:gd name="connsiteX1652" fmla="*/ 5104636 w 6501199"/>
              <a:gd name="connsiteY1652" fmla="*/ 2806870 h 6382977"/>
              <a:gd name="connsiteX1653" fmla="*/ 5922755 w 6501199"/>
              <a:gd name="connsiteY1653" fmla="*/ 2806700 h 6382977"/>
              <a:gd name="connsiteX1654" fmla="*/ 5907169 w 6501199"/>
              <a:gd name="connsiteY1654" fmla="*/ 2846023 h 6382977"/>
              <a:gd name="connsiteX1655" fmla="*/ 5922755 w 6501199"/>
              <a:gd name="connsiteY1655" fmla="*/ 2806700 h 6382977"/>
              <a:gd name="connsiteX1656" fmla="*/ 5090882 w 6501199"/>
              <a:gd name="connsiteY1656" fmla="*/ 2782623 h 6382977"/>
              <a:gd name="connsiteX1657" fmla="*/ 5089062 w 6501199"/>
              <a:gd name="connsiteY1657" fmla="*/ 2784132 h 6382977"/>
              <a:gd name="connsiteX1658" fmla="*/ 5091368 w 6501199"/>
              <a:gd name="connsiteY1658" fmla="*/ 2793253 h 6382977"/>
              <a:gd name="connsiteX1659" fmla="*/ 5099372 w 6501199"/>
              <a:gd name="connsiteY1659" fmla="*/ 2788369 h 6382977"/>
              <a:gd name="connsiteX1660" fmla="*/ 5094915 w 6501199"/>
              <a:gd name="connsiteY1660" fmla="*/ 2785025 h 6382977"/>
              <a:gd name="connsiteX1661" fmla="*/ 5090882 w 6501199"/>
              <a:gd name="connsiteY1661" fmla="*/ 2782623 h 6382977"/>
              <a:gd name="connsiteX1662" fmla="*/ 4145654 w 6501199"/>
              <a:gd name="connsiteY1662" fmla="*/ 2779378 h 6382977"/>
              <a:gd name="connsiteX1663" fmla="*/ 4139110 w 6501199"/>
              <a:gd name="connsiteY1663" fmla="*/ 2787143 h 6382977"/>
              <a:gd name="connsiteX1664" fmla="*/ 4138936 w 6501199"/>
              <a:gd name="connsiteY1664" fmla="*/ 2787586 h 6382977"/>
              <a:gd name="connsiteX1665" fmla="*/ 4144643 w 6501199"/>
              <a:gd name="connsiteY1665" fmla="*/ 2791010 h 6382977"/>
              <a:gd name="connsiteX1666" fmla="*/ 4145968 w 6501199"/>
              <a:gd name="connsiteY1666" fmla="*/ 2779784 h 6382977"/>
              <a:gd name="connsiteX1667" fmla="*/ 4147508 w 6501199"/>
              <a:gd name="connsiteY1667" fmla="*/ 2762344 h 6382977"/>
              <a:gd name="connsiteX1668" fmla="*/ 4144282 w 6501199"/>
              <a:gd name="connsiteY1668" fmla="*/ 2763601 h 6382977"/>
              <a:gd name="connsiteX1669" fmla="*/ 4134878 w 6501199"/>
              <a:gd name="connsiteY1669" fmla="*/ 2769094 h 6382977"/>
              <a:gd name="connsiteX1670" fmla="*/ 4134345 w 6501199"/>
              <a:gd name="connsiteY1670" fmla="*/ 2769913 h 6382977"/>
              <a:gd name="connsiteX1671" fmla="*/ 4143502 w 6501199"/>
              <a:gd name="connsiteY1671" fmla="*/ 2772952 h 6382977"/>
              <a:gd name="connsiteX1672" fmla="*/ 4149060 w 6501199"/>
              <a:gd name="connsiteY1672" fmla="*/ 2762911 h 6382977"/>
              <a:gd name="connsiteX1673" fmla="*/ 4149124 w 6501199"/>
              <a:gd name="connsiteY1673" fmla="*/ 2762539 h 6382977"/>
              <a:gd name="connsiteX1674" fmla="*/ 6156896 w 6501199"/>
              <a:gd name="connsiteY1674" fmla="*/ 2749550 h 6382977"/>
              <a:gd name="connsiteX1675" fmla="*/ 6177354 w 6501199"/>
              <a:gd name="connsiteY1675" fmla="*/ 2765921 h 6382977"/>
              <a:gd name="connsiteX1676" fmla="*/ 6138950 w 6501199"/>
              <a:gd name="connsiteY1676" fmla="*/ 2784111 h 6382977"/>
              <a:gd name="connsiteX1677" fmla="*/ 6156896 w 6501199"/>
              <a:gd name="connsiteY1677" fmla="*/ 2749550 h 6382977"/>
              <a:gd name="connsiteX1678" fmla="*/ 4302588 w 6501199"/>
              <a:gd name="connsiteY1678" fmla="*/ 2745985 h 6382977"/>
              <a:gd name="connsiteX1679" fmla="*/ 4297779 w 6501199"/>
              <a:gd name="connsiteY1679" fmla="*/ 2751588 h 6382977"/>
              <a:gd name="connsiteX1680" fmla="*/ 4290880 w 6501199"/>
              <a:gd name="connsiteY1680" fmla="*/ 2768533 h 6382977"/>
              <a:gd name="connsiteX1681" fmla="*/ 4305181 w 6501199"/>
              <a:gd name="connsiteY1681" fmla="*/ 2773097 h 6382977"/>
              <a:gd name="connsiteX1682" fmla="*/ 4301418 w 6501199"/>
              <a:gd name="connsiteY1682" fmla="*/ 2775776 h 6382977"/>
              <a:gd name="connsiteX1683" fmla="*/ 4303494 w 6501199"/>
              <a:gd name="connsiteY1683" fmla="*/ 2776744 h 6382977"/>
              <a:gd name="connsiteX1684" fmla="*/ 4315284 w 6501199"/>
              <a:gd name="connsiteY1684" fmla="*/ 2773009 h 6382977"/>
              <a:gd name="connsiteX1685" fmla="*/ 4310604 w 6501199"/>
              <a:gd name="connsiteY1685" fmla="*/ 2747807 h 6382977"/>
              <a:gd name="connsiteX1686" fmla="*/ 4302588 w 6501199"/>
              <a:gd name="connsiteY1686" fmla="*/ 2745985 h 6382977"/>
              <a:gd name="connsiteX1687" fmla="*/ 5120174 w 6501199"/>
              <a:gd name="connsiteY1687" fmla="*/ 2743881 h 6382977"/>
              <a:gd name="connsiteX1688" fmla="*/ 5120610 w 6501199"/>
              <a:gd name="connsiteY1688" fmla="*/ 2747807 h 6382977"/>
              <a:gd name="connsiteX1689" fmla="*/ 5125554 w 6501199"/>
              <a:gd name="connsiteY1689" fmla="*/ 2745782 h 6382977"/>
              <a:gd name="connsiteX1690" fmla="*/ 5152290 w 6501199"/>
              <a:gd name="connsiteY1690" fmla="*/ 2738807 h 6382977"/>
              <a:gd name="connsiteX1691" fmla="*/ 5116144 w 6501199"/>
              <a:gd name="connsiteY1691" fmla="*/ 2763615 h 6382977"/>
              <a:gd name="connsiteX1692" fmla="*/ 5118040 w 6501199"/>
              <a:gd name="connsiteY1692" fmla="*/ 2776978 h 6382977"/>
              <a:gd name="connsiteX1693" fmla="*/ 5131888 w 6501199"/>
              <a:gd name="connsiteY1693" fmla="*/ 2768528 h 6382977"/>
              <a:gd name="connsiteX1694" fmla="*/ 5168406 w 6501199"/>
              <a:gd name="connsiteY1694" fmla="*/ 2744200 h 6382977"/>
              <a:gd name="connsiteX1695" fmla="*/ 5164542 w 6501199"/>
              <a:gd name="connsiteY1695" fmla="*/ 2746047 h 6382977"/>
              <a:gd name="connsiteX1696" fmla="*/ 5152290 w 6501199"/>
              <a:gd name="connsiteY1696" fmla="*/ 2738807 h 6382977"/>
              <a:gd name="connsiteX1697" fmla="*/ 5178063 w 6501199"/>
              <a:gd name="connsiteY1697" fmla="*/ 2724707 h 6382977"/>
              <a:gd name="connsiteX1698" fmla="*/ 5169869 w 6501199"/>
              <a:gd name="connsiteY1698" fmla="*/ 2729479 h 6382977"/>
              <a:gd name="connsiteX1699" fmla="*/ 5166045 w 6501199"/>
              <a:gd name="connsiteY1699" fmla="*/ 2731324 h 6382977"/>
              <a:gd name="connsiteX1700" fmla="*/ 5170520 w 6501199"/>
              <a:gd name="connsiteY1700" fmla="*/ 2742792 h 6382977"/>
              <a:gd name="connsiteX1701" fmla="*/ 5172766 w 6501199"/>
              <a:gd name="connsiteY1701" fmla="*/ 2741295 h 6382977"/>
              <a:gd name="connsiteX1702" fmla="*/ 5177307 w 6501199"/>
              <a:gd name="connsiteY1702" fmla="*/ 2736081 h 6382977"/>
              <a:gd name="connsiteX1703" fmla="*/ 5176904 w 6501199"/>
              <a:gd name="connsiteY1703" fmla="*/ 2736482 h 6382977"/>
              <a:gd name="connsiteX1704" fmla="*/ 4438045 w 6501199"/>
              <a:gd name="connsiteY1704" fmla="*/ 2720445 h 6382977"/>
              <a:gd name="connsiteX1705" fmla="*/ 4422205 w 6501199"/>
              <a:gd name="connsiteY1705" fmla="*/ 2745647 h 6382977"/>
              <a:gd name="connsiteX1706" fmla="*/ 4424640 w 6501199"/>
              <a:gd name="connsiteY1706" fmla="*/ 2744875 h 6382977"/>
              <a:gd name="connsiteX1707" fmla="*/ 4424776 w 6501199"/>
              <a:gd name="connsiteY1707" fmla="*/ 2743195 h 6382977"/>
              <a:gd name="connsiteX1708" fmla="*/ 4430124 w 6501199"/>
              <a:gd name="connsiteY1708" fmla="*/ 2743134 h 6382977"/>
              <a:gd name="connsiteX1709" fmla="*/ 4436245 w 6501199"/>
              <a:gd name="connsiteY1709" fmla="*/ 2741192 h 6382977"/>
              <a:gd name="connsiteX1710" fmla="*/ 4442387 w 6501199"/>
              <a:gd name="connsiteY1710" fmla="*/ 2732055 h 6382977"/>
              <a:gd name="connsiteX1711" fmla="*/ 4442510 w 6501199"/>
              <a:gd name="connsiteY1711" fmla="*/ 2727325 h 6382977"/>
              <a:gd name="connsiteX1712" fmla="*/ 4445567 w 6501199"/>
              <a:gd name="connsiteY1712" fmla="*/ 2727325 h 6382977"/>
              <a:gd name="connsiteX1713" fmla="*/ 4447045 w 6501199"/>
              <a:gd name="connsiteY1713" fmla="*/ 2725126 h 6382977"/>
              <a:gd name="connsiteX1714" fmla="*/ 4438045 w 6501199"/>
              <a:gd name="connsiteY1714" fmla="*/ 2720445 h 6382977"/>
              <a:gd name="connsiteX1715" fmla="*/ 4456045 w 6501199"/>
              <a:gd name="connsiteY1715" fmla="*/ 2715765 h 6382977"/>
              <a:gd name="connsiteX1716" fmla="*/ 4457862 w 6501199"/>
              <a:gd name="connsiteY1716" fmla="*/ 2724237 h 6382977"/>
              <a:gd name="connsiteX1717" fmla="*/ 4455619 w 6501199"/>
              <a:gd name="connsiteY1717" fmla="*/ 2727325 h 6382977"/>
              <a:gd name="connsiteX1718" fmla="*/ 4456148 w 6501199"/>
              <a:gd name="connsiteY1718" fmla="*/ 2727325 h 6382977"/>
              <a:gd name="connsiteX1719" fmla="*/ 4458096 w 6501199"/>
              <a:gd name="connsiteY1719" fmla="*/ 2727325 h 6382977"/>
              <a:gd name="connsiteX1720" fmla="*/ 4456883 w 6501199"/>
              <a:gd name="connsiteY1720" fmla="*/ 2733989 h 6382977"/>
              <a:gd name="connsiteX1721" fmla="*/ 4460320 w 6501199"/>
              <a:gd name="connsiteY1721" fmla="*/ 2729536 h 6382977"/>
              <a:gd name="connsiteX1722" fmla="*/ 4456045 w 6501199"/>
              <a:gd name="connsiteY1722" fmla="*/ 2715765 h 6382977"/>
              <a:gd name="connsiteX1723" fmla="*/ 4629542 w 6501199"/>
              <a:gd name="connsiteY1723" fmla="*/ 2709558 h 6382977"/>
              <a:gd name="connsiteX1724" fmla="*/ 4626478 w 6501199"/>
              <a:gd name="connsiteY1724" fmla="*/ 2709798 h 6382977"/>
              <a:gd name="connsiteX1725" fmla="*/ 4626729 w 6501199"/>
              <a:gd name="connsiteY1725" fmla="*/ 2713865 h 6382977"/>
              <a:gd name="connsiteX1726" fmla="*/ 4629656 w 6501199"/>
              <a:gd name="connsiteY1726" fmla="*/ 2711985 h 6382977"/>
              <a:gd name="connsiteX1727" fmla="*/ 5220553 w 6501199"/>
              <a:gd name="connsiteY1727" fmla="*/ 2700337 h 6382977"/>
              <a:gd name="connsiteX1728" fmla="*/ 5222727 w 6501199"/>
              <a:gd name="connsiteY1728" fmla="*/ 2709574 h 6382977"/>
              <a:gd name="connsiteX1729" fmla="*/ 5224507 w 6501199"/>
              <a:gd name="connsiteY1729" fmla="*/ 2709291 h 6382977"/>
              <a:gd name="connsiteX1730" fmla="*/ 5224713 w 6501199"/>
              <a:gd name="connsiteY1730" fmla="*/ 2718017 h 6382977"/>
              <a:gd name="connsiteX1731" fmla="*/ 5224759 w 6501199"/>
              <a:gd name="connsiteY1731" fmla="*/ 2718212 h 6382977"/>
              <a:gd name="connsiteX1732" fmla="*/ 5227213 w 6501199"/>
              <a:gd name="connsiteY1732" fmla="*/ 2718212 h 6382977"/>
              <a:gd name="connsiteX1733" fmla="*/ 5222656 w 6501199"/>
              <a:gd name="connsiteY1733" fmla="*/ 2724871 h 6382977"/>
              <a:gd name="connsiteX1734" fmla="*/ 5217566 w 6501199"/>
              <a:gd name="connsiteY1734" fmla="*/ 2723312 h 6382977"/>
              <a:gd name="connsiteX1735" fmla="*/ 5198049 w 6501199"/>
              <a:gd name="connsiteY1735" fmla="*/ 2730128 h 6382977"/>
              <a:gd name="connsiteX1736" fmla="*/ 5203738 w 6501199"/>
              <a:gd name="connsiteY1736" fmla="*/ 2712594 h 6382977"/>
              <a:gd name="connsiteX1737" fmla="*/ 5214755 w 6501199"/>
              <a:gd name="connsiteY1737" fmla="*/ 2710842 h 6382977"/>
              <a:gd name="connsiteX1738" fmla="*/ 4544966 w 6501199"/>
              <a:gd name="connsiteY1738" fmla="*/ 2686243 h 6382977"/>
              <a:gd name="connsiteX1739" fmla="*/ 4547126 w 6501199"/>
              <a:gd name="connsiteY1739" fmla="*/ 2704604 h 6382977"/>
              <a:gd name="connsiteX1740" fmla="*/ 4533445 w 6501199"/>
              <a:gd name="connsiteY1740" fmla="*/ 2693084 h 6382977"/>
              <a:gd name="connsiteX1741" fmla="*/ 4522285 w 6501199"/>
              <a:gd name="connsiteY1741" fmla="*/ 2706765 h 6382977"/>
              <a:gd name="connsiteX1742" fmla="*/ 4542806 w 6501199"/>
              <a:gd name="connsiteY1742" fmla="*/ 2711445 h 6382977"/>
              <a:gd name="connsiteX1743" fmla="*/ 4515445 w 6501199"/>
              <a:gd name="connsiteY1743" fmla="*/ 2727286 h 6382977"/>
              <a:gd name="connsiteX1744" fmla="*/ 4494925 w 6501199"/>
              <a:gd name="connsiteY1744" fmla="*/ 2713605 h 6382977"/>
              <a:gd name="connsiteX1745" fmla="*/ 4503925 w 6501199"/>
              <a:gd name="connsiteY1745" fmla="*/ 2725126 h 6382977"/>
              <a:gd name="connsiteX1746" fmla="*/ 4476565 w 6501199"/>
              <a:gd name="connsiteY1746" fmla="*/ 2738807 h 6382977"/>
              <a:gd name="connsiteX1747" fmla="*/ 4478403 w 6501199"/>
              <a:gd name="connsiteY1747" fmla="*/ 2738640 h 6382977"/>
              <a:gd name="connsiteX1748" fmla="*/ 4480320 w 6501199"/>
              <a:gd name="connsiteY1748" fmla="*/ 2736427 h 6382977"/>
              <a:gd name="connsiteX1749" fmla="*/ 4486945 w 6501199"/>
              <a:gd name="connsiteY1749" fmla="*/ 2737702 h 6382977"/>
              <a:gd name="connsiteX1750" fmla="*/ 4487022 w 6501199"/>
              <a:gd name="connsiteY1750" fmla="*/ 2737856 h 6382977"/>
              <a:gd name="connsiteX1751" fmla="*/ 4527551 w 6501199"/>
              <a:gd name="connsiteY1751" fmla="*/ 2734171 h 6382977"/>
              <a:gd name="connsiteX1752" fmla="*/ 4576646 w 6501199"/>
              <a:gd name="connsiteY1752" fmla="*/ 2715765 h 6382977"/>
              <a:gd name="connsiteX1753" fmla="*/ 4558646 w 6501199"/>
              <a:gd name="connsiteY1753" fmla="*/ 2713605 h 6382977"/>
              <a:gd name="connsiteX1754" fmla="*/ 4560806 w 6501199"/>
              <a:gd name="connsiteY1754" fmla="*/ 2686243 h 6382977"/>
              <a:gd name="connsiteX1755" fmla="*/ 4544966 w 6501199"/>
              <a:gd name="connsiteY1755" fmla="*/ 2686243 h 6382977"/>
              <a:gd name="connsiteX1756" fmla="*/ 4638207 w 6501199"/>
              <a:gd name="connsiteY1756" fmla="*/ 2663562 h 6382977"/>
              <a:gd name="connsiteX1757" fmla="*/ 4633526 w 6501199"/>
              <a:gd name="connsiteY1757" fmla="*/ 2684083 h 6382977"/>
              <a:gd name="connsiteX1758" fmla="*/ 4638207 w 6501199"/>
              <a:gd name="connsiteY1758" fmla="*/ 2663562 h 6382977"/>
              <a:gd name="connsiteX1759" fmla="*/ 4623581 w 6501199"/>
              <a:gd name="connsiteY1759" fmla="*/ 2647901 h 6382977"/>
              <a:gd name="connsiteX1760" fmla="*/ 4613006 w 6501199"/>
              <a:gd name="connsiteY1760" fmla="*/ 2654561 h 6382977"/>
              <a:gd name="connsiteX1761" fmla="*/ 4599686 w 6501199"/>
              <a:gd name="connsiteY1761" fmla="*/ 2672562 h 6382977"/>
              <a:gd name="connsiteX1762" fmla="*/ 4597166 w 6501199"/>
              <a:gd name="connsiteY1762" fmla="*/ 2652401 h 6382977"/>
              <a:gd name="connsiteX1763" fmla="*/ 4588166 w 6501199"/>
              <a:gd name="connsiteY1763" fmla="*/ 2672562 h 6382977"/>
              <a:gd name="connsiteX1764" fmla="*/ 4606526 w 6501199"/>
              <a:gd name="connsiteY1764" fmla="*/ 2679403 h 6382977"/>
              <a:gd name="connsiteX1765" fmla="*/ 4581326 w 6501199"/>
              <a:gd name="connsiteY1765" fmla="*/ 2686243 h 6382977"/>
              <a:gd name="connsiteX1766" fmla="*/ 4576646 w 6501199"/>
              <a:gd name="connsiteY1766" fmla="*/ 2702444 h 6382977"/>
              <a:gd name="connsiteX1767" fmla="*/ 4599686 w 6501199"/>
              <a:gd name="connsiteY1767" fmla="*/ 2697764 h 6382977"/>
              <a:gd name="connsiteX1768" fmla="*/ 4586006 w 6501199"/>
              <a:gd name="connsiteY1768" fmla="*/ 2715765 h 6382977"/>
              <a:gd name="connsiteX1769" fmla="*/ 4603241 w 6501199"/>
              <a:gd name="connsiteY1769" fmla="*/ 2711265 h 6382977"/>
              <a:gd name="connsiteX1770" fmla="*/ 4621790 w 6501199"/>
              <a:gd name="connsiteY1770" fmla="*/ 2706900 h 6382977"/>
              <a:gd name="connsiteX1771" fmla="*/ 4623158 w 6501199"/>
              <a:gd name="connsiteY1771" fmla="*/ 2698283 h 6382977"/>
              <a:gd name="connsiteX1772" fmla="*/ 4621190 w 6501199"/>
              <a:gd name="connsiteY1772" fmla="*/ 2699086 h 6382977"/>
              <a:gd name="connsiteX1773" fmla="*/ 4608686 w 6501199"/>
              <a:gd name="connsiteY1773" fmla="*/ 2699924 h 6382977"/>
              <a:gd name="connsiteX1774" fmla="*/ 4619846 w 6501199"/>
              <a:gd name="connsiteY1774" fmla="*/ 2695604 h 6382977"/>
              <a:gd name="connsiteX1775" fmla="*/ 4610846 w 6501199"/>
              <a:gd name="connsiteY1775" fmla="*/ 2681923 h 6382977"/>
              <a:gd name="connsiteX1776" fmla="*/ 4619846 w 6501199"/>
              <a:gd name="connsiteY1776" fmla="*/ 2688763 h 6382977"/>
              <a:gd name="connsiteX1777" fmla="*/ 4615526 w 6501199"/>
              <a:gd name="connsiteY1777" fmla="*/ 2672562 h 6382977"/>
              <a:gd name="connsiteX1778" fmla="*/ 4636047 w 6501199"/>
              <a:gd name="connsiteY1778" fmla="*/ 2649881 h 6382977"/>
              <a:gd name="connsiteX1779" fmla="*/ 4623581 w 6501199"/>
              <a:gd name="connsiteY1779" fmla="*/ 2647901 h 6382977"/>
              <a:gd name="connsiteX1780" fmla="*/ 4747084 w 6501199"/>
              <a:gd name="connsiteY1780" fmla="*/ 2646790 h 6382977"/>
              <a:gd name="connsiteX1781" fmla="*/ 4762900 w 6501199"/>
              <a:gd name="connsiteY1781" fmla="*/ 2646973 h 6382977"/>
              <a:gd name="connsiteX1782" fmla="*/ 4758343 w 6501199"/>
              <a:gd name="connsiteY1782" fmla="*/ 2658695 h 6382977"/>
              <a:gd name="connsiteX1783" fmla="*/ 4736263 w 6501199"/>
              <a:gd name="connsiteY1783" fmla="*/ 2658695 h 6382977"/>
              <a:gd name="connsiteX1784" fmla="*/ 4747084 w 6501199"/>
              <a:gd name="connsiteY1784" fmla="*/ 2646790 h 6382977"/>
              <a:gd name="connsiteX1785" fmla="*/ 5285941 w 6501199"/>
              <a:gd name="connsiteY1785" fmla="*/ 2635750 h 6382977"/>
              <a:gd name="connsiteX1786" fmla="*/ 5277571 w 6501199"/>
              <a:gd name="connsiteY1786" fmla="*/ 2645560 h 6382977"/>
              <a:gd name="connsiteX1787" fmla="*/ 5304571 w 6501199"/>
              <a:gd name="connsiteY1787" fmla="*/ 2636200 h 6382977"/>
              <a:gd name="connsiteX1788" fmla="*/ 5285941 w 6501199"/>
              <a:gd name="connsiteY1788" fmla="*/ 2635750 h 6382977"/>
              <a:gd name="connsiteX1789" fmla="*/ 5383618 w 6501199"/>
              <a:gd name="connsiteY1789" fmla="*/ 2622550 h 6382977"/>
              <a:gd name="connsiteX1790" fmla="*/ 5368088 w 6501199"/>
              <a:gd name="connsiteY1790" fmla="*/ 2649186 h 6382977"/>
              <a:gd name="connsiteX1791" fmla="*/ 5383618 w 6501199"/>
              <a:gd name="connsiteY1791" fmla="*/ 2622550 h 6382977"/>
              <a:gd name="connsiteX1792" fmla="*/ 4780467 w 6501199"/>
              <a:gd name="connsiteY1792" fmla="*/ 2613540 h 6382977"/>
              <a:gd name="connsiteX1793" fmla="*/ 4782613 w 6501199"/>
              <a:gd name="connsiteY1793" fmla="*/ 2622302 h 6382977"/>
              <a:gd name="connsiteX1794" fmla="*/ 4760075 w 6501199"/>
              <a:gd name="connsiteY1794" fmla="*/ 2628961 h 6382977"/>
              <a:gd name="connsiteX1795" fmla="*/ 4778320 w 6501199"/>
              <a:gd name="connsiteY1795" fmla="*/ 2615643 h 6382977"/>
              <a:gd name="connsiteX1796" fmla="*/ 4780467 w 6501199"/>
              <a:gd name="connsiteY1796" fmla="*/ 2613540 h 6382977"/>
              <a:gd name="connsiteX1797" fmla="*/ 5326870 w 6501199"/>
              <a:gd name="connsiteY1797" fmla="*/ 2612231 h 6382977"/>
              <a:gd name="connsiteX1798" fmla="*/ 5327264 w 6501199"/>
              <a:gd name="connsiteY1798" fmla="*/ 2613476 h 6382977"/>
              <a:gd name="connsiteX1799" fmla="*/ 5329833 w 6501199"/>
              <a:gd name="connsiteY1799" fmla="*/ 2612887 h 6382977"/>
              <a:gd name="connsiteX1800" fmla="*/ 5459373 w 6501199"/>
              <a:gd name="connsiteY1800" fmla="*/ 2604518 h 6382977"/>
              <a:gd name="connsiteX1801" fmla="*/ 5445693 w 6501199"/>
              <a:gd name="connsiteY1801" fmla="*/ 2611358 h 6382977"/>
              <a:gd name="connsiteX1802" fmla="*/ 5446053 w 6501199"/>
              <a:gd name="connsiteY1802" fmla="*/ 2622384 h 6382977"/>
              <a:gd name="connsiteX1803" fmla="*/ 5454847 w 6501199"/>
              <a:gd name="connsiteY1803" fmla="*/ 2624978 h 6382977"/>
              <a:gd name="connsiteX1804" fmla="*/ 5455183 w 6501199"/>
              <a:gd name="connsiteY1804" fmla="*/ 2624420 h 6382977"/>
              <a:gd name="connsiteX1805" fmla="*/ 5390725 w 6501199"/>
              <a:gd name="connsiteY1805" fmla="*/ 2603500 h 6382977"/>
              <a:gd name="connsiteX1806" fmla="*/ 5388272 w 6501199"/>
              <a:gd name="connsiteY1806" fmla="*/ 2624236 h 6382977"/>
              <a:gd name="connsiteX1807" fmla="*/ 5390725 w 6501199"/>
              <a:gd name="connsiteY1807" fmla="*/ 2603500 h 6382977"/>
              <a:gd name="connsiteX1808" fmla="*/ 4790767 w 6501199"/>
              <a:gd name="connsiteY1808" fmla="*/ 2603500 h 6382977"/>
              <a:gd name="connsiteX1809" fmla="*/ 4804172 w 6501199"/>
              <a:gd name="connsiteY1809" fmla="*/ 2608086 h 6382977"/>
              <a:gd name="connsiteX1810" fmla="*/ 4788650 w 6501199"/>
              <a:gd name="connsiteY1810" fmla="*/ 2619022 h 6382977"/>
              <a:gd name="connsiteX1811" fmla="*/ 4790767 w 6501199"/>
              <a:gd name="connsiteY1811" fmla="*/ 2603500 h 6382977"/>
              <a:gd name="connsiteX1812" fmla="*/ 5327655 w 6501199"/>
              <a:gd name="connsiteY1812" fmla="*/ 2586160 h 6382977"/>
              <a:gd name="connsiteX1813" fmla="*/ 5327613 w 6501199"/>
              <a:gd name="connsiteY1813" fmla="*/ 2586185 h 6382977"/>
              <a:gd name="connsiteX1814" fmla="*/ 5327724 w 6501199"/>
              <a:gd name="connsiteY1814" fmla="*/ 2589899 h 6382977"/>
              <a:gd name="connsiteX1815" fmla="*/ 5330806 w 6501199"/>
              <a:gd name="connsiteY1815" fmla="*/ 2587321 h 6382977"/>
              <a:gd name="connsiteX1816" fmla="*/ 5331571 w 6501199"/>
              <a:gd name="connsiteY1816" fmla="*/ 2586486 h 6382977"/>
              <a:gd name="connsiteX1817" fmla="*/ 5395212 w 6501199"/>
              <a:gd name="connsiteY1817" fmla="*/ 2579687 h 6382977"/>
              <a:gd name="connsiteX1818" fmla="*/ 5406823 w 6501199"/>
              <a:gd name="connsiteY1818" fmla="*/ 2579687 h 6382977"/>
              <a:gd name="connsiteX1819" fmla="*/ 5397752 w 6501199"/>
              <a:gd name="connsiteY1819" fmla="*/ 2598370 h 6382977"/>
              <a:gd name="connsiteX1820" fmla="*/ 5383963 w 6501199"/>
              <a:gd name="connsiteY1820" fmla="*/ 2589212 h 6382977"/>
              <a:gd name="connsiteX1821" fmla="*/ 5395212 w 6501199"/>
              <a:gd name="connsiteY1821" fmla="*/ 2579687 h 6382977"/>
              <a:gd name="connsiteX1822" fmla="*/ 5356394 w 6501199"/>
              <a:gd name="connsiteY1822" fmla="*/ 2569242 h 6382977"/>
              <a:gd name="connsiteX1823" fmla="*/ 5352919 w 6501199"/>
              <a:gd name="connsiteY1823" fmla="*/ 2571173 h 6382977"/>
              <a:gd name="connsiteX1824" fmla="*/ 5350205 w 6501199"/>
              <a:gd name="connsiteY1824" fmla="*/ 2583548 h 6382977"/>
              <a:gd name="connsiteX1825" fmla="*/ 5353196 w 6501199"/>
              <a:gd name="connsiteY1825" fmla="*/ 2584172 h 6382977"/>
              <a:gd name="connsiteX1826" fmla="*/ 5355543 w 6501199"/>
              <a:gd name="connsiteY1826" fmla="*/ 2573647 h 6382977"/>
              <a:gd name="connsiteX1827" fmla="*/ 5451949 w 6501199"/>
              <a:gd name="connsiteY1827" fmla="*/ 2555069 h 6382977"/>
              <a:gd name="connsiteX1828" fmla="*/ 5440827 w 6501199"/>
              <a:gd name="connsiteY1828" fmla="*/ 2559400 h 6382977"/>
              <a:gd name="connsiteX1829" fmla="*/ 5445805 w 6501199"/>
              <a:gd name="connsiteY1829" fmla="*/ 2567251 h 6382977"/>
              <a:gd name="connsiteX1830" fmla="*/ 5446081 w 6501199"/>
              <a:gd name="connsiteY1830" fmla="*/ 2567841 h 6382977"/>
              <a:gd name="connsiteX1831" fmla="*/ 5457842 w 6501199"/>
              <a:gd name="connsiteY1831" fmla="*/ 2558326 h 6382977"/>
              <a:gd name="connsiteX1832" fmla="*/ 4943920 w 6501199"/>
              <a:gd name="connsiteY1832" fmla="*/ 2548497 h 6382977"/>
              <a:gd name="connsiteX1833" fmla="*/ 4953994 w 6501199"/>
              <a:gd name="connsiteY1833" fmla="*/ 2551485 h 6382977"/>
              <a:gd name="connsiteX1834" fmla="*/ 4942637 w 6501199"/>
              <a:gd name="connsiteY1834" fmla="*/ 2561197 h 6382977"/>
              <a:gd name="connsiteX1835" fmla="*/ 4943920 w 6501199"/>
              <a:gd name="connsiteY1835" fmla="*/ 2548497 h 6382977"/>
              <a:gd name="connsiteX1836" fmla="*/ 4895084 w 6501199"/>
              <a:gd name="connsiteY1836" fmla="*/ 2533650 h 6382977"/>
              <a:gd name="connsiteX1837" fmla="*/ 4909384 w 6501199"/>
              <a:gd name="connsiteY1837" fmla="*/ 2547141 h 6382977"/>
              <a:gd name="connsiteX1838" fmla="*/ 4919673 w 6501199"/>
              <a:gd name="connsiteY1838" fmla="*/ 2540000 h 6382977"/>
              <a:gd name="connsiteX1839" fmla="*/ 4890250 w 6501199"/>
              <a:gd name="connsiteY1839" fmla="*/ 2558170 h 6382977"/>
              <a:gd name="connsiteX1840" fmla="*/ 4902060 w 6501199"/>
              <a:gd name="connsiteY1840" fmla="*/ 2551902 h 6382977"/>
              <a:gd name="connsiteX1841" fmla="*/ 4899722 w 6501199"/>
              <a:gd name="connsiteY1841" fmla="*/ 2547285 h 6382977"/>
              <a:gd name="connsiteX1842" fmla="*/ 4856913 w 6501199"/>
              <a:gd name="connsiteY1842" fmla="*/ 2585678 h 6382977"/>
              <a:gd name="connsiteX1843" fmla="*/ 4857138 w 6501199"/>
              <a:gd name="connsiteY1843" fmla="*/ 2584945 h 6382977"/>
              <a:gd name="connsiteX1844" fmla="*/ 4855897 w 6501199"/>
              <a:gd name="connsiteY1844" fmla="*/ 2586908 h 6382977"/>
              <a:gd name="connsiteX1845" fmla="*/ 4837863 w 6501199"/>
              <a:gd name="connsiteY1845" fmla="*/ 2598386 h 6382977"/>
              <a:gd name="connsiteX1846" fmla="*/ 4849901 w 6501199"/>
              <a:gd name="connsiteY1846" fmla="*/ 2584411 h 6382977"/>
              <a:gd name="connsiteX1847" fmla="*/ 4859764 w 6501199"/>
              <a:gd name="connsiteY1847" fmla="*/ 2576396 h 6382977"/>
              <a:gd name="connsiteX1848" fmla="*/ 4861874 w 6501199"/>
              <a:gd name="connsiteY1848" fmla="*/ 2569526 h 6382977"/>
              <a:gd name="connsiteX1849" fmla="*/ 4895084 w 6501199"/>
              <a:gd name="connsiteY1849" fmla="*/ 2533650 h 6382977"/>
              <a:gd name="connsiteX1850" fmla="*/ 264714 w 6501199"/>
              <a:gd name="connsiteY1850" fmla="*/ 2532062 h 6382977"/>
              <a:gd name="connsiteX1851" fmla="*/ 278208 w 6501199"/>
              <a:gd name="connsiteY1851" fmla="*/ 2543070 h 6382977"/>
              <a:gd name="connsiteX1852" fmla="*/ 249090 w 6501199"/>
              <a:gd name="connsiteY1852" fmla="*/ 2578935 h 6382977"/>
              <a:gd name="connsiteX1853" fmla="*/ 235596 w 6501199"/>
              <a:gd name="connsiteY1853" fmla="*/ 2585682 h 6382977"/>
              <a:gd name="connsiteX1854" fmla="*/ 244473 w 6501199"/>
              <a:gd name="connsiteY1854" fmla="*/ 2554433 h 6382977"/>
              <a:gd name="connsiteX1855" fmla="*/ 264714 w 6501199"/>
              <a:gd name="connsiteY1855" fmla="*/ 2532062 h 6382977"/>
              <a:gd name="connsiteX1856" fmla="*/ 518836 w 6501199"/>
              <a:gd name="connsiteY1856" fmla="*/ 2525121 h 6382977"/>
              <a:gd name="connsiteX1857" fmla="*/ 486793 w 6501199"/>
              <a:gd name="connsiteY1857" fmla="*/ 2561476 h 6382977"/>
              <a:gd name="connsiteX1858" fmla="*/ 468791 w 6501199"/>
              <a:gd name="connsiteY1858" fmla="*/ 2554637 h 6382977"/>
              <a:gd name="connsiteX1859" fmla="*/ 450429 w 6501199"/>
              <a:gd name="connsiteY1859" fmla="*/ 2625187 h 6382977"/>
              <a:gd name="connsiteX1860" fmla="*/ 464110 w 6501199"/>
              <a:gd name="connsiteY1860" fmla="*/ 2629506 h 6382977"/>
              <a:gd name="connsiteX1861" fmla="*/ 491473 w 6501199"/>
              <a:gd name="connsiteY1861" fmla="*/ 2606830 h 6382977"/>
              <a:gd name="connsiteX1862" fmla="*/ 518836 w 6501199"/>
              <a:gd name="connsiteY1862" fmla="*/ 2525121 h 6382977"/>
              <a:gd name="connsiteX1863" fmla="*/ 4944402 w 6501199"/>
              <a:gd name="connsiteY1863" fmla="*/ 2523999 h 6382977"/>
              <a:gd name="connsiteX1864" fmla="*/ 4926763 w 6501199"/>
              <a:gd name="connsiteY1864" fmla="*/ 2535058 h 6382977"/>
              <a:gd name="connsiteX1865" fmla="*/ 4944402 w 6501199"/>
              <a:gd name="connsiteY1865" fmla="*/ 2523999 h 6382977"/>
              <a:gd name="connsiteX1866" fmla="*/ 5006822 w 6501199"/>
              <a:gd name="connsiteY1866" fmla="*/ 2513012 h 6382977"/>
              <a:gd name="connsiteX1867" fmla="*/ 5000061 w 6501199"/>
              <a:gd name="connsiteY1867" fmla="*/ 2528534 h 6382977"/>
              <a:gd name="connsiteX1868" fmla="*/ 5006822 w 6501199"/>
              <a:gd name="connsiteY1868" fmla="*/ 2513012 h 6382977"/>
              <a:gd name="connsiteX1869" fmla="*/ 6100714 w 6501199"/>
              <a:gd name="connsiteY1869" fmla="*/ 2503487 h 6382977"/>
              <a:gd name="connsiteX1870" fmla="*/ 6087044 w 6501199"/>
              <a:gd name="connsiteY1870" fmla="*/ 2524018 h 6382977"/>
              <a:gd name="connsiteX1871" fmla="*/ 6082727 w 6501199"/>
              <a:gd name="connsiteY1871" fmla="*/ 2544550 h 6382977"/>
              <a:gd name="connsiteX1872" fmla="*/ 6116903 w 6501199"/>
              <a:gd name="connsiteY1872" fmla="*/ 2530862 h 6382977"/>
              <a:gd name="connsiteX1873" fmla="*/ 6121220 w 6501199"/>
              <a:gd name="connsiteY1873" fmla="*/ 2546711 h 6382977"/>
              <a:gd name="connsiteX1874" fmla="*/ 6091721 w 6501199"/>
              <a:gd name="connsiteY1874" fmla="*/ 2551034 h 6382977"/>
              <a:gd name="connsiteX1875" fmla="*/ 6089562 w 6501199"/>
              <a:gd name="connsiteY1875" fmla="*/ 2614790 h 6382977"/>
              <a:gd name="connsiteX1876" fmla="*/ 6046393 w 6501199"/>
              <a:gd name="connsiteY1876" fmla="*/ 2687911 h 6382977"/>
              <a:gd name="connsiteX1877" fmla="*/ 6014375 w 6501199"/>
              <a:gd name="connsiteY1877" fmla="*/ 2762833 h 6382977"/>
              <a:gd name="connsiteX1878" fmla="*/ 5980199 w 6501199"/>
              <a:gd name="connsiteY1878" fmla="*/ 2853965 h 6382977"/>
              <a:gd name="connsiteX1879" fmla="*/ 5987034 w 6501199"/>
              <a:gd name="connsiteY1879" fmla="*/ 2788047 h 6382977"/>
              <a:gd name="connsiteX1880" fmla="*/ 6007540 w 6501199"/>
              <a:gd name="connsiteY1880" fmla="*/ 2708442 h 6382977"/>
              <a:gd name="connsiteX1881" fmla="*/ 6024493 w 6501199"/>
              <a:gd name="connsiteY1881" fmla="*/ 2667920 h 6382977"/>
              <a:gd name="connsiteX1882" fmla="*/ 6031927 w 6501199"/>
              <a:gd name="connsiteY1882" fmla="*/ 2646322 h 6382977"/>
              <a:gd name="connsiteX1883" fmla="*/ 6032010 w 6501199"/>
              <a:gd name="connsiteY1883" fmla="*/ 2638643 h 6382977"/>
              <a:gd name="connsiteX1884" fmla="*/ 6043470 w 6501199"/>
              <a:gd name="connsiteY1884" fmla="*/ 2614612 h 6382977"/>
              <a:gd name="connsiteX1885" fmla="*/ 6048771 w 6501199"/>
              <a:gd name="connsiteY1885" fmla="*/ 2626550 h 6382977"/>
              <a:gd name="connsiteX1886" fmla="*/ 6051682 w 6501199"/>
              <a:gd name="connsiteY1886" fmla="*/ 2627307 h 6382977"/>
              <a:gd name="connsiteX1887" fmla="*/ 6064380 w 6501199"/>
              <a:gd name="connsiteY1887" fmla="*/ 2598941 h 6382977"/>
              <a:gd name="connsiteX1888" fmla="*/ 6048551 w 6501199"/>
              <a:gd name="connsiteY1888" fmla="*/ 2608306 h 6382977"/>
              <a:gd name="connsiteX1889" fmla="*/ 6078050 w 6501199"/>
              <a:gd name="connsiteY1889" fmla="*/ 2505648 h 6382977"/>
              <a:gd name="connsiteX1890" fmla="*/ 6091721 w 6501199"/>
              <a:gd name="connsiteY1890" fmla="*/ 2514653 h 6382977"/>
              <a:gd name="connsiteX1891" fmla="*/ 6100714 w 6501199"/>
              <a:gd name="connsiteY1891" fmla="*/ 2503487 h 6382977"/>
              <a:gd name="connsiteX1892" fmla="*/ 5026516 w 6501199"/>
              <a:gd name="connsiteY1892" fmla="*/ 2502944 h 6382977"/>
              <a:gd name="connsiteX1893" fmla="*/ 5031212 w 6501199"/>
              <a:gd name="connsiteY1893" fmla="*/ 2503350 h 6382977"/>
              <a:gd name="connsiteX1894" fmla="*/ 5015223 w 6501199"/>
              <a:gd name="connsiteY1894" fmla="*/ 2519006 h 6382977"/>
              <a:gd name="connsiteX1895" fmla="*/ 5026516 w 6501199"/>
              <a:gd name="connsiteY1895" fmla="*/ 2502944 h 6382977"/>
              <a:gd name="connsiteX1896" fmla="*/ 5010538 w 6501199"/>
              <a:gd name="connsiteY1896" fmla="*/ 2482850 h 6382977"/>
              <a:gd name="connsiteX1897" fmla="*/ 4990263 w 6501199"/>
              <a:gd name="connsiteY1897" fmla="*/ 2498372 h 6382977"/>
              <a:gd name="connsiteX1898" fmla="*/ 5010538 w 6501199"/>
              <a:gd name="connsiteY1898" fmla="*/ 2482850 h 6382977"/>
              <a:gd name="connsiteX1899" fmla="*/ 6100537 w 6501199"/>
              <a:gd name="connsiteY1899" fmla="*/ 2481081 h 6382977"/>
              <a:gd name="connsiteX1900" fmla="*/ 6115437 w 6501199"/>
              <a:gd name="connsiteY1900" fmla="*/ 2487886 h 6382977"/>
              <a:gd name="connsiteX1901" fmla="*/ 6085638 w 6501199"/>
              <a:gd name="connsiteY1901" fmla="*/ 2487886 h 6382977"/>
              <a:gd name="connsiteX1902" fmla="*/ 6100537 w 6501199"/>
              <a:gd name="connsiteY1902" fmla="*/ 2481081 h 6382977"/>
              <a:gd name="connsiteX1903" fmla="*/ 5540857 w 6501199"/>
              <a:gd name="connsiteY1903" fmla="*/ 2478548 h 6382977"/>
              <a:gd name="connsiteX1904" fmla="*/ 5533750 w 6501199"/>
              <a:gd name="connsiteY1904" fmla="*/ 2486489 h 6382977"/>
              <a:gd name="connsiteX1905" fmla="*/ 5508635 w 6501199"/>
              <a:gd name="connsiteY1905" fmla="*/ 2495873 h 6382977"/>
              <a:gd name="connsiteX1906" fmla="*/ 5488544 w 6501199"/>
              <a:gd name="connsiteY1906" fmla="*/ 2516086 h 6382977"/>
              <a:gd name="connsiteX1907" fmla="*/ 5495002 w 6501199"/>
              <a:gd name="connsiteY1907" fmla="*/ 2529802 h 6382977"/>
              <a:gd name="connsiteX1908" fmla="*/ 5481512 w 6501199"/>
              <a:gd name="connsiteY1908" fmla="*/ 2537874 h 6382977"/>
              <a:gd name="connsiteX1909" fmla="*/ 5484573 w 6501199"/>
              <a:gd name="connsiteY1909" fmla="*/ 2545473 h 6382977"/>
              <a:gd name="connsiteX1910" fmla="*/ 5511933 w 6501199"/>
              <a:gd name="connsiteY1910" fmla="*/ 2531793 h 6382977"/>
              <a:gd name="connsiteX1911" fmla="*/ 5498253 w 6501199"/>
              <a:gd name="connsiteY1911" fmla="*/ 2549794 h 6382977"/>
              <a:gd name="connsiteX1912" fmla="*/ 5527773 w 6501199"/>
              <a:gd name="connsiteY1912" fmla="*/ 2527112 h 6382977"/>
              <a:gd name="connsiteX1913" fmla="*/ 5527773 w 6501199"/>
              <a:gd name="connsiteY1913" fmla="*/ 2536113 h 6382977"/>
              <a:gd name="connsiteX1914" fmla="*/ 5532093 w 6501199"/>
              <a:gd name="connsiteY1914" fmla="*/ 2542953 h 6382977"/>
              <a:gd name="connsiteX1915" fmla="*/ 5514093 w 6501199"/>
              <a:gd name="connsiteY1915" fmla="*/ 2551954 h 6382977"/>
              <a:gd name="connsiteX1916" fmla="*/ 5516253 w 6501199"/>
              <a:gd name="connsiteY1916" fmla="*/ 2563475 h 6382977"/>
              <a:gd name="connsiteX1917" fmla="*/ 5537189 w 6501199"/>
              <a:gd name="connsiteY1917" fmla="*/ 2545289 h 6382977"/>
              <a:gd name="connsiteX1918" fmla="*/ 5537730 w 6501199"/>
              <a:gd name="connsiteY1918" fmla="*/ 2540575 h 6382977"/>
              <a:gd name="connsiteX1919" fmla="*/ 5536560 w 6501199"/>
              <a:gd name="connsiteY1919" fmla="*/ 2502416 h 6382977"/>
              <a:gd name="connsiteX1920" fmla="*/ 5725775 w 6501199"/>
              <a:gd name="connsiteY1920" fmla="*/ 2474909 h 6382977"/>
              <a:gd name="connsiteX1921" fmla="*/ 5706920 w 6501199"/>
              <a:gd name="connsiteY1921" fmla="*/ 2494440 h 6382977"/>
              <a:gd name="connsiteX1922" fmla="*/ 5695005 w 6501199"/>
              <a:gd name="connsiteY1922" fmla="*/ 2510863 h 6382977"/>
              <a:gd name="connsiteX1923" fmla="*/ 5695199 w 6501199"/>
              <a:gd name="connsiteY1923" fmla="*/ 2511241 h 6382977"/>
              <a:gd name="connsiteX1924" fmla="*/ 5695190 w 6501199"/>
              <a:gd name="connsiteY1924" fmla="*/ 2513057 h 6382977"/>
              <a:gd name="connsiteX1925" fmla="*/ 5714615 w 6501199"/>
              <a:gd name="connsiteY1925" fmla="*/ 2499435 h 6382977"/>
              <a:gd name="connsiteX1926" fmla="*/ 5725775 w 6501199"/>
              <a:gd name="connsiteY1926" fmla="*/ 2474909 h 6382977"/>
              <a:gd name="connsiteX1927" fmla="*/ 5100090 w 6501199"/>
              <a:gd name="connsiteY1927" fmla="*/ 2472388 h 6382977"/>
              <a:gd name="connsiteX1928" fmla="*/ 5084250 w 6501199"/>
              <a:gd name="connsiteY1928" fmla="*/ 2499750 h 6382977"/>
              <a:gd name="connsiteX1929" fmla="*/ 5089503 w 6501199"/>
              <a:gd name="connsiteY1929" fmla="*/ 2499466 h 6382977"/>
              <a:gd name="connsiteX1930" fmla="*/ 5091367 w 6501199"/>
              <a:gd name="connsiteY1930" fmla="*/ 2492375 h 6382977"/>
              <a:gd name="connsiteX1931" fmla="*/ 5094809 w 6501199"/>
              <a:gd name="connsiteY1931" fmla="*/ 2499178 h 6382977"/>
              <a:gd name="connsiteX1932" fmla="*/ 5094836 w 6501199"/>
              <a:gd name="connsiteY1932" fmla="*/ 2499177 h 6382977"/>
              <a:gd name="connsiteX1933" fmla="*/ 5113770 w 6501199"/>
              <a:gd name="connsiteY1933" fmla="*/ 2479229 h 6382977"/>
              <a:gd name="connsiteX1934" fmla="*/ 5100090 w 6501199"/>
              <a:gd name="connsiteY1934" fmla="*/ 2472388 h 6382977"/>
              <a:gd name="connsiteX1935" fmla="*/ 5821936 w 6501199"/>
              <a:gd name="connsiteY1935" fmla="*/ 2463800 h 6382977"/>
              <a:gd name="connsiteX1936" fmla="*/ 5811000 w 6501199"/>
              <a:gd name="connsiteY1936" fmla="*/ 2514237 h 6382977"/>
              <a:gd name="connsiteX1937" fmla="*/ 5821936 w 6501199"/>
              <a:gd name="connsiteY1937" fmla="*/ 2463800 h 6382977"/>
              <a:gd name="connsiteX1938" fmla="*/ 5504270 w 6501199"/>
              <a:gd name="connsiteY1938" fmla="*/ 2438400 h 6382977"/>
              <a:gd name="connsiteX1939" fmla="*/ 5513219 w 6501199"/>
              <a:gd name="connsiteY1939" fmla="*/ 2468198 h 6382977"/>
              <a:gd name="connsiteX1940" fmla="*/ 5504270 w 6501199"/>
              <a:gd name="connsiteY1940" fmla="*/ 2438400 h 6382977"/>
              <a:gd name="connsiteX1941" fmla="*/ 5015849 w 6501199"/>
              <a:gd name="connsiteY1941" fmla="*/ 2436026 h 6382977"/>
              <a:gd name="connsiteX1942" fmla="*/ 4993169 w 6501199"/>
              <a:gd name="connsiteY1942" fmla="*/ 2456547 h 6382977"/>
              <a:gd name="connsiteX1943" fmla="*/ 5015849 w 6501199"/>
              <a:gd name="connsiteY1943" fmla="*/ 2436026 h 6382977"/>
              <a:gd name="connsiteX1944" fmla="*/ 6105383 w 6501199"/>
              <a:gd name="connsiteY1944" fmla="*/ 2435225 h 6382977"/>
              <a:gd name="connsiteX1945" fmla="*/ 6082463 w 6501199"/>
              <a:gd name="connsiteY1945" fmla="*/ 2453470 h 6382977"/>
              <a:gd name="connsiteX1946" fmla="*/ 6105383 w 6501199"/>
              <a:gd name="connsiteY1946" fmla="*/ 2435225 h 6382977"/>
              <a:gd name="connsiteX1947" fmla="*/ 5067703 w 6501199"/>
              <a:gd name="connsiteY1947" fmla="*/ 2432050 h 6382977"/>
              <a:gd name="connsiteX1948" fmla="*/ 5056938 w 6501199"/>
              <a:gd name="connsiteY1948" fmla="*/ 2450152 h 6382977"/>
              <a:gd name="connsiteX1949" fmla="*/ 5067703 w 6501199"/>
              <a:gd name="connsiteY1949" fmla="*/ 2432050 h 6382977"/>
              <a:gd name="connsiteX1950" fmla="*/ 5147067 w 6501199"/>
              <a:gd name="connsiteY1950" fmla="*/ 2429422 h 6382977"/>
              <a:gd name="connsiteX1951" fmla="*/ 5142417 w 6501199"/>
              <a:gd name="connsiteY1951" fmla="*/ 2447569 h 6382977"/>
              <a:gd name="connsiteX1952" fmla="*/ 5124171 w 6501199"/>
              <a:gd name="connsiteY1952" fmla="*/ 2447569 h 6382977"/>
              <a:gd name="connsiteX1953" fmla="*/ 5128822 w 6501199"/>
              <a:gd name="connsiteY1953" fmla="*/ 2431913 h 6382977"/>
              <a:gd name="connsiteX1954" fmla="*/ 5140270 w 6501199"/>
              <a:gd name="connsiteY1954" fmla="*/ 2436182 h 6382977"/>
              <a:gd name="connsiteX1955" fmla="*/ 5147067 w 6501199"/>
              <a:gd name="connsiteY1955" fmla="*/ 2429422 h 6382977"/>
              <a:gd name="connsiteX1956" fmla="*/ 462355 w 6501199"/>
              <a:gd name="connsiteY1956" fmla="*/ 2426237 h 6382977"/>
              <a:gd name="connsiteX1957" fmla="*/ 448761 w 6501199"/>
              <a:gd name="connsiteY1957" fmla="*/ 2465024 h 6382977"/>
              <a:gd name="connsiteX1958" fmla="*/ 462355 w 6501199"/>
              <a:gd name="connsiteY1958" fmla="*/ 2426237 h 6382977"/>
              <a:gd name="connsiteX1959" fmla="*/ 6136018 w 6501199"/>
              <a:gd name="connsiteY1959" fmla="*/ 2411412 h 6382977"/>
              <a:gd name="connsiteX1960" fmla="*/ 6125037 w 6501199"/>
              <a:gd name="connsiteY1960" fmla="*/ 2526941 h 6382977"/>
              <a:gd name="connsiteX1961" fmla="*/ 6136018 w 6501199"/>
              <a:gd name="connsiteY1961" fmla="*/ 2411412 h 6382977"/>
              <a:gd name="connsiteX1962" fmla="*/ 6250376 w 6501199"/>
              <a:gd name="connsiteY1962" fmla="*/ 2403475 h 6382977"/>
              <a:gd name="connsiteX1963" fmla="*/ 6209463 w 6501199"/>
              <a:gd name="connsiteY1963" fmla="*/ 2477730 h 6382977"/>
              <a:gd name="connsiteX1964" fmla="*/ 6250376 w 6501199"/>
              <a:gd name="connsiteY1964" fmla="*/ 2403475 h 6382977"/>
              <a:gd name="connsiteX1965" fmla="*/ 5191627 w 6501199"/>
              <a:gd name="connsiteY1965" fmla="*/ 2401613 h 6382977"/>
              <a:gd name="connsiteX1966" fmla="*/ 5190496 w 6501199"/>
              <a:gd name="connsiteY1966" fmla="*/ 2402724 h 6382977"/>
              <a:gd name="connsiteX1967" fmla="*/ 5188389 w 6501199"/>
              <a:gd name="connsiteY1967" fmla="*/ 2408310 h 6382977"/>
              <a:gd name="connsiteX1968" fmla="*/ 5190882 w 6501199"/>
              <a:gd name="connsiteY1968" fmla="*/ 2410985 h 6382977"/>
              <a:gd name="connsiteX1969" fmla="*/ 5193470 w 6501199"/>
              <a:gd name="connsiteY1969" fmla="*/ 2409595 h 6382977"/>
              <a:gd name="connsiteX1970" fmla="*/ 6055590 w 6501199"/>
              <a:gd name="connsiteY1970" fmla="*/ 2397125 h 6382977"/>
              <a:gd name="connsiteX1971" fmla="*/ 6050866 w 6501199"/>
              <a:gd name="connsiteY1971" fmla="*/ 2426923 h 6382977"/>
              <a:gd name="connsiteX1972" fmla="*/ 6055590 w 6501199"/>
              <a:gd name="connsiteY1972" fmla="*/ 2397125 h 6382977"/>
              <a:gd name="connsiteX1973" fmla="*/ 5157467 w 6501199"/>
              <a:gd name="connsiteY1973" fmla="*/ 2394874 h 6382977"/>
              <a:gd name="connsiteX1974" fmla="*/ 5159647 w 6501199"/>
              <a:gd name="connsiteY1974" fmla="*/ 2424305 h 6382977"/>
              <a:gd name="connsiteX1975" fmla="*/ 5148382 w 6501199"/>
              <a:gd name="connsiteY1975" fmla="*/ 2419639 h 6382977"/>
              <a:gd name="connsiteX1976" fmla="*/ 5148382 w 6501199"/>
              <a:gd name="connsiteY1976" fmla="*/ 2401693 h 6382977"/>
              <a:gd name="connsiteX1977" fmla="*/ 5159647 w 6501199"/>
              <a:gd name="connsiteY1977" fmla="*/ 2399181 h 6382977"/>
              <a:gd name="connsiteX1978" fmla="*/ 5157467 w 6501199"/>
              <a:gd name="connsiteY1978" fmla="*/ 2394874 h 6382977"/>
              <a:gd name="connsiteX1979" fmla="*/ 5520933 w 6501199"/>
              <a:gd name="connsiteY1979" fmla="*/ 2392823 h 6382977"/>
              <a:gd name="connsiteX1980" fmla="*/ 5514093 w 6501199"/>
              <a:gd name="connsiteY1980" fmla="*/ 2404344 h 6382977"/>
              <a:gd name="connsiteX1981" fmla="*/ 5518773 w 6501199"/>
              <a:gd name="connsiteY1981" fmla="*/ 2429185 h 6382977"/>
              <a:gd name="connsiteX1982" fmla="*/ 5514844 w 6501199"/>
              <a:gd name="connsiteY1982" fmla="*/ 2428778 h 6382977"/>
              <a:gd name="connsiteX1983" fmla="*/ 5513771 w 6501199"/>
              <a:gd name="connsiteY1983" fmla="*/ 2433270 h 6382977"/>
              <a:gd name="connsiteX1984" fmla="*/ 5504613 w 6501199"/>
              <a:gd name="connsiteY1984" fmla="*/ 2414587 h 6382977"/>
              <a:gd name="connsiteX1985" fmla="*/ 5506152 w 6501199"/>
              <a:gd name="connsiteY1985" fmla="*/ 2415718 h 6382977"/>
              <a:gd name="connsiteX1986" fmla="*/ 5505864 w 6501199"/>
              <a:gd name="connsiteY1986" fmla="*/ 2414655 h 6382977"/>
              <a:gd name="connsiteX1987" fmla="*/ 5500895 w 6501199"/>
              <a:gd name="connsiteY1987" fmla="*/ 2411491 h 6382977"/>
              <a:gd name="connsiteX1988" fmla="*/ 5498047 w 6501199"/>
              <a:gd name="connsiteY1988" fmla="*/ 2447698 h 6382977"/>
              <a:gd name="connsiteX1989" fmla="*/ 5472356 w 6501199"/>
              <a:gd name="connsiteY1989" fmla="*/ 2467272 h 6382977"/>
              <a:gd name="connsiteX1990" fmla="*/ 5450404 w 6501199"/>
              <a:gd name="connsiteY1990" fmla="*/ 2488514 h 6382977"/>
              <a:gd name="connsiteX1991" fmla="*/ 5450373 w 6501199"/>
              <a:gd name="connsiteY1991" fmla="*/ 2490750 h 6382977"/>
              <a:gd name="connsiteX1992" fmla="*/ 5479893 w 6501199"/>
              <a:gd name="connsiteY1992" fmla="*/ 2490750 h 6382977"/>
              <a:gd name="connsiteX1993" fmla="*/ 5427693 w 6501199"/>
              <a:gd name="connsiteY1993" fmla="*/ 2545473 h 6382977"/>
              <a:gd name="connsiteX1994" fmla="*/ 5434533 w 6501199"/>
              <a:gd name="connsiteY1994" fmla="*/ 2549794 h 6382977"/>
              <a:gd name="connsiteX1995" fmla="*/ 5420043 w 6501199"/>
              <a:gd name="connsiteY1995" fmla="*/ 2541603 h 6382977"/>
              <a:gd name="connsiteX1996" fmla="*/ 5416662 w 6501199"/>
              <a:gd name="connsiteY1996" fmla="*/ 2534352 h 6382977"/>
              <a:gd name="connsiteX1997" fmla="*/ 5410253 w 6501199"/>
              <a:gd name="connsiteY1997" fmla="*/ 2549986 h 6382977"/>
              <a:gd name="connsiteX1998" fmla="*/ 5410253 w 6501199"/>
              <a:gd name="connsiteY1998" fmla="*/ 2534152 h 6382977"/>
              <a:gd name="connsiteX1999" fmla="*/ 5406528 w 6501199"/>
              <a:gd name="connsiteY1999" fmla="*/ 2535076 h 6382977"/>
              <a:gd name="connsiteX2000" fmla="*/ 5405176 w 6501199"/>
              <a:gd name="connsiteY2000" fmla="*/ 2541952 h 6382977"/>
              <a:gd name="connsiteX2001" fmla="*/ 5402308 w 6501199"/>
              <a:gd name="connsiteY2001" fmla="*/ 2543173 h 6382977"/>
              <a:gd name="connsiteX2002" fmla="*/ 5402579 w 6501199"/>
              <a:gd name="connsiteY2002" fmla="*/ 2545218 h 6382977"/>
              <a:gd name="connsiteX2003" fmla="*/ 5404159 w 6501199"/>
              <a:gd name="connsiteY2003" fmla="*/ 2553686 h 6382977"/>
              <a:gd name="connsiteX2004" fmla="*/ 5400608 w 6501199"/>
              <a:gd name="connsiteY2004" fmla="*/ 2554141 h 6382977"/>
              <a:gd name="connsiteX2005" fmla="*/ 5404518 w 6501199"/>
              <a:gd name="connsiteY2005" fmla="*/ 2554964 h 6382977"/>
              <a:gd name="connsiteX2006" fmla="*/ 5407122 w 6501199"/>
              <a:gd name="connsiteY2006" fmla="*/ 2560735 h 6382977"/>
              <a:gd name="connsiteX2007" fmla="*/ 5408871 w 6501199"/>
              <a:gd name="connsiteY2007" fmla="*/ 2560939 h 6382977"/>
              <a:gd name="connsiteX2008" fmla="*/ 5412781 w 6501199"/>
              <a:gd name="connsiteY2008" fmla="*/ 2565820 h 6382977"/>
              <a:gd name="connsiteX2009" fmla="*/ 5390166 w 6501199"/>
              <a:gd name="connsiteY2009" fmla="*/ 2570852 h 6382977"/>
              <a:gd name="connsiteX2010" fmla="*/ 5377427 w 6501199"/>
              <a:gd name="connsiteY2010" fmla="*/ 2578519 h 6382977"/>
              <a:gd name="connsiteX2011" fmla="*/ 5375132 w 6501199"/>
              <a:gd name="connsiteY2011" fmla="*/ 2592997 h 6382977"/>
              <a:gd name="connsiteX2012" fmla="*/ 5358855 w 6501199"/>
              <a:gd name="connsiteY2012" fmla="*/ 2604646 h 6382977"/>
              <a:gd name="connsiteX2013" fmla="*/ 5353196 w 6501199"/>
              <a:gd name="connsiteY2013" fmla="*/ 2615840 h 6382977"/>
              <a:gd name="connsiteX2014" fmla="*/ 5348309 w 6501199"/>
              <a:gd name="connsiteY2014" fmla="*/ 2612040 h 6382977"/>
              <a:gd name="connsiteX2015" fmla="*/ 5342991 w 6501199"/>
              <a:gd name="connsiteY2015" fmla="*/ 2615567 h 6382977"/>
              <a:gd name="connsiteX2016" fmla="*/ 5346661 w 6501199"/>
              <a:gd name="connsiteY2016" fmla="*/ 2619181 h 6382977"/>
              <a:gd name="connsiteX2017" fmla="*/ 5347668 w 6501199"/>
              <a:gd name="connsiteY2017" fmla="*/ 2633880 h 6382977"/>
              <a:gd name="connsiteX2018" fmla="*/ 5336258 w 6501199"/>
              <a:gd name="connsiteY2018" fmla="*/ 2628958 h 6382977"/>
              <a:gd name="connsiteX2019" fmla="*/ 5330838 w 6501199"/>
              <a:gd name="connsiteY2019" fmla="*/ 2623627 h 6382977"/>
              <a:gd name="connsiteX2020" fmla="*/ 5325452 w 6501199"/>
              <a:gd name="connsiteY2020" fmla="*/ 2627199 h 6382977"/>
              <a:gd name="connsiteX2021" fmla="*/ 5326346 w 6501199"/>
              <a:gd name="connsiteY2021" fmla="*/ 2622472 h 6382977"/>
              <a:gd name="connsiteX2022" fmla="*/ 5325116 w 6501199"/>
              <a:gd name="connsiteY2022" fmla="*/ 2622425 h 6382977"/>
              <a:gd name="connsiteX2023" fmla="*/ 5322432 w 6501199"/>
              <a:gd name="connsiteY2023" fmla="*/ 2613745 h 6382977"/>
              <a:gd name="connsiteX2024" fmla="*/ 5322846 w 6501199"/>
              <a:gd name="connsiteY2024" fmla="*/ 2612655 h 6382977"/>
              <a:gd name="connsiteX2025" fmla="*/ 5322217 w 6501199"/>
              <a:gd name="connsiteY2025" fmla="*/ 2613149 h 6382977"/>
              <a:gd name="connsiteX2026" fmla="*/ 5311367 w 6501199"/>
              <a:gd name="connsiteY2026" fmla="*/ 2640340 h 6382977"/>
              <a:gd name="connsiteX2027" fmla="*/ 5284411 w 6501199"/>
              <a:gd name="connsiteY2027" fmla="*/ 2666082 h 6382977"/>
              <a:gd name="connsiteX2028" fmla="*/ 5266051 w 6501199"/>
              <a:gd name="connsiteY2028" fmla="*/ 2659241 h 6382977"/>
              <a:gd name="connsiteX2029" fmla="*/ 5248051 w 6501199"/>
              <a:gd name="connsiteY2029" fmla="*/ 2684083 h 6382977"/>
              <a:gd name="connsiteX2030" fmla="*/ 5235361 w 6501199"/>
              <a:gd name="connsiteY2030" fmla="*/ 2680753 h 6382977"/>
              <a:gd name="connsiteX2031" fmla="*/ 5234338 w 6501199"/>
              <a:gd name="connsiteY2031" fmla="*/ 2678886 h 6382977"/>
              <a:gd name="connsiteX2032" fmla="*/ 5204334 w 6501199"/>
              <a:gd name="connsiteY2032" fmla="*/ 2709409 h 6382977"/>
              <a:gd name="connsiteX2033" fmla="*/ 5188157 w 6501199"/>
              <a:gd name="connsiteY2033" fmla="*/ 2718829 h 6382977"/>
              <a:gd name="connsiteX2034" fmla="*/ 5185071 w 6501199"/>
              <a:gd name="connsiteY2034" fmla="*/ 2728348 h 6382977"/>
              <a:gd name="connsiteX2035" fmla="*/ 5180074 w 6501199"/>
              <a:gd name="connsiteY2035" fmla="*/ 2733325 h 6382977"/>
              <a:gd name="connsiteX2036" fmla="*/ 5188095 w 6501199"/>
              <a:gd name="connsiteY2036" fmla="*/ 2729504 h 6382977"/>
              <a:gd name="connsiteX2037" fmla="*/ 5197866 w 6501199"/>
              <a:gd name="connsiteY2037" fmla="*/ 2739145 h 6382977"/>
              <a:gd name="connsiteX2038" fmla="*/ 5129439 w 6501199"/>
              <a:gd name="connsiteY2038" fmla="*/ 2790644 h 6382977"/>
              <a:gd name="connsiteX2039" fmla="*/ 5119104 w 6501199"/>
              <a:gd name="connsiteY2039" fmla="*/ 2813785 h 6382977"/>
              <a:gd name="connsiteX2040" fmla="*/ 5122140 w 6501199"/>
              <a:gd name="connsiteY2040" fmla="*/ 2808337 h 6382977"/>
              <a:gd name="connsiteX2041" fmla="*/ 5152290 w 6501199"/>
              <a:gd name="connsiteY2041" fmla="*/ 2793170 h 6382977"/>
              <a:gd name="connsiteX2042" fmla="*/ 5154810 w 6501199"/>
              <a:gd name="connsiteY2042" fmla="*/ 2811532 h 6382977"/>
              <a:gd name="connsiteX2043" fmla="*/ 5172811 w 6501199"/>
              <a:gd name="connsiteY2043" fmla="*/ 2782010 h 6382977"/>
              <a:gd name="connsiteX2044" fmla="*/ 5172811 w 6501199"/>
              <a:gd name="connsiteY2044" fmla="*/ 2806851 h 6382977"/>
              <a:gd name="connsiteX2045" fmla="*/ 5179651 w 6501199"/>
              <a:gd name="connsiteY2045" fmla="*/ 2770489 h 6382977"/>
              <a:gd name="connsiteX2046" fmla="*/ 5195491 w 6501199"/>
              <a:gd name="connsiteY2046" fmla="*/ 2791010 h 6382977"/>
              <a:gd name="connsiteX2047" fmla="*/ 5200171 w 6501199"/>
              <a:gd name="connsiteY2047" fmla="*/ 2761488 h 6382977"/>
              <a:gd name="connsiteX2048" fmla="*/ 5227531 w 6501199"/>
              <a:gd name="connsiteY2048" fmla="*/ 2743127 h 6382977"/>
              <a:gd name="connsiteX2049" fmla="*/ 5236531 w 6501199"/>
              <a:gd name="connsiteY2049" fmla="*/ 2734126 h 6382977"/>
              <a:gd name="connsiteX2050" fmla="*/ 5261731 w 6501199"/>
              <a:gd name="connsiteY2050" fmla="*/ 2738807 h 6382977"/>
              <a:gd name="connsiteX2051" fmla="*/ 5252371 w 6501199"/>
              <a:gd name="connsiteY2051" fmla="*/ 2718285 h 6382977"/>
              <a:gd name="connsiteX2052" fmla="*/ 5286571 w 6501199"/>
              <a:gd name="connsiteY2052" fmla="*/ 2699924 h 6382977"/>
              <a:gd name="connsiteX2053" fmla="*/ 5261731 w 6501199"/>
              <a:gd name="connsiteY2053" fmla="*/ 2718285 h 6382977"/>
              <a:gd name="connsiteX2054" fmla="*/ 5329772 w 6501199"/>
              <a:gd name="connsiteY2054" fmla="*/ 2697764 h 6382977"/>
              <a:gd name="connsiteX2055" fmla="*/ 5361812 w 6501199"/>
              <a:gd name="connsiteY2055" fmla="*/ 2661401 h 6382977"/>
              <a:gd name="connsiteX2056" fmla="*/ 5331932 w 6501199"/>
              <a:gd name="connsiteY2056" fmla="*/ 2686243 h 6382977"/>
              <a:gd name="connsiteX2057" fmla="*/ 5313931 w 6501199"/>
              <a:gd name="connsiteY2057" fmla="*/ 2686243 h 6382977"/>
              <a:gd name="connsiteX2058" fmla="*/ 5318611 w 6501199"/>
              <a:gd name="connsiteY2058" fmla="*/ 2670402 h 6382977"/>
              <a:gd name="connsiteX2059" fmla="*/ 5363972 w 6501199"/>
              <a:gd name="connsiteY2059" fmla="*/ 2649881 h 6382977"/>
              <a:gd name="connsiteX2060" fmla="*/ 5377652 w 6501199"/>
              <a:gd name="connsiteY2060" fmla="*/ 2666082 h 6382977"/>
              <a:gd name="connsiteX2061" fmla="*/ 5420853 w 6501199"/>
              <a:gd name="connsiteY2061" fmla="*/ 2627199 h 6382977"/>
              <a:gd name="connsiteX2062" fmla="*/ 5418693 w 6501199"/>
              <a:gd name="connsiteY2062" fmla="*/ 2592997 h 6382977"/>
              <a:gd name="connsiteX2063" fmla="*/ 5423013 w 6501199"/>
              <a:gd name="connsiteY2063" fmla="*/ 2583996 h 6382977"/>
              <a:gd name="connsiteX2064" fmla="*/ 5450373 w 6501199"/>
              <a:gd name="connsiteY2064" fmla="*/ 2597677 h 6382977"/>
              <a:gd name="connsiteX2065" fmla="*/ 5454918 w 6501199"/>
              <a:gd name="connsiteY2065" fmla="*/ 2580216 h 6382977"/>
              <a:gd name="connsiteX2066" fmla="*/ 5447075 w 6501199"/>
              <a:gd name="connsiteY2066" fmla="*/ 2569962 h 6382977"/>
              <a:gd name="connsiteX2067" fmla="*/ 5447739 w 6501199"/>
              <a:gd name="connsiteY2067" fmla="*/ 2571379 h 6382977"/>
              <a:gd name="connsiteX2068" fmla="*/ 5440827 w 6501199"/>
              <a:gd name="connsiteY2068" fmla="*/ 2579974 h 6382977"/>
              <a:gd name="connsiteX2069" fmla="*/ 5415713 w 6501199"/>
              <a:gd name="connsiteY2069" fmla="*/ 2582501 h 6382977"/>
              <a:gd name="connsiteX2070" fmla="*/ 5495002 w 6501199"/>
              <a:gd name="connsiteY2070" fmla="*/ 2489015 h 6382977"/>
              <a:gd name="connsiteX2071" fmla="*/ 5515452 w 6501199"/>
              <a:gd name="connsiteY2071" fmla="*/ 2489015 h 6382977"/>
              <a:gd name="connsiteX2072" fmla="*/ 5511147 w 6501199"/>
              <a:gd name="connsiteY2072" fmla="*/ 2477465 h 6382977"/>
              <a:gd name="connsiteX2073" fmla="*/ 5528267 w 6501199"/>
              <a:gd name="connsiteY2073" fmla="*/ 2464161 h 6382977"/>
              <a:gd name="connsiteX2074" fmla="*/ 5544975 w 6501199"/>
              <a:gd name="connsiteY2074" fmla="*/ 2455796 h 6382977"/>
              <a:gd name="connsiteX2075" fmla="*/ 5548079 w 6501199"/>
              <a:gd name="connsiteY2075" fmla="*/ 2438698 h 6382977"/>
              <a:gd name="connsiteX2076" fmla="*/ 5544851 w 6501199"/>
              <a:gd name="connsiteY2076" fmla="*/ 2417717 h 6382977"/>
              <a:gd name="connsiteX2077" fmla="*/ 5542509 w 6501199"/>
              <a:gd name="connsiteY2077" fmla="*/ 2407883 h 6382977"/>
              <a:gd name="connsiteX2078" fmla="*/ 5536188 w 6501199"/>
              <a:gd name="connsiteY2078" fmla="*/ 2410166 h 6382977"/>
              <a:gd name="connsiteX2079" fmla="*/ 5529933 w 6501199"/>
              <a:gd name="connsiteY2079" fmla="*/ 2418025 h 6382977"/>
              <a:gd name="connsiteX2080" fmla="*/ 5520933 w 6501199"/>
              <a:gd name="connsiteY2080" fmla="*/ 2392823 h 6382977"/>
              <a:gd name="connsiteX2081" fmla="*/ 4899929 w 6501199"/>
              <a:gd name="connsiteY2081" fmla="*/ 2388143 h 6382977"/>
              <a:gd name="connsiteX2082" fmla="*/ 4897409 w 6501199"/>
              <a:gd name="connsiteY2082" fmla="*/ 2413344 h 6382977"/>
              <a:gd name="connsiteX2083" fmla="*/ 4911089 w 6501199"/>
              <a:gd name="connsiteY2083" fmla="*/ 2388143 h 6382977"/>
              <a:gd name="connsiteX2084" fmla="*/ 4906769 w 6501199"/>
              <a:gd name="connsiteY2084" fmla="*/ 2390663 h 6382977"/>
              <a:gd name="connsiteX2085" fmla="*/ 4899929 w 6501199"/>
              <a:gd name="connsiteY2085" fmla="*/ 2388143 h 6382977"/>
              <a:gd name="connsiteX2086" fmla="*/ 5864190 w 6501199"/>
              <a:gd name="connsiteY2086" fmla="*/ 2379662 h 6382977"/>
              <a:gd name="connsiteX2087" fmla="*/ 5862050 w 6501199"/>
              <a:gd name="connsiteY2087" fmla="*/ 2411521 h 6382977"/>
              <a:gd name="connsiteX2088" fmla="*/ 5839575 w 6501199"/>
              <a:gd name="connsiteY2088" fmla="*/ 2404720 h 6382977"/>
              <a:gd name="connsiteX2089" fmla="*/ 5864190 w 6501199"/>
              <a:gd name="connsiteY2089" fmla="*/ 2379662 h 6382977"/>
              <a:gd name="connsiteX2090" fmla="*/ 5243371 w 6501199"/>
              <a:gd name="connsiteY2090" fmla="*/ 2376982 h 6382977"/>
              <a:gd name="connsiteX2091" fmla="*/ 5220691 w 6501199"/>
              <a:gd name="connsiteY2091" fmla="*/ 2413344 h 6382977"/>
              <a:gd name="connsiteX2092" fmla="*/ 5243371 w 6501199"/>
              <a:gd name="connsiteY2092" fmla="*/ 2376982 h 6382977"/>
              <a:gd name="connsiteX2093" fmla="*/ 5123178 w 6501199"/>
              <a:gd name="connsiteY2093" fmla="*/ 2375380 h 6382977"/>
              <a:gd name="connsiteX2094" fmla="*/ 5137544 w 6501199"/>
              <a:gd name="connsiteY2094" fmla="*/ 2383333 h 6382977"/>
              <a:gd name="connsiteX2095" fmla="*/ 5124023 w 6501199"/>
              <a:gd name="connsiteY2095" fmla="*/ 2383333 h 6382977"/>
              <a:gd name="connsiteX2096" fmla="*/ 5123178 w 6501199"/>
              <a:gd name="connsiteY2096" fmla="*/ 2375380 h 6382977"/>
              <a:gd name="connsiteX2097" fmla="*/ 553040 w 6501199"/>
              <a:gd name="connsiteY2097" fmla="*/ 2361345 h 6382977"/>
              <a:gd name="connsiteX2098" fmla="*/ 532518 w 6501199"/>
              <a:gd name="connsiteY2098" fmla="*/ 2372504 h 6382977"/>
              <a:gd name="connsiteX2099" fmla="*/ 527837 w 6501199"/>
              <a:gd name="connsiteY2099" fmla="*/ 2399860 h 6382977"/>
              <a:gd name="connsiteX2100" fmla="*/ 553040 w 6501199"/>
              <a:gd name="connsiteY2100" fmla="*/ 2361345 h 6382977"/>
              <a:gd name="connsiteX2101" fmla="*/ 5739455 w 6501199"/>
              <a:gd name="connsiteY2101" fmla="*/ 2358621 h 6382977"/>
              <a:gd name="connsiteX2102" fmla="*/ 5709575 w 6501199"/>
              <a:gd name="connsiteY2102" fmla="*/ 2372302 h 6382977"/>
              <a:gd name="connsiteX2103" fmla="*/ 5732615 w 6501199"/>
              <a:gd name="connsiteY2103" fmla="*/ 2374822 h 6382977"/>
              <a:gd name="connsiteX2104" fmla="*/ 5707415 w 6501199"/>
              <a:gd name="connsiteY2104" fmla="*/ 2399663 h 6382977"/>
              <a:gd name="connsiteX2105" fmla="*/ 5707415 w 6501199"/>
              <a:gd name="connsiteY2105" fmla="*/ 2413344 h 6382977"/>
              <a:gd name="connsiteX2106" fmla="*/ 5739455 w 6501199"/>
              <a:gd name="connsiteY2106" fmla="*/ 2358621 h 6382977"/>
              <a:gd name="connsiteX2107" fmla="*/ 6312121 w 6501199"/>
              <a:gd name="connsiteY2107" fmla="*/ 2347912 h 6382977"/>
              <a:gd name="connsiteX2108" fmla="*/ 6312121 w 6501199"/>
              <a:gd name="connsiteY2108" fmla="*/ 2382469 h 6382977"/>
              <a:gd name="connsiteX2109" fmla="*/ 6312121 w 6501199"/>
              <a:gd name="connsiteY2109" fmla="*/ 2347912 h 6382977"/>
              <a:gd name="connsiteX2110" fmla="*/ 6164649 w 6501199"/>
              <a:gd name="connsiteY2110" fmla="*/ 2335212 h 6382977"/>
              <a:gd name="connsiteX2111" fmla="*/ 6157555 w 6501199"/>
              <a:gd name="connsiteY2111" fmla="*/ 2364855 h 6382977"/>
              <a:gd name="connsiteX2112" fmla="*/ 6142086 w 6501199"/>
              <a:gd name="connsiteY2112" fmla="*/ 2400701 h 6382977"/>
              <a:gd name="connsiteX2113" fmla="*/ 6141817 w 6501199"/>
              <a:gd name="connsiteY2113" fmla="*/ 2401528 h 6382977"/>
              <a:gd name="connsiteX2114" fmla="*/ 6141758 w 6501199"/>
              <a:gd name="connsiteY2114" fmla="*/ 2401462 h 6382977"/>
              <a:gd name="connsiteX2115" fmla="*/ 6141730 w 6501199"/>
              <a:gd name="connsiteY2115" fmla="*/ 2401526 h 6382977"/>
              <a:gd name="connsiteX2116" fmla="*/ 6141724 w 6501199"/>
              <a:gd name="connsiteY2116" fmla="*/ 2401425 h 6382977"/>
              <a:gd name="connsiteX2117" fmla="*/ 6135469 w 6501199"/>
              <a:gd name="connsiteY2117" fmla="*/ 2394478 h 6382977"/>
              <a:gd name="connsiteX2118" fmla="*/ 6138627 w 6501199"/>
              <a:gd name="connsiteY2118" fmla="*/ 2384435 h 6382977"/>
              <a:gd name="connsiteX2119" fmla="*/ 6140477 w 6501199"/>
              <a:gd name="connsiteY2119" fmla="*/ 2380328 h 6382977"/>
              <a:gd name="connsiteX2120" fmla="*/ 6139411 w 6501199"/>
              <a:gd name="connsiteY2120" fmla="*/ 2362287 h 6382977"/>
              <a:gd name="connsiteX2121" fmla="*/ 6164649 w 6501199"/>
              <a:gd name="connsiteY2121" fmla="*/ 2335212 h 6382977"/>
              <a:gd name="connsiteX2122" fmla="*/ 6085280 w 6501199"/>
              <a:gd name="connsiteY2122" fmla="*/ 2330839 h 6382977"/>
              <a:gd name="connsiteX2123" fmla="*/ 6069539 w 6501199"/>
              <a:gd name="connsiteY2123" fmla="*/ 2376127 h 6382977"/>
              <a:gd name="connsiteX2124" fmla="*/ 6085280 w 6501199"/>
              <a:gd name="connsiteY2124" fmla="*/ 2330839 h 6382977"/>
              <a:gd name="connsiteX2125" fmla="*/ 5232290 w 6501199"/>
              <a:gd name="connsiteY2125" fmla="*/ 2324100 h 6382977"/>
              <a:gd name="connsiteX2126" fmla="*/ 5214100 w 6501199"/>
              <a:gd name="connsiteY2126" fmla="*/ 2361847 h 6382977"/>
              <a:gd name="connsiteX2127" fmla="*/ 5232290 w 6501199"/>
              <a:gd name="connsiteY2127" fmla="*/ 2324100 h 6382977"/>
              <a:gd name="connsiteX2128" fmla="*/ 3777806 w 6501199"/>
              <a:gd name="connsiteY2128" fmla="*/ 2318660 h 6382977"/>
              <a:gd name="connsiteX2129" fmla="*/ 3777885 w 6501199"/>
              <a:gd name="connsiteY2129" fmla="*/ 2319422 h 6382977"/>
              <a:gd name="connsiteX2130" fmla="*/ 3783336 w 6501199"/>
              <a:gd name="connsiteY2130" fmla="*/ 2319715 h 6382977"/>
              <a:gd name="connsiteX2131" fmla="*/ 3783152 w 6501199"/>
              <a:gd name="connsiteY2131" fmla="*/ 2319677 h 6382977"/>
              <a:gd name="connsiteX2132" fmla="*/ 5529933 w 6501199"/>
              <a:gd name="connsiteY2132" fmla="*/ 2317938 h 6382977"/>
              <a:gd name="connsiteX2133" fmla="*/ 5525613 w 6501199"/>
              <a:gd name="connsiteY2133" fmla="*/ 2326938 h 6382977"/>
              <a:gd name="connsiteX2134" fmla="*/ 5505093 w 6501199"/>
              <a:gd name="connsiteY2134" fmla="*/ 2376982 h 6382977"/>
              <a:gd name="connsiteX2135" fmla="*/ 5534613 w 6501199"/>
              <a:gd name="connsiteY2135" fmla="*/ 2335939 h 6382977"/>
              <a:gd name="connsiteX2136" fmla="*/ 5529933 w 6501199"/>
              <a:gd name="connsiteY2136" fmla="*/ 2317938 h 6382977"/>
              <a:gd name="connsiteX2137" fmla="*/ 3786078 w 6501199"/>
              <a:gd name="connsiteY2137" fmla="*/ 2314247 h 6382977"/>
              <a:gd name="connsiteX2138" fmla="*/ 3786179 w 6501199"/>
              <a:gd name="connsiteY2138" fmla="*/ 2315627 h 6382977"/>
              <a:gd name="connsiteX2139" fmla="*/ 3786725 w 6501199"/>
              <a:gd name="connsiteY2139" fmla="*/ 2319897 h 6382977"/>
              <a:gd name="connsiteX2140" fmla="*/ 3800850 w 6501199"/>
              <a:gd name="connsiteY2140" fmla="*/ 2320655 h 6382977"/>
              <a:gd name="connsiteX2141" fmla="*/ 3800764 w 6501199"/>
              <a:gd name="connsiteY2141" fmla="*/ 2319016 h 6382977"/>
              <a:gd name="connsiteX2142" fmla="*/ 3787381 w 6501199"/>
              <a:gd name="connsiteY2142" fmla="*/ 2316807 h 6382977"/>
              <a:gd name="connsiteX2143" fmla="*/ 5713309 w 6501199"/>
              <a:gd name="connsiteY2143" fmla="*/ 2313143 h 6382977"/>
              <a:gd name="connsiteX2144" fmla="*/ 5708208 w 6501199"/>
              <a:gd name="connsiteY2144" fmla="*/ 2318325 h 6382977"/>
              <a:gd name="connsiteX2145" fmla="*/ 5692864 w 6501199"/>
              <a:gd name="connsiteY2145" fmla="*/ 2342787 h 6382977"/>
              <a:gd name="connsiteX2146" fmla="*/ 5685201 w 6501199"/>
              <a:gd name="connsiteY2146" fmla="*/ 2341919 h 6382977"/>
              <a:gd name="connsiteX2147" fmla="*/ 5686794 w 6501199"/>
              <a:gd name="connsiteY2147" fmla="*/ 2361573 h 6382977"/>
              <a:gd name="connsiteX2148" fmla="*/ 5701430 w 6501199"/>
              <a:gd name="connsiteY2148" fmla="*/ 2344928 h 6382977"/>
              <a:gd name="connsiteX2149" fmla="*/ 5715355 w 6501199"/>
              <a:gd name="connsiteY2149" fmla="*/ 2336059 h 6382977"/>
              <a:gd name="connsiteX2150" fmla="*/ 5708266 w 6501199"/>
              <a:gd name="connsiteY2150" fmla="*/ 2332576 h 6382977"/>
              <a:gd name="connsiteX2151" fmla="*/ 5709959 w 6501199"/>
              <a:gd name="connsiteY2151" fmla="*/ 2321778 h 6382977"/>
              <a:gd name="connsiteX2152" fmla="*/ 3857860 w 6501199"/>
              <a:gd name="connsiteY2152" fmla="*/ 2310610 h 6382977"/>
              <a:gd name="connsiteX2153" fmla="*/ 3850361 w 6501199"/>
              <a:gd name="connsiteY2153" fmla="*/ 2313501 h 6382977"/>
              <a:gd name="connsiteX2154" fmla="*/ 3849086 w 6501199"/>
              <a:gd name="connsiteY2154" fmla="*/ 2320269 h 6382977"/>
              <a:gd name="connsiteX2155" fmla="*/ 3849189 w 6501199"/>
              <a:gd name="connsiteY2155" fmla="*/ 2320311 h 6382977"/>
              <a:gd name="connsiteX2156" fmla="*/ 3849070 w 6501199"/>
              <a:gd name="connsiteY2156" fmla="*/ 2320355 h 6382977"/>
              <a:gd name="connsiteX2157" fmla="*/ 3848772 w 6501199"/>
              <a:gd name="connsiteY2157" fmla="*/ 2321934 h 6382977"/>
              <a:gd name="connsiteX2158" fmla="*/ 3857673 w 6501199"/>
              <a:gd name="connsiteY2158" fmla="*/ 2315978 h 6382977"/>
              <a:gd name="connsiteX2159" fmla="*/ 6141201 w 6501199"/>
              <a:gd name="connsiteY2159" fmla="*/ 2301875 h 6382977"/>
              <a:gd name="connsiteX2160" fmla="*/ 6152924 w 6501199"/>
              <a:gd name="connsiteY2160" fmla="*/ 2333272 h 6382977"/>
              <a:gd name="connsiteX2161" fmla="*/ 6141201 w 6501199"/>
              <a:gd name="connsiteY2161" fmla="*/ 2301875 h 6382977"/>
              <a:gd name="connsiteX2162" fmla="*/ 3921795 w 6501199"/>
              <a:gd name="connsiteY2162" fmla="*/ 2296189 h 6382977"/>
              <a:gd name="connsiteX2163" fmla="*/ 3921532 w 6501199"/>
              <a:gd name="connsiteY2163" fmla="*/ 2299589 h 6382977"/>
              <a:gd name="connsiteX2164" fmla="*/ 3930507 w 6501199"/>
              <a:gd name="connsiteY2164" fmla="*/ 2296940 h 6382977"/>
              <a:gd name="connsiteX2165" fmla="*/ 3838715 w 6501199"/>
              <a:gd name="connsiteY2165" fmla="*/ 2295193 h 6382977"/>
              <a:gd name="connsiteX2166" fmla="*/ 3838548 w 6501199"/>
              <a:gd name="connsiteY2166" fmla="*/ 2295215 h 6382977"/>
              <a:gd name="connsiteX2167" fmla="*/ 3830720 w 6501199"/>
              <a:gd name="connsiteY2167" fmla="*/ 2299577 h 6382977"/>
              <a:gd name="connsiteX2168" fmla="*/ 3831365 w 6501199"/>
              <a:gd name="connsiteY2168" fmla="*/ 2296135 h 6382977"/>
              <a:gd name="connsiteX2169" fmla="*/ 3819666 w 6501199"/>
              <a:gd name="connsiteY2169" fmla="*/ 2297635 h 6382977"/>
              <a:gd name="connsiteX2170" fmla="*/ 3819666 w 6501199"/>
              <a:gd name="connsiteY2170" fmla="*/ 2301954 h 6382977"/>
              <a:gd name="connsiteX2171" fmla="*/ 3805917 w 6501199"/>
              <a:gd name="connsiteY2171" fmla="*/ 2299417 h 6382977"/>
              <a:gd name="connsiteX2172" fmla="*/ 3804159 w 6501199"/>
              <a:gd name="connsiteY2172" fmla="*/ 2298074 h 6382977"/>
              <a:gd name="connsiteX2173" fmla="*/ 3797740 w 6501199"/>
              <a:gd name="connsiteY2173" fmla="*/ 2302993 h 6382977"/>
              <a:gd name="connsiteX2174" fmla="*/ 3785127 w 6501199"/>
              <a:gd name="connsiteY2174" fmla="*/ 2301249 h 6382977"/>
              <a:gd name="connsiteX2175" fmla="*/ 3785325 w 6501199"/>
              <a:gd name="connsiteY2175" fmla="*/ 2303953 h 6382977"/>
              <a:gd name="connsiteX2176" fmla="*/ 3789867 w 6501199"/>
              <a:gd name="connsiteY2176" fmla="*/ 2303619 h 6382977"/>
              <a:gd name="connsiteX2177" fmla="*/ 3801304 w 6501199"/>
              <a:gd name="connsiteY2177" fmla="*/ 2306633 h 6382977"/>
              <a:gd name="connsiteX2178" fmla="*/ 3804935 w 6501199"/>
              <a:gd name="connsiteY2178" fmla="*/ 2320874 h 6382977"/>
              <a:gd name="connsiteX2179" fmla="*/ 3824106 w 6501199"/>
              <a:gd name="connsiteY2179" fmla="*/ 2321903 h 6382977"/>
              <a:gd name="connsiteX2180" fmla="*/ 3829342 w 6501199"/>
              <a:gd name="connsiteY2180" fmla="*/ 2319951 h 6382977"/>
              <a:gd name="connsiteX2181" fmla="*/ 3833799 w 6501199"/>
              <a:gd name="connsiteY2181" fmla="*/ 2318696 h 6382977"/>
              <a:gd name="connsiteX2182" fmla="*/ 3831575 w 6501199"/>
              <a:gd name="connsiteY2182" fmla="*/ 2309665 h 6382977"/>
              <a:gd name="connsiteX2183" fmla="*/ 3839857 w 6501199"/>
              <a:gd name="connsiteY2183" fmla="*/ 2296929 h 6382977"/>
              <a:gd name="connsiteX2184" fmla="*/ 3908217 w 6501199"/>
              <a:gd name="connsiteY2184" fmla="*/ 2294334 h 6382977"/>
              <a:gd name="connsiteX2185" fmla="*/ 3898761 w 6501199"/>
              <a:gd name="connsiteY2185" fmla="*/ 2301737 h 6382977"/>
              <a:gd name="connsiteX2186" fmla="*/ 3897551 w 6501199"/>
              <a:gd name="connsiteY2186" fmla="*/ 2297904 h 6382977"/>
              <a:gd name="connsiteX2187" fmla="*/ 3890228 w 6501199"/>
              <a:gd name="connsiteY2187" fmla="*/ 2307751 h 6382977"/>
              <a:gd name="connsiteX2188" fmla="*/ 3912151 w 6501199"/>
              <a:gd name="connsiteY2188" fmla="*/ 2302359 h 6382977"/>
              <a:gd name="connsiteX2189" fmla="*/ 3918957 w 6501199"/>
              <a:gd name="connsiteY2189" fmla="*/ 2300349 h 6382977"/>
              <a:gd name="connsiteX2190" fmla="*/ 3914737 w 6501199"/>
              <a:gd name="connsiteY2190" fmla="*/ 2295298 h 6382977"/>
              <a:gd name="connsiteX2191" fmla="*/ 5163811 w 6501199"/>
              <a:gd name="connsiteY2191" fmla="*/ 2292736 h 6382977"/>
              <a:gd name="connsiteX2192" fmla="*/ 5138610 w 6501199"/>
              <a:gd name="connsiteY2192" fmla="*/ 2299577 h 6382977"/>
              <a:gd name="connsiteX2193" fmla="*/ 5159131 w 6501199"/>
              <a:gd name="connsiteY2193" fmla="*/ 2315418 h 6382977"/>
              <a:gd name="connsiteX2194" fmla="*/ 5163811 w 6501199"/>
              <a:gd name="connsiteY2194" fmla="*/ 2292736 h 6382977"/>
              <a:gd name="connsiteX2195" fmla="*/ 3869118 w 6501199"/>
              <a:gd name="connsiteY2195" fmla="*/ 2291003 h 6382977"/>
              <a:gd name="connsiteX2196" fmla="*/ 3865060 w 6501199"/>
              <a:gd name="connsiteY2196" fmla="*/ 2291365 h 6382977"/>
              <a:gd name="connsiteX2197" fmla="*/ 3869652 w 6501199"/>
              <a:gd name="connsiteY2197" fmla="*/ 2297919 h 6382977"/>
              <a:gd name="connsiteX2198" fmla="*/ 3864860 w 6501199"/>
              <a:gd name="connsiteY2198" fmla="*/ 2313991 h 6382977"/>
              <a:gd name="connsiteX2199" fmla="*/ 3888685 w 6501199"/>
              <a:gd name="connsiteY2199" fmla="*/ 2308131 h 6382977"/>
              <a:gd name="connsiteX2200" fmla="*/ 3883967 w 6501199"/>
              <a:gd name="connsiteY2200" fmla="*/ 2306431 h 6382977"/>
              <a:gd name="connsiteX2201" fmla="*/ 3881965 w 6501199"/>
              <a:gd name="connsiteY2201" fmla="*/ 2301280 h 6382977"/>
              <a:gd name="connsiteX2202" fmla="*/ 3877363 w 6501199"/>
              <a:gd name="connsiteY2202" fmla="*/ 2299082 h 6382977"/>
              <a:gd name="connsiteX2203" fmla="*/ 3872998 w 6501199"/>
              <a:gd name="connsiteY2203" fmla="*/ 2299712 h 6382977"/>
              <a:gd name="connsiteX2204" fmla="*/ 3873519 w 6501199"/>
              <a:gd name="connsiteY2204" fmla="*/ 2294555 h 6382977"/>
              <a:gd name="connsiteX2205" fmla="*/ 3871614 w 6501199"/>
              <a:gd name="connsiteY2205" fmla="*/ 2294665 h 6382977"/>
              <a:gd name="connsiteX2206" fmla="*/ 3871919 w 6501199"/>
              <a:gd name="connsiteY2206" fmla="*/ 2292873 h 6382977"/>
              <a:gd name="connsiteX2207" fmla="*/ 3789107 w 6501199"/>
              <a:gd name="connsiteY2207" fmla="*/ 2290129 h 6382977"/>
              <a:gd name="connsiteX2208" fmla="*/ 3789260 w 6501199"/>
              <a:gd name="connsiteY2208" fmla="*/ 2290956 h 6382977"/>
              <a:gd name="connsiteX2209" fmla="*/ 3791240 w 6501199"/>
              <a:gd name="connsiteY2209" fmla="*/ 2290818 h 6382977"/>
              <a:gd name="connsiteX2210" fmla="*/ 3815780 w 6501199"/>
              <a:gd name="connsiteY2210" fmla="*/ 2289046 h 6382977"/>
              <a:gd name="connsiteX2211" fmla="*/ 3814512 w 6501199"/>
              <a:gd name="connsiteY2211" fmla="*/ 2289066 h 6382977"/>
              <a:gd name="connsiteX2212" fmla="*/ 3811171 w 6501199"/>
              <a:gd name="connsiteY2212" fmla="*/ 2292116 h 6382977"/>
              <a:gd name="connsiteX2213" fmla="*/ 3817675 w 6501199"/>
              <a:gd name="connsiteY2213" fmla="*/ 2293771 h 6382977"/>
              <a:gd name="connsiteX2214" fmla="*/ 3825172 w 6501199"/>
              <a:gd name="connsiteY2214" fmla="*/ 2289801 h 6382977"/>
              <a:gd name="connsiteX2215" fmla="*/ 3823689 w 6501199"/>
              <a:gd name="connsiteY2215" fmla="*/ 2290137 h 6382977"/>
              <a:gd name="connsiteX2216" fmla="*/ 3815780 w 6501199"/>
              <a:gd name="connsiteY2216" fmla="*/ 2289046 h 6382977"/>
              <a:gd name="connsiteX2217" fmla="*/ 5263688 w 6501199"/>
              <a:gd name="connsiteY2217" fmla="*/ 2288656 h 6382977"/>
              <a:gd name="connsiteX2218" fmla="*/ 5268319 w 6501199"/>
              <a:gd name="connsiteY2218" fmla="*/ 2292296 h 6382977"/>
              <a:gd name="connsiteX2219" fmla="*/ 5263923 w 6501199"/>
              <a:gd name="connsiteY2219" fmla="*/ 2301214 h 6382977"/>
              <a:gd name="connsiteX2220" fmla="*/ 5263923 w 6501199"/>
              <a:gd name="connsiteY2220" fmla="*/ 2310490 h 6382977"/>
              <a:gd name="connsiteX2221" fmla="*/ 5256963 w 6501199"/>
              <a:gd name="connsiteY2221" fmla="*/ 2312630 h 6382977"/>
              <a:gd name="connsiteX2222" fmla="*/ 5252200 w 6501199"/>
              <a:gd name="connsiteY2222" fmla="*/ 2307992 h 6382977"/>
              <a:gd name="connsiteX2223" fmla="*/ 5252200 w 6501199"/>
              <a:gd name="connsiteY2223" fmla="*/ 2296933 h 6382977"/>
              <a:gd name="connsiteX2224" fmla="*/ 5263688 w 6501199"/>
              <a:gd name="connsiteY2224" fmla="*/ 2288656 h 6382977"/>
              <a:gd name="connsiteX2225" fmla="*/ 3946641 w 6501199"/>
              <a:gd name="connsiteY2225" fmla="*/ 2288056 h 6382977"/>
              <a:gd name="connsiteX2226" fmla="*/ 3934012 w 6501199"/>
              <a:gd name="connsiteY2226" fmla="*/ 2295905 h 6382977"/>
              <a:gd name="connsiteX2227" fmla="*/ 3947263 w 6501199"/>
              <a:gd name="connsiteY2227" fmla="*/ 2291993 h 6382977"/>
              <a:gd name="connsiteX2228" fmla="*/ 3894441 w 6501199"/>
              <a:gd name="connsiteY2228" fmla="*/ 2288056 h 6382977"/>
              <a:gd name="connsiteX2229" fmla="*/ 3894326 w 6501199"/>
              <a:gd name="connsiteY2229" fmla="*/ 2288129 h 6382977"/>
              <a:gd name="connsiteX2230" fmla="*/ 3893869 w 6501199"/>
              <a:gd name="connsiteY2230" fmla="*/ 2290782 h 6382977"/>
              <a:gd name="connsiteX2231" fmla="*/ 3897184 w 6501199"/>
              <a:gd name="connsiteY2231" fmla="*/ 2296742 h 6382977"/>
              <a:gd name="connsiteX2232" fmla="*/ 5823335 w 6501199"/>
              <a:gd name="connsiteY2232" fmla="*/ 2285896 h 6382977"/>
              <a:gd name="connsiteX2233" fmla="*/ 5798495 w 6501199"/>
              <a:gd name="connsiteY2233" fmla="*/ 2308577 h 6382977"/>
              <a:gd name="connsiteX2234" fmla="*/ 5823335 w 6501199"/>
              <a:gd name="connsiteY2234" fmla="*/ 2285896 h 6382977"/>
              <a:gd name="connsiteX2235" fmla="*/ 3940263 w 6501199"/>
              <a:gd name="connsiteY2235" fmla="*/ 2269509 h 6382977"/>
              <a:gd name="connsiteX2236" fmla="*/ 3938901 w 6501199"/>
              <a:gd name="connsiteY2236" fmla="*/ 2271315 h 6382977"/>
              <a:gd name="connsiteX2237" fmla="*/ 3939801 w 6501199"/>
              <a:gd name="connsiteY2237" fmla="*/ 2281575 h 6382977"/>
              <a:gd name="connsiteX2238" fmla="*/ 3949206 w 6501199"/>
              <a:gd name="connsiteY2238" fmla="*/ 2278110 h 6382977"/>
              <a:gd name="connsiteX2239" fmla="*/ 3950995 w 6501199"/>
              <a:gd name="connsiteY2239" fmla="*/ 2273835 h 6382977"/>
              <a:gd name="connsiteX2240" fmla="*/ 3943252 w 6501199"/>
              <a:gd name="connsiteY2240" fmla="*/ 2271610 h 6382977"/>
              <a:gd name="connsiteX2241" fmla="*/ 5720925 w 6501199"/>
              <a:gd name="connsiteY2241" fmla="*/ 2266950 h 6382977"/>
              <a:gd name="connsiteX2242" fmla="*/ 5703050 w 6501199"/>
              <a:gd name="connsiteY2242" fmla="*/ 2286835 h 6382977"/>
              <a:gd name="connsiteX2243" fmla="*/ 5720925 w 6501199"/>
              <a:gd name="connsiteY2243" fmla="*/ 2266950 h 6382977"/>
              <a:gd name="connsiteX2244" fmla="*/ 5834855 w 6501199"/>
              <a:gd name="connsiteY2244" fmla="*/ 2256374 h 6382977"/>
              <a:gd name="connsiteX2245" fmla="*/ 5825855 w 6501199"/>
              <a:gd name="connsiteY2245" fmla="*/ 2283736 h 6382977"/>
              <a:gd name="connsiteX2246" fmla="*/ 5855375 w 6501199"/>
              <a:gd name="connsiteY2246" fmla="*/ 2274735 h 6382977"/>
              <a:gd name="connsiteX2247" fmla="*/ 5834855 w 6501199"/>
              <a:gd name="connsiteY2247" fmla="*/ 2256374 h 6382977"/>
              <a:gd name="connsiteX2248" fmla="*/ 5254891 w 6501199"/>
              <a:gd name="connsiteY2248" fmla="*/ 2256374 h 6382977"/>
              <a:gd name="connsiteX2249" fmla="*/ 5254647 w 6501199"/>
              <a:gd name="connsiteY2249" fmla="*/ 2256827 h 6382977"/>
              <a:gd name="connsiteX2250" fmla="*/ 5254969 w 6501199"/>
              <a:gd name="connsiteY2250" fmla="*/ 2256374 h 6382977"/>
              <a:gd name="connsiteX2251" fmla="*/ 5800655 w 6501199"/>
              <a:gd name="connsiteY2251" fmla="*/ 2249533 h 6382977"/>
              <a:gd name="connsiteX2252" fmla="*/ 5786975 w 6501199"/>
              <a:gd name="connsiteY2252" fmla="*/ 2281575 h 6382977"/>
              <a:gd name="connsiteX2253" fmla="*/ 5800655 w 6501199"/>
              <a:gd name="connsiteY2253" fmla="*/ 2285896 h 6382977"/>
              <a:gd name="connsiteX2254" fmla="*/ 5828015 w 6501199"/>
              <a:gd name="connsiteY2254" fmla="*/ 2256374 h 6382977"/>
              <a:gd name="connsiteX2255" fmla="*/ 5802815 w 6501199"/>
              <a:gd name="connsiteY2255" fmla="*/ 2274735 h 6382977"/>
              <a:gd name="connsiteX2256" fmla="*/ 5800655 w 6501199"/>
              <a:gd name="connsiteY2256" fmla="*/ 2249533 h 6382977"/>
              <a:gd name="connsiteX2257" fmla="*/ 6293228 w 6501199"/>
              <a:gd name="connsiteY2257" fmla="*/ 2247900 h 6382977"/>
              <a:gd name="connsiteX2258" fmla="*/ 6276857 w 6501199"/>
              <a:gd name="connsiteY2258" fmla="*/ 2285647 h 6382977"/>
              <a:gd name="connsiteX2259" fmla="*/ 6293228 w 6501199"/>
              <a:gd name="connsiteY2259" fmla="*/ 2247900 h 6382977"/>
              <a:gd name="connsiteX2260" fmla="*/ 5225011 w 6501199"/>
              <a:gd name="connsiteY2260" fmla="*/ 2231532 h 6382977"/>
              <a:gd name="connsiteX2261" fmla="*/ 5222851 w 6501199"/>
              <a:gd name="connsiteY2261" fmla="*/ 2261054 h 6382977"/>
              <a:gd name="connsiteX2262" fmla="*/ 5200171 w 6501199"/>
              <a:gd name="connsiteY2262" fmla="*/ 2306417 h 6382977"/>
              <a:gd name="connsiteX2263" fmla="*/ 5174971 w 6501199"/>
              <a:gd name="connsiteY2263" fmla="*/ 2285896 h 6382977"/>
              <a:gd name="connsiteX2264" fmla="*/ 5184331 w 6501199"/>
              <a:gd name="connsiteY2264" fmla="*/ 2313258 h 6382977"/>
              <a:gd name="connsiteX2265" fmla="*/ 5163811 w 6501199"/>
              <a:gd name="connsiteY2265" fmla="*/ 2340619 h 6382977"/>
              <a:gd name="connsiteX2266" fmla="*/ 5141130 w 6501199"/>
              <a:gd name="connsiteY2266" fmla="*/ 2326938 h 6382977"/>
              <a:gd name="connsiteX2267" fmla="*/ 5141130 w 6501199"/>
              <a:gd name="connsiteY2267" fmla="*/ 2351780 h 6382977"/>
              <a:gd name="connsiteX2268" fmla="*/ 5109090 w 6501199"/>
              <a:gd name="connsiteY2268" fmla="*/ 2356461 h 6382977"/>
              <a:gd name="connsiteX2269" fmla="*/ 5111250 w 6501199"/>
              <a:gd name="connsiteY2269" fmla="*/ 2367981 h 6382977"/>
              <a:gd name="connsiteX2270" fmla="*/ 5086410 w 6501199"/>
              <a:gd name="connsiteY2270" fmla="*/ 2411184 h 6382977"/>
              <a:gd name="connsiteX2271" fmla="*/ 5065890 w 6501199"/>
              <a:gd name="connsiteY2271" fmla="*/ 2427025 h 6382977"/>
              <a:gd name="connsiteX2272" fmla="*/ 5027369 w 6501199"/>
              <a:gd name="connsiteY2272" fmla="*/ 2449707 h 6382977"/>
              <a:gd name="connsiteX2273" fmla="*/ 5022689 w 6501199"/>
              <a:gd name="connsiteY2273" fmla="*/ 2458708 h 6382977"/>
              <a:gd name="connsiteX2274" fmla="*/ 5031689 w 6501199"/>
              <a:gd name="connsiteY2274" fmla="*/ 2465548 h 6382977"/>
              <a:gd name="connsiteX2275" fmla="*/ 5015849 w 6501199"/>
              <a:gd name="connsiteY2275" fmla="*/ 2486069 h 6382977"/>
              <a:gd name="connsiteX2276" fmla="*/ 5018009 w 6501199"/>
              <a:gd name="connsiteY2276" fmla="*/ 2463388 h 6382977"/>
              <a:gd name="connsiteX2277" fmla="*/ 4963649 w 6501199"/>
              <a:gd name="connsiteY2277" fmla="*/ 2486069 h 6382977"/>
              <a:gd name="connsiteX2278" fmla="*/ 4965809 w 6501199"/>
              <a:gd name="connsiteY2278" fmla="*/ 2508751 h 6382977"/>
              <a:gd name="connsiteX2279" fmla="*/ 4981649 w 6501199"/>
              <a:gd name="connsiteY2279" fmla="*/ 2486069 h 6382977"/>
              <a:gd name="connsiteX2280" fmla="*/ 4995329 w 6501199"/>
              <a:gd name="connsiteY2280" fmla="*/ 2515591 h 6382977"/>
              <a:gd name="connsiteX2281" fmla="*/ 4961129 w 6501199"/>
              <a:gd name="connsiteY2281" fmla="*/ 2520272 h 6382977"/>
              <a:gd name="connsiteX2282" fmla="*/ 4947449 w 6501199"/>
              <a:gd name="connsiteY2282" fmla="*/ 2497590 h 6382977"/>
              <a:gd name="connsiteX2283" fmla="*/ 4943129 w 6501199"/>
              <a:gd name="connsiteY2283" fmla="*/ 2515591 h 6382977"/>
              <a:gd name="connsiteX2284" fmla="*/ 4938449 w 6501199"/>
              <a:gd name="connsiteY2284" fmla="*/ 2504431 h 6382977"/>
              <a:gd name="connsiteX2285" fmla="*/ 4915769 w 6501199"/>
              <a:gd name="connsiteY2285" fmla="*/ 2529272 h 6382977"/>
              <a:gd name="connsiteX2286" fmla="*/ 4858888 w 6501199"/>
              <a:gd name="connsiteY2286" fmla="*/ 2549794 h 6382977"/>
              <a:gd name="connsiteX2287" fmla="*/ 4863568 w 6501199"/>
              <a:gd name="connsiteY2287" fmla="*/ 2563475 h 6382977"/>
              <a:gd name="connsiteX2288" fmla="*/ 4849888 w 6501199"/>
              <a:gd name="connsiteY2288" fmla="*/ 2574995 h 6382977"/>
              <a:gd name="connsiteX2289" fmla="*/ 4813528 w 6501199"/>
              <a:gd name="connsiteY2289" fmla="*/ 2592997 h 6382977"/>
              <a:gd name="connsiteX2290" fmla="*/ 4799848 w 6501199"/>
              <a:gd name="connsiteY2290" fmla="*/ 2583996 h 6382977"/>
              <a:gd name="connsiteX2291" fmla="*/ 4813528 w 6501199"/>
              <a:gd name="connsiteY2291" fmla="*/ 2565635 h 6382977"/>
              <a:gd name="connsiteX2292" fmla="*/ 4772487 w 6501199"/>
              <a:gd name="connsiteY2292" fmla="*/ 2581836 h 6382977"/>
              <a:gd name="connsiteX2293" fmla="*/ 4795167 w 6501199"/>
              <a:gd name="connsiteY2293" fmla="*/ 2579316 h 6382977"/>
              <a:gd name="connsiteX2294" fmla="*/ 4738287 w 6501199"/>
              <a:gd name="connsiteY2294" fmla="*/ 2625039 h 6382977"/>
              <a:gd name="connsiteX2295" fmla="*/ 4747287 w 6501199"/>
              <a:gd name="connsiteY2295" fmla="*/ 2631879 h 6382977"/>
              <a:gd name="connsiteX2296" fmla="*/ 4740447 w 6501199"/>
              <a:gd name="connsiteY2296" fmla="*/ 2649881 h 6382977"/>
              <a:gd name="connsiteX2297" fmla="*/ 4724607 w 6501199"/>
              <a:gd name="connsiteY2297" fmla="*/ 2629359 h 6382977"/>
              <a:gd name="connsiteX2298" fmla="*/ 4695087 w 6501199"/>
              <a:gd name="connsiteY2298" fmla="*/ 2638720 h 6382977"/>
              <a:gd name="connsiteX2299" fmla="*/ 4722447 w 6501199"/>
              <a:gd name="connsiteY2299" fmla="*/ 2647720 h 6382977"/>
              <a:gd name="connsiteX2300" fmla="*/ 4701927 w 6501199"/>
              <a:gd name="connsiteY2300" fmla="*/ 2668242 h 6382977"/>
              <a:gd name="connsiteX2301" fmla="*/ 4676727 w 6501199"/>
              <a:gd name="connsiteY2301" fmla="*/ 2634040 h 6382977"/>
              <a:gd name="connsiteX2302" fmla="*/ 4645047 w 6501199"/>
              <a:gd name="connsiteY2302" fmla="*/ 2684083 h 6382977"/>
              <a:gd name="connsiteX2303" fmla="*/ 4674567 w 6501199"/>
              <a:gd name="connsiteY2303" fmla="*/ 2661401 h 6382977"/>
              <a:gd name="connsiteX2304" fmla="*/ 4670247 w 6501199"/>
              <a:gd name="connsiteY2304" fmla="*/ 2681923 h 6382977"/>
              <a:gd name="connsiteX2305" fmla="*/ 4636901 w 6501199"/>
              <a:gd name="connsiteY2305" fmla="*/ 2692678 h 6382977"/>
              <a:gd name="connsiteX2306" fmla="*/ 4628304 w 6501199"/>
              <a:gd name="connsiteY2306" fmla="*/ 2696185 h 6382977"/>
              <a:gd name="connsiteX2307" fmla="*/ 4629977 w 6501199"/>
              <a:gd name="connsiteY2307" fmla="*/ 2698664 h 6382977"/>
              <a:gd name="connsiteX2308" fmla="*/ 4635284 w 6501199"/>
              <a:gd name="connsiteY2308" fmla="*/ 2700143 h 6382977"/>
              <a:gd name="connsiteX2309" fmla="*/ 4637518 w 6501199"/>
              <a:gd name="connsiteY2309" fmla="*/ 2701420 h 6382977"/>
              <a:gd name="connsiteX2310" fmla="*/ 4648557 w 6501199"/>
              <a:gd name="connsiteY2310" fmla="*/ 2700059 h 6382977"/>
              <a:gd name="connsiteX2311" fmla="*/ 4660887 w 6501199"/>
              <a:gd name="connsiteY2311" fmla="*/ 2690923 h 6382977"/>
              <a:gd name="connsiteX2312" fmla="*/ 4670247 w 6501199"/>
              <a:gd name="connsiteY2312" fmla="*/ 2686243 h 6382977"/>
              <a:gd name="connsiteX2313" fmla="*/ 4679247 w 6501199"/>
              <a:gd name="connsiteY2313" fmla="*/ 2695604 h 6382977"/>
              <a:gd name="connsiteX2314" fmla="*/ 4690407 w 6501199"/>
              <a:gd name="connsiteY2314" fmla="*/ 2679403 h 6382977"/>
              <a:gd name="connsiteX2315" fmla="*/ 4726767 w 6501199"/>
              <a:gd name="connsiteY2315" fmla="*/ 2666082 h 6382977"/>
              <a:gd name="connsiteX2316" fmla="*/ 4736127 w 6501199"/>
              <a:gd name="connsiteY2316" fmla="*/ 2679403 h 6382977"/>
              <a:gd name="connsiteX2317" fmla="*/ 4767807 w 6501199"/>
              <a:gd name="connsiteY2317" fmla="*/ 2663562 h 6382977"/>
              <a:gd name="connsiteX2318" fmla="*/ 4790487 w 6501199"/>
              <a:gd name="connsiteY2318" fmla="*/ 2640880 h 6382977"/>
              <a:gd name="connsiteX2319" fmla="*/ 4808848 w 6501199"/>
              <a:gd name="connsiteY2319" fmla="*/ 2627199 h 6382977"/>
              <a:gd name="connsiteX2320" fmla="*/ 4818574 w 6501199"/>
              <a:gd name="connsiteY2320" fmla="*/ 2632082 h 6382977"/>
              <a:gd name="connsiteX2321" fmla="*/ 4817225 w 6501199"/>
              <a:gd name="connsiteY2321" fmla="*/ 2627535 h 6382977"/>
              <a:gd name="connsiteX2322" fmla="*/ 4867662 w 6501199"/>
              <a:gd name="connsiteY2322" fmla="*/ 2600325 h 6382977"/>
              <a:gd name="connsiteX2323" fmla="*/ 4861431 w 6501199"/>
              <a:gd name="connsiteY2323" fmla="*/ 2620335 h 6382977"/>
              <a:gd name="connsiteX2324" fmla="*/ 4860096 w 6501199"/>
              <a:gd name="connsiteY2324" fmla="*/ 2621942 h 6382977"/>
              <a:gd name="connsiteX2325" fmla="*/ 4865514 w 6501199"/>
              <a:gd name="connsiteY2325" fmla="*/ 2621506 h 6382977"/>
              <a:gd name="connsiteX2326" fmla="*/ 4879408 w 6501199"/>
              <a:gd name="connsiteY2326" fmla="*/ 2615678 h 6382977"/>
              <a:gd name="connsiteX2327" fmla="*/ 4874728 w 6501199"/>
              <a:gd name="connsiteY2327" fmla="*/ 2602357 h 6382977"/>
              <a:gd name="connsiteX2328" fmla="*/ 4904249 w 6501199"/>
              <a:gd name="connsiteY2328" fmla="*/ 2586156 h 6382977"/>
              <a:gd name="connsiteX2329" fmla="*/ 4906769 w 6501199"/>
              <a:gd name="connsiteY2329" fmla="*/ 2606678 h 6382977"/>
              <a:gd name="connsiteX2330" fmla="*/ 4916123 w 6501199"/>
              <a:gd name="connsiteY2330" fmla="*/ 2582702 h 6382977"/>
              <a:gd name="connsiteX2331" fmla="*/ 4916553 w 6501199"/>
              <a:gd name="connsiteY2331" fmla="*/ 2582401 h 6382977"/>
              <a:gd name="connsiteX2332" fmla="*/ 4916926 w 6501199"/>
              <a:gd name="connsiteY2332" fmla="*/ 2574036 h 6382977"/>
              <a:gd name="connsiteX2333" fmla="*/ 4940695 w 6501199"/>
              <a:gd name="connsiteY2333" fmla="*/ 2555875 h 6382977"/>
              <a:gd name="connsiteX2334" fmla="*/ 4938110 w 6501199"/>
              <a:gd name="connsiteY2334" fmla="*/ 2567927 h 6382977"/>
              <a:gd name="connsiteX2335" fmla="*/ 4958862 w 6501199"/>
              <a:gd name="connsiteY2335" fmla="*/ 2559593 h 6382977"/>
              <a:gd name="connsiteX2336" fmla="*/ 4966610 w 6501199"/>
              <a:gd name="connsiteY2336" fmla="*/ 2555482 h 6382977"/>
              <a:gd name="connsiteX2337" fmla="*/ 4958513 w 6501199"/>
              <a:gd name="connsiteY2337" fmla="*/ 2547013 h 6382977"/>
              <a:gd name="connsiteX2338" fmla="*/ 4967332 w 6501199"/>
              <a:gd name="connsiteY2338" fmla="*/ 2538127 h 6382977"/>
              <a:gd name="connsiteX2339" fmla="*/ 4971093 w 6501199"/>
              <a:gd name="connsiteY2339" fmla="*/ 2542074 h 6382977"/>
              <a:gd name="connsiteX2340" fmla="*/ 4970489 w 6501199"/>
              <a:gd name="connsiteY2340" fmla="*/ 2533953 h 6382977"/>
              <a:gd name="connsiteX2341" fmla="*/ 4995329 w 6501199"/>
              <a:gd name="connsiteY2341" fmla="*/ 2518112 h 6382977"/>
              <a:gd name="connsiteX2342" fmla="*/ 4997849 w 6501199"/>
              <a:gd name="connsiteY2342" fmla="*/ 2542953 h 6382977"/>
              <a:gd name="connsiteX2343" fmla="*/ 5059364 w 6501199"/>
              <a:gd name="connsiteY2343" fmla="*/ 2492730 h 6382977"/>
              <a:gd name="connsiteX2344" fmla="*/ 5085382 w 6501199"/>
              <a:gd name="connsiteY2344" fmla="*/ 2471262 h 6382977"/>
              <a:gd name="connsiteX2345" fmla="*/ 5080515 w 6501199"/>
              <a:gd name="connsiteY2345" fmla="*/ 2465113 h 6382977"/>
              <a:gd name="connsiteX2346" fmla="*/ 5074385 w 6501199"/>
              <a:gd name="connsiteY2346" fmla="*/ 2467753 h 6382977"/>
              <a:gd name="connsiteX2347" fmla="*/ 5097294 w 6501199"/>
              <a:gd name="connsiteY2347" fmla="*/ 2438400 h 6382977"/>
              <a:gd name="connsiteX2348" fmla="*/ 5090493 w 6501199"/>
              <a:gd name="connsiteY2348" fmla="*/ 2456298 h 6382977"/>
              <a:gd name="connsiteX2349" fmla="*/ 5086690 w 6501199"/>
              <a:gd name="connsiteY2349" fmla="*/ 2463681 h 6382977"/>
              <a:gd name="connsiteX2350" fmla="*/ 5087396 w 6501199"/>
              <a:gd name="connsiteY2350" fmla="*/ 2469601 h 6382977"/>
              <a:gd name="connsiteX2351" fmla="*/ 5089430 w 6501199"/>
              <a:gd name="connsiteY2351" fmla="*/ 2467922 h 6382977"/>
              <a:gd name="connsiteX2352" fmla="*/ 5122770 w 6501199"/>
              <a:gd name="connsiteY2352" fmla="*/ 2454387 h 6382977"/>
              <a:gd name="connsiteX2353" fmla="*/ 5111250 w 6501199"/>
              <a:gd name="connsiteY2353" fmla="*/ 2468068 h 6382977"/>
              <a:gd name="connsiteX2354" fmla="*/ 5129610 w 6501199"/>
              <a:gd name="connsiteY2354" fmla="*/ 2472388 h 6382977"/>
              <a:gd name="connsiteX2355" fmla="*/ 5139645 w 6501199"/>
              <a:gd name="connsiteY2355" fmla="*/ 2458528 h 6382977"/>
              <a:gd name="connsiteX2356" fmla="*/ 5147964 w 6501199"/>
              <a:gd name="connsiteY2356" fmla="*/ 2458705 h 6382977"/>
              <a:gd name="connsiteX2357" fmla="*/ 5151722 w 6501199"/>
              <a:gd name="connsiteY2357" fmla="*/ 2451292 h 6382977"/>
              <a:gd name="connsiteX2358" fmla="*/ 5153522 w 6501199"/>
              <a:gd name="connsiteY2358" fmla="*/ 2448734 h 6382977"/>
              <a:gd name="connsiteX2359" fmla="*/ 5152740 w 6501199"/>
              <a:gd name="connsiteY2359" fmla="*/ 2443992 h 6382977"/>
              <a:gd name="connsiteX2360" fmla="*/ 5152290 w 6501199"/>
              <a:gd name="connsiteY2360" fmla="*/ 2431706 h 6382977"/>
              <a:gd name="connsiteX2361" fmla="*/ 5156567 w 6501199"/>
              <a:gd name="connsiteY2361" fmla="*/ 2432383 h 6382977"/>
              <a:gd name="connsiteX2362" fmla="*/ 5156433 w 6501199"/>
              <a:gd name="connsiteY2362" fmla="*/ 2431030 h 6382977"/>
              <a:gd name="connsiteX2363" fmla="*/ 5168768 w 6501199"/>
              <a:gd name="connsiteY2363" fmla="*/ 2432975 h 6382977"/>
              <a:gd name="connsiteX2364" fmla="*/ 5176405 w 6501199"/>
              <a:gd name="connsiteY2364" fmla="*/ 2429657 h 6382977"/>
              <a:gd name="connsiteX2365" fmla="*/ 5170203 w 6501199"/>
              <a:gd name="connsiteY2365" fmla="*/ 2424156 h 6382977"/>
              <a:gd name="connsiteX2366" fmla="*/ 5175016 w 6501199"/>
              <a:gd name="connsiteY2366" fmla="*/ 2422039 h 6382977"/>
              <a:gd name="connsiteX2367" fmla="*/ 5170651 w 6501199"/>
              <a:gd name="connsiteY2367" fmla="*/ 2418025 h 6382977"/>
              <a:gd name="connsiteX2368" fmla="*/ 5191357 w 6501199"/>
              <a:gd name="connsiteY2368" fmla="*/ 2394280 h 6382977"/>
              <a:gd name="connsiteX2369" fmla="*/ 5194116 w 6501199"/>
              <a:gd name="connsiteY2369" fmla="*/ 2394721 h 6382977"/>
              <a:gd name="connsiteX2370" fmla="*/ 5195998 w 6501199"/>
              <a:gd name="connsiteY2370" fmla="*/ 2391994 h 6382977"/>
              <a:gd name="connsiteX2371" fmla="*/ 5204902 w 6501199"/>
              <a:gd name="connsiteY2371" fmla="*/ 2376487 h 6382977"/>
              <a:gd name="connsiteX2372" fmla="*/ 5207005 w 6501199"/>
              <a:gd name="connsiteY2372" fmla="*/ 2396360 h 6382977"/>
              <a:gd name="connsiteX2373" fmla="*/ 5196538 w 6501199"/>
              <a:gd name="connsiteY2373" fmla="*/ 2408007 h 6382977"/>
              <a:gd name="connsiteX2374" fmla="*/ 5202061 w 6501199"/>
              <a:gd name="connsiteY2374" fmla="*/ 2409879 h 6382977"/>
              <a:gd name="connsiteX2375" fmla="*/ 5216011 w 6501199"/>
              <a:gd name="connsiteY2375" fmla="*/ 2420185 h 6382977"/>
              <a:gd name="connsiteX2376" fmla="*/ 5209171 w 6501199"/>
              <a:gd name="connsiteY2376" fmla="*/ 2402184 h 6382977"/>
              <a:gd name="connsiteX2377" fmla="*/ 5259211 w 6501199"/>
              <a:gd name="connsiteY2377" fmla="*/ 2356461 h 6382977"/>
              <a:gd name="connsiteX2378" fmla="*/ 5257051 w 6501199"/>
              <a:gd name="connsiteY2378" fmla="*/ 2326938 h 6382977"/>
              <a:gd name="connsiteX2379" fmla="*/ 5277571 w 6501199"/>
              <a:gd name="connsiteY2379" fmla="*/ 2335939 h 6382977"/>
              <a:gd name="connsiteX2380" fmla="*/ 5284411 w 6501199"/>
              <a:gd name="connsiteY2380" fmla="*/ 2299577 h 6382977"/>
              <a:gd name="connsiteX2381" fmla="*/ 5272891 w 6501199"/>
              <a:gd name="connsiteY2381" fmla="*/ 2299577 h 6382977"/>
              <a:gd name="connsiteX2382" fmla="*/ 5270731 w 6501199"/>
              <a:gd name="connsiteY2382" fmla="*/ 2281575 h 6382977"/>
              <a:gd name="connsiteX2383" fmla="*/ 5279236 w 6501199"/>
              <a:gd name="connsiteY2383" fmla="*/ 2272260 h 6382977"/>
              <a:gd name="connsiteX2384" fmla="*/ 5282361 w 6501199"/>
              <a:gd name="connsiteY2384" fmla="*/ 2269907 h 6382977"/>
              <a:gd name="connsiteX2385" fmla="*/ 5277905 w 6501199"/>
              <a:gd name="connsiteY2385" fmla="*/ 2267494 h 6382977"/>
              <a:gd name="connsiteX2386" fmla="*/ 5259559 w 6501199"/>
              <a:gd name="connsiteY2386" fmla="*/ 2285637 h 6382977"/>
              <a:gd name="connsiteX2387" fmla="*/ 5251420 w 6501199"/>
              <a:gd name="connsiteY2387" fmla="*/ 2261371 h 6382977"/>
              <a:gd name="connsiteX2388" fmla="*/ 5252212 w 6501199"/>
              <a:gd name="connsiteY2388" fmla="*/ 2260256 h 6382977"/>
              <a:gd name="connsiteX2389" fmla="*/ 5249356 w 6501199"/>
              <a:gd name="connsiteY2389" fmla="*/ 2245888 h 6382977"/>
              <a:gd name="connsiteX2390" fmla="*/ 5241211 w 6501199"/>
              <a:gd name="connsiteY2390" fmla="*/ 2235852 h 6382977"/>
              <a:gd name="connsiteX2391" fmla="*/ 5225011 w 6501199"/>
              <a:gd name="connsiteY2391" fmla="*/ 2231532 h 6382977"/>
              <a:gd name="connsiteX2392" fmla="*/ 5864315 w 6501199"/>
              <a:gd name="connsiteY2392" fmla="*/ 2222500 h 6382977"/>
              <a:gd name="connsiteX2393" fmla="*/ 5864315 w 6501199"/>
              <a:gd name="connsiteY2393" fmla="*/ 2257061 h 6382977"/>
              <a:gd name="connsiteX2394" fmla="*/ 5864315 w 6501199"/>
              <a:gd name="connsiteY2394" fmla="*/ 2222500 h 6382977"/>
              <a:gd name="connsiteX2395" fmla="*/ 5738681 w 6501199"/>
              <a:gd name="connsiteY2395" fmla="*/ 2222500 h 6382977"/>
              <a:gd name="connsiteX2396" fmla="*/ 5740797 w 6501199"/>
              <a:gd name="connsiteY2396" fmla="*/ 2238985 h 6382977"/>
              <a:gd name="connsiteX2397" fmla="*/ 5725275 w 6501199"/>
              <a:gd name="connsiteY2397" fmla="*/ 2241183 h 6382977"/>
              <a:gd name="connsiteX2398" fmla="*/ 5738681 w 6501199"/>
              <a:gd name="connsiteY2398" fmla="*/ 2222500 h 6382977"/>
              <a:gd name="connsiteX2399" fmla="*/ 5873376 w 6501199"/>
              <a:gd name="connsiteY2399" fmla="*/ 2213171 h 6382977"/>
              <a:gd name="connsiteX2400" fmla="*/ 5843855 w 6501199"/>
              <a:gd name="connsiteY2400" fmla="*/ 2231532 h 6382977"/>
              <a:gd name="connsiteX2401" fmla="*/ 5855375 w 6501199"/>
              <a:gd name="connsiteY2401" fmla="*/ 2267894 h 6382977"/>
              <a:gd name="connsiteX2402" fmla="*/ 5873376 w 6501199"/>
              <a:gd name="connsiteY2402" fmla="*/ 2213171 h 6382977"/>
              <a:gd name="connsiteX2403" fmla="*/ 5282057 w 6501199"/>
              <a:gd name="connsiteY2403" fmla="*/ 2212875 h 6382977"/>
              <a:gd name="connsiteX2404" fmla="*/ 5276631 w 6501199"/>
              <a:gd name="connsiteY2404" fmla="*/ 2218402 h 6382977"/>
              <a:gd name="connsiteX2405" fmla="*/ 5276929 w 6501199"/>
              <a:gd name="connsiteY2405" fmla="*/ 2224691 h 6382977"/>
              <a:gd name="connsiteX2406" fmla="*/ 5277571 w 6501199"/>
              <a:gd name="connsiteY2406" fmla="*/ 2224691 h 6382977"/>
              <a:gd name="connsiteX2407" fmla="*/ 5286207 w 6501199"/>
              <a:gd name="connsiteY2407" fmla="*/ 2208646 h 6382977"/>
              <a:gd name="connsiteX2408" fmla="*/ 5285490 w 6501199"/>
              <a:gd name="connsiteY2408" fmla="*/ 2209377 h 6382977"/>
              <a:gd name="connsiteX2409" fmla="*/ 5286319 w 6501199"/>
              <a:gd name="connsiteY2409" fmla="*/ 2209122 h 6382977"/>
              <a:gd name="connsiteX2410" fmla="*/ 6354040 w 6501199"/>
              <a:gd name="connsiteY2410" fmla="*/ 2198687 h 6382977"/>
              <a:gd name="connsiteX2411" fmla="*/ 6358401 w 6501199"/>
              <a:gd name="connsiteY2411" fmla="*/ 2226306 h 6382977"/>
              <a:gd name="connsiteX2412" fmla="*/ 6354040 w 6501199"/>
              <a:gd name="connsiteY2412" fmla="*/ 2198687 h 6382977"/>
              <a:gd name="connsiteX2413" fmla="*/ 5136450 w 6501199"/>
              <a:gd name="connsiteY2413" fmla="*/ 2185809 h 6382977"/>
              <a:gd name="connsiteX2414" fmla="*/ 5138610 w 6501199"/>
              <a:gd name="connsiteY2414" fmla="*/ 2199490 h 6382977"/>
              <a:gd name="connsiteX2415" fmla="*/ 5136450 w 6501199"/>
              <a:gd name="connsiteY2415" fmla="*/ 2185809 h 6382977"/>
              <a:gd name="connsiteX2416" fmla="*/ 5259211 w 6501199"/>
              <a:gd name="connsiteY2416" fmla="*/ 2183649 h 6382977"/>
              <a:gd name="connsiteX2417" fmla="*/ 5242111 w 6501199"/>
              <a:gd name="connsiteY2417" fmla="*/ 2202415 h 6382977"/>
              <a:gd name="connsiteX2418" fmla="*/ 5234310 w 6501199"/>
              <a:gd name="connsiteY2418" fmla="*/ 2212577 h 6382977"/>
              <a:gd name="connsiteX2419" fmla="*/ 5239790 w 6501199"/>
              <a:gd name="connsiteY2419" fmla="*/ 2213896 h 6382977"/>
              <a:gd name="connsiteX2420" fmla="*/ 5247376 w 6501199"/>
              <a:gd name="connsiteY2420" fmla="*/ 2208355 h 6382977"/>
              <a:gd name="connsiteX2421" fmla="*/ 5259211 w 6501199"/>
              <a:gd name="connsiteY2421" fmla="*/ 2183649 h 6382977"/>
              <a:gd name="connsiteX2422" fmla="*/ 6112501 w 6501199"/>
              <a:gd name="connsiteY2422" fmla="*/ 2176462 h 6382977"/>
              <a:gd name="connsiteX2423" fmla="*/ 6110353 w 6501199"/>
              <a:gd name="connsiteY2423" fmla="*/ 2223731 h 6382977"/>
              <a:gd name="connsiteX2424" fmla="*/ 6112501 w 6501199"/>
              <a:gd name="connsiteY2424" fmla="*/ 2176462 h 6382977"/>
              <a:gd name="connsiteX2425" fmla="*/ 5425527 w 6501199"/>
              <a:gd name="connsiteY2425" fmla="*/ 2170204 h 6382977"/>
              <a:gd name="connsiteX2426" fmla="*/ 5418693 w 6501199"/>
              <a:gd name="connsiteY2426" fmla="*/ 2172128 h 6382977"/>
              <a:gd name="connsiteX2427" fmla="*/ 5400332 w 6501199"/>
              <a:gd name="connsiteY2427" fmla="*/ 2201650 h 6382977"/>
              <a:gd name="connsiteX2428" fmla="*/ 5429853 w 6501199"/>
              <a:gd name="connsiteY2428" fmla="*/ 2172128 h 6382977"/>
              <a:gd name="connsiteX2429" fmla="*/ 5425527 w 6501199"/>
              <a:gd name="connsiteY2429" fmla="*/ 2170204 h 6382977"/>
              <a:gd name="connsiteX2430" fmla="*/ 6159281 w 6501199"/>
              <a:gd name="connsiteY2430" fmla="*/ 2165350 h 6382977"/>
              <a:gd name="connsiteX2431" fmla="*/ 6156828 w 6501199"/>
              <a:gd name="connsiteY2431" fmla="*/ 2195148 h 6382977"/>
              <a:gd name="connsiteX2432" fmla="*/ 6159281 w 6501199"/>
              <a:gd name="connsiteY2432" fmla="*/ 2165350 h 6382977"/>
              <a:gd name="connsiteX2433" fmla="*/ 5850695 w 6501199"/>
              <a:gd name="connsiteY2433" fmla="*/ 2165287 h 6382977"/>
              <a:gd name="connsiteX2434" fmla="*/ 5846375 w 6501199"/>
              <a:gd name="connsiteY2434" fmla="*/ 2204170 h 6382977"/>
              <a:gd name="connsiteX2435" fmla="*/ 5850695 w 6501199"/>
              <a:gd name="connsiteY2435" fmla="*/ 2165287 h 6382977"/>
              <a:gd name="connsiteX2436" fmla="*/ 5705255 w 6501199"/>
              <a:gd name="connsiteY2436" fmla="*/ 2154127 h 6382977"/>
              <a:gd name="connsiteX2437" fmla="*/ 5700505 w 6501199"/>
              <a:gd name="connsiteY2437" fmla="*/ 2156365 h 6382977"/>
              <a:gd name="connsiteX2438" fmla="*/ 5691245 w 6501199"/>
              <a:gd name="connsiteY2438" fmla="*/ 2181216 h 6382977"/>
              <a:gd name="connsiteX2439" fmla="*/ 5688196 w 6501199"/>
              <a:gd name="connsiteY2439" fmla="*/ 2195294 h 6382977"/>
              <a:gd name="connsiteX2440" fmla="*/ 5694005 w 6501199"/>
              <a:gd name="connsiteY2440" fmla="*/ 2190759 h 6382977"/>
              <a:gd name="connsiteX2441" fmla="*/ 5709575 w 6501199"/>
              <a:gd name="connsiteY2441" fmla="*/ 2181488 h 6382977"/>
              <a:gd name="connsiteX2442" fmla="*/ 5705255 w 6501199"/>
              <a:gd name="connsiteY2442" fmla="*/ 2154127 h 6382977"/>
              <a:gd name="connsiteX2443" fmla="*/ 3203455 w 6501199"/>
              <a:gd name="connsiteY2443" fmla="*/ 2146445 h 6382977"/>
              <a:gd name="connsiteX2444" fmla="*/ 3201514 w 6501199"/>
              <a:gd name="connsiteY2444" fmla="*/ 2150944 h 6382977"/>
              <a:gd name="connsiteX2445" fmla="*/ 3204174 w 6501199"/>
              <a:gd name="connsiteY2445" fmla="*/ 2148737 h 6382977"/>
              <a:gd name="connsiteX2446" fmla="*/ 6346164 w 6501199"/>
              <a:gd name="connsiteY2446" fmla="*/ 2143125 h 6382977"/>
              <a:gd name="connsiteX2447" fmla="*/ 6341578 w 6501199"/>
              <a:gd name="connsiteY2447" fmla="*/ 2184041 h 6382977"/>
              <a:gd name="connsiteX2448" fmla="*/ 6346164 w 6501199"/>
              <a:gd name="connsiteY2448" fmla="*/ 2143125 h 6382977"/>
              <a:gd name="connsiteX2449" fmla="*/ 6304064 w 6501199"/>
              <a:gd name="connsiteY2449" fmla="*/ 2143125 h 6382977"/>
              <a:gd name="connsiteX2450" fmla="*/ 6313037 w 6501199"/>
              <a:gd name="connsiteY2450" fmla="*/ 2195782 h 6382977"/>
              <a:gd name="connsiteX2451" fmla="*/ 6290425 w 6501199"/>
              <a:gd name="connsiteY2451" fmla="*/ 2195782 h 6382977"/>
              <a:gd name="connsiteX2452" fmla="*/ 6304064 w 6501199"/>
              <a:gd name="connsiteY2452" fmla="*/ 2143125 h 6382977"/>
              <a:gd name="connsiteX2453" fmla="*/ 3200741 w 6501199"/>
              <a:gd name="connsiteY2453" fmla="*/ 2137801 h 6382977"/>
              <a:gd name="connsiteX2454" fmla="*/ 3200615 w 6501199"/>
              <a:gd name="connsiteY2454" fmla="*/ 2139580 h 6382977"/>
              <a:gd name="connsiteX2455" fmla="*/ 3201207 w 6501199"/>
              <a:gd name="connsiteY2455" fmla="*/ 2139285 h 6382977"/>
              <a:gd name="connsiteX2456" fmla="*/ 3726543 w 6501199"/>
              <a:gd name="connsiteY2456" fmla="*/ 2131377 h 6382977"/>
              <a:gd name="connsiteX2457" fmla="*/ 3722056 w 6501199"/>
              <a:gd name="connsiteY2457" fmla="*/ 2137136 h 6382977"/>
              <a:gd name="connsiteX2458" fmla="*/ 3721736 w 6501199"/>
              <a:gd name="connsiteY2458" fmla="*/ 2137618 h 6382977"/>
              <a:gd name="connsiteX2459" fmla="*/ 3721736 w 6501199"/>
              <a:gd name="connsiteY2459" fmla="*/ 2142857 h 6382977"/>
              <a:gd name="connsiteX2460" fmla="*/ 3730062 w 6501199"/>
              <a:gd name="connsiteY2460" fmla="*/ 2140337 h 6382977"/>
              <a:gd name="connsiteX2461" fmla="*/ 3732186 w 6501199"/>
              <a:gd name="connsiteY2461" fmla="*/ 2132921 h 6382977"/>
              <a:gd name="connsiteX2462" fmla="*/ 5325889 w 6501199"/>
              <a:gd name="connsiteY2462" fmla="*/ 2128837 h 6382977"/>
              <a:gd name="connsiteX2463" fmla="*/ 5330154 w 6501199"/>
              <a:gd name="connsiteY2463" fmla="*/ 2152278 h 6382977"/>
              <a:gd name="connsiteX2464" fmla="*/ 5325889 w 6501199"/>
              <a:gd name="connsiteY2464" fmla="*/ 2128837 h 6382977"/>
              <a:gd name="connsiteX2465" fmla="*/ 3188159 w 6501199"/>
              <a:gd name="connsiteY2465" fmla="*/ 2127514 h 6382977"/>
              <a:gd name="connsiteX2466" fmla="*/ 3179473 w 6501199"/>
              <a:gd name="connsiteY2466" fmla="*/ 2131760 h 6382977"/>
              <a:gd name="connsiteX2467" fmla="*/ 3179083 w 6501199"/>
              <a:gd name="connsiteY2467" fmla="*/ 2132519 h 6382977"/>
              <a:gd name="connsiteX2468" fmla="*/ 3192234 w 6501199"/>
              <a:gd name="connsiteY2468" fmla="*/ 2129386 h 6382977"/>
              <a:gd name="connsiteX2469" fmla="*/ 3196071 w 6501199"/>
              <a:gd name="connsiteY2469" fmla="*/ 2128261 h 6382977"/>
              <a:gd name="connsiteX2470" fmla="*/ 5815407 w 6501199"/>
              <a:gd name="connsiteY2470" fmla="*/ 2127250 h 6382977"/>
              <a:gd name="connsiteX2471" fmla="*/ 5799751 w 6501199"/>
              <a:gd name="connsiteY2471" fmla="*/ 2157048 h 6382977"/>
              <a:gd name="connsiteX2472" fmla="*/ 5815407 w 6501199"/>
              <a:gd name="connsiteY2472" fmla="*/ 2127250 h 6382977"/>
              <a:gd name="connsiteX2473" fmla="*/ 713719 w 6501199"/>
              <a:gd name="connsiteY2473" fmla="*/ 2127250 h 6382977"/>
              <a:gd name="connsiteX2474" fmla="*/ 697753 w 6501199"/>
              <a:gd name="connsiteY2474" fmla="*/ 2163404 h 6382977"/>
              <a:gd name="connsiteX2475" fmla="*/ 713719 w 6501199"/>
              <a:gd name="connsiteY2475" fmla="*/ 2127250 h 6382977"/>
              <a:gd name="connsiteX2476" fmla="*/ 3603945 w 6501199"/>
              <a:gd name="connsiteY2476" fmla="*/ 2126439 h 6382977"/>
              <a:gd name="connsiteX2477" fmla="*/ 3612244 w 6501199"/>
              <a:gd name="connsiteY2477" fmla="*/ 2126796 h 6382977"/>
              <a:gd name="connsiteX2478" fmla="*/ 3614314 w 6501199"/>
              <a:gd name="connsiteY2478" fmla="*/ 2138408 h 6382977"/>
              <a:gd name="connsiteX2479" fmla="*/ 3601200 w 6501199"/>
              <a:gd name="connsiteY2479" fmla="*/ 2131150 h 6382977"/>
              <a:gd name="connsiteX2480" fmla="*/ 3603945 w 6501199"/>
              <a:gd name="connsiteY2480" fmla="*/ 2126439 h 6382977"/>
              <a:gd name="connsiteX2481" fmla="*/ 3335721 w 6501199"/>
              <a:gd name="connsiteY2481" fmla="*/ 2124685 h 6382977"/>
              <a:gd name="connsiteX2482" fmla="*/ 3301163 w 6501199"/>
              <a:gd name="connsiteY2482" fmla="*/ 2127249 h 6382977"/>
              <a:gd name="connsiteX2483" fmla="*/ 3335721 w 6501199"/>
              <a:gd name="connsiteY2483" fmla="*/ 2124685 h 6382977"/>
              <a:gd name="connsiteX2484" fmla="*/ 5735582 w 6501199"/>
              <a:gd name="connsiteY2484" fmla="*/ 2124475 h 6382977"/>
              <a:gd name="connsiteX2485" fmla="*/ 5722199 w 6501199"/>
              <a:gd name="connsiteY2485" fmla="*/ 2131067 h 6382977"/>
              <a:gd name="connsiteX2486" fmla="*/ 5722518 w 6501199"/>
              <a:gd name="connsiteY2486" fmla="*/ 2133246 h 6382977"/>
              <a:gd name="connsiteX2487" fmla="*/ 5728094 w 6501199"/>
              <a:gd name="connsiteY2487" fmla="*/ 2131557 h 6382977"/>
              <a:gd name="connsiteX2488" fmla="*/ 5727162 w 6501199"/>
              <a:gd name="connsiteY2488" fmla="*/ 2134894 h 6382977"/>
              <a:gd name="connsiteX2489" fmla="*/ 5733695 w 6501199"/>
              <a:gd name="connsiteY2489" fmla="*/ 2129223 h 6382977"/>
              <a:gd name="connsiteX2490" fmla="*/ 3805978 w 6501199"/>
              <a:gd name="connsiteY2490" fmla="*/ 2122425 h 6382977"/>
              <a:gd name="connsiteX2491" fmla="*/ 3793228 w 6501199"/>
              <a:gd name="connsiteY2491" fmla="*/ 2124841 h 6382977"/>
              <a:gd name="connsiteX2492" fmla="*/ 3790187 w 6501199"/>
              <a:gd name="connsiteY2492" fmla="*/ 2127530 h 6382977"/>
              <a:gd name="connsiteX2493" fmla="*/ 3802744 w 6501199"/>
              <a:gd name="connsiteY2493" fmla="*/ 2123510 h 6382977"/>
              <a:gd name="connsiteX2494" fmla="*/ 5479893 w 6501199"/>
              <a:gd name="connsiteY2494" fmla="*/ 2122084 h 6382977"/>
              <a:gd name="connsiteX2495" fmla="*/ 5479165 w 6501199"/>
              <a:gd name="connsiteY2495" fmla="*/ 2122413 h 6382977"/>
              <a:gd name="connsiteX2496" fmla="*/ 5477145 w 6501199"/>
              <a:gd name="connsiteY2496" fmla="*/ 2125311 h 6382977"/>
              <a:gd name="connsiteX2497" fmla="*/ 5475605 w 6501199"/>
              <a:gd name="connsiteY2497" fmla="*/ 2124019 h 6382977"/>
              <a:gd name="connsiteX2498" fmla="*/ 5467923 w 6501199"/>
              <a:gd name="connsiteY2498" fmla="*/ 2127485 h 6382977"/>
              <a:gd name="connsiteX2499" fmla="*/ 5466213 w 6501199"/>
              <a:gd name="connsiteY2499" fmla="*/ 2138286 h 6382977"/>
              <a:gd name="connsiteX2500" fmla="*/ 5479893 w 6501199"/>
              <a:gd name="connsiteY2500" fmla="*/ 2122084 h 6382977"/>
              <a:gd name="connsiteX2501" fmla="*/ 4619621 w 6501199"/>
              <a:gd name="connsiteY2501" fmla="*/ 2121319 h 6382977"/>
              <a:gd name="connsiteX2502" fmla="*/ 4613006 w 6501199"/>
              <a:gd name="connsiteY2502" fmla="*/ 2128925 h 6382977"/>
              <a:gd name="connsiteX2503" fmla="*/ 4631366 w 6501199"/>
              <a:gd name="connsiteY2503" fmla="*/ 2122084 h 6382977"/>
              <a:gd name="connsiteX2504" fmla="*/ 4619621 w 6501199"/>
              <a:gd name="connsiteY2504" fmla="*/ 2121319 h 6382977"/>
              <a:gd name="connsiteX2505" fmla="*/ 6123722 w 6501199"/>
              <a:gd name="connsiteY2505" fmla="*/ 2112962 h 6382977"/>
              <a:gd name="connsiteX2506" fmla="*/ 6130524 w 6501199"/>
              <a:gd name="connsiteY2506" fmla="*/ 2171344 h 6382977"/>
              <a:gd name="connsiteX2507" fmla="*/ 6114773 w 6501199"/>
              <a:gd name="connsiteY2507" fmla="*/ 2167072 h 6382977"/>
              <a:gd name="connsiteX2508" fmla="*/ 6123722 w 6501199"/>
              <a:gd name="connsiteY2508" fmla="*/ 2112962 h 6382977"/>
              <a:gd name="connsiteX2509" fmla="*/ 3438292 w 6501199"/>
              <a:gd name="connsiteY2509" fmla="*/ 2111497 h 6382977"/>
              <a:gd name="connsiteX2510" fmla="*/ 3445280 w 6501199"/>
              <a:gd name="connsiteY2510" fmla="*/ 2115160 h 6382977"/>
              <a:gd name="connsiteX2511" fmla="*/ 3434237 w 6501199"/>
              <a:gd name="connsiteY2511" fmla="*/ 2126883 h 6382977"/>
              <a:gd name="connsiteX2512" fmla="*/ 3432213 w 6501199"/>
              <a:gd name="connsiteY2512" fmla="*/ 2122230 h 6382977"/>
              <a:gd name="connsiteX2513" fmla="*/ 3402763 w 6501199"/>
              <a:gd name="connsiteY2513" fmla="*/ 2133244 h 6382977"/>
              <a:gd name="connsiteX2514" fmla="*/ 3430701 w 6501199"/>
              <a:gd name="connsiteY2514" fmla="*/ 2116131 h 6382977"/>
              <a:gd name="connsiteX2515" fmla="*/ 3432706 w 6501199"/>
              <a:gd name="connsiteY2515" fmla="*/ 2117007 h 6382977"/>
              <a:gd name="connsiteX2516" fmla="*/ 5416134 w 6501199"/>
              <a:gd name="connsiteY2516" fmla="*/ 2111375 h 6382977"/>
              <a:gd name="connsiteX2517" fmla="*/ 5428041 w 6501199"/>
              <a:gd name="connsiteY2517" fmla="*/ 2122598 h 6382977"/>
              <a:gd name="connsiteX2518" fmla="*/ 5406832 w 6501199"/>
              <a:gd name="connsiteY2518" fmla="*/ 2120426 h 6382977"/>
              <a:gd name="connsiteX2519" fmla="*/ 5416134 w 6501199"/>
              <a:gd name="connsiteY2519" fmla="*/ 2111375 h 6382977"/>
              <a:gd name="connsiteX2520" fmla="*/ 3351014 w 6501199"/>
              <a:gd name="connsiteY2520" fmla="*/ 2107543 h 6382977"/>
              <a:gd name="connsiteX2521" fmla="*/ 3359555 w 6501199"/>
              <a:gd name="connsiteY2521" fmla="*/ 2111101 h 6382977"/>
              <a:gd name="connsiteX2522" fmla="*/ 3357139 w 6501199"/>
              <a:gd name="connsiteY2522" fmla="*/ 2111101 h 6382977"/>
              <a:gd name="connsiteX2523" fmla="*/ 3344025 w 6501199"/>
              <a:gd name="connsiteY2523" fmla="*/ 2117861 h 6382977"/>
              <a:gd name="connsiteX2524" fmla="*/ 3351014 w 6501199"/>
              <a:gd name="connsiteY2524" fmla="*/ 2107543 h 6382977"/>
              <a:gd name="connsiteX2525" fmla="*/ 3644823 w 6501199"/>
              <a:gd name="connsiteY2525" fmla="*/ 2104501 h 6382977"/>
              <a:gd name="connsiteX2526" fmla="*/ 3659581 w 6501199"/>
              <a:gd name="connsiteY2526" fmla="*/ 2107437 h 6382977"/>
              <a:gd name="connsiteX2527" fmla="*/ 3637042 w 6501199"/>
              <a:gd name="connsiteY2527" fmla="*/ 2122858 h 6382977"/>
              <a:gd name="connsiteX2528" fmla="*/ 3644823 w 6501199"/>
              <a:gd name="connsiteY2528" fmla="*/ 2104501 h 6382977"/>
              <a:gd name="connsiteX2529" fmla="*/ 3839857 w 6501199"/>
              <a:gd name="connsiteY2529" fmla="*/ 2103600 h 6382977"/>
              <a:gd name="connsiteX2530" fmla="*/ 3839457 w 6501199"/>
              <a:gd name="connsiteY2530" fmla="*/ 2104159 h 6382977"/>
              <a:gd name="connsiteX2531" fmla="*/ 3830855 w 6501199"/>
              <a:gd name="connsiteY2531" fmla="*/ 2105760 h 6382977"/>
              <a:gd name="connsiteX2532" fmla="*/ 3839857 w 6501199"/>
              <a:gd name="connsiteY2532" fmla="*/ 2103600 h 6382977"/>
              <a:gd name="connsiteX2533" fmla="*/ 4725786 w 6501199"/>
              <a:gd name="connsiteY2533" fmla="*/ 2101577 h 6382977"/>
              <a:gd name="connsiteX2534" fmla="*/ 4722987 w 6501199"/>
              <a:gd name="connsiteY2534" fmla="*/ 2103363 h 6382977"/>
              <a:gd name="connsiteX2535" fmla="*/ 4688821 w 6501199"/>
              <a:gd name="connsiteY2535" fmla="*/ 2123900 h 6382977"/>
              <a:gd name="connsiteX2536" fmla="*/ 4694435 w 6501199"/>
              <a:gd name="connsiteY2536" fmla="*/ 2123752 h 6382977"/>
              <a:gd name="connsiteX2537" fmla="*/ 4718231 w 6501199"/>
              <a:gd name="connsiteY2537" fmla="*/ 2109337 h 6382977"/>
              <a:gd name="connsiteX2538" fmla="*/ 6406442 w 6501199"/>
              <a:gd name="connsiteY2538" fmla="*/ 2099311 h 6382977"/>
              <a:gd name="connsiteX2539" fmla="*/ 6423900 w 6501199"/>
              <a:gd name="connsiteY2539" fmla="*/ 2126886 h 6382977"/>
              <a:gd name="connsiteX2540" fmla="*/ 6408204 w 6501199"/>
              <a:gd name="connsiteY2540" fmla="*/ 2124339 h 6382977"/>
              <a:gd name="connsiteX2541" fmla="*/ 6396788 w 6501199"/>
              <a:gd name="connsiteY2541" fmla="*/ 2101420 h 6382977"/>
              <a:gd name="connsiteX2542" fmla="*/ 6406442 w 6501199"/>
              <a:gd name="connsiteY2542" fmla="*/ 2099311 h 6382977"/>
              <a:gd name="connsiteX2543" fmla="*/ 3789808 w 6501199"/>
              <a:gd name="connsiteY2543" fmla="*/ 2096759 h 6382977"/>
              <a:gd name="connsiteX2544" fmla="*/ 3771444 w 6501199"/>
              <a:gd name="connsiteY2544" fmla="*/ 2114760 h 6382977"/>
              <a:gd name="connsiteX2545" fmla="*/ 3789808 w 6501199"/>
              <a:gd name="connsiteY2545" fmla="*/ 2096759 h 6382977"/>
              <a:gd name="connsiteX2546" fmla="*/ 4686492 w 6501199"/>
              <a:gd name="connsiteY2546" fmla="*/ 2096028 h 6382977"/>
              <a:gd name="connsiteX2547" fmla="*/ 4683567 w 6501199"/>
              <a:gd name="connsiteY2547" fmla="*/ 2101563 h 6382977"/>
              <a:gd name="connsiteX2548" fmla="*/ 4692927 w 6501199"/>
              <a:gd name="connsiteY2548" fmla="*/ 2097243 h 6382977"/>
              <a:gd name="connsiteX2549" fmla="*/ 4686492 w 6501199"/>
              <a:gd name="connsiteY2549" fmla="*/ 2096028 h 6382977"/>
              <a:gd name="connsiteX2550" fmla="*/ 3717415 w 6501199"/>
              <a:gd name="connsiteY2550" fmla="*/ 2094984 h 6382977"/>
              <a:gd name="connsiteX2551" fmla="*/ 3718428 w 6501199"/>
              <a:gd name="connsiteY2551" fmla="*/ 2102491 h 6382977"/>
              <a:gd name="connsiteX2552" fmla="*/ 3723120 w 6501199"/>
              <a:gd name="connsiteY2552" fmla="*/ 2101845 h 6382977"/>
              <a:gd name="connsiteX2553" fmla="*/ 3722456 w 6501199"/>
              <a:gd name="connsiteY2553" fmla="*/ 2099123 h 6382977"/>
              <a:gd name="connsiteX2554" fmla="*/ 3717415 w 6501199"/>
              <a:gd name="connsiteY2554" fmla="*/ 2094984 h 6382977"/>
              <a:gd name="connsiteX2555" fmla="*/ 6378962 w 6501199"/>
              <a:gd name="connsiteY2555" fmla="*/ 2090737 h 6382977"/>
              <a:gd name="connsiteX2556" fmla="*/ 6360792 w 6501199"/>
              <a:gd name="connsiteY2556" fmla="*/ 2198325 h 6382977"/>
              <a:gd name="connsiteX2557" fmla="*/ 6378962 w 6501199"/>
              <a:gd name="connsiteY2557" fmla="*/ 2090737 h 6382977"/>
              <a:gd name="connsiteX2558" fmla="*/ 3676371 w 6501199"/>
              <a:gd name="connsiteY2558" fmla="*/ 2090665 h 6382977"/>
              <a:gd name="connsiteX2559" fmla="*/ 3674346 w 6501199"/>
              <a:gd name="connsiteY2559" fmla="*/ 2097999 h 6382977"/>
              <a:gd name="connsiteX2560" fmla="*/ 3674229 w 6501199"/>
              <a:gd name="connsiteY2560" fmla="*/ 2101295 h 6382977"/>
              <a:gd name="connsiteX2561" fmla="*/ 3674615 w 6501199"/>
              <a:gd name="connsiteY2561" fmla="*/ 2106114 h 6382977"/>
              <a:gd name="connsiteX2562" fmla="*/ 3682868 w 6501199"/>
              <a:gd name="connsiteY2562" fmla="*/ 2128441 h 6382977"/>
              <a:gd name="connsiteX2563" fmla="*/ 3694821 w 6501199"/>
              <a:gd name="connsiteY2563" fmla="*/ 2094846 h 6382977"/>
              <a:gd name="connsiteX2564" fmla="*/ 3694373 w 6501199"/>
              <a:gd name="connsiteY2564" fmla="*/ 2092824 h 6382977"/>
              <a:gd name="connsiteX2565" fmla="*/ 3676371 w 6501199"/>
              <a:gd name="connsiteY2565" fmla="*/ 2090665 h 6382977"/>
              <a:gd name="connsiteX2566" fmla="*/ 3486544 w 6501199"/>
              <a:gd name="connsiteY2566" fmla="*/ 2087562 h 6382977"/>
              <a:gd name="connsiteX2567" fmla="*/ 3466263 w 6501199"/>
              <a:gd name="connsiteY2567" fmla="*/ 2108444 h 6382977"/>
              <a:gd name="connsiteX2568" fmla="*/ 3486544 w 6501199"/>
              <a:gd name="connsiteY2568" fmla="*/ 2087562 h 6382977"/>
              <a:gd name="connsiteX2569" fmla="*/ 6135461 w 6501199"/>
              <a:gd name="connsiteY2569" fmla="*/ 2085975 h 6382977"/>
              <a:gd name="connsiteX2570" fmla="*/ 6147184 w 6501199"/>
              <a:gd name="connsiteY2570" fmla="*/ 2101716 h 6382977"/>
              <a:gd name="connsiteX2571" fmla="*/ 6123738 w 6501199"/>
              <a:gd name="connsiteY2571" fmla="*/ 2108513 h 6382977"/>
              <a:gd name="connsiteX2572" fmla="*/ 6135461 w 6501199"/>
              <a:gd name="connsiteY2572" fmla="*/ 2085975 h 6382977"/>
              <a:gd name="connsiteX2573" fmla="*/ 5333340 w 6501199"/>
              <a:gd name="connsiteY2573" fmla="*/ 2081487 h 6382977"/>
              <a:gd name="connsiteX2574" fmla="*/ 5332534 w 6501199"/>
              <a:gd name="connsiteY2574" fmla="*/ 2087348 h 6382977"/>
              <a:gd name="connsiteX2575" fmla="*/ 5327612 w 6501199"/>
              <a:gd name="connsiteY2575" fmla="*/ 2092562 h 6382977"/>
              <a:gd name="connsiteX2576" fmla="*/ 5340257 w 6501199"/>
              <a:gd name="connsiteY2576" fmla="*/ 2088107 h 6382977"/>
              <a:gd name="connsiteX2577" fmla="*/ 5340588 w 6501199"/>
              <a:gd name="connsiteY2577" fmla="*/ 2082283 h 6382977"/>
              <a:gd name="connsiteX2578" fmla="*/ 5340190 w 6501199"/>
              <a:gd name="connsiteY2578" fmla="*/ 2082240 h 6382977"/>
              <a:gd name="connsiteX2579" fmla="*/ 3553575 w 6501199"/>
              <a:gd name="connsiteY2579" fmla="*/ 2081212 h 6382977"/>
              <a:gd name="connsiteX2580" fmla="*/ 3567497 w 6501199"/>
              <a:gd name="connsiteY2580" fmla="*/ 2085557 h 6382977"/>
              <a:gd name="connsiteX2581" fmla="*/ 3553575 w 6501199"/>
              <a:gd name="connsiteY2581" fmla="*/ 2092436 h 6382977"/>
              <a:gd name="connsiteX2582" fmla="*/ 3553575 w 6501199"/>
              <a:gd name="connsiteY2582" fmla="*/ 2081212 h 6382977"/>
              <a:gd name="connsiteX2583" fmla="*/ 3441362 w 6501199"/>
              <a:gd name="connsiteY2583" fmla="*/ 2076199 h 6382977"/>
              <a:gd name="connsiteX2584" fmla="*/ 3439233 w 6501199"/>
              <a:gd name="connsiteY2584" fmla="*/ 2076613 h 6382977"/>
              <a:gd name="connsiteX2585" fmla="*/ 3441512 w 6501199"/>
              <a:gd name="connsiteY2585" fmla="*/ 2086374 h 6382977"/>
              <a:gd name="connsiteX2586" fmla="*/ 3441671 w 6501199"/>
              <a:gd name="connsiteY2586" fmla="*/ 2080946 h 6382977"/>
              <a:gd name="connsiteX2587" fmla="*/ 3441362 w 6501199"/>
              <a:gd name="connsiteY2587" fmla="*/ 2076199 h 6382977"/>
              <a:gd name="connsiteX2588" fmla="*/ 3844323 w 6501199"/>
              <a:gd name="connsiteY2588" fmla="*/ 2074304 h 6382977"/>
              <a:gd name="connsiteX2589" fmla="*/ 3841854 w 6501199"/>
              <a:gd name="connsiteY2589" fmla="*/ 2074794 h 6382977"/>
              <a:gd name="connsiteX2590" fmla="*/ 3848388 w 6501199"/>
              <a:gd name="connsiteY2590" fmla="*/ 2076564 h 6382977"/>
              <a:gd name="connsiteX2591" fmla="*/ 3848476 w 6501199"/>
              <a:gd name="connsiteY2591" fmla="*/ 2076410 h 6382977"/>
              <a:gd name="connsiteX2592" fmla="*/ 3726416 w 6501199"/>
              <a:gd name="connsiteY2592" fmla="*/ 2072307 h 6382977"/>
              <a:gd name="connsiteX2593" fmla="*/ 3727129 w 6501199"/>
              <a:gd name="connsiteY2593" fmla="*/ 2072427 h 6382977"/>
              <a:gd name="connsiteX2594" fmla="*/ 3726804 w 6501199"/>
              <a:gd name="connsiteY2594" fmla="*/ 2072791 h 6382977"/>
              <a:gd name="connsiteX2595" fmla="*/ 5341292 w 6501199"/>
              <a:gd name="connsiteY2595" fmla="*/ 2069881 h 6382977"/>
              <a:gd name="connsiteX2596" fmla="*/ 5334953 w 6501199"/>
              <a:gd name="connsiteY2596" fmla="*/ 2073678 h 6382977"/>
              <a:gd name="connsiteX2597" fmla="*/ 5333922 w 6501199"/>
              <a:gd name="connsiteY2597" fmla="*/ 2078382 h 6382977"/>
              <a:gd name="connsiteX2598" fmla="*/ 5338982 w 6501199"/>
              <a:gd name="connsiteY2598" fmla="*/ 2074862 h 6382977"/>
              <a:gd name="connsiteX2599" fmla="*/ 5341113 w 6501199"/>
              <a:gd name="connsiteY2599" fmla="*/ 2073036 h 6382977"/>
              <a:gd name="connsiteX2600" fmla="*/ 3735800 w 6501199"/>
              <a:gd name="connsiteY2600" fmla="*/ 2069692 h 6382977"/>
              <a:gd name="connsiteX2601" fmla="*/ 3755939 w 6501199"/>
              <a:gd name="connsiteY2601" fmla="*/ 2076987 h 6382977"/>
              <a:gd name="connsiteX2602" fmla="*/ 3741178 w 6501199"/>
              <a:gd name="connsiteY2602" fmla="*/ 2074782 h 6382977"/>
              <a:gd name="connsiteX2603" fmla="*/ 3732917 w 6501199"/>
              <a:gd name="connsiteY2603" fmla="*/ 2073397 h 6382977"/>
              <a:gd name="connsiteX2604" fmla="*/ 3732917 w 6501199"/>
              <a:gd name="connsiteY2604" fmla="*/ 2080428 h 6382977"/>
              <a:gd name="connsiteX2605" fmla="*/ 3733342 w 6501199"/>
              <a:gd name="connsiteY2605" fmla="*/ 2080957 h 6382977"/>
              <a:gd name="connsiteX2606" fmla="*/ 3758099 w 6501199"/>
              <a:gd name="connsiteY2606" fmla="*/ 2088145 h 6382977"/>
              <a:gd name="connsiteX2607" fmla="*/ 3746938 w 6501199"/>
              <a:gd name="connsiteY2607" fmla="*/ 2101823 h 6382977"/>
              <a:gd name="connsiteX2608" fmla="*/ 3735417 w 6501199"/>
              <a:gd name="connsiteY2608" fmla="*/ 2085985 h 6382977"/>
              <a:gd name="connsiteX2609" fmla="*/ 3727087 w 6501199"/>
              <a:gd name="connsiteY2609" fmla="*/ 2101298 h 6382977"/>
              <a:gd name="connsiteX2610" fmla="*/ 3730307 w 6501199"/>
              <a:gd name="connsiteY2610" fmla="*/ 2100855 h 6382977"/>
              <a:gd name="connsiteX2611" fmla="*/ 3755601 w 6501199"/>
              <a:gd name="connsiteY2611" fmla="*/ 2114760 h 6382977"/>
              <a:gd name="connsiteX2612" fmla="*/ 3773965 w 6501199"/>
              <a:gd name="connsiteY2612" fmla="*/ 2076238 h 6382977"/>
              <a:gd name="connsiteX2613" fmla="*/ 3762122 w 6501199"/>
              <a:gd name="connsiteY2613" fmla="*/ 2072984 h 6382977"/>
              <a:gd name="connsiteX2614" fmla="*/ 3758099 w 6501199"/>
              <a:gd name="connsiteY2614" fmla="*/ 2072307 h 6382977"/>
              <a:gd name="connsiteX2615" fmla="*/ 3758516 w 6501199"/>
              <a:gd name="connsiteY2615" fmla="*/ 2072002 h 6382977"/>
              <a:gd name="connsiteX2616" fmla="*/ 3687892 w 6501199"/>
              <a:gd name="connsiteY2616" fmla="*/ 2063309 h 6382977"/>
              <a:gd name="connsiteX2617" fmla="*/ 3690052 w 6501199"/>
              <a:gd name="connsiteY2617" fmla="*/ 2081666 h 6382977"/>
              <a:gd name="connsiteX2618" fmla="*/ 3696893 w 6501199"/>
              <a:gd name="connsiteY2618" fmla="*/ 2079146 h 6382977"/>
              <a:gd name="connsiteX2619" fmla="*/ 3687892 w 6501199"/>
              <a:gd name="connsiteY2619" fmla="*/ 2063309 h 6382977"/>
              <a:gd name="connsiteX2620" fmla="*/ 3707555 w 6501199"/>
              <a:gd name="connsiteY2620" fmla="*/ 2063032 h 6382977"/>
              <a:gd name="connsiteX2621" fmla="*/ 3707921 w 6501199"/>
              <a:gd name="connsiteY2621" fmla="*/ 2066486 h 6382977"/>
              <a:gd name="connsiteX2622" fmla="*/ 3708189 w 6501199"/>
              <a:gd name="connsiteY2622" fmla="*/ 2064479 h 6382977"/>
              <a:gd name="connsiteX2623" fmla="*/ 3660529 w 6501199"/>
              <a:gd name="connsiteY2623" fmla="*/ 2061149 h 6382977"/>
              <a:gd name="connsiteX2624" fmla="*/ 3658009 w 6501199"/>
              <a:gd name="connsiteY2624" fmla="*/ 2094984 h 6382977"/>
              <a:gd name="connsiteX2625" fmla="*/ 3646642 w 6501199"/>
              <a:gd name="connsiteY2625" fmla="*/ 2089150 h 6382977"/>
              <a:gd name="connsiteX2626" fmla="*/ 3646222 w 6501199"/>
              <a:gd name="connsiteY2626" fmla="*/ 2089473 h 6382977"/>
              <a:gd name="connsiteX2627" fmla="*/ 3641371 w 6501199"/>
              <a:gd name="connsiteY2627" fmla="*/ 2087955 h 6382977"/>
              <a:gd name="connsiteX2628" fmla="*/ 3638972 w 6501199"/>
              <a:gd name="connsiteY2628" fmla="*/ 2087847 h 6382977"/>
              <a:gd name="connsiteX2629" fmla="*/ 3630646 w 6501199"/>
              <a:gd name="connsiteY2629" fmla="*/ 2092824 h 6382977"/>
              <a:gd name="connsiteX2630" fmla="*/ 3634607 w 6501199"/>
              <a:gd name="connsiteY2630" fmla="*/ 2082701 h 6382977"/>
              <a:gd name="connsiteX2631" fmla="*/ 3633227 w 6501199"/>
              <a:gd name="connsiteY2631" fmla="*/ 2072747 h 6382977"/>
              <a:gd name="connsiteX2632" fmla="*/ 3633366 w 6501199"/>
              <a:gd name="connsiteY2632" fmla="*/ 2072501 h 6382977"/>
              <a:gd name="connsiteX2633" fmla="*/ 3639467 w 6501199"/>
              <a:gd name="connsiteY2633" fmla="*/ 2078426 h 6382977"/>
              <a:gd name="connsiteX2634" fmla="*/ 3641461 w 6501199"/>
              <a:gd name="connsiteY2634" fmla="*/ 2078577 h 6382977"/>
              <a:gd name="connsiteX2635" fmla="*/ 3644581 w 6501199"/>
              <a:gd name="connsiteY2635" fmla="*/ 2071722 h 6382977"/>
              <a:gd name="connsiteX2636" fmla="*/ 3642274 w 6501199"/>
              <a:gd name="connsiteY2636" fmla="*/ 2067853 h 6382977"/>
              <a:gd name="connsiteX2637" fmla="*/ 3634291 w 6501199"/>
              <a:gd name="connsiteY2637" fmla="*/ 2070868 h 6382977"/>
              <a:gd name="connsiteX2638" fmla="*/ 3633366 w 6501199"/>
              <a:gd name="connsiteY2638" fmla="*/ 2072501 h 6382977"/>
              <a:gd name="connsiteX2639" fmla="*/ 3633166 w 6501199"/>
              <a:gd name="connsiteY2639" fmla="*/ 2072307 h 6382977"/>
              <a:gd name="connsiteX2640" fmla="*/ 3633227 w 6501199"/>
              <a:gd name="connsiteY2640" fmla="*/ 2072747 h 6382977"/>
              <a:gd name="connsiteX2641" fmla="*/ 3627996 w 6501199"/>
              <a:gd name="connsiteY2641" fmla="*/ 2081981 h 6382977"/>
              <a:gd name="connsiteX2642" fmla="*/ 3626326 w 6501199"/>
              <a:gd name="connsiteY2642" fmla="*/ 2094984 h 6382977"/>
              <a:gd name="connsiteX2643" fmla="*/ 3607964 w 6501199"/>
              <a:gd name="connsiteY2643" fmla="*/ 2085985 h 6382977"/>
              <a:gd name="connsiteX2644" fmla="*/ 3603643 w 6501199"/>
              <a:gd name="connsiteY2644" fmla="*/ 2108662 h 6382977"/>
              <a:gd name="connsiteX2645" fmla="*/ 3610484 w 6501199"/>
              <a:gd name="connsiteY2645" fmla="*/ 2072307 h 6382977"/>
              <a:gd name="connsiteX2646" fmla="*/ 3587801 w 6501199"/>
              <a:gd name="connsiteY2646" fmla="*/ 2085985 h 6382977"/>
              <a:gd name="connsiteX2647" fmla="*/ 3585281 w 6501199"/>
              <a:gd name="connsiteY2647" fmla="*/ 2076987 h 6382977"/>
              <a:gd name="connsiteX2648" fmla="*/ 3583121 w 6501199"/>
              <a:gd name="connsiteY2648" fmla="*/ 2090665 h 6382977"/>
              <a:gd name="connsiteX2649" fmla="*/ 3544237 w 6501199"/>
              <a:gd name="connsiteY2649" fmla="*/ 2085985 h 6382977"/>
              <a:gd name="connsiteX2650" fmla="*/ 3528395 w 6501199"/>
              <a:gd name="connsiteY2650" fmla="*/ 2074827 h 6382977"/>
              <a:gd name="connsiteX2651" fmla="*/ 3521554 w 6501199"/>
              <a:gd name="connsiteY2651" fmla="*/ 2092824 h 6382977"/>
              <a:gd name="connsiteX2652" fmla="*/ 3444146 w 6501199"/>
              <a:gd name="connsiteY2652" fmla="*/ 2088145 h 6382977"/>
              <a:gd name="connsiteX2653" fmla="*/ 3441548 w 6501199"/>
              <a:gd name="connsiteY2653" fmla="*/ 2086527 h 6382977"/>
              <a:gd name="connsiteX2654" fmla="*/ 3443676 w 6501199"/>
              <a:gd name="connsiteY2654" fmla="*/ 2095644 h 6382977"/>
              <a:gd name="connsiteX2655" fmla="*/ 3432452 w 6501199"/>
              <a:gd name="connsiteY2655" fmla="*/ 2109424 h 6382977"/>
              <a:gd name="connsiteX2656" fmla="*/ 3430144 w 6501199"/>
              <a:gd name="connsiteY2656" fmla="*/ 2097458 h 6382977"/>
              <a:gd name="connsiteX2657" fmla="*/ 3414922 w 6501199"/>
              <a:gd name="connsiteY2657" fmla="*/ 2089258 h 6382977"/>
              <a:gd name="connsiteX2658" fmla="*/ 3413588 w 6501199"/>
              <a:gd name="connsiteY2658" fmla="*/ 2089990 h 6382977"/>
              <a:gd name="connsiteX2659" fmla="*/ 3412672 w 6501199"/>
              <a:gd name="connsiteY2659" fmla="*/ 2090182 h 6382977"/>
              <a:gd name="connsiteX2660" fmla="*/ 3409642 w 6501199"/>
              <a:gd name="connsiteY2660" fmla="*/ 2093469 h 6382977"/>
              <a:gd name="connsiteX2661" fmla="*/ 3409284 w 6501199"/>
              <a:gd name="connsiteY2661" fmla="*/ 2090891 h 6382977"/>
              <a:gd name="connsiteX2662" fmla="*/ 3402928 w 6501199"/>
              <a:gd name="connsiteY2662" fmla="*/ 2092222 h 6382977"/>
              <a:gd name="connsiteX2663" fmla="*/ 3396621 w 6501199"/>
              <a:gd name="connsiteY2663" fmla="*/ 2085985 h 6382977"/>
              <a:gd name="connsiteX2664" fmla="*/ 3410303 w 6501199"/>
              <a:gd name="connsiteY2664" fmla="*/ 2079146 h 6382977"/>
              <a:gd name="connsiteX2665" fmla="*/ 3387260 w 6501199"/>
              <a:gd name="connsiteY2665" fmla="*/ 2081666 h 6382977"/>
              <a:gd name="connsiteX2666" fmla="*/ 3373579 w 6501199"/>
              <a:gd name="connsiteY2666" fmla="*/ 2094984 h 6382977"/>
              <a:gd name="connsiteX2667" fmla="*/ 3382940 w 6501199"/>
              <a:gd name="connsiteY2667" fmla="*/ 2088145 h 6382977"/>
              <a:gd name="connsiteX2668" fmla="*/ 3382940 w 6501199"/>
              <a:gd name="connsiteY2668" fmla="*/ 2081666 h 6382977"/>
              <a:gd name="connsiteX2669" fmla="*/ 3317053 w 6501199"/>
              <a:gd name="connsiteY2669" fmla="*/ 2085985 h 6382977"/>
              <a:gd name="connsiteX2670" fmla="*/ 3330374 w 6501199"/>
              <a:gd name="connsiteY2670" fmla="*/ 2113341 h 6382977"/>
              <a:gd name="connsiteX2671" fmla="*/ 3277089 w 6501199"/>
              <a:gd name="connsiteY2671" fmla="*/ 2106772 h 6382977"/>
              <a:gd name="connsiteX2672" fmla="*/ 3221783 w 6501199"/>
              <a:gd name="connsiteY2672" fmla="*/ 2122300 h 6382977"/>
              <a:gd name="connsiteX2673" fmla="*/ 3221797 w 6501199"/>
              <a:gd name="connsiteY2673" fmla="*/ 2122372 h 6382977"/>
              <a:gd name="connsiteX2674" fmla="*/ 3241850 w 6501199"/>
              <a:gd name="connsiteY2674" fmla="*/ 2126614 h 6382977"/>
              <a:gd name="connsiteX2675" fmla="*/ 3253686 w 6501199"/>
              <a:gd name="connsiteY2675" fmla="*/ 2136018 h 6382977"/>
              <a:gd name="connsiteX2676" fmla="*/ 3231094 w 6501199"/>
              <a:gd name="connsiteY2676" fmla="*/ 2131204 h 6382977"/>
              <a:gd name="connsiteX2677" fmla="*/ 3222957 w 6501199"/>
              <a:gd name="connsiteY2677" fmla="*/ 2128603 h 6382977"/>
              <a:gd name="connsiteX2678" fmla="*/ 3225578 w 6501199"/>
              <a:gd name="connsiteY2678" fmla="*/ 2142672 h 6382977"/>
              <a:gd name="connsiteX2679" fmla="*/ 3228076 w 6501199"/>
              <a:gd name="connsiteY2679" fmla="*/ 2142606 h 6382977"/>
              <a:gd name="connsiteX2680" fmla="*/ 3225783 w 6501199"/>
              <a:gd name="connsiteY2680" fmla="*/ 2143769 h 6382977"/>
              <a:gd name="connsiteX2681" fmla="*/ 3225945 w 6501199"/>
              <a:gd name="connsiteY2681" fmla="*/ 2144642 h 6382977"/>
              <a:gd name="connsiteX2682" fmla="*/ 3220611 w 6501199"/>
              <a:gd name="connsiteY2682" fmla="*/ 2151977 h 6382977"/>
              <a:gd name="connsiteX2683" fmla="*/ 3228666 w 6501199"/>
              <a:gd name="connsiteY2683" fmla="*/ 2152715 h 6382977"/>
              <a:gd name="connsiteX2684" fmla="*/ 3246436 w 6501199"/>
              <a:gd name="connsiteY2684" fmla="*/ 2138286 h 6382977"/>
              <a:gd name="connsiteX2685" fmla="*/ 3260116 w 6501199"/>
              <a:gd name="connsiteY2685" fmla="*/ 2149446 h 6382977"/>
              <a:gd name="connsiteX2686" fmla="*/ 3269096 w 6501199"/>
              <a:gd name="connsiteY2686" fmla="*/ 2148525 h 6382977"/>
              <a:gd name="connsiteX2687" fmla="*/ 3269944 w 6501199"/>
              <a:gd name="connsiteY2687" fmla="*/ 2147761 h 6382977"/>
              <a:gd name="connsiteX2688" fmla="*/ 3275204 w 6501199"/>
              <a:gd name="connsiteY2688" fmla="*/ 2147300 h 6382977"/>
              <a:gd name="connsiteX2689" fmla="*/ 3275389 w 6501199"/>
              <a:gd name="connsiteY2689" fmla="*/ 2147879 h 6382977"/>
              <a:gd name="connsiteX2690" fmla="*/ 3368837 w 6501199"/>
              <a:gd name="connsiteY2690" fmla="*/ 2138286 h 6382977"/>
              <a:gd name="connsiteX2691" fmla="*/ 3454919 w 6501199"/>
              <a:gd name="connsiteY2691" fmla="*/ 2130594 h 6382977"/>
              <a:gd name="connsiteX2692" fmla="*/ 3452844 w 6501199"/>
              <a:gd name="connsiteY2692" fmla="*/ 2124106 h 6382977"/>
              <a:gd name="connsiteX2693" fmla="*/ 3448594 w 6501199"/>
              <a:gd name="connsiteY2693" fmla="*/ 2127175 h 6382977"/>
              <a:gd name="connsiteX2694" fmla="*/ 3450697 w 6501199"/>
              <a:gd name="connsiteY2694" fmla="*/ 2115269 h 6382977"/>
              <a:gd name="connsiteX2695" fmla="*/ 3455254 w 6501199"/>
              <a:gd name="connsiteY2695" fmla="*/ 2110804 h 6382977"/>
              <a:gd name="connsiteX2696" fmla="*/ 3466031 w 6501199"/>
              <a:gd name="connsiteY2696" fmla="*/ 2115920 h 6382977"/>
              <a:gd name="connsiteX2697" fmla="*/ 3456040 w 6501199"/>
              <a:gd name="connsiteY2697" fmla="*/ 2130494 h 6382977"/>
              <a:gd name="connsiteX2698" fmla="*/ 3473598 w 6501199"/>
              <a:gd name="connsiteY2698" fmla="*/ 2128925 h 6382977"/>
              <a:gd name="connsiteX2699" fmla="*/ 3475758 w 6501199"/>
              <a:gd name="connsiteY2699" fmla="*/ 2138286 h 6382977"/>
              <a:gd name="connsiteX2700" fmla="*/ 3491598 w 6501199"/>
              <a:gd name="connsiteY2700" fmla="*/ 2128925 h 6382977"/>
              <a:gd name="connsiteX2701" fmla="*/ 3544999 w 6501199"/>
              <a:gd name="connsiteY2701" fmla="*/ 2133697 h 6382977"/>
              <a:gd name="connsiteX2702" fmla="*/ 3547230 w 6501199"/>
              <a:gd name="connsiteY2702" fmla="*/ 2128407 h 6382977"/>
              <a:gd name="connsiteX2703" fmla="*/ 3537042 w 6501199"/>
              <a:gd name="connsiteY2703" fmla="*/ 2123761 h 6382977"/>
              <a:gd name="connsiteX2704" fmla="*/ 3563372 w 6501199"/>
              <a:gd name="connsiteY2704" fmla="*/ 2126146 h 6382977"/>
              <a:gd name="connsiteX2705" fmla="*/ 3567417 w 6501199"/>
              <a:gd name="connsiteY2705" fmla="*/ 2135700 h 6382977"/>
              <a:gd name="connsiteX2706" fmla="*/ 3596359 w 6501199"/>
              <a:gd name="connsiteY2706" fmla="*/ 2138286 h 6382977"/>
              <a:gd name="connsiteX2707" fmla="*/ 3619444 w 6501199"/>
              <a:gd name="connsiteY2707" fmla="*/ 2139197 h 6382977"/>
              <a:gd name="connsiteX2708" fmla="*/ 3637834 w 6501199"/>
              <a:gd name="connsiteY2708" fmla="*/ 2139923 h 6382977"/>
              <a:gd name="connsiteX2709" fmla="*/ 3637500 w 6501199"/>
              <a:gd name="connsiteY2709" fmla="*/ 2135281 h 6382977"/>
              <a:gd name="connsiteX2710" fmla="*/ 3644094 w 6501199"/>
              <a:gd name="connsiteY2710" fmla="*/ 2137650 h 6382977"/>
              <a:gd name="connsiteX2711" fmla="*/ 3644714 w 6501199"/>
              <a:gd name="connsiteY2711" fmla="*/ 2140195 h 6382977"/>
              <a:gd name="connsiteX2712" fmla="*/ 3651079 w 6501199"/>
              <a:gd name="connsiteY2712" fmla="*/ 2140446 h 6382977"/>
              <a:gd name="connsiteX2713" fmla="*/ 3655039 w 6501199"/>
              <a:gd name="connsiteY2713" fmla="*/ 2140446 h 6382977"/>
              <a:gd name="connsiteX2714" fmla="*/ 3663056 w 6501199"/>
              <a:gd name="connsiteY2714" fmla="*/ 2140446 h 6382977"/>
              <a:gd name="connsiteX2715" fmla="*/ 3656691 w 6501199"/>
              <a:gd name="connsiteY2715" fmla="*/ 2138010 h 6382977"/>
              <a:gd name="connsiteX2716" fmla="*/ 3653343 w 6501199"/>
              <a:gd name="connsiteY2716" fmla="*/ 2123761 h 6382977"/>
              <a:gd name="connsiteX2717" fmla="*/ 3664505 w 6501199"/>
              <a:gd name="connsiteY2717" fmla="*/ 2103600 h 6382977"/>
              <a:gd name="connsiteX2718" fmla="*/ 3669186 w 6501199"/>
              <a:gd name="connsiteY2718" fmla="*/ 2103600 h 6382977"/>
              <a:gd name="connsiteX2719" fmla="*/ 3672651 w 6501199"/>
              <a:gd name="connsiteY2719" fmla="*/ 2098536 h 6382977"/>
              <a:gd name="connsiteX2720" fmla="*/ 3669170 w 6501199"/>
              <a:gd name="connsiteY2720" fmla="*/ 2091205 h 6382977"/>
              <a:gd name="connsiteX2721" fmla="*/ 3669530 w 6501199"/>
              <a:gd name="connsiteY2721" fmla="*/ 2083826 h 6382977"/>
              <a:gd name="connsiteX2722" fmla="*/ 3685372 w 6501199"/>
              <a:gd name="connsiteY2722" fmla="*/ 2074827 h 6382977"/>
              <a:gd name="connsiteX2723" fmla="*/ 3660529 w 6501199"/>
              <a:gd name="connsiteY2723" fmla="*/ 2061149 h 6382977"/>
              <a:gd name="connsiteX2724" fmla="*/ 5277571 w 6501199"/>
              <a:gd name="connsiteY2724" fmla="*/ 2058360 h 6382977"/>
              <a:gd name="connsiteX2725" fmla="*/ 5270731 w 6501199"/>
              <a:gd name="connsiteY2725" fmla="*/ 2083562 h 6382977"/>
              <a:gd name="connsiteX2726" fmla="*/ 5275051 w 6501199"/>
              <a:gd name="connsiteY2726" fmla="*/ 2072041 h 6382977"/>
              <a:gd name="connsiteX2727" fmla="*/ 5279731 w 6501199"/>
              <a:gd name="connsiteY2727" fmla="*/ 2074561 h 6382977"/>
              <a:gd name="connsiteX2728" fmla="*/ 5277571 w 6501199"/>
              <a:gd name="connsiteY2728" fmla="*/ 2058360 h 6382977"/>
              <a:gd name="connsiteX2729" fmla="*/ 3731964 w 6501199"/>
              <a:gd name="connsiteY2729" fmla="*/ 2054861 h 6382977"/>
              <a:gd name="connsiteX2730" fmla="*/ 3714895 w 6501199"/>
              <a:gd name="connsiteY2730" fmla="*/ 2065468 h 6382977"/>
              <a:gd name="connsiteX2731" fmla="*/ 3721736 w 6501199"/>
              <a:gd name="connsiteY2731" fmla="*/ 2072307 h 6382977"/>
              <a:gd name="connsiteX2732" fmla="*/ 3707379 w 6501199"/>
              <a:gd name="connsiteY2732" fmla="*/ 2085491 h 6382977"/>
              <a:gd name="connsiteX2733" fmla="*/ 3703581 w 6501199"/>
              <a:gd name="connsiteY2733" fmla="*/ 2092257 h 6382977"/>
              <a:gd name="connsiteX2734" fmla="*/ 3710118 w 6501199"/>
              <a:gd name="connsiteY2734" fmla="*/ 2098390 h 6382977"/>
              <a:gd name="connsiteX2735" fmla="*/ 3717775 w 6501199"/>
              <a:gd name="connsiteY2735" fmla="*/ 2082892 h 6382977"/>
              <a:gd name="connsiteX2736" fmla="*/ 3726804 w 6501199"/>
              <a:gd name="connsiteY2736" fmla="*/ 2072791 h 6382977"/>
              <a:gd name="connsiteX2737" fmla="*/ 3730906 w 6501199"/>
              <a:gd name="connsiteY2737" fmla="*/ 2077915 h 6382977"/>
              <a:gd name="connsiteX2738" fmla="*/ 3729018 w 6501199"/>
              <a:gd name="connsiteY2738" fmla="*/ 2075097 h 6382977"/>
              <a:gd name="connsiteX2739" fmla="*/ 3729533 w 6501199"/>
              <a:gd name="connsiteY2739" fmla="*/ 2072830 h 6382977"/>
              <a:gd name="connsiteX2740" fmla="*/ 3727129 w 6501199"/>
              <a:gd name="connsiteY2740" fmla="*/ 2072427 h 6382977"/>
              <a:gd name="connsiteX2741" fmla="*/ 3730476 w 6501199"/>
              <a:gd name="connsiteY2741" fmla="*/ 2068682 h 6382977"/>
              <a:gd name="connsiteX2742" fmla="*/ 3731162 w 6501199"/>
              <a:gd name="connsiteY2742" fmla="*/ 2065663 h 6382977"/>
              <a:gd name="connsiteX2743" fmla="*/ 4745127 w 6501199"/>
              <a:gd name="connsiteY2743" fmla="*/ 2051520 h 6382977"/>
              <a:gd name="connsiteX2744" fmla="*/ 4724607 w 6501199"/>
              <a:gd name="connsiteY2744" fmla="*/ 2063040 h 6382977"/>
              <a:gd name="connsiteX2745" fmla="*/ 4731447 w 6501199"/>
              <a:gd name="connsiteY2745" fmla="*/ 2081402 h 6382977"/>
              <a:gd name="connsiteX2746" fmla="*/ 4738771 w 6501199"/>
              <a:gd name="connsiteY2746" fmla="*/ 2085716 h 6382977"/>
              <a:gd name="connsiteX2747" fmla="*/ 4742119 w 6501199"/>
              <a:gd name="connsiteY2747" fmla="*/ 2084378 h 6382977"/>
              <a:gd name="connsiteX2748" fmla="*/ 4748274 w 6501199"/>
              <a:gd name="connsiteY2748" fmla="*/ 2077408 h 6382977"/>
              <a:gd name="connsiteX2749" fmla="*/ 4740447 w 6501199"/>
              <a:gd name="connsiteY2749" fmla="*/ 2069881 h 6382977"/>
              <a:gd name="connsiteX2750" fmla="*/ 4751967 w 6501199"/>
              <a:gd name="connsiteY2750" fmla="*/ 2072041 h 6382977"/>
              <a:gd name="connsiteX2751" fmla="*/ 4745127 w 6501199"/>
              <a:gd name="connsiteY2751" fmla="*/ 2051520 h 6382977"/>
              <a:gd name="connsiteX2752" fmla="*/ 3817487 w 6501199"/>
              <a:gd name="connsiteY2752" fmla="*/ 2051108 h 6382977"/>
              <a:gd name="connsiteX2753" fmla="*/ 3812978 w 6501199"/>
              <a:gd name="connsiteY2753" fmla="*/ 2054163 h 6382977"/>
              <a:gd name="connsiteX2754" fmla="*/ 3809521 w 6501199"/>
              <a:gd name="connsiteY2754" fmla="*/ 2063143 h 6382977"/>
              <a:gd name="connsiteX2755" fmla="*/ 3805650 w 6501199"/>
              <a:gd name="connsiteY2755" fmla="*/ 2080919 h 6382977"/>
              <a:gd name="connsiteX2756" fmla="*/ 3808619 w 6501199"/>
              <a:gd name="connsiteY2756" fmla="*/ 2080299 h 6382977"/>
              <a:gd name="connsiteX2757" fmla="*/ 3816876 w 6501199"/>
              <a:gd name="connsiteY2757" fmla="*/ 2070507 h 6382977"/>
              <a:gd name="connsiteX2758" fmla="*/ 3819256 w 6501199"/>
              <a:gd name="connsiteY2758" fmla="*/ 2052702 h 6382977"/>
              <a:gd name="connsiteX2759" fmla="*/ 3738545 w 6501199"/>
              <a:gd name="connsiteY2759" fmla="*/ 2050772 h 6382977"/>
              <a:gd name="connsiteX2760" fmla="*/ 3734454 w 6501199"/>
              <a:gd name="connsiteY2760" fmla="*/ 2053315 h 6382977"/>
              <a:gd name="connsiteX2761" fmla="*/ 3737834 w 6501199"/>
              <a:gd name="connsiteY2761" fmla="*/ 2058176 h 6382977"/>
              <a:gd name="connsiteX2762" fmla="*/ 3762443 w 6501199"/>
              <a:gd name="connsiteY2762" fmla="*/ 2067238 h 6382977"/>
              <a:gd name="connsiteX2763" fmla="*/ 3767486 w 6501199"/>
              <a:gd name="connsiteY2763" fmla="*/ 2065434 h 6382977"/>
              <a:gd name="connsiteX2764" fmla="*/ 3770796 w 6501199"/>
              <a:gd name="connsiteY2764" fmla="*/ 2063011 h 6382977"/>
              <a:gd name="connsiteX2765" fmla="*/ 3774491 w 6501199"/>
              <a:gd name="connsiteY2765" fmla="*/ 2062929 h 6382977"/>
              <a:gd name="connsiteX2766" fmla="*/ 3780311 w 6501199"/>
              <a:gd name="connsiteY2766" fmla="*/ 2060848 h 6382977"/>
              <a:gd name="connsiteX2767" fmla="*/ 3784041 w 6501199"/>
              <a:gd name="connsiteY2767" fmla="*/ 2054308 h 6382977"/>
              <a:gd name="connsiteX2768" fmla="*/ 3763140 w 6501199"/>
              <a:gd name="connsiteY2768" fmla="*/ 2051835 h 6382977"/>
              <a:gd name="connsiteX2769" fmla="*/ 3738545 w 6501199"/>
              <a:gd name="connsiteY2769" fmla="*/ 2050772 h 6382977"/>
              <a:gd name="connsiteX2770" fmla="*/ 6132230 w 6501199"/>
              <a:gd name="connsiteY2770" fmla="*/ 2049462 h 6382977"/>
              <a:gd name="connsiteX2771" fmla="*/ 6155125 w 6501199"/>
              <a:gd name="connsiteY2771" fmla="*/ 2061103 h 6382977"/>
              <a:gd name="connsiteX2772" fmla="*/ 6139135 w 6501199"/>
              <a:gd name="connsiteY2772" fmla="*/ 2084023 h 6382977"/>
              <a:gd name="connsiteX2773" fmla="*/ 6139135 w 6501199"/>
              <a:gd name="connsiteY2773" fmla="*/ 2063286 h 6382977"/>
              <a:gd name="connsiteX2774" fmla="*/ 6132230 w 6501199"/>
              <a:gd name="connsiteY2774" fmla="*/ 2049462 h 6382977"/>
              <a:gd name="connsiteX2775" fmla="*/ 4074573 w 6501199"/>
              <a:gd name="connsiteY2775" fmla="*/ 2042792 h 6382977"/>
              <a:gd name="connsiteX2776" fmla="*/ 4004006 w 6501199"/>
              <a:gd name="connsiteY2776" fmla="*/ 2065468 h 6382977"/>
              <a:gd name="connsiteX2777" fmla="*/ 4004006 w 6501199"/>
              <a:gd name="connsiteY2777" fmla="*/ 2054310 h 6382977"/>
              <a:gd name="connsiteX2778" fmla="*/ 3951800 w 6501199"/>
              <a:gd name="connsiteY2778" fmla="*/ 2063309 h 6382977"/>
              <a:gd name="connsiteX2779" fmla="*/ 3897074 w 6501199"/>
              <a:gd name="connsiteY2779" fmla="*/ 2054310 h 6382977"/>
              <a:gd name="connsiteX2780" fmla="*/ 3881233 w 6501199"/>
              <a:gd name="connsiteY2780" fmla="*/ 2051790 h 6382977"/>
              <a:gd name="connsiteX2781" fmla="*/ 3865031 w 6501199"/>
              <a:gd name="connsiteY2781" fmla="*/ 2065468 h 6382977"/>
              <a:gd name="connsiteX2782" fmla="*/ 3871872 w 6501199"/>
              <a:gd name="connsiteY2782" fmla="*/ 2070148 h 6382977"/>
              <a:gd name="connsiteX2783" fmla="*/ 3865481 w 6501199"/>
              <a:gd name="connsiteY2783" fmla="*/ 2067583 h 6382977"/>
              <a:gd name="connsiteX2784" fmla="*/ 3864726 w 6501199"/>
              <a:gd name="connsiteY2784" fmla="*/ 2067129 h 6382977"/>
              <a:gd name="connsiteX2785" fmla="*/ 3865758 w 6501199"/>
              <a:gd name="connsiteY2785" fmla="*/ 2073983 h 6382977"/>
              <a:gd name="connsiteX2786" fmla="*/ 3869711 w 6501199"/>
              <a:gd name="connsiteY2786" fmla="*/ 2076987 h 6382977"/>
              <a:gd name="connsiteX2787" fmla="*/ 3866183 w 6501199"/>
              <a:gd name="connsiteY2787" fmla="*/ 2076804 h 6382977"/>
              <a:gd name="connsiteX2788" fmla="*/ 3866578 w 6501199"/>
              <a:gd name="connsiteY2788" fmla="*/ 2079426 h 6382977"/>
              <a:gd name="connsiteX2789" fmla="*/ 3860029 w 6501199"/>
              <a:gd name="connsiteY2789" fmla="*/ 2090373 h 6382977"/>
              <a:gd name="connsiteX2790" fmla="*/ 3834563 w 6501199"/>
              <a:gd name="connsiteY2790" fmla="*/ 2078745 h 6382977"/>
              <a:gd name="connsiteX2791" fmla="*/ 3838392 w 6501199"/>
              <a:gd name="connsiteY2791" fmla="*/ 2075481 h 6382977"/>
              <a:gd name="connsiteX2792" fmla="*/ 3834203 w 6501199"/>
              <a:gd name="connsiteY2792" fmla="*/ 2076312 h 6382977"/>
              <a:gd name="connsiteX2793" fmla="*/ 3825365 w 6501199"/>
              <a:gd name="connsiteY2793" fmla="*/ 2079197 h 6382977"/>
              <a:gd name="connsiteX2794" fmla="*/ 3821352 w 6501199"/>
              <a:gd name="connsiteY2794" fmla="*/ 2077641 h 6382977"/>
              <a:gd name="connsiteX2795" fmla="*/ 3819343 w 6501199"/>
              <a:gd name="connsiteY2795" fmla="*/ 2081075 h 6382977"/>
              <a:gd name="connsiteX2796" fmla="*/ 3818586 w 6501199"/>
              <a:gd name="connsiteY2796" fmla="*/ 2090665 h 6382977"/>
              <a:gd name="connsiteX2797" fmla="*/ 3818525 w 6501199"/>
              <a:gd name="connsiteY2797" fmla="*/ 2091439 h 6382977"/>
              <a:gd name="connsiteX2798" fmla="*/ 3819648 w 6501199"/>
              <a:gd name="connsiteY2798" fmla="*/ 2099280 h 6382977"/>
              <a:gd name="connsiteX2799" fmla="*/ 3823881 w 6501199"/>
              <a:gd name="connsiteY2799" fmla="*/ 2116423 h 6382977"/>
              <a:gd name="connsiteX2800" fmla="*/ 3833604 w 6501199"/>
              <a:gd name="connsiteY2800" fmla="*/ 2113163 h 6382977"/>
              <a:gd name="connsiteX2801" fmla="*/ 3833640 w 6501199"/>
              <a:gd name="connsiteY2801" fmla="*/ 2112296 h 6382977"/>
              <a:gd name="connsiteX2802" fmla="*/ 3839457 w 6501199"/>
              <a:gd name="connsiteY2802" fmla="*/ 2104159 h 6382977"/>
              <a:gd name="connsiteX2803" fmla="*/ 3871227 w 6501199"/>
              <a:gd name="connsiteY2803" fmla="*/ 2098245 h 6382977"/>
              <a:gd name="connsiteX2804" fmla="*/ 3915110 w 6501199"/>
              <a:gd name="connsiteY2804" fmla="*/ 2094239 h 6382977"/>
              <a:gd name="connsiteX2805" fmla="*/ 3917802 w 6501199"/>
              <a:gd name="connsiteY2805" fmla="*/ 2102792 h 6382977"/>
              <a:gd name="connsiteX2806" fmla="*/ 3923748 w 6501199"/>
              <a:gd name="connsiteY2806" fmla="*/ 2101258 h 6382977"/>
              <a:gd name="connsiteX2807" fmla="*/ 3919431 w 6501199"/>
              <a:gd name="connsiteY2807" fmla="*/ 2094239 h 6382977"/>
              <a:gd name="connsiteX2808" fmla="*/ 3925327 w 6501199"/>
              <a:gd name="connsiteY2808" fmla="*/ 2095274 h 6382977"/>
              <a:gd name="connsiteX2809" fmla="*/ 3927862 w 6501199"/>
              <a:gd name="connsiteY2809" fmla="*/ 2100196 h 6382977"/>
              <a:gd name="connsiteX2810" fmla="*/ 3936442 w 6501199"/>
              <a:gd name="connsiteY2810" fmla="*/ 2097982 h 6382977"/>
              <a:gd name="connsiteX2811" fmla="*/ 3958281 w 6501199"/>
              <a:gd name="connsiteY2811" fmla="*/ 2074827 h 6382977"/>
              <a:gd name="connsiteX2812" fmla="*/ 3971962 w 6501199"/>
              <a:gd name="connsiteY2812" fmla="*/ 2076987 h 6382977"/>
              <a:gd name="connsiteX2813" fmla="*/ 3958281 w 6501199"/>
              <a:gd name="connsiteY2813" fmla="*/ 2090665 h 6382977"/>
              <a:gd name="connsiteX2814" fmla="*/ 3999325 w 6501199"/>
              <a:gd name="connsiteY2814" fmla="*/ 2070148 h 6382977"/>
              <a:gd name="connsiteX2815" fmla="*/ 4074573 w 6501199"/>
              <a:gd name="connsiteY2815" fmla="*/ 2042792 h 6382977"/>
              <a:gd name="connsiteX2816" fmla="*/ 5268211 w 6501199"/>
              <a:gd name="connsiteY2816" fmla="*/ 2042519 h 6382977"/>
              <a:gd name="connsiteX2817" fmla="*/ 5257051 w 6501199"/>
              <a:gd name="connsiteY2817" fmla="*/ 2054040 h 6382977"/>
              <a:gd name="connsiteX2818" fmla="*/ 5272891 w 6501199"/>
              <a:gd name="connsiteY2818" fmla="*/ 2054040 h 6382977"/>
              <a:gd name="connsiteX2819" fmla="*/ 4807907 w 6501199"/>
              <a:gd name="connsiteY2819" fmla="*/ 2041313 h 6382977"/>
              <a:gd name="connsiteX2820" fmla="*/ 4786167 w 6501199"/>
              <a:gd name="connsiteY2820" fmla="*/ 2058360 h 6382977"/>
              <a:gd name="connsiteX2821" fmla="*/ 4786120 w 6501199"/>
              <a:gd name="connsiteY2821" fmla="*/ 2058410 h 6382977"/>
              <a:gd name="connsiteX2822" fmla="*/ 4806800 w 6501199"/>
              <a:gd name="connsiteY2822" fmla="*/ 2042477 h 6382977"/>
              <a:gd name="connsiteX2823" fmla="*/ 5386371 w 6501199"/>
              <a:gd name="connsiteY2823" fmla="*/ 2039937 h 6382977"/>
              <a:gd name="connsiteX2824" fmla="*/ 5372850 w 6501199"/>
              <a:gd name="connsiteY2824" fmla="*/ 2049275 h 6382977"/>
              <a:gd name="connsiteX2825" fmla="*/ 5372850 w 6501199"/>
              <a:gd name="connsiteY2825" fmla="*/ 2042178 h 6382977"/>
              <a:gd name="connsiteX2826" fmla="*/ 5386371 w 6501199"/>
              <a:gd name="connsiteY2826" fmla="*/ 2039937 h 6382977"/>
              <a:gd name="connsiteX2827" fmla="*/ 6328440 w 6501199"/>
              <a:gd name="connsiteY2827" fmla="*/ 2036329 h 6382977"/>
              <a:gd name="connsiteX2828" fmla="*/ 6328834 w 6501199"/>
              <a:gd name="connsiteY2828" fmla="*/ 2048966 h 6382977"/>
              <a:gd name="connsiteX2829" fmla="*/ 6348813 w 6501199"/>
              <a:gd name="connsiteY2829" fmla="*/ 2051148 h 6382977"/>
              <a:gd name="connsiteX2830" fmla="*/ 6326731 w 6501199"/>
              <a:gd name="connsiteY2830" fmla="*/ 2062790 h 6382977"/>
              <a:gd name="connsiteX2831" fmla="*/ 6324628 w 6501199"/>
              <a:gd name="connsiteY2831" fmla="*/ 2039871 h 6382977"/>
              <a:gd name="connsiteX2832" fmla="*/ 6328440 w 6501199"/>
              <a:gd name="connsiteY2832" fmla="*/ 2036329 h 6382977"/>
              <a:gd name="connsiteX2833" fmla="*/ 5915058 w 6501199"/>
              <a:gd name="connsiteY2833" fmla="*/ 2028494 h 6382977"/>
              <a:gd name="connsiteX2834" fmla="*/ 5908965 w 6501199"/>
              <a:gd name="connsiteY2834" fmla="*/ 2031347 h 6382977"/>
              <a:gd name="connsiteX2835" fmla="*/ 5907970 w 6501199"/>
              <a:gd name="connsiteY2835" fmla="*/ 2036399 h 6382977"/>
              <a:gd name="connsiteX2836" fmla="*/ 5905874 w 6501199"/>
              <a:gd name="connsiteY2836" fmla="*/ 2032793 h 6382977"/>
              <a:gd name="connsiteX2837" fmla="*/ 5889303 w 6501199"/>
              <a:gd name="connsiteY2837" fmla="*/ 2040551 h 6382977"/>
              <a:gd name="connsiteX2838" fmla="*/ 5799993 w 6501199"/>
              <a:gd name="connsiteY2838" fmla="*/ 2092749 h 6382977"/>
              <a:gd name="connsiteX2839" fmla="*/ 5797510 w 6501199"/>
              <a:gd name="connsiteY2839" fmla="*/ 2093972 h 6382977"/>
              <a:gd name="connsiteX2840" fmla="*/ 5798495 w 6501199"/>
              <a:gd name="connsiteY2840" fmla="*/ 2094723 h 6382977"/>
              <a:gd name="connsiteX2841" fmla="*/ 5796760 w 6501199"/>
              <a:gd name="connsiteY2841" fmla="*/ 2094342 h 6382977"/>
              <a:gd name="connsiteX2842" fmla="*/ 5747678 w 6501199"/>
              <a:gd name="connsiteY2842" fmla="*/ 2118517 h 6382977"/>
              <a:gd name="connsiteX2843" fmla="*/ 5746295 w 6501199"/>
              <a:gd name="connsiteY2843" fmla="*/ 2124245 h 6382977"/>
              <a:gd name="connsiteX2844" fmla="*/ 5759615 w 6501199"/>
              <a:gd name="connsiteY2844" fmla="*/ 2117764 h 6382977"/>
              <a:gd name="connsiteX2845" fmla="*/ 5741615 w 6501199"/>
              <a:gd name="connsiteY2845" fmla="*/ 2185809 h 6382977"/>
              <a:gd name="connsiteX2846" fmla="*/ 5686895 w 6501199"/>
              <a:gd name="connsiteY2846" fmla="*/ 2238372 h 6382977"/>
              <a:gd name="connsiteX2847" fmla="*/ 5683925 w 6501199"/>
              <a:gd name="connsiteY2847" fmla="*/ 2250928 h 6382977"/>
              <a:gd name="connsiteX2848" fmla="*/ 5682337 w 6501199"/>
              <a:gd name="connsiteY2848" fmla="*/ 2254225 h 6382977"/>
              <a:gd name="connsiteX2849" fmla="*/ 5682337 w 6501199"/>
              <a:gd name="connsiteY2849" fmla="*/ 2264083 h 6382977"/>
              <a:gd name="connsiteX2850" fmla="*/ 5682575 w 6501199"/>
              <a:gd name="connsiteY2850" fmla="*/ 2265374 h 6382977"/>
              <a:gd name="connsiteX2851" fmla="*/ 5695895 w 6501199"/>
              <a:gd name="connsiteY2851" fmla="*/ 2265374 h 6382977"/>
              <a:gd name="connsiteX2852" fmla="*/ 5682552 w 6501199"/>
              <a:gd name="connsiteY2852" fmla="*/ 2274921 h 6382977"/>
              <a:gd name="connsiteX2853" fmla="*/ 5682337 w 6501199"/>
              <a:gd name="connsiteY2853" fmla="*/ 2275399 h 6382977"/>
              <a:gd name="connsiteX2854" fmla="*/ 5682337 w 6501199"/>
              <a:gd name="connsiteY2854" fmla="*/ 2306582 h 6382977"/>
              <a:gd name="connsiteX2855" fmla="*/ 5683307 w 6501199"/>
              <a:gd name="connsiteY2855" fmla="*/ 2318545 h 6382977"/>
              <a:gd name="connsiteX2856" fmla="*/ 5692864 w 6501199"/>
              <a:gd name="connsiteY2856" fmla="*/ 2322087 h 6382977"/>
              <a:gd name="connsiteX2857" fmla="*/ 5724915 w 6501199"/>
              <a:gd name="connsiteY2857" fmla="*/ 2292308 h 6382977"/>
              <a:gd name="connsiteX2858" fmla="*/ 5720233 w 6501199"/>
              <a:gd name="connsiteY2858" fmla="*/ 2306108 h 6382977"/>
              <a:gd name="connsiteX2859" fmla="*/ 5714589 w 6501199"/>
              <a:gd name="connsiteY2859" fmla="*/ 2311842 h 6382977"/>
              <a:gd name="connsiteX2860" fmla="*/ 5721894 w 6501199"/>
              <a:gd name="connsiteY2860" fmla="*/ 2317200 h 6382977"/>
              <a:gd name="connsiteX2861" fmla="*/ 5723483 w 6501199"/>
              <a:gd name="connsiteY2861" fmla="*/ 2322149 h 6382977"/>
              <a:gd name="connsiteX2862" fmla="*/ 5716790 w 6501199"/>
              <a:gd name="connsiteY2862" fmla="*/ 2335145 h 6382977"/>
              <a:gd name="connsiteX2863" fmla="*/ 5718935 w 6501199"/>
              <a:gd name="connsiteY2863" fmla="*/ 2333779 h 6382977"/>
              <a:gd name="connsiteX2864" fmla="*/ 5721095 w 6501199"/>
              <a:gd name="connsiteY2864" fmla="*/ 2347460 h 6382977"/>
              <a:gd name="connsiteX2865" fmla="*/ 5746295 w 6501199"/>
              <a:gd name="connsiteY2865" fmla="*/ 2342780 h 6382977"/>
              <a:gd name="connsiteX2866" fmla="*/ 5727935 w 6501199"/>
              <a:gd name="connsiteY2866" fmla="*/ 2331619 h 6382977"/>
              <a:gd name="connsiteX2867" fmla="*/ 5753135 w 6501199"/>
              <a:gd name="connsiteY2867" fmla="*/ 2279055 h 6382977"/>
              <a:gd name="connsiteX2868" fmla="*/ 5727935 w 6501199"/>
              <a:gd name="connsiteY2868" fmla="*/ 2279055 h 6382977"/>
              <a:gd name="connsiteX2869" fmla="*/ 5748455 w 6501199"/>
              <a:gd name="connsiteY2869" fmla="*/ 2249533 h 6382977"/>
              <a:gd name="connsiteX2870" fmla="*/ 5762135 w 6501199"/>
              <a:gd name="connsiteY2870" fmla="*/ 2256374 h 6382977"/>
              <a:gd name="connsiteX2871" fmla="*/ 5734775 w 6501199"/>
              <a:gd name="connsiteY2871" fmla="*/ 2281575 h 6382977"/>
              <a:gd name="connsiteX2872" fmla="*/ 5757455 w 6501199"/>
              <a:gd name="connsiteY2872" fmla="*/ 2276895 h 6382977"/>
              <a:gd name="connsiteX2873" fmla="*/ 5777263 w 6501199"/>
              <a:gd name="connsiteY2873" fmla="*/ 2250051 h 6382977"/>
              <a:gd name="connsiteX2874" fmla="*/ 5770732 w 6501199"/>
              <a:gd name="connsiteY2874" fmla="*/ 2233433 h 6382977"/>
              <a:gd name="connsiteX2875" fmla="*/ 5776592 w 6501199"/>
              <a:gd name="connsiteY2875" fmla="*/ 2212975 h 6382977"/>
              <a:gd name="connsiteX2876" fmla="*/ 5785677 w 6501199"/>
              <a:gd name="connsiteY2876" fmla="*/ 2233433 h 6382977"/>
              <a:gd name="connsiteX2877" fmla="*/ 5782433 w 6501199"/>
              <a:gd name="connsiteY2877" fmla="*/ 2243044 h 6382977"/>
              <a:gd name="connsiteX2878" fmla="*/ 5795975 w 6501199"/>
              <a:gd name="connsiteY2878" fmla="*/ 2224691 h 6382977"/>
              <a:gd name="connsiteX2879" fmla="*/ 5823335 w 6501199"/>
              <a:gd name="connsiteY2879" fmla="*/ 2226852 h 6382977"/>
              <a:gd name="connsiteX2880" fmla="*/ 5809655 w 6501199"/>
              <a:gd name="connsiteY2880" fmla="*/ 2249533 h 6382977"/>
              <a:gd name="connsiteX2881" fmla="*/ 5837015 w 6501199"/>
              <a:gd name="connsiteY2881" fmla="*/ 2211011 h 6382977"/>
              <a:gd name="connsiteX2882" fmla="*/ 5819015 w 6501199"/>
              <a:gd name="connsiteY2882" fmla="*/ 2206330 h 6382977"/>
              <a:gd name="connsiteX2883" fmla="*/ 5805335 w 6501199"/>
              <a:gd name="connsiteY2883" fmla="*/ 2233692 h 6382977"/>
              <a:gd name="connsiteX2884" fmla="*/ 5805335 w 6501199"/>
              <a:gd name="connsiteY2884" fmla="*/ 2206330 h 6382977"/>
              <a:gd name="connsiteX2885" fmla="*/ 5853215 w 6501199"/>
              <a:gd name="connsiteY2885" fmla="*/ 2122084 h 6382977"/>
              <a:gd name="connsiteX2886" fmla="*/ 5878056 w 6501199"/>
              <a:gd name="connsiteY2886" fmla="*/ 2115244 h 6382977"/>
              <a:gd name="connsiteX2887" fmla="*/ 5880216 w 6501199"/>
              <a:gd name="connsiteY2887" fmla="*/ 2104083 h 6382977"/>
              <a:gd name="connsiteX2888" fmla="*/ 5875896 w 6501199"/>
              <a:gd name="connsiteY2888" fmla="*/ 2087882 h 6382977"/>
              <a:gd name="connsiteX2889" fmla="*/ 5916143 w 6501199"/>
              <a:gd name="connsiteY2889" fmla="*/ 2033659 h 6382977"/>
              <a:gd name="connsiteX2890" fmla="*/ 4149461 w 6501199"/>
              <a:gd name="connsiteY2890" fmla="*/ 2022274 h 6382977"/>
              <a:gd name="connsiteX2891" fmla="*/ 4076733 w 6501199"/>
              <a:gd name="connsiteY2891" fmla="*/ 2054310 h 6382977"/>
              <a:gd name="connsiteX2892" fmla="*/ 4149461 w 6501199"/>
              <a:gd name="connsiteY2892" fmla="*/ 2022274 h 6382977"/>
              <a:gd name="connsiteX2893" fmla="*/ 4742967 w 6501199"/>
              <a:gd name="connsiteY2893" fmla="*/ 2021998 h 6382977"/>
              <a:gd name="connsiteX2894" fmla="*/ 4760967 w 6501199"/>
              <a:gd name="connsiteY2894" fmla="*/ 2060880 h 6382977"/>
              <a:gd name="connsiteX2895" fmla="*/ 4772487 w 6501199"/>
              <a:gd name="connsiteY2895" fmla="*/ 2060880 h 6382977"/>
              <a:gd name="connsiteX2896" fmla="*/ 4760967 w 6501199"/>
              <a:gd name="connsiteY2896" fmla="*/ 2040359 h 6382977"/>
              <a:gd name="connsiteX2897" fmla="*/ 4772487 w 6501199"/>
              <a:gd name="connsiteY2897" fmla="*/ 2054040 h 6382977"/>
              <a:gd name="connsiteX2898" fmla="*/ 4779327 w 6501199"/>
              <a:gd name="connsiteY2898" fmla="*/ 2024158 h 6382977"/>
              <a:gd name="connsiteX2899" fmla="*/ 4742967 w 6501199"/>
              <a:gd name="connsiteY2899" fmla="*/ 2021998 h 6382977"/>
              <a:gd name="connsiteX2900" fmla="*/ 5291251 w 6501199"/>
              <a:gd name="connsiteY2900" fmla="*/ 2017677 h 6382977"/>
              <a:gd name="connsiteX2901" fmla="*/ 5286571 w 6501199"/>
              <a:gd name="connsiteY2901" fmla="*/ 2040359 h 6382977"/>
              <a:gd name="connsiteX2902" fmla="*/ 5291251 w 6501199"/>
              <a:gd name="connsiteY2902" fmla="*/ 2017677 h 6382977"/>
              <a:gd name="connsiteX2903" fmla="*/ 4811008 w 6501199"/>
              <a:gd name="connsiteY2903" fmla="*/ 2012997 h 6382977"/>
              <a:gd name="connsiteX2904" fmla="*/ 4808848 w 6501199"/>
              <a:gd name="connsiteY2904" fmla="*/ 2017677 h 6382977"/>
              <a:gd name="connsiteX2905" fmla="*/ 4813348 w 6501199"/>
              <a:gd name="connsiteY2905" fmla="*/ 2025463 h 6382977"/>
              <a:gd name="connsiteX2906" fmla="*/ 4816914 w 6501199"/>
              <a:gd name="connsiteY2906" fmla="*/ 2031847 h 6382977"/>
              <a:gd name="connsiteX2907" fmla="*/ 4828071 w 6501199"/>
              <a:gd name="connsiteY2907" fmla="*/ 2020123 h 6382977"/>
              <a:gd name="connsiteX2908" fmla="*/ 4822866 w 6501199"/>
              <a:gd name="connsiteY2908" fmla="*/ 2021801 h 6382977"/>
              <a:gd name="connsiteX2909" fmla="*/ 4811008 w 6501199"/>
              <a:gd name="connsiteY2909" fmla="*/ 2012997 h 6382977"/>
              <a:gd name="connsiteX2910" fmla="*/ 6387873 w 6501199"/>
              <a:gd name="connsiteY2910" fmla="*/ 2011186 h 6382977"/>
              <a:gd name="connsiteX2911" fmla="*/ 6392636 w 6501199"/>
              <a:gd name="connsiteY2911" fmla="*/ 2044347 h 6382977"/>
              <a:gd name="connsiteX2912" fmla="*/ 6387873 w 6501199"/>
              <a:gd name="connsiteY2912" fmla="*/ 2011186 h 6382977"/>
              <a:gd name="connsiteX2913" fmla="*/ 6085174 w 6501199"/>
              <a:gd name="connsiteY2913" fmla="*/ 2008187 h 6382977"/>
              <a:gd name="connsiteX2914" fmla="*/ 6085174 w 6501199"/>
              <a:gd name="connsiteY2914" fmla="*/ 2071330 h 6382977"/>
              <a:gd name="connsiteX2915" fmla="*/ 6085174 w 6501199"/>
              <a:gd name="connsiteY2915" fmla="*/ 2008187 h 6382977"/>
              <a:gd name="connsiteX2916" fmla="*/ 4240911 w 6501199"/>
              <a:gd name="connsiteY2916" fmla="*/ 2001308 h 6382977"/>
              <a:gd name="connsiteX2917" fmla="*/ 4238390 w 6501199"/>
              <a:gd name="connsiteY2917" fmla="*/ 2011116 h 6382977"/>
              <a:gd name="connsiteX2918" fmla="*/ 4252072 w 6501199"/>
              <a:gd name="connsiteY2918" fmla="*/ 2001757 h 6382977"/>
              <a:gd name="connsiteX2919" fmla="*/ 4240911 w 6501199"/>
              <a:gd name="connsiteY2919" fmla="*/ 2001308 h 6382977"/>
              <a:gd name="connsiteX2920" fmla="*/ 4804168 w 6501199"/>
              <a:gd name="connsiteY2920" fmla="*/ 1999316 h 6382977"/>
              <a:gd name="connsiteX2921" fmla="*/ 4799848 w 6501199"/>
              <a:gd name="connsiteY2921" fmla="*/ 2008317 h 6382977"/>
              <a:gd name="connsiteX2922" fmla="*/ 4804168 w 6501199"/>
              <a:gd name="connsiteY2922" fmla="*/ 1999316 h 6382977"/>
              <a:gd name="connsiteX2923" fmla="*/ 6026019 w 6501199"/>
              <a:gd name="connsiteY2923" fmla="*/ 1997075 h 6382977"/>
              <a:gd name="connsiteX2924" fmla="*/ 6017199 w 6501199"/>
              <a:gd name="connsiteY2924" fmla="*/ 2031632 h 6382977"/>
              <a:gd name="connsiteX2925" fmla="*/ 6026019 w 6501199"/>
              <a:gd name="connsiteY2925" fmla="*/ 1997075 h 6382977"/>
              <a:gd name="connsiteX2926" fmla="*/ 4831528 w 6501199"/>
              <a:gd name="connsiteY2926" fmla="*/ 1992476 h 6382977"/>
              <a:gd name="connsiteX2927" fmla="*/ 4834048 w 6501199"/>
              <a:gd name="connsiteY2927" fmla="*/ 2006156 h 6382977"/>
              <a:gd name="connsiteX2928" fmla="*/ 4842401 w 6501199"/>
              <a:gd name="connsiteY2928" fmla="*/ 2001954 h 6382977"/>
              <a:gd name="connsiteX2929" fmla="*/ 4844247 w 6501199"/>
              <a:gd name="connsiteY2929" fmla="*/ 2003516 h 6382977"/>
              <a:gd name="connsiteX2930" fmla="*/ 4854916 w 6501199"/>
              <a:gd name="connsiteY2930" fmla="*/ 1993632 h 6382977"/>
              <a:gd name="connsiteX2931" fmla="*/ 4851277 w 6501199"/>
              <a:gd name="connsiteY2931" fmla="*/ 1995699 h 6382977"/>
              <a:gd name="connsiteX2932" fmla="*/ 4831528 w 6501199"/>
              <a:gd name="connsiteY2932" fmla="*/ 1992476 h 6382977"/>
              <a:gd name="connsiteX2933" fmla="*/ 5307569 w 6501199"/>
              <a:gd name="connsiteY2933" fmla="*/ 1986501 h 6382977"/>
              <a:gd name="connsiteX2934" fmla="*/ 5295571 w 6501199"/>
              <a:gd name="connsiteY2934" fmla="*/ 2015157 h 6382977"/>
              <a:gd name="connsiteX2935" fmla="*/ 5318611 w 6501199"/>
              <a:gd name="connsiteY2935" fmla="*/ 1990315 h 6382977"/>
              <a:gd name="connsiteX2936" fmla="*/ 5307569 w 6501199"/>
              <a:gd name="connsiteY2936" fmla="*/ 1986501 h 6382977"/>
              <a:gd name="connsiteX2937" fmla="*/ 6139501 w 6501199"/>
              <a:gd name="connsiteY2937" fmla="*/ 1977027 h 6382977"/>
              <a:gd name="connsiteX2938" fmla="*/ 6134850 w 6501199"/>
              <a:gd name="connsiteY2938" fmla="*/ 1995170 h 6382977"/>
              <a:gd name="connsiteX2939" fmla="*/ 6139501 w 6501199"/>
              <a:gd name="connsiteY2939" fmla="*/ 1977027 h 6382977"/>
              <a:gd name="connsiteX2940" fmla="*/ 4329480 w 6501199"/>
              <a:gd name="connsiteY2940" fmla="*/ 1970082 h 6382977"/>
              <a:gd name="connsiteX2941" fmla="*/ 4325405 w 6501199"/>
              <a:gd name="connsiteY2941" fmla="*/ 1976741 h 6382977"/>
              <a:gd name="connsiteX2942" fmla="*/ 4324799 w 6501199"/>
              <a:gd name="connsiteY2942" fmla="*/ 1976921 h 6382977"/>
              <a:gd name="connsiteX2943" fmla="*/ 4329480 w 6501199"/>
              <a:gd name="connsiteY2943" fmla="*/ 1970082 h 6382977"/>
              <a:gd name="connsiteX2944" fmla="*/ 4941684 w 6501199"/>
              <a:gd name="connsiteY2944" fmla="*/ 1955823 h 6382977"/>
              <a:gd name="connsiteX2945" fmla="*/ 4940894 w 6501199"/>
              <a:gd name="connsiteY2945" fmla="*/ 1959116 h 6382977"/>
              <a:gd name="connsiteX2946" fmla="*/ 4943129 w 6501199"/>
              <a:gd name="connsiteY2946" fmla="*/ 1958273 h 6382977"/>
              <a:gd name="connsiteX2947" fmla="*/ 4858888 w 6501199"/>
              <a:gd name="connsiteY2947" fmla="*/ 1953953 h 6382977"/>
              <a:gd name="connsiteX2948" fmla="*/ 4854208 w 6501199"/>
              <a:gd name="connsiteY2948" fmla="*/ 1967634 h 6382977"/>
              <a:gd name="connsiteX2949" fmla="*/ 4858888 w 6501199"/>
              <a:gd name="connsiteY2949" fmla="*/ 1953953 h 6382977"/>
              <a:gd name="connsiteX2950" fmla="*/ 4539631 w 6501199"/>
              <a:gd name="connsiteY2950" fmla="*/ 1946275 h 6382977"/>
              <a:gd name="connsiteX2951" fmla="*/ 4532829 w 6501199"/>
              <a:gd name="connsiteY2951" fmla="*/ 1973893 h 6382977"/>
              <a:gd name="connsiteX2952" fmla="*/ 4522627 w 6501199"/>
              <a:gd name="connsiteY2952" fmla="*/ 1973847 h 6382977"/>
              <a:gd name="connsiteX2953" fmla="*/ 4517684 w 6501199"/>
              <a:gd name="connsiteY2953" fmla="*/ 1970524 h 6382977"/>
              <a:gd name="connsiteX2954" fmla="*/ 4515268 w 6501199"/>
              <a:gd name="connsiteY2954" fmla="*/ 1980495 h 6382977"/>
              <a:gd name="connsiteX2955" fmla="*/ 4485438 w 6501199"/>
              <a:gd name="connsiteY2955" fmla="*/ 1995162 h 6382977"/>
              <a:gd name="connsiteX2956" fmla="*/ 4498167 w 6501199"/>
              <a:gd name="connsiteY2956" fmla="*/ 1981807 h 6382977"/>
              <a:gd name="connsiteX2957" fmla="*/ 4517389 w 6501199"/>
              <a:gd name="connsiteY2957" fmla="*/ 1970326 h 6382977"/>
              <a:gd name="connsiteX2958" fmla="*/ 4512425 w 6501199"/>
              <a:gd name="connsiteY2958" fmla="*/ 1966988 h 6382977"/>
              <a:gd name="connsiteX2959" fmla="*/ 4539631 w 6501199"/>
              <a:gd name="connsiteY2959" fmla="*/ 1946275 h 6382977"/>
              <a:gd name="connsiteX2960" fmla="*/ 4977329 w 6501199"/>
              <a:gd name="connsiteY2960" fmla="*/ 1926591 h 6382977"/>
              <a:gd name="connsiteX2961" fmla="*/ 4958969 w 6501199"/>
              <a:gd name="connsiteY2961" fmla="*/ 1949273 h 6382977"/>
              <a:gd name="connsiteX2962" fmla="*/ 4977329 w 6501199"/>
              <a:gd name="connsiteY2962" fmla="*/ 1926591 h 6382977"/>
              <a:gd name="connsiteX2963" fmla="*/ 5350292 w 6501199"/>
              <a:gd name="connsiteY2963" fmla="*/ 1921911 h 6382977"/>
              <a:gd name="connsiteX2964" fmla="*/ 5343452 w 6501199"/>
              <a:gd name="connsiteY2964" fmla="*/ 1942432 h 6382977"/>
              <a:gd name="connsiteX2965" fmla="*/ 5350292 w 6501199"/>
              <a:gd name="connsiteY2965" fmla="*/ 1921911 h 6382977"/>
              <a:gd name="connsiteX2966" fmla="*/ 6150478 w 6501199"/>
              <a:gd name="connsiteY2966" fmla="*/ 1903412 h 6382977"/>
              <a:gd name="connsiteX2967" fmla="*/ 6163796 w 6501199"/>
              <a:gd name="connsiteY2967" fmla="*/ 1955507 h 6382977"/>
              <a:gd name="connsiteX2968" fmla="*/ 6146272 w 6501199"/>
              <a:gd name="connsiteY2968" fmla="*/ 1962333 h 6382977"/>
              <a:gd name="connsiteX2969" fmla="*/ 6150478 w 6501199"/>
              <a:gd name="connsiteY2969" fmla="*/ 1903412 h 6382977"/>
              <a:gd name="connsiteX2970" fmla="*/ 6452149 w 6501199"/>
              <a:gd name="connsiteY2970" fmla="*/ 1901973 h 6382977"/>
              <a:gd name="connsiteX2971" fmla="*/ 6471038 w 6501199"/>
              <a:gd name="connsiteY2971" fmla="*/ 1912937 h 6382977"/>
              <a:gd name="connsiteX2972" fmla="*/ 6468866 w 6501199"/>
              <a:gd name="connsiteY2972" fmla="*/ 1928459 h 6382977"/>
              <a:gd name="connsiteX2973" fmla="*/ 6430125 w 6501199"/>
              <a:gd name="connsiteY2973" fmla="*/ 1906234 h 6382977"/>
              <a:gd name="connsiteX2974" fmla="*/ 6446056 w 6501199"/>
              <a:gd name="connsiteY2974" fmla="*/ 1906234 h 6382977"/>
              <a:gd name="connsiteX2975" fmla="*/ 6452149 w 6501199"/>
              <a:gd name="connsiteY2975" fmla="*/ 1901973 h 6382977"/>
              <a:gd name="connsiteX2976" fmla="*/ 4648593 w 6501199"/>
              <a:gd name="connsiteY2976" fmla="*/ 1892300 h 6382977"/>
              <a:gd name="connsiteX2977" fmla="*/ 4548938 w 6501199"/>
              <a:gd name="connsiteY2977" fmla="*/ 1955443 h 6382977"/>
              <a:gd name="connsiteX2978" fmla="*/ 4648593 w 6501199"/>
              <a:gd name="connsiteY2978" fmla="*/ 1892300 h 6382977"/>
              <a:gd name="connsiteX2979" fmla="*/ 6117030 w 6501199"/>
              <a:gd name="connsiteY2979" fmla="*/ 1881187 h 6382977"/>
              <a:gd name="connsiteX2980" fmla="*/ 6107729 w 6501199"/>
              <a:gd name="connsiteY2980" fmla="*/ 1947501 h 6382977"/>
              <a:gd name="connsiteX2981" fmla="*/ 6117030 w 6501199"/>
              <a:gd name="connsiteY2981" fmla="*/ 1881187 h 6382977"/>
              <a:gd name="connsiteX2982" fmla="*/ 5470614 w 6501199"/>
              <a:gd name="connsiteY2982" fmla="*/ 1881187 h 6382977"/>
              <a:gd name="connsiteX2983" fmla="*/ 5495390 w 6501199"/>
              <a:gd name="connsiteY2983" fmla="*/ 1892910 h 6382977"/>
              <a:gd name="connsiteX2984" fmla="*/ 5474923 w 6501199"/>
              <a:gd name="connsiteY2984" fmla="*/ 1895108 h 6382977"/>
              <a:gd name="connsiteX2985" fmla="*/ 5470614 w 6501199"/>
              <a:gd name="connsiteY2985" fmla="*/ 1881187 h 6382977"/>
              <a:gd name="connsiteX2986" fmla="*/ 4951916 w 6501199"/>
              <a:gd name="connsiteY2986" fmla="*/ 1879033 h 6382977"/>
              <a:gd name="connsiteX2987" fmla="*/ 4962919 w 6501199"/>
              <a:gd name="connsiteY2987" fmla="*/ 1880741 h 6382977"/>
              <a:gd name="connsiteX2988" fmla="*/ 4959549 w 6501199"/>
              <a:gd name="connsiteY2988" fmla="*/ 1883087 h 6382977"/>
              <a:gd name="connsiteX2989" fmla="*/ 4962767 w 6501199"/>
              <a:gd name="connsiteY2989" fmla="*/ 1890140 h 6382977"/>
              <a:gd name="connsiteX2990" fmla="*/ 4951509 w 6501199"/>
              <a:gd name="connsiteY2990" fmla="*/ 1897896 h 6382977"/>
              <a:gd name="connsiteX2991" fmla="*/ 4948216 w 6501199"/>
              <a:gd name="connsiteY2991" fmla="*/ 1894531 h 6382977"/>
              <a:gd name="connsiteX2992" fmla="*/ 4944744 w 6501199"/>
              <a:gd name="connsiteY2992" fmla="*/ 1906162 h 6382977"/>
              <a:gd name="connsiteX2993" fmla="*/ 4931201 w 6501199"/>
              <a:gd name="connsiteY2993" fmla="*/ 1903983 h 6382977"/>
              <a:gd name="connsiteX2994" fmla="*/ 4935834 w 6501199"/>
              <a:gd name="connsiteY2994" fmla="*/ 1913062 h 6382977"/>
              <a:gd name="connsiteX2995" fmla="*/ 4920154 w 6501199"/>
              <a:gd name="connsiteY2995" fmla="*/ 1908341 h 6382977"/>
              <a:gd name="connsiteX2996" fmla="*/ 4920154 w 6501199"/>
              <a:gd name="connsiteY2996" fmla="*/ 1913062 h 6382977"/>
              <a:gd name="connsiteX2997" fmla="*/ 4929063 w 6501199"/>
              <a:gd name="connsiteY2997" fmla="*/ 1922141 h 6382977"/>
              <a:gd name="connsiteX2998" fmla="*/ 4920154 w 6501199"/>
              <a:gd name="connsiteY2998" fmla="*/ 1926862 h 6382977"/>
              <a:gd name="connsiteX2999" fmla="*/ 4913383 w 6501199"/>
              <a:gd name="connsiteY2999" fmla="*/ 1903983 h 6382977"/>
              <a:gd name="connsiteX3000" fmla="*/ 4929063 w 6501199"/>
              <a:gd name="connsiteY3000" fmla="*/ 1892362 h 6382977"/>
              <a:gd name="connsiteX3001" fmla="*/ 4951916 w 6501199"/>
              <a:gd name="connsiteY3001" fmla="*/ 1879033 h 6382977"/>
              <a:gd name="connsiteX3002" fmla="*/ 4938516 w 6501199"/>
              <a:gd name="connsiteY3002" fmla="*/ 1866900 h 6382977"/>
              <a:gd name="connsiteX3003" fmla="*/ 4934171 w 6501199"/>
              <a:gd name="connsiteY3003" fmla="*/ 1887291 h 6382977"/>
              <a:gd name="connsiteX3004" fmla="*/ 4920413 w 6501199"/>
              <a:gd name="connsiteY3004" fmla="*/ 1882998 h 6382977"/>
              <a:gd name="connsiteX3005" fmla="*/ 4938516 w 6501199"/>
              <a:gd name="connsiteY3005" fmla="*/ 1866900 h 6382977"/>
              <a:gd name="connsiteX3006" fmla="*/ 5366132 w 6501199"/>
              <a:gd name="connsiteY3006" fmla="*/ 1858186 h 6382977"/>
              <a:gd name="connsiteX3007" fmla="*/ 5345612 w 6501199"/>
              <a:gd name="connsiteY3007" fmla="*/ 1874027 h 6382977"/>
              <a:gd name="connsiteX3008" fmla="*/ 5368292 w 6501199"/>
              <a:gd name="connsiteY3008" fmla="*/ 1887708 h 6382977"/>
              <a:gd name="connsiteX3009" fmla="*/ 5354972 w 6501199"/>
              <a:gd name="connsiteY3009" fmla="*/ 1912910 h 6382977"/>
              <a:gd name="connsiteX3010" fmla="*/ 5368292 w 6501199"/>
              <a:gd name="connsiteY3010" fmla="*/ 1924071 h 6382977"/>
              <a:gd name="connsiteX3011" fmla="*/ 5375132 w 6501199"/>
              <a:gd name="connsiteY3011" fmla="*/ 1885548 h 6382977"/>
              <a:gd name="connsiteX3012" fmla="*/ 5393492 w 6501199"/>
              <a:gd name="connsiteY3012" fmla="*/ 1878708 h 6382977"/>
              <a:gd name="connsiteX3013" fmla="*/ 5395652 w 6501199"/>
              <a:gd name="connsiteY3013" fmla="*/ 1865027 h 6382977"/>
              <a:gd name="connsiteX3014" fmla="*/ 5370812 w 6501199"/>
              <a:gd name="connsiteY3014" fmla="*/ 1883388 h 6382977"/>
              <a:gd name="connsiteX3015" fmla="*/ 5366132 w 6501199"/>
              <a:gd name="connsiteY3015" fmla="*/ 1858186 h 6382977"/>
              <a:gd name="connsiteX3016" fmla="*/ 1221991 w 6501199"/>
              <a:gd name="connsiteY3016" fmla="*/ 1854179 h 6382977"/>
              <a:gd name="connsiteX3017" fmla="*/ 1198948 w 6501199"/>
              <a:gd name="connsiteY3017" fmla="*/ 1879015 h 6382977"/>
              <a:gd name="connsiteX3018" fmla="*/ 1205789 w 6501199"/>
              <a:gd name="connsiteY3018" fmla="*/ 1892693 h 6382977"/>
              <a:gd name="connsiteX3019" fmla="*/ 1221991 w 6501199"/>
              <a:gd name="connsiteY3019" fmla="*/ 1854179 h 6382977"/>
              <a:gd name="connsiteX3020" fmla="*/ 4822528 w 6501199"/>
              <a:gd name="connsiteY3020" fmla="*/ 1853866 h 6382977"/>
              <a:gd name="connsiteX3021" fmla="*/ 4822528 w 6501199"/>
              <a:gd name="connsiteY3021" fmla="*/ 1867187 h 6382977"/>
              <a:gd name="connsiteX3022" fmla="*/ 4822528 w 6501199"/>
              <a:gd name="connsiteY3022" fmla="*/ 1853866 h 6382977"/>
              <a:gd name="connsiteX3023" fmla="*/ 5385863 w 6501199"/>
              <a:gd name="connsiteY3023" fmla="*/ 1852245 h 6382977"/>
              <a:gd name="connsiteX3024" fmla="*/ 5380037 w 6501199"/>
              <a:gd name="connsiteY3024" fmla="*/ 1855351 h 6382977"/>
              <a:gd name="connsiteX3025" fmla="*/ 5379812 w 6501199"/>
              <a:gd name="connsiteY3025" fmla="*/ 1867187 h 6382977"/>
              <a:gd name="connsiteX3026" fmla="*/ 5391242 w 6501199"/>
              <a:gd name="connsiteY3026" fmla="*/ 1859672 h 6382977"/>
              <a:gd name="connsiteX3027" fmla="*/ 5392148 w 6501199"/>
              <a:gd name="connsiteY3027" fmla="*/ 1857074 h 6382977"/>
              <a:gd name="connsiteX3028" fmla="*/ 5387930 w 6501199"/>
              <a:gd name="connsiteY3028" fmla="*/ 1852300 h 6382977"/>
              <a:gd name="connsiteX3029" fmla="*/ 6405438 w 6501199"/>
              <a:gd name="connsiteY3029" fmla="*/ 1847212 h 6382977"/>
              <a:gd name="connsiteX3030" fmla="*/ 6400805 w 6501199"/>
              <a:gd name="connsiteY3030" fmla="*/ 1936387 h 6382977"/>
              <a:gd name="connsiteX3031" fmla="*/ 6405438 w 6501199"/>
              <a:gd name="connsiteY3031" fmla="*/ 1847212 h 6382977"/>
              <a:gd name="connsiteX3032" fmla="*/ 5771135 w 6501199"/>
              <a:gd name="connsiteY3032" fmla="*/ 1840185 h 6382977"/>
              <a:gd name="connsiteX3033" fmla="*/ 5762135 w 6501199"/>
              <a:gd name="connsiteY3033" fmla="*/ 1851346 h 6382977"/>
              <a:gd name="connsiteX3034" fmla="*/ 5775815 w 6501199"/>
              <a:gd name="connsiteY3034" fmla="*/ 1878708 h 6382977"/>
              <a:gd name="connsiteX3035" fmla="*/ 5771135 w 6501199"/>
              <a:gd name="connsiteY3035" fmla="*/ 1840185 h 6382977"/>
              <a:gd name="connsiteX3036" fmla="*/ 6501199 w 6501199"/>
              <a:gd name="connsiteY3036" fmla="*/ 1836737 h 6382977"/>
              <a:gd name="connsiteX3037" fmla="*/ 6466638 w 6501199"/>
              <a:gd name="connsiteY3037" fmla="*/ 1866536 h 6382977"/>
              <a:gd name="connsiteX3038" fmla="*/ 6501199 w 6501199"/>
              <a:gd name="connsiteY3038" fmla="*/ 1836737 h 6382977"/>
              <a:gd name="connsiteX3039" fmla="*/ 4956892 w 6501199"/>
              <a:gd name="connsiteY3039" fmla="*/ 1835739 h 6382977"/>
              <a:gd name="connsiteX3040" fmla="*/ 4984541 w 6501199"/>
              <a:gd name="connsiteY3040" fmla="*/ 1847350 h 6382977"/>
              <a:gd name="connsiteX3041" fmla="*/ 4975083 w 6501199"/>
              <a:gd name="connsiteY3041" fmla="*/ 1858599 h 6382977"/>
              <a:gd name="connsiteX3042" fmla="*/ 4965987 w 6501199"/>
              <a:gd name="connsiteY3042" fmla="*/ 1844810 h 6382977"/>
              <a:gd name="connsiteX3043" fmla="*/ 4952163 w 6501199"/>
              <a:gd name="connsiteY3043" fmla="*/ 1849527 h 6382977"/>
              <a:gd name="connsiteX3044" fmla="*/ 4956892 w 6501199"/>
              <a:gd name="connsiteY3044" fmla="*/ 1835739 h 6382977"/>
              <a:gd name="connsiteX3045" fmla="*/ 4729447 w 6501199"/>
              <a:gd name="connsiteY3045" fmla="*/ 1835062 h 6382977"/>
              <a:gd name="connsiteX3046" fmla="*/ 4681328 w 6501199"/>
              <a:gd name="connsiteY3046" fmla="*/ 1876065 h 6382977"/>
              <a:gd name="connsiteX3047" fmla="*/ 4676625 w 6501199"/>
              <a:gd name="connsiteY3047" fmla="*/ 1862398 h 6382977"/>
              <a:gd name="connsiteX3048" fmla="*/ 4663238 w 6501199"/>
              <a:gd name="connsiteY3048" fmla="*/ 1866714 h 6382977"/>
              <a:gd name="connsiteX3049" fmla="*/ 4729447 w 6501199"/>
              <a:gd name="connsiteY3049" fmla="*/ 1835062 h 6382977"/>
              <a:gd name="connsiteX3050" fmla="*/ 5601998 w 6501199"/>
              <a:gd name="connsiteY3050" fmla="*/ 1831222 h 6382977"/>
              <a:gd name="connsiteX3051" fmla="*/ 5597079 w 6501199"/>
              <a:gd name="connsiteY3051" fmla="*/ 1832494 h 6382977"/>
              <a:gd name="connsiteX3052" fmla="*/ 5594654 w 6501199"/>
              <a:gd name="connsiteY3052" fmla="*/ 1832407 h 6382977"/>
              <a:gd name="connsiteX3053" fmla="*/ 5596459 w 6501199"/>
              <a:gd name="connsiteY3053" fmla="*/ 1847106 h 6382977"/>
              <a:gd name="connsiteX3054" fmla="*/ 5599503 w 6501199"/>
              <a:gd name="connsiteY3054" fmla="*/ 1838610 h 6382977"/>
              <a:gd name="connsiteX3055" fmla="*/ 6370653 w 6501199"/>
              <a:gd name="connsiteY3055" fmla="*/ 1830387 h 6382977"/>
              <a:gd name="connsiteX3056" fmla="*/ 6357192 w 6501199"/>
              <a:gd name="connsiteY3056" fmla="*/ 1844054 h 6382977"/>
              <a:gd name="connsiteX3057" fmla="*/ 6377384 w 6501199"/>
              <a:gd name="connsiteY3057" fmla="*/ 1850888 h 6382977"/>
              <a:gd name="connsiteX3058" fmla="*/ 6370653 w 6501199"/>
              <a:gd name="connsiteY3058" fmla="*/ 1830387 h 6382977"/>
              <a:gd name="connsiteX3059" fmla="*/ 5955241 w 6501199"/>
              <a:gd name="connsiteY3059" fmla="*/ 1827540 h 6382977"/>
              <a:gd name="connsiteX3060" fmla="*/ 5945737 w 6501199"/>
              <a:gd name="connsiteY3060" fmla="*/ 1835662 h 6382977"/>
              <a:gd name="connsiteX3061" fmla="*/ 5910096 w 6501199"/>
              <a:gd name="connsiteY3061" fmla="*/ 1887708 h 6382977"/>
              <a:gd name="connsiteX3062" fmla="*/ 5907576 w 6501199"/>
              <a:gd name="connsiteY3062" fmla="*/ 1908230 h 6382977"/>
              <a:gd name="connsiteX3063" fmla="*/ 5889576 w 6501199"/>
              <a:gd name="connsiteY3063" fmla="*/ 1917590 h 6382977"/>
              <a:gd name="connsiteX3064" fmla="*/ 5866400 w 6501199"/>
              <a:gd name="connsiteY3064" fmla="*/ 1967814 h 6382977"/>
              <a:gd name="connsiteX3065" fmla="*/ 5848183 w 6501199"/>
              <a:gd name="connsiteY3065" fmla="*/ 1987437 h 6382977"/>
              <a:gd name="connsiteX3066" fmla="*/ 5888718 w 6501199"/>
              <a:gd name="connsiteY3066" fmla="*/ 1971028 h 6382977"/>
              <a:gd name="connsiteX3067" fmla="*/ 5969682 w 6501199"/>
              <a:gd name="connsiteY3067" fmla="*/ 1931682 h 6382977"/>
              <a:gd name="connsiteX3068" fmla="*/ 5969137 w 6501199"/>
              <a:gd name="connsiteY3068" fmla="*/ 1926591 h 6382977"/>
              <a:gd name="connsiteX3069" fmla="*/ 5974993 w 6501199"/>
              <a:gd name="connsiteY3069" fmla="*/ 1929101 h 6382977"/>
              <a:gd name="connsiteX3070" fmla="*/ 5980108 w 6501199"/>
              <a:gd name="connsiteY3070" fmla="*/ 1926615 h 6382977"/>
              <a:gd name="connsiteX3071" fmla="*/ 5983357 w 6501199"/>
              <a:gd name="connsiteY3071" fmla="*/ 1922541 h 6382977"/>
              <a:gd name="connsiteX3072" fmla="*/ 5990197 w 6501199"/>
              <a:gd name="connsiteY3072" fmla="*/ 1912415 h 6382977"/>
              <a:gd name="connsiteX3073" fmla="*/ 5991205 w 6501199"/>
              <a:gd name="connsiteY3073" fmla="*/ 1912018 h 6382977"/>
              <a:gd name="connsiteX3074" fmla="*/ 5993343 w 6501199"/>
              <a:gd name="connsiteY3074" fmla="*/ 1900274 h 6382977"/>
              <a:gd name="connsiteX3075" fmla="*/ 5984688 w 6501199"/>
              <a:gd name="connsiteY3075" fmla="*/ 1849397 h 6382977"/>
              <a:gd name="connsiteX3076" fmla="*/ 5979850 w 6501199"/>
              <a:gd name="connsiteY3076" fmla="*/ 1845612 h 6382977"/>
              <a:gd name="connsiteX3077" fmla="*/ 5979173 w 6501199"/>
              <a:gd name="connsiteY3077" fmla="*/ 1849713 h 6382977"/>
              <a:gd name="connsiteX3078" fmla="*/ 5985295 w 6501199"/>
              <a:gd name="connsiteY3078" fmla="*/ 1858600 h 6382977"/>
              <a:gd name="connsiteX3079" fmla="*/ 5973653 w 6501199"/>
              <a:gd name="connsiteY3079" fmla="*/ 1879238 h 6382977"/>
              <a:gd name="connsiteX3080" fmla="*/ 5973653 w 6501199"/>
              <a:gd name="connsiteY3080" fmla="*/ 1854255 h 6382977"/>
              <a:gd name="connsiteX3081" fmla="*/ 5955463 w 6501199"/>
              <a:gd name="connsiteY3081" fmla="*/ 1851721 h 6382977"/>
              <a:gd name="connsiteX3082" fmla="*/ 5969634 w 6501199"/>
              <a:gd name="connsiteY3082" fmla="*/ 1837617 h 6382977"/>
              <a:gd name="connsiteX3083" fmla="*/ 5959897 w 6501199"/>
              <a:gd name="connsiteY3083" fmla="*/ 1829997 h 6382977"/>
              <a:gd name="connsiteX3084" fmla="*/ 6050857 w 6501199"/>
              <a:gd name="connsiteY3084" fmla="*/ 1826504 h 6382977"/>
              <a:gd name="connsiteX3085" fmla="*/ 6037307 w 6501199"/>
              <a:gd name="connsiteY3085" fmla="*/ 1849305 h 6382977"/>
              <a:gd name="connsiteX3086" fmla="*/ 6044636 w 6501199"/>
              <a:gd name="connsiteY3086" fmla="*/ 1857037 h 6382977"/>
              <a:gd name="connsiteX3087" fmla="*/ 6057427 w 6501199"/>
              <a:gd name="connsiteY3087" fmla="*/ 1841805 h 6382977"/>
              <a:gd name="connsiteX3088" fmla="*/ 6050857 w 6501199"/>
              <a:gd name="connsiteY3088" fmla="*/ 1826504 h 6382977"/>
              <a:gd name="connsiteX3089" fmla="*/ 5707415 w 6501199"/>
              <a:gd name="connsiteY3089" fmla="*/ 1819664 h 6382977"/>
              <a:gd name="connsiteX3090" fmla="*/ 5689415 w 6501199"/>
              <a:gd name="connsiteY3090" fmla="*/ 1847026 h 6382977"/>
              <a:gd name="connsiteX3091" fmla="*/ 5707415 w 6501199"/>
              <a:gd name="connsiteY3091" fmla="*/ 1819664 h 6382977"/>
              <a:gd name="connsiteX3092" fmla="*/ 5782655 w 6501199"/>
              <a:gd name="connsiteY3092" fmla="*/ 1812823 h 6382977"/>
              <a:gd name="connsiteX3093" fmla="*/ 5805335 w 6501199"/>
              <a:gd name="connsiteY3093" fmla="*/ 1862867 h 6382977"/>
              <a:gd name="connsiteX3094" fmla="*/ 5786975 w 6501199"/>
              <a:gd name="connsiteY3094" fmla="*/ 1899229 h 6382977"/>
              <a:gd name="connsiteX3095" fmla="*/ 5809655 w 6501199"/>
              <a:gd name="connsiteY3095" fmla="*/ 1885548 h 6382977"/>
              <a:gd name="connsiteX3096" fmla="*/ 5832695 w 6501199"/>
              <a:gd name="connsiteY3096" fmla="*/ 1856026 h 6382977"/>
              <a:gd name="connsiteX3097" fmla="*/ 5828015 w 6501199"/>
              <a:gd name="connsiteY3097" fmla="*/ 1835505 h 6382977"/>
              <a:gd name="connsiteX3098" fmla="*/ 5782655 w 6501199"/>
              <a:gd name="connsiteY3098" fmla="*/ 1812823 h 6382977"/>
              <a:gd name="connsiteX3099" fmla="*/ 5009099 w 6501199"/>
              <a:gd name="connsiteY3099" fmla="*/ 1803400 h 6382977"/>
              <a:gd name="connsiteX3100" fmla="*/ 4986708 w 6501199"/>
              <a:gd name="connsiteY3100" fmla="*/ 1834444 h 6382977"/>
              <a:gd name="connsiteX3101" fmla="*/ 5000214 w 6501199"/>
              <a:gd name="connsiteY3101" fmla="*/ 1834444 h 6382977"/>
              <a:gd name="connsiteX3102" fmla="*/ 4979956 w 6501199"/>
              <a:gd name="connsiteY3102" fmla="*/ 1839030 h 6382977"/>
              <a:gd name="connsiteX3103" fmla="*/ 4979956 w 6501199"/>
              <a:gd name="connsiteY3103" fmla="*/ 1807633 h 6382977"/>
              <a:gd name="connsiteX3104" fmla="*/ 4993461 w 6501199"/>
              <a:gd name="connsiteY3104" fmla="*/ 1818922 h 6382977"/>
              <a:gd name="connsiteX3105" fmla="*/ 5009099 w 6501199"/>
              <a:gd name="connsiteY3105" fmla="*/ 1803400 h 6382977"/>
              <a:gd name="connsiteX3106" fmla="*/ 4710995 w 6501199"/>
              <a:gd name="connsiteY3106" fmla="*/ 1803400 h 6382977"/>
              <a:gd name="connsiteX3107" fmla="*/ 4729549 w 6501199"/>
              <a:gd name="connsiteY3107" fmla="*/ 1814648 h 6382977"/>
              <a:gd name="connsiteX3108" fmla="*/ 4706630 w 6501199"/>
              <a:gd name="connsiteY3108" fmla="*/ 1826260 h 6382977"/>
              <a:gd name="connsiteX3109" fmla="*/ 4710995 w 6501199"/>
              <a:gd name="connsiteY3109" fmla="*/ 1803400 h 6382977"/>
              <a:gd name="connsiteX3110" fmla="*/ 5420853 w 6501199"/>
              <a:gd name="connsiteY3110" fmla="*/ 1799142 h 6382977"/>
              <a:gd name="connsiteX3111" fmla="*/ 5411853 w 6501199"/>
              <a:gd name="connsiteY3111" fmla="*/ 1803823 h 6382977"/>
              <a:gd name="connsiteX3112" fmla="*/ 5402493 w 6501199"/>
              <a:gd name="connsiteY3112" fmla="*/ 1821824 h 6382977"/>
              <a:gd name="connsiteX3113" fmla="*/ 5409333 w 6501199"/>
              <a:gd name="connsiteY3113" fmla="*/ 1835505 h 6382977"/>
              <a:gd name="connsiteX3114" fmla="*/ 5420853 w 6501199"/>
              <a:gd name="connsiteY3114" fmla="*/ 1799142 h 6382977"/>
              <a:gd name="connsiteX3115" fmla="*/ 5899568 w 6501199"/>
              <a:gd name="connsiteY3115" fmla="*/ 1793955 h 6382977"/>
              <a:gd name="connsiteX3116" fmla="*/ 5898576 w 6501199"/>
              <a:gd name="connsiteY3116" fmla="*/ 1794462 h 6382977"/>
              <a:gd name="connsiteX3117" fmla="*/ 5903453 w 6501199"/>
              <a:gd name="connsiteY3117" fmla="*/ 1799643 h 6382977"/>
              <a:gd name="connsiteX3118" fmla="*/ 5906221 w 6501199"/>
              <a:gd name="connsiteY3118" fmla="*/ 1799562 h 6382977"/>
              <a:gd name="connsiteX3119" fmla="*/ 4766118 w 6501199"/>
              <a:gd name="connsiteY3119" fmla="*/ 1787678 h 6382977"/>
              <a:gd name="connsiteX3120" fmla="*/ 4750346 w 6501199"/>
              <a:gd name="connsiteY3120" fmla="*/ 1810620 h 6382977"/>
              <a:gd name="connsiteX3121" fmla="*/ 4766118 w 6501199"/>
              <a:gd name="connsiteY3121" fmla="*/ 1787678 h 6382977"/>
              <a:gd name="connsiteX3122" fmla="*/ 5484573 w 6501199"/>
              <a:gd name="connsiteY3122" fmla="*/ 1780781 h 6382977"/>
              <a:gd name="connsiteX3123" fmla="*/ 5466213 w 6501199"/>
              <a:gd name="connsiteY3123" fmla="*/ 1803823 h 6382977"/>
              <a:gd name="connsiteX3124" fmla="*/ 5484573 w 6501199"/>
              <a:gd name="connsiteY3124" fmla="*/ 1780781 h 6382977"/>
              <a:gd name="connsiteX3125" fmla="*/ 1303720 w 6501199"/>
              <a:gd name="connsiteY3125" fmla="*/ 1780249 h 6382977"/>
              <a:gd name="connsiteX3126" fmla="*/ 1296879 w 6501199"/>
              <a:gd name="connsiteY3126" fmla="*/ 1783629 h 6382977"/>
              <a:gd name="connsiteX3127" fmla="*/ 1301559 w 6501199"/>
              <a:gd name="connsiteY3127" fmla="*/ 1797307 h 6382977"/>
              <a:gd name="connsiteX3128" fmla="*/ 1285357 w 6501199"/>
              <a:gd name="connsiteY3128" fmla="*/ 1792628 h 6382977"/>
              <a:gd name="connsiteX3129" fmla="*/ 1228471 w 6501199"/>
              <a:gd name="connsiteY3129" fmla="*/ 1842661 h 6382977"/>
              <a:gd name="connsiteX3130" fmla="*/ 1239993 w 6501199"/>
              <a:gd name="connsiteY3130" fmla="*/ 1860658 h 6382977"/>
              <a:gd name="connsiteX3131" fmla="*/ 1326402 w 6501199"/>
              <a:gd name="connsiteY3131" fmla="*/ 1781110 h 6382977"/>
              <a:gd name="connsiteX3132" fmla="*/ 1303720 w 6501199"/>
              <a:gd name="connsiteY3132" fmla="*/ 1780249 h 6382977"/>
              <a:gd name="connsiteX3133" fmla="*/ 5643694 w 6501199"/>
              <a:gd name="connsiteY3133" fmla="*/ 1778621 h 6382977"/>
              <a:gd name="connsiteX3134" fmla="*/ 5627854 w 6501199"/>
              <a:gd name="connsiteY3134" fmla="*/ 1810663 h 6382977"/>
              <a:gd name="connsiteX3135" fmla="*/ 5643694 w 6501199"/>
              <a:gd name="connsiteY3135" fmla="*/ 1805983 h 6382977"/>
              <a:gd name="connsiteX3136" fmla="*/ 5643694 w 6501199"/>
              <a:gd name="connsiteY3136" fmla="*/ 1778621 h 6382977"/>
              <a:gd name="connsiteX3137" fmla="*/ 5095410 w 6501199"/>
              <a:gd name="connsiteY3137" fmla="*/ 1762780 h 6382977"/>
              <a:gd name="connsiteX3138" fmla="*/ 5095410 w 6501199"/>
              <a:gd name="connsiteY3138" fmla="*/ 1780781 h 6382977"/>
              <a:gd name="connsiteX3139" fmla="*/ 5095410 w 6501199"/>
              <a:gd name="connsiteY3139" fmla="*/ 1762780 h 6382977"/>
              <a:gd name="connsiteX3140" fmla="*/ 6271684 w 6501199"/>
              <a:gd name="connsiteY3140" fmla="*/ 1757362 h 6382977"/>
              <a:gd name="connsiteX3141" fmla="*/ 6282900 w 6501199"/>
              <a:gd name="connsiteY3141" fmla="*/ 1757362 h 6382977"/>
              <a:gd name="connsiteX3142" fmla="*/ 6287106 w 6501199"/>
              <a:gd name="connsiteY3142" fmla="*/ 1773383 h 6382977"/>
              <a:gd name="connsiteX3143" fmla="*/ 6274138 w 6501199"/>
              <a:gd name="connsiteY3143" fmla="*/ 1796686 h 6382977"/>
              <a:gd name="connsiteX3144" fmla="*/ 6271684 w 6501199"/>
              <a:gd name="connsiteY3144" fmla="*/ 1757362 h 6382977"/>
              <a:gd name="connsiteX3145" fmla="*/ 4835922 w 6501199"/>
              <a:gd name="connsiteY3145" fmla="*/ 1757362 h 6382977"/>
              <a:gd name="connsiteX3146" fmla="*/ 4824633 w 6501199"/>
              <a:gd name="connsiteY3146" fmla="*/ 1782404 h 6382977"/>
              <a:gd name="connsiteX3147" fmla="*/ 4835922 w 6501199"/>
              <a:gd name="connsiteY3147" fmla="*/ 1757362 h 6382977"/>
              <a:gd name="connsiteX3148" fmla="*/ 6226702 w 6501199"/>
              <a:gd name="connsiteY3148" fmla="*/ 1751012 h 6382977"/>
              <a:gd name="connsiteX3149" fmla="*/ 6228934 w 6501199"/>
              <a:gd name="connsiteY3149" fmla="*/ 1777649 h 6382977"/>
              <a:gd name="connsiteX3150" fmla="*/ 6226702 w 6501199"/>
              <a:gd name="connsiteY3150" fmla="*/ 1751012 h 6382977"/>
              <a:gd name="connsiteX3151" fmla="*/ 5777975 w 6501199"/>
              <a:gd name="connsiteY3151" fmla="*/ 1749099 h 6382977"/>
              <a:gd name="connsiteX3152" fmla="*/ 5771135 w 6501199"/>
              <a:gd name="connsiteY3152" fmla="*/ 1780781 h 6382977"/>
              <a:gd name="connsiteX3153" fmla="*/ 5777975 w 6501199"/>
              <a:gd name="connsiteY3153" fmla="*/ 1749099 h 6382977"/>
              <a:gd name="connsiteX3154" fmla="*/ 5037182 w 6501199"/>
              <a:gd name="connsiteY3154" fmla="*/ 1746250 h 6382977"/>
              <a:gd name="connsiteX3155" fmla="*/ 5041769 w 6501199"/>
              <a:gd name="connsiteY3155" fmla="*/ 1766570 h 6382977"/>
              <a:gd name="connsiteX3156" fmla="*/ 5014957 w 6501199"/>
              <a:gd name="connsiteY3156" fmla="*/ 1764393 h 6382977"/>
              <a:gd name="connsiteX3157" fmla="*/ 5037182 w 6501199"/>
              <a:gd name="connsiteY3157" fmla="*/ 1746250 h 6382977"/>
              <a:gd name="connsiteX3158" fmla="*/ 6390187 w 6501199"/>
              <a:gd name="connsiteY3158" fmla="*/ 1743648 h 6382977"/>
              <a:gd name="connsiteX3159" fmla="*/ 6421436 w 6501199"/>
              <a:gd name="connsiteY3159" fmla="*/ 1743648 h 6382977"/>
              <a:gd name="connsiteX3160" fmla="*/ 6423922 w 6501199"/>
              <a:gd name="connsiteY3160" fmla="*/ 1766343 h 6382977"/>
              <a:gd name="connsiteX3161" fmla="*/ 6399065 w 6501199"/>
              <a:gd name="connsiteY3161" fmla="*/ 1748331 h 6382977"/>
              <a:gd name="connsiteX3162" fmla="*/ 6408297 w 6501199"/>
              <a:gd name="connsiteY3162" fmla="*/ 1825783 h 6382977"/>
              <a:gd name="connsiteX3163" fmla="*/ 6403681 w 6501199"/>
              <a:gd name="connsiteY3163" fmla="*/ 1834790 h 6382977"/>
              <a:gd name="connsiteX3164" fmla="*/ 6383440 w 6501199"/>
              <a:gd name="connsiteY3164" fmla="*/ 1830106 h 6382977"/>
              <a:gd name="connsiteX3165" fmla="*/ 6390187 w 6501199"/>
              <a:gd name="connsiteY3165" fmla="*/ 1743648 h 6382977"/>
              <a:gd name="connsiteX3166" fmla="*/ 1458536 w 6501199"/>
              <a:gd name="connsiteY3166" fmla="*/ 1740435 h 6382977"/>
              <a:gd name="connsiteX3167" fmla="*/ 1419652 w 6501199"/>
              <a:gd name="connsiteY3167" fmla="*/ 1756273 h 6382977"/>
              <a:gd name="connsiteX3168" fmla="*/ 1458536 w 6501199"/>
              <a:gd name="connsiteY3168" fmla="*/ 1740435 h 6382977"/>
              <a:gd name="connsiteX3169" fmla="*/ 6353044 w 6501199"/>
              <a:gd name="connsiteY3169" fmla="*/ 1739900 h 6382977"/>
              <a:gd name="connsiteX3170" fmla="*/ 6368566 w 6501199"/>
              <a:gd name="connsiteY3170" fmla="*/ 1797105 h 6382977"/>
              <a:gd name="connsiteX3171" fmla="*/ 6366449 w 6501199"/>
              <a:gd name="connsiteY3171" fmla="*/ 1822088 h 6382977"/>
              <a:gd name="connsiteX3172" fmla="*/ 6339638 w 6501199"/>
              <a:gd name="connsiteY3172" fmla="*/ 1762710 h 6382977"/>
              <a:gd name="connsiteX3173" fmla="*/ 6353044 w 6501199"/>
              <a:gd name="connsiteY3173" fmla="*/ 1739900 h 6382977"/>
              <a:gd name="connsiteX3174" fmla="*/ 6105412 w 6501199"/>
              <a:gd name="connsiteY3174" fmla="*/ 1734498 h 6382977"/>
              <a:gd name="connsiteX3175" fmla="*/ 6104889 w 6501199"/>
              <a:gd name="connsiteY3175" fmla="*/ 1742394 h 6382977"/>
              <a:gd name="connsiteX3176" fmla="*/ 6112417 w 6501199"/>
              <a:gd name="connsiteY3176" fmla="*/ 1740098 h 6382977"/>
              <a:gd name="connsiteX3177" fmla="*/ 6107000 w 6501199"/>
              <a:gd name="connsiteY3177" fmla="*/ 1738281 h 6382977"/>
              <a:gd name="connsiteX3178" fmla="*/ 1364926 w 6501199"/>
              <a:gd name="connsiteY3178" fmla="*/ 1733596 h 6382977"/>
              <a:gd name="connsiteX3179" fmla="*/ 1322081 w 6501199"/>
              <a:gd name="connsiteY3179" fmla="*/ 1778950 h 6382977"/>
              <a:gd name="connsiteX3180" fmla="*/ 1371767 w 6501199"/>
              <a:gd name="connsiteY3180" fmla="*/ 1742595 h 6382977"/>
              <a:gd name="connsiteX3181" fmla="*/ 1364926 w 6501199"/>
              <a:gd name="connsiteY3181" fmla="*/ 1733596 h 6382977"/>
              <a:gd name="connsiteX3182" fmla="*/ 5947376 w 6501199"/>
              <a:gd name="connsiteY3182" fmla="*/ 1733550 h 6382977"/>
              <a:gd name="connsiteX3183" fmla="*/ 5951841 w 6501199"/>
              <a:gd name="connsiteY3183" fmla="*/ 1749539 h 6382977"/>
              <a:gd name="connsiteX3184" fmla="*/ 5933238 w 6501199"/>
              <a:gd name="connsiteY3184" fmla="*/ 1751720 h 6382977"/>
              <a:gd name="connsiteX3185" fmla="*/ 5947376 w 6501199"/>
              <a:gd name="connsiteY3185" fmla="*/ 1733550 h 6382977"/>
              <a:gd name="connsiteX3186" fmla="*/ 4797663 w 6501199"/>
              <a:gd name="connsiteY3186" fmla="*/ 1733550 h 6382977"/>
              <a:gd name="connsiteX3187" fmla="*/ 4763967 w 6501199"/>
              <a:gd name="connsiteY3187" fmla="*/ 1778716 h 6382977"/>
              <a:gd name="connsiteX3188" fmla="*/ 4824906 w 6501199"/>
              <a:gd name="connsiteY3188" fmla="*/ 1733550 h 6382977"/>
              <a:gd name="connsiteX3189" fmla="*/ 4822756 w 6501199"/>
              <a:gd name="connsiteY3189" fmla="*/ 1744662 h 6382977"/>
              <a:gd name="connsiteX3190" fmla="*/ 4827416 w 6501199"/>
              <a:gd name="connsiteY3190" fmla="*/ 1760435 h 6382977"/>
              <a:gd name="connsiteX3191" fmla="*/ 4738875 w 6501199"/>
              <a:gd name="connsiteY3191" fmla="*/ 1833203 h 6382977"/>
              <a:gd name="connsiteX3192" fmla="*/ 4729913 w 6501199"/>
              <a:gd name="connsiteY3192" fmla="*/ 1808111 h 6382977"/>
              <a:gd name="connsiteX3193" fmla="*/ 4797663 w 6501199"/>
              <a:gd name="connsiteY3193" fmla="*/ 1733550 h 6382977"/>
              <a:gd name="connsiteX3194" fmla="*/ 5046188 w 6501199"/>
              <a:gd name="connsiteY3194" fmla="*/ 1726171 h 6382977"/>
              <a:gd name="connsiteX3195" fmla="*/ 5052266 w 6501199"/>
              <a:gd name="connsiteY3195" fmla="*/ 1727647 h 6382977"/>
              <a:gd name="connsiteX3196" fmla="*/ 5054443 w 6501199"/>
              <a:gd name="connsiteY3196" fmla="*/ 1734444 h 6382977"/>
              <a:gd name="connsiteX3197" fmla="*/ 5045371 w 6501199"/>
              <a:gd name="connsiteY3197" fmla="*/ 1745892 h 6382977"/>
              <a:gd name="connsiteX3198" fmla="*/ 5038477 w 6501199"/>
              <a:gd name="connsiteY3198" fmla="*/ 1729793 h 6382977"/>
              <a:gd name="connsiteX3199" fmla="*/ 5046188 w 6501199"/>
              <a:gd name="connsiteY3199" fmla="*/ 1726171 h 6382977"/>
              <a:gd name="connsiteX3200" fmla="*/ 6324036 w 6501199"/>
              <a:gd name="connsiteY3200" fmla="*/ 1725612 h 6382977"/>
              <a:gd name="connsiteX3201" fmla="*/ 6324036 w 6501199"/>
              <a:gd name="connsiteY3201" fmla="*/ 1761767 h 6382977"/>
              <a:gd name="connsiteX3202" fmla="*/ 6324036 w 6501199"/>
              <a:gd name="connsiteY3202" fmla="*/ 1725612 h 6382977"/>
              <a:gd name="connsiteX3203" fmla="*/ 4929449 w 6501199"/>
              <a:gd name="connsiteY3203" fmla="*/ 1719577 h 6382977"/>
              <a:gd name="connsiteX3204" fmla="*/ 4924769 w 6501199"/>
              <a:gd name="connsiteY3204" fmla="*/ 1737578 h 6382977"/>
              <a:gd name="connsiteX3205" fmla="*/ 4929449 w 6501199"/>
              <a:gd name="connsiteY3205" fmla="*/ 1719577 h 6382977"/>
              <a:gd name="connsiteX3206" fmla="*/ 5452647 w 6501199"/>
              <a:gd name="connsiteY3206" fmla="*/ 1714500 h 6382977"/>
              <a:gd name="connsiteX3207" fmla="*/ 5455251 w 6501199"/>
              <a:gd name="connsiteY3207" fmla="*/ 1744298 h 6382977"/>
              <a:gd name="connsiteX3208" fmla="*/ 5452647 w 6501199"/>
              <a:gd name="connsiteY3208" fmla="*/ 1714500 h 6382977"/>
              <a:gd name="connsiteX3209" fmla="*/ 6105788 w 6501199"/>
              <a:gd name="connsiteY3209" fmla="*/ 1713694 h 6382977"/>
              <a:gd name="connsiteX3210" fmla="*/ 6106550 w 6501199"/>
              <a:gd name="connsiteY3210" fmla="*/ 1717319 h 6382977"/>
              <a:gd name="connsiteX3211" fmla="*/ 6105691 w 6501199"/>
              <a:gd name="connsiteY3211" fmla="*/ 1730294 h 6382977"/>
              <a:gd name="connsiteX3212" fmla="*/ 6106291 w 6501199"/>
              <a:gd name="connsiteY3212" fmla="*/ 1728707 h 6382977"/>
              <a:gd name="connsiteX3213" fmla="*/ 6112417 w 6501199"/>
              <a:gd name="connsiteY3213" fmla="*/ 1730738 h 6382977"/>
              <a:gd name="connsiteX3214" fmla="*/ 6110032 w 6501199"/>
              <a:gd name="connsiteY3214" fmla="*/ 1718587 h 6382977"/>
              <a:gd name="connsiteX3215" fmla="*/ 5802815 w 6501199"/>
              <a:gd name="connsiteY3215" fmla="*/ 1708056 h 6382977"/>
              <a:gd name="connsiteX3216" fmla="*/ 5789495 w 6501199"/>
              <a:gd name="connsiteY3216" fmla="*/ 1726417 h 6382977"/>
              <a:gd name="connsiteX3217" fmla="*/ 5809655 w 6501199"/>
              <a:gd name="connsiteY3217" fmla="*/ 1721737 h 6382977"/>
              <a:gd name="connsiteX3218" fmla="*/ 5802815 w 6501199"/>
              <a:gd name="connsiteY3218" fmla="*/ 1708056 h 6382977"/>
              <a:gd name="connsiteX3219" fmla="*/ 5118090 w 6501199"/>
              <a:gd name="connsiteY3219" fmla="*/ 1705896 h 6382977"/>
              <a:gd name="connsiteX3220" fmla="*/ 5106930 w 6501199"/>
              <a:gd name="connsiteY3220" fmla="*/ 1723897 h 6382977"/>
              <a:gd name="connsiteX3221" fmla="*/ 5118090 w 6501199"/>
              <a:gd name="connsiteY3221" fmla="*/ 1705896 h 6382977"/>
              <a:gd name="connsiteX3222" fmla="*/ 5994112 w 6501199"/>
              <a:gd name="connsiteY3222" fmla="*/ 1700135 h 6382977"/>
              <a:gd name="connsiteX3223" fmla="*/ 5982817 w 6501199"/>
              <a:gd name="connsiteY3223" fmla="*/ 1708056 h 6382977"/>
              <a:gd name="connsiteX3224" fmla="*/ 5998657 w 6501199"/>
              <a:gd name="connsiteY3224" fmla="*/ 1712736 h 6382977"/>
              <a:gd name="connsiteX3225" fmla="*/ 5994112 w 6501199"/>
              <a:gd name="connsiteY3225" fmla="*/ 1700135 h 6382977"/>
              <a:gd name="connsiteX3226" fmla="*/ 1355925 w 6501199"/>
              <a:gd name="connsiteY3226" fmla="*/ 1699401 h 6382977"/>
              <a:gd name="connsiteX3227" fmla="*/ 1337923 w 6501199"/>
              <a:gd name="connsiteY3227" fmla="*/ 1724238 h 6382977"/>
              <a:gd name="connsiteX3228" fmla="*/ 1360605 w 6501199"/>
              <a:gd name="connsiteY3228" fmla="*/ 1713079 h 6382977"/>
              <a:gd name="connsiteX3229" fmla="*/ 1355925 w 6501199"/>
              <a:gd name="connsiteY3229" fmla="*/ 1699401 h 6382977"/>
              <a:gd name="connsiteX3230" fmla="*/ 4719470 w 6501199"/>
              <a:gd name="connsiteY3230" fmla="*/ 1693862 h 6382977"/>
              <a:gd name="connsiteX3231" fmla="*/ 4701299 w 6501199"/>
              <a:gd name="connsiteY3231" fmla="*/ 1717308 h 6382977"/>
              <a:gd name="connsiteX3232" fmla="*/ 4719470 w 6501199"/>
              <a:gd name="connsiteY3232" fmla="*/ 1693862 h 6382977"/>
              <a:gd name="connsiteX3233" fmla="*/ 6319664 w 6501199"/>
              <a:gd name="connsiteY3233" fmla="*/ 1692275 h 6382977"/>
              <a:gd name="connsiteX3234" fmla="*/ 6317531 w 6501199"/>
              <a:gd name="connsiteY3234" fmla="*/ 1726836 h 6382977"/>
              <a:gd name="connsiteX3235" fmla="*/ 6319664 w 6501199"/>
              <a:gd name="connsiteY3235" fmla="*/ 1692275 h 6382977"/>
              <a:gd name="connsiteX3236" fmla="*/ 5944876 w 6501199"/>
              <a:gd name="connsiteY3236" fmla="*/ 1690831 h 6382977"/>
              <a:gd name="connsiteX3237" fmla="*/ 5930257 w 6501199"/>
              <a:gd name="connsiteY3237" fmla="*/ 1701216 h 6382977"/>
              <a:gd name="connsiteX3238" fmla="*/ 5946457 w 6501199"/>
              <a:gd name="connsiteY3238" fmla="*/ 1701216 h 6382977"/>
              <a:gd name="connsiteX3239" fmla="*/ 5921256 w 6501199"/>
              <a:gd name="connsiteY3239" fmla="*/ 1726417 h 6382977"/>
              <a:gd name="connsiteX3240" fmla="*/ 5914461 w 6501199"/>
              <a:gd name="connsiteY3240" fmla="*/ 1743789 h 6382977"/>
              <a:gd name="connsiteX3241" fmla="*/ 5912521 w 6501199"/>
              <a:gd name="connsiteY3241" fmla="*/ 1748696 h 6382977"/>
              <a:gd name="connsiteX3242" fmla="*/ 5914139 w 6501199"/>
              <a:gd name="connsiteY3242" fmla="*/ 1751480 h 6382977"/>
              <a:gd name="connsiteX3243" fmla="*/ 5929500 w 6501199"/>
              <a:gd name="connsiteY3243" fmla="*/ 1761282 h 6382977"/>
              <a:gd name="connsiteX3244" fmla="*/ 5939617 w 6501199"/>
              <a:gd name="connsiteY3244" fmla="*/ 1755939 h 6382977"/>
              <a:gd name="connsiteX3245" fmla="*/ 5939443 w 6501199"/>
              <a:gd name="connsiteY3245" fmla="*/ 1761627 h 6382977"/>
              <a:gd name="connsiteX3246" fmla="*/ 5936053 w 6501199"/>
              <a:gd name="connsiteY3246" fmla="*/ 1765464 h 6382977"/>
              <a:gd name="connsiteX3247" fmla="*/ 5942269 w 6501199"/>
              <a:gd name="connsiteY3247" fmla="*/ 1769430 h 6382977"/>
              <a:gd name="connsiteX3248" fmla="*/ 5942587 w 6501199"/>
              <a:gd name="connsiteY3248" fmla="*/ 1769125 h 6382977"/>
              <a:gd name="connsiteX3249" fmla="*/ 5944860 w 6501199"/>
              <a:gd name="connsiteY3249" fmla="*/ 1768209 h 6382977"/>
              <a:gd name="connsiteX3250" fmla="*/ 5948099 w 6501199"/>
              <a:gd name="connsiteY3250" fmla="*/ 1773150 h 6382977"/>
              <a:gd name="connsiteX3251" fmla="*/ 5948781 w 6501199"/>
              <a:gd name="connsiteY3251" fmla="*/ 1773586 h 6382977"/>
              <a:gd name="connsiteX3252" fmla="*/ 5962297 w 6501199"/>
              <a:gd name="connsiteY3252" fmla="*/ 1744418 h 6382977"/>
              <a:gd name="connsiteX3253" fmla="*/ 5966617 w 6501199"/>
              <a:gd name="connsiteY3253" fmla="*/ 1755939 h 6382977"/>
              <a:gd name="connsiteX3254" fmla="*/ 5982817 w 6501199"/>
              <a:gd name="connsiteY3254" fmla="*/ 1737578 h 6382977"/>
              <a:gd name="connsiteX3255" fmla="*/ 5973457 w 6501199"/>
              <a:gd name="connsiteY3255" fmla="*/ 1719577 h 6382977"/>
              <a:gd name="connsiteX3256" fmla="*/ 5957617 w 6501199"/>
              <a:gd name="connsiteY3256" fmla="*/ 1726417 h 6382977"/>
              <a:gd name="connsiteX3257" fmla="*/ 5964457 w 6501199"/>
              <a:gd name="connsiteY3257" fmla="*/ 1710576 h 6382977"/>
              <a:gd name="connsiteX3258" fmla="*/ 5978137 w 6501199"/>
              <a:gd name="connsiteY3258" fmla="*/ 1710576 h 6382977"/>
              <a:gd name="connsiteX3259" fmla="*/ 5944876 w 6501199"/>
              <a:gd name="connsiteY3259" fmla="*/ 1690831 h 6382977"/>
              <a:gd name="connsiteX3260" fmla="*/ 5458878 w 6501199"/>
              <a:gd name="connsiteY3260" fmla="*/ 1687670 h 6382977"/>
              <a:gd name="connsiteX3261" fmla="*/ 5441373 w 6501199"/>
              <a:gd name="connsiteY3261" fmla="*/ 1690055 h 6382977"/>
              <a:gd name="connsiteX3262" fmla="*/ 5427693 w 6501199"/>
              <a:gd name="connsiteY3262" fmla="*/ 1699055 h 6382977"/>
              <a:gd name="connsiteX3263" fmla="*/ 5418693 w 6501199"/>
              <a:gd name="connsiteY3263" fmla="*/ 1749099 h 6382977"/>
              <a:gd name="connsiteX3264" fmla="*/ 5405013 w 6501199"/>
              <a:gd name="connsiteY3264" fmla="*/ 1753779 h 6382977"/>
              <a:gd name="connsiteX3265" fmla="*/ 5405013 w 6501199"/>
              <a:gd name="connsiteY3265" fmla="*/ 1769620 h 6382977"/>
              <a:gd name="connsiteX3266" fmla="*/ 5414013 w 6501199"/>
              <a:gd name="connsiteY3266" fmla="*/ 1794462 h 6382977"/>
              <a:gd name="connsiteX3267" fmla="*/ 5414013 w 6501199"/>
              <a:gd name="connsiteY3267" fmla="*/ 1758099 h 6382977"/>
              <a:gd name="connsiteX3268" fmla="*/ 5434533 w 6501199"/>
              <a:gd name="connsiteY3268" fmla="*/ 1737578 h 6382977"/>
              <a:gd name="connsiteX3269" fmla="*/ 5436693 w 6501199"/>
              <a:gd name="connsiteY3269" fmla="*/ 1744418 h 6382977"/>
              <a:gd name="connsiteX3270" fmla="*/ 5438853 w 6501199"/>
              <a:gd name="connsiteY3270" fmla="*/ 1785461 h 6382977"/>
              <a:gd name="connsiteX3271" fmla="*/ 5443533 w 6501199"/>
              <a:gd name="connsiteY3271" fmla="*/ 1755939 h 6382977"/>
              <a:gd name="connsiteX3272" fmla="*/ 5461893 w 6501199"/>
              <a:gd name="connsiteY3272" fmla="*/ 1749099 h 6382977"/>
              <a:gd name="connsiteX3273" fmla="*/ 5450373 w 6501199"/>
              <a:gd name="connsiteY3273" fmla="*/ 1696895 h 6382977"/>
              <a:gd name="connsiteX3274" fmla="*/ 5459373 w 6501199"/>
              <a:gd name="connsiteY3274" fmla="*/ 1699055 h 6382977"/>
              <a:gd name="connsiteX3275" fmla="*/ 5458878 w 6501199"/>
              <a:gd name="connsiteY3275" fmla="*/ 1687670 h 6382977"/>
              <a:gd name="connsiteX3276" fmla="*/ 5067914 w 6501199"/>
              <a:gd name="connsiteY3276" fmla="*/ 1685925 h 6382977"/>
              <a:gd name="connsiteX3277" fmla="*/ 5054247 w 6501199"/>
              <a:gd name="connsiteY3277" fmla="*/ 1723672 h 6382977"/>
              <a:gd name="connsiteX3278" fmla="*/ 5061080 w 6501199"/>
              <a:gd name="connsiteY3278" fmla="*/ 1688041 h 6382977"/>
              <a:gd name="connsiteX3279" fmla="*/ 5067914 w 6501199"/>
              <a:gd name="connsiteY3279" fmla="*/ 1685925 h 6382977"/>
              <a:gd name="connsiteX3280" fmla="*/ 5616444 w 6501199"/>
              <a:gd name="connsiteY3280" fmla="*/ 1682750 h 6382977"/>
              <a:gd name="connsiteX3281" fmla="*/ 5621030 w 6501199"/>
              <a:gd name="connsiteY3281" fmla="*/ 1706190 h 6382977"/>
              <a:gd name="connsiteX3282" fmla="*/ 5616444 w 6501199"/>
              <a:gd name="connsiteY3282" fmla="*/ 1682750 h 6382977"/>
              <a:gd name="connsiteX3283" fmla="*/ 5082057 w 6501199"/>
              <a:gd name="connsiteY3283" fmla="*/ 1662112 h 6382977"/>
              <a:gd name="connsiteX3284" fmla="*/ 5096251 w 6501199"/>
              <a:gd name="connsiteY3284" fmla="*/ 1666594 h 6382977"/>
              <a:gd name="connsiteX3285" fmla="*/ 5079816 w 6501199"/>
              <a:gd name="connsiteY3285" fmla="*/ 1676306 h 6382977"/>
              <a:gd name="connsiteX3286" fmla="*/ 5082057 w 6501199"/>
              <a:gd name="connsiteY3286" fmla="*/ 1662112 h 6382977"/>
              <a:gd name="connsiteX3287" fmla="*/ 4948614 w 6501199"/>
              <a:gd name="connsiteY3287" fmla="*/ 1654175 h 6382977"/>
              <a:gd name="connsiteX3288" fmla="*/ 4932179 w 6501199"/>
              <a:gd name="connsiteY3288" fmla="*/ 1685568 h 6382977"/>
              <a:gd name="connsiteX3289" fmla="*/ 4948614 w 6501199"/>
              <a:gd name="connsiteY3289" fmla="*/ 1654175 h 6382977"/>
              <a:gd name="connsiteX3290" fmla="*/ 5871216 w 6501199"/>
              <a:gd name="connsiteY3290" fmla="*/ 1653692 h 6382977"/>
              <a:gd name="connsiteX3291" fmla="*/ 5864376 w 6501199"/>
              <a:gd name="connsiteY3291" fmla="*/ 1699055 h 6382977"/>
              <a:gd name="connsiteX3292" fmla="*/ 5882736 w 6501199"/>
              <a:gd name="connsiteY3292" fmla="*/ 1655852 h 6382977"/>
              <a:gd name="connsiteX3293" fmla="*/ 5871216 w 6501199"/>
              <a:gd name="connsiteY3293" fmla="*/ 1653692 h 6382977"/>
              <a:gd name="connsiteX3294" fmla="*/ 5700575 w 6501199"/>
              <a:gd name="connsiteY3294" fmla="*/ 1649012 h 6382977"/>
              <a:gd name="connsiteX3295" fmla="*/ 5686895 w 6501199"/>
              <a:gd name="connsiteY3295" fmla="*/ 1683214 h 6382977"/>
              <a:gd name="connsiteX3296" fmla="*/ 5700575 w 6501199"/>
              <a:gd name="connsiteY3296" fmla="*/ 1649012 h 6382977"/>
              <a:gd name="connsiteX3297" fmla="*/ 6424692 w 6501199"/>
              <a:gd name="connsiteY3297" fmla="*/ 1646237 h 6382977"/>
              <a:gd name="connsiteX3298" fmla="*/ 6445084 w 6501199"/>
              <a:gd name="connsiteY3298" fmla="*/ 1650598 h 6382977"/>
              <a:gd name="connsiteX3299" fmla="*/ 6433636 w 6501199"/>
              <a:gd name="connsiteY3299" fmla="*/ 1676036 h 6382977"/>
              <a:gd name="connsiteX3300" fmla="*/ 6424692 w 6501199"/>
              <a:gd name="connsiteY3300" fmla="*/ 1646237 h 6382977"/>
              <a:gd name="connsiteX3301" fmla="*/ 5104265 w 6501199"/>
              <a:gd name="connsiteY3301" fmla="*/ 1642003 h 6382977"/>
              <a:gd name="connsiteX3302" fmla="*/ 5088258 w 6501199"/>
              <a:gd name="connsiteY3302" fmla="*/ 1653292 h 6382977"/>
              <a:gd name="connsiteX3303" fmla="*/ 5104265 w 6501199"/>
              <a:gd name="connsiteY3303" fmla="*/ 1642003 h 6382977"/>
              <a:gd name="connsiteX3304" fmla="*/ 5918106 w 6501199"/>
              <a:gd name="connsiteY3304" fmla="*/ 1625228 h 6382977"/>
              <a:gd name="connsiteX3305" fmla="*/ 5907576 w 6501199"/>
              <a:gd name="connsiteY3305" fmla="*/ 1640011 h 6382977"/>
              <a:gd name="connsiteX3306" fmla="*/ 5916936 w 6501199"/>
              <a:gd name="connsiteY3306" fmla="*/ 1655852 h 6382977"/>
              <a:gd name="connsiteX3307" fmla="*/ 5939617 w 6501199"/>
              <a:gd name="connsiteY3307" fmla="*/ 1644332 h 6382977"/>
              <a:gd name="connsiteX3308" fmla="*/ 5916936 w 6501199"/>
              <a:gd name="connsiteY3308" fmla="*/ 1646852 h 6382977"/>
              <a:gd name="connsiteX3309" fmla="*/ 5923417 w 6501199"/>
              <a:gd name="connsiteY3309" fmla="*/ 1626330 h 6382977"/>
              <a:gd name="connsiteX3310" fmla="*/ 5918106 w 6501199"/>
              <a:gd name="connsiteY3310" fmla="*/ 1625228 h 6382977"/>
              <a:gd name="connsiteX3311" fmla="*/ 5676769 w 6501199"/>
              <a:gd name="connsiteY3311" fmla="*/ 1616075 h 6382977"/>
              <a:gd name="connsiteX3312" fmla="*/ 5641138 w 6501199"/>
              <a:gd name="connsiteY3312" fmla="*/ 1625048 h 6382977"/>
              <a:gd name="connsiteX3313" fmla="*/ 5676769 w 6501199"/>
              <a:gd name="connsiteY3313" fmla="*/ 1616075 h 6382977"/>
              <a:gd name="connsiteX3314" fmla="*/ 5184331 w 6501199"/>
              <a:gd name="connsiteY3314" fmla="*/ 1614810 h 6382977"/>
              <a:gd name="connsiteX3315" fmla="*/ 5165971 w 6501199"/>
              <a:gd name="connsiteY3315" fmla="*/ 1635331 h 6382977"/>
              <a:gd name="connsiteX3316" fmla="*/ 5184331 w 6501199"/>
              <a:gd name="connsiteY3316" fmla="*/ 1614810 h 6382977"/>
              <a:gd name="connsiteX3317" fmla="*/ 6398552 w 6501199"/>
              <a:gd name="connsiteY3317" fmla="*/ 1614487 h 6382977"/>
              <a:gd name="connsiteX3318" fmla="*/ 6411957 w 6501199"/>
              <a:gd name="connsiteY3318" fmla="*/ 1662747 h 6382977"/>
              <a:gd name="connsiteX3319" fmla="*/ 6380913 w 6501199"/>
              <a:gd name="connsiteY3319" fmla="*/ 1632992 h 6382977"/>
              <a:gd name="connsiteX3320" fmla="*/ 6391849 w 6501199"/>
              <a:gd name="connsiteY3320" fmla="*/ 1628275 h 6382977"/>
              <a:gd name="connsiteX3321" fmla="*/ 6398552 w 6501199"/>
              <a:gd name="connsiteY3321" fmla="*/ 1614487 h 6382977"/>
              <a:gd name="connsiteX3322" fmla="*/ 5759396 w 6501199"/>
              <a:gd name="connsiteY3322" fmla="*/ 1606951 h 6382977"/>
              <a:gd name="connsiteX3323" fmla="*/ 5750615 w 6501199"/>
              <a:gd name="connsiteY3323" fmla="*/ 1610129 h 6382977"/>
              <a:gd name="connsiteX3324" fmla="*/ 5764295 w 6501199"/>
              <a:gd name="connsiteY3324" fmla="*/ 1623810 h 6382977"/>
              <a:gd name="connsiteX3325" fmla="*/ 5753135 w 6501199"/>
              <a:gd name="connsiteY3325" fmla="*/ 1621650 h 6382977"/>
              <a:gd name="connsiteX3326" fmla="*/ 5757455 w 6501199"/>
              <a:gd name="connsiteY3326" fmla="*/ 1642171 h 6382977"/>
              <a:gd name="connsiteX3327" fmla="*/ 5768975 w 6501199"/>
              <a:gd name="connsiteY3327" fmla="*/ 1646852 h 6382977"/>
              <a:gd name="connsiteX3328" fmla="*/ 5770685 w 6501199"/>
              <a:gd name="connsiteY3328" fmla="*/ 1645682 h 6382977"/>
              <a:gd name="connsiteX3329" fmla="*/ 5773984 w 6501199"/>
              <a:gd name="connsiteY3329" fmla="*/ 1643425 h 6382977"/>
              <a:gd name="connsiteX3330" fmla="*/ 5771197 w 6501199"/>
              <a:gd name="connsiteY3330" fmla="*/ 1635755 h 6382977"/>
              <a:gd name="connsiteX3331" fmla="*/ 5770939 w 6501199"/>
              <a:gd name="connsiteY3331" fmla="*/ 1634734 h 6382977"/>
              <a:gd name="connsiteX3332" fmla="*/ 5764295 w 6501199"/>
              <a:gd name="connsiteY3332" fmla="*/ 1633171 h 6382977"/>
              <a:gd name="connsiteX3333" fmla="*/ 5767625 w 6501199"/>
              <a:gd name="connsiteY3333" fmla="*/ 1628491 h 6382977"/>
              <a:gd name="connsiteX3334" fmla="*/ 5769183 w 6501199"/>
              <a:gd name="connsiteY3334" fmla="*/ 1627786 h 6382977"/>
              <a:gd name="connsiteX3335" fmla="*/ 5764779 w 6501199"/>
              <a:gd name="connsiteY3335" fmla="*/ 1610359 h 6382977"/>
              <a:gd name="connsiteX3336" fmla="*/ 5882736 w 6501199"/>
              <a:gd name="connsiteY3336" fmla="*/ 1605809 h 6382977"/>
              <a:gd name="connsiteX3337" fmla="*/ 5875896 w 6501199"/>
              <a:gd name="connsiteY3337" fmla="*/ 1626330 h 6382977"/>
              <a:gd name="connsiteX3338" fmla="*/ 5893896 w 6501199"/>
              <a:gd name="connsiteY3338" fmla="*/ 1623810 h 6382977"/>
              <a:gd name="connsiteX3339" fmla="*/ 5882736 w 6501199"/>
              <a:gd name="connsiteY3339" fmla="*/ 1605809 h 6382977"/>
              <a:gd name="connsiteX3340" fmla="*/ 6135461 w 6501199"/>
              <a:gd name="connsiteY3340" fmla="*/ 1604962 h 6382977"/>
              <a:gd name="connsiteX3341" fmla="*/ 6135461 w 6501199"/>
              <a:gd name="connsiteY3341" fmla="*/ 1642709 h 6382977"/>
              <a:gd name="connsiteX3342" fmla="*/ 6135461 w 6501199"/>
              <a:gd name="connsiteY3342" fmla="*/ 1604962 h 6382977"/>
              <a:gd name="connsiteX3343" fmla="*/ 5912256 w 6501199"/>
              <a:gd name="connsiteY3343" fmla="*/ 1598968 h 6382977"/>
              <a:gd name="connsiteX3344" fmla="*/ 5903256 w 6501199"/>
              <a:gd name="connsiteY3344" fmla="*/ 1616970 h 6382977"/>
              <a:gd name="connsiteX3345" fmla="*/ 5919096 w 6501199"/>
              <a:gd name="connsiteY3345" fmla="*/ 1612649 h 6382977"/>
              <a:gd name="connsiteX3346" fmla="*/ 5690201 w 6501199"/>
              <a:gd name="connsiteY3346" fmla="*/ 1597025 h 6382977"/>
              <a:gd name="connsiteX3347" fmla="*/ 5694666 w 6501199"/>
              <a:gd name="connsiteY3347" fmla="*/ 1610945 h 6382977"/>
              <a:gd name="connsiteX3348" fmla="*/ 5676063 w 6501199"/>
              <a:gd name="connsiteY3348" fmla="*/ 1606549 h 6382977"/>
              <a:gd name="connsiteX3349" fmla="*/ 5690201 w 6501199"/>
              <a:gd name="connsiteY3349" fmla="*/ 1597025 h 6382977"/>
              <a:gd name="connsiteX3350" fmla="*/ 5495733 w 6501199"/>
              <a:gd name="connsiteY3350" fmla="*/ 1594288 h 6382977"/>
              <a:gd name="connsiteX3351" fmla="*/ 5484573 w 6501199"/>
              <a:gd name="connsiteY3351" fmla="*/ 1616970 h 6382977"/>
              <a:gd name="connsiteX3352" fmla="*/ 5482413 w 6501199"/>
              <a:gd name="connsiteY3352" fmla="*/ 1605809 h 6382977"/>
              <a:gd name="connsiteX3353" fmla="*/ 5470893 w 6501199"/>
              <a:gd name="connsiteY3353" fmla="*/ 1646852 h 6382977"/>
              <a:gd name="connsiteX3354" fmla="*/ 5450373 w 6501199"/>
              <a:gd name="connsiteY3354" fmla="*/ 1658013 h 6382977"/>
              <a:gd name="connsiteX3355" fmla="*/ 5473053 w 6501199"/>
              <a:gd name="connsiteY3355" fmla="*/ 1705896 h 6382977"/>
              <a:gd name="connsiteX3356" fmla="*/ 5473053 w 6501199"/>
              <a:gd name="connsiteY3356" fmla="*/ 1676374 h 6382977"/>
              <a:gd name="connsiteX3357" fmla="*/ 5498253 w 6501199"/>
              <a:gd name="connsiteY3357" fmla="*/ 1637491 h 6382977"/>
              <a:gd name="connsiteX3358" fmla="*/ 5486733 w 6501199"/>
              <a:gd name="connsiteY3358" fmla="*/ 1612649 h 6382977"/>
              <a:gd name="connsiteX3359" fmla="*/ 5495733 w 6501199"/>
              <a:gd name="connsiteY3359" fmla="*/ 1594288 h 6382977"/>
              <a:gd name="connsiteX3360" fmla="*/ 5129607 w 6501199"/>
              <a:gd name="connsiteY3360" fmla="*/ 1587098 h 6382977"/>
              <a:gd name="connsiteX3361" fmla="*/ 5109325 w 6501199"/>
              <a:gd name="connsiteY3361" fmla="*/ 1605632 h 6382977"/>
              <a:gd name="connsiteX3362" fmla="*/ 5129607 w 6501199"/>
              <a:gd name="connsiteY3362" fmla="*/ 1587098 h 6382977"/>
              <a:gd name="connsiteX3363" fmla="*/ 5536773 w 6501199"/>
              <a:gd name="connsiteY3363" fmla="*/ 1585288 h 6382977"/>
              <a:gd name="connsiteX3364" fmla="*/ 5536773 w 6501199"/>
              <a:gd name="connsiteY3364" fmla="*/ 1598968 h 6382977"/>
              <a:gd name="connsiteX3365" fmla="*/ 5550453 w 6501199"/>
              <a:gd name="connsiteY3365" fmla="*/ 1592128 h 6382977"/>
              <a:gd name="connsiteX3366" fmla="*/ 5536773 w 6501199"/>
              <a:gd name="connsiteY3366" fmla="*/ 1585288 h 6382977"/>
              <a:gd name="connsiteX3367" fmla="*/ 4802761 w 6501199"/>
              <a:gd name="connsiteY3367" fmla="*/ 1582812 h 6382977"/>
              <a:gd name="connsiteX3368" fmla="*/ 4787239 w 6501199"/>
              <a:gd name="connsiteY3368" fmla="*/ 1601415 h 6382977"/>
              <a:gd name="connsiteX3369" fmla="*/ 4802761 w 6501199"/>
              <a:gd name="connsiteY3369" fmla="*/ 1582812 h 6382977"/>
              <a:gd name="connsiteX3370" fmla="*/ 5067408 w 6501199"/>
              <a:gd name="connsiteY3370" fmla="*/ 1582737 h 6382977"/>
              <a:gd name="connsiteX3371" fmla="*/ 5083566 w 6501199"/>
              <a:gd name="connsiteY3371" fmla="*/ 1593860 h 6382977"/>
              <a:gd name="connsiteX3372" fmla="*/ 5074230 w 6501199"/>
              <a:gd name="connsiteY3372" fmla="*/ 1634766 h 6382977"/>
              <a:gd name="connsiteX3373" fmla="*/ 5058431 w 6501199"/>
              <a:gd name="connsiteY3373" fmla="*/ 1625795 h 6382977"/>
              <a:gd name="connsiteX3374" fmla="*/ 5063099 w 6501199"/>
              <a:gd name="connsiteY3374" fmla="*/ 1596013 h 6382977"/>
              <a:gd name="connsiteX3375" fmla="*/ 5076744 w 6501199"/>
              <a:gd name="connsiteY3375" fmla="*/ 1591707 h 6382977"/>
              <a:gd name="connsiteX3376" fmla="*/ 5067408 w 6501199"/>
              <a:gd name="connsiteY3376" fmla="*/ 1582737 h 6382977"/>
              <a:gd name="connsiteX3377" fmla="*/ 5810460 w 6501199"/>
              <a:gd name="connsiteY3377" fmla="*/ 1579675 h 6382977"/>
              <a:gd name="connsiteX3378" fmla="*/ 5813641 w 6501199"/>
              <a:gd name="connsiteY3378" fmla="*/ 1591950 h 6382977"/>
              <a:gd name="connsiteX3379" fmla="*/ 5814959 w 6501199"/>
              <a:gd name="connsiteY3379" fmla="*/ 1584860 h 6382977"/>
              <a:gd name="connsiteX3380" fmla="*/ 5486733 w 6501199"/>
              <a:gd name="connsiteY3380" fmla="*/ 1576287 h 6382977"/>
              <a:gd name="connsiteX3381" fmla="*/ 5509413 w 6501199"/>
              <a:gd name="connsiteY3381" fmla="*/ 1598968 h 6382977"/>
              <a:gd name="connsiteX3382" fmla="*/ 5507253 w 6501199"/>
              <a:gd name="connsiteY3382" fmla="*/ 1585288 h 6382977"/>
              <a:gd name="connsiteX3383" fmla="*/ 5486733 w 6501199"/>
              <a:gd name="connsiteY3383" fmla="*/ 1576287 h 6382977"/>
              <a:gd name="connsiteX3384" fmla="*/ 4800187 w 6501199"/>
              <a:gd name="connsiteY3384" fmla="*/ 1563121 h 6382977"/>
              <a:gd name="connsiteX3385" fmla="*/ 4805768 w 6501199"/>
              <a:gd name="connsiteY3385" fmla="*/ 1566639 h 6382977"/>
              <a:gd name="connsiteX3386" fmla="*/ 4799211 w 6501199"/>
              <a:gd name="connsiteY3386" fmla="*/ 1571476 h 6382977"/>
              <a:gd name="connsiteX3387" fmla="*/ 4799211 w 6501199"/>
              <a:gd name="connsiteY3387" fmla="*/ 1580778 h 6382977"/>
              <a:gd name="connsiteX3388" fmla="*/ 4790238 w 6501199"/>
              <a:gd name="connsiteY3388" fmla="*/ 1569243 h 6382977"/>
              <a:gd name="connsiteX3389" fmla="*/ 4800187 w 6501199"/>
              <a:gd name="connsiteY3389" fmla="*/ 1563121 h 6382977"/>
              <a:gd name="connsiteX3390" fmla="*/ 1294718 w 6501199"/>
              <a:gd name="connsiteY3390" fmla="*/ 1560462 h 6382977"/>
              <a:gd name="connsiteX3391" fmla="*/ 1271676 w 6501199"/>
              <a:gd name="connsiteY3391" fmla="*/ 1565141 h 6382977"/>
              <a:gd name="connsiteX3392" fmla="*/ 1217310 w 6501199"/>
              <a:gd name="connsiteY3392" fmla="*/ 1603655 h 6382977"/>
              <a:gd name="connsiteX3393" fmla="*/ 1219470 w 6501199"/>
              <a:gd name="connsiteY3393" fmla="*/ 1631011 h 6382977"/>
              <a:gd name="connsiteX3394" fmla="*/ 1258355 w 6501199"/>
              <a:gd name="connsiteY3394" fmla="*/ 1599336 h 6382977"/>
              <a:gd name="connsiteX3395" fmla="*/ 1294718 w 6501199"/>
              <a:gd name="connsiteY3395" fmla="*/ 1560462 h 6382977"/>
              <a:gd name="connsiteX3396" fmla="*/ 5193331 w 6501199"/>
              <a:gd name="connsiteY3396" fmla="*/ 1560086 h 6382977"/>
              <a:gd name="connsiteX3397" fmla="*/ 5186491 w 6501199"/>
              <a:gd name="connsiteY3397" fmla="*/ 1578447 h 6382977"/>
              <a:gd name="connsiteX3398" fmla="*/ 5193331 w 6501199"/>
              <a:gd name="connsiteY3398" fmla="*/ 1560086 h 6382977"/>
              <a:gd name="connsiteX3399" fmla="*/ 5557293 w 6501199"/>
              <a:gd name="connsiteY3399" fmla="*/ 1555766 h 6382977"/>
              <a:gd name="connsiteX3400" fmla="*/ 5564133 w 6501199"/>
              <a:gd name="connsiteY3400" fmla="*/ 1571607 h 6382977"/>
              <a:gd name="connsiteX3401" fmla="*/ 5557293 w 6501199"/>
              <a:gd name="connsiteY3401" fmla="*/ 1555766 h 6382977"/>
              <a:gd name="connsiteX3402" fmla="*/ 5131682 w 6501199"/>
              <a:gd name="connsiteY3402" fmla="*/ 1555750 h 6382977"/>
              <a:gd name="connsiteX3403" fmla="*/ 5150236 w 6501199"/>
              <a:gd name="connsiteY3403" fmla="*/ 1564821 h 6382977"/>
              <a:gd name="connsiteX3404" fmla="*/ 5138595 w 6501199"/>
              <a:gd name="connsiteY3404" fmla="*/ 1573893 h 6382977"/>
              <a:gd name="connsiteX3405" fmla="*/ 5134229 w 6501199"/>
              <a:gd name="connsiteY3405" fmla="*/ 1562644 h 6382977"/>
              <a:gd name="connsiteX3406" fmla="*/ 5115675 w 6501199"/>
              <a:gd name="connsiteY3406" fmla="*/ 1569538 h 6382977"/>
              <a:gd name="connsiteX3407" fmla="*/ 5131682 w 6501199"/>
              <a:gd name="connsiteY3407" fmla="*/ 1555750 h 6382977"/>
              <a:gd name="connsiteX3408" fmla="*/ 4993998 w 6501199"/>
              <a:gd name="connsiteY3408" fmla="*/ 1555750 h 6382977"/>
              <a:gd name="connsiteX3409" fmla="*/ 4984660 w 6501199"/>
              <a:gd name="connsiteY3409" fmla="*/ 1574426 h 6382977"/>
              <a:gd name="connsiteX3410" fmla="*/ 4993998 w 6501199"/>
              <a:gd name="connsiteY3410" fmla="*/ 1555750 h 6382977"/>
              <a:gd name="connsiteX3411" fmla="*/ 5381972 w 6501199"/>
              <a:gd name="connsiteY3411" fmla="*/ 1553605 h 6382977"/>
              <a:gd name="connsiteX3412" fmla="*/ 5375132 w 6501199"/>
              <a:gd name="connsiteY3412" fmla="*/ 1573767 h 6382977"/>
              <a:gd name="connsiteX3413" fmla="*/ 5381972 w 6501199"/>
              <a:gd name="connsiteY3413" fmla="*/ 1553605 h 6382977"/>
              <a:gd name="connsiteX3414" fmla="*/ 5926977 w 6501199"/>
              <a:gd name="connsiteY3414" fmla="*/ 1552452 h 6382977"/>
              <a:gd name="connsiteX3415" fmla="*/ 5921256 w 6501199"/>
              <a:gd name="connsiteY3415" fmla="*/ 1573767 h 6382977"/>
              <a:gd name="connsiteX3416" fmla="*/ 5934937 w 6501199"/>
              <a:gd name="connsiteY3416" fmla="*/ 1555766 h 6382977"/>
              <a:gd name="connsiteX3417" fmla="*/ 5926977 w 6501199"/>
              <a:gd name="connsiteY3417" fmla="*/ 1552452 h 6382977"/>
              <a:gd name="connsiteX3418" fmla="*/ 6167271 w 6501199"/>
              <a:gd name="connsiteY3418" fmla="*/ 1547748 h 6382977"/>
              <a:gd name="connsiteX3419" fmla="*/ 6171007 w 6501199"/>
              <a:gd name="connsiteY3419" fmla="*/ 1549193 h 6382977"/>
              <a:gd name="connsiteX3420" fmla="*/ 6159977 w 6501199"/>
              <a:gd name="connsiteY3420" fmla="*/ 1571274 h 6382977"/>
              <a:gd name="connsiteX3421" fmla="*/ 6155351 w 6501199"/>
              <a:gd name="connsiteY3421" fmla="*/ 1555853 h 6382977"/>
              <a:gd name="connsiteX3422" fmla="*/ 6166737 w 6501199"/>
              <a:gd name="connsiteY3422" fmla="*/ 1551296 h 6382977"/>
              <a:gd name="connsiteX3423" fmla="*/ 6167271 w 6501199"/>
              <a:gd name="connsiteY3423" fmla="*/ 1547748 h 6382977"/>
              <a:gd name="connsiteX3424" fmla="*/ 5900736 w 6501199"/>
              <a:gd name="connsiteY3424" fmla="*/ 1546765 h 6382977"/>
              <a:gd name="connsiteX3425" fmla="*/ 5884896 w 6501199"/>
              <a:gd name="connsiteY3425" fmla="*/ 1571607 h 6382977"/>
              <a:gd name="connsiteX3426" fmla="*/ 5900736 w 6501199"/>
              <a:gd name="connsiteY3426" fmla="*/ 1546765 h 6382977"/>
              <a:gd name="connsiteX3427" fmla="*/ 4814901 w 6501199"/>
              <a:gd name="connsiteY3427" fmla="*/ 1535112 h 6382977"/>
              <a:gd name="connsiteX3428" fmla="*/ 4808078 w 6501199"/>
              <a:gd name="connsiteY3428" fmla="*/ 1561749 h 6382977"/>
              <a:gd name="connsiteX3429" fmla="*/ 4801256 w 6501199"/>
              <a:gd name="connsiteY3429" fmla="*/ 1546328 h 6382977"/>
              <a:gd name="connsiteX3430" fmla="*/ 4814901 w 6501199"/>
              <a:gd name="connsiteY3430" fmla="*/ 1535112 h 6382977"/>
              <a:gd name="connsiteX3431" fmla="*/ 1317401 w 6501199"/>
              <a:gd name="connsiteY3431" fmla="*/ 1533465 h 6382977"/>
              <a:gd name="connsiteX3432" fmla="*/ 1299039 w 6501199"/>
              <a:gd name="connsiteY3432" fmla="*/ 1558302 h 6382977"/>
              <a:gd name="connsiteX3433" fmla="*/ 1317401 w 6501199"/>
              <a:gd name="connsiteY3433" fmla="*/ 1533465 h 6382977"/>
              <a:gd name="connsiteX3434" fmla="*/ 5834855 w 6501199"/>
              <a:gd name="connsiteY3434" fmla="*/ 1523723 h 6382977"/>
              <a:gd name="connsiteX3435" fmla="*/ 5816495 w 6501199"/>
              <a:gd name="connsiteY3435" fmla="*/ 1546765 h 6382977"/>
              <a:gd name="connsiteX3436" fmla="*/ 5825855 w 6501199"/>
              <a:gd name="connsiteY3436" fmla="*/ 1560086 h 6382977"/>
              <a:gd name="connsiteX3437" fmla="*/ 5839535 w 6501199"/>
              <a:gd name="connsiteY3437" fmla="*/ 1560086 h 6382977"/>
              <a:gd name="connsiteX3438" fmla="*/ 5834855 w 6501199"/>
              <a:gd name="connsiteY3438" fmla="*/ 1523723 h 6382977"/>
              <a:gd name="connsiteX3439" fmla="*/ 5018267 w 6501199"/>
              <a:gd name="connsiteY3439" fmla="*/ 1523514 h 6382977"/>
              <a:gd name="connsiteX3440" fmla="*/ 5018238 w 6501199"/>
              <a:gd name="connsiteY3440" fmla="*/ 1523652 h 6382977"/>
              <a:gd name="connsiteX3441" fmla="*/ 5018150 w 6501199"/>
              <a:gd name="connsiteY3441" fmla="*/ 1523650 h 6382977"/>
              <a:gd name="connsiteX3442" fmla="*/ 1290038 w 6501199"/>
              <a:gd name="connsiteY3442" fmla="*/ 1521947 h 6382977"/>
              <a:gd name="connsiteX3443" fmla="*/ 1274196 w 6501199"/>
              <a:gd name="connsiteY3443" fmla="*/ 1535625 h 6382977"/>
              <a:gd name="connsiteX3444" fmla="*/ 1290038 w 6501199"/>
              <a:gd name="connsiteY3444" fmla="*/ 1521947 h 6382977"/>
              <a:gd name="connsiteX3445" fmla="*/ 5709822 w 6501199"/>
              <a:gd name="connsiteY3445" fmla="*/ 1519237 h 6382977"/>
              <a:gd name="connsiteX3446" fmla="*/ 5716891 w 6501199"/>
              <a:gd name="connsiteY3446" fmla="*/ 1556984 h 6382977"/>
              <a:gd name="connsiteX3447" fmla="*/ 5698288 w 6501199"/>
              <a:gd name="connsiteY3447" fmla="*/ 1543578 h 6382977"/>
              <a:gd name="connsiteX3448" fmla="*/ 5709822 w 6501199"/>
              <a:gd name="connsiteY3448" fmla="*/ 1519237 h 6382977"/>
              <a:gd name="connsiteX3449" fmla="*/ 5921256 w 6501199"/>
              <a:gd name="connsiteY3449" fmla="*/ 1512563 h 6382977"/>
              <a:gd name="connsiteX3450" fmla="*/ 5910096 w 6501199"/>
              <a:gd name="connsiteY3450" fmla="*/ 1516883 h 6382977"/>
              <a:gd name="connsiteX3451" fmla="*/ 5910096 w 6501199"/>
              <a:gd name="connsiteY3451" fmla="*/ 1553605 h 6382977"/>
              <a:gd name="connsiteX3452" fmla="*/ 5921256 w 6501199"/>
              <a:gd name="connsiteY3452" fmla="*/ 1512563 h 6382977"/>
              <a:gd name="connsiteX3453" fmla="*/ 5020529 w 6501199"/>
              <a:gd name="connsiteY3453" fmla="*/ 1512563 h 6382977"/>
              <a:gd name="connsiteX3454" fmla="*/ 5020664 w 6501199"/>
              <a:gd name="connsiteY3454" fmla="*/ 1520708 h 6382977"/>
              <a:gd name="connsiteX3455" fmla="*/ 5018267 w 6501199"/>
              <a:gd name="connsiteY3455" fmla="*/ 1523514 h 6382977"/>
              <a:gd name="connsiteX3456" fmla="*/ 4876025 w 6501199"/>
              <a:gd name="connsiteY3456" fmla="*/ 1500187 h 6382977"/>
              <a:gd name="connsiteX3457" fmla="*/ 4865159 w 6501199"/>
              <a:gd name="connsiteY3457" fmla="*/ 1534748 h 6382977"/>
              <a:gd name="connsiteX3458" fmla="*/ 4876025 w 6501199"/>
              <a:gd name="connsiteY3458" fmla="*/ 1500187 h 6382977"/>
              <a:gd name="connsiteX3459" fmla="*/ 1512902 w 6501199"/>
              <a:gd name="connsiteY3459" fmla="*/ 1499270 h 6382977"/>
              <a:gd name="connsiteX3460" fmla="*/ 1488059 w 6501199"/>
              <a:gd name="connsiteY3460" fmla="*/ 1521947 h 6382977"/>
              <a:gd name="connsiteX3461" fmla="*/ 1512902 w 6501199"/>
              <a:gd name="connsiteY3461" fmla="*/ 1499270 h 6382977"/>
              <a:gd name="connsiteX3462" fmla="*/ 5980297 w 6501199"/>
              <a:gd name="connsiteY3462" fmla="*/ 1496361 h 6382977"/>
              <a:gd name="connsiteX3463" fmla="*/ 5953297 w 6501199"/>
              <a:gd name="connsiteY3463" fmla="*/ 1560086 h 6382977"/>
              <a:gd name="connsiteX3464" fmla="*/ 5934937 w 6501199"/>
              <a:gd name="connsiteY3464" fmla="*/ 1573767 h 6382977"/>
              <a:gd name="connsiteX3465" fmla="*/ 5950777 w 6501199"/>
              <a:gd name="connsiteY3465" fmla="*/ 1571607 h 6382977"/>
              <a:gd name="connsiteX3466" fmla="*/ 5934937 w 6501199"/>
              <a:gd name="connsiteY3466" fmla="*/ 1628491 h 6382977"/>
              <a:gd name="connsiteX3467" fmla="*/ 5969137 w 6501199"/>
              <a:gd name="connsiteY3467" fmla="*/ 1589968 h 6382977"/>
              <a:gd name="connsiteX3468" fmla="*/ 5964457 w 6501199"/>
              <a:gd name="connsiteY3468" fmla="*/ 1548925 h 6382977"/>
              <a:gd name="connsiteX3469" fmla="*/ 5987137 w 6501199"/>
              <a:gd name="connsiteY3469" fmla="*/ 1553605 h 6382977"/>
              <a:gd name="connsiteX3470" fmla="*/ 5993977 w 6501199"/>
              <a:gd name="connsiteY3470" fmla="*/ 1530564 h 6382977"/>
              <a:gd name="connsiteX3471" fmla="*/ 5975977 w 6501199"/>
              <a:gd name="connsiteY3471" fmla="*/ 1519403 h 6382977"/>
              <a:gd name="connsiteX3472" fmla="*/ 5980297 w 6501199"/>
              <a:gd name="connsiteY3472" fmla="*/ 1496361 h 6382977"/>
              <a:gd name="connsiteX3473" fmla="*/ 5165499 w 6501199"/>
              <a:gd name="connsiteY3473" fmla="*/ 1495425 h 6382977"/>
              <a:gd name="connsiteX3474" fmla="*/ 5177222 w 6501199"/>
              <a:gd name="connsiteY3474" fmla="*/ 1502185 h 6382977"/>
              <a:gd name="connsiteX3475" fmla="*/ 5158538 w 6501199"/>
              <a:gd name="connsiteY3475" fmla="*/ 1508946 h 6382977"/>
              <a:gd name="connsiteX3476" fmla="*/ 5170261 w 6501199"/>
              <a:gd name="connsiteY3476" fmla="*/ 1506811 h 6382977"/>
              <a:gd name="connsiteX3477" fmla="*/ 5165499 w 6501199"/>
              <a:gd name="connsiteY3477" fmla="*/ 1495425 h 6382977"/>
              <a:gd name="connsiteX3478" fmla="*/ 5629116 w 6501199"/>
              <a:gd name="connsiteY3478" fmla="*/ 1479550 h 6382977"/>
              <a:gd name="connsiteX3479" fmla="*/ 5624835 w 6501199"/>
              <a:gd name="connsiteY3479" fmla="*/ 1502990 h 6382977"/>
              <a:gd name="connsiteX3480" fmla="*/ 5629116 w 6501199"/>
              <a:gd name="connsiteY3480" fmla="*/ 1479550 h 6382977"/>
              <a:gd name="connsiteX3481" fmla="*/ 5810345 w 6501199"/>
              <a:gd name="connsiteY3481" fmla="*/ 1474623 h 6382977"/>
              <a:gd name="connsiteX3482" fmla="*/ 5807354 w 6501199"/>
              <a:gd name="connsiteY3482" fmla="*/ 1486502 h 6382977"/>
              <a:gd name="connsiteX3483" fmla="*/ 5811995 w 6501199"/>
              <a:gd name="connsiteY3483" fmla="*/ 1490646 h 6382977"/>
              <a:gd name="connsiteX3484" fmla="*/ 5823335 w 6501199"/>
              <a:gd name="connsiteY3484" fmla="*/ 1498882 h 6382977"/>
              <a:gd name="connsiteX3485" fmla="*/ 5832695 w 6501199"/>
              <a:gd name="connsiteY3485" fmla="*/ 1485201 h 6382977"/>
              <a:gd name="connsiteX3486" fmla="*/ 5816495 w 6501199"/>
              <a:gd name="connsiteY3486" fmla="*/ 1483041 h 6382977"/>
              <a:gd name="connsiteX3487" fmla="*/ 4899223 w 6501199"/>
              <a:gd name="connsiteY3487" fmla="*/ 1468437 h 6382977"/>
              <a:gd name="connsiteX3488" fmla="*/ 4892666 w 6501199"/>
              <a:gd name="connsiteY3488" fmla="*/ 1493474 h 6382977"/>
              <a:gd name="connsiteX3489" fmla="*/ 4899223 w 6501199"/>
              <a:gd name="connsiteY3489" fmla="*/ 1468437 h 6382977"/>
              <a:gd name="connsiteX3490" fmla="*/ 5934937 w 6501199"/>
              <a:gd name="connsiteY3490" fmla="*/ 1464679 h 6382977"/>
              <a:gd name="connsiteX3491" fmla="*/ 5914416 w 6501199"/>
              <a:gd name="connsiteY3491" fmla="*/ 1503202 h 6382977"/>
              <a:gd name="connsiteX3492" fmla="*/ 5943937 w 6501199"/>
              <a:gd name="connsiteY3492" fmla="*/ 1492041 h 6382977"/>
              <a:gd name="connsiteX3493" fmla="*/ 5953297 w 6501199"/>
              <a:gd name="connsiteY3493" fmla="*/ 1476200 h 6382977"/>
              <a:gd name="connsiteX3494" fmla="*/ 5928097 w 6501199"/>
              <a:gd name="connsiteY3494" fmla="*/ 1471520 h 6382977"/>
              <a:gd name="connsiteX3495" fmla="*/ 5817247 w 6501199"/>
              <a:gd name="connsiteY3495" fmla="*/ 1455764 h 6382977"/>
              <a:gd name="connsiteX3496" fmla="*/ 5815940 w 6501199"/>
              <a:gd name="connsiteY3496" fmla="*/ 1458664 h 6382977"/>
              <a:gd name="connsiteX3497" fmla="*/ 5817553 w 6501199"/>
              <a:gd name="connsiteY3497" fmla="*/ 1457012 h 6382977"/>
              <a:gd name="connsiteX3498" fmla="*/ 5170567 w 6501199"/>
              <a:gd name="connsiteY3498" fmla="*/ 1454803 h 6382977"/>
              <a:gd name="connsiteX3499" fmla="*/ 5193105 w 6501199"/>
              <a:gd name="connsiteY3499" fmla="*/ 1457044 h 6382977"/>
              <a:gd name="connsiteX3500" fmla="*/ 5181657 w 6501199"/>
              <a:gd name="connsiteY3500" fmla="*/ 1471238 h 6382977"/>
              <a:gd name="connsiteX3501" fmla="*/ 5170567 w 6501199"/>
              <a:gd name="connsiteY3501" fmla="*/ 1454803 h 6382977"/>
              <a:gd name="connsiteX3502" fmla="*/ 5126924 w 6501199"/>
              <a:gd name="connsiteY3502" fmla="*/ 1450677 h 6382977"/>
              <a:gd name="connsiteX3503" fmla="*/ 5117673 w 6501199"/>
              <a:gd name="connsiteY3503" fmla="*/ 1464816 h 6382977"/>
              <a:gd name="connsiteX3504" fmla="*/ 5126924 w 6501199"/>
              <a:gd name="connsiteY3504" fmla="*/ 1450677 h 6382977"/>
              <a:gd name="connsiteX3505" fmla="*/ 5922517 w 6501199"/>
              <a:gd name="connsiteY3505" fmla="*/ 1447353 h 6382977"/>
              <a:gd name="connsiteX3506" fmla="*/ 5916936 w 6501199"/>
              <a:gd name="connsiteY3506" fmla="*/ 1450998 h 6382977"/>
              <a:gd name="connsiteX3507" fmla="*/ 5923417 w 6501199"/>
              <a:gd name="connsiteY3507" fmla="*/ 1464679 h 6382977"/>
              <a:gd name="connsiteX3508" fmla="*/ 5928097 w 6501199"/>
              <a:gd name="connsiteY3508" fmla="*/ 1448838 h 6382977"/>
              <a:gd name="connsiteX3509" fmla="*/ 5922517 w 6501199"/>
              <a:gd name="connsiteY3509" fmla="*/ 1447353 h 6382977"/>
              <a:gd name="connsiteX3510" fmla="*/ 6439405 w 6501199"/>
              <a:gd name="connsiteY3510" fmla="*/ 1443633 h 6382977"/>
              <a:gd name="connsiteX3511" fmla="*/ 6432607 w 6501199"/>
              <a:gd name="connsiteY3511" fmla="*/ 1459640 h 6382977"/>
              <a:gd name="connsiteX3512" fmla="*/ 6444055 w 6501199"/>
              <a:gd name="connsiteY3512" fmla="*/ 1466552 h 6382977"/>
              <a:gd name="connsiteX3513" fmla="*/ 6439405 w 6501199"/>
              <a:gd name="connsiteY3513" fmla="*/ 1443633 h 6382977"/>
              <a:gd name="connsiteX3514" fmla="*/ 6294965 w 6501199"/>
              <a:gd name="connsiteY3514" fmla="*/ 1435100 h 6382977"/>
              <a:gd name="connsiteX3515" fmla="*/ 6306871 w 6501199"/>
              <a:gd name="connsiteY3515" fmla="*/ 1462212 h 6382977"/>
              <a:gd name="connsiteX3516" fmla="*/ 6294965 w 6501199"/>
              <a:gd name="connsiteY3516" fmla="*/ 1435100 h 6382977"/>
              <a:gd name="connsiteX3517" fmla="*/ 3923751 w 6501199"/>
              <a:gd name="connsiteY3517" fmla="*/ 1429210 h 6382977"/>
              <a:gd name="connsiteX3518" fmla="*/ 3912916 w 6501199"/>
              <a:gd name="connsiteY3518" fmla="*/ 1447078 h 6382977"/>
              <a:gd name="connsiteX3519" fmla="*/ 3928758 w 6501199"/>
              <a:gd name="connsiteY3519" fmla="*/ 1430880 h 6382977"/>
              <a:gd name="connsiteX3520" fmla="*/ 3923751 w 6501199"/>
              <a:gd name="connsiteY3520" fmla="*/ 1429210 h 6382977"/>
              <a:gd name="connsiteX3521" fmla="*/ 1958989 w 6501199"/>
              <a:gd name="connsiteY3521" fmla="*/ 1408204 h 6382977"/>
              <a:gd name="connsiteX3522" fmla="*/ 1929466 w 6501199"/>
              <a:gd name="connsiteY3522" fmla="*/ 1419722 h 6382977"/>
              <a:gd name="connsiteX3523" fmla="*/ 1940627 w 6501199"/>
              <a:gd name="connsiteY3523" fmla="*/ 1424041 h 6382977"/>
              <a:gd name="connsiteX3524" fmla="*/ 1965830 w 6501199"/>
              <a:gd name="connsiteY3524" fmla="*/ 1412883 h 6382977"/>
              <a:gd name="connsiteX3525" fmla="*/ 1958989 w 6501199"/>
              <a:gd name="connsiteY3525" fmla="*/ 1408204 h 6382977"/>
              <a:gd name="connsiteX3526" fmla="*/ 2081762 w 6501199"/>
              <a:gd name="connsiteY3526" fmla="*/ 1401365 h 6382977"/>
              <a:gd name="connsiteX3527" fmla="*/ 2063760 w 6501199"/>
              <a:gd name="connsiteY3527" fmla="*/ 1412883 h 6382977"/>
              <a:gd name="connsiteX3528" fmla="*/ 2077442 w 6501199"/>
              <a:gd name="connsiteY3528" fmla="*/ 1424041 h 6382977"/>
              <a:gd name="connsiteX3529" fmla="*/ 2081762 w 6501199"/>
              <a:gd name="connsiteY3529" fmla="*/ 1401365 h 6382977"/>
              <a:gd name="connsiteX3530" fmla="*/ 5591396 w 6501199"/>
              <a:gd name="connsiteY3530" fmla="*/ 1400175 h 6382977"/>
              <a:gd name="connsiteX3531" fmla="*/ 5595630 w 6501199"/>
              <a:gd name="connsiteY3531" fmla="*/ 1436329 h 6382977"/>
              <a:gd name="connsiteX3532" fmla="*/ 5584694 w 6501199"/>
              <a:gd name="connsiteY3532" fmla="*/ 1434181 h 6382977"/>
              <a:gd name="connsiteX3533" fmla="*/ 5591396 w 6501199"/>
              <a:gd name="connsiteY3533" fmla="*/ 1400175 h 6382977"/>
              <a:gd name="connsiteX3534" fmla="*/ 5885278 w 6501199"/>
              <a:gd name="connsiteY3534" fmla="*/ 1398587 h 6382977"/>
              <a:gd name="connsiteX3535" fmla="*/ 5869257 w 6501199"/>
              <a:gd name="connsiteY3535" fmla="*/ 1454952 h 6382977"/>
              <a:gd name="connsiteX3536" fmla="*/ 5885278 w 6501199"/>
              <a:gd name="connsiteY3536" fmla="*/ 1398587 h 6382977"/>
              <a:gd name="connsiteX3537" fmla="*/ 3727496 w 6501199"/>
              <a:gd name="connsiteY3537" fmla="*/ 1396325 h 6382977"/>
              <a:gd name="connsiteX3538" fmla="*/ 3721736 w 6501199"/>
              <a:gd name="connsiteY3538" fmla="*/ 1396685 h 6382977"/>
              <a:gd name="connsiteX3539" fmla="*/ 3733257 w 6501199"/>
              <a:gd name="connsiteY3539" fmla="*/ 1399205 h 6382977"/>
              <a:gd name="connsiteX3540" fmla="*/ 3727496 w 6501199"/>
              <a:gd name="connsiteY3540" fmla="*/ 1396325 h 6382977"/>
              <a:gd name="connsiteX3541" fmla="*/ 2122806 w 6501199"/>
              <a:gd name="connsiteY3541" fmla="*/ 1390206 h 6382977"/>
              <a:gd name="connsiteX3542" fmla="*/ 2109125 w 6501199"/>
              <a:gd name="connsiteY3542" fmla="*/ 1410363 h 6382977"/>
              <a:gd name="connsiteX3543" fmla="*/ 2120286 w 6501199"/>
              <a:gd name="connsiteY3543" fmla="*/ 1415043 h 6382977"/>
              <a:gd name="connsiteX3544" fmla="*/ 2141168 w 6501199"/>
              <a:gd name="connsiteY3544" fmla="*/ 1403524 h 6382977"/>
              <a:gd name="connsiteX3545" fmla="*/ 2122806 w 6501199"/>
              <a:gd name="connsiteY3545" fmla="*/ 1394526 h 6382977"/>
              <a:gd name="connsiteX3546" fmla="*/ 2122806 w 6501199"/>
              <a:gd name="connsiteY3546" fmla="*/ 1390206 h 6382977"/>
              <a:gd name="connsiteX3547" fmla="*/ 2168171 w 6501199"/>
              <a:gd name="connsiteY3547" fmla="*/ 1387687 h 6382977"/>
              <a:gd name="connsiteX3548" fmla="*/ 2145489 w 6501199"/>
              <a:gd name="connsiteY3548" fmla="*/ 1403524 h 6382977"/>
              <a:gd name="connsiteX3549" fmla="*/ 2168171 w 6501199"/>
              <a:gd name="connsiteY3549" fmla="*/ 1387687 h 6382977"/>
              <a:gd name="connsiteX3550" fmla="*/ 6293614 w 6501199"/>
              <a:gd name="connsiteY3550" fmla="*/ 1384300 h 6382977"/>
              <a:gd name="connsiteX3551" fmla="*/ 6305100 w 6501199"/>
              <a:gd name="connsiteY3551" fmla="*/ 1420454 h 6382977"/>
              <a:gd name="connsiteX3552" fmla="*/ 6289307 w 6501199"/>
              <a:gd name="connsiteY3552" fmla="*/ 1420454 h 6382977"/>
              <a:gd name="connsiteX3553" fmla="*/ 6293614 w 6501199"/>
              <a:gd name="connsiteY3553" fmla="*/ 1384300 h 6382977"/>
              <a:gd name="connsiteX3554" fmla="*/ 4891566 w 6501199"/>
              <a:gd name="connsiteY3554" fmla="*/ 1384300 h 6382977"/>
              <a:gd name="connsiteX3555" fmla="*/ 4854917 w 6501199"/>
              <a:gd name="connsiteY3555" fmla="*/ 1410936 h 6382977"/>
              <a:gd name="connsiteX3556" fmla="*/ 4891566 w 6501199"/>
              <a:gd name="connsiteY3556" fmla="*/ 1384300 h 6382977"/>
              <a:gd name="connsiteX3557" fmla="*/ 4044819 w 6501199"/>
              <a:gd name="connsiteY3557" fmla="*/ 1379537 h 6382977"/>
              <a:gd name="connsiteX3558" fmla="*/ 4031413 w 6501199"/>
              <a:gd name="connsiteY3558" fmla="*/ 1393458 h 6382977"/>
              <a:gd name="connsiteX3559" fmla="*/ 4044819 w 6501199"/>
              <a:gd name="connsiteY3559" fmla="*/ 1379537 h 6382977"/>
              <a:gd name="connsiteX3560" fmla="*/ 5061210 w 6501199"/>
              <a:gd name="connsiteY3560" fmla="*/ 1378273 h 6382977"/>
              <a:gd name="connsiteX3561" fmla="*/ 5063730 w 6501199"/>
              <a:gd name="connsiteY3561" fmla="*/ 1419316 h 6382977"/>
              <a:gd name="connsiteX3562" fmla="*/ 5052209 w 6501199"/>
              <a:gd name="connsiteY3562" fmla="*/ 1439478 h 6382977"/>
              <a:gd name="connsiteX3563" fmla="*/ 5038529 w 6501199"/>
              <a:gd name="connsiteY3563" fmla="*/ 1446678 h 6382977"/>
              <a:gd name="connsiteX3564" fmla="*/ 5061210 w 6501199"/>
              <a:gd name="connsiteY3564" fmla="*/ 1378273 h 6382977"/>
              <a:gd name="connsiteX3565" fmla="*/ 3884997 w 6501199"/>
              <a:gd name="connsiteY3565" fmla="*/ 1377950 h 6382977"/>
              <a:gd name="connsiteX3566" fmla="*/ 3878036 w 6501199"/>
              <a:gd name="connsiteY3566" fmla="*/ 1388725 h 6382977"/>
              <a:gd name="connsiteX3567" fmla="*/ 3884997 w 6501199"/>
              <a:gd name="connsiteY3567" fmla="*/ 1377950 h 6382977"/>
              <a:gd name="connsiteX3568" fmla="*/ 3900898 w 6501199"/>
              <a:gd name="connsiteY3568" fmla="*/ 1375751 h 6382977"/>
              <a:gd name="connsiteX3569" fmla="*/ 3896475 w 6501199"/>
              <a:gd name="connsiteY3569" fmla="*/ 1391870 h 6382977"/>
              <a:gd name="connsiteX3570" fmla="*/ 3900898 w 6501199"/>
              <a:gd name="connsiteY3570" fmla="*/ 1375751 h 6382977"/>
              <a:gd name="connsiteX3571" fmla="*/ 6417061 w 6501199"/>
              <a:gd name="connsiteY3571" fmla="*/ 1371600 h 6382977"/>
              <a:gd name="connsiteX3572" fmla="*/ 6412332 w 6501199"/>
              <a:gd name="connsiteY3572" fmla="*/ 1466492 h 6382977"/>
              <a:gd name="connsiteX3573" fmla="*/ 6417061 w 6501199"/>
              <a:gd name="connsiteY3573" fmla="*/ 1371600 h 6382977"/>
              <a:gd name="connsiteX3574" fmla="*/ 5884744 w 6501199"/>
              <a:gd name="connsiteY3574" fmla="*/ 1368425 h 6382977"/>
              <a:gd name="connsiteX3575" fmla="*/ 5901116 w 6501199"/>
              <a:gd name="connsiteY3575" fmla="*/ 1389138 h 6382977"/>
              <a:gd name="connsiteX3576" fmla="*/ 5884744 w 6501199"/>
              <a:gd name="connsiteY3576" fmla="*/ 1368425 h 6382977"/>
              <a:gd name="connsiteX3577" fmla="*/ 5586022 w 6501199"/>
              <a:gd name="connsiteY3577" fmla="*/ 1366837 h 6382977"/>
              <a:gd name="connsiteX3578" fmla="*/ 5590673 w 6501199"/>
              <a:gd name="connsiteY3578" fmla="*/ 1393474 h 6382977"/>
              <a:gd name="connsiteX3579" fmla="*/ 5586022 w 6501199"/>
              <a:gd name="connsiteY3579" fmla="*/ 1366837 h 6382977"/>
              <a:gd name="connsiteX3580" fmla="*/ 5949669 w 6501199"/>
              <a:gd name="connsiteY3580" fmla="*/ 1364176 h 6382977"/>
              <a:gd name="connsiteX3581" fmla="*/ 5937097 w 6501199"/>
              <a:gd name="connsiteY3581" fmla="*/ 1364592 h 6382977"/>
              <a:gd name="connsiteX3582" fmla="*/ 5939617 w 6501199"/>
              <a:gd name="connsiteY3582" fmla="*/ 1380433 h 6382977"/>
              <a:gd name="connsiteX3583" fmla="*/ 5957617 w 6501199"/>
              <a:gd name="connsiteY3583" fmla="*/ 1396275 h 6382977"/>
              <a:gd name="connsiteX3584" fmla="*/ 5949669 w 6501199"/>
              <a:gd name="connsiteY3584" fmla="*/ 1364176 h 6382977"/>
              <a:gd name="connsiteX3585" fmla="*/ 3994900 w 6501199"/>
              <a:gd name="connsiteY3585" fmla="*/ 1362075 h 6382977"/>
              <a:gd name="connsiteX3586" fmla="*/ 4004059 w 6501199"/>
              <a:gd name="connsiteY3586" fmla="*/ 1375393 h 6382977"/>
              <a:gd name="connsiteX3587" fmla="*/ 3987940 w 6501199"/>
              <a:gd name="connsiteY3587" fmla="*/ 1379599 h 6382977"/>
              <a:gd name="connsiteX3588" fmla="*/ 3994900 w 6501199"/>
              <a:gd name="connsiteY3588" fmla="*/ 1362075 h 6382977"/>
              <a:gd name="connsiteX3589" fmla="*/ 3558909 w 6501199"/>
              <a:gd name="connsiteY3589" fmla="*/ 1361231 h 6382977"/>
              <a:gd name="connsiteX3590" fmla="*/ 3542077 w 6501199"/>
              <a:gd name="connsiteY3590" fmla="*/ 1367170 h 6382977"/>
              <a:gd name="connsiteX3591" fmla="*/ 3574120 w 6501199"/>
              <a:gd name="connsiteY3591" fmla="*/ 1367170 h 6382977"/>
              <a:gd name="connsiteX3592" fmla="*/ 3558909 w 6501199"/>
              <a:gd name="connsiteY3592" fmla="*/ 1361231 h 6382977"/>
              <a:gd name="connsiteX3593" fmla="*/ 2183788 w 6501199"/>
              <a:gd name="connsiteY3593" fmla="*/ 1355111 h 6382977"/>
              <a:gd name="connsiteX3594" fmla="*/ 2175012 w 6501199"/>
              <a:gd name="connsiteY3594" fmla="*/ 1365010 h 6382977"/>
              <a:gd name="connsiteX3595" fmla="*/ 2197694 w 6501199"/>
              <a:gd name="connsiteY3595" fmla="*/ 1360331 h 6382977"/>
              <a:gd name="connsiteX3596" fmla="*/ 2183788 w 6501199"/>
              <a:gd name="connsiteY3596" fmla="*/ 1355111 h 6382977"/>
              <a:gd name="connsiteX3597" fmla="*/ 3836135 w 6501199"/>
              <a:gd name="connsiteY3597" fmla="*/ 1352428 h 6382977"/>
              <a:gd name="connsiteX3598" fmla="*/ 3842134 w 6501199"/>
              <a:gd name="connsiteY3598" fmla="*/ 1357923 h 6382977"/>
              <a:gd name="connsiteX3599" fmla="*/ 3828213 w 6501199"/>
              <a:gd name="connsiteY3599" fmla="*/ 1355725 h 6382977"/>
              <a:gd name="connsiteX3600" fmla="*/ 3836135 w 6501199"/>
              <a:gd name="connsiteY3600" fmla="*/ 1352428 h 6382977"/>
              <a:gd name="connsiteX3601" fmla="*/ 5769227 w 6501199"/>
              <a:gd name="connsiteY3601" fmla="*/ 1350962 h 6382977"/>
              <a:gd name="connsiteX3602" fmla="*/ 5780475 w 6501199"/>
              <a:gd name="connsiteY3602" fmla="*/ 1360120 h 6382977"/>
              <a:gd name="connsiteX3603" fmla="*/ 5773581 w 6501199"/>
              <a:gd name="connsiteY3603" fmla="*/ 1369645 h 6382977"/>
              <a:gd name="connsiteX3604" fmla="*/ 5769227 w 6501199"/>
              <a:gd name="connsiteY3604" fmla="*/ 1350962 h 6382977"/>
              <a:gd name="connsiteX3605" fmla="*/ 1519620 w 6501199"/>
              <a:gd name="connsiteY3605" fmla="*/ 1350962 h 6382977"/>
              <a:gd name="connsiteX3606" fmla="*/ 1489474 w 6501199"/>
              <a:gd name="connsiteY3606" fmla="*/ 1380761 h 6382977"/>
              <a:gd name="connsiteX3607" fmla="*/ 1519620 w 6501199"/>
              <a:gd name="connsiteY3607" fmla="*/ 1350962 h 6382977"/>
              <a:gd name="connsiteX3608" fmla="*/ 3675904 w 6501199"/>
              <a:gd name="connsiteY3608" fmla="*/ 1348334 h 6382977"/>
              <a:gd name="connsiteX3609" fmla="*/ 3662689 w 6501199"/>
              <a:gd name="connsiteY3609" fmla="*/ 1360331 h 6382977"/>
              <a:gd name="connsiteX3610" fmla="*/ 3676371 w 6501199"/>
              <a:gd name="connsiteY3610" fmla="*/ 1358171 h 6382977"/>
              <a:gd name="connsiteX3611" fmla="*/ 3675904 w 6501199"/>
              <a:gd name="connsiteY3611" fmla="*/ 1348334 h 6382977"/>
              <a:gd name="connsiteX3612" fmla="*/ 5441113 w 6501199"/>
              <a:gd name="connsiteY3612" fmla="*/ 1345707 h 6382977"/>
              <a:gd name="connsiteX3613" fmla="*/ 5456635 w 6501199"/>
              <a:gd name="connsiteY3613" fmla="*/ 1345707 h 6382977"/>
              <a:gd name="connsiteX3614" fmla="*/ 5445346 w 6501199"/>
              <a:gd name="connsiteY3614" fmla="*/ 1357093 h 6382977"/>
              <a:gd name="connsiteX3615" fmla="*/ 5441113 w 6501199"/>
              <a:gd name="connsiteY3615" fmla="*/ 1345707 h 6382977"/>
              <a:gd name="connsiteX3616" fmla="*/ 4060672 w 6501199"/>
              <a:gd name="connsiteY3616" fmla="*/ 1344612 h 6382977"/>
              <a:gd name="connsiteX3617" fmla="*/ 4042525 w 6501199"/>
              <a:gd name="connsiteY3617" fmla="*/ 1360353 h 6382977"/>
              <a:gd name="connsiteX3618" fmla="*/ 4060672 w 6501199"/>
              <a:gd name="connsiteY3618" fmla="*/ 1344612 h 6382977"/>
              <a:gd name="connsiteX3619" fmla="*/ 4096781 w 6501199"/>
              <a:gd name="connsiteY3619" fmla="*/ 1341276 h 6382977"/>
              <a:gd name="connsiteX3620" fmla="*/ 4104074 w 6501199"/>
              <a:gd name="connsiteY3620" fmla="*/ 1346075 h 6382977"/>
              <a:gd name="connsiteX3621" fmla="*/ 4072060 w 6501199"/>
              <a:gd name="connsiteY3621" fmla="*/ 1357530 h 6382977"/>
              <a:gd name="connsiteX3622" fmla="*/ 4069513 w 6501199"/>
              <a:gd name="connsiteY3622" fmla="*/ 1341779 h 6382977"/>
              <a:gd name="connsiteX3623" fmla="*/ 4096781 w 6501199"/>
              <a:gd name="connsiteY3623" fmla="*/ 1341276 h 6382977"/>
              <a:gd name="connsiteX3624" fmla="*/ 3406207 w 6501199"/>
              <a:gd name="connsiteY3624" fmla="*/ 1340218 h 6382977"/>
              <a:gd name="connsiteX3625" fmla="*/ 3398781 w 6501199"/>
              <a:gd name="connsiteY3625" fmla="*/ 1351332 h 6382977"/>
              <a:gd name="connsiteX3626" fmla="*/ 3417143 w 6501199"/>
              <a:gd name="connsiteY3626" fmla="*/ 1344493 h 6382977"/>
              <a:gd name="connsiteX3627" fmla="*/ 3406207 w 6501199"/>
              <a:gd name="connsiteY3627" fmla="*/ 1340218 h 6382977"/>
              <a:gd name="connsiteX3628" fmla="*/ 1969457 w 6501199"/>
              <a:gd name="connsiteY3628" fmla="*/ 1339850 h 6382977"/>
              <a:gd name="connsiteX3629" fmla="*/ 1973663 w 6501199"/>
              <a:gd name="connsiteY3629" fmla="*/ 1351573 h 6382977"/>
              <a:gd name="connsiteX3630" fmla="*/ 1949479 w 6501199"/>
              <a:gd name="connsiteY3630" fmla="*/ 1349375 h 6382977"/>
              <a:gd name="connsiteX3631" fmla="*/ 1969457 w 6501199"/>
              <a:gd name="connsiteY3631" fmla="*/ 1339850 h 6382977"/>
              <a:gd name="connsiteX3632" fmla="*/ 1876913 w 6501199"/>
              <a:gd name="connsiteY3632" fmla="*/ 1339850 h 6382977"/>
              <a:gd name="connsiteX3633" fmla="*/ 1843176 w 6501199"/>
              <a:gd name="connsiteY3633" fmla="*/ 1369653 h 6382977"/>
              <a:gd name="connsiteX3634" fmla="*/ 1876913 w 6501199"/>
              <a:gd name="connsiteY3634" fmla="*/ 1339850 h 6382977"/>
              <a:gd name="connsiteX3635" fmla="*/ 3889023 w 6501199"/>
              <a:gd name="connsiteY3635" fmla="*/ 1338228 h 6382977"/>
              <a:gd name="connsiteX3636" fmla="*/ 3894535 w 6501199"/>
              <a:gd name="connsiteY3636" fmla="*/ 1341163 h 6382977"/>
              <a:gd name="connsiteX3637" fmla="*/ 3885363 w 6501199"/>
              <a:gd name="connsiteY3637" fmla="*/ 1345433 h 6382977"/>
              <a:gd name="connsiteX3638" fmla="*/ 3889023 w 6501199"/>
              <a:gd name="connsiteY3638" fmla="*/ 1338228 h 6382977"/>
              <a:gd name="connsiteX3639" fmla="*/ 2382214 w 6501199"/>
              <a:gd name="connsiteY3639" fmla="*/ 1335764 h 6382977"/>
              <a:gd name="connsiteX3640" fmla="*/ 2364032 w 6501199"/>
              <a:gd name="connsiteY3640" fmla="*/ 1349172 h 6382977"/>
              <a:gd name="connsiteX3641" fmla="*/ 2400396 w 6501199"/>
              <a:gd name="connsiteY3641" fmla="*/ 1344493 h 6382977"/>
              <a:gd name="connsiteX3642" fmla="*/ 2382214 w 6501199"/>
              <a:gd name="connsiteY3642" fmla="*/ 1335764 h 6382977"/>
              <a:gd name="connsiteX3643" fmla="*/ 6478871 w 6501199"/>
              <a:gd name="connsiteY3643" fmla="*/ 1335087 h 6382977"/>
              <a:gd name="connsiteX3644" fmla="*/ 6485672 w 6501199"/>
              <a:gd name="connsiteY3644" fmla="*/ 1362706 h 6382977"/>
              <a:gd name="connsiteX3645" fmla="*/ 6478871 w 6501199"/>
              <a:gd name="connsiteY3645" fmla="*/ 1335087 h 6382977"/>
              <a:gd name="connsiteX3646" fmla="*/ 3995783 w 6501199"/>
              <a:gd name="connsiteY3646" fmla="*/ 1331912 h 6382977"/>
              <a:gd name="connsiteX3647" fmla="*/ 3997899 w 6501199"/>
              <a:gd name="connsiteY3647" fmla="*/ 1348010 h 6382977"/>
              <a:gd name="connsiteX3648" fmla="*/ 3989080 w 6501199"/>
              <a:gd name="connsiteY3648" fmla="*/ 1348010 h 6382977"/>
              <a:gd name="connsiteX3649" fmla="*/ 3995783 w 6501199"/>
              <a:gd name="connsiteY3649" fmla="*/ 1331912 h 6382977"/>
              <a:gd name="connsiteX3650" fmla="*/ 4904456 w 6501199"/>
              <a:gd name="connsiteY3650" fmla="*/ 1328737 h 6382977"/>
              <a:gd name="connsiteX3651" fmla="*/ 4909081 w 6501199"/>
              <a:gd name="connsiteY3651" fmla="*/ 1351597 h 6382977"/>
              <a:gd name="connsiteX3652" fmla="*/ 4895560 w 6501199"/>
              <a:gd name="connsiteY3652" fmla="*/ 1353774 h 6382977"/>
              <a:gd name="connsiteX3653" fmla="*/ 4904456 w 6501199"/>
              <a:gd name="connsiteY3653" fmla="*/ 1328737 h 6382977"/>
              <a:gd name="connsiteX3654" fmla="*/ 3742438 w 6501199"/>
              <a:gd name="connsiteY3654" fmla="*/ 1324471 h 6382977"/>
              <a:gd name="connsiteX3655" fmla="*/ 3733257 w 6501199"/>
              <a:gd name="connsiteY3655" fmla="*/ 1328655 h 6382977"/>
              <a:gd name="connsiteX3656" fmla="*/ 3751619 w 6501199"/>
              <a:gd name="connsiteY3656" fmla="*/ 1328655 h 6382977"/>
              <a:gd name="connsiteX3657" fmla="*/ 3742438 w 6501199"/>
              <a:gd name="connsiteY3657" fmla="*/ 1324471 h 6382977"/>
              <a:gd name="connsiteX3658" fmla="*/ 2473123 w 6501199"/>
              <a:gd name="connsiteY3658" fmla="*/ 1323976 h 6382977"/>
              <a:gd name="connsiteX3659" fmla="*/ 2434599 w 6501199"/>
              <a:gd name="connsiteY3659" fmla="*/ 1339814 h 6382977"/>
              <a:gd name="connsiteX3660" fmla="*/ 2470963 w 6501199"/>
              <a:gd name="connsiteY3660" fmla="*/ 1335494 h 6382977"/>
              <a:gd name="connsiteX3661" fmla="*/ 2473123 w 6501199"/>
              <a:gd name="connsiteY3661" fmla="*/ 1323976 h 6382977"/>
              <a:gd name="connsiteX3662" fmla="*/ 2059080 w 6501199"/>
              <a:gd name="connsiteY3662" fmla="*/ 1323976 h 6382977"/>
              <a:gd name="connsiteX3663" fmla="*/ 2038558 w 6501199"/>
              <a:gd name="connsiteY3663" fmla="*/ 1332975 h 6382977"/>
              <a:gd name="connsiteX3664" fmla="*/ 2059080 w 6501199"/>
              <a:gd name="connsiteY3664" fmla="*/ 1323976 h 6382977"/>
              <a:gd name="connsiteX3665" fmla="*/ 3653688 w 6501199"/>
              <a:gd name="connsiteY3665" fmla="*/ 1321816 h 6382977"/>
              <a:gd name="connsiteX3666" fmla="*/ 3653688 w 6501199"/>
              <a:gd name="connsiteY3666" fmla="*/ 1337654 h 6382977"/>
              <a:gd name="connsiteX3667" fmla="*/ 3671690 w 6501199"/>
              <a:gd name="connsiteY3667" fmla="*/ 1323976 h 6382977"/>
              <a:gd name="connsiteX3668" fmla="*/ 3653688 w 6501199"/>
              <a:gd name="connsiteY3668" fmla="*/ 1321816 h 6382977"/>
              <a:gd name="connsiteX3669" fmla="*/ 4038997 w 6501199"/>
              <a:gd name="connsiteY3669" fmla="*/ 1317157 h 6382977"/>
              <a:gd name="connsiteX3670" fmla="*/ 4010070 w 6501199"/>
              <a:gd name="connsiteY3670" fmla="*/ 1349017 h 6382977"/>
              <a:gd name="connsiteX3671" fmla="*/ 4001250 w 6501199"/>
              <a:gd name="connsiteY3671" fmla="*/ 1332908 h 6382977"/>
              <a:gd name="connsiteX3672" fmla="*/ 4023475 w 6501199"/>
              <a:gd name="connsiteY3672" fmla="*/ 1326465 h 6382977"/>
              <a:gd name="connsiteX3673" fmla="*/ 4038997 w 6501199"/>
              <a:gd name="connsiteY3673" fmla="*/ 1317157 h 6382977"/>
              <a:gd name="connsiteX3674" fmla="*/ 2885277 w 6501199"/>
              <a:gd name="connsiteY3674" fmla="*/ 1316687 h 6382977"/>
              <a:gd name="connsiteX3675" fmla="*/ 2873486 w 6501199"/>
              <a:gd name="connsiteY3675" fmla="*/ 1323976 h 6382977"/>
              <a:gd name="connsiteX3676" fmla="*/ 2898689 w 6501199"/>
              <a:gd name="connsiteY3676" fmla="*/ 1319657 h 6382977"/>
              <a:gd name="connsiteX3677" fmla="*/ 2885277 w 6501199"/>
              <a:gd name="connsiteY3677" fmla="*/ 1316687 h 6382977"/>
              <a:gd name="connsiteX3678" fmla="*/ 6328124 w 6501199"/>
              <a:gd name="connsiteY3678" fmla="*/ 1312862 h 6382977"/>
              <a:gd name="connsiteX3679" fmla="*/ 6353562 w 6501199"/>
              <a:gd name="connsiteY3679" fmla="*/ 1387118 h 6382977"/>
              <a:gd name="connsiteX3680" fmla="*/ 6328124 w 6501199"/>
              <a:gd name="connsiteY3680" fmla="*/ 1312862 h 6382977"/>
              <a:gd name="connsiteX3681" fmla="*/ 5528289 w 6501199"/>
              <a:gd name="connsiteY3681" fmla="*/ 1312862 h 6382977"/>
              <a:gd name="connsiteX3682" fmla="*/ 5543944 w 6501199"/>
              <a:gd name="connsiteY3682" fmla="*/ 1321681 h 6382977"/>
              <a:gd name="connsiteX3683" fmla="*/ 5528289 w 6501199"/>
              <a:gd name="connsiteY3683" fmla="*/ 1323798 h 6382977"/>
              <a:gd name="connsiteX3684" fmla="*/ 5526154 w 6501199"/>
              <a:gd name="connsiteY3684" fmla="*/ 1326267 h 6382977"/>
              <a:gd name="connsiteX3685" fmla="*/ 5528289 w 6501199"/>
              <a:gd name="connsiteY3685" fmla="*/ 1312862 h 6382977"/>
              <a:gd name="connsiteX3686" fmla="*/ 4052447 w 6501199"/>
              <a:gd name="connsiteY3686" fmla="*/ 1312862 h 6382977"/>
              <a:gd name="connsiteX3687" fmla="*/ 4052447 w 6501199"/>
              <a:gd name="connsiteY3687" fmla="*/ 1333138 h 6382977"/>
              <a:gd name="connsiteX3688" fmla="*/ 4049669 w 6501199"/>
              <a:gd name="connsiteY3688" fmla="*/ 1321914 h 6382977"/>
              <a:gd name="connsiteX3689" fmla="*/ 4052447 w 6501199"/>
              <a:gd name="connsiteY3689" fmla="*/ 1312862 h 6382977"/>
              <a:gd name="connsiteX3690" fmla="*/ 2973576 w 6501199"/>
              <a:gd name="connsiteY3690" fmla="*/ 1312818 h 6382977"/>
              <a:gd name="connsiteX3691" fmla="*/ 2907689 w 6501199"/>
              <a:gd name="connsiteY3691" fmla="*/ 1323976 h 6382977"/>
              <a:gd name="connsiteX3692" fmla="*/ 2966736 w 6501199"/>
              <a:gd name="connsiteY3692" fmla="*/ 1328655 h 6382977"/>
              <a:gd name="connsiteX3693" fmla="*/ 2973576 w 6501199"/>
              <a:gd name="connsiteY3693" fmla="*/ 1312818 h 6382977"/>
              <a:gd name="connsiteX3694" fmla="*/ 3570212 w 6501199"/>
              <a:gd name="connsiteY3694" fmla="*/ 1312766 h 6382977"/>
              <a:gd name="connsiteX3695" fmla="*/ 3574876 w 6501199"/>
              <a:gd name="connsiteY3695" fmla="*/ 1321738 h 6382977"/>
              <a:gd name="connsiteX3696" fmla="*/ 3536124 w 6501199"/>
              <a:gd name="connsiteY3696" fmla="*/ 1335377 h 6382977"/>
              <a:gd name="connsiteX3697" fmla="*/ 3542941 w 6501199"/>
              <a:gd name="connsiteY3697" fmla="*/ 1339684 h 6382977"/>
              <a:gd name="connsiteX3698" fmla="*/ 3534509 w 6501199"/>
              <a:gd name="connsiteY3698" fmla="*/ 1341524 h 6382977"/>
              <a:gd name="connsiteX3699" fmla="*/ 3531989 w 6501199"/>
              <a:gd name="connsiteY3699" fmla="*/ 1338364 h 6382977"/>
              <a:gd name="connsiteX3700" fmla="*/ 3529599 w 6501199"/>
              <a:gd name="connsiteY3700" fmla="*/ 1334780 h 6382977"/>
              <a:gd name="connsiteX3701" fmla="*/ 3529306 w 6501199"/>
              <a:gd name="connsiteY3701" fmla="*/ 1326404 h 6382977"/>
              <a:gd name="connsiteX3702" fmla="*/ 3538635 w 6501199"/>
              <a:gd name="connsiteY3702" fmla="*/ 1314919 h 6382977"/>
              <a:gd name="connsiteX3703" fmla="*/ 3570212 w 6501199"/>
              <a:gd name="connsiteY3703" fmla="*/ 1312766 h 6382977"/>
              <a:gd name="connsiteX3704" fmla="*/ 3599535 w 6501199"/>
              <a:gd name="connsiteY3704" fmla="*/ 1311648 h 6382977"/>
              <a:gd name="connsiteX3705" fmla="*/ 3604039 w 6501199"/>
              <a:gd name="connsiteY3705" fmla="*/ 1323601 h 6382977"/>
              <a:gd name="connsiteX3706" fmla="*/ 3593263 w 6501199"/>
              <a:gd name="connsiteY3706" fmla="*/ 1312022 h 6382977"/>
              <a:gd name="connsiteX3707" fmla="*/ 3599535 w 6501199"/>
              <a:gd name="connsiteY3707" fmla="*/ 1311648 h 6382977"/>
              <a:gd name="connsiteX3708" fmla="*/ 3524646 w 6501199"/>
              <a:gd name="connsiteY3708" fmla="*/ 1310216 h 6382977"/>
              <a:gd name="connsiteX3709" fmla="*/ 3522521 w 6501199"/>
              <a:gd name="connsiteY3709" fmla="*/ 1323622 h 6382977"/>
              <a:gd name="connsiteX3710" fmla="*/ 3509060 w 6501199"/>
              <a:gd name="connsiteY3710" fmla="*/ 1316919 h 6382977"/>
              <a:gd name="connsiteX3711" fmla="*/ 3524646 w 6501199"/>
              <a:gd name="connsiteY3711" fmla="*/ 1310216 h 6382977"/>
              <a:gd name="connsiteX3712" fmla="*/ 3384306 w 6501199"/>
              <a:gd name="connsiteY3712" fmla="*/ 1309194 h 6382977"/>
              <a:gd name="connsiteX3713" fmla="*/ 3400296 w 6501199"/>
              <a:gd name="connsiteY3713" fmla="*/ 1311685 h 6382977"/>
              <a:gd name="connsiteX3714" fmla="*/ 3389030 w 6501199"/>
              <a:gd name="connsiteY3714" fmla="*/ 1325206 h 6382977"/>
              <a:gd name="connsiteX3715" fmla="*/ 3384306 w 6501199"/>
              <a:gd name="connsiteY3715" fmla="*/ 1309194 h 6382977"/>
              <a:gd name="connsiteX3716" fmla="*/ 5597813 w 6501199"/>
              <a:gd name="connsiteY3716" fmla="*/ 1303337 h 6382977"/>
              <a:gd name="connsiteX3717" fmla="*/ 5619835 w 6501199"/>
              <a:gd name="connsiteY3717" fmla="*/ 1317542 h 6382977"/>
              <a:gd name="connsiteX3718" fmla="*/ 5620308 w 6501199"/>
              <a:gd name="connsiteY3718" fmla="*/ 1318248 h 6382977"/>
              <a:gd name="connsiteX3719" fmla="*/ 5629667 w 6501199"/>
              <a:gd name="connsiteY3719" fmla="*/ 1316447 h 6382977"/>
              <a:gd name="connsiteX3720" fmla="*/ 5624723 w 6501199"/>
              <a:gd name="connsiteY3720" fmla="*/ 1323208 h 6382977"/>
              <a:gd name="connsiteX3721" fmla="*/ 5623748 w 6501199"/>
              <a:gd name="connsiteY3721" fmla="*/ 1323379 h 6382977"/>
              <a:gd name="connsiteX3722" fmla="*/ 5625748 w 6501199"/>
              <a:gd name="connsiteY3722" fmla="*/ 1326363 h 6382977"/>
              <a:gd name="connsiteX3723" fmla="*/ 5622825 w 6501199"/>
              <a:gd name="connsiteY3723" fmla="*/ 1333108 h 6382977"/>
              <a:gd name="connsiteX3724" fmla="*/ 5604700 w 6501199"/>
              <a:gd name="connsiteY3724" fmla="*/ 1358522 h 6382977"/>
              <a:gd name="connsiteX3725" fmla="*/ 5609050 w 6501199"/>
              <a:gd name="connsiteY3725" fmla="*/ 1377038 h 6382977"/>
              <a:gd name="connsiteX3726" fmla="*/ 5599988 w 6501199"/>
              <a:gd name="connsiteY3726" fmla="*/ 1383937 h 6382977"/>
              <a:gd name="connsiteX3727" fmla="*/ 5594686 w 6501199"/>
              <a:gd name="connsiteY3727" fmla="*/ 1343501 h 6382977"/>
              <a:gd name="connsiteX3728" fmla="*/ 5596249 w 6501199"/>
              <a:gd name="connsiteY3728" fmla="*/ 1323423 h 6382977"/>
              <a:gd name="connsiteX3729" fmla="*/ 5593513 w 6501199"/>
              <a:gd name="connsiteY3729" fmla="*/ 1323208 h 6382977"/>
              <a:gd name="connsiteX3730" fmla="*/ 5596468 w 6501199"/>
              <a:gd name="connsiteY3730" fmla="*/ 1320609 h 6382977"/>
              <a:gd name="connsiteX3731" fmla="*/ 2193374 w 6501199"/>
              <a:gd name="connsiteY3731" fmla="*/ 1301299 h 6382977"/>
              <a:gd name="connsiteX3732" fmla="*/ 2170692 w 6501199"/>
              <a:gd name="connsiteY3732" fmla="*/ 1317137 h 6382977"/>
              <a:gd name="connsiteX3733" fmla="*/ 2193374 w 6501199"/>
              <a:gd name="connsiteY3733" fmla="*/ 1301299 h 6382977"/>
              <a:gd name="connsiteX3734" fmla="*/ 3951061 w 6501199"/>
              <a:gd name="connsiteY3734" fmla="*/ 1298079 h 6382977"/>
              <a:gd name="connsiteX3735" fmla="*/ 3953259 w 6501199"/>
              <a:gd name="connsiteY3735" fmla="*/ 1302444 h 6382977"/>
              <a:gd name="connsiteX3736" fmla="*/ 3951061 w 6501199"/>
              <a:gd name="connsiteY3736" fmla="*/ 1298159 h 6382977"/>
              <a:gd name="connsiteX3737" fmla="*/ 5271325 w 6501199"/>
              <a:gd name="connsiteY3737" fmla="*/ 1297964 h 6382977"/>
              <a:gd name="connsiteX3738" fmla="*/ 5289928 w 6501199"/>
              <a:gd name="connsiteY3738" fmla="*/ 1309321 h 6382977"/>
              <a:gd name="connsiteX3739" fmla="*/ 5282859 w 6501199"/>
              <a:gd name="connsiteY3739" fmla="*/ 1318845 h 6382977"/>
              <a:gd name="connsiteX3740" fmla="*/ 5271325 w 6501199"/>
              <a:gd name="connsiteY3740" fmla="*/ 1297964 h 6382977"/>
              <a:gd name="connsiteX3741" fmla="*/ 2234418 w 6501199"/>
              <a:gd name="connsiteY3741" fmla="*/ 1296620 h 6382977"/>
              <a:gd name="connsiteX3742" fmla="*/ 2204535 w 6501199"/>
              <a:gd name="connsiteY3742" fmla="*/ 1310298 h 6382977"/>
              <a:gd name="connsiteX3743" fmla="*/ 2234418 w 6501199"/>
              <a:gd name="connsiteY3743" fmla="*/ 1296620 h 6382977"/>
              <a:gd name="connsiteX3744" fmla="*/ 3949075 w 6501199"/>
              <a:gd name="connsiteY3744" fmla="*/ 1294287 h 6382977"/>
              <a:gd name="connsiteX3745" fmla="*/ 3951061 w 6501199"/>
              <a:gd name="connsiteY3745" fmla="*/ 1298159 h 6382977"/>
              <a:gd name="connsiteX3746" fmla="*/ 3951061 w 6501199"/>
              <a:gd name="connsiteY3746" fmla="*/ 1302444 h 6382977"/>
              <a:gd name="connsiteX3747" fmla="*/ 3939338 w 6501199"/>
              <a:gd name="connsiteY3747" fmla="*/ 1314086 h 6382977"/>
              <a:gd name="connsiteX3748" fmla="*/ 3949075 w 6501199"/>
              <a:gd name="connsiteY3748" fmla="*/ 1294287 h 6382977"/>
              <a:gd name="connsiteX3749" fmla="*/ 3094732 w 6501199"/>
              <a:gd name="connsiteY3749" fmla="*/ 1292393 h 6382977"/>
              <a:gd name="connsiteX3750" fmla="*/ 3111894 w 6501199"/>
              <a:gd name="connsiteY3750" fmla="*/ 1298848 h 6382977"/>
              <a:gd name="connsiteX3751" fmla="*/ 3091613 w 6501199"/>
              <a:gd name="connsiteY3751" fmla="*/ 1303118 h 6382977"/>
              <a:gd name="connsiteX3752" fmla="*/ 3091613 w 6501199"/>
              <a:gd name="connsiteY3752" fmla="*/ 1294222 h 6382977"/>
              <a:gd name="connsiteX3753" fmla="*/ 3094732 w 6501199"/>
              <a:gd name="connsiteY3753" fmla="*/ 1292393 h 6382977"/>
              <a:gd name="connsiteX3754" fmla="*/ 3906000 w 6501199"/>
              <a:gd name="connsiteY3754" fmla="*/ 1292225 h 6382977"/>
              <a:gd name="connsiteX3755" fmla="*/ 3913541 w 6501199"/>
              <a:gd name="connsiteY3755" fmla="*/ 1306363 h 6382977"/>
              <a:gd name="connsiteX3756" fmla="*/ 3908779 w 6501199"/>
              <a:gd name="connsiteY3756" fmla="*/ 1315665 h 6382977"/>
              <a:gd name="connsiteX3757" fmla="*/ 3906000 w 6501199"/>
              <a:gd name="connsiteY3757" fmla="*/ 1292225 h 6382977"/>
              <a:gd name="connsiteX3758" fmla="*/ 3900841 w 6501199"/>
              <a:gd name="connsiteY3758" fmla="*/ 1292225 h 6382977"/>
              <a:gd name="connsiteX3759" fmla="*/ 3905603 w 6501199"/>
              <a:gd name="connsiteY3759" fmla="*/ 1303284 h 6382977"/>
              <a:gd name="connsiteX3760" fmla="*/ 3900841 w 6501199"/>
              <a:gd name="connsiteY3760" fmla="*/ 1323618 h 6382977"/>
              <a:gd name="connsiteX3761" fmla="*/ 3903222 w 6501199"/>
              <a:gd name="connsiteY3761" fmla="*/ 1307921 h 6382977"/>
              <a:gd name="connsiteX3762" fmla="*/ 3898063 w 6501199"/>
              <a:gd name="connsiteY3762" fmla="*/ 1296506 h 6382977"/>
              <a:gd name="connsiteX3763" fmla="*/ 3900841 w 6501199"/>
              <a:gd name="connsiteY3763" fmla="*/ 1292225 h 6382977"/>
              <a:gd name="connsiteX3764" fmla="*/ 5465887 w 6501199"/>
              <a:gd name="connsiteY3764" fmla="*/ 1290780 h 6382977"/>
              <a:gd name="connsiteX3765" fmla="*/ 5463610 w 6501199"/>
              <a:gd name="connsiteY3765" fmla="*/ 1290828 h 6382977"/>
              <a:gd name="connsiteX3766" fmla="*/ 5466213 w 6501199"/>
              <a:gd name="connsiteY3766" fmla="*/ 1291867 h 6382977"/>
              <a:gd name="connsiteX3767" fmla="*/ 4841094 w 6501199"/>
              <a:gd name="connsiteY3767" fmla="*/ 1280782 h 6382977"/>
              <a:gd name="connsiteX3768" fmla="*/ 4832093 w 6501199"/>
              <a:gd name="connsiteY3768" fmla="*/ 1299139 h 6382977"/>
              <a:gd name="connsiteX3769" fmla="*/ 4841094 w 6501199"/>
              <a:gd name="connsiteY3769" fmla="*/ 1280782 h 6382977"/>
              <a:gd name="connsiteX3770" fmla="*/ 5445693 w 6501199"/>
              <a:gd name="connsiteY3770" fmla="*/ 1280347 h 6382977"/>
              <a:gd name="connsiteX3771" fmla="*/ 5445457 w 6501199"/>
              <a:gd name="connsiteY3771" fmla="*/ 1281013 h 6382977"/>
              <a:gd name="connsiteX3772" fmla="*/ 5445962 w 6501199"/>
              <a:gd name="connsiteY3772" fmla="*/ 1281046 h 6382977"/>
              <a:gd name="connsiteX3773" fmla="*/ 5345612 w 6501199"/>
              <a:gd name="connsiteY3773" fmla="*/ 1280347 h 6382977"/>
              <a:gd name="connsiteX3774" fmla="*/ 5343452 w 6501199"/>
              <a:gd name="connsiteY3774" fmla="*/ 1298708 h 6382977"/>
              <a:gd name="connsiteX3775" fmla="*/ 5345612 w 6501199"/>
              <a:gd name="connsiteY3775" fmla="*/ 1280347 h 6382977"/>
              <a:gd name="connsiteX3776" fmla="*/ 6021337 w 6501199"/>
              <a:gd name="connsiteY3776" fmla="*/ 1276026 h 6382977"/>
              <a:gd name="connsiteX3777" fmla="*/ 6000817 w 6501199"/>
              <a:gd name="connsiteY3777" fmla="*/ 1289707 h 6382977"/>
              <a:gd name="connsiteX3778" fmla="*/ 5998657 w 6501199"/>
              <a:gd name="connsiteY3778" fmla="*/ 1314549 h 6382977"/>
              <a:gd name="connsiteX3779" fmla="*/ 6021337 w 6501199"/>
              <a:gd name="connsiteY3779" fmla="*/ 1276026 h 6382977"/>
              <a:gd name="connsiteX3780" fmla="*/ 2440845 w 6501199"/>
              <a:gd name="connsiteY3780" fmla="*/ 1273175 h 6382977"/>
              <a:gd name="connsiteX3781" fmla="*/ 2445142 w 6501199"/>
              <a:gd name="connsiteY3781" fmla="*/ 1280135 h 6382977"/>
              <a:gd name="connsiteX3782" fmla="*/ 2397875 w 6501199"/>
              <a:gd name="connsiteY3782" fmla="*/ 1291858 h 6382977"/>
              <a:gd name="connsiteX3783" fmla="*/ 2440845 w 6501199"/>
              <a:gd name="connsiteY3783" fmla="*/ 1273175 h 6382977"/>
              <a:gd name="connsiteX3784" fmla="*/ 1829589 w 6501199"/>
              <a:gd name="connsiteY3784" fmla="*/ 1271587 h 6382977"/>
              <a:gd name="connsiteX3785" fmla="*/ 1833950 w 6501199"/>
              <a:gd name="connsiteY3785" fmla="*/ 1280349 h 6382977"/>
              <a:gd name="connsiteX3786" fmla="*/ 1804150 w 6501199"/>
              <a:gd name="connsiteY3786" fmla="*/ 1282803 h 6382977"/>
              <a:gd name="connsiteX3787" fmla="*/ 3918198 w 6501199"/>
              <a:gd name="connsiteY3787" fmla="*/ 1270576 h 6382977"/>
              <a:gd name="connsiteX3788" fmla="*/ 3933673 w 6501199"/>
              <a:gd name="connsiteY3788" fmla="*/ 1284064 h 6382977"/>
              <a:gd name="connsiteX3789" fmla="*/ 3945324 w 6501199"/>
              <a:gd name="connsiteY3789" fmla="*/ 1284064 h 6382977"/>
              <a:gd name="connsiteX3790" fmla="*/ 3915467 w 6501199"/>
              <a:gd name="connsiteY3790" fmla="*/ 1304565 h 6382977"/>
              <a:gd name="connsiteX3791" fmla="*/ 3935857 w 6501199"/>
              <a:gd name="connsiteY3791" fmla="*/ 1295214 h 6382977"/>
              <a:gd name="connsiteX3792" fmla="*/ 3924570 w 6501199"/>
              <a:gd name="connsiteY3792" fmla="*/ 1275072 h 6382977"/>
              <a:gd name="connsiteX3793" fmla="*/ 3906000 w 6501199"/>
              <a:gd name="connsiteY3793" fmla="*/ 1286222 h 6382977"/>
              <a:gd name="connsiteX3794" fmla="*/ 3918198 w 6501199"/>
              <a:gd name="connsiteY3794" fmla="*/ 1270576 h 6382977"/>
              <a:gd name="connsiteX3795" fmla="*/ 4370164 w 6501199"/>
              <a:gd name="connsiteY3795" fmla="*/ 1267104 h 6382977"/>
              <a:gd name="connsiteX3796" fmla="*/ 4365844 w 6501199"/>
              <a:gd name="connsiteY3796" fmla="*/ 1285461 h 6382977"/>
              <a:gd name="connsiteX3797" fmla="*/ 4377005 w 6501199"/>
              <a:gd name="connsiteY3797" fmla="*/ 1276463 h 6382977"/>
              <a:gd name="connsiteX3798" fmla="*/ 4370164 w 6501199"/>
              <a:gd name="connsiteY3798" fmla="*/ 1267104 h 6382977"/>
              <a:gd name="connsiteX3799" fmla="*/ 4917104 w 6501199"/>
              <a:gd name="connsiteY3799" fmla="*/ 1266825 h 6382977"/>
              <a:gd name="connsiteX3800" fmla="*/ 4921755 w 6501199"/>
              <a:gd name="connsiteY3800" fmla="*/ 1285508 h 6382977"/>
              <a:gd name="connsiteX3801" fmla="*/ 4901363 w 6501199"/>
              <a:gd name="connsiteY3801" fmla="*/ 1283310 h 6382977"/>
              <a:gd name="connsiteX3802" fmla="*/ 4917104 w 6501199"/>
              <a:gd name="connsiteY3802" fmla="*/ 1266825 h 6382977"/>
              <a:gd name="connsiteX3803" fmla="*/ 4888133 w 6501199"/>
              <a:gd name="connsiteY3803" fmla="*/ 1266825 h 6382977"/>
              <a:gd name="connsiteX3804" fmla="*/ 4876844 w 6501199"/>
              <a:gd name="connsiteY3804" fmla="*/ 1302979 h 6382977"/>
              <a:gd name="connsiteX3805" fmla="*/ 4888133 w 6501199"/>
              <a:gd name="connsiteY3805" fmla="*/ 1266825 h 6382977"/>
              <a:gd name="connsiteX3806" fmla="*/ 2474446 w 6501199"/>
              <a:gd name="connsiteY3806" fmla="*/ 1266825 h 6382977"/>
              <a:gd name="connsiteX3807" fmla="*/ 2476900 w 6501199"/>
              <a:gd name="connsiteY3807" fmla="*/ 1276350 h 6382977"/>
              <a:gd name="connsiteX3808" fmla="*/ 2450263 w 6501199"/>
              <a:gd name="connsiteY3808" fmla="*/ 1280746 h 6382977"/>
              <a:gd name="connsiteX3809" fmla="*/ 2474446 w 6501199"/>
              <a:gd name="connsiteY3809" fmla="*/ 1266825 h 6382977"/>
              <a:gd name="connsiteX3810" fmla="*/ 2446729 w 6501199"/>
              <a:gd name="connsiteY3810" fmla="*/ 1262062 h 6382977"/>
              <a:gd name="connsiteX3811" fmla="*/ 2374063 w 6501199"/>
              <a:gd name="connsiteY3811" fmla="*/ 1293455 h 6382977"/>
              <a:gd name="connsiteX3812" fmla="*/ 2446729 w 6501199"/>
              <a:gd name="connsiteY3812" fmla="*/ 1262062 h 6382977"/>
              <a:gd name="connsiteX3813" fmla="*/ 3939923 w 6501199"/>
              <a:gd name="connsiteY3813" fmla="*/ 1257862 h 6382977"/>
              <a:gd name="connsiteX3814" fmla="*/ 3955854 w 6501199"/>
              <a:gd name="connsiteY3814" fmla="*/ 1266957 h 6382977"/>
              <a:gd name="connsiteX3815" fmla="*/ 3946802 w 6501199"/>
              <a:gd name="connsiteY3815" fmla="*/ 1280782 h 6382977"/>
              <a:gd name="connsiteX3816" fmla="*/ 3939923 w 6501199"/>
              <a:gd name="connsiteY3816" fmla="*/ 1257862 h 6382977"/>
              <a:gd name="connsiteX3817" fmla="*/ 2571476 w 6501199"/>
              <a:gd name="connsiteY3817" fmla="*/ 1257847 h 6382977"/>
              <a:gd name="connsiteX3818" fmla="*/ 2589601 w 6501199"/>
              <a:gd name="connsiteY3818" fmla="*/ 1259982 h 6382977"/>
              <a:gd name="connsiteX3819" fmla="*/ 2555525 w 6501199"/>
              <a:gd name="connsiteY3819" fmla="*/ 1275994 h 6382977"/>
              <a:gd name="connsiteX3820" fmla="*/ 2571476 w 6501199"/>
              <a:gd name="connsiteY3820" fmla="*/ 1257847 h 6382977"/>
              <a:gd name="connsiteX3821" fmla="*/ 3969897 w 6501199"/>
              <a:gd name="connsiteY3821" fmla="*/ 1257300 h 6382977"/>
              <a:gd name="connsiteX3822" fmla="*/ 3964738 w 6501199"/>
              <a:gd name="connsiteY3822" fmla="*/ 1265718 h 6382977"/>
              <a:gd name="connsiteX3823" fmla="*/ 3969897 w 6501199"/>
              <a:gd name="connsiteY3823" fmla="*/ 1257300 h 6382977"/>
              <a:gd name="connsiteX3824" fmla="*/ 3960372 w 6501199"/>
              <a:gd name="connsiteY3824" fmla="*/ 1255712 h 6382977"/>
              <a:gd name="connsiteX3825" fmla="*/ 3957594 w 6501199"/>
              <a:gd name="connsiteY3825" fmla="*/ 1269633 h 6382977"/>
              <a:gd name="connsiteX3826" fmla="*/ 3960372 w 6501199"/>
              <a:gd name="connsiteY3826" fmla="*/ 1255712 h 6382977"/>
              <a:gd name="connsiteX3827" fmla="*/ 2099408 w 6501199"/>
              <a:gd name="connsiteY3827" fmla="*/ 1252026 h 6382977"/>
              <a:gd name="connsiteX3828" fmla="*/ 2119701 w 6501199"/>
              <a:gd name="connsiteY3828" fmla="*/ 1256631 h 6382977"/>
              <a:gd name="connsiteX3829" fmla="*/ 2053388 w 6501199"/>
              <a:gd name="connsiteY3829" fmla="*/ 1283552 h 6382977"/>
              <a:gd name="connsiteX3830" fmla="*/ 2074043 w 6501199"/>
              <a:gd name="connsiteY3830" fmla="*/ 1265486 h 6382977"/>
              <a:gd name="connsiteX3831" fmla="*/ 2099408 w 6501199"/>
              <a:gd name="connsiteY3831" fmla="*/ 1252026 h 6382977"/>
              <a:gd name="connsiteX3832" fmla="*/ 4411209 w 6501199"/>
              <a:gd name="connsiteY3832" fmla="*/ 1249107 h 6382977"/>
              <a:gd name="connsiteX3833" fmla="*/ 4404368 w 6501199"/>
              <a:gd name="connsiteY3833" fmla="*/ 1258105 h 6382977"/>
              <a:gd name="connsiteX3834" fmla="*/ 4411209 w 6501199"/>
              <a:gd name="connsiteY3834" fmla="*/ 1249107 h 6382977"/>
              <a:gd name="connsiteX3835" fmla="*/ 5515372 w 6501199"/>
              <a:gd name="connsiteY3835" fmla="*/ 1247775 h 6382977"/>
              <a:gd name="connsiteX3836" fmla="*/ 5477625 w 6501199"/>
              <a:gd name="connsiteY3836" fmla="*/ 1322030 h 6382977"/>
              <a:gd name="connsiteX3837" fmla="*/ 5515372 w 6501199"/>
              <a:gd name="connsiteY3837" fmla="*/ 1247775 h 6382977"/>
              <a:gd name="connsiteX3838" fmla="*/ 3982536 w 6501199"/>
              <a:gd name="connsiteY3838" fmla="*/ 1247568 h 6382977"/>
              <a:gd name="connsiteX3839" fmla="*/ 3989333 w 6501199"/>
              <a:gd name="connsiteY3839" fmla="*/ 1249671 h 6382977"/>
              <a:gd name="connsiteX3840" fmla="*/ 3989333 w 6501199"/>
              <a:gd name="connsiteY3840" fmla="*/ 1260887 h 6382977"/>
              <a:gd name="connsiteX3841" fmla="*/ 3984683 w 6501199"/>
              <a:gd name="connsiteY3841" fmla="*/ 1258433 h 6382977"/>
              <a:gd name="connsiteX3842" fmla="*/ 3984683 w 6501199"/>
              <a:gd name="connsiteY3842" fmla="*/ 1254228 h 6382977"/>
              <a:gd name="connsiteX3843" fmla="*/ 3982536 w 6501199"/>
              <a:gd name="connsiteY3843" fmla="*/ 1247568 h 6382977"/>
              <a:gd name="connsiteX3844" fmla="*/ 3996125 w 6501199"/>
              <a:gd name="connsiteY3844" fmla="*/ 1242339 h 6382977"/>
              <a:gd name="connsiteX3845" fmla="*/ 4004839 w 6501199"/>
              <a:gd name="connsiteY3845" fmla="*/ 1244323 h 6382977"/>
              <a:gd name="connsiteX3846" fmla="*/ 4007255 w 6501199"/>
              <a:gd name="connsiteY3846" fmla="*/ 1255367 h 6382977"/>
              <a:gd name="connsiteX3847" fmla="*/ 3994141 w 6501199"/>
              <a:gd name="connsiteY3847" fmla="*/ 1255367 h 6382977"/>
              <a:gd name="connsiteX3848" fmla="*/ 3996125 w 6501199"/>
              <a:gd name="connsiteY3848" fmla="*/ 1242339 h 6382977"/>
              <a:gd name="connsiteX3849" fmla="*/ 2173680 w 6501199"/>
              <a:gd name="connsiteY3849" fmla="*/ 1239837 h 6382977"/>
              <a:gd name="connsiteX3850" fmla="*/ 2137525 w 6501199"/>
              <a:gd name="connsiteY3850" fmla="*/ 1253758 h 6382977"/>
              <a:gd name="connsiteX3851" fmla="*/ 2173680 w 6501199"/>
              <a:gd name="connsiteY3851" fmla="*/ 1239837 h 6382977"/>
              <a:gd name="connsiteX3852" fmla="*/ 5360108 w 6501199"/>
              <a:gd name="connsiteY3852" fmla="*/ 1238696 h 6382977"/>
              <a:gd name="connsiteX3853" fmla="*/ 5350292 w 6501199"/>
              <a:gd name="connsiteY3853" fmla="*/ 1243984 h 6382977"/>
              <a:gd name="connsiteX3854" fmla="*/ 5336612 w 6501199"/>
              <a:gd name="connsiteY3854" fmla="*/ 1250825 h 6382977"/>
              <a:gd name="connsiteX3855" fmla="*/ 5338772 w 6501199"/>
              <a:gd name="connsiteY3855" fmla="*/ 1257665 h 6382977"/>
              <a:gd name="connsiteX3856" fmla="*/ 5332112 w 6501199"/>
              <a:gd name="connsiteY3856" fmla="*/ 1254245 h 6382977"/>
              <a:gd name="connsiteX3857" fmla="*/ 5329326 w 6501199"/>
              <a:gd name="connsiteY3857" fmla="*/ 1252814 h 6382977"/>
              <a:gd name="connsiteX3858" fmla="*/ 5329022 w 6501199"/>
              <a:gd name="connsiteY3858" fmla="*/ 1256188 h 6382977"/>
              <a:gd name="connsiteX3859" fmla="*/ 5325974 w 6501199"/>
              <a:gd name="connsiteY3859" fmla="*/ 1259952 h 6382977"/>
              <a:gd name="connsiteX3860" fmla="*/ 5336612 w 6501199"/>
              <a:gd name="connsiteY3860" fmla="*/ 1259825 h 6382977"/>
              <a:gd name="connsiteX3861" fmla="*/ 5352452 w 6501199"/>
              <a:gd name="connsiteY3861" fmla="*/ 1276026 h 6382977"/>
              <a:gd name="connsiteX3862" fmla="*/ 5348222 w 6501199"/>
              <a:gd name="connsiteY3862" fmla="*/ 1267656 h 6382977"/>
              <a:gd name="connsiteX3863" fmla="*/ 5345967 w 6501199"/>
              <a:gd name="connsiteY3863" fmla="*/ 1264727 h 6382977"/>
              <a:gd name="connsiteX3864" fmla="*/ 5344418 w 6501199"/>
              <a:gd name="connsiteY3864" fmla="*/ 1264209 h 6382977"/>
              <a:gd name="connsiteX3865" fmla="*/ 5344552 w 6501199"/>
              <a:gd name="connsiteY3865" fmla="*/ 1262890 h 6382977"/>
              <a:gd name="connsiteX3866" fmla="*/ 5344453 w 6501199"/>
              <a:gd name="connsiteY3866" fmla="*/ 1262762 h 6382977"/>
              <a:gd name="connsiteX3867" fmla="*/ 5344655 w 6501199"/>
              <a:gd name="connsiteY3867" fmla="*/ 1261877 h 6382977"/>
              <a:gd name="connsiteX3868" fmla="*/ 5344936 w 6501199"/>
              <a:gd name="connsiteY3868" fmla="*/ 1259104 h 6382977"/>
              <a:gd name="connsiteX3869" fmla="*/ 5344052 w 6501199"/>
              <a:gd name="connsiteY3869" fmla="*/ 1250081 h 6382977"/>
              <a:gd name="connsiteX3870" fmla="*/ 5350075 w 6501199"/>
              <a:gd name="connsiteY3870" fmla="*/ 1248349 h 6382977"/>
              <a:gd name="connsiteX3871" fmla="*/ 5354444 w 6501199"/>
              <a:gd name="connsiteY3871" fmla="*/ 1255321 h 6382977"/>
              <a:gd name="connsiteX3872" fmla="*/ 5353610 w 6501199"/>
              <a:gd name="connsiteY3872" fmla="*/ 1258113 h 6382977"/>
              <a:gd name="connsiteX3873" fmla="*/ 5356817 w 6501199"/>
              <a:gd name="connsiteY3873" fmla="*/ 1255640 h 6382977"/>
              <a:gd name="connsiteX3874" fmla="*/ 5366132 w 6501199"/>
              <a:gd name="connsiteY3874" fmla="*/ 1255505 h 6382977"/>
              <a:gd name="connsiteX3875" fmla="*/ 5360108 w 6501199"/>
              <a:gd name="connsiteY3875" fmla="*/ 1238696 h 6382977"/>
              <a:gd name="connsiteX3876" fmla="*/ 5795547 w 6501199"/>
              <a:gd name="connsiteY3876" fmla="*/ 1236662 h 6382977"/>
              <a:gd name="connsiteX3877" fmla="*/ 5807453 w 6501199"/>
              <a:gd name="connsiteY3877" fmla="*/ 1259214 h 6382977"/>
              <a:gd name="connsiteX3878" fmla="*/ 5795547 w 6501199"/>
              <a:gd name="connsiteY3878" fmla="*/ 1236662 h 6382977"/>
              <a:gd name="connsiteX3879" fmla="*/ 2388850 w 6501199"/>
              <a:gd name="connsiteY3879" fmla="*/ 1235622 h 6382977"/>
              <a:gd name="connsiteX3880" fmla="*/ 2400147 w 6501199"/>
              <a:gd name="connsiteY3880" fmla="*/ 1236508 h 6382977"/>
              <a:gd name="connsiteX3881" fmla="*/ 2384491 w 6501199"/>
              <a:gd name="connsiteY3881" fmla="*/ 1252105 h 6382977"/>
              <a:gd name="connsiteX3882" fmla="*/ 2393387 w 6501199"/>
              <a:gd name="connsiteY3882" fmla="*/ 1249979 h 6382977"/>
              <a:gd name="connsiteX3883" fmla="*/ 2384491 w 6501199"/>
              <a:gd name="connsiteY3883" fmla="*/ 1243243 h 6382977"/>
              <a:gd name="connsiteX3884" fmla="*/ 2388850 w 6501199"/>
              <a:gd name="connsiteY3884" fmla="*/ 1235622 h 6382977"/>
              <a:gd name="connsiteX3885" fmla="*/ 5570594 w 6501199"/>
              <a:gd name="connsiteY3885" fmla="*/ 1231900 h 6382977"/>
              <a:gd name="connsiteX3886" fmla="*/ 5557000 w 6501199"/>
              <a:gd name="connsiteY3886" fmla="*/ 1252781 h 6382977"/>
              <a:gd name="connsiteX3887" fmla="*/ 5570594 w 6501199"/>
              <a:gd name="connsiteY3887" fmla="*/ 1231900 h 6382977"/>
              <a:gd name="connsiteX3888" fmla="*/ 2842016 w 6501199"/>
              <a:gd name="connsiteY3888" fmla="*/ 1231900 h 6382977"/>
              <a:gd name="connsiteX3889" fmla="*/ 2785225 w 6501199"/>
              <a:gd name="connsiteY3889" fmla="*/ 1245821 h 6382977"/>
              <a:gd name="connsiteX3890" fmla="*/ 2842016 w 6501199"/>
              <a:gd name="connsiteY3890" fmla="*/ 1231900 h 6382977"/>
              <a:gd name="connsiteX3891" fmla="*/ 2202690 w 6501199"/>
              <a:gd name="connsiteY3891" fmla="*/ 1230902 h 6382977"/>
              <a:gd name="connsiteX3892" fmla="*/ 2197965 w 6501199"/>
              <a:gd name="connsiteY3892" fmla="*/ 1249408 h 6382977"/>
              <a:gd name="connsiteX3893" fmla="*/ 2181975 w 6501199"/>
              <a:gd name="connsiteY3893" fmla="*/ 1242513 h 6382977"/>
              <a:gd name="connsiteX3894" fmla="*/ 2202690 w 6501199"/>
              <a:gd name="connsiteY3894" fmla="*/ 1230902 h 6382977"/>
              <a:gd name="connsiteX3895" fmla="*/ 2445589 w 6501199"/>
              <a:gd name="connsiteY3895" fmla="*/ 1227242 h 6382977"/>
              <a:gd name="connsiteX3896" fmla="*/ 2454663 w 6501199"/>
              <a:gd name="connsiteY3896" fmla="*/ 1227666 h 6382977"/>
              <a:gd name="connsiteX3897" fmla="*/ 2408988 w 6501199"/>
              <a:gd name="connsiteY3897" fmla="*/ 1238603 h 6382977"/>
              <a:gd name="connsiteX3898" fmla="*/ 2445589 w 6501199"/>
              <a:gd name="connsiteY3898" fmla="*/ 1227242 h 6382977"/>
              <a:gd name="connsiteX3899" fmla="*/ 5132212 w 6501199"/>
              <a:gd name="connsiteY3899" fmla="*/ 1223962 h 6382977"/>
              <a:gd name="connsiteX3900" fmla="*/ 5130029 w 6501199"/>
              <a:gd name="connsiteY3900" fmla="*/ 1255821 h 6382977"/>
              <a:gd name="connsiteX3901" fmla="*/ 5104563 w 6501199"/>
              <a:gd name="connsiteY3901" fmla="*/ 1249020 h 6382977"/>
              <a:gd name="connsiteX3902" fmla="*/ 5132212 w 6501199"/>
              <a:gd name="connsiteY3902" fmla="*/ 1223962 h 6382977"/>
              <a:gd name="connsiteX3903" fmla="*/ 5632609 w 6501199"/>
              <a:gd name="connsiteY3903" fmla="*/ 1221316 h 6382977"/>
              <a:gd name="connsiteX3904" fmla="*/ 5648717 w 6501199"/>
              <a:gd name="connsiteY3904" fmla="*/ 1226023 h 6382977"/>
              <a:gd name="connsiteX3905" fmla="*/ 5632609 w 6501199"/>
              <a:gd name="connsiteY3905" fmla="*/ 1244126 h 6382977"/>
              <a:gd name="connsiteX3906" fmla="*/ 5648717 w 6501199"/>
              <a:gd name="connsiteY3906" fmla="*/ 1266936 h 6382977"/>
              <a:gd name="connsiteX3907" fmla="*/ 5632609 w 6501199"/>
              <a:gd name="connsiteY3907" fmla="*/ 1278522 h 6382977"/>
              <a:gd name="connsiteX3908" fmla="*/ 5639410 w 6501199"/>
              <a:gd name="connsiteY3908" fmla="*/ 1296625 h 6382977"/>
              <a:gd name="connsiteX3909" fmla="*/ 5612563 w 6501199"/>
              <a:gd name="connsiteY3909" fmla="*/ 1285401 h 6382977"/>
              <a:gd name="connsiteX3910" fmla="*/ 5632609 w 6501199"/>
              <a:gd name="connsiteY3910" fmla="*/ 1226023 h 6382977"/>
              <a:gd name="connsiteX3911" fmla="*/ 5632609 w 6501199"/>
              <a:gd name="connsiteY3911" fmla="*/ 1221316 h 6382977"/>
              <a:gd name="connsiteX3912" fmla="*/ 5837015 w 6501199"/>
              <a:gd name="connsiteY3912" fmla="*/ 1221303 h 6382977"/>
              <a:gd name="connsiteX3913" fmla="*/ 5825225 w 6501199"/>
              <a:gd name="connsiteY3913" fmla="*/ 1245154 h 6382977"/>
              <a:gd name="connsiteX3914" fmla="*/ 5829705 w 6501199"/>
              <a:gd name="connsiteY3914" fmla="*/ 1273094 h 6382977"/>
              <a:gd name="connsiteX3915" fmla="*/ 5831099 w 6501199"/>
              <a:gd name="connsiteY3915" fmla="*/ 1271876 h 6382977"/>
              <a:gd name="connsiteX3916" fmla="*/ 5836295 w 6501199"/>
              <a:gd name="connsiteY3916" fmla="*/ 1248530 h 6382977"/>
              <a:gd name="connsiteX3917" fmla="*/ 5836337 w 6501199"/>
              <a:gd name="connsiteY3917" fmla="*/ 1246929 h 6382977"/>
              <a:gd name="connsiteX3918" fmla="*/ 5836161 w 6501199"/>
              <a:gd name="connsiteY3918" fmla="*/ 1238402 h 6382977"/>
              <a:gd name="connsiteX3919" fmla="*/ 5836608 w 6501199"/>
              <a:gd name="connsiteY3919" fmla="*/ 1236707 h 6382977"/>
              <a:gd name="connsiteX3920" fmla="*/ 4417175 w 6501199"/>
              <a:gd name="connsiteY3920" fmla="*/ 1220611 h 6382977"/>
              <a:gd name="connsiteX3921" fmla="*/ 4430696 w 6501199"/>
              <a:gd name="connsiteY3921" fmla="*/ 1220611 h 6382977"/>
              <a:gd name="connsiteX3922" fmla="*/ 4417175 w 6501199"/>
              <a:gd name="connsiteY3922" fmla="*/ 1220611 h 6382977"/>
              <a:gd name="connsiteX3923" fmla="*/ 4391341 w 6501199"/>
              <a:gd name="connsiteY3923" fmla="*/ 1220431 h 6382977"/>
              <a:gd name="connsiteX3924" fmla="*/ 4405707 w 6501199"/>
              <a:gd name="connsiteY3924" fmla="*/ 1229221 h 6382977"/>
              <a:gd name="connsiteX3925" fmla="*/ 4392186 w 6501199"/>
              <a:gd name="connsiteY3925" fmla="*/ 1229221 h 6382977"/>
              <a:gd name="connsiteX3926" fmla="*/ 4391341 w 6501199"/>
              <a:gd name="connsiteY3926" fmla="*/ 1220431 h 6382977"/>
              <a:gd name="connsiteX3927" fmla="*/ 4950750 w 6501199"/>
              <a:gd name="connsiteY3927" fmla="*/ 1220419 h 6382977"/>
              <a:gd name="connsiteX3928" fmla="*/ 4949641 w 6501199"/>
              <a:gd name="connsiteY3928" fmla="*/ 1225112 h 6382977"/>
              <a:gd name="connsiteX3929" fmla="*/ 4946349 w 6501199"/>
              <a:gd name="connsiteY3929" fmla="*/ 1229908 h 6382977"/>
              <a:gd name="connsiteX3930" fmla="*/ 4949422 w 6501199"/>
              <a:gd name="connsiteY3930" fmla="*/ 1230652 h 6382977"/>
              <a:gd name="connsiteX3931" fmla="*/ 4962922 w 6501199"/>
              <a:gd name="connsiteY3931" fmla="*/ 1239085 h 6382977"/>
              <a:gd name="connsiteX3932" fmla="*/ 4931525 w 6501199"/>
              <a:gd name="connsiteY3932" fmla="*/ 1234824 h 6382977"/>
              <a:gd name="connsiteX3933" fmla="*/ 4937704 w 6501199"/>
              <a:gd name="connsiteY3933" fmla="*/ 1228522 h 6382977"/>
              <a:gd name="connsiteX3934" fmla="*/ 4936288 w 6501199"/>
              <a:gd name="connsiteY3934" fmla="*/ 1225823 h 6382977"/>
              <a:gd name="connsiteX3935" fmla="*/ 4947867 w 6501199"/>
              <a:gd name="connsiteY3935" fmla="*/ 1221197 h 6382977"/>
              <a:gd name="connsiteX3936" fmla="*/ 4950750 w 6501199"/>
              <a:gd name="connsiteY3936" fmla="*/ 1220419 h 6382977"/>
              <a:gd name="connsiteX3937" fmla="*/ 5495339 w 6501199"/>
              <a:gd name="connsiteY3937" fmla="*/ 1220355 h 6382977"/>
              <a:gd name="connsiteX3938" fmla="*/ 5499492 w 6501199"/>
              <a:gd name="connsiteY3938" fmla="*/ 1221238 h 6382977"/>
              <a:gd name="connsiteX3939" fmla="*/ 5483751 w 6501199"/>
              <a:gd name="connsiteY3939" fmla="*/ 1250592 h 6382977"/>
              <a:gd name="connsiteX3940" fmla="*/ 5481605 w 6501199"/>
              <a:gd name="connsiteY3940" fmla="*/ 1225892 h 6382977"/>
              <a:gd name="connsiteX3941" fmla="*/ 5495339 w 6501199"/>
              <a:gd name="connsiteY3941" fmla="*/ 1220355 h 6382977"/>
              <a:gd name="connsiteX3942" fmla="*/ 5941290 w 6501199"/>
              <a:gd name="connsiteY3942" fmla="*/ 1216025 h 6382977"/>
              <a:gd name="connsiteX3943" fmla="*/ 5941290 w 6501199"/>
              <a:gd name="connsiteY3943" fmla="*/ 1250586 h 6382977"/>
              <a:gd name="connsiteX3944" fmla="*/ 5932205 w 6501199"/>
              <a:gd name="connsiteY3944" fmla="*/ 1234579 h 6382977"/>
              <a:gd name="connsiteX3945" fmla="*/ 5925300 w 6501199"/>
              <a:gd name="connsiteY3945" fmla="*/ 1236761 h 6382977"/>
              <a:gd name="connsiteX3946" fmla="*/ 5941290 w 6501199"/>
              <a:gd name="connsiteY3946" fmla="*/ 1216025 h 6382977"/>
              <a:gd name="connsiteX3947" fmla="*/ 2809797 w 6501199"/>
              <a:gd name="connsiteY3947" fmla="*/ 1212850 h 6382977"/>
              <a:gd name="connsiteX3948" fmla="*/ 2816616 w 6501199"/>
              <a:gd name="connsiteY3948" fmla="*/ 1229026 h 6382977"/>
              <a:gd name="connsiteX3949" fmla="*/ 2780366 w 6501199"/>
              <a:gd name="connsiteY3949" fmla="*/ 1224246 h 6382977"/>
              <a:gd name="connsiteX3950" fmla="*/ 2809797 w 6501199"/>
              <a:gd name="connsiteY3950" fmla="*/ 1212850 h 6382977"/>
              <a:gd name="connsiteX3951" fmla="*/ 3391750 w 6501199"/>
              <a:gd name="connsiteY3951" fmla="*/ 1207950 h 6382977"/>
              <a:gd name="connsiteX3952" fmla="*/ 3371088 w 6501199"/>
              <a:gd name="connsiteY3952" fmla="*/ 1223606 h 6382977"/>
              <a:gd name="connsiteX3953" fmla="*/ 3391750 w 6501199"/>
              <a:gd name="connsiteY3953" fmla="*/ 1207950 h 6382977"/>
              <a:gd name="connsiteX3954" fmla="*/ 3303988 w 6501199"/>
              <a:gd name="connsiteY3954" fmla="*/ 1207028 h 6382977"/>
              <a:gd name="connsiteX3955" fmla="*/ 3301885 w 6501199"/>
              <a:gd name="connsiteY3955" fmla="*/ 1220434 h 6382977"/>
              <a:gd name="connsiteX3956" fmla="*/ 3277350 w 6501199"/>
              <a:gd name="connsiteY3956" fmla="*/ 1215848 h 6382977"/>
              <a:gd name="connsiteX3957" fmla="*/ 3303988 w 6501199"/>
              <a:gd name="connsiteY3957" fmla="*/ 1207028 h 6382977"/>
              <a:gd name="connsiteX3958" fmla="*/ 4849736 w 6501199"/>
              <a:gd name="connsiteY3958" fmla="*/ 1204912 h 6382977"/>
              <a:gd name="connsiteX3959" fmla="*/ 4840526 w 6501199"/>
              <a:gd name="connsiteY3959" fmla="*/ 1250587 h 6382977"/>
              <a:gd name="connsiteX3960" fmla="*/ 4849736 w 6501199"/>
              <a:gd name="connsiteY3960" fmla="*/ 1204912 h 6382977"/>
              <a:gd name="connsiteX3961" fmla="*/ 6269334 w 6501199"/>
              <a:gd name="connsiteY3961" fmla="*/ 1198562 h 6382977"/>
              <a:gd name="connsiteX3962" fmla="*/ 6269334 w 6501199"/>
              <a:gd name="connsiteY3962" fmla="*/ 1207324 h 6382977"/>
              <a:gd name="connsiteX3963" fmla="*/ 6280550 w 6501199"/>
              <a:gd name="connsiteY3963" fmla="*/ 1213983 h 6382977"/>
              <a:gd name="connsiteX3964" fmla="*/ 6260572 w 6501199"/>
              <a:gd name="connsiteY3964" fmla="*/ 1225199 h 6382977"/>
              <a:gd name="connsiteX3965" fmla="*/ 6269334 w 6501199"/>
              <a:gd name="connsiteY3965" fmla="*/ 1198562 h 6382977"/>
              <a:gd name="connsiteX3966" fmla="*/ 6046537 w 6501199"/>
              <a:gd name="connsiteY3966" fmla="*/ 1196101 h 6382977"/>
              <a:gd name="connsiteX3967" fmla="*/ 6037177 w 6501199"/>
              <a:gd name="connsiteY3967" fmla="*/ 1219142 h 6382977"/>
              <a:gd name="connsiteX3968" fmla="*/ 6046537 w 6501199"/>
              <a:gd name="connsiteY3968" fmla="*/ 1196101 h 6382977"/>
              <a:gd name="connsiteX3969" fmla="*/ 5647091 w 6501199"/>
              <a:gd name="connsiteY3969" fmla="*/ 1194941 h 6382977"/>
              <a:gd name="connsiteX3970" fmla="*/ 5649152 w 6501199"/>
              <a:gd name="connsiteY3970" fmla="*/ 1196212 h 6382977"/>
              <a:gd name="connsiteX3971" fmla="*/ 5649152 w 6501199"/>
              <a:gd name="connsiteY3971" fmla="*/ 1214086 h 6382977"/>
              <a:gd name="connsiteX3972" fmla="*/ 5628438 w 6501199"/>
              <a:gd name="connsiteY3972" fmla="*/ 1209530 h 6382977"/>
              <a:gd name="connsiteX3973" fmla="*/ 5647091 w 6501199"/>
              <a:gd name="connsiteY3973" fmla="*/ 1194941 h 6382977"/>
              <a:gd name="connsiteX3974" fmla="*/ 2191138 w 6501199"/>
              <a:gd name="connsiteY3974" fmla="*/ 1194347 h 6382977"/>
              <a:gd name="connsiteX3975" fmla="*/ 2152351 w 6501199"/>
              <a:gd name="connsiteY3975" fmla="*/ 1212494 h 6382977"/>
              <a:gd name="connsiteX3976" fmla="*/ 2191138 w 6501199"/>
              <a:gd name="connsiteY3976" fmla="*/ 1194347 h 6382977"/>
              <a:gd name="connsiteX3977" fmla="*/ 6398016 w 6501199"/>
              <a:gd name="connsiteY3977" fmla="*/ 1192212 h 6382977"/>
              <a:gd name="connsiteX3978" fmla="*/ 6398016 w 6501199"/>
              <a:gd name="connsiteY3978" fmla="*/ 1215131 h 6382977"/>
              <a:gd name="connsiteX3979" fmla="*/ 6382224 w 6501199"/>
              <a:gd name="connsiteY3979" fmla="*/ 1212948 h 6382977"/>
              <a:gd name="connsiteX3980" fmla="*/ 6382224 w 6501199"/>
              <a:gd name="connsiteY3980" fmla="*/ 1226773 h 6382977"/>
              <a:gd name="connsiteX3981" fmla="*/ 6398016 w 6501199"/>
              <a:gd name="connsiteY3981" fmla="*/ 1192212 h 6382977"/>
              <a:gd name="connsiteX3982" fmla="*/ 5578696 w 6501199"/>
              <a:gd name="connsiteY3982" fmla="*/ 1192212 h 6382977"/>
              <a:gd name="connsiteX3983" fmla="*/ 5578696 w 6501199"/>
              <a:gd name="connsiteY3983" fmla="*/ 1226773 h 6382977"/>
              <a:gd name="connsiteX3984" fmla="*/ 5578696 w 6501199"/>
              <a:gd name="connsiteY3984" fmla="*/ 1192212 h 6382977"/>
              <a:gd name="connsiteX3985" fmla="*/ 4976345 w 6501199"/>
              <a:gd name="connsiteY3985" fmla="*/ 1191925 h 6382977"/>
              <a:gd name="connsiteX3986" fmla="*/ 4965982 w 6501199"/>
              <a:gd name="connsiteY3986" fmla="*/ 1234717 h 6382977"/>
              <a:gd name="connsiteX3987" fmla="*/ 4952136 w 6501199"/>
              <a:gd name="connsiteY3987" fmla="*/ 1214346 h 6382977"/>
              <a:gd name="connsiteX3988" fmla="*/ 4971874 w 6501199"/>
              <a:gd name="connsiteY3988" fmla="*/ 1192701 h 6382977"/>
              <a:gd name="connsiteX3989" fmla="*/ 4976345 w 6501199"/>
              <a:gd name="connsiteY3989" fmla="*/ 1191925 h 6382977"/>
              <a:gd name="connsiteX3990" fmla="*/ 6321198 w 6501199"/>
              <a:gd name="connsiteY3990" fmla="*/ 1189037 h 6382977"/>
              <a:gd name="connsiteX3991" fmla="*/ 6337684 w 6501199"/>
              <a:gd name="connsiteY3991" fmla="*/ 1272815 h 6382977"/>
              <a:gd name="connsiteX3992" fmla="*/ 6321198 w 6501199"/>
              <a:gd name="connsiteY3992" fmla="*/ 1189037 h 6382977"/>
              <a:gd name="connsiteX3993" fmla="*/ 3495273 w 6501199"/>
              <a:gd name="connsiteY3993" fmla="*/ 1181021 h 6382977"/>
              <a:gd name="connsiteX3994" fmla="*/ 3507176 w 6501199"/>
              <a:gd name="connsiteY3994" fmla="*/ 1184001 h 6382977"/>
              <a:gd name="connsiteX3995" fmla="*/ 3486900 w 6501199"/>
              <a:gd name="connsiteY3995" fmla="*/ 1181510 h 6382977"/>
              <a:gd name="connsiteX3996" fmla="*/ 3495273 w 6501199"/>
              <a:gd name="connsiteY3996" fmla="*/ 1181021 h 6382977"/>
              <a:gd name="connsiteX3997" fmla="*/ 3597657 w 6501199"/>
              <a:gd name="connsiteY3997" fmla="*/ 1177894 h 6382977"/>
              <a:gd name="connsiteX3998" fmla="*/ 3610353 w 6501199"/>
              <a:gd name="connsiteY3998" fmla="*/ 1185496 h 6382977"/>
              <a:gd name="connsiteX3999" fmla="*/ 3586913 w 6501199"/>
              <a:gd name="connsiteY3999" fmla="*/ 1180733 h 6382977"/>
              <a:gd name="connsiteX4000" fmla="*/ 3597657 w 6501199"/>
              <a:gd name="connsiteY4000" fmla="*/ 1177894 h 6382977"/>
              <a:gd name="connsiteX4001" fmla="*/ 5648926 w 6501199"/>
              <a:gd name="connsiteY4001" fmla="*/ 1168400 h 6382977"/>
              <a:gd name="connsiteX4002" fmla="*/ 5658228 w 6501199"/>
              <a:gd name="connsiteY4002" fmla="*/ 1179848 h 6382977"/>
              <a:gd name="connsiteX4003" fmla="*/ 5634788 w 6501199"/>
              <a:gd name="connsiteY4003" fmla="*/ 1184498 h 6382977"/>
              <a:gd name="connsiteX4004" fmla="*/ 5648926 w 6501199"/>
              <a:gd name="connsiteY4004" fmla="*/ 1168400 h 6382977"/>
              <a:gd name="connsiteX4005" fmla="*/ 3531042 w 6501199"/>
              <a:gd name="connsiteY4005" fmla="*/ 1168091 h 6382977"/>
              <a:gd name="connsiteX4006" fmla="*/ 3538935 w 6501199"/>
              <a:gd name="connsiteY4006" fmla="*/ 1170340 h 6382977"/>
              <a:gd name="connsiteX4007" fmla="*/ 3523413 w 6501199"/>
              <a:gd name="connsiteY4007" fmla="*/ 1172456 h 6382977"/>
              <a:gd name="connsiteX4008" fmla="*/ 3531042 w 6501199"/>
              <a:gd name="connsiteY4008" fmla="*/ 1168091 h 6382977"/>
              <a:gd name="connsiteX4009" fmla="*/ 2156282 w 6501199"/>
              <a:gd name="connsiteY4009" fmla="*/ 1167933 h 6382977"/>
              <a:gd name="connsiteX4010" fmla="*/ 2170500 w 6501199"/>
              <a:gd name="connsiteY4010" fmla="*/ 1177980 h 6382977"/>
              <a:gd name="connsiteX4011" fmla="*/ 2140700 w 6501199"/>
              <a:gd name="connsiteY4011" fmla="*/ 1180152 h 6382977"/>
              <a:gd name="connsiteX4012" fmla="*/ 2156282 w 6501199"/>
              <a:gd name="connsiteY4012" fmla="*/ 1167933 h 6382977"/>
              <a:gd name="connsiteX4013" fmla="*/ 2543562 w 6501199"/>
              <a:gd name="connsiteY4013" fmla="*/ 1164166 h 6382977"/>
              <a:gd name="connsiteX4014" fmla="*/ 2513763 w 6501199"/>
              <a:gd name="connsiteY4014" fmla="*/ 1177572 h 6382977"/>
              <a:gd name="connsiteX4015" fmla="*/ 2543562 w 6501199"/>
              <a:gd name="connsiteY4015" fmla="*/ 1164166 h 6382977"/>
              <a:gd name="connsiteX4016" fmla="*/ 3395803 w 6501199"/>
              <a:gd name="connsiteY4016" fmla="*/ 1161479 h 6382977"/>
              <a:gd name="connsiteX4017" fmla="*/ 3416684 w 6501199"/>
              <a:gd name="connsiteY4017" fmla="*/ 1165944 h 6382977"/>
              <a:gd name="connsiteX4018" fmla="*/ 3393238 w 6501199"/>
              <a:gd name="connsiteY4018" fmla="*/ 1173013 h 6382977"/>
              <a:gd name="connsiteX4019" fmla="*/ 3395803 w 6501199"/>
              <a:gd name="connsiteY4019" fmla="*/ 1161479 h 6382977"/>
              <a:gd name="connsiteX4020" fmla="*/ 4922103 w 6501199"/>
              <a:gd name="connsiteY4020" fmla="*/ 1158875 h 6382977"/>
              <a:gd name="connsiteX4021" fmla="*/ 4924206 w 6501199"/>
              <a:gd name="connsiteY4021" fmla="*/ 1183917 h 6382977"/>
              <a:gd name="connsiteX4022" fmla="*/ 4922103 w 6501199"/>
              <a:gd name="connsiteY4022" fmla="*/ 1158875 h 6382977"/>
              <a:gd name="connsiteX4023" fmla="*/ 3490747 w 6501199"/>
              <a:gd name="connsiteY4023" fmla="*/ 1158089 h 6382977"/>
              <a:gd name="connsiteX4024" fmla="*/ 3496059 w 6501199"/>
              <a:gd name="connsiteY4024" fmla="*/ 1163740 h 6382977"/>
              <a:gd name="connsiteX4025" fmla="*/ 3482138 w 6501199"/>
              <a:gd name="connsiteY4025" fmla="*/ 1165843 h 6382977"/>
              <a:gd name="connsiteX4026" fmla="*/ 3490747 w 6501199"/>
              <a:gd name="connsiteY4026" fmla="*/ 1158089 h 6382977"/>
              <a:gd name="connsiteX4027" fmla="*/ 6411121 w 6501199"/>
              <a:gd name="connsiteY4027" fmla="*/ 1155700 h 6382977"/>
              <a:gd name="connsiteX4028" fmla="*/ 6433981 w 6501199"/>
              <a:gd name="connsiteY4028" fmla="*/ 1245829 h 6382977"/>
              <a:gd name="connsiteX4029" fmla="*/ 6411121 w 6501199"/>
              <a:gd name="connsiteY4029" fmla="*/ 1155700 h 6382977"/>
              <a:gd name="connsiteX4030" fmla="*/ 4981112 w 6501199"/>
              <a:gd name="connsiteY4030" fmla="*/ 1155700 h 6382977"/>
              <a:gd name="connsiteX4031" fmla="*/ 4983609 w 6501199"/>
              <a:gd name="connsiteY4031" fmla="*/ 1180737 h 6382977"/>
              <a:gd name="connsiteX4032" fmla="*/ 4981112 w 6501199"/>
              <a:gd name="connsiteY4032" fmla="*/ 1155700 h 6382977"/>
              <a:gd name="connsiteX4033" fmla="*/ 5592544 w 6501199"/>
              <a:gd name="connsiteY4033" fmla="*/ 1152525 h 6382977"/>
              <a:gd name="connsiteX4034" fmla="*/ 5579225 w 6501199"/>
              <a:gd name="connsiteY4034" fmla="*/ 1172502 h 6382977"/>
              <a:gd name="connsiteX4035" fmla="*/ 5592544 w 6501199"/>
              <a:gd name="connsiteY4035" fmla="*/ 1152525 h 6382977"/>
              <a:gd name="connsiteX4036" fmla="*/ 5167938 w 6501199"/>
              <a:gd name="connsiteY4036" fmla="*/ 1150937 h 6382977"/>
              <a:gd name="connsiteX4037" fmla="*/ 5186194 w 6501199"/>
              <a:gd name="connsiteY4037" fmla="*/ 1159936 h 6382977"/>
              <a:gd name="connsiteX4038" fmla="*/ 5184047 w 6501199"/>
              <a:gd name="connsiteY4038" fmla="*/ 1178294 h 6382977"/>
              <a:gd name="connsiteX4039" fmla="*/ 5172592 w 6501199"/>
              <a:gd name="connsiteY4039" fmla="*/ 1180453 h 6382977"/>
              <a:gd name="connsiteX4040" fmla="*/ 5188342 w 6501199"/>
              <a:gd name="connsiteY4040" fmla="*/ 1194132 h 6382977"/>
              <a:gd name="connsiteX4041" fmla="*/ 5177245 w 6501199"/>
              <a:gd name="connsiteY4041" fmla="*/ 1212490 h 6382977"/>
              <a:gd name="connsiteX4042" fmla="*/ 5152188 w 6501199"/>
              <a:gd name="connsiteY4042" fmla="*/ 1187293 h 6382977"/>
              <a:gd name="connsiteX4043" fmla="*/ 5174740 w 6501199"/>
              <a:gd name="connsiteY4043" fmla="*/ 1168935 h 6382977"/>
              <a:gd name="connsiteX4044" fmla="*/ 5163643 w 6501199"/>
              <a:gd name="connsiteY4044" fmla="*/ 1155616 h 6382977"/>
              <a:gd name="connsiteX4045" fmla="*/ 5167938 w 6501199"/>
              <a:gd name="connsiteY4045" fmla="*/ 1150937 h 6382977"/>
              <a:gd name="connsiteX4046" fmla="*/ 4880353 w 6501199"/>
              <a:gd name="connsiteY4046" fmla="*/ 1150937 h 6382977"/>
              <a:gd name="connsiteX4047" fmla="*/ 4861378 w 6501199"/>
              <a:gd name="connsiteY4047" fmla="*/ 1206137 h 6382977"/>
              <a:gd name="connsiteX4048" fmla="*/ 4880353 w 6501199"/>
              <a:gd name="connsiteY4048" fmla="*/ 1150937 h 6382977"/>
              <a:gd name="connsiteX4049" fmla="*/ 4506785 w 6501199"/>
              <a:gd name="connsiteY4049" fmla="*/ 1149963 h 6382977"/>
              <a:gd name="connsiteX4050" fmla="*/ 4520001 w 6501199"/>
              <a:gd name="connsiteY4050" fmla="*/ 1152573 h 6382977"/>
              <a:gd name="connsiteX4051" fmla="*/ 4508777 w 6501199"/>
              <a:gd name="connsiteY4051" fmla="*/ 1156950 h 6382977"/>
              <a:gd name="connsiteX4052" fmla="*/ 4506785 w 6501199"/>
              <a:gd name="connsiteY4052" fmla="*/ 1149963 h 6382977"/>
              <a:gd name="connsiteX4053" fmla="*/ 6053377 w 6501199"/>
              <a:gd name="connsiteY4053" fmla="*/ 1146057 h 6382977"/>
              <a:gd name="connsiteX4054" fmla="*/ 6055537 w 6501199"/>
              <a:gd name="connsiteY4054" fmla="*/ 1168739 h 6382977"/>
              <a:gd name="connsiteX4055" fmla="*/ 6064537 w 6501199"/>
              <a:gd name="connsiteY4055" fmla="*/ 1155418 h 6382977"/>
              <a:gd name="connsiteX4056" fmla="*/ 6053377 w 6501199"/>
              <a:gd name="connsiteY4056" fmla="*/ 1146057 h 6382977"/>
              <a:gd name="connsiteX4057" fmla="*/ 3348245 w 6501199"/>
              <a:gd name="connsiteY4057" fmla="*/ 1143707 h 6382977"/>
              <a:gd name="connsiteX4058" fmla="*/ 3364291 w 6501199"/>
              <a:gd name="connsiteY4058" fmla="*/ 1144311 h 6382977"/>
              <a:gd name="connsiteX4059" fmla="*/ 3354989 w 6501199"/>
              <a:gd name="connsiteY4059" fmla="*/ 1146382 h 6382977"/>
              <a:gd name="connsiteX4060" fmla="*/ 3354989 w 6501199"/>
              <a:gd name="connsiteY4060" fmla="*/ 1150868 h 6382977"/>
              <a:gd name="connsiteX4061" fmla="*/ 3340850 w 6501199"/>
              <a:gd name="connsiteY4061" fmla="*/ 1152939 h 6382977"/>
              <a:gd name="connsiteX4062" fmla="*/ 3348245 w 6501199"/>
              <a:gd name="connsiteY4062" fmla="*/ 1143707 h 6382977"/>
              <a:gd name="connsiteX4063" fmla="*/ 3476398 w 6501199"/>
              <a:gd name="connsiteY4063" fmla="*/ 1143000 h 6382977"/>
              <a:gd name="connsiteX4064" fmla="*/ 3483359 w 6501199"/>
              <a:gd name="connsiteY4064" fmla="*/ 1147586 h 6382977"/>
              <a:gd name="connsiteX4065" fmla="*/ 3481161 w 6501199"/>
              <a:gd name="connsiteY4065" fmla="*/ 1158522 h 6382977"/>
              <a:gd name="connsiteX4066" fmla="*/ 3476398 w 6501199"/>
              <a:gd name="connsiteY4066" fmla="*/ 1143000 h 6382977"/>
              <a:gd name="connsiteX4067" fmla="*/ 2628824 w 6501199"/>
              <a:gd name="connsiteY4067" fmla="*/ 1143000 h 6382977"/>
              <a:gd name="connsiteX4068" fmla="*/ 2635641 w 6501199"/>
              <a:gd name="connsiteY4068" fmla="*/ 1149760 h 6382977"/>
              <a:gd name="connsiteX4069" fmla="*/ 2583613 w 6501199"/>
              <a:gd name="connsiteY4069" fmla="*/ 1154386 h 6382977"/>
              <a:gd name="connsiteX4070" fmla="*/ 2628824 w 6501199"/>
              <a:gd name="connsiteY4070" fmla="*/ 1143000 h 6382977"/>
              <a:gd name="connsiteX4071" fmla="*/ 3053845 w 6501199"/>
              <a:gd name="connsiteY4071" fmla="*/ 1135255 h 6382977"/>
              <a:gd name="connsiteX4072" fmla="*/ 3042743 w 6501199"/>
              <a:gd name="connsiteY4072" fmla="*/ 1142162 h 6382977"/>
              <a:gd name="connsiteX4073" fmla="*/ 3070072 w 6501199"/>
              <a:gd name="connsiteY4073" fmla="*/ 1135345 h 6382977"/>
              <a:gd name="connsiteX4074" fmla="*/ 3053845 w 6501199"/>
              <a:gd name="connsiteY4074" fmla="*/ 1135255 h 6382977"/>
              <a:gd name="connsiteX4075" fmla="*/ 3149822 w 6501199"/>
              <a:gd name="connsiteY4075" fmla="*/ 1135062 h 6382977"/>
              <a:gd name="connsiteX4076" fmla="*/ 3158994 w 6501199"/>
              <a:gd name="connsiteY4076" fmla="*/ 1135062 h 6382977"/>
              <a:gd name="connsiteX4077" fmla="*/ 3161110 w 6501199"/>
              <a:gd name="connsiteY4077" fmla="*/ 1139332 h 6382977"/>
              <a:gd name="connsiteX4078" fmla="*/ 3129713 w 6501199"/>
              <a:gd name="connsiteY4078" fmla="*/ 1155344 h 6382977"/>
              <a:gd name="connsiteX4079" fmla="*/ 3149822 w 6501199"/>
              <a:gd name="connsiteY4079" fmla="*/ 1135062 h 6382977"/>
              <a:gd name="connsiteX4080" fmla="*/ 4822577 w 6501199"/>
              <a:gd name="connsiteY4080" fmla="*/ 1131887 h 6382977"/>
              <a:gd name="connsiteX4081" fmla="*/ 4829471 w 6501199"/>
              <a:gd name="connsiteY4081" fmla="*/ 1131887 h 6382977"/>
              <a:gd name="connsiteX4082" fmla="*/ 4836366 w 6501199"/>
              <a:gd name="connsiteY4082" fmla="*/ 1136649 h 6382977"/>
              <a:gd name="connsiteX4083" fmla="*/ 4822577 w 6501199"/>
              <a:gd name="connsiteY4083" fmla="*/ 1141412 h 6382977"/>
              <a:gd name="connsiteX4084" fmla="*/ 4822577 w 6501199"/>
              <a:gd name="connsiteY4084" fmla="*/ 1131887 h 6382977"/>
              <a:gd name="connsiteX4085" fmla="*/ 2792281 w 6501199"/>
              <a:gd name="connsiteY4085" fmla="*/ 1131887 h 6382977"/>
              <a:gd name="connsiteX4086" fmla="*/ 2794397 w 6501199"/>
              <a:gd name="connsiteY4086" fmla="*/ 1147659 h 6382977"/>
              <a:gd name="connsiteX4087" fmla="*/ 2778875 w 6501199"/>
              <a:gd name="connsiteY4087" fmla="*/ 1145206 h 6382977"/>
              <a:gd name="connsiteX4088" fmla="*/ 2756650 w 6501199"/>
              <a:gd name="connsiteY4088" fmla="*/ 1143103 h 6382977"/>
              <a:gd name="connsiteX4089" fmla="*/ 2792281 w 6501199"/>
              <a:gd name="connsiteY4089" fmla="*/ 1131887 h 6382977"/>
              <a:gd name="connsiteX4090" fmla="*/ 5039067 w 6501199"/>
              <a:gd name="connsiteY4090" fmla="*/ 1131590 h 6382977"/>
              <a:gd name="connsiteX4091" fmla="*/ 5055033 w 6501199"/>
              <a:gd name="connsiteY4091" fmla="*/ 1150565 h 6382977"/>
              <a:gd name="connsiteX4092" fmla="*/ 5039067 w 6501199"/>
              <a:gd name="connsiteY4092" fmla="*/ 1131590 h 6382977"/>
              <a:gd name="connsiteX4093" fmla="*/ 4773047 w 6501199"/>
              <a:gd name="connsiteY4093" fmla="*/ 1130684 h 6382977"/>
              <a:gd name="connsiteX4094" fmla="*/ 4784208 w 6501199"/>
              <a:gd name="connsiteY4094" fmla="*/ 1149041 h 6382977"/>
              <a:gd name="connsiteX4095" fmla="*/ 4782048 w 6501199"/>
              <a:gd name="connsiteY4095" fmla="*/ 1132844 h 6382977"/>
              <a:gd name="connsiteX4096" fmla="*/ 4773047 w 6501199"/>
              <a:gd name="connsiteY4096" fmla="*/ 1130684 h 6382977"/>
              <a:gd name="connsiteX4097" fmla="*/ 5181721 w 6501199"/>
              <a:gd name="connsiteY4097" fmla="*/ 1127125 h 6382977"/>
              <a:gd name="connsiteX4098" fmla="*/ 5184211 w 6501199"/>
              <a:gd name="connsiteY4098" fmla="*/ 1150565 h 6382977"/>
              <a:gd name="connsiteX4099" fmla="*/ 5181721 w 6501199"/>
              <a:gd name="connsiteY4099" fmla="*/ 1127125 h 6382977"/>
              <a:gd name="connsiteX4100" fmla="*/ 5529899 w 6501199"/>
              <a:gd name="connsiteY4100" fmla="*/ 1124913 h 6382977"/>
              <a:gd name="connsiteX4101" fmla="*/ 5537587 w 6501199"/>
              <a:gd name="connsiteY4101" fmla="*/ 1125934 h 6382977"/>
              <a:gd name="connsiteX4102" fmla="*/ 5512550 w 6501199"/>
              <a:gd name="connsiteY4102" fmla="*/ 1143689 h 6382977"/>
              <a:gd name="connsiteX4103" fmla="*/ 5529899 w 6501199"/>
              <a:gd name="connsiteY4103" fmla="*/ 1124913 h 6382977"/>
              <a:gd name="connsiteX4104" fmla="*/ 5982674 w 6501199"/>
              <a:gd name="connsiteY4104" fmla="*/ 1123950 h 6382977"/>
              <a:gd name="connsiteX4105" fmla="*/ 5973372 w 6501199"/>
              <a:gd name="connsiteY4105" fmla="*/ 1155347 h 6382977"/>
              <a:gd name="connsiteX4106" fmla="*/ 5982674 w 6501199"/>
              <a:gd name="connsiteY4106" fmla="*/ 1123950 h 6382977"/>
              <a:gd name="connsiteX4107" fmla="*/ 3226186 w 6501199"/>
              <a:gd name="connsiteY4107" fmla="*/ 1116012 h 6382977"/>
              <a:gd name="connsiteX4108" fmla="*/ 3186863 w 6501199"/>
              <a:gd name="connsiteY4108" fmla="*/ 1131534 h 6382977"/>
              <a:gd name="connsiteX4109" fmla="*/ 3226186 w 6501199"/>
              <a:gd name="connsiteY4109" fmla="*/ 1116012 h 6382977"/>
              <a:gd name="connsiteX4110" fmla="*/ 3145229 w 6501199"/>
              <a:gd name="connsiteY4110" fmla="*/ 1108075 h 6382977"/>
              <a:gd name="connsiteX4111" fmla="*/ 3111067 w 6501199"/>
              <a:gd name="connsiteY4111" fmla="*/ 1114892 h 6382977"/>
              <a:gd name="connsiteX4112" fmla="*/ 3133721 w 6501199"/>
              <a:gd name="connsiteY4112" fmla="*/ 1123863 h 6382977"/>
              <a:gd name="connsiteX4113" fmla="*/ 3131564 w 6501199"/>
              <a:gd name="connsiteY4113" fmla="*/ 1135345 h 6382977"/>
              <a:gd name="connsiteX4114" fmla="*/ 3074747 w 6501199"/>
              <a:gd name="connsiteY4114" fmla="*/ 1135345 h 6382977"/>
              <a:gd name="connsiteX4115" fmla="*/ 3115382 w 6501199"/>
              <a:gd name="connsiteY4115" fmla="*/ 1151133 h 6382977"/>
              <a:gd name="connsiteX4116" fmla="*/ 3070072 w 6501199"/>
              <a:gd name="connsiteY4116" fmla="*/ 1155797 h 6382977"/>
              <a:gd name="connsiteX4117" fmla="*/ 3015413 w 6501199"/>
              <a:gd name="connsiteY4117" fmla="*/ 1144315 h 6382977"/>
              <a:gd name="connsiteX4118" fmla="*/ 2992758 w 6501199"/>
              <a:gd name="connsiteY4118" fmla="*/ 1153285 h 6382977"/>
              <a:gd name="connsiteX4119" fmla="*/ 2988443 w 6501199"/>
              <a:gd name="connsiteY4119" fmla="*/ 1139650 h 6382977"/>
              <a:gd name="connsiteX4120" fmla="*/ 2974778 w 6501199"/>
              <a:gd name="connsiteY4120" fmla="*/ 1153285 h 6382977"/>
              <a:gd name="connsiteX4121" fmla="*/ 2895307 w 6501199"/>
              <a:gd name="connsiteY4121" fmla="*/ 1148980 h 6382977"/>
              <a:gd name="connsiteX4122" fmla="*/ 2974778 w 6501199"/>
              <a:gd name="connsiteY4122" fmla="*/ 1130680 h 6382977"/>
              <a:gd name="connsiteX4123" fmla="*/ 2881642 w 6501199"/>
              <a:gd name="connsiteY4123" fmla="*/ 1121710 h 6382977"/>
              <a:gd name="connsiteX4124" fmla="*/ 2872292 w 6501199"/>
              <a:gd name="connsiteY4124" fmla="*/ 1146468 h 6382977"/>
              <a:gd name="connsiteX4125" fmla="*/ 2831657 w 6501199"/>
              <a:gd name="connsiteY4125" fmla="*/ 1148980 h 6382977"/>
              <a:gd name="connsiteX4126" fmla="*/ 2863302 w 6501199"/>
              <a:gd name="connsiteY4126" fmla="*/ 1135345 h 6382977"/>
              <a:gd name="connsiteX4127" fmla="*/ 2854312 w 6501199"/>
              <a:gd name="connsiteY4127" fmla="*/ 1130680 h 6382977"/>
              <a:gd name="connsiteX4128" fmla="*/ 2863302 w 6501199"/>
              <a:gd name="connsiteY4128" fmla="*/ 1126374 h 6382977"/>
              <a:gd name="connsiteX4129" fmla="*/ 2835973 w 6501199"/>
              <a:gd name="connsiteY4129" fmla="*/ 1117045 h 6382977"/>
              <a:gd name="connsiteX4130" fmla="*/ 2997433 w 6501199"/>
              <a:gd name="connsiteY4130" fmla="*/ 1112739 h 6382977"/>
              <a:gd name="connsiteX4131" fmla="*/ 3145229 w 6501199"/>
              <a:gd name="connsiteY4131" fmla="*/ 1108075 h 6382977"/>
              <a:gd name="connsiteX4132" fmla="*/ 5559803 w 6501199"/>
              <a:gd name="connsiteY4132" fmla="*/ 1091537 h 6382977"/>
              <a:gd name="connsiteX4133" fmla="*/ 5543432 w 6501199"/>
              <a:gd name="connsiteY4133" fmla="*/ 1129941 h 6382977"/>
              <a:gd name="connsiteX4134" fmla="*/ 5559803 w 6501199"/>
              <a:gd name="connsiteY4134" fmla="*/ 1091537 h 6382977"/>
              <a:gd name="connsiteX4135" fmla="*/ 5163324 w 6501199"/>
              <a:gd name="connsiteY4135" fmla="*/ 1087437 h 6382977"/>
              <a:gd name="connsiteX4136" fmla="*/ 5156571 w 6501199"/>
              <a:gd name="connsiteY4136" fmla="*/ 1137874 h 6382977"/>
              <a:gd name="connsiteX4137" fmla="*/ 5163324 w 6501199"/>
              <a:gd name="connsiteY4137" fmla="*/ 1087437 h 6382977"/>
              <a:gd name="connsiteX4138" fmla="*/ 5920166 w 6501199"/>
              <a:gd name="connsiteY4138" fmla="*/ 1070803 h 6382977"/>
              <a:gd name="connsiteX4139" fmla="*/ 5915329 w 6501199"/>
              <a:gd name="connsiteY4139" fmla="*/ 1083917 h 6382977"/>
              <a:gd name="connsiteX4140" fmla="*/ 5896725 w 6501199"/>
              <a:gd name="connsiteY4140" fmla="*/ 1077360 h 6382977"/>
              <a:gd name="connsiteX4141" fmla="*/ 5920166 w 6501199"/>
              <a:gd name="connsiteY4141" fmla="*/ 1070803 h 6382977"/>
              <a:gd name="connsiteX4142" fmla="*/ 5197709 w 6501199"/>
              <a:gd name="connsiteY4142" fmla="*/ 1068387 h 6382977"/>
              <a:gd name="connsiteX4143" fmla="*/ 5208975 w 6501199"/>
              <a:gd name="connsiteY4143" fmla="*/ 1077360 h 6382977"/>
              <a:gd name="connsiteX4144" fmla="*/ 5179175 w 6501199"/>
              <a:gd name="connsiteY4144" fmla="*/ 1081501 h 6382977"/>
              <a:gd name="connsiteX4145" fmla="*/ 5197709 w 6501199"/>
              <a:gd name="connsiteY4145" fmla="*/ 1068387 h 6382977"/>
              <a:gd name="connsiteX4146" fmla="*/ 5130890 w 6501199"/>
              <a:gd name="connsiteY4146" fmla="*/ 1066800 h 6382977"/>
              <a:gd name="connsiteX4147" fmla="*/ 5130890 w 6501199"/>
              <a:gd name="connsiteY4147" fmla="*/ 1101361 h 6382977"/>
              <a:gd name="connsiteX4148" fmla="*/ 5130890 w 6501199"/>
              <a:gd name="connsiteY4148" fmla="*/ 1066800 h 6382977"/>
              <a:gd name="connsiteX4149" fmla="*/ 5481583 w 6501199"/>
              <a:gd name="connsiteY4149" fmla="*/ 1063625 h 6382977"/>
              <a:gd name="connsiteX4150" fmla="*/ 5479079 w 6501199"/>
              <a:gd name="connsiteY4150" fmla="*/ 1088662 h 6382977"/>
              <a:gd name="connsiteX4151" fmla="*/ 5481583 w 6501199"/>
              <a:gd name="connsiteY4151" fmla="*/ 1063625 h 6382977"/>
              <a:gd name="connsiteX4152" fmla="*/ 5043167 w 6501199"/>
              <a:gd name="connsiteY4152" fmla="*/ 1057275 h 6382977"/>
              <a:gd name="connsiteX4153" fmla="*/ 5052252 w 6501199"/>
              <a:gd name="connsiteY4153" fmla="*/ 1077733 h 6382977"/>
              <a:gd name="connsiteX4154" fmla="*/ 5045347 w 6501199"/>
              <a:gd name="connsiteY4154" fmla="*/ 1098191 h 6382977"/>
              <a:gd name="connsiteX4155" fmla="*/ 5043167 w 6501199"/>
              <a:gd name="connsiteY4155" fmla="*/ 1057275 h 6382977"/>
              <a:gd name="connsiteX4156" fmla="*/ 4815275 w 6501199"/>
              <a:gd name="connsiteY4156" fmla="*/ 1057241 h 6382977"/>
              <a:gd name="connsiteX4157" fmla="*/ 4796741 w 6501199"/>
              <a:gd name="connsiteY4157" fmla="*/ 1087073 h 6382977"/>
              <a:gd name="connsiteX4158" fmla="*/ 4815275 w 6501199"/>
              <a:gd name="connsiteY4158" fmla="*/ 1057241 h 6382977"/>
              <a:gd name="connsiteX4159" fmla="*/ 4497762 w 6501199"/>
              <a:gd name="connsiteY4159" fmla="*/ 1055780 h 6382977"/>
              <a:gd name="connsiteX4160" fmla="*/ 4513645 w 6501199"/>
              <a:gd name="connsiteY4160" fmla="*/ 1059567 h 6382977"/>
              <a:gd name="connsiteX4161" fmla="*/ 4493058 w 6501199"/>
              <a:gd name="connsiteY4161" fmla="*/ 1077559 h 6382977"/>
              <a:gd name="connsiteX4162" fmla="*/ 4497762 w 6501199"/>
              <a:gd name="connsiteY4162" fmla="*/ 1055780 h 6382977"/>
              <a:gd name="connsiteX4163" fmla="*/ 5900828 w 6501199"/>
              <a:gd name="connsiteY4163" fmla="*/ 1042987 h 6382977"/>
              <a:gd name="connsiteX4164" fmla="*/ 5894169 w 6501199"/>
              <a:gd name="connsiteY4164" fmla="*/ 1068024 h 6382977"/>
              <a:gd name="connsiteX4165" fmla="*/ 5900828 w 6501199"/>
              <a:gd name="connsiteY4165" fmla="*/ 1042987 h 6382977"/>
              <a:gd name="connsiteX4166" fmla="*/ 5620615 w 6501199"/>
              <a:gd name="connsiteY4166" fmla="*/ 1042987 h 6382977"/>
              <a:gd name="connsiteX4167" fmla="*/ 5622795 w 6501199"/>
              <a:gd name="connsiteY4167" fmla="*/ 1070606 h 6382977"/>
              <a:gd name="connsiteX4168" fmla="*/ 5620615 w 6501199"/>
              <a:gd name="connsiteY4168" fmla="*/ 1042987 h 6382977"/>
              <a:gd name="connsiteX4169" fmla="*/ 4965582 w 6501199"/>
              <a:gd name="connsiteY4169" fmla="*/ 1041074 h 6382977"/>
              <a:gd name="connsiteX4170" fmla="*/ 4978189 w 6501199"/>
              <a:gd name="connsiteY4170" fmla="*/ 1041085 h 6382977"/>
              <a:gd name="connsiteX4171" fmla="*/ 4954886 w 6501199"/>
              <a:gd name="connsiteY4171" fmla="*/ 1074383 h 6382977"/>
              <a:gd name="connsiteX4172" fmla="*/ 4941050 w 6501199"/>
              <a:gd name="connsiteY4172" fmla="*/ 1072257 h 6382977"/>
              <a:gd name="connsiteX4173" fmla="*/ 4947968 w 6501199"/>
              <a:gd name="connsiteY4173" fmla="*/ 1049941 h 6382977"/>
              <a:gd name="connsiteX4174" fmla="*/ 4965582 w 6501199"/>
              <a:gd name="connsiteY4174" fmla="*/ 1041074 h 6382977"/>
              <a:gd name="connsiteX4175" fmla="*/ 5920959 w 6501199"/>
              <a:gd name="connsiteY4175" fmla="*/ 1038772 h 6382977"/>
              <a:gd name="connsiteX4176" fmla="*/ 5916494 w 6501199"/>
              <a:gd name="connsiteY4176" fmla="*/ 1056919 h 6382977"/>
              <a:gd name="connsiteX4177" fmla="*/ 5920959 w 6501199"/>
              <a:gd name="connsiteY4177" fmla="*/ 1038772 h 6382977"/>
              <a:gd name="connsiteX4178" fmla="*/ 5207601 w 6501199"/>
              <a:gd name="connsiteY4178" fmla="*/ 1038225 h 6382977"/>
              <a:gd name="connsiteX4179" fmla="*/ 5204997 w 6501199"/>
              <a:gd name="connsiteY4179" fmla="*/ 1058506 h 6382977"/>
              <a:gd name="connsiteX4180" fmla="*/ 5193463 w 6501199"/>
              <a:gd name="connsiteY4180" fmla="*/ 1047476 h 6382977"/>
              <a:gd name="connsiteX4181" fmla="*/ 5207601 w 6501199"/>
              <a:gd name="connsiteY4181" fmla="*/ 1038225 h 6382977"/>
              <a:gd name="connsiteX4182" fmla="*/ 4805936 w 6501199"/>
              <a:gd name="connsiteY4182" fmla="*/ 1031875 h 6382977"/>
              <a:gd name="connsiteX4183" fmla="*/ 4801350 w 6501199"/>
              <a:gd name="connsiteY4183" fmla="*/ 1050558 h 6382977"/>
              <a:gd name="connsiteX4184" fmla="*/ 4805936 w 6501199"/>
              <a:gd name="connsiteY4184" fmla="*/ 1031875 h 6382977"/>
              <a:gd name="connsiteX4185" fmla="*/ 4717566 w 6501199"/>
              <a:gd name="connsiteY4185" fmla="*/ 1025525 h 6382977"/>
              <a:gd name="connsiteX4186" fmla="*/ 4726385 w 6501199"/>
              <a:gd name="connsiteY4186" fmla="*/ 1037180 h 6382977"/>
              <a:gd name="connsiteX4187" fmla="*/ 4710863 w 6501199"/>
              <a:gd name="connsiteY4187" fmla="*/ 1032292 h 6382977"/>
              <a:gd name="connsiteX4188" fmla="*/ 4717566 w 6501199"/>
              <a:gd name="connsiteY4188" fmla="*/ 1025525 h 6382977"/>
              <a:gd name="connsiteX4189" fmla="*/ 5379076 w 6501199"/>
              <a:gd name="connsiteY4189" fmla="*/ 1020762 h 6382977"/>
              <a:gd name="connsiteX4190" fmla="*/ 5376928 w 6501199"/>
              <a:gd name="connsiteY4190" fmla="*/ 1068029 h 6382977"/>
              <a:gd name="connsiteX4191" fmla="*/ 5379076 w 6501199"/>
              <a:gd name="connsiteY4191" fmla="*/ 1020762 h 6382977"/>
              <a:gd name="connsiteX4192" fmla="*/ 4686637 w 6501199"/>
              <a:gd name="connsiteY4192" fmla="*/ 1012621 h 6382977"/>
              <a:gd name="connsiteX4193" fmla="*/ 4681957 w 6501199"/>
              <a:gd name="connsiteY4193" fmla="*/ 1023779 h 6382977"/>
              <a:gd name="connsiteX4194" fmla="*/ 4690958 w 6501199"/>
              <a:gd name="connsiteY4194" fmla="*/ 1026299 h 6382977"/>
              <a:gd name="connsiteX4195" fmla="*/ 4690958 w 6501199"/>
              <a:gd name="connsiteY4195" fmla="*/ 1030618 h 6382977"/>
              <a:gd name="connsiteX4196" fmla="*/ 4700319 w 6501199"/>
              <a:gd name="connsiteY4196" fmla="*/ 1021620 h 6382977"/>
              <a:gd name="connsiteX4197" fmla="*/ 4686637 w 6501199"/>
              <a:gd name="connsiteY4197" fmla="*/ 1012621 h 6382977"/>
              <a:gd name="connsiteX4198" fmla="*/ 4732779 w 6501199"/>
              <a:gd name="connsiteY4198" fmla="*/ 1009650 h 6382977"/>
              <a:gd name="connsiteX4199" fmla="*/ 4721563 w 6501199"/>
              <a:gd name="connsiteY4199" fmla="*/ 1023570 h 6382977"/>
              <a:gd name="connsiteX4200" fmla="*/ 4732779 w 6501199"/>
              <a:gd name="connsiteY4200" fmla="*/ 1009650 h 6382977"/>
              <a:gd name="connsiteX4201" fmla="*/ 5490855 w 6501199"/>
              <a:gd name="connsiteY4201" fmla="*/ 993775 h 6382977"/>
              <a:gd name="connsiteX4202" fmla="*/ 5497557 w 6501199"/>
              <a:gd name="connsiteY4202" fmla="*/ 1014056 h 6382977"/>
              <a:gd name="connsiteX4203" fmla="*/ 5490855 w 6501199"/>
              <a:gd name="connsiteY4203" fmla="*/ 993775 h 6382977"/>
              <a:gd name="connsiteX4204" fmla="*/ 4813257 w 6501199"/>
              <a:gd name="connsiteY4204" fmla="*/ 993775 h 6382977"/>
              <a:gd name="connsiteX4205" fmla="*/ 4815489 w 6501199"/>
              <a:gd name="connsiteY4205" fmla="*/ 1031522 h 6382977"/>
              <a:gd name="connsiteX4206" fmla="*/ 4813257 w 6501199"/>
              <a:gd name="connsiteY4206" fmla="*/ 993775 h 6382977"/>
              <a:gd name="connsiteX4207" fmla="*/ 4914286 w 6501199"/>
              <a:gd name="connsiteY4207" fmla="*/ 989224 h 6382977"/>
              <a:gd name="connsiteX4208" fmla="*/ 4903637 w 6501199"/>
              <a:gd name="connsiteY4208" fmla="*/ 995278 h 6382977"/>
              <a:gd name="connsiteX4209" fmla="*/ 4926837 w 6501199"/>
              <a:gd name="connsiteY4209" fmla="*/ 993125 h 6382977"/>
              <a:gd name="connsiteX4210" fmla="*/ 4914286 w 6501199"/>
              <a:gd name="connsiteY4210" fmla="*/ 989224 h 6382977"/>
              <a:gd name="connsiteX4211" fmla="*/ 5612011 w 6501199"/>
              <a:gd name="connsiteY4211" fmla="*/ 987425 h 6382977"/>
              <a:gd name="connsiteX4212" fmla="*/ 5609595 w 6501199"/>
              <a:gd name="connsiteY4212" fmla="*/ 1028341 h 6382977"/>
              <a:gd name="connsiteX4213" fmla="*/ 5612011 w 6501199"/>
              <a:gd name="connsiteY4213" fmla="*/ 987425 h 6382977"/>
              <a:gd name="connsiteX4214" fmla="*/ 5570639 w 6501199"/>
              <a:gd name="connsiteY4214" fmla="*/ 987425 h 6382977"/>
              <a:gd name="connsiteX4215" fmla="*/ 5579612 w 6501199"/>
              <a:gd name="connsiteY4215" fmla="*/ 1040082 h 6382977"/>
              <a:gd name="connsiteX4216" fmla="*/ 5557000 w 6501199"/>
              <a:gd name="connsiteY4216" fmla="*/ 1040082 h 6382977"/>
              <a:gd name="connsiteX4217" fmla="*/ 5570639 w 6501199"/>
              <a:gd name="connsiteY4217" fmla="*/ 987425 h 6382977"/>
              <a:gd name="connsiteX4218" fmla="*/ 4994669 w 6501199"/>
              <a:gd name="connsiteY4218" fmla="*/ 975857 h 6382977"/>
              <a:gd name="connsiteX4219" fmla="*/ 4979014 w 6501199"/>
              <a:gd name="connsiteY4219" fmla="*/ 1012466 h 6382977"/>
              <a:gd name="connsiteX4220" fmla="*/ 4994669 w 6501199"/>
              <a:gd name="connsiteY4220" fmla="*/ 975857 h 6382977"/>
              <a:gd name="connsiteX4221" fmla="*/ 6083047 w 6501199"/>
              <a:gd name="connsiteY4221" fmla="*/ 973137 h 6382977"/>
              <a:gd name="connsiteX4222" fmla="*/ 6101151 w 6501199"/>
              <a:gd name="connsiteY4222" fmla="*/ 1009292 h 6382977"/>
              <a:gd name="connsiteX4223" fmla="*/ 6083047 w 6501199"/>
              <a:gd name="connsiteY4223" fmla="*/ 973137 h 6382977"/>
              <a:gd name="connsiteX4224" fmla="*/ 4816248 w 6501199"/>
              <a:gd name="connsiteY4224" fmla="*/ 973137 h 6382977"/>
              <a:gd name="connsiteX4225" fmla="*/ 4814050 w 6501199"/>
              <a:gd name="connsiteY4225" fmla="*/ 984426 h 6382977"/>
              <a:gd name="connsiteX4226" fmla="*/ 4816248 w 6501199"/>
              <a:gd name="connsiteY4226" fmla="*/ 973137 h 6382977"/>
              <a:gd name="connsiteX4227" fmla="*/ 4593161 w 6501199"/>
              <a:gd name="connsiteY4227" fmla="*/ 973137 h 6382977"/>
              <a:gd name="connsiteX4228" fmla="*/ 4595309 w 6501199"/>
              <a:gd name="connsiteY4228" fmla="*/ 996578 h 6382977"/>
              <a:gd name="connsiteX4229" fmla="*/ 4593161 w 6501199"/>
              <a:gd name="connsiteY4229" fmla="*/ 973137 h 6382977"/>
              <a:gd name="connsiteX4230" fmla="*/ 4523064 w 6501199"/>
              <a:gd name="connsiteY4230" fmla="*/ 953847 h 6382977"/>
              <a:gd name="connsiteX4231" fmla="*/ 4530506 w 6501199"/>
              <a:gd name="connsiteY4231" fmla="*/ 962248 h 6382977"/>
              <a:gd name="connsiteX4232" fmla="*/ 4528403 w 6501199"/>
              <a:gd name="connsiteY4232" fmla="*/ 971192 h 6382977"/>
              <a:gd name="connsiteX4233" fmla="*/ 4517188 w 6501199"/>
              <a:gd name="connsiteY4233" fmla="*/ 955451 h 6382977"/>
              <a:gd name="connsiteX4234" fmla="*/ 4523064 w 6501199"/>
              <a:gd name="connsiteY4234" fmla="*/ 953847 h 6382977"/>
              <a:gd name="connsiteX4235" fmla="*/ 5450373 w 6501199"/>
              <a:gd name="connsiteY4235" fmla="*/ 950564 h 6382977"/>
              <a:gd name="connsiteX4236" fmla="*/ 5441373 w 6501199"/>
              <a:gd name="connsiteY4236" fmla="*/ 971085 h 6382977"/>
              <a:gd name="connsiteX4237" fmla="*/ 5448213 w 6501199"/>
              <a:gd name="connsiteY4237" fmla="*/ 977926 h 6382977"/>
              <a:gd name="connsiteX4238" fmla="*/ 5450373 w 6501199"/>
              <a:gd name="connsiteY4238" fmla="*/ 950564 h 6382977"/>
              <a:gd name="connsiteX4239" fmla="*/ 4536736 w 6501199"/>
              <a:gd name="connsiteY4239" fmla="*/ 946150 h 6382977"/>
              <a:gd name="connsiteX4240" fmla="*/ 4538914 w 6501199"/>
              <a:gd name="connsiteY4240" fmla="*/ 960070 h 6382977"/>
              <a:gd name="connsiteX4241" fmla="*/ 4536736 w 6501199"/>
              <a:gd name="connsiteY4241" fmla="*/ 946150 h 6382977"/>
              <a:gd name="connsiteX4242" fmla="*/ 5673017 w 6501199"/>
              <a:gd name="connsiteY4242" fmla="*/ 943611 h 6382977"/>
              <a:gd name="connsiteX4243" fmla="*/ 5690475 w 6501199"/>
              <a:gd name="connsiteY4243" fmla="*/ 971186 h 6382977"/>
              <a:gd name="connsiteX4244" fmla="*/ 5674779 w 6501199"/>
              <a:gd name="connsiteY4244" fmla="*/ 968639 h 6382977"/>
              <a:gd name="connsiteX4245" fmla="*/ 5663363 w 6501199"/>
              <a:gd name="connsiteY4245" fmla="*/ 945720 h 6382977"/>
              <a:gd name="connsiteX4246" fmla="*/ 5673017 w 6501199"/>
              <a:gd name="connsiteY4246" fmla="*/ 943611 h 6382977"/>
              <a:gd name="connsiteX4247" fmla="*/ 4748089 w 6501199"/>
              <a:gd name="connsiteY4247" fmla="*/ 942975 h 6382977"/>
              <a:gd name="connsiteX4248" fmla="*/ 4745904 w 6501199"/>
              <a:gd name="connsiteY4248" fmla="*/ 968012 h 6382977"/>
              <a:gd name="connsiteX4249" fmla="*/ 4748089 w 6501199"/>
              <a:gd name="connsiteY4249" fmla="*/ 942975 h 6382977"/>
              <a:gd name="connsiteX4250" fmla="*/ 5424739 w 6501199"/>
              <a:gd name="connsiteY4250" fmla="*/ 940703 h 6382977"/>
              <a:gd name="connsiteX4251" fmla="*/ 5424739 w 6501199"/>
              <a:gd name="connsiteY4251" fmla="*/ 958494 h 6382977"/>
              <a:gd name="connsiteX4252" fmla="*/ 5424739 w 6501199"/>
              <a:gd name="connsiteY4252" fmla="*/ 940703 h 6382977"/>
              <a:gd name="connsiteX4253" fmla="*/ 6083182 w 6501199"/>
              <a:gd name="connsiteY4253" fmla="*/ 936625 h 6382977"/>
              <a:gd name="connsiteX4254" fmla="*/ 6099553 w 6501199"/>
              <a:gd name="connsiteY4254" fmla="*/ 952046 h 6382977"/>
              <a:gd name="connsiteX4255" fmla="*/ 6090251 w 6501199"/>
              <a:gd name="connsiteY4255" fmla="*/ 961158 h 6382977"/>
              <a:gd name="connsiteX4256" fmla="*/ 6083182 w 6501199"/>
              <a:gd name="connsiteY4256" fmla="*/ 936625 h 6382977"/>
              <a:gd name="connsiteX4257" fmla="*/ 5645537 w 6501199"/>
              <a:gd name="connsiteY4257" fmla="*/ 935037 h 6382977"/>
              <a:gd name="connsiteX4258" fmla="*/ 5627367 w 6501199"/>
              <a:gd name="connsiteY4258" fmla="*/ 1042625 h 6382977"/>
              <a:gd name="connsiteX4259" fmla="*/ 5645537 w 6501199"/>
              <a:gd name="connsiteY4259" fmla="*/ 935037 h 6382977"/>
              <a:gd name="connsiteX4260" fmla="*/ 4859725 w 6501199"/>
              <a:gd name="connsiteY4260" fmla="*/ 934850 h 6382977"/>
              <a:gd name="connsiteX4261" fmla="*/ 4876734 w 6501199"/>
              <a:gd name="connsiteY4261" fmla="*/ 934939 h 6382977"/>
              <a:gd name="connsiteX4262" fmla="*/ 4858591 w 6501199"/>
              <a:gd name="connsiteY4262" fmla="*/ 1002756 h 6382977"/>
              <a:gd name="connsiteX4263" fmla="*/ 4874556 w 6501199"/>
              <a:gd name="connsiteY4263" fmla="*/ 1005268 h 6382977"/>
              <a:gd name="connsiteX4264" fmla="*/ 4860768 w 6501199"/>
              <a:gd name="connsiteY4264" fmla="*/ 1018903 h 6382977"/>
              <a:gd name="connsiteX4265" fmla="*/ 4840085 w 6501199"/>
              <a:gd name="connsiteY4265" fmla="*/ 1014238 h 6382977"/>
              <a:gd name="connsiteX4266" fmla="*/ 4837908 w 6501199"/>
              <a:gd name="connsiteY4266" fmla="*/ 1021056 h 6382977"/>
              <a:gd name="connsiteX4267" fmla="*/ 4851696 w 6501199"/>
              <a:gd name="connsiteY4267" fmla="*/ 1030026 h 6382977"/>
              <a:gd name="connsiteX4268" fmla="*/ 4835731 w 6501199"/>
              <a:gd name="connsiteY4268" fmla="*/ 991633 h 6382977"/>
              <a:gd name="connsiteX4269" fmla="*/ 4849519 w 6501199"/>
              <a:gd name="connsiteY4269" fmla="*/ 998450 h 6382977"/>
              <a:gd name="connsiteX4270" fmla="*/ 4867662 w 6501199"/>
              <a:gd name="connsiteY4270" fmla="*/ 975486 h 6382977"/>
              <a:gd name="connsiteX4271" fmla="*/ 4842625 w 6501199"/>
              <a:gd name="connsiteY4271" fmla="*/ 964363 h 6382977"/>
              <a:gd name="connsiteX4272" fmla="*/ 4863308 w 6501199"/>
              <a:gd name="connsiteY4272" fmla="*/ 946063 h 6382977"/>
              <a:gd name="connsiteX4273" fmla="*/ 4849519 w 6501199"/>
              <a:gd name="connsiteY4273" fmla="*/ 941757 h 6382977"/>
              <a:gd name="connsiteX4274" fmla="*/ 4859725 w 6501199"/>
              <a:gd name="connsiteY4274" fmla="*/ 934850 h 6382977"/>
              <a:gd name="connsiteX4275" fmla="*/ 5401202 w 6501199"/>
              <a:gd name="connsiteY4275" fmla="*/ 930275 h 6382977"/>
              <a:gd name="connsiteX4276" fmla="*/ 5415341 w 6501199"/>
              <a:gd name="connsiteY4276" fmla="*/ 946016 h 6382977"/>
              <a:gd name="connsiteX4277" fmla="*/ 5391900 w 6501199"/>
              <a:gd name="connsiteY4277" fmla="*/ 952813 h 6382977"/>
              <a:gd name="connsiteX4278" fmla="*/ 5401202 w 6501199"/>
              <a:gd name="connsiteY4278" fmla="*/ 930275 h 6382977"/>
              <a:gd name="connsiteX4279" fmla="*/ 4981350 w 6501199"/>
              <a:gd name="connsiteY4279" fmla="*/ 927662 h 6382977"/>
              <a:gd name="connsiteX4280" fmla="*/ 4995125 w 6501199"/>
              <a:gd name="connsiteY4280" fmla="*/ 932028 h 6382977"/>
              <a:gd name="connsiteX4281" fmla="*/ 5004188 w 6501199"/>
              <a:gd name="connsiteY4281" fmla="*/ 941486 h 6382977"/>
              <a:gd name="connsiteX4282" fmla="*/ 4981350 w 6501199"/>
              <a:gd name="connsiteY4282" fmla="*/ 945852 h 6382977"/>
              <a:gd name="connsiteX4283" fmla="*/ 4981350 w 6501199"/>
              <a:gd name="connsiteY4283" fmla="*/ 927662 h 6382977"/>
              <a:gd name="connsiteX4284" fmla="*/ 4564606 w 6501199"/>
              <a:gd name="connsiteY4284" fmla="*/ 922866 h 6382977"/>
              <a:gd name="connsiteX4285" fmla="*/ 4586688 w 6501199"/>
              <a:gd name="connsiteY4285" fmla="*/ 936272 h 6382977"/>
              <a:gd name="connsiteX4286" fmla="*/ 4564606 w 6501199"/>
              <a:gd name="connsiteY4286" fmla="*/ 922866 h 6382977"/>
              <a:gd name="connsiteX4287" fmla="*/ 4951850 w 6501199"/>
              <a:gd name="connsiteY4287" fmla="*/ 915987 h 6382977"/>
              <a:gd name="connsiteX4288" fmla="*/ 4931187 w 6501199"/>
              <a:gd name="connsiteY4288" fmla="*/ 1029363 h 6382977"/>
              <a:gd name="connsiteX4289" fmla="*/ 4878625 w 6501199"/>
              <a:gd name="connsiteY4289" fmla="*/ 1147403 h 6382977"/>
              <a:gd name="connsiteX4290" fmla="*/ 4892400 w 6501199"/>
              <a:gd name="connsiteY4290" fmla="*/ 1079234 h 6382977"/>
              <a:gd name="connsiteX4291" fmla="*/ 4899287 w 6501199"/>
              <a:gd name="connsiteY4291" fmla="*/ 1047661 h 6382977"/>
              <a:gd name="connsiteX4292" fmla="*/ 4885513 w 6501199"/>
              <a:gd name="connsiteY4292" fmla="*/ 1040844 h 6382977"/>
              <a:gd name="connsiteX4293" fmla="*/ 4899287 w 6501199"/>
              <a:gd name="connsiteY4293" fmla="*/ 972675 h 6382977"/>
              <a:gd name="connsiteX4294" fmla="*/ 4924300 w 6501199"/>
              <a:gd name="connsiteY4294" fmla="*/ 981644 h 6382977"/>
              <a:gd name="connsiteX4295" fmla="*/ 4926837 w 6501199"/>
              <a:gd name="connsiteY4295" fmla="*/ 968011 h 6382977"/>
              <a:gd name="connsiteX4296" fmla="*/ 4913063 w 6501199"/>
              <a:gd name="connsiteY4296" fmla="*/ 961552 h 6382977"/>
              <a:gd name="connsiteX4297" fmla="*/ 4951850 w 6501199"/>
              <a:gd name="connsiteY4297" fmla="*/ 915987 h 6382977"/>
              <a:gd name="connsiteX4298" fmla="*/ 5031086 w 6501199"/>
              <a:gd name="connsiteY4298" fmla="*/ 911783 h 6382977"/>
              <a:gd name="connsiteX4299" fmla="*/ 5026717 w 6501199"/>
              <a:gd name="connsiteY4299" fmla="*/ 934679 h 6382977"/>
              <a:gd name="connsiteX4300" fmla="*/ 5031086 w 6501199"/>
              <a:gd name="connsiteY4300" fmla="*/ 911783 h 6382977"/>
              <a:gd name="connsiteX4301" fmla="*/ 4615083 w 6501199"/>
              <a:gd name="connsiteY4301" fmla="*/ 911225 h 6382977"/>
              <a:gd name="connsiteX4302" fmla="*/ 4621786 w 6501199"/>
              <a:gd name="connsiteY4302" fmla="*/ 927710 h 6382977"/>
              <a:gd name="connsiteX4303" fmla="*/ 4617200 w 6501199"/>
              <a:gd name="connsiteY4303" fmla="*/ 927710 h 6382977"/>
              <a:gd name="connsiteX4304" fmla="*/ 4594975 w 6501199"/>
              <a:gd name="connsiteY4304" fmla="*/ 925146 h 6382977"/>
              <a:gd name="connsiteX4305" fmla="*/ 4615083 w 6501199"/>
              <a:gd name="connsiteY4305" fmla="*/ 911225 h 6382977"/>
              <a:gd name="connsiteX4306" fmla="*/ 5420853 w 6501199"/>
              <a:gd name="connsiteY4306" fmla="*/ 902681 h 6382977"/>
              <a:gd name="connsiteX4307" fmla="*/ 5420123 w 6501199"/>
              <a:gd name="connsiteY4307" fmla="*/ 903142 h 6382977"/>
              <a:gd name="connsiteX4308" fmla="*/ 5420767 w 6501199"/>
              <a:gd name="connsiteY4308" fmla="*/ 903528 h 6382977"/>
              <a:gd name="connsiteX4309" fmla="*/ 5445693 w 6501199"/>
              <a:gd name="connsiteY4309" fmla="*/ 891520 h 6382977"/>
              <a:gd name="connsiteX4310" fmla="*/ 5453609 w 6501199"/>
              <a:gd name="connsiteY4310" fmla="*/ 901168 h 6382977"/>
              <a:gd name="connsiteX4311" fmla="*/ 5454884 w 6501199"/>
              <a:gd name="connsiteY4311" fmla="*/ 900000 h 6382977"/>
              <a:gd name="connsiteX4312" fmla="*/ 5463969 w 6501199"/>
              <a:gd name="connsiteY4312" fmla="*/ 913595 h 6382977"/>
              <a:gd name="connsiteX4313" fmla="*/ 5456977 w 6501199"/>
              <a:gd name="connsiteY4313" fmla="*/ 914300 h 6382977"/>
              <a:gd name="connsiteX4314" fmla="*/ 5457213 w 6501199"/>
              <a:gd name="connsiteY4314" fmla="*/ 916362 h 6382977"/>
              <a:gd name="connsiteX4315" fmla="*/ 5466213 w 6501199"/>
              <a:gd name="connsiteY4315" fmla="*/ 914201 h 6382977"/>
              <a:gd name="connsiteX4316" fmla="*/ 5470893 w 6501199"/>
              <a:gd name="connsiteY4316" fmla="*/ 895840 h 6382977"/>
              <a:gd name="connsiteX4317" fmla="*/ 5473053 w 6501199"/>
              <a:gd name="connsiteY4317" fmla="*/ 943724 h 6382977"/>
              <a:gd name="connsiteX4318" fmla="*/ 5489253 w 6501199"/>
              <a:gd name="connsiteY4318" fmla="*/ 939043 h 6382977"/>
              <a:gd name="connsiteX4319" fmla="*/ 5477733 w 6501199"/>
              <a:gd name="connsiteY4319" fmla="*/ 957404 h 6382977"/>
              <a:gd name="connsiteX4320" fmla="*/ 5466213 w 6501199"/>
              <a:gd name="connsiteY4320" fmla="*/ 952724 h 6382977"/>
              <a:gd name="connsiteX4321" fmla="*/ 5484573 w 6501199"/>
              <a:gd name="connsiteY4321" fmla="*/ 977926 h 6382977"/>
              <a:gd name="connsiteX4322" fmla="*/ 5468373 w 6501199"/>
              <a:gd name="connsiteY4322" fmla="*/ 995927 h 6382977"/>
              <a:gd name="connsiteX4323" fmla="*/ 5466213 w 6501199"/>
              <a:gd name="connsiteY4323" fmla="*/ 973246 h 6382977"/>
              <a:gd name="connsiteX4324" fmla="*/ 5438853 w 6501199"/>
              <a:gd name="connsiteY4324" fmla="*/ 1002768 h 6382977"/>
              <a:gd name="connsiteX4325" fmla="*/ 5443533 w 6501199"/>
              <a:gd name="connsiteY4325" fmla="*/ 1012128 h 6382977"/>
              <a:gd name="connsiteX4326" fmla="*/ 5455053 w 6501199"/>
              <a:gd name="connsiteY4326" fmla="*/ 1002768 h 6382977"/>
              <a:gd name="connsiteX4327" fmla="*/ 5468373 w 6501199"/>
              <a:gd name="connsiteY4327" fmla="*/ 1005288 h 6382977"/>
              <a:gd name="connsiteX4328" fmla="*/ 5477733 w 6501199"/>
              <a:gd name="connsiteY4328" fmla="*/ 1027969 h 6382977"/>
              <a:gd name="connsiteX4329" fmla="*/ 5493573 w 6501199"/>
              <a:gd name="connsiteY4329" fmla="*/ 1016448 h 6382977"/>
              <a:gd name="connsiteX4330" fmla="*/ 5479893 w 6501199"/>
              <a:gd name="connsiteY4330" fmla="*/ 1057491 h 6382977"/>
              <a:gd name="connsiteX4331" fmla="*/ 5470893 w 6501199"/>
              <a:gd name="connsiteY4331" fmla="*/ 1041650 h 6382977"/>
              <a:gd name="connsiteX4332" fmla="*/ 5457213 w 6501199"/>
              <a:gd name="connsiteY4332" fmla="*/ 1093854 h 6382977"/>
              <a:gd name="connsiteX4333" fmla="*/ 5470893 w 6501199"/>
              <a:gd name="connsiteY4333" fmla="*/ 1091694 h 6382977"/>
              <a:gd name="connsiteX4334" fmla="*/ 5479893 w 6501199"/>
              <a:gd name="connsiteY4334" fmla="*/ 1114375 h 6382977"/>
              <a:gd name="connsiteX4335" fmla="*/ 5468373 w 6501199"/>
              <a:gd name="connsiteY4335" fmla="*/ 1182420 h 6382977"/>
              <a:gd name="connsiteX4336" fmla="*/ 5457213 w 6501199"/>
              <a:gd name="connsiteY4336" fmla="*/ 1168739 h 6382977"/>
              <a:gd name="connsiteX4337" fmla="*/ 5459373 w 6501199"/>
              <a:gd name="connsiteY4337" fmla="*/ 1198621 h 6382977"/>
              <a:gd name="connsiteX4338" fmla="*/ 5441373 w 6501199"/>
              <a:gd name="connsiteY4338" fmla="*/ 1198621 h 6382977"/>
              <a:gd name="connsiteX4339" fmla="*/ 5452533 w 6501199"/>
              <a:gd name="connsiteY4339" fmla="*/ 1207622 h 6382977"/>
              <a:gd name="connsiteX4340" fmla="*/ 5461893 w 6501199"/>
              <a:gd name="connsiteY4340" fmla="*/ 1252985 h 6382977"/>
              <a:gd name="connsiteX4341" fmla="*/ 5449608 w 6501199"/>
              <a:gd name="connsiteY4341" fmla="*/ 1276746 h 6382977"/>
              <a:gd name="connsiteX4342" fmla="*/ 5452007 w 6501199"/>
              <a:gd name="connsiteY4342" fmla="*/ 1281441 h 6382977"/>
              <a:gd name="connsiteX4343" fmla="*/ 5463307 w 6501199"/>
              <a:gd name="connsiteY4343" fmla="*/ 1282181 h 6382977"/>
              <a:gd name="connsiteX4344" fmla="*/ 5463108 w 6501199"/>
              <a:gd name="connsiteY4344" fmla="*/ 1281517 h 6382977"/>
              <a:gd name="connsiteX4345" fmla="*/ 5468373 w 6501199"/>
              <a:gd name="connsiteY4345" fmla="*/ 1278186 h 6382977"/>
              <a:gd name="connsiteX4346" fmla="*/ 5482413 w 6501199"/>
              <a:gd name="connsiteY4346" fmla="*/ 1280347 h 6382977"/>
              <a:gd name="connsiteX4347" fmla="*/ 5475630 w 6501199"/>
              <a:gd name="connsiteY4347" fmla="*/ 1287844 h 6382977"/>
              <a:gd name="connsiteX4348" fmla="*/ 5477261 w 6501199"/>
              <a:gd name="connsiteY4348" fmla="*/ 1290544 h 6382977"/>
              <a:gd name="connsiteX4349" fmla="*/ 5473110 w 6501199"/>
              <a:gd name="connsiteY4349" fmla="*/ 1290630 h 6382977"/>
              <a:gd name="connsiteX4350" fmla="*/ 5461893 w 6501199"/>
              <a:gd name="connsiteY4350" fmla="*/ 1303028 h 6382977"/>
              <a:gd name="connsiteX4351" fmla="*/ 5450418 w 6501199"/>
              <a:gd name="connsiteY4351" fmla="*/ 1292633 h 6382977"/>
              <a:gd name="connsiteX4352" fmla="*/ 5449119 w 6501199"/>
              <a:gd name="connsiteY4352" fmla="*/ 1289254 h 6382977"/>
              <a:gd name="connsiteX4353" fmla="*/ 5446156 w 6501199"/>
              <a:gd name="connsiteY4353" fmla="*/ 1288338 h 6382977"/>
              <a:gd name="connsiteX4354" fmla="*/ 5444293 w 6501199"/>
              <a:gd name="connsiteY4354" fmla="*/ 1284292 h 6382977"/>
              <a:gd name="connsiteX4355" fmla="*/ 5434353 w 6501199"/>
              <a:gd name="connsiteY4355" fmla="*/ 1312299 h 6382977"/>
              <a:gd name="connsiteX4356" fmla="*/ 5443533 w 6501199"/>
              <a:gd name="connsiteY4356" fmla="*/ 1337231 h 6382977"/>
              <a:gd name="connsiteX4357" fmla="*/ 5425533 w 6501199"/>
              <a:gd name="connsiteY4357" fmla="*/ 1350911 h 6382977"/>
              <a:gd name="connsiteX4358" fmla="*/ 5423013 w 6501199"/>
              <a:gd name="connsiteY4358" fmla="*/ 1380433 h 6382977"/>
              <a:gd name="connsiteX4359" fmla="*/ 5438853 w 6501199"/>
              <a:gd name="connsiteY4359" fmla="*/ 1398795 h 6382977"/>
              <a:gd name="connsiteX4360" fmla="*/ 5414013 w 6501199"/>
              <a:gd name="connsiteY4360" fmla="*/ 1398795 h 6382977"/>
              <a:gd name="connsiteX4361" fmla="*/ 5411853 w 6501199"/>
              <a:gd name="connsiteY4361" fmla="*/ 1430477 h 6382977"/>
              <a:gd name="connsiteX4362" fmla="*/ 5425533 w 6501199"/>
              <a:gd name="connsiteY4362" fmla="*/ 1430477 h 6382977"/>
              <a:gd name="connsiteX4363" fmla="*/ 5407173 w 6501199"/>
              <a:gd name="connsiteY4363" fmla="*/ 1448838 h 6382977"/>
              <a:gd name="connsiteX4364" fmla="*/ 5402493 w 6501199"/>
              <a:gd name="connsiteY4364" fmla="*/ 1507882 h 6382977"/>
              <a:gd name="connsiteX4365" fmla="*/ 5411853 w 6501199"/>
              <a:gd name="connsiteY4365" fmla="*/ 1516883 h 6382977"/>
              <a:gd name="connsiteX4366" fmla="*/ 5393492 w 6501199"/>
              <a:gd name="connsiteY4366" fmla="*/ 1512563 h 6382977"/>
              <a:gd name="connsiteX4367" fmla="*/ 5393492 w 6501199"/>
              <a:gd name="connsiteY4367" fmla="*/ 1562606 h 6382977"/>
              <a:gd name="connsiteX4368" fmla="*/ 5405013 w 6501199"/>
              <a:gd name="connsiteY4368" fmla="*/ 1546765 h 6382977"/>
              <a:gd name="connsiteX4369" fmla="*/ 5391332 w 6501199"/>
              <a:gd name="connsiteY4369" fmla="*/ 1585288 h 6382977"/>
              <a:gd name="connsiteX4370" fmla="*/ 5391332 w 6501199"/>
              <a:gd name="connsiteY4370" fmla="*/ 1571607 h 6382977"/>
              <a:gd name="connsiteX4371" fmla="*/ 5386652 w 6501199"/>
              <a:gd name="connsiteY4371" fmla="*/ 1603289 h 6382977"/>
              <a:gd name="connsiteX4372" fmla="*/ 5400332 w 6501199"/>
              <a:gd name="connsiteY4372" fmla="*/ 1596448 h 6382977"/>
              <a:gd name="connsiteX4373" fmla="*/ 5384492 w 6501199"/>
              <a:gd name="connsiteY4373" fmla="*/ 1607969 h 6382977"/>
              <a:gd name="connsiteX4374" fmla="*/ 5391332 w 6501199"/>
              <a:gd name="connsiteY4374" fmla="*/ 1630651 h 6382977"/>
              <a:gd name="connsiteX4375" fmla="*/ 5401727 w 6501199"/>
              <a:gd name="connsiteY4375" fmla="*/ 1622865 h 6382977"/>
              <a:gd name="connsiteX4376" fmla="*/ 5408220 w 6501199"/>
              <a:gd name="connsiteY4376" fmla="*/ 1618608 h 6382977"/>
              <a:gd name="connsiteX4377" fmla="*/ 5410031 w 6501199"/>
              <a:gd name="connsiteY4377" fmla="*/ 1612904 h 6382977"/>
              <a:gd name="connsiteX4378" fmla="*/ 5412279 w 6501199"/>
              <a:gd name="connsiteY4378" fmla="*/ 1610086 h 6382977"/>
              <a:gd name="connsiteX4379" fmla="*/ 5411403 w 6501199"/>
              <a:gd name="connsiteY4379" fmla="*/ 1607699 h 6382977"/>
              <a:gd name="connsiteX4380" fmla="*/ 5407173 w 6501199"/>
              <a:gd name="connsiteY4380" fmla="*/ 1598968 h 6382977"/>
              <a:gd name="connsiteX4381" fmla="*/ 5448213 w 6501199"/>
              <a:gd name="connsiteY4381" fmla="*/ 1528404 h 6382977"/>
              <a:gd name="connsiteX4382" fmla="*/ 5452533 w 6501199"/>
              <a:gd name="connsiteY4382" fmla="*/ 1485201 h 6382977"/>
              <a:gd name="connsiteX4383" fmla="*/ 5475213 w 6501199"/>
              <a:gd name="connsiteY4383" fmla="*/ 1412476 h 6382977"/>
              <a:gd name="connsiteX4384" fmla="*/ 5495733 w 6501199"/>
              <a:gd name="connsiteY4384" fmla="*/ 1412476 h 6382977"/>
              <a:gd name="connsiteX4385" fmla="*/ 5498253 w 6501199"/>
              <a:gd name="connsiteY4385" fmla="*/ 1394114 h 6382977"/>
              <a:gd name="connsiteX4386" fmla="*/ 5527773 w 6501199"/>
              <a:gd name="connsiteY4386" fmla="*/ 1385114 h 6382977"/>
              <a:gd name="connsiteX4387" fmla="*/ 5509413 w 6501199"/>
              <a:gd name="connsiteY4387" fmla="*/ 1369273 h 6382977"/>
              <a:gd name="connsiteX4388" fmla="*/ 5529933 w 6501199"/>
              <a:gd name="connsiteY4388" fmla="*/ 1348751 h 6382977"/>
              <a:gd name="connsiteX4389" fmla="*/ 5520933 w 6501199"/>
              <a:gd name="connsiteY4389" fmla="*/ 1332550 h 6382977"/>
              <a:gd name="connsiteX4390" fmla="*/ 5543613 w 6501199"/>
              <a:gd name="connsiteY4390" fmla="*/ 1346231 h 6382977"/>
              <a:gd name="connsiteX4391" fmla="*/ 5552613 w 6501199"/>
              <a:gd name="connsiteY4391" fmla="*/ 1323550 h 6382977"/>
              <a:gd name="connsiteX4392" fmla="*/ 5548293 w 6501199"/>
              <a:gd name="connsiteY4392" fmla="*/ 1305548 h 6382977"/>
              <a:gd name="connsiteX4393" fmla="*/ 5525613 w 6501199"/>
              <a:gd name="connsiteY4393" fmla="*/ 1296188 h 6382977"/>
              <a:gd name="connsiteX4394" fmla="*/ 5543613 w 6501199"/>
              <a:gd name="connsiteY4394" fmla="*/ 1296188 h 6382977"/>
              <a:gd name="connsiteX4395" fmla="*/ 5552613 w 6501199"/>
              <a:gd name="connsiteY4395" fmla="*/ 1255505 h 6382977"/>
              <a:gd name="connsiteX4396" fmla="*/ 5575653 w 6501199"/>
              <a:gd name="connsiteY4396" fmla="*/ 1269186 h 6382977"/>
              <a:gd name="connsiteX4397" fmla="*/ 5584653 w 6501199"/>
              <a:gd name="connsiteY4397" fmla="*/ 1282867 h 6382977"/>
              <a:gd name="connsiteX4398" fmla="*/ 5577813 w 6501199"/>
              <a:gd name="connsiteY4398" fmla="*/ 1309869 h 6382977"/>
              <a:gd name="connsiteX4399" fmla="*/ 5566293 w 6501199"/>
              <a:gd name="connsiteY4399" fmla="*/ 1296188 h 6382977"/>
              <a:gd name="connsiteX4400" fmla="*/ 5570973 w 6501199"/>
              <a:gd name="connsiteY4400" fmla="*/ 1323550 h 6382977"/>
              <a:gd name="connsiteX4401" fmla="*/ 5538933 w 6501199"/>
              <a:gd name="connsiteY4401" fmla="*/ 1369273 h 6382977"/>
              <a:gd name="connsiteX4402" fmla="*/ 5542511 w 6501199"/>
              <a:gd name="connsiteY4402" fmla="*/ 1372068 h 6382977"/>
              <a:gd name="connsiteX4403" fmla="*/ 5548694 w 6501199"/>
              <a:gd name="connsiteY4403" fmla="*/ 1361765 h 6382977"/>
              <a:gd name="connsiteX4404" fmla="*/ 5569341 w 6501199"/>
              <a:gd name="connsiteY4404" fmla="*/ 1357312 h 6382977"/>
              <a:gd name="connsiteX4405" fmla="*/ 5542884 w 6501199"/>
              <a:gd name="connsiteY4405" fmla="*/ 1372360 h 6382977"/>
              <a:gd name="connsiteX4406" fmla="*/ 5550453 w 6501199"/>
              <a:gd name="connsiteY4406" fmla="*/ 1378273 h 6382977"/>
              <a:gd name="connsiteX4407" fmla="*/ 5550453 w 6501199"/>
              <a:gd name="connsiteY4407" fmla="*/ 1387274 h 6382977"/>
              <a:gd name="connsiteX4408" fmla="*/ 5532093 w 6501199"/>
              <a:gd name="connsiteY4408" fmla="*/ 1387274 h 6382977"/>
              <a:gd name="connsiteX4409" fmla="*/ 5543613 w 6501199"/>
              <a:gd name="connsiteY4409" fmla="*/ 1405635 h 6382977"/>
              <a:gd name="connsiteX4410" fmla="*/ 5525613 w 6501199"/>
              <a:gd name="connsiteY4410" fmla="*/ 1412476 h 6382977"/>
              <a:gd name="connsiteX4411" fmla="*/ 5511933 w 6501199"/>
              <a:gd name="connsiteY4411" fmla="*/ 1448838 h 6382977"/>
              <a:gd name="connsiteX4412" fmla="*/ 5525613 w 6501199"/>
              <a:gd name="connsiteY4412" fmla="*/ 1455679 h 6382977"/>
              <a:gd name="connsiteX4413" fmla="*/ 5529933 w 6501199"/>
              <a:gd name="connsiteY4413" fmla="*/ 1466839 h 6382977"/>
              <a:gd name="connsiteX4414" fmla="*/ 5516253 w 6501199"/>
              <a:gd name="connsiteY4414" fmla="*/ 1487361 h 6382977"/>
              <a:gd name="connsiteX4415" fmla="*/ 5491413 w 6501199"/>
              <a:gd name="connsiteY4415" fmla="*/ 1553605 h 6382977"/>
              <a:gd name="connsiteX4416" fmla="*/ 5518773 w 6501199"/>
              <a:gd name="connsiteY4416" fmla="*/ 1573767 h 6382977"/>
              <a:gd name="connsiteX4417" fmla="*/ 5509413 w 6501199"/>
              <a:gd name="connsiteY4417" fmla="*/ 1560086 h 6382977"/>
              <a:gd name="connsiteX4418" fmla="*/ 5525613 w 6501199"/>
              <a:gd name="connsiteY4418" fmla="*/ 1557926 h 6382977"/>
              <a:gd name="connsiteX4419" fmla="*/ 5570973 w 6501199"/>
              <a:gd name="connsiteY4419" fmla="*/ 1448838 h 6382977"/>
              <a:gd name="connsiteX4420" fmla="*/ 5573133 w 6501199"/>
              <a:gd name="connsiteY4420" fmla="*/ 1471520 h 6382977"/>
              <a:gd name="connsiteX4421" fmla="*/ 5593653 w 6501199"/>
              <a:gd name="connsiteY4421" fmla="*/ 1471520 h 6382977"/>
              <a:gd name="connsiteX4422" fmla="*/ 5579973 w 6501199"/>
              <a:gd name="connsiteY4422" fmla="*/ 1476200 h 6382977"/>
              <a:gd name="connsiteX4423" fmla="*/ 5591493 w 6501199"/>
              <a:gd name="connsiteY4423" fmla="*/ 1507882 h 6382977"/>
              <a:gd name="connsiteX4424" fmla="*/ 5570973 w 6501199"/>
              <a:gd name="connsiteY4424" fmla="*/ 1494201 h 6382977"/>
              <a:gd name="connsiteX4425" fmla="*/ 5582493 w 6501199"/>
              <a:gd name="connsiteY4425" fmla="*/ 1483041 h 6382977"/>
              <a:gd name="connsiteX4426" fmla="*/ 5559453 w 6501199"/>
              <a:gd name="connsiteY4426" fmla="*/ 1480520 h 6382977"/>
              <a:gd name="connsiteX4427" fmla="*/ 5566293 w 6501199"/>
              <a:gd name="connsiteY4427" fmla="*/ 1505722 h 6382977"/>
              <a:gd name="connsiteX4428" fmla="*/ 5582493 w 6501199"/>
              <a:gd name="connsiteY4428" fmla="*/ 1521563 h 6382977"/>
              <a:gd name="connsiteX4429" fmla="*/ 5550453 w 6501199"/>
              <a:gd name="connsiteY4429" fmla="*/ 1612649 h 6382977"/>
              <a:gd name="connsiteX4430" fmla="*/ 5568813 w 6501199"/>
              <a:gd name="connsiteY4430" fmla="*/ 1619490 h 6382977"/>
              <a:gd name="connsiteX4431" fmla="*/ 5536773 w 6501199"/>
              <a:gd name="connsiteY4431" fmla="*/ 1649012 h 6382977"/>
              <a:gd name="connsiteX4432" fmla="*/ 5532093 w 6501199"/>
              <a:gd name="connsiteY4432" fmla="*/ 1626330 h 6382977"/>
              <a:gd name="connsiteX4433" fmla="*/ 5543613 w 6501199"/>
              <a:gd name="connsiteY4433" fmla="*/ 1628491 h 6382977"/>
              <a:gd name="connsiteX4434" fmla="*/ 5529933 w 6501199"/>
              <a:gd name="connsiteY4434" fmla="*/ 1607969 h 6382977"/>
              <a:gd name="connsiteX4435" fmla="*/ 5538933 w 6501199"/>
              <a:gd name="connsiteY4435" fmla="*/ 1658013 h 6382977"/>
              <a:gd name="connsiteX4436" fmla="*/ 5527773 w 6501199"/>
              <a:gd name="connsiteY4436" fmla="*/ 1685374 h 6382977"/>
              <a:gd name="connsiteX4437" fmla="*/ 5511933 w 6501199"/>
              <a:gd name="connsiteY4437" fmla="*/ 1664853 h 6382977"/>
              <a:gd name="connsiteX4438" fmla="*/ 5509413 w 6501199"/>
              <a:gd name="connsiteY4438" fmla="*/ 1694375 h 6382977"/>
              <a:gd name="connsiteX4439" fmla="*/ 5520933 w 6501199"/>
              <a:gd name="connsiteY4439" fmla="*/ 1735418 h 6382977"/>
              <a:gd name="connsiteX4440" fmla="*/ 5509413 w 6501199"/>
              <a:gd name="connsiteY4440" fmla="*/ 1728577 h 6382977"/>
              <a:gd name="connsiteX4441" fmla="*/ 5507253 w 6501199"/>
              <a:gd name="connsiteY4441" fmla="*/ 1749099 h 6382977"/>
              <a:gd name="connsiteX4442" fmla="*/ 5489253 w 6501199"/>
              <a:gd name="connsiteY4442" fmla="*/ 1762780 h 6382977"/>
              <a:gd name="connsiteX4443" fmla="*/ 5500413 w 6501199"/>
              <a:gd name="connsiteY4443" fmla="*/ 1787621 h 6382977"/>
              <a:gd name="connsiteX4444" fmla="*/ 5484573 w 6501199"/>
              <a:gd name="connsiteY4444" fmla="*/ 1794462 h 6382977"/>
              <a:gd name="connsiteX4445" fmla="*/ 5486733 w 6501199"/>
              <a:gd name="connsiteY4445" fmla="*/ 1817503 h 6382977"/>
              <a:gd name="connsiteX4446" fmla="*/ 5475213 w 6501199"/>
              <a:gd name="connsiteY4446" fmla="*/ 1810663 h 6382977"/>
              <a:gd name="connsiteX4447" fmla="*/ 5484573 w 6501199"/>
              <a:gd name="connsiteY4447" fmla="*/ 1821824 h 6382977"/>
              <a:gd name="connsiteX4448" fmla="*/ 5473053 w 6501199"/>
              <a:gd name="connsiteY4448" fmla="*/ 1830824 h 6382977"/>
              <a:gd name="connsiteX4449" fmla="*/ 5464053 w 6501199"/>
              <a:gd name="connsiteY4449" fmla="*/ 1814983 h 6382977"/>
              <a:gd name="connsiteX4450" fmla="*/ 5475213 w 6501199"/>
              <a:gd name="connsiteY4450" fmla="*/ 1847026 h 6382977"/>
              <a:gd name="connsiteX4451" fmla="*/ 5459373 w 6501199"/>
              <a:gd name="connsiteY4451" fmla="*/ 1867187 h 6382977"/>
              <a:gd name="connsiteX4452" fmla="*/ 5443533 w 6501199"/>
              <a:gd name="connsiteY4452" fmla="*/ 1869707 h 6382977"/>
              <a:gd name="connsiteX4453" fmla="*/ 5418693 w 6501199"/>
              <a:gd name="connsiteY4453" fmla="*/ 1947112 h 6382977"/>
              <a:gd name="connsiteX4454" fmla="*/ 5398172 w 6501199"/>
              <a:gd name="connsiteY4454" fmla="*/ 1947112 h 6382977"/>
              <a:gd name="connsiteX4455" fmla="*/ 5386652 w 6501199"/>
              <a:gd name="connsiteY4455" fmla="*/ 1981315 h 6382977"/>
              <a:gd name="connsiteX4456" fmla="*/ 5384492 w 6501199"/>
              <a:gd name="connsiteY4456" fmla="*/ 2006156 h 6382977"/>
              <a:gd name="connsiteX4457" fmla="*/ 5372972 w 6501199"/>
              <a:gd name="connsiteY4457" fmla="*/ 2006156 h 6382977"/>
              <a:gd name="connsiteX4458" fmla="*/ 5352452 w 6501199"/>
              <a:gd name="connsiteY4458" fmla="*/ 2049359 h 6382977"/>
              <a:gd name="connsiteX4459" fmla="*/ 5354735 w 6501199"/>
              <a:gd name="connsiteY4459" fmla="*/ 2071448 h 6382977"/>
              <a:gd name="connsiteX4460" fmla="*/ 5355247 w 6501199"/>
              <a:gd name="connsiteY4460" fmla="*/ 2071804 h 6382977"/>
              <a:gd name="connsiteX4461" fmla="*/ 5354899 w 6501199"/>
              <a:gd name="connsiteY4461" fmla="*/ 2073029 h 6382977"/>
              <a:gd name="connsiteX4462" fmla="*/ 5355062 w 6501199"/>
              <a:gd name="connsiteY4462" fmla="*/ 2074606 h 6382977"/>
              <a:gd name="connsiteX4463" fmla="*/ 5359292 w 6501199"/>
              <a:gd name="connsiteY4463" fmla="*/ 2094723 h 6382977"/>
              <a:gd name="connsiteX4464" fmla="*/ 5309251 w 6501199"/>
              <a:gd name="connsiteY4464" fmla="*/ 2131085 h 6382977"/>
              <a:gd name="connsiteX4465" fmla="*/ 5298091 w 6501199"/>
              <a:gd name="connsiteY4465" fmla="*/ 2151606 h 6382977"/>
              <a:gd name="connsiteX4466" fmla="*/ 5295571 w 6501199"/>
              <a:gd name="connsiteY4466" fmla="*/ 2138286 h 6382977"/>
              <a:gd name="connsiteX4467" fmla="*/ 5288731 w 6501199"/>
              <a:gd name="connsiteY4467" fmla="*/ 2172128 h 6382977"/>
              <a:gd name="connsiteX4468" fmla="*/ 5304571 w 6501199"/>
              <a:gd name="connsiteY4468" fmla="*/ 2158447 h 6382977"/>
              <a:gd name="connsiteX4469" fmla="*/ 5261731 w 6501199"/>
              <a:gd name="connsiteY4469" fmla="*/ 2194809 h 6382977"/>
              <a:gd name="connsiteX4470" fmla="*/ 5270731 w 6501199"/>
              <a:gd name="connsiteY4470" fmla="*/ 2208490 h 6382977"/>
              <a:gd name="connsiteX4471" fmla="*/ 5254891 w 6501199"/>
              <a:gd name="connsiteY4471" fmla="*/ 2224691 h 6382977"/>
              <a:gd name="connsiteX4472" fmla="*/ 5267986 w 6501199"/>
              <a:gd name="connsiteY4472" fmla="*/ 2224691 h 6382977"/>
              <a:gd name="connsiteX4473" fmla="*/ 5266401 w 6501199"/>
              <a:gd name="connsiteY4473" fmla="*/ 2223500 h 6382977"/>
              <a:gd name="connsiteX4474" fmla="*/ 5281553 w 6501199"/>
              <a:gd name="connsiteY4474" fmla="*/ 2204330 h 6382977"/>
              <a:gd name="connsiteX4475" fmla="*/ 5289665 w 6501199"/>
              <a:gd name="connsiteY4475" fmla="*/ 2208092 h 6382977"/>
              <a:gd name="connsiteX4476" fmla="*/ 5294363 w 6501199"/>
              <a:gd name="connsiteY4476" fmla="*/ 2206646 h 6382977"/>
              <a:gd name="connsiteX4477" fmla="*/ 5306611 w 6501199"/>
              <a:gd name="connsiteY4477" fmla="*/ 2199654 h 6382977"/>
              <a:gd name="connsiteX4478" fmla="*/ 5284059 w 6501199"/>
              <a:gd name="connsiteY4478" fmla="*/ 2199654 h 6382977"/>
              <a:gd name="connsiteX4479" fmla="*/ 5315560 w 6501199"/>
              <a:gd name="connsiteY4479" fmla="*/ 2190662 h 6382977"/>
              <a:gd name="connsiteX4480" fmla="*/ 5320213 w 6501199"/>
              <a:gd name="connsiteY4480" fmla="*/ 2217998 h 6382977"/>
              <a:gd name="connsiteX4481" fmla="*/ 5297303 w 6501199"/>
              <a:gd name="connsiteY4481" fmla="*/ 2215885 h 6382977"/>
              <a:gd name="connsiteX4482" fmla="*/ 5293414 w 6501199"/>
              <a:gd name="connsiteY4482" fmla="*/ 2215027 h 6382977"/>
              <a:gd name="connsiteX4483" fmla="*/ 5286571 w 6501199"/>
              <a:gd name="connsiteY4483" fmla="*/ 2226852 h 6382977"/>
              <a:gd name="connsiteX4484" fmla="*/ 5277110 w 6501199"/>
              <a:gd name="connsiteY4484" fmla="*/ 2228525 h 6382977"/>
              <a:gd name="connsiteX4485" fmla="*/ 5277258 w 6501199"/>
              <a:gd name="connsiteY4485" fmla="*/ 2231665 h 6382977"/>
              <a:gd name="connsiteX4486" fmla="*/ 5273426 w 6501199"/>
              <a:gd name="connsiteY4486" fmla="*/ 2228783 h 6382977"/>
              <a:gd name="connsiteX4487" fmla="*/ 5264476 w 6501199"/>
              <a:gd name="connsiteY4487" fmla="*/ 2227977 h 6382977"/>
              <a:gd name="connsiteX4488" fmla="*/ 5252371 w 6501199"/>
              <a:gd name="connsiteY4488" fmla="*/ 2235852 h 6382977"/>
              <a:gd name="connsiteX4489" fmla="*/ 5257321 w 6501199"/>
              <a:gd name="connsiteY4489" fmla="*/ 2246248 h 6382977"/>
              <a:gd name="connsiteX4490" fmla="*/ 5259631 w 6501199"/>
              <a:gd name="connsiteY4490" fmla="*/ 2249808 h 6382977"/>
              <a:gd name="connsiteX4491" fmla="*/ 5261836 w 6501199"/>
              <a:gd name="connsiteY4491" fmla="*/ 2246704 h 6382977"/>
              <a:gd name="connsiteX4492" fmla="*/ 5275387 w 6501199"/>
              <a:gd name="connsiteY4492" fmla="*/ 2235200 h 6382977"/>
              <a:gd name="connsiteX4493" fmla="*/ 5291575 w 6501199"/>
              <a:gd name="connsiteY4493" fmla="*/ 2239917 h 6382977"/>
              <a:gd name="connsiteX4494" fmla="*/ 5293734 w 6501199"/>
              <a:gd name="connsiteY4494" fmla="*/ 2255883 h 6382977"/>
              <a:gd name="connsiteX4495" fmla="*/ 5286899 w 6501199"/>
              <a:gd name="connsiteY4495" fmla="*/ 2246811 h 6382977"/>
              <a:gd name="connsiteX4496" fmla="*/ 5271071 w 6501199"/>
              <a:gd name="connsiteY4496" fmla="*/ 2244634 h 6382977"/>
              <a:gd name="connsiteX4497" fmla="*/ 5275387 w 6501199"/>
              <a:gd name="connsiteY4497" fmla="*/ 2260600 h 6382977"/>
              <a:gd name="connsiteX4498" fmla="*/ 5300568 w 6501199"/>
              <a:gd name="connsiteY4498" fmla="*/ 2278743 h 6382977"/>
              <a:gd name="connsiteX4499" fmla="*/ 5290124 w 6501199"/>
              <a:gd name="connsiteY4499" fmla="*/ 2273957 h 6382977"/>
              <a:gd name="connsiteX4500" fmla="*/ 5284411 w 6501199"/>
              <a:gd name="connsiteY4500" fmla="*/ 2279055 h 6382977"/>
              <a:gd name="connsiteX4501" fmla="*/ 5288731 w 6501199"/>
              <a:gd name="connsiteY4501" fmla="*/ 2290576 h 6382977"/>
              <a:gd name="connsiteX4502" fmla="*/ 5320772 w 6501199"/>
              <a:gd name="connsiteY4502" fmla="*/ 2279055 h 6382977"/>
              <a:gd name="connsiteX4503" fmla="*/ 5316091 w 6501199"/>
              <a:gd name="connsiteY4503" fmla="*/ 2290576 h 6382977"/>
              <a:gd name="connsiteX4504" fmla="*/ 5341292 w 6501199"/>
              <a:gd name="connsiteY4504" fmla="*/ 2238372 h 6382977"/>
              <a:gd name="connsiteX4505" fmla="*/ 5357132 w 6501199"/>
              <a:gd name="connsiteY4505" fmla="*/ 2254213 h 6382977"/>
              <a:gd name="connsiteX4506" fmla="*/ 5366132 w 6501199"/>
              <a:gd name="connsiteY4506" fmla="*/ 2211011 h 6382977"/>
              <a:gd name="connsiteX4507" fmla="*/ 5363972 w 6501199"/>
              <a:gd name="connsiteY4507" fmla="*/ 2222171 h 6382977"/>
              <a:gd name="connsiteX4508" fmla="*/ 5384492 w 6501199"/>
              <a:gd name="connsiteY4508" fmla="*/ 2185809 h 6382977"/>
              <a:gd name="connsiteX4509" fmla="*/ 5405013 w 6501199"/>
              <a:gd name="connsiteY4509" fmla="*/ 2185809 h 6382977"/>
              <a:gd name="connsiteX4510" fmla="*/ 5400332 w 6501199"/>
              <a:gd name="connsiteY4510" fmla="*/ 2163127 h 6382977"/>
              <a:gd name="connsiteX4511" fmla="*/ 5414013 w 6501199"/>
              <a:gd name="connsiteY4511" fmla="*/ 2156287 h 6382977"/>
              <a:gd name="connsiteX4512" fmla="*/ 5423013 w 6501199"/>
              <a:gd name="connsiteY4512" fmla="*/ 2160967 h 6382977"/>
              <a:gd name="connsiteX4513" fmla="*/ 5455053 w 6501199"/>
              <a:gd name="connsiteY4513" fmla="*/ 2087882 h 6382977"/>
              <a:gd name="connsiteX4514" fmla="*/ 5475213 w 6501199"/>
              <a:gd name="connsiteY4514" fmla="*/ 2104083 h 6382977"/>
              <a:gd name="connsiteX4515" fmla="*/ 5482413 w 6501199"/>
              <a:gd name="connsiteY4515" fmla="*/ 2074561 h 6382977"/>
              <a:gd name="connsiteX4516" fmla="*/ 5466213 w 6501199"/>
              <a:gd name="connsiteY4516" fmla="*/ 2087882 h 6382977"/>
              <a:gd name="connsiteX4517" fmla="*/ 5500413 w 6501199"/>
              <a:gd name="connsiteY4517" fmla="*/ 2060880 h 6382977"/>
              <a:gd name="connsiteX4518" fmla="*/ 5477733 w 6501199"/>
              <a:gd name="connsiteY4518" fmla="*/ 2056200 h 6382977"/>
              <a:gd name="connsiteX4519" fmla="*/ 5511933 w 6501199"/>
              <a:gd name="connsiteY4519" fmla="*/ 1974474 h 6382977"/>
              <a:gd name="connsiteX4520" fmla="*/ 5509413 w 6501199"/>
              <a:gd name="connsiteY4520" fmla="*/ 1990315 h 6382977"/>
              <a:gd name="connsiteX4521" fmla="*/ 5524550 w 6501199"/>
              <a:gd name="connsiteY4521" fmla="*/ 1992239 h 6382977"/>
              <a:gd name="connsiteX4522" fmla="*/ 5526506 w 6501199"/>
              <a:gd name="connsiteY4522" fmla="*/ 1991540 h 6382977"/>
              <a:gd name="connsiteX4523" fmla="*/ 5530859 w 6501199"/>
              <a:gd name="connsiteY4523" fmla="*/ 1965456 h 6382977"/>
              <a:gd name="connsiteX4524" fmla="*/ 5530895 w 6501199"/>
              <a:gd name="connsiteY4524" fmla="*/ 1964489 h 6382977"/>
              <a:gd name="connsiteX4525" fmla="*/ 5531076 w 6501199"/>
              <a:gd name="connsiteY4525" fmla="*/ 1964153 h 6382977"/>
              <a:gd name="connsiteX4526" fmla="*/ 5537473 w 6501199"/>
              <a:gd name="connsiteY4526" fmla="*/ 1925825 h 6382977"/>
              <a:gd name="connsiteX4527" fmla="*/ 5532145 w 6501199"/>
              <a:gd name="connsiteY4527" fmla="*/ 1928454 h 6382977"/>
              <a:gd name="connsiteX4528" fmla="*/ 5536233 w 6501199"/>
              <a:gd name="connsiteY4528" fmla="*/ 1914672 h 6382977"/>
              <a:gd name="connsiteX4529" fmla="*/ 5542594 w 6501199"/>
              <a:gd name="connsiteY4529" fmla="*/ 1895141 h 6382977"/>
              <a:gd name="connsiteX4530" fmla="*/ 5544055 w 6501199"/>
              <a:gd name="connsiteY4530" fmla="*/ 1886384 h 6382977"/>
              <a:gd name="connsiteX4531" fmla="*/ 5539081 w 6501199"/>
              <a:gd name="connsiteY4531" fmla="*/ 1887807 h 6382977"/>
              <a:gd name="connsiteX4532" fmla="*/ 5543746 w 6501199"/>
              <a:gd name="connsiteY4532" fmla="*/ 1885650 h 6382977"/>
              <a:gd name="connsiteX4533" fmla="*/ 5550563 w 6501199"/>
              <a:gd name="connsiteY4533" fmla="*/ 1847191 h 6382977"/>
              <a:gd name="connsiteX4534" fmla="*/ 5550595 w 6501199"/>
              <a:gd name="connsiteY4534" fmla="*/ 1847196 h 6382977"/>
              <a:gd name="connsiteX4535" fmla="*/ 5557077 w 6501199"/>
              <a:gd name="connsiteY4535" fmla="*/ 1808358 h 6382977"/>
              <a:gd name="connsiteX4536" fmla="*/ 5570755 w 6501199"/>
              <a:gd name="connsiteY4536" fmla="*/ 1769840 h 6382977"/>
              <a:gd name="connsiteX4537" fmla="*/ 5592127 w 6501199"/>
              <a:gd name="connsiteY4537" fmla="*/ 1811823 h 6382977"/>
              <a:gd name="connsiteX4538" fmla="*/ 5593821 w 6501199"/>
              <a:gd name="connsiteY4538" fmla="*/ 1825625 h 6382977"/>
              <a:gd name="connsiteX4539" fmla="*/ 5602091 w 6501199"/>
              <a:gd name="connsiteY4539" fmla="*/ 1825625 h 6382977"/>
              <a:gd name="connsiteX4540" fmla="*/ 5603888 w 6501199"/>
              <a:gd name="connsiteY4540" fmla="*/ 1825625 h 6382977"/>
              <a:gd name="connsiteX4541" fmla="*/ 5605545 w 6501199"/>
              <a:gd name="connsiteY4541" fmla="*/ 1820716 h 6382977"/>
              <a:gd name="connsiteX4542" fmla="*/ 5605174 w 6501199"/>
              <a:gd name="connsiteY4542" fmla="*/ 1801302 h 6382977"/>
              <a:gd name="connsiteX4543" fmla="*/ 5618854 w 6501199"/>
              <a:gd name="connsiteY4543" fmla="*/ 1808143 h 6382977"/>
              <a:gd name="connsiteX4544" fmla="*/ 5650534 w 6501199"/>
              <a:gd name="connsiteY4544" fmla="*/ 1746939 h 6382977"/>
              <a:gd name="connsiteX4545" fmla="*/ 5664215 w 6501199"/>
              <a:gd name="connsiteY4545" fmla="*/ 1755939 h 6382977"/>
              <a:gd name="connsiteX4546" fmla="*/ 5671055 w 6501199"/>
              <a:gd name="connsiteY4546" fmla="*/ 1735418 h 6382977"/>
              <a:gd name="connsiteX4547" fmla="*/ 5657374 w 6501199"/>
              <a:gd name="connsiteY4547" fmla="*/ 1721737 h 6382977"/>
              <a:gd name="connsiteX4548" fmla="*/ 5668895 w 6501199"/>
              <a:gd name="connsiteY4548" fmla="*/ 1705896 h 6382977"/>
              <a:gd name="connsiteX4549" fmla="*/ 5655214 w 6501199"/>
              <a:gd name="connsiteY4549" fmla="*/ 1705896 h 6382977"/>
              <a:gd name="connsiteX4550" fmla="*/ 5658633 w 6501199"/>
              <a:gd name="connsiteY4550" fmla="*/ 1701163 h 6382977"/>
              <a:gd name="connsiteX4551" fmla="*/ 5658237 w 6501199"/>
              <a:gd name="connsiteY4551" fmla="*/ 1701182 h 6382977"/>
              <a:gd name="connsiteX4552" fmla="*/ 5652794 w 6501199"/>
              <a:gd name="connsiteY4552" fmla="*/ 1701447 h 6382977"/>
              <a:gd name="connsiteX4553" fmla="*/ 5656383 w 6501199"/>
              <a:gd name="connsiteY4553" fmla="*/ 1693328 h 6382977"/>
              <a:gd name="connsiteX4554" fmla="*/ 5667337 w 6501199"/>
              <a:gd name="connsiteY4554" fmla="*/ 1691796 h 6382977"/>
              <a:gd name="connsiteX4555" fmla="*/ 5670149 w 6501199"/>
              <a:gd name="connsiteY4555" fmla="*/ 1688885 h 6382977"/>
              <a:gd name="connsiteX4556" fmla="*/ 5675735 w 6501199"/>
              <a:gd name="connsiteY4556" fmla="*/ 1678534 h 6382977"/>
              <a:gd name="connsiteX4557" fmla="*/ 5657374 w 6501199"/>
              <a:gd name="connsiteY4557" fmla="*/ 1678534 h 6382977"/>
              <a:gd name="connsiteX4558" fmla="*/ 5709575 w 6501199"/>
              <a:gd name="connsiteY4558" fmla="*/ 1635331 h 6382977"/>
              <a:gd name="connsiteX4559" fmla="*/ 5718935 w 6501199"/>
              <a:gd name="connsiteY4559" fmla="*/ 1596448 h 6382977"/>
              <a:gd name="connsiteX4560" fmla="*/ 5727935 w 6501199"/>
              <a:gd name="connsiteY4560" fmla="*/ 1603289 h 6382977"/>
              <a:gd name="connsiteX4561" fmla="*/ 5743775 w 6501199"/>
              <a:gd name="connsiteY4561" fmla="*/ 1576287 h 6382977"/>
              <a:gd name="connsiteX4562" fmla="*/ 5709575 w 6501199"/>
              <a:gd name="connsiteY4562" fmla="*/ 1566926 h 6382977"/>
              <a:gd name="connsiteX4563" fmla="*/ 5725775 w 6501199"/>
              <a:gd name="connsiteY4563" fmla="*/ 1533084 h 6382977"/>
              <a:gd name="connsiteX4564" fmla="*/ 5738193 w 6501199"/>
              <a:gd name="connsiteY4564" fmla="*/ 1498416 h 6382977"/>
              <a:gd name="connsiteX4565" fmla="*/ 5738088 w 6501199"/>
              <a:gd name="connsiteY4565" fmla="*/ 1497582 h 6382977"/>
              <a:gd name="connsiteX4566" fmla="*/ 5739207 w 6501199"/>
              <a:gd name="connsiteY4566" fmla="*/ 1467090 h 6382977"/>
              <a:gd name="connsiteX4567" fmla="*/ 5768723 w 6501199"/>
              <a:gd name="connsiteY4567" fmla="*/ 1412731 h 6382977"/>
              <a:gd name="connsiteX4568" fmla="*/ 5764043 w 6501199"/>
              <a:gd name="connsiteY4568" fmla="*/ 1396532 h 6382977"/>
              <a:gd name="connsiteX4569" fmla="*/ 5775072 w 6501199"/>
              <a:gd name="connsiteY4569" fmla="*/ 1380175 h 6382977"/>
              <a:gd name="connsiteX4570" fmla="*/ 5779424 w 6501199"/>
              <a:gd name="connsiteY4570" fmla="*/ 1375234 h 6382977"/>
              <a:gd name="connsiteX4571" fmla="*/ 5802815 w 6501199"/>
              <a:gd name="connsiteY4571" fmla="*/ 1291867 h 6382977"/>
              <a:gd name="connsiteX4572" fmla="*/ 5802815 w 6501199"/>
              <a:gd name="connsiteY4572" fmla="*/ 1316709 h 6382977"/>
              <a:gd name="connsiteX4573" fmla="*/ 5816495 w 6501199"/>
              <a:gd name="connsiteY4573" fmla="*/ 1321389 h 6382977"/>
              <a:gd name="connsiteX4574" fmla="*/ 5819015 w 6501199"/>
              <a:gd name="connsiteY4574" fmla="*/ 1312389 h 6382977"/>
              <a:gd name="connsiteX4575" fmla="*/ 5807495 w 6501199"/>
              <a:gd name="connsiteY4575" fmla="*/ 1303028 h 6382977"/>
              <a:gd name="connsiteX4576" fmla="*/ 5816360 w 6501199"/>
              <a:gd name="connsiteY4576" fmla="*/ 1297493 h 6382977"/>
              <a:gd name="connsiteX4577" fmla="*/ 5819653 w 6501199"/>
              <a:gd name="connsiteY4577" fmla="*/ 1298066 h 6382977"/>
              <a:gd name="connsiteX4578" fmla="*/ 5819249 w 6501199"/>
              <a:gd name="connsiteY4578" fmla="*/ 1292675 h 6382977"/>
              <a:gd name="connsiteX4579" fmla="*/ 5822449 w 6501199"/>
              <a:gd name="connsiteY4579" fmla="*/ 1279435 h 6382977"/>
              <a:gd name="connsiteX4580" fmla="*/ 5822748 w 6501199"/>
              <a:gd name="connsiteY4580" fmla="*/ 1279174 h 6382977"/>
              <a:gd name="connsiteX4581" fmla="*/ 5816495 w 6501199"/>
              <a:gd name="connsiteY4581" fmla="*/ 1278186 h 6382977"/>
              <a:gd name="connsiteX4582" fmla="*/ 5782655 w 6501199"/>
              <a:gd name="connsiteY4582" fmla="*/ 1294028 h 6382977"/>
              <a:gd name="connsiteX4583" fmla="*/ 5791655 w 6501199"/>
              <a:gd name="connsiteY4583" fmla="*/ 1273506 h 6382977"/>
              <a:gd name="connsiteX4584" fmla="*/ 5807495 w 6501199"/>
              <a:gd name="connsiteY4584" fmla="*/ 1278186 h 6382977"/>
              <a:gd name="connsiteX4585" fmla="*/ 5819015 w 6501199"/>
              <a:gd name="connsiteY4585" fmla="*/ 1219142 h 6382977"/>
              <a:gd name="connsiteX4586" fmla="*/ 5821175 w 6501199"/>
              <a:gd name="connsiteY4586" fmla="*/ 1207622 h 6382977"/>
              <a:gd name="connsiteX4587" fmla="*/ 5834855 w 6501199"/>
              <a:gd name="connsiteY4587" fmla="*/ 1187100 h 6382977"/>
              <a:gd name="connsiteX4588" fmla="*/ 5838275 w 6501199"/>
              <a:gd name="connsiteY4588" fmla="*/ 1203931 h 6382977"/>
              <a:gd name="connsiteX4589" fmla="*/ 5841485 w 6501199"/>
              <a:gd name="connsiteY4589" fmla="*/ 1218207 h 6382977"/>
              <a:gd name="connsiteX4590" fmla="*/ 5843906 w 6501199"/>
              <a:gd name="connsiteY4590" fmla="*/ 1209023 h 6382977"/>
              <a:gd name="connsiteX4591" fmla="*/ 5854080 w 6501199"/>
              <a:gd name="connsiteY4591" fmla="*/ 1194580 h 6382977"/>
              <a:gd name="connsiteX4592" fmla="*/ 5854205 w 6501199"/>
              <a:gd name="connsiteY4592" fmla="*/ 1193671 h 6382977"/>
              <a:gd name="connsiteX4593" fmla="*/ 5853215 w 6501199"/>
              <a:gd name="connsiteY4593" fmla="*/ 1166579 h 6382977"/>
              <a:gd name="connsiteX4594" fmla="*/ 5869056 w 6501199"/>
              <a:gd name="connsiteY4594" fmla="*/ 1143897 h 6382977"/>
              <a:gd name="connsiteX4595" fmla="*/ 5898576 w 6501199"/>
              <a:gd name="connsiteY4595" fmla="*/ 1157578 h 6382977"/>
              <a:gd name="connsiteX4596" fmla="*/ 5893896 w 6501199"/>
              <a:gd name="connsiteY4596" fmla="*/ 1123376 h 6382977"/>
              <a:gd name="connsiteX4597" fmla="*/ 5873376 w 6501199"/>
              <a:gd name="connsiteY4597" fmla="*/ 1112215 h 6382977"/>
              <a:gd name="connsiteX4598" fmla="*/ 5896416 w 6501199"/>
              <a:gd name="connsiteY4598" fmla="*/ 1091694 h 6382977"/>
              <a:gd name="connsiteX4599" fmla="*/ 5921256 w 6501199"/>
              <a:gd name="connsiteY4599" fmla="*/ 1098534 h 6382977"/>
              <a:gd name="connsiteX4600" fmla="*/ 5923417 w 6501199"/>
              <a:gd name="connsiteY4600" fmla="*/ 1125896 h 6382977"/>
              <a:gd name="connsiteX4601" fmla="*/ 5905394 w 6501199"/>
              <a:gd name="connsiteY4601" fmla="*/ 1179816 h 6382977"/>
              <a:gd name="connsiteX4602" fmla="*/ 5900701 w 6501199"/>
              <a:gd name="connsiteY4602" fmla="*/ 1194247 h 6382977"/>
              <a:gd name="connsiteX4603" fmla="*/ 5899938 w 6501199"/>
              <a:gd name="connsiteY4603" fmla="*/ 1198865 h 6382977"/>
              <a:gd name="connsiteX4604" fmla="*/ 5911979 w 6501199"/>
              <a:gd name="connsiteY4604" fmla="*/ 1207898 h 6382977"/>
              <a:gd name="connsiteX4605" fmla="*/ 5907385 w 6501199"/>
              <a:gd name="connsiteY4605" fmla="*/ 1213224 h 6382977"/>
              <a:gd name="connsiteX4606" fmla="*/ 5905326 w 6501199"/>
              <a:gd name="connsiteY4606" fmla="*/ 1224588 h 6382977"/>
              <a:gd name="connsiteX4607" fmla="*/ 5898576 w 6501199"/>
              <a:gd name="connsiteY4607" fmla="*/ 1248664 h 6382977"/>
              <a:gd name="connsiteX4608" fmla="*/ 5910096 w 6501199"/>
              <a:gd name="connsiteY4608" fmla="*/ 1248664 h 6382977"/>
              <a:gd name="connsiteX4609" fmla="*/ 5901642 w 6501199"/>
              <a:gd name="connsiteY4609" fmla="*/ 1265878 h 6382977"/>
              <a:gd name="connsiteX4610" fmla="*/ 5899764 w 6501199"/>
              <a:gd name="connsiteY4610" fmla="*/ 1267204 h 6382977"/>
              <a:gd name="connsiteX4611" fmla="*/ 5899871 w 6501199"/>
              <a:gd name="connsiteY4611" fmla="*/ 1268416 h 6382977"/>
              <a:gd name="connsiteX4612" fmla="*/ 5896047 w 6501199"/>
              <a:gd name="connsiteY4612" fmla="*/ 1285358 h 6382977"/>
              <a:gd name="connsiteX4613" fmla="*/ 5903256 w 6501199"/>
              <a:gd name="connsiteY4613" fmla="*/ 1291867 h 6382977"/>
              <a:gd name="connsiteX4614" fmla="*/ 5900736 w 6501199"/>
              <a:gd name="connsiteY4614" fmla="*/ 1316709 h 6382977"/>
              <a:gd name="connsiteX4615" fmla="*/ 5889576 w 6501199"/>
              <a:gd name="connsiteY4615" fmla="*/ 1321389 h 6382977"/>
              <a:gd name="connsiteX4616" fmla="*/ 5896416 w 6501199"/>
              <a:gd name="connsiteY4616" fmla="*/ 1344071 h 6382977"/>
              <a:gd name="connsiteX4617" fmla="*/ 5888316 w 6501199"/>
              <a:gd name="connsiteY4617" fmla="*/ 1319162 h 6382977"/>
              <a:gd name="connsiteX4618" fmla="*/ 5888969 w 6501199"/>
              <a:gd name="connsiteY4618" fmla="*/ 1313229 h 6382977"/>
              <a:gd name="connsiteX4619" fmla="*/ 5873314 w 6501199"/>
              <a:gd name="connsiteY4619" fmla="*/ 1349222 h 6382977"/>
              <a:gd name="connsiteX4620" fmla="*/ 5866210 w 6501199"/>
              <a:gd name="connsiteY4620" fmla="*/ 1362587 h 6382977"/>
              <a:gd name="connsiteX4621" fmla="*/ 5869056 w 6501199"/>
              <a:gd name="connsiteY4621" fmla="*/ 1366753 h 6382977"/>
              <a:gd name="connsiteX4622" fmla="*/ 5862598 w 6501199"/>
              <a:gd name="connsiteY4622" fmla="*/ 1369380 h 6382977"/>
              <a:gd name="connsiteX4623" fmla="*/ 5855151 w 6501199"/>
              <a:gd name="connsiteY4623" fmla="*/ 1383390 h 6382977"/>
              <a:gd name="connsiteX4624" fmla="*/ 5856950 w 6501199"/>
              <a:gd name="connsiteY4624" fmla="*/ 1386329 h 6382977"/>
              <a:gd name="connsiteX4625" fmla="*/ 5859696 w 6501199"/>
              <a:gd name="connsiteY4625" fmla="*/ 1396275 h 6382977"/>
              <a:gd name="connsiteX4626" fmla="*/ 5847320 w 6501199"/>
              <a:gd name="connsiteY4626" fmla="*/ 1401495 h 6382977"/>
              <a:gd name="connsiteX4627" fmla="*/ 5843645 w 6501199"/>
              <a:gd name="connsiteY4627" fmla="*/ 1403664 h 6382977"/>
              <a:gd name="connsiteX4628" fmla="*/ 5841833 w 6501199"/>
              <a:gd name="connsiteY4628" fmla="*/ 1406806 h 6382977"/>
              <a:gd name="connsiteX4629" fmla="*/ 5841695 w 6501199"/>
              <a:gd name="connsiteY4629" fmla="*/ 1409956 h 6382977"/>
              <a:gd name="connsiteX4630" fmla="*/ 5871216 w 6501199"/>
              <a:gd name="connsiteY4630" fmla="*/ 1416796 h 6382977"/>
              <a:gd name="connsiteX4631" fmla="*/ 5839535 w 6501199"/>
              <a:gd name="connsiteY4631" fmla="*/ 1435157 h 6382977"/>
              <a:gd name="connsiteX4632" fmla="*/ 5850695 w 6501199"/>
              <a:gd name="connsiteY4632" fmla="*/ 1457839 h 6382977"/>
              <a:gd name="connsiteX4633" fmla="*/ 5866536 w 6501199"/>
              <a:gd name="connsiteY4633" fmla="*/ 1432637 h 6382977"/>
              <a:gd name="connsiteX4634" fmla="*/ 5850695 w 6501199"/>
              <a:gd name="connsiteY4634" fmla="*/ 1480520 h 6382977"/>
              <a:gd name="connsiteX4635" fmla="*/ 5848535 w 6501199"/>
              <a:gd name="connsiteY4635" fmla="*/ 1537404 h 6382977"/>
              <a:gd name="connsiteX4636" fmla="*/ 5900736 w 6501199"/>
              <a:gd name="connsiteY4636" fmla="*/ 1496361 h 6382977"/>
              <a:gd name="connsiteX4637" fmla="*/ 5898576 w 6501199"/>
              <a:gd name="connsiteY4637" fmla="*/ 1478360 h 6382977"/>
              <a:gd name="connsiteX4638" fmla="*/ 5884896 w 6501199"/>
              <a:gd name="connsiteY4638" fmla="*/ 1478360 h 6382977"/>
              <a:gd name="connsiteX4639" fmla="*/ 5875896 w 6501199"/>
              <a:gd name="connsiteY4639" fmla="*/ 1444158 h 6382977"/>
              <a:gd name="connsiteX4640" fmla="*/ 5891736 w 6501199"/>
              <a:gd name="connsiteY4640" fmla="*/ 1455679 h 6382977"/>
              <a:gd name="connsiteX4641" fmla="*/ 5898576 w 6501199"/>
              <a:gd name="connsiteY4641" fmla="*/ 1441998 h 6382977"/>
              <a:gd name="connsiteX4642" fmla="*/ 5889576 w 6501199"/>
              <a:gd name="connsiteY4642" fmla="*/ 1428317 h 6382977"/>
              <a:gd name="connsiteX4643" fmla="*/ 5907576 w 6501199"/>
              <a:gd name="connsiteY4643" fmla="*/ 1405635 h 6382977"/>
              <a:gd name="connsiteX4644" fmla="*/ 5916936 w 6501199"/>
              <a:gd name="connsiteY4644" fmla="*/ 1432637 h 6382977"/>
              <a:gd name="connsiteX4645" fmla="*/ 5925937 w 6501199"/>
              <a:gd name="connsiteY4645" fmla="*/ 1416796 h 6382977"/>
              <a:gd name="connsiteX4646" fmla="*/ 5912256 w 6501199"/>
              <a:gd name="connsiteY4646" fmla="*/ 1398795 h 6382977"/>
              <a:gd name="connsiteX4647" fmla="*/ 5900736 w 6501199"/>
              <a:gd name="connsiteY4647" fmla="*/ 1403115 h 6382977"/>
              <a:gd name="connsiteX4648" fmla="*/ 5919096 w 6501199"/>
              <a:gd name="connsiteY4648" fmla="*/ 1350911 h 6382977"/>
              <a:gd name="connsiteX4649" fmla="*/ 5923417 w 6501199"/>
              <a:gd name="connsiteY4649" fmla="*/ 1246144 h 6382977"/>
              <a:gd name="connsiteX4650" fmla="*/ 5946457 w 6501199"/>
              <a:gd name="connsiteY4650" fmla="*/ 1262345 h 6382977"/>
              <a:gd name="connsiteX4651" fmla="*/ 5930257 w 6501199"/>
              <a:gd name="connsiteY4651" fmla="*/ 1314549 h 6382977"/>
              <a:gd name="connsiteX4652" fmla="*/ 5916936 w 6501199"/>
              <a:gd name="connsiteY4652" fmla="*/ 1344071 h 6382977"/>
              <a:gd name="connsiteX4653" fmla="*/ 5939617 w 6501199"/>
              <a:gd name="connsiteY4653" fmla="*/ 1330390 h 6382977"/>
              <a:gd name="connsiteX4654" fmla="*/ 5932777 w 6501199"/>
              <a:gd name="connsiteY4654" fmla="*/ 1296188 h 6382977"/>
              <a:gd name="connsiteX4655" fmla="*/ 5955457 w 6501199"/>
              <a:gd name="connsiteY4655" fmla="*/ 1252985 h 6382977"/>
              <a:gd name="connsiteX4656" fmla="*/ 5969137 w 6501199"/>
              <a:gd name="connsiteY4656" fmla="*/ 1262345 h 6382977"/>
              <a:gd name="connsiteX4657" fmla="*/ 5980297 w 6501199"/>
              <a:gd name="connsiteY4657" fmla="*/ 1252985 h 6382977"/>
              <a:gd name="connsiteX4658" fmla="*/ 5969137 w 6501199"/>
              <a:gd name="connsiteY4658" fmla="*/ 1232463 h 6382977"/>
              <a:gd name="connsiteX4659" fmla="*/ 5957617 w 6501199"/>
              <a:gd name="connsiteY4659" fmla="*/ 1237144 h 6382977"/>
              <a:gd name="connsiteX4660" fmla="*/ 5975977 w 6501199"/>
              <a:gd name="connsiteY4660" fmla="*/ 1202941 h 6382977"/>
              <a:gd name="connsiteX4661" fmla="*/ 5989657 w 6501199"/>
              <a:gd name="connsiteY4661" fmla="*/ 1212302 h 6382977"/>
              <a:gd name="connsiteX4662" fmla="*/ 5975977 w 6501199"/>
              <a:gd name="connsiteY4662" fmla="*/ 1182420 h 6382977"/>
              <a:gd name="connsiteX4663" fmla="*/ 6010177 w 6501199"/>
              <a:gd name="connsiteY4663" fmla="*/ 1148578 h 6382977"/>
              <a:gd name="connsiteX4664" fmla="*/ 6026017 w 6501199"/>
              <a:gd name="connsiteY4664" fmla="*/ 1109695 h 6382977"/>
              <a:gd name="connsiteX4665" fmla="*/ 6039697 w 6501199"/>
              <a:gd name="connsiteY4665" fmla="*/ 1119056 h 6382977"/>
              <a:gd name="connsiteX4666" fmla="*/ 6041857 w 6501199"/>
              <a:gd name="connsiteY4666" fmla="*/ 1096014 h 6382977"/>
              <a:gd name="connsiteX4667" fmla="*/ 6059857 w 6501199"/>
              <a:gd name="connsiteY4667" fmla="*/ 1087013 h 6382977"/>
              <a:gd name="connsiteX4668" fmla="*/ 6064537 w 6501199"/>
              <a:gd name="connsiteY4668" fmla="*/ 1068652 h 6382977"/>
              <a:gd name="connsiteX4669" fmla="*/ 6050857 w 6501199"/>
              <a:gd name="connsiteY4669" fmla="*/ 1082333 h 6382977"/>
              <a:gd name="connsiteX4670" fmla="*/ 6037177 w 6501199"/>
              <a:gd name="connsiteY4670" fmla="*/ 1068652 h 6382977"/>
              <a:gd name="connsiteX4671" fmla="*/ 6039697 w 6501199"/>
              <a:gd name="connsiteY4671" fmla="*/ 1050651 h 6382977"/>
              <a:gd name="connsiteX4672" fmla="*/ 6062377 w 6501199"/>
              <a:gd name="connsiteY4672" fmla="*/ 1039130 h 6382977"/>
              <a:gd name="connsiteX4673" fmla="*/ 6057697 w 6501199"/>
              <a:gd name="connsiteY4673" fmla="*/ 1064332 h 6382977"/>
              <a:gd name="connsiteX4674" fmla="*/ 6087217 w 6501199"/>
              <a:gd name="connsiteY4674" fmla="*/ 1048491 h 6382977"/>
              <a:gd name="connsiteX4675" fmla="*/ 6091897 w 6501199"/>
              <a:gd name="connsiteY4675" fmla="*/ 1012128 h 6382977"/>
              <a:gd name="connsiteX4676" fmla="*/ 6105577 w 6501199"/>
              <a:gd name="connsiteY4676" fmla="*/ 1030129 h 6382977"/>
              <a:gd name="connsiteX4677" fmla="*/ 6094057 w 6501199"/>
              <a:gd name="connsiteY4677" fmla="*/ 1062172 h 6382977"/>
              <a:gd name="connsiteX4678" fmla="*/ 6100897 w 6501199"/>
              <a:gd name="connsiteY4678" fmla="*/ 1064332 h 6382977"/>
              <a:gd name="connsiteX4679" fmla="*/ 6105577 w 6501199"/>
              <a:gd name="connsiteY4679" fmla="*/ 1112215 h 6382977"/>
              <a:gd name="connsiteX4680" fmla="*/ 6087217 w 6501199"/>
              <a:gd name="connsiteY4680" fmla="*/ 1123376 h 6382977"/>
              <a:gd name="connsiteX4681" fmla="*/ 6080737 w 6501199"/>
              <a:gd name="connsiteY4681" fmla="*/ 1159738 h 6382977"/>
              <a:gd name="connsiteX4682" fmla="*/ 6085057 w 6501199"/>
              <a:gd name="connsiteY4682" fmla="*/ 1141737 h 6382977"/>
              <a:gd name="connsiteX4683" fmla="*/ 6059857 w 6501199"/>
              <a:gd name="connsiteY4683" fmla="*/ 1130216 h 6382977"/>
              <a:gd name="connsiteX4684" fmla="*/ 6071377 w 6501199"/>
              <a:gd name="connsiteY4684" fmla="*/ 1143897 h 6382977"/>
              <a:gd name="connsiteX4685" fmla="*/ 6067057 w 6501199"/>
              <a:gd name="connsiteY4685" fmla="*/ 1168739 h 6382977"/>
              <a:gd name="connsiteX4686" fmla="*/ 6048697 w 6501199"/>
              <a:gd name="connsiteY4686" fmla="*/ 1173419 h 6382977"/>
              <a:gd name="connsiteX4687" fmla="*/ 6062377 w 6501199"/>
              <a:gd name="connsiteY4687" fmla="*/ 1202941 h 6382977"/>
              <a:gd name="connsiteX4688" fmla="*/ 6085057 w 6501199"/>
              <a:gd name="connsiteY4688" fmla="*/ 1212302 h 6382977"/>
              <a:gd name="connsiteX4689" fmla="*/ 6071377 w 6501199"/>
              <a:gd name="connsiteY4689" fmla="*/ 1259825 h 6382977"/>
              <a:gd name="connsiteX4690" fmla="*/ 6062377 w 6501199"/>
              <a:gd name="connsiteY4690" fmla="*/ 1248664 h 6382977"/>
              <a:gd name="connsiteX4691" fmla="*/ 6057697 w 6501199"/>
              <a:gd name="connsiteY4691" fmla="*/ 1282867 h 6382977"/>
              <a:gd name="connsiteX4692" fmla="*/ 6039697 w 6501199"/>
              <a:gd name="connsiteY4692" fmla="*/ 1321389 h 6382977"/>
              <a:gd name="connsiteX4693" fmla="*/ 6010177 w 6501199"/>
              <a:gd name="connsiteY4693" fmla="*/ 1330390 h 6382977"/>
              <a:gd name="connsiteX4694" fmla="*/ 6028177 w 6501199"/>
              <a:gd name="connsiteY4694" fmla="*/ 1355592 h 6382977"/>
              <a:gd name="connsiteX4695" fmla="*/ 6019177 w 6501199"/>
              <a:gd name="connsiteY4695" fmla="*/ 1371433 h 6382977"/>
              <a:gd name="connsiteX4696" fmla="*/ 6007657 w 6501199"/>
              <a:gd name="connsiteY4696" fmla="*/ 1366753 h 6382977"/>
              <a:gd name="connsiteX4697" fmla="*/ 6012337 w 6501199"/>
              <a:gd name="connsiteY4697" fmla="*/ 1382954 h 6382977"/>
              <a:gd name="connsiteX4698" fmla="*/ 5989657 w 6501199"/>
              <a:gd name="connsiteY4698" fmla="*/ 1385114 h 6382977"/>
              <a:gd name="connsiteX4699" fmla="*/ 5993977 w 6501199"/>
              <a:gd name="connsiteY4699" fmla="*/ 1421476 h 6382977"/>
              <a:gd name="connsiteX4700" fmla="*/ 6014497 w 6501199"/>
              <a:gd name="connsiteY4700" fmla="*/ 1391954 h 6382977"/>
              <a:gd name="connsiteX4701" fmla="*/ 6000817 w 6501199"/>
              <a:gd name="connsiteY4701" fmla="*/ 1450998 h 6382977"/>
              <a:gd name="connsiteX4702" fmla="*/ 6032857 w 6501199"/>
              <a:gd name="connsiteY4702" fmla="*/ 1380433 h 6382977"/>
              <a:gd name="connsiteX4703" fmla="*/ 6019177 w 6501199"/>
              <a:gd name="connsiteY4703" fmla="*/ 1382954 h 6382977"/>
              <a:gd name="connsiteX4704" fmla="*/ 6037177 w 6501199"/>
              <a:gd name="connsiteY4704" fmla="*/ 1366753 h 6382977"/>
              <a:gd name="connsiteX4705" fmla="*/ 6055537 w 6501199"/>
              <a:gd name="connsiteY4705" fmla="*/ 1376113 h 6382977"/>
              <a:gd name="connsiteX4706" fmla="*/ 6032857 w 6501199"/>
              <a:gd name="connsiteY4706" fmla="*/ 1448838 h 6382977"/>
              <a:gd name="connsiteX4707" fmla="*/ 6028177 w 6501199"/>
              <a:gd name="connsiteY4707" fmla="*/ 1462519 h 6382977"/>
              <a:gd name="connsiteX4708" fmla="*/ 6005497 w 6501199"/>
              <a:gd name="connsiteY4708" fmla="*/ 1459999 h 6382977"/>
              <a:gd name="connsiteX4709" fmla="*/ 6000817 w 6501199"/>
              <a:gd name="connsiteY4709" fmla="*/ 1483041 h 6382977"/>
              <a:gd name="connsiteX4710" fmla="*/ 6019177 w 6501199"/>
              <a:gd name="connsiteY4710" fmla="*/ 1473680 h 6382977"/>
              <a:gd name="connsiteX4711" fmla="*/ 6010177 w 6501199"/>
              <a:gd name="connsiteY4711" fmla="*/ 1489881 h 6382977"/>
              <a:gd name="connsiteX4712" fmla="*/ 6026017 w 6501199"/>
              <a:gd name="connsiteY4712" fmla="*/ 1512563 h 6382977"/>
              <a:gd name="connsiteX4713" fmla="*/ 6044017 w 6501199"/>
              <a:gd name="connsiteY4713" fmla="*/ 1512563 h 6382977"/>
              <a:gd name="connsiteX4714" fmla="*/ 6053377 w 6501199"/>
              <a:gd name="connsiteY4714" fmla="*/ 1535244 h 6382977"/>
              <a:gd name="connsiteX4715" fmla="*/ 6026017 w 6501199"/>
              <a:gd name="connsiteY4715" fmla="*/ 1530564 h 6382977"/>
              <a:gd name="connsiteX4716" fmla="*/ 6021337 w 6501199"/>
              <a:gd name="connsiteY4716" fmla="*/ 1569446 h 6382977"/>
              <a:gd name="connsiteX4717" fmla="*/ 6010177 w 6501199"/>
              <a:gd name="connsiteY4717" fmla="*/ 1557926 h 6382977"/>
              <a:gd name="connsiteX4718" fmla="*/ 5989657 w 6501199"/>
              <a:gd name="connsiteY4718" fmla="*/ 1571607 h 6382977"/>
              <a:gd name="connsiteX4719" fmla="*/ 5973457 w 6501199"/>
              <a:gd name="connsiteY4719" fmla="*/ 1596448 h 6382977"/>
              <a:gd name="connsiteX4720" fmla="*/ 5991817 w 6501199"/>
              <a:gd name="connsiteY4720" fmla="*/ 1621650 h 6382977"/>
              <a:gd name="connsiteX4721" fmla="*/ 5962297 w 6501199"/>
              <a:gd name="connsiteY4721" fmla="*/ 1628491 h 6382977"/>
              <a:gd name="connsiteX4722" fmla="*/ 5969137 w 6501199"/>
              <a:gd name="connsiteY4722" fmla="*/ 1667013 h 6382977"/>
              <a:gd name="connsiteX4723" fmla="*/ 5953297 w 6501199"/>
              <a:gd name="connsiteY4723" fmla="*/ 1680694 h 6382977"/>
              <a:gd name="connsiteX4724" fmla="*/ 6005497 w 6501199"/>
              <a:gd name="connsiteY4724" fmla="*/ 1635331 h 6382977"/>
              <a:gd name="connsiteX4725" fmla="*/ 5980297 w 6501199"/>
              <a:gd name="connsiteY4725" fmla="*/ 1678534 h 6382977"/>
              <a:gd name="connsiteX4726" fmla="*/ 6035017 w 6501199"/>
              <a:gd name="connsiteY4726" fmla="*/ 1701216 h 6382977"/>
              <a:gd name="connsiteX4727" fmla="*/ 6014497 w 6501199"/>
              <a:gd name="connsiteY4727" fmla="*/ 1776461 h 6382977"/>
              <a:gd name="connsiteX4728" fmla="*/ 6003337 w 6501199"/>
              <a:gd name="connsiteY4728" fmla="*/ 1742258 h 6382977"/>
              <a:gd name="connsiteX4729" fmla="*/ 5972692 w 6501199"/>
              <a:gd name="connsiteY4729" fmla="*/ 1778396 h 6382977"/>
              <a:gd name="connsiteX4730" fmla="*/ 5969085 w 6501199"/>
              <a:gd name="connsiteY4730" fmla="*/ 1787749 h 6382977"/>
              <a:gd name="connsiteX4731" fmla="*/ 6007364 w 6501199"/>
              <a:gd name="connsiteY4731" fmla="*/ 1817718 h 6382977"/>
              <a:gd name="connsiteX4732" fmla="*/ 6029303 w 6501199"/>
              <a:gd name="connsiteY4732" fmla="*/ 1840862 h 6382977"/>
              <a:gd name="connsiteX4733" fmla="*/ 6046537 w 6501199"/>
              <a:gd name="connsiteY4733" fmla="*/ 1817503 h 6382977"/>
              <a:gd name="connsiteX4734" fmla="*/ 6055537 w 6501199"/>
              <a:gd name="connsiteY4734" fmla="*/ 1803823 h 6382977"/>
              <a:gd name="connsiteX4735" fmla="*/ 6082897 w 6501199"/>
              <a:gd name="connsiteY4735" fmla="*/ 1740098 h 6382977"/>
              <a:gd name="connsiteX4736" fmla="*/ 6091042 w 6501199"/>
              <a:gd name="connsiteY4736" fmla="*/ 1711296 h 6382977"/>
              <a:gd name="connsiteX4737" fmla="*/ 6096182 w 6501199"/>
              <a:gd name="connsiteY4737" fmla="*/ 1706887 h 6382977"/>
              <a:gd name="connsiteX4738" fmla="*/ 6098948 w 6501199"/>
              <a:gd name="connsiteY4738" fmla="*/ 1681162 h 6382977"/>
              <a:gd name="connsiteX4739" fmla="*/ 6103108 w 6501199"/>
              <a:gd name="connsiteY4739" fmla="*/ 1700946 h 6382977"/>
              <a:gd name="connsiteX4740" fmla="*/ 6104210 w 6501199"/>
              <a:gd name="connsiteY4740" fmla="*/ 1700000 h 6382977"/>
              <a:gd name="connsiteX4741" fmla="*/ 6114577 w 6501199"/>
              <a:gd name="connsiteY4741" fmla="*/ 1694375 h 6382977"/>
              <a:gd name="connsiteX4742" fmla="*/ 6114577 w 6501199"/>
              <a:gd name="connsiteY4742" fmla="*/ 1708056 h 6382977"/>
              <a:gd name="connsiteX4743" fmla="*/ 6121418 w 6501199"/>
              <a:gd name="connsiteY4743" fmla="*/ 1683214 h 6382977"/>
              <a:gd name="connsiteX4744" fmla="*/ 6112417 w 6501199"/>
              <a:gd name="connsiteY4744" fmla="*/ 1680694 h 6382977"/>
              <a:gd name="connsiteX4745" fmla="*/ 6119258 w 6501199"/>
              <a:gd name="connsiteY4745" fmla="*/ 1642171 h 6382977"/>
              <a:gd name="connsiteX4746" fmla="*/ 6126098 w 6501199"/>
              <a:gd name="connsiteY4746" fmla="*/ 1701216 h 6382977"/>
              <a:gd name="connsiteX4747" fmla="*/ 6121418 w 6501199"/>
              <a:gd name="connsiteY4747" fmla="*/ 1753779 h 6382977"/>
              <a:gd name="connsiteX4748" fmla="*/ 6100897 w 6501199"/>
              <a:gd name="connsiteY4748" fmla="*/ 1767100 h 6382977"/>
              <a:gd name="connsiteX4749" fmla="*/ 6099749 w 6501199"/>
              <a:gd name="connsiteY4749" fmla="*/ 1760179 h 6382977"/>
              <a:gd name="connsiteX4750" fmla="*/ 6092253 w 6501199"/>
              <a:gd name="connsiteY4750" fmla="*/ 1760179 h 6382977"/>
              <a:gd name="connsiteX4751" fmla="*/ 6081322 w 6501199"/>
              <a:gd name="connsiteY4751" fmla="*/ 1798962 h 6382977"/>
              <a:gd name="connsiteX4752" fmla="*/ 6087217 w 6501199"/>
              <a:gd name="connsiteY4752" fmla="*/ 1835505 h 6382977"/>
              <a:gd name="connsiteX4753" fmla="*/ 6059857 w 6501199"/>
              <a:gd name="connsiteY4753" fmla="*/ 1837665 h 6382977"/>
              <a:gd name="connsiteX4754" fmla="*/ 6056932 w 6501199"/>
              <a:gd name="connsiteY4754" fmla="*/ 1866197 h 6382977"/>
              <a:gd name="connsiteX4755" fmla="*/ 6053633 w 6501199"/>
              <a:gd name="connsiteY4755" fmla="*/ 1870372 h 6382977"/>
              <a:gd name="connsiteX4756" fmla="*/ 6075753 w 6501199"/>
              <a:gd name="connsiteY4756" fmla="*/ 1913115 h 6382977"/>
              <a:gd name="connsiteX4757" fmla="*/ 6040091 w 6501199"/>
              <a:gd name="connsiteY4757" fmla="*/ 1957731 h 6382977"/>
              <a:gd name="connsiteX4758" fmla="*/ 6004049 w 6501199"/>
              <a:gd name="connsiteY4758" fmla="*/ 1984225 h 6382977"/>
              <a:gd name="connsiteX4759" fmla="*/ 6000817 w 6501199"/>
              <a:gd name="connsiteY4759" fmla="*/ 1992476 h 6382977"/>
              <a:gd name="connsiteX4760" fmla="*/ 5980297 w 6501199"/>
              <a:gd name="connsiteY4760" fmla="*/ 1999316 h 6382977"/>
              <a:gd name="connsiteX4761" fmla="*/ 5980297 w 6501199"/>
              <a:gd name="connsiteY4761" fmla="*/ 2033518 h 6382977"/>
              <a:gd name="connsiteX4762" fmla="*/ 5969362 w 6501199"/>
              <a:gd name="connsiteY4762" fmla="*/ 2021593 h 6382977"/>
              <a:gd name="connsiteX4763" fmla="*/ 5960452 w 6501199"/>
              <a:gd name="connsiteY4763" fmla="*/ 2007244 h 6382977"/>
              <a:gd name="connsiteX4764" fmla="*/ 5958310 w 6501199"/>
              <a:gd name="connsiteY4764" fmla="*/ 2008247 h 6382977"/>
              <a:gd name="connsiteX4765" fmla="*/ 5952577 w 6501199"/>
              <a:gd name="connsiteY4765" fmla="*/ 2016417 h 6382977"/>
              <a:gd name="connsiteX4766" fmla="*/ 5948617 w 6501199"/>
              <a:gd name="connsiteY4766" fmla="*/ 2026678 h 6382977"/>
              <a:gd name="connsiteX4767" fmla="*/ 5946457 w 6501199"/>
              <a:gd name="connsiteY4767" fmla="*/ 2051520 h 6382977"/>
              <a:gd name="connsiteX4768" fmla="*/ 5955457 w 6501199"/>
              <a:gd name="connsiteY4768" fmla="*/ 2069881 h 6382977"/>
              <a:gd name="connsiteX4769" fmla="*/ 5962297 w 6501199"/>
              <a:gd name="connsiteY4769" fmla="*/ 2072041 h 6382977"/>
              <a:gd name="connsiteX4770" fmla="*/ 5939617 w 6501199"/>
              <a:gd name="connsiteY4770" fmla="*/ 2069881 h 6382977"/>
              <a:gd name="connsiteX4771" fmla="*/ 5932777 w 6501199"/>
              <a:gd name="connsiteY4771" fmla="*/ 2119924 h 6382977"/>
              <a:gd name="connsiteX4772" fmla="*/ 5921256 w 6501199"/>
              <a:gd name="connsiteY4772" fmla="*/ 2106243 h 6382977"/>
              <a:gd name="connsiteX4773" fmla="*/ 5921256 w 6501199"/>
              <a:gd name="connsiteY4773" fmla="*/ 2163127 h 6382977"/>
              <a:gd name="connsiteX4774" fmla="*/ 5900736 w 6501199"/>
              <a:gd name="connsiteY4774" fmla="*/ 2158447 h 6382977"/>
              <a:gd name="connsiteX4775" fmla="*/ 5898576 w 6501199"/>
              <a:gd name="connsiteY4775" fmla="*/ 2122084 h 6382977"/>
              <a:gd name="connsiteX4776" fmla="*/ 5889576 w 6501199"/>
              <a:gd name="connsiteY4776" fmla="*/ 2185809 h 6382977"/>
              <a:gd name="connsiteX4777" fmla="*/ 5873376 w 6501199"/>
              <a:gd name="connsiteY4777" fmla="*/ 2190489 h 6382977"/>
              <a:gd name="connsiteX4778" fmla="*/ 5878056 w 6501199"/>
              <a:gd name="connsiteY4778" fmla="*/ 2215331 h 6382977"/>
              <a:gd name="connsiteX4779" fmla="*/ 5896416 w 6501199"/>
              <a:gd name="connsiteY4779" fmla="*/ 2197330 h 6382977"/>
              <a:gd name="connsiteX4780" fmla="*/ 5875896 w 6501199"/>
              <a:gd name="connsiteY4780" fmla="*/ 2233692 h 6382977"/>
              <a:gd name="connsiteX4781" fmla="*/ 5943937 w 6501199"/>
              <a:gd name="connsiteY4781" fmla="*/ 2131085 h 6382977"/>
              <a:gd name="connsiteX4782" fmla="*/ 5898576 w 6501199"/>
              <a:gd name="connsiteY4782" fmla="*/ 2238372 h 6382977"/>
              <a:gd name="connsiteX4783" fmla="*/ 5897028 w 6501199"/>
              <a:gd name="connsiteY4783" fmla="*/ 2245267 h 6382977"/>
              <a:gd name="connsiteX4784" fmla="*/ 5902653 w 6501199"/>
              <a:gd name="connsiteY4784" fmla="*/ 2251681 h 6382977"/>
              <a:gd name="connsiteX4785" fmla="*/ 5888408 w 6501199"/>
              <a:gd name="connsiteY4785" fmla="*/ 2293574 h 6382977"/>
              <a:gd name="connsiteX4786" fmla="*/ 5886720 w 6501199"/>
              <a:gd name="connsiteY4786" fmla="*/ 2268355 h 6382977"/>
              <a:gd name="connsiteX4787" fmla="*/ 5893432 w 6501199"/>
              <a:gd name="connsiteY4787" fmla="*/ 2256124 h 6382977"/>
              <a:gd name="connsiteX4788" fmla="*/ 5884896 w 6501199"/>
              <a:gd name="connsiteY4788" fmla="*/ 2267894 h 6382977"/>
              <a:gd name="connsiteX4789" fmla="*/ 5880216 w 6501199"/>
              <a:gd name="connsiteY4789" fmla="*/ 2256374 h 6382977"/>
              <a:gd name="connsiteX4790" fmla="*/ 5834855 w 6501199"/>
              <a:gd name="connsiteY4790" fmla="*/ 2308577 h 6382977"/>
              <a:gd name="connsiteX4791" fmla="*/ 5828015 w 6501199"/>
              <a:gd name="connsiteY4791" fmla="*/ 2297416 h 6382977"/>
              <a:gd name="connsiteX4792" fmla="*/ 5814335 w 6501199"/>
              <a:gd name="connsiteY4792" fmla="*/ 2324778 h 6382977"/>
              <a:gd name="connsiteX4793" fmla="*/ 5834855 w 6501199"/>
              <a:gd name="connsiteY4793" fmla="*/ 2308577 h 6382977"/>
              <a:gd name="connsiteX4794" fmla="*/ 5830175 w 6501199"/>
              <a:gd name="connsiteY4794" fmla="*/ 2367981 h 6382977"/>
              <a:gd name="connsiteX4795" fmla="*/ 5802815 w 6501199"/>
              <a:gd name="connsiteY4795" fmla="*/ 2402184 h 6382977"/>
              <a:gd name="connsiteX4796" fmla="*/ 5739455 w 6501199"/>
              <a:gd name="connsiteY4796" fmla="*/ 2492910 h 6382977"/>
              <a:gd name="connsiteX4797" fmla="*/ 5734775 w 6501199"/>
              <a:gd name="connsiteY4797" fmla="*/ 2479229 h 6382977"/>
              <a:gd name="connsiteX4798" fmla="*/ 5725775 w 6501199"/>
              <a:gd name="connsiteY4798" fmla="*/ 2488590 h 6382977"/>
              <a:gd name="connsiteX4799" fmla="*/ 5716415 w 6501199"/>
              <a:gd name="connsiteY4799" fmla="*/ 2518112 h 6382977"/>
              <a:gd name="connsiteX4800" fmla="*/ 5707415 w 6501199"/>
              <a:gd name="connsiteY4800" fmla="*/ 2511271 h 6382977"/>
              <a:gd name="connsiteX4801" fmla="*/ 5707415 w 6501199"/>
              <a:gd name="connsiteY4801" fmla="*/ 2529272 h 6382977"/>
              <a:gd name="connsiteX4802" fmla="*/ 5695895 w 6501199"/>
              <a:gd name="connsiteY4802" fmla="*/ 2524952 h 6382977"/>
              <a:gd name="connsiteX4803" fmla="*/ 5698415 w 6501199"/>
              <a:gd name="connsiteY4803" fmla="*/ 2540793 h 6382977"/>
              <a:gd name="connsiteX4804" fmla="*/ 5693085 w 6501199"/>
              <a:gd name="connsiteY4804" fmla="*/ 2546840 h 6382977"/>
              <a:gd name="connsiteX4805" fmla="*/ 5690284 w 6501199"/>
              <a:gd name="connsiteY4805" fmla="*/ 2562101 h 6382977"/>
              <a:gd name="connsiteX4806" fmla="*/ 5689175 w 6501199"/>
              <a:gd name="connsiteY4806" fmla="*/ 2590973 h 6382977"/>
              <a:gd name="connsiteX4807" fmla="*/ 5666139 w 6501199"/>
              <a:gd name="connsiteY4807" fmla="*/ 2595653 h 6382977"/>
              <a:gd name="connsiteX4808" fmla="*/ 5666139 w 6501199"/>
              <a:gd name="connsiteY4808" fmla="*/ 2650011 h 6382977"/>
              <a:gd name="connsiteX4809" fmla="*/ 5636624 w 6501199"/>
              <a:gd name="connsiteY4809" fmla="*/ 2700049 h 6382977"/>
              <a:gd name="connsiteX4810" fmla="*/ 5579753 w 6501199"/>
              <a:gd name="connsiteY4810" fmla="*/ 2791126 h 6382977"/>
              <a:gd name="connsiteX4811" fmla="*/ 5529721 w 6501199"/>
              <a:gd name="connsiteY4811" fmla="*/ 2829645 h 6382977"/>
              <a:gd name="connsiteX4812" fmla="*/ 5511952 w 6501199"/>
              <a:gd name="connsiteY4812" fmla="*/ 2848674 h 6382977"/>
              <a:gd name="connsiteX4813" fmla="*/ 5512453 w 6501199"/>
              <a:gd name="connsiteY4813" fmla="*/ 2849139 h 6382977"/>
              <a:gd name="connsiteX4814" fmla="*/ 5510045 w 6501199"/>
              <a:gd name="connsiteY4814" fmla="*/ 2865086 h 6382977"/>
              <a:gd name="connsiteX4815" fmla="*/ 5503956 w 6501199"/>
              <a:gd name="connsiteY4815" fmla="*/ 2857238 h 6382977"/>
              <a:gd name="connsiteX4816" fmla="*/ 5494275 w 6501199"/>
              <a:gd name="connsiteY4816" fmla="*/ 2867606 h 6382977"/>
              <a:gd name="connsiteX4817" fmla="*/ 5495070 w 6501199"/>
              <a:gd name="connsiteY4817" fmla="*/ 2876181 h 6382977"/>
              <a:gd name="connsiteX4818" fmla="*/ 5494400 w 6501199"/>
              <a:gd name="connsiteY4818" fmla="*/ 2886870 h 6382977"/>
              <a:gd name="connsiteX4819" fmla="*/ 5483043 w 6501199"/>
              <a:gd name="connsiteY4819" fmla="*/ 2878369 h 6382977"/>
              <a:gd name="connsiteX4820" fmla="*/ 5445000 w 6501199"/>
              <a:gd name="connsiteY4820" fmla="*/ 2911092 h 6382977"/>
              <a:gd name="connsiteX4821" fmla="*/ 5397983 w 6501199"/>
              <a:gd name="connsiteY4821" fmla="*/ 2932242 h 6382977"/>
              <a:gd name="connsiteX4822" fmla="*/ 5352270 w 6501199"/>
              <a:gd name="connsiteY4822" fmla="*/ 2963921 h 6382977"/>
              <a:gd name="connsiteX4823" fmla="*/ 5306917 w 6501199"/>
              <a:gd name="connsiteY4823" fmla="*/ 2991280 h 6382977"/>
              <a:gd name="connsiteX4824" fmla="*/ 5261565 w 6501199"/>
              <a:gd name="connsiteY4824" fmla="*/ 3018639 h 6382977"/>
              <a:gd name="connsiteX4825" fmla="*/ 5215852 w 6501199"/>
              <a:gd name="connsiteY4825" fmla="*/ 3043478 h 6382977"/>
              <a:gd name="connsiteX4826" fmla="*/ 5188497 w 6501199"/>
              <a:gd name="connsiteY4826" fmla="*/ 3063637 h 6382977"/>
              <a:gd name="connsiteX4827" fmla="*/ 5165820 w 6501199"/>
              <a:gd name="connsiteY4827" fmla="*/ 3088837 h 6382977"/>
              <a:gd name="connsiteX4828" fmla="*/ 5115788 w 6501199"/>
              <a:gd name="connsiteY4828" fmla="*/ 3138875 h 6382977"/>
              <a:gd name="connsiteX4829" fmla="*/ 5061077 w 6501199"/>
              <a:gd name="connsiteY4829" fmla="*/ 3147875 h 6382977"/>
              <a:gd name="connsiteX4830" fmla="*/ 5031562 w 6501199"/>
              <a:gd name="connsiteY4830" fmla="*/ 3166234 h 6382977"/>
              <a:gd name="connsiteX4831" fmla="*/ 5000944 w 6501199"/>
              <a:gd name="connsiteY4831" fmla="*/ 3153623 h 6382977"/>
              <a:gd name="connsiteX4832" fmla="*/ 4975480 w 6501199"/>
              <a:gd name="connsiteY4832" fmla="*/ 3128650 h 6382977"/>
              <a:gd name="connsiteX4833" fmla="*/ 4975138 w 6501199"/>
              <a:gd name="connsiteY4833" fmla="*/ 3128756 h 6382977"/>
              <a:gd name="connsiteX4834" fmla="*/ 4968038 w 6501199"/>
              <a:gd name="connsiteY4834" fmla="*/ 3125094 h 6382977"/>
              <a:gd name="connsiteX4835" fmla="*/ 4970532 w 6501199"/>
              <a:gd name="connsiteY4835" fmla="*/ 3124266 h 6382977"/>
              <a:gd name="connsiteX4836" fmla="*/ 4952620 w 6501199"/>
              <a:gd name="connsiteY4836" fmla="*/ 3109346 h 6382977"/>
              <a:gd name="connsiteX4837" fmla="*/ 4932329 w 6501199"/>
              <a:gd name="connsiteY4837" fmla="*/ 3109407 h 6382977"/>
              <a:gd name="connsiteX4838" fmla="*/ 4911089 w 6501199"/>
              <a:gd name="connsiteY4838" fmla="*/ 3131954 h 6382977"/>
              <a:gd name="connsiteX4839" fmla="*/ 4881568 w 6501199"/>
              <a:gd name="connsiteY4839" fmla="*/ 3138794 h 6382977"/>
              <a:gd name="connsiteX4840" fmla="*/ 4895085 w 6501199"/>
              <a:gd name="connsiteY4840" fmla="*/ 3125631 h 6382977"/>
              <a:gd name="connsiteX4841" fmla="*/ 4893544 w 6501199"/>
              <a:gd name="connsiteY4841" fmla="*/ 3123564 h 6382977"/>
              <a:gd name="connsiteX4842" fmla="*/ 4885420 w 6501199"/>
              <a:gd name="connsiteY4842" fmla="*/ 3124249 h 6382977"/>
              <a:gd name="connsiteX4843" fmla="*/ 4876573 w 6501199"/>
              <a:gd name="connsiteY4843" fmla="*/ 3125743 h 6382977"/>
              <a:gd name="connsiteX4844" fmla="*/ 4864177 w 6501199"/>
              <a:gd name="connsiteY4844" fmla="*/ 3138183 h 6382977"/>
              <a:gd name="connsiteX4845" fmla="*/ 4859833 w 6501199"/>
              <a:gd name="connsiteY4845" fmla="*/ 3134744 h 6382977"/>
              <a:gd name="connsiteX4846" fmla="*/ 4863575 w 6501199"/>
              <a:gd name="connsiteY4846" fmla="*/ 3126088 h 6382977"/>
              <a:gd name="connsiteX4847" fmla="*/ 4856000 w 6501199"/>
              <a:gd name="connsiteY4847" fmla="*/ 3126726 h 6382977"/>
              <a:gd name="connsiteX4848" fmla="*/ 4848889 w 6501199"/>
              <a:gd name="connsiteY4848" fmla="*/ 3125715 h 6382977"/>
              <a:gd name="connsiteX4849" fmla="*/ 4839358 w 6501199"/>
              <a:gd name="connsiteY4849" fmla="*/ 3141854 h 6382977"/>
              <a:gd name="connsiteX4850" fmla="*/ 4799848 w 6501199"/>
              <a:gd name="connsiteY4850" fmla="*/ 3172997 h 6382977"/>
              <a:gd name="connsiteX4851" fmla="*/ 4783647 w 6501199"/>
              <a:gd name="connsiteY4851" fmla="*/ 3166156 h 6382977"/>
              <a:gd name="connsiteX4852" fmla="*/ 4731447 w 6501199"/>
              <a:gd name="connsiteY4852" fmla="*/ 3184157 h 6382977"/>
              <a:gd name="connsiteX4853" fmla="*/ 4738287 w 6501199"/>
              <a:gd name="connsiteY4853" fmla="*/ 3168316 h 6382977"/>
              <a:gd name="connsiteX4854" fmla="*/ 4708767 w 6501199"/>
              <a:gd name="connsiteY4854" fmla="*/ 3195678 h 6382977"/>
              <a:gd name="connsiteX4855" fmla="*/ 4686087 w 6501199"/>
              <a:gd name="connsiteY4855" fmla="*/ 3200358 h 6382977"/>
              <a:gd name="connsiteX4856" fmla="*/ 4667727 w 6501199"/>
              <a:gd name="connsiteY4856" fmla="*/ 3186678 h 6382977"/>
              <a:gd name="connsiteX4857" fmla="*/ 4651887 w 6501199"/>
              <a:gd name="connsiteY4857" fmla="*/ 3197838 h 6382977"/>
              <a:gd name="connsiteX4858" fmla="*/ 4667727 w 6501199"/>
              <a:gd name="connsiteY4858" fmla="*/ 3204679 h 6382977"/>
              <a:gd name="connsiteX4859" fmla="*/ 4640367 w 6501199"/>
              <a:gd name="connsiteY4859" fmla="*/ 3220520 h 6382977"/>
              <a:gd name="connsiteX4860" fmla="*/ 4631366 w 6501199"/>
              <a:gd name="connsiteY4860" fmla="*/ 3206839 h 6382977"/>
              <a:gd name="connsiteX4861" fmla="*/ 4608686 w 6501199"/>
              <a:gd name="connsiteY4861" fmla="*/ 3216200 h 6382977"/>
              <a:gd name="connsiteX4862" fmla="*/ 4608686 w 6501199"/>
              <a:gd name="connsiteY4862" fmla="*/ 3234201 h 6382977"/>
              <a:gd name="connsiteX4863" fmla="*/ 4647207 w 6501199"/>
              <a:gd name="connsiteY4863" fmla="*/ 3225200 h 6382977"/>
              <a:gd name="connsiteX4864" fmla="*/ 4645047 w 6501199"/>
              <a:gd name="connsiteY4864" fmla="*/ 3243201 h 6382977"/>
              <a:gd name="connsiteX4865" fmla="*/ 4629341 w 6501199"/>
              <a:gd name="connsiteY4865" fmla="*/ 3244371 h 6382977"/>
              <a:gd name="connsiteX4866" fmla="*/ 4615723 w 6501199"/>
              <a:gd name="connsiteY4866" fmla="*/ 3252445 h 6382977"/>
              <a:gd name="connsiteX4867" fmla="*/ 4646992 w 6501199"/>
              <a:gd name="connsiteY4867" fmla="*/ 3249579 h 6382977"/>
              <a:gd name="connsiteX4868" fmla="*/ 4649513 w 6501199"/>
              <a:gd name="connsiteY4868" fmla="*/ 3276941 h 6382977"/>
              <a:gd name="connsiteX4869" fmla="*/ 4660674 w 6501199"/>
              <a:gd name="connsiteY4869" fmla="*/ 3274780 h 6382977"/>
              <a:gd name="connsiteX4870" fmla="*/ 4651673 w 6501199"/>
              <a:gd name="connsiteY4870" fmla="*/ 3249579 h 6382977"/>
              <a:gd name="connsiteX4871" fmla="*/ 4665354 w 6501199"/>
              <a:gd name="connsiteY4871" fmla="*/ 3263260 h 6382977"/>
              <a:gd name="connsiteX4872" fmla="*/ 4697037 w 6501199"/>
              <a:gd name="connsiteY4872" fmla="*/ 3249579 h 6382977"/>
              <a:gd name="connsiteX4873" fmla="*/ 4733761 w 6501199"/>
              <a:gd name="connsiteY4873" fmla="*/ 3263260 h 6382977"/>
              <a:gd name="connsiteX4874" fmla="*/ 4703878 w 6501199"/>
              <a:gd name="connsiteY4874" fmla="*/ 3290621 h 6382977"/>
              <a:gd name="connsiteX4875" fmla="*/ 4653833 w 6501199"/>
              <a:gd name="connsiteY4875" fmla="*/ 3302142 h 6382977"/>
              <a:gd name="connsiteX4876" fmla="*/ 4674355 w 6501199"/>
              <a:gd name="connsiteY4876" fmla="*/ 3304302 h 6382977"/>
              <a:gd name="connsiteX4877" fmla="*/ 4710719 w 6501199"/>
              <a:gd name="connsiteY4877" fmla="*/ 3304302 h 6382977"/>
              <a:gd name="connsiteX4878" fmla="*/ 4717560 w 6501199"/>
              <a:gd name="connsiteY4878" fmla="*/ 3361185 h 6382977"/>
              <a:gd name="connsiteX4879" fmla="*/ 4694877 w 6501199"/>
              <a:gd name="connsiteY4879" fmla="*/ 3343184 h 6382977"/>
              <a:gd name="connsiteX4880" fmla="*/ 4674355 w 6501199"/>
              <a:gd name="connsiteY4880" fmla="*/ 3372705 h 6382977"/>
              <a:gd name="connsiteX4881" fmla="*/ 4660674 w 6501199"/>
              <a:gd name="connsiteY4881" fmla="*/ 3354344 h 6382977"/>
              <a:gd name="connsiteX4882" fmla="*/ 4631151 w 6501199"/>
              <a:gd name="connsiteY4882" fmla="*/ 3393226 h 6382977"/>
              <a:gd name="connsiteX4883" fmla="*/ 4642672 w 6501199"/>
              <a:gd name="connsiteY4883" fmla="*/ 3381706 h 6382977"/>
              <a:gd name="connsiteX4884" fmla="*/ 4626470 w 6501199"/>
              <a:gd name="connsiteY4884" fmla="*/ 3404387 h 6382977"/>
              <a:gd name="connsiteX4885" fmla="*/ 4617469 w 6501199"/>
              <a:gd name="connsiteY4885" fmla="*/ 3386386 h 6382977"/>
              <a:gd name="connsiteX4886" fmla="*/ 4590106 w 6501199"/>
              <a:gd name="connsiteY4886" fmla="*/ 3413387 h 6382977"/>
              <a:gd name="connsiteX4887" fmla="*/ 4608468 w 6501199"/>
              <a:gd name="connsiteY4887" fmla="*/ 3418067 h 6382977"/>
              <a:gd name="connsiteX4888" fmla="*/ 4590106 w 6501199"/>
              <a:gd name="connsiteY4888" fmla="*/ 3436428 h 6382977"/>
              <a:gd name="connsiteX4889" fmla="*/ 4596039 w 6501199"/>
              <a:gd name="connsiteY4889" fmla="*/ 3444964 h 6382977"/>
              <a:gd name="connsiteX4890" fmla="*/ 4606769 w 6501199"/>
              <a:gd name="connsiteY4890" fmla="*/ 3441721 h 6382977"/>
              <a:gd name="connsiteX4891" fmla="*/ 4606803 w 6501199"/>
              <a:gd name="connsiteY4891" fmla="*/ 3441588 h 6382977"/>
              <a:gd name="connsiteX4892" fmla="*/ 4609105 w 6501199"/>
              <a:gd name="connsiteY4892" fmla="*/ 3434358 h 6382977"/>
              <a:gd name="connsiteX4893" fmla="*/ 4621636 w 6501199"/>
              <a:gd name="connsiteY4893" fmla="*/ 3436449 h 6382977"/>
              <a:gd name="connsiteX4894" fmla="*/ 4622023 w 6501199"/>
              <a:gd name="connsiteY4894" fmla="*/ 3436462 h 6382977"/>
              <a:gd name="connsiteX4895" fmla="*/ 4639449 w 6501199"/>
              <a:gd name="connsiteY4895" fmla="*/ 3423989 h 6382977"/>
              <a:gd name="connsiteX4896" fmla="*/ 4639005 w 6501199"/>
              <a:gd name="connsiteY4896" fmla="*/ 3422562 h 6382977"/>
              <a:gd name="connsiteX4897" fmla="*/ 4631885 w 6501199"/>
              <a:gd name="connsiteY4897" fmla="*/ 3420360 h 6382977"/>
              <a:gd name="connsiteX4898" fmla="*/ 4650228 w 6501199"/>
              <a:gd name="connsiteY4898" fmla="*/ 3406832 h 6382977"/>
              <a:gd name="connsiteX4899" fmla="*/ 4652040 w 6501199"/>
              <a:gd name="connsiteY4899" fmla="*/ 3413341 h 6382977"/>
              <a:gd name="connsiteX4900" fmla="*/ 4667122 w 6501199"/>
              <a:gd name="connsiteY4900" fmla="*/ 3398708 h 6382977"/>
              <a:gd name="connsiteX4901" fmla="*/ 4665429 w 6501199"/>
              <a:gd name="connsiteY4901" fmla="*/ 3390688 h 6382977"/>
              <a:gd name="connsiteX4902" fmla="*/ 4649843 w 6501199"/>
              <a:gd name="connsiteY4902" fmla="*/ 3406351 h 6382977"/>
              <a:gd name="connsiteX4903" fmla="*/ 4647363 w 6501199"/>
              <a:gd name="connsiteY4903" fmla="*/ 3386416 h 6382977"/>
              <a:gd name="connsiteX4904" fmla="*/ 4670034 w 6501199"/>
              <a:gd name="connsiteY4904" fmla="*/ 3379653 h 6382977"/>
              <a:gd name="connsiteX4905" fmla="*/ 4674296 w 6501199"/>
              <a:gd name="connsiteY4905" fmla="*/ 3391524 h 6382977"/>
              <a:gd name="connsiteX4906" fmla="*/ 4688177 w 6501199"/>
              <a:gd name="connsiteY4906" fmla="*/ 3377547 h 6382977"/>
              <a:gd name="connsiteX4907" fmla="*/ 4710854 w 6501199"/>
              <a:gd name="connsiteY4907" fmla="*/ 3400587 h 6382977"/>
              <a:gd name="connsiteX4908" fmla="*/ 4696912 w 6501199"/>
              <a:gd name="connsiteY4908" fmla="*/ 3423260 h 6382977"/>
              <a:gd name="connsiteX4909" fmla="*/ 4689839 w 6501199"/>
              <a:gd name="connsiteY4909" fmla="*/ 3429063 h 6382977"/>
              <a:gd name="connsiteX4910" fmla="*/ 4689871 w 6501199"/>
              <a:gd name="connsiteY4910" fmla="*/ 3429134 h 6382977"/>
              <a:gd name="connsiteX4911" fmla="*/ 4689709 w 6501199"/>
              <a:gd name="connsiteY4911" fmla="*/ 3429170 h 6382977"/>
              <a:gd name="connsiteX4912" fmla="*/ 4677874 w 6501199"/>
              <a:gd name="connsiteY4912" fmla="*/ 3438880 h 6382977"/>
              <a:gd name="connsiteX4913" fmla="*/ 4658667 w 6501199"/>
              <a:gd name="connsiteY4913" fmla="*/ 3449953 h 6382977"/>
              <a:gd name="connsiteX4914" fmla="*/ 4657062 w 6501199"/>
              <a:gd name="connsiteY4914" fmla="*/ 3458806 h 6382977"/>
              <a:gd name="connsiteX4915" fmla="*/ 4652054 w 6501199"/>
              <a:gd name="connsiteY4915" fmla="*/ 3453766 h 6382977"/>
              <a:gd name="connsiteX4916" fmla="*/ 4638145 w 6501199"/>
              <a:gd name="connsiteY4916" fmla="*/ 3461785 h 6382977"/>
              <a:gd name="connsiteX4917" fmla="*/ 4605481 w 6501199"/>
              <a:gd name="connsiteY4917" fmla="*/ 3482889 h 6382977"/>
              <a:gd name="connsiteX4918" fmla="*/ 4598596 w 6501199"/>
              <a:gd name="connsiteY4918" fmla="*/ 3484728 h 6382977"/>
              <a:gd name="connsiteX4919" fmla="*/ 4599467 w 6501199"/>
              <a:gd name="connsiteY4919" fmla="*/ 3486471 h 6382977"/>
              <a:gd name="connsiteX4920" fmla="*/ 4619629 w 6501199"/>
              <a:gd name="connsiteY4920" fmla="*/ 3474950 h 6382977"/>
              <a:gd name="connsiteX4921" fmla="*/ 4637991 w 6501199"/>
              <a:gd name="connsiteY4921" fmla="*/ 3486471 h 6382977"/>
              <a:gd name="connsiteX4922" fmla="*/ 4632546 w 6501199"/>
              <a:gd name="connsiteY4922" fmla="*/ 3510412 h 6382977"/>
              <a:gd name="connsiteX4923" fmla="*/ 4631568 w 6501199"/>
              <a:gd name="connsiteY4923" fmla="*/ 3517588 h 6382977"/>
              <a:gd name="connsiteX4924" fmla="*/ 4639351 w 6501199"/>
              <a:gd name="connsiteY4924" fmla="*/ 3518573 h 6382977"/>
              <a:gd name="connsiteX4925" fmla="*/ 4643730 w 6501199"/>
              <a:gd name="connsiteY4925" fmla="*/ 3517881 h 6382977"/>
              <a:gd name="connsiteX4926" fmla="*/ 4643720 w 6501199"/>
              <a:gd name="connsiteY4926" fmla="*/ 3517872 h 6382977"/>
              <a:gd name="connsiteX4927" fmla="*/ 4652146 w 6501199"/>
              <a:gd name="connsiteY4927" fmla="*/ 3475037 h 6382977"/>
              <a:gd name="connsiteX4928" fmla="*/ 4669623 w 6501199"/>
              <a:gd name="connsiteY4928" fmla="*/ 3501373 h 6382977"/>
              <a:gd name="connsiteX4929" fmla="*/ 4676794 w 6501199"/>
              <a:gd name="connsiteY4929" fmla="*/ 3520687 h 6382977"/>
              <a:gd name="connsiteX4930" fmla="*/ 4687351 w 6501199"/>
              <a:gd name="connsiteY4930" fmla="*/ 3523042 h 6382977"/>
              <a:gd name="connsiteX4931" fmla="*/ 4694382 w 6501199"/>
              <a:gd name="connsiteY4931" fmla="*/ 3496235 h 6382977"/>
              <a:gd name="connsiteX4932" fmla="*/ 4746109 w 6501199"/>
              <a:gd name="connsiteY4932" fmla="*/ 3494087 h 6382977"/>
              <a:gd name="connsiteX4933" fmla="*/ 4732910 w 6501199"/>
              <a:gd name="connsiteY4933" fmla="*/ 3511985 h 6382977"/>
              <a:gd name="connsiteX4934" fmla="*/ 4737191 w 6501199"/>
              <a:gd name="connsiteY4934" fmla="*/ 3516639 h 6382977"/>
              <a:gd name="connsiteX4935" fmla="*/ 4712130 w 6501199"/>
              <a:gd name="connsiteY4935" fmla="*/ 3520755 h 6382977"/>
              <a:gd name="connsiteX4936" fmla="*/ 4698629 w 6501199"/>
              <a:gd name="connsiteY4936" fmla="*/ 3525558 h 6382977"/>
              <a:gd name="connsiteX4937" fmla="*/ 4705740 w 6501199"/>
              <a:gd name="connsiteY4937" fmla="*/ 3527144 h 6382977"/>
              <a:gd name="connsiteX4938" fmla="*/ 4757916 w 6501199"/>
              <a:gd name="connsiteY4938" fmla="*/ 3529664 h 6382977"/>
              <a:gd name="connsiteX4939" fmla="*/ 4873782 w 6501199"/>
              <a:gd name="connsiteY4939" fmla="*/ 3518146 h 6382977"/>
              <a:gd name="connsiteX4940" fmla="*/ 5126385 w 6501199"/>
              <a:gd name="connsiteY4940" fmla="*/ 3470275 h 6382977"/>
              <a:gd name="connsiteX4941" fmla="*/ 5114871 w 6501199"/>
              <a:gd name="connsiteY4941" fmla="*/ 3509148 h 6382977"/>
              <a:gd name="connsiteX4942" fmla="*/ 5026352 w 6501199"/>
              <a:gd name="connsiteY4942" fmla="*/ 3543341 h 6382977"/>
              <a:gd name="connsiteX4943" fmla="*/ 5006317 w 6501199"/>
              <a:gd name="connsiteY4943" fmla="*/ 3551957 h 6382977"/>
              <a:gd name="connsiteX4944" fmla="*/ 5009704 w 6501199"/>
              <a:gd name="connsiteY4944" fmla="*/ 3556904 h 6382977"/>
              <a:gd name="connsiteX4945" fmla="*/ 5007019 w 6501199"/>
              <a:gd name="connsiteY4945" fmla="*/ 3570551 h 6382977"/>
              <a:gd name="connsiteX4946" fmla="*/ 4984794 w 6501199"/>
              <a:gd name="connsiteY4946" fmla="*/ 3566186 h 6382977"/>
              <a:gd name="connsiteX4947" fmla="*/ 4985052 w 6501199"/>
              <a:gd name="connsiteY4947" fmla="*/ 3561102 h 6382977"/>
              <a:gd name="connsiteX4948" fmla="*/ 4983666 w 6501199"/>
              <a:gd name="connsiteY4948" fmla="*/ 3561698 h 6382977"/>
              <a:gd name="connsiteX4949" fmla="*/ 4961178 w 6501199"/>
              <a:gd name="connsiteY4949" fmla="*/ 3564852 h 6382977"/>
              <a:gd name="connsiteX4950" fmla="*/ 4980376 w 6501199"/>
              <a:gd name="connsiteY4950" fmla="*/ 3572257 h 6382977"/>
              <a:gd name="connsiteX4951" fmla="*/ 4874961 w 6501199"/>
              <a:gd name="connsiteY4951" fmla="*/ 3603948 h 6382977"/>
              <a:gd name="connsiteX4952" fmla="*/ 4875233 w 6501199"/>
              <a:gd name="connsiteY4952" fmla="*/ 3596025 h 6382977"/>
              <a:gd name="connsiteX4953" fmla="*/ 4876381 w 6501199"/>
              <a:gd name="connsiteY4953" fmla="*/ 3591245 h 6382977"/>
              <a:gd name="connsiteX4954" fmla="*/ 4874356 w 6501199"/>
              <a:gd name="connsiteY4954" fmla="*/ 3591752 h 6382977"/>
              <a:gd name="connsiteX4955" fmla="*/ 4680552 w 6501199"/>
              <a:gd name="connsiteY4955" fmla="*/ 3577175 h 6382977"/>
              <a:gd name="connsiteX4956" fmla="*/ 4621404 w 6501199"/>
              <a:gd name="connsiteY4956" fmla="*/ 3558054 h 6382977"/>
              <a:gd name="connsiteX4957" fmla="*/ 4592278 w 6501199"/>
              <a:gd name="connsiteY4957" fmla="*/ 3558503 h 6382977"/>
              <a:gd name="connsiteX4958" fmla="*/ 4585859 w 6501199"/>
              <a:gd name="connsiteY4958" fmla="*/ 3561185 h 6382977"/>
              <a:gd name="connsiteX4959" fmla="*/ 4576425 w 6501199"/>
              <a:gd name="connsiteY4959" fmla="*/ 3572875 h 6382977"/>
              <a:gd name="connsiteX4960" fmla="*/ 4566282 w 6501199"/>
              <a:gd name="connsiteY4960" fmla="*/ 3558904 h 6382977"/>
              <a:gd name="connsiteX4961" fmla="*/ 4551520 w 6501199"/>
              <a:gd name="connsiteY4961" fmla="*/ 3559132 h 6382977"/>
              <a:gd name="connsiteX4962" fmla="*/ 4553743 w 6501199"/>
              <a:gd name="connsiteY4962" fmla="*/ 3575035 h 6382977"/>
              <a:gd name="connsiteX4963" fmla="*/ 4501537 w 6501199"/>
              <a:gd name="connsiteY4963" fmla="*/ 3595556 h 6382977"/>
              <a:gd name="connsiteX4964" fmla="*/ 4490016 w 6501199"/>
              <a:gd name="connsiteY4964" fmla="*/ 3579715 h 6382977"/>
              <a:gd name="connsiteX4965" fmla="*/ 4369403 w 6501199"/>
              <a:gd name="connsiteY4965" fmla="*/ 3604556 h 6382977"/>
              <a:gd name="connsiteX4966" fmla="*/ 4251311 w 6501199"/>
              <a:gd name="connsiteY4966" fmla="*/ 3611396 h 6382977"/>
              <a:gd name="connsiteX4967" fmla="*/ 4244470 w 6501199"/>
              <a:gd name="connsiteY4967" fmla="*/ 3590875 h 6382977"/>
              <a:gd name="connsiteX4968" fmla="*/ 4246630 w 6501199"/>
              <a:gd name="connsiteY4968" fmla="*/ 3622917 h 6382977"/>
              <a:gd name="connsiteX4969" fmla="*/ 4030608 w 6501199"/>
              <a:gd name="connsiteY4969" fmla="*/ 3620757 h 6382977"/>
              <a:gd name="connsiteX4970" fmla="*/ 4037448 w 6501199"/>
              <a:gd name="connsiteY4970" fmla="*/ 3636598 h 6382977"/>
              <a:gd name="connsiteX4971" fmla="*/ 4012246 w 6501199"/>
              <a:gd name="connsiteY4971" fmla="*/ 3640918 h 6382977"/>
              <a:gd name="connsiteX4972" fmla="*/ 4007925 w 6501199"/>
              <a:gd name="connsiteY4972" fmla="*/ 3618237 h 6382977"/>
              <a:gd name="connsiteX4973" fmla="*/ 3998564 w 6501199"/>
              <a:gd name="connsiteY4973" fmla="*/ 3638758 h 6382977"/>
              <a:gd name="connsiteX4974" fmla="*/ 3994244 w 6501199"/>
              <a:gd name="connsiteY4974" fmla="*/ 3618237 h 6382977"/>
              <a:gd name="connsiteX4975" fmla="*/ 3930517 w 6501199"/>
              <a:gd name="connsiteY4975" fmla="*/ 3611396 h 6382977"/>
              <a:gd name="connsiteX4976" fmla="*/ 3948519 w 6501199"/>
              <a:gd name="connsiteY4976" fmla="*/ 3634078 h 6382977"/>
              <a:gd name="connsiteX4977" fmla="*/ 3925837 w 6501199"/>
              <a:gd name="connsiteY4977" fmla="*/ 3625077 h 6382977"/>
              <a:gd name="connsiteX4978" fmla="*/ 3896314 w 6501199"/>
              <a:gd name="connsiteY4978" fmla="*/ 3604556 h 6382977"/>
              <a:gd name="connsiteX4979" fmla="*/ 3914676 w 6501199"/>
              <a:gd name="connsiteY4979" fmla="*/ 3627597 h 6382977"/>
              <a:gd name="connsiteX4980" fmla="*/ 3908443 w 6501199"/>
              <a:gd name="connsiteY4980" fmla="*/ 3637751 h 6382977"/>
              <a:gd name="connsiteX4981" fmla="*/ 3908141 w 6501199"/>
              <a:gd name="connsiteY4981" fmla="*/ 3641398 h 6382977"/>
              <a:gd name="connsiteX4982" fmla="*/ 3926181 w 6501199"/>
              <a:gd name="connsiteY4982" fmla="*/ 3648258 h 6382977"/>
              <a:gd name="connsiteX4983" fmla="*/ 3914494 w 6501199"/>
              <a:gd name="connsiteY4983" fmla="*/ 3656201 h 6382977"/>
              <a:gd name="connsiteX4984" fmla="*/ 3907778 w 6501199"/>
              <a:gd name="connsiteY4984" fmla="*/ 3654211 h 6382977"/>
              <a:gd name="connsiteX4985" fmla="*/ 3907835 w 6501199"/>
              <a:gd name="connsiteY4985" fmla="*/ 3668279 h 6382977"/>
              <a:gd name="connsiteX4986" fmla="*/ 3921156 w 6501199"/>
              <a:gd name="connsiteY4986" fmla="*/ 3659279 h 6382977"/>
              <a:gd name="connsiteX4987" fmla="*/ 3918996 w 6501199"/>
              <a:gd name="connsiteY4987" fmla="*/ 3672960 h 6382977"/>
              <a:gd name="connsiteX4988" fmla="*/ 3934838 w 6501199"/>
              <a:gd name="connsiteY4988" fmla="*/ 3670440 h 6382977"/>
              <a:gd name="connsiteX4989" fmla="*/ 3887313 w 6501199"/>
              <a:gd name="connsiteY4989" fmla="*/ 3688800 h 6382977"/>
              <a:gd name="connsiteX4990" fmla="*/ 3882632 w 6501199"/>
              <a:gd name="connsiteY4990" fmla="*/ 3672960 h 6382977"/>
              <a:gd name="connsiteX4991" fmla="*/ 3768860 w 6501199"/>
              <a:gd name="connsiteY4991" fmla="*/ 3668279 h 6382977"/>
              <a:gd name="connsiteX4992" fmla="*/ 3789382 w 6501199"/>
              <a:gd name="connsiteY4992" fmla="*/ 3659279 h 6382977"/>
              <a:gd name="connsiteX4993" fmla="*/ 3777861 w 6501199"/>
              <a:gd name="connsiteY4993" fmla="*/ 3636598 h 6382977"/>
              <a:gd name="connsiteX4994" fmla="*/ 3734657 w 6501199"/>
              <a:gd name="connsiteY4994" fmla="*/ 3640918 h 6382977"/>
              <a:gd name="connsiteX4995" fmla="*/ 3737177 w 6501199"/>
              <a:gd name="connsiteY4995" fmla="*/ 3657119 h 6382977"/>
              <a:gd name="connsiteX4996" fmla="*/ 3741497 w 6501199"/>
              <a:gd name="connsiteY4996" fmla="*/ 3684120 h 6382977"/>
              <a:gd name="connsiteX4997" fmla="*/ 3725656 w 6501199"/>
              <a:gd name="connsiteY4997" fmla="*/ 3661439 h 6382977"/>
              <a:gd name="connsiteX4998" fmla="*/ 3707294 w 6501199"/>
              <a:gd name="connsiteY4998" fmla="*/ 3677280 h 6382977"/>
              <a:gd name="connsiteX4999" fmla="*/ 3709814 w 6501199"/>
              <a:gd name="connsiteY4999" fmla="*/ 3657119 h 6382977"/>
              <a:gd name="connsiteX5000" fmla="*/ 3670930 w 6501199"/>
              <a:gd name="connsiteY5000" fmla="*/ 3670440 h 6382977"/>
              <a:gd name="connsiteX5001" fmla="*/ 3620885 w 6501199"/>
              <a:gd name="connsiteY5001" fmla="*/ 3661439 h 6382977"/>
              <a:gd name="connsiteX5002" fmla="*/ 3623405 w 6501199"/>
              <a:gd name="connsiteY5002" fmla="*/ 3638758 h 6382977"/>
              <a:gd name="connsiteX5003" fmla="*/ 3596042 w 6501199"/>
              <a:gd name="connsiteY5003" fmla="*/ 3661439 h 6382977"/>
              <a:gd name="connsiteX5004" fmla="*/ 3529795 w 6501199"/>
              <a:gd name="connsiteY5004" fmla="*/ 3647758 h 6382977"/>
              <a:gd name="connsiteX5005" fmla="*/ 3529795 w 6501199"/>
              <a:gd name="connsiteY5005" fmla="*/ 3659279 h 6382977"/>
              <a:gd name="connsiteX5006" fmla="*/ 3548157 w 6501199"/>
              <a:gd name="connsiteY5006" fmla="*/ 3661439 h 6382977"/>
              <a:gd name="connsiteX5007" fmla="*/ 3542847 w 6501199"/>
              <a:gd name="connsiteY5007" fmla="*/ 3671970 h 6382977"/>
              <a:gd name="connsiteX5008" fmla="*/ 3542493 w 6501199"/>
              <a:gd name="connsiteY5008" fmla="*/ 3673135 h 6382977"/>
              <a:gd name="connsiteX5009" fmla="*/ 3558363 w 6501199"/>
              <a:gd name="connsiteY5009" fmla="*/ 3671361 h 6382977"/>
              <a:gd name="connsiteX5010" fmla="*/ 3558976 w 6501199"/>
              <a:gd name="connsiteY5010" fmla="*/ 3667505 h 6382977"/>
              <a:gd name="connsiteX5011" fmla="*/ 3559294 w 6501199"/>
              <a:gd name="connsiteY5011" fmla="*/ 3665504 h 6382977"/>
              <a:gd name="connsiteX5012" fmla="*/ 3589093 w 6501199"/>
              <a:gd name="connsiteY5012" fmla="*/ 3660775 h 6382977"/>
              <a:gd name="connsiteX5013" fmla="*/ 3590563 w 6501199"/>
              <a:gd name="connsiteY5013" fmla="*/ 3667762 h 6382977"/>
              <a:gd name="connsiteX5014" fmla="*/ 3600793 w 6501199"/>
              <a:gd name="connsiteY5014" fmla="*/ 3666618 h 6382977"/>
              <a:gd name="connsiteX5015" fmla="*/ 3596115 w 6501199"/>
              <a:gd name="connsiteY5015" fmla="*/ 3678908 h 6382977"/>
              <a:gd name="connsiteX5016" fmla="*/ 3609807 w 6501199"/>
              <a:gd name="connsiteY5016" fmla="*/ 3665504 h 6382977"/>
              <a:gd name="connsiteX5017" fmla="*/ 3616712 w 6501199"/>
              <a:gd name="connsiteY5017" fmla="*/ 3681512 h 6382977"/>
              <a:gd name="connsiteX5018" fmla="*/ 3600858 w 6501199"/>
              <a:gd name="connsiteY5018" fmla="*/ 3690470 h 6382977"/>
              <a:gd name="connsiteX5019" fmla="*/ 3594201 w 6501199"/>
              <a:gd name="connsiteY5019" fmla="*/ 3683935 h 6382977"/>
              <a:gd name="connsiteX5020" fmla="*/ 3588656 w 6501199"/>
              <a:gd name="connsiteY5020" fmla="*/ 3698499 h 6382977"/>
              <a:gd name="connsiteX5021" fmla="*/ 3530245 w 6501199"/>
              <a:gd name="connsiteY5021" fmla="*/ 3737176 h 6382977"/>
              <a:gd name="connsiteX5022" fmla="*/ 3500729 w 6501199"/>
              <a:gd name="connsiteY5022" fmla="*/ 3718816 h 6382977"/>
              <a:gd name="connsiteX5023" fmla="*/ 3425690 w 6501199"/>
              <a:gd name="connsiteY5023" fmla="*/ 3735591 h 6382977"/>
              <a:gd name="connsiteX5024" fmla="*/ 3425384 w 6501199"/>
              <a:gd name="connsiteY5024" fmla="*/ 3736683 h 6382977"/>
              <a:gd name="connsiteX5025" fmla="*/ 3424297 w 6501199"/>
              <a:gd name="connsiteY5025" fmla="*/ 3735903 h 6382977"/>
              <a:gd name="connsiteX5026" fmla="*/ 3420012 w 6501199"/>
              <a:gd name="connsiteY5026" fmla="*/ 3736860 h 6382977"/>
              <a:gd name="connsiteX5027" fmla="*/ 3401802 w 6501199"/>
              <a:gd name="connsiteY5027" fmla="*/ 3740852 h 6382977"/>
              <a:gd name="connsiteX5028" fmla="*/ 3400182 w 6501199"/>
              <a:gd name="connsiteY5028" fmla="*/ 3745683 h 6382977"/>
              <a:gd name="connsiteX5029" fmla="*/ 3395375 w 6501199"/>
              <a:gd name="connsiteY5029" fmla="*/ 3742261 h 6382977"/>
              <a:gd name="connsiteX5030" fmla="*/ 3370631 w 6501199"/>
              <a:gd name="connsiteY5030" fmla="*/ 3747685 h 6382977"/>
              <a:gd name="connsiteX5031" fmla="*/ 3370659 w 6501199"/>
              <a:gd name="connsiteY5031" fmla="*/ 3747843 h 6382977"/>
              <a:gd name="connsiteX5032" fmla="*/ 3350136 w 6501199"/>
              <a:gd name="connsiteY5032" fmla="*/ 3752523 h 6382977"/>
              <a:gd name="connsiteX5033" fmla="*/ 3359497 w 6501199"/>
              <a:gd name="connsiteY5033" fmla="*/ 3766204 h 6382977"/>
              <a:gd name="connsiteX5034" fmla="*/ 3343476 w 6501199"/>
              <a:gd name="connsiteY5034" fmla="*/ 3765079 h 6382977"/>
              <a:gd name="connsiteX5035" fmla="*/ 3338351 w 6501199"/>
              <a:gd name="connsiteY5035" fmla="*/ 3753972 h 6382977"/>
              <a:gd name="connsiteX5036" fmla="*/ 3310539 w 6501199"/>
              <a:gd name="connsiteY5036" fmla="*/ 3757316 h 6382977"/>
              <a:gd name="connsiteX5037" fmla="*/ 3313773 w 6501199"/>
              <a:gd name="connsiteY5037" fmla="*/ 3759364 h 6382977"/>
              <a:gd name="connsiteX5038" fmla="*/ 3309812 w 6501199"/>
              <a:gd name="connsiteY5038" fmla="*/ 3766204 h 6382977"/>
              <a:gd name="connsiteX5039" fmla="*/ 3296851 w 6501199"/>
              <a:gd name="connsiteY5039" fmla="*/ 3760686 h 6382977"/>
              <a:gd name="connsiteX5040" fmla="*/ 3292125 w 6501199"/>
              <a:gd name="connsiteY5040" fmla="*/ 3759529 h 6382977"/>
              <a:gd name="connsiteX5041" fmla="*/ 3291499 w 6501199"/>
              <a:gd name="connsiteY5041" fmla="*/ 3759605 h 6382977"/>
              <a:gd name="connsiteX5042" fmla="*/ 3293116 w 6501199"/>
              <a:gd name="connsiteY5042" fmla="*/ 3767644 h 6382977"/>
              <a:gd name="connsiteX5043" fmla="*/ 3298291 w 6501199"/>
              <a:gd name="connsiteY5043" fmla="*/ 3784565 h 6382977"/>
              <a:gd name="connsiteX5044" fmla="*/ 3293610 w 6501199"/>
              <a:gd name="connsiteY5044" fmla="*/ 3791405 h 6382977"/>
              <a:gd name="connsiteX5045" fmla="*/ 3286275 w 6501199"/>
              <a:gd name="connsiteY5045" fmla="*/ 3776420 h 6382977"/>
              <a:gd name="connsiteX5046" fmla="*/ 3283485 w 6501199"/>
              <a:gd name="connsiteY5046" fmla="*/ 3760568 h 6382977"/>
              <a:gd name="connsiteX5047" fmla="*/ 3271446 w 6501199"/>
              <a:gd name="connsiteY5047" fmla="*/ 3762015 h 6382977"/>
              <a:gd name="connsiteX5048" fmla="*/ 3263906 w 6501199"/>
              <a:gd name="connsiteY5048" fmla="*/ 3761813 h 6382977"/>
              <a:gd name="connsiteX5049" fmla="*/ 3264087 w 6501199"/>
              <a:gd name="connsiteY5049" fmla="*/ 3766204 h 6382977"/>
              <a:gd name="connsiteX5050" fmla="*/ 3270928 w 6501199"/>
              <a:gd name="connsiteY5050" fmla="*/ 3768364 h 6382977"/>
              <a:gd name="connsiteX5051" fmla="*/ 3253331 w 6501199"/>
              <a:gd name="connsiteY5051" fmla="*/ 3761929 h 6382977"/>
              <a:gd name="connsiteX5052" fmla="*/ 3252404 w 6501199"/>
              <a:gd name="connsiteY5052" fmla="*/ 3761505 h 6382977"/>
              <a:gd name="connsiteX5053" fmla="*/ 3239348 w 6501199"/>
              <a:gd name="connsiteY5053" fmla="*/ 3761155 h 6382977"/>
              <a:gd name="connsiteX5054" fmla="*/ 3238731 w 6501199"/>
              <a:gd name="connsiteY5054" fmla="*/ 3762404 h 6382977"/>
              <a:gd name="connsiteX5055" fmla="*/ 3239245 w 6501199"/>
              <a:gd name="connsiteY5055" fmla="*/ 3777365 h 6382977"/>
              <a:gd name="connsiteX5056" fmla="*/ 3205041 w 6501199"/>
              <a:gd name="connsiteY5056" fmla="*/ 3777365 h 6382977"/>
              <a:gd name="connsiteX5057" fmla="*/ 3207201 w 6501199"/>
              <a:gd name="connsiteY5057" fmla="*/ 3786725 h 6382977"/>
              <a:gd name="connsiteX5058" fmla="*/ 3229884 w 6501199"/>
              <a:gd name="connsiteY5058" fmla="*/ 3818406 h 6382977"/>
              <a:gd name="connsiteX5059" fmla="*/ 3209362 w 6501199"/>
              <a:gd name="connsiteY5059" fmla="*/ 3814086 h 6382977"/>
              <a:gd name="connsiteX5060" fmla="*/ 3196040 w 6501199"/>
              <a:gd name="connsiteY5060" fmla="*/ 3795726 h 6382977"/>
              <a:gd name="connsiteX5061" fmla="*/ 3200361 w 6501199"/>
              <a:gd name="connsiteY5061" fmla="*/ 3816246 h 6382977"/>
              <a:gd name="connsiteX5062" fmla="*/ 3193520 w 6501199"/>
              <a:gd name="connsiteY5062" fmla="*/ 3818406 h 6382977"/>
              <a:gd name="connsiteX5063" fmla="*/ 3170838 w 6501199"/>
              <a:gd name="connsiteY5063" fmla="*/ 3788885 h 6382977"/>
              <a:gd name="connsiteX5064" fmla="*/ 3196040 w 6501199"/>
              <a:gd name="connsiteY5064" fmla="*/ 3861609 h 6382977"/>
              <a:gd name="connsiteX5065" fmla="*/ 3193520 w 6501199"/>
              <a:gd name="connsiteY5065" fmla="*/ 3868449 h 6382977"/>
              <a:gd name="connsiteX5066" fmla="*/ 3172998 w 6501199"/>
              <a:gd name="connsiteY5066" fmla="*/ 3854768 h 6382977"/>
              <a:gd name="connsiteX5067" fmla="*/ 3179839 w 6501199"/>
              <a:gd name="connsiteY5067" fmla="*/ 3904811 h 6382977"/>
              <a:gd name="connsiteX5068" fmla="*/ 3216202 w 6501199"/>
              <a:gd name="connsiteY5068" fmla="*/ 3921011 h 6382977"/>
              <a:gd name="connsiteX5069" fmla="*/ 3198200 w 6501199"/>
              <a:gd name="connsiteY5069" fmla="*/ 3909491 h 6382977"/>
              <a:gd name="connsiteX5070" fmla="*/ 3186679 w 6501199"/>
              <a:gd name="connsiteY5070" fmla="*/ 3936852 h 6382977"/>
              <a:gd name="connsiteX5071" fmla="*/ 3175518 w 6501199"/>
              <a:gd name="connsiteY5071" fmla="*/ 3911651 h 6382977"/>
              <a:gd name="connsiteX5072" fmla="*/ 3175518 w 6501199"/>
              <a:gd name="connsiteY5072" fmla="*/ 3961693 h 6382977"/>
              <a:gd name="connsiteX5073" fmla="*/ 3163997 w 6501199"/>
              <a:gd name="connsiteY5073" fmla="*/ 3941172 h 6382977"/>
              <a:gd name="connsiteX5074" fmla="*/ 3170838 w 6501199"/>
              <a:gd name="connsiteY5074" fmla="*/ 3932172 h 6382977"/>
              <a:gd name="connsiteX5075" fmla="*/ 3170838 w 6501199"/>
              <a:gd name="connsiteY5075" fmla="*/ 3921011 h 6382977"/>
              <a:gd name="connsiteX5076" fmla="*/ 3159676 w 6501199"/>
              <a:gd name="connsiteY5076" fmla="*/ 3902650 h 6382977"/>
              <a:gd name="connsiteX5077" fmla="*/ 3166157 w 6501199"/>
              <a:gd name="connsiteY5077" fmla="*/ 3916331 h 6382977"/>
              <a:gd name="connsiteX5078" fmla="*/ 3152836 w 6501199"/>
              <a:gd name="connsiteY5078" fmla="*/ 3918491 h 6382977"/>
              <a:gd name="connsiteX5079" fmla="*/ 3132314 w 6501199"/>
              <a:gd name="connsiteY5079" fmla="*/ 3888970 h 6382977"/>
              <a:gd name="connsiteX5080" fmla="*/ 3116112 w 6501199"/>
              <a:gd name="connsiteY5080" fmla="*/ 3888970 h 6382977"/>
              <a:gd name="connsiteX5081" fmla="*/ 3145995 w 6501199"/>
              <a:gd name="connsiteY5081" fmla="*/ 3927852 h 6382977"/>
              <a:gd name="connsiteX5082" fmla="*/ 3136634 w 6501199"/>
              <a:gd name="connsiteY5082" fmla="*/ 3936852 h 6382977"/>
              <a:gd name="connsiteX5083" fmla="*/ 3132314 w 6501199"/>
              <a:gd name="connsiteY5083" fmla="*/ 3916331 h 6382977"/>
              <a:gd name="connsiteX5084" fmla="*/ 3118632 w 6501199"/>
              <a:gd name="connsiteY5084" fmla="*/ 3916331 h 6382977"/>
              <a:gd name="connsiteX5085" fmla="*/ 3129793 w 6501199"/>
              <a:gd name="connsiteY5085" fmla="*/ 3927852 h 6382977"/>
              <a:gd name="connsiteX5086" fmla="*/ 3118632 w 6501199"/>
              <a:gd name="connsiteY5086" fmla="*/ 3945853 h 6382977"/>
              <a:gd name="connsiteX5087" fmla="*/ 3079748 w 6501199"/>
              <a:gd name="connsiteY5087" fmla="*/ 3954853 h 6382977"/>
              <a:gd name="connsiteX5088" fmla="*/ 3082268 w 6501199"/>
              <a:gd name="connsiteY5088" fmla="*/ 3948013 h 6382977"/>
              <a:gd name="connsiteX5089" fmla="*/ 3075428 w 6501199"/>
              <a:gd name="connsiteY5089" fmla="*/ 3945853 h 6382977"/>
              <a:gd name="connsiteX5090" fmla="*/ 3089109 w 6501199"/>
              <a:gd name="connsiteY5090" fmla="*/ 3939012 h 6382977"/>
              <a:gd name="connsiteX5091" fmla="*/ 3084429 w 6501199"/>
              <a:gd name="connsiteY5091" fmla="*/ 3930012 h 6382977"/>
              <a:gd name="connsiteX5092" fmla="*/ 3061746 w 6501199"/>
              <a:gd name="connsiteY5092" fmla="*/ 3918491 h 6382977"/>
              <a:gd name="connsiteX5093" fmla="*/ 3095950 w 6501199"/>
              <a:gd name="connsiteY5093" fmla="*/ 3975374 h 6382977"/>
              <a:gd name="connsiteX5094" fmla="*/ 3089109 w 6501199"/>
              <a:gd name="connsiteY5094" fmla="*/ 3980054 h 6382977"/>
              <a:gd name="connsiteX5095" fmla="*/ 3072907 w 6501199"/>
              <a:gd name="connsiteY5095" fmla="*/ 3973214 h 6382977"/>
              <a:gd name="connsiteX5096" fmla="*/ 3086589 w 6501199"/>
              <a:gd name="connsiteY5096" fmla="*/ 3986894 h 6382977"/>
              <a:gd name="connsiteX5097" fmla="*/ 3086589 w 6501199"/>
              <a:gd name="connsiteY5097" fmla="*/ 4018576 h 6382977"/>
              <a:gd name="connsiteX5098" fmla="*/ 3082268 w 6501199"/>
              <a:gd name="connsiteY5098" fmla="*/ 4009576 h 6382977"/>
              <a:gd name="connsiteX5099" fmla="*/ 3066067 w 6501199"/>
              <a:gd name="connsiteY5099" fmla="*/ 3995895 h 6382977"/>
              <a:gd name="connsiteX5100" fmla="*/ 3075428 w 6501199"/>
              <a:gd name="connsiteY5100" fmla="*/ 3989055 h 6382977"/>
              <a:gd name="connsiteX5101" fmla="*/ 3063906 w 6501199"/>
              <a:gd name="connsiteY5101" fmla="*/ 3977894 h 6382977"/>
              <a:gd name="connsiteX5102" fmla="*/ 3057066 w 6501199"/>
              <a:gd name="connsiteY5102" fmla="*/ 3989055 h 6382977"/>
              <a:gd name="connsiteX5103" fmla="*/ 3061746 w 6501199"/>
              <a:gd name="connsiteY5103" fmla="*/ 4023256 h 6382977"/>
              <a:gd name="connsiteX5104" fmla="*/ 3052385 w 6501199"/>
              <a:gd name="connsiteY5104" fmla="*/ 3991575 h 6382977"/>
              <a:gd name="connsiteX5105" fmla="*/ 3043384 w 6501199"/>
              <a:gd name="connsiteY5105" fmla="*/ 3980054 h 6382977"/>
              <a:gd name="connsiteX5106" fmla="*/ 3050225 w 6501199"/>
              <a:gd name="connsiteY5106" fmla="*/ 4007416 h 6382977"/>
              <a:gd name="connsiteX5107" fmla="*/ 3032223 w 6501199"/>
              <a:gd name="connsiteY5107" fmla="*/ 3989055 h 6382977"/>
              <a:gd name="connsiteX5108" fmla="*/ 3027543 w 6501199"/>
              <a:gd name="connsiteY5108" fmla="*/ 4004895 h 6382977"/>
              <a:gd name="connsiteX5109" fmla="*/ 3041224 w 6501199"/>
              <a:gd name="connsiteY5109" fmla="*/ 4018576 h 6382977"/>
              <a:gd name="connsiteX5110" fmla="*/ 3032223 w 6501199"/>
              <a:gd name="connsiteY5110" fmla="*/ 4014256 h 6382977"/>
              <a:gd name="connsiteX5111" fmla="*/ 3029703 w 6501199"/>
              <a:gd name="connsiteY5111" fmla="*/ 4023256 h 6382977"/>
              <a:gd name="connsiteX5112" fmla="*/ 3052385 w 6501199"/>
              <a:gd name="connsiteY5112" fmla="*/ 4057458 h 6382977"/>
              <a:gd name="connsiteX5113" fmla="*/ 3070747 w 6501199"/>
              <a:gd name="connsiteY5113" fmla="*/ 4059618 h 6382977"/>
              <a:gd name="connsiteX5114" fmla="*/ 3061746 w 6501199"/>
              <a:gd name="connsiteY5114" fmla="*/ 4041617 h 6382977"/>
              <a:gd name="connsiteX5115" fmla="*/ 3070747 w 6501199"/>
              <a:gd name="connsiteY5115" fmla="*/ 4041617 h 6382977"/>
              <a:gd name="connsiteX5116" fmla="*/ 3091269 w 6501199"/>
              <a:gd name="connsiteY5116" fmla="*/ 4077979 h 6382977"/>
              <a:gd name="connsiteX5117" fmla="*/ 3077588 w 6501199"/>
              <a:gd name="connsiteY5117" fmla="*/ 4061778 h 6382977"/>
              <a:gd name="connsiteX5118" fmla="*/ 3075428 w 6501199"/>
              <a:gd name="connsiteY5118" fmla="*/ 4082299 h 6382977"/>
              <a:gd name="connsiteX5119" fmla="*/ 3086589 w 6501199"/>
              <a:gd name="connsiteY5119" fmla="*/ 4091660 h 6382977"/>
              <a:gd name="connsiteX5120" fmla="*/ 3070747 w 6501199"/>
              <a:gd name="connsiteY5120" fmla="*/ 4100660 h 6382977"/>
              <a:gd name="connsiteX5121" fmla="*/ 3059226 w 6501199"/>
              <a:gd name="connsiteY5121" fmla="*/ 4084819 h 6382977"/>
              <a:gd name="connsiteX5122" fmla="*/ 3070747 w 6501199"/>
              <a:gd name="connsiteY5122" fmla="*/ 4107500 h 6382977"/>
              <a:gd name="connsiteX5123" fmla="*/ 3052385 w 6501199"/>
              <a:gd name="connsiteY5123" fmla="*/ 4091660 h 6382977"/>
              <a:gd name="connsiteX5124" fmla="*/ 3022862 w 6501199"/>
              <a:gd name="connsiteY5124" fmla="*/ 4098140 h 6382977"/>
              <a:gd name="connsiteX5125" fmla="*/ 3045544 w 6501199"/>
              <a:gd name="connsiteY5125" fmla="*/ 4109660 h 6382977"/>
              <a:gd name="connsiteX5126" fmla="*/ 3027543 w 6501199"/>
              <a:gd name="connsiteY5126" fmla="*/ 4107500 h 6382977"/>
              <a:gd name="connsiteX5127" fmla="*/ 3020702 w 6501199"/>
              <a:gd name="connsiteY5127" fmla="*/ 4121181 h 6382977"/>
              <a:gd name="connsiteX5128" fmla="*/ 3034383 w 6501199"/>
              <a:gd name="connsiteY5128" fmla="*/ 4123341 h 6382977"/>
              <a:gd name="connsiteX5129" fmla="*/ 3013861 w 6501199"/>
              <a:gd name="connsiteY5129" fmla="*/ 4152862 h 6382977"/>
              <a:gd name="connsiteX5130" fmla="*/ 3018542 w 6501199"/>
              <a:gd name="connsiteY5130" fmla="*/ 4125501 h 6382977"/>
              <a:gd name="connsiteX5131" fmla="*/ 2995499 w 6501199"/>
              <a:gd name="connsiteY5131" fmla="*/ 4095980 h 6382977"/>
              <a:gd name="connsiteX5132" fmla="*/ 2984338 w 6501199"/>
              <a:gd name="connsiteY5132" fmla="*/ 4102820 h 6382977"/>
              <a:gd name="connsiteX5133" fmla="*/ 3009181 w 6501199"/>
              <a:gd name="connsiteY5133" fmla="*/ 4134862 h 6382977"/>
              <a:gd name="connsiteX5134" fmla="*/ 2986498 w 6501199"/>
              <a:gd name="connsiteY5134" fmla="*/ 4139182 h 6382977"/>
              <a:gd name="connsiteX5135" fmla="*/ 3013861 w 6501199"/>
              <a:gd name="connsiteY5135" fmla="*/ 4152862 h 6382977"/>
              <a:gd name="connsiteX5136" fmla="*/ 3032223 w 6501199"/>
              <a:gd name="connsiteY5136" fmla="*/ 4178064 h 6382977"/>
              <a:gd name="connsiteX5137" fmla="*/ 3011701 w 6501199"/>
              <a:gd name="connsiteY5137" fmla="*/ 4171223 h 6382977"/>
              <a:gd name="connsiteX5138" fmla="*/ 3013861 w 6501199"/>
              <a:gd name="connsiteY5138" fmla="*/ 4161863 h 6382977"/>
              <a:gd name="connsiteX5139" fmla="*/ 3000180 w 6501199"/>
              <a:gd name="connsiteY5139" fmla="*/ 4178064 h 6382977"/>
              <a:gd name="connsiteX5140" fmla="*/ 3007020 w 6501199"/>
              <a:gd name="connsiteY5140" fmla="*/ 4168703 h 6382977"/>
              <a:gd name="connsiteX5141" fmla="*/ 3011701 w 6501199"/>
              <a:gd name="connsiteY5141" fmla="*/ 4205065 h 6382977"/>
              <a:gd name="connsiteX5142" fmla="*/ 2993339 w 6501199"/>
              <a:gd name="connsiteY5142" fmla="*/ 4193904 h 6382977"/>
              <a:gd name="connsiteX5143" fmla="*/ 2984338 w 6501199"/>
              <a:gd name="connsiteY5143" fmla="*/ 4180224 h 6382977"/>
              <a:gd name="connsiteX5144" fmla="*/ 2979658 w 6501199"/>
              <a:gd name="connsiteY5144" fmla="*/ 4189224 h 6382977"/>
              <a:gd name="connsiteX5145" fmla="*/ 2959135 w 6501199"/>
              <a:gd name="connsiteY5145" fmla="*/ 4173383 h 6382977"/>
              <a:gd name="connsiteX5146" fmla="*/ 2984338 w 6501199"/>
              <a:gd name="connsiteY5146" fmla="*/ 4207585 h 6382977"/>
              <a:gd name="connsiteX5147" fmla="*/ 2977497 w 6501199"/>
              <a:gd name="connsiteY5147" fmla="*/ 4225586 h 6382977"/>
              <a:gd name="connsiteX5148" fmla="*/ 2952295 w 6501199"/>
              <a:gd name="connsiteY5148" fmla="*/ 4228106 h 6382977"/>
              <a:gd name="connsiteX5149" fmla="*/ 2977497 w 6501199"/>
              <a:gd name="connsiteY5149" fmla="*/ 4243947 h 6382977"/>
              <a:gd name="connsiteX5150" fmla="*/ 2952295 w 6501199"/>
              <a:gd name="connsiteY5150" fmla="*/ 4239266 h 6382977"/>
              <a:gd name="connsiteX5151" fmla="*/ 2945454 w 6501199"/>
              <a:gd name="connsiteY5151" fmla="*/ 4248627 h 6382977"/>
              <a:gd name="connsiteX5152" fmla="*/ 2925292 w 6501199"/>
              <a:gd name="connsiteY5152" fmla="*/ 4234946 h 6382977"/>
              <a:gd name="connsiteX5153" fmla="*/ 2947974 w 6501199"/>
              <a:gd name="connsiteY5153" fmla="*/ 4255467 h 6382977"/>
              <a:gd name="connsiteX5154" fmla="*/ 2954815 w 6501199"/>
              <a:gd name="connsiteY5154" fmla="*/ 4252947 h 6382977"/>
              <a:gd name="connsiteX5155" fmla="*/ 2950134 w 6501199"/>
              <a:gd name="connsiteY5155" fmla="*/ 4259788 h 6382977"/>
              <a:gd name="connsiteX5156" fmla="*/ 2959135 w 6501199"/>
              <a:gd name="connsiteY5156" fmla="*/ 4275628 h 6382977"/>
              <a:gd name="connsiteX5157" fmla="*/ 2931773 w 6501199"/>
              <a:gd name="connsiteY5157" fmla="*/ 4282469 h 6382977"/>
              <a:gd name="connsiteX5158" fmla="*/ 2959135 w 6501199"/>
              <a:gd name="connsiteY5158" fmla="*/ 4287149 h 6382977"/>
              <a:gd name="connsiteX5159" fmla="*/ 2952295 w 6501199"/>
              <a:gd name="connsiteY5159" fmla="*/ 4309830 h 6382977"/>
              <a:gd name="connsiteX5160" fmla="*/ 2952295 w 6501199"/>
              <a:gd name="connsiteY5160" fmla="*/ 4296149 h 6382977"/>
              <a:gd name="connsiteX5161" fmla="*/ 2931773 w 6501199"/>
              <a:gd name="connsiteY5161" fmla="*/ 4316670 h 6382977"/>
              <a:gd name="connsiteX5162" fmla="*/ 2952295 w 6501199"/>
              <a:gd name="connsiteY5162" fmla="*/ 4328191 h 6382977"/>
              <a:gd name="connsiteX5163" fmla="*/ 2927452 w 6501199"/>
              <a:gd name="connsiteY5163" fmla="*/ 4332511 h 6382977"/>
              <a:gd name="connsiteX5164" fmla="*/ 2943294 w 6501199"/>
              <a:gd name="connsiteY5164" fmla="*/ 4350872 h 6382977"/>
              <a:gd name="connsiteX5165" fmla="*/ 2915931 w 6501199"/>
              <a:gd name="connsiteY5165" fmla="*/ 4391914 h 6382977"/>
              <a:gd name="connsiteX5166" fmla="*/ 2897929 w 6501199"/>
              <a:gd name="connsiteY5166" fmla="*/ 4382553 h 6382977"/>
              <a:gd name="connsiteX5167" fmla="*/ 2879567 w 6501199"/>
              <a:gd name="connsiteY5167" fmla="*/ 4464637 h 6382977"/>
              <a:gd name="connsiteX5168" fmla="*/ 2877407 w 6501199"/>
              <a:gd name="connsiteY5168" fmla="*/ 4473638 h 6382977"/>
              <a:gd name="connsiteX5169" fmla="*/ 2879567 w 6501199"/>
              <a:gd name="connsiteY5169" fmla="*/ 4480478 h 6382977"/>
              <a:gd name="connsiteX5170" fmla="*/ 2893248 w 6501199"/>
              <a:gd name="connsiteY5170" fmla="*/ 4475798 h 6382977"/>
              <a:gd name="connsiteX5171" fmla="*/ 2891088 w 6501199"/>
              <a:gd name="connsiteY5171" fmla="*/ 4521520 h 6382977"/>
              <a:gd name="connsiteX5172" fmla="*/ 2874887 w 6501199"/>
              <a:gd name="connsiteY5172" fmla="*/ 4555722 h 6382977"/>
              <a:gd name="connsiteX5173" fmla="*/ 2843203 w 6501199"/>
              <a:gd name="connsiteY5173" fmla="*/ 4637445 h 6382977"/>
              <a:gd name="connsiteX5174" fmla="*/ 2829522 w 6501199"/>
              <a:gd name="connsiteY5174" fmla="*/ 4628445 h 6382977"/>
              <a:gd name="connsiteX5175" fmla="*/ 2815840 w 6501199"/>
              <a:gd name="connsiteY5175" fmla="*/ 4651126 h 6382977"/>
              <a:gd name="connsiteX5176" fmla="*/ 2832042 w 6501199"/>
              <a:gd name="connsiteY5176" fmla="*/ 4653286 h 6382977"/>
              <a:gd name="connsiteX5177" fmla="*/ 2804679 w 6501199"/>
              <a:gd name="connsiteY5177" fmla="*/ 4726010 h 6382977"/>
              <a:gd name="connsiteX5178" fmla="*/ 2779477 w 6501199"/>
              <a:gd name="connsiteY5178" fmla="*/ 4723850 h 6382977"/>
              <a:gd name="connsiteX5179" fmla="*/ 2784157 w 6501199"/>
              <a:gd name="connsiteY5179" fmla="*/ 4746891 h 6382977"/>
              <a:gd name="connsiteX5180" fmla="*/ 2765795 w 6501199"/>
              <a:gd name="connsiteY5180" fmla="*/ 4755891 h 6382977"/>
              <a:gd name="connsiteX5181" fmla="*/ 2795318 w 6501199"/>
              <a:gd name="connsiteY5181" fmla="*/ 4755891 h 6382977"/>
              <a:gd name="connsiteX5182" fmla="*/ 2786317 w 6501199"/>
              <a:gd name="connsiteY5182" fmla="*/ 4778572 h 6382977"/>
              <a:gd name="connsiteX5183" fmla="*/ 2747793 w 6501199"/>
              <a:gd name="connsiteY5183" fmla="*/ 4823934 h 6382977"/>
              <a:gd name="connsiteX5184" fmla="*/ 2777316 w 6501199"/>
              <a:gd name="connsiteY5184" fmla="*/ 4814934 h 6382977"/>
              <a:gd name="connsiteX5185" fmla="*/ 2768315 w 6501199"/>
              <a:gd name="connsiteY5185" fmla="*/ 4819614 h 6382977"/>
              <a:gd name="connsiteX5186" fmla="*/ 2754634 w 6501199"/>
              <a:gd name="connsiteY5186" fmla="*/ 4855976 h 6382977"/>
              <a:gd name="connsiteX5187" fmla="*/ 2770476 w 6501199"/>
              <a:gd name="connsiteY5187" fmla="*/ 4858136 h 6382977"/>
              <a:gd name="connsiteX5188" fmla="*/ 2747793 w 6501199"/>
              <a:gd name="connsiteY5188" fmla="*/ 4883337 h 6382977"/>
              <a:gd name="connsiteX5189" fmla="*/ 2743113 w 6501199"/>
              <a:gd name="connsiteY5189" fmla="*/ 4906018 h 6382977"/>
              <a:gd name="connsiteX5190" fmla="*/ 2734112 w 6501199"/>
              <a:gd name="connsiteY5190" fmla="*/ 4919699 h 6382977"/>
              <a:gd name="connsiteX5191" fmla="*/ 2745273 w 6501199"/>
              <a:gd name="connsiteY5191" fmla="*/ 4937700 h 6382977"/>
              <a:gd name="connsiteX5192" fmla="*/ 2754634 w 6501199"/>
              <a:gd name="connsiteY5192" fmla="*/ 4919699 h 6382977"/>
              <a:gd name="connsiteX5193" fmla="*/ 2829522 w 6501199"/>
              <a:gd name="connsiteY5193" fmla="*/ 4926539 h 6382977"/>
              <a:gd name="connsiteX5194" fmla="*/ 2757874 w 6501199"/>
              <a:gd name="connsiteY5194" fmla="*/ 4955116 h 6382977"/>
              <a:gd name="connsiteX5195" fmla="*/ 2691823 w 6501199"/>
              <a:gd name="connsiteY5195" fmla="*/ 4983202 h 6382977"/>
              <a:gd name="connsiteX5196" fmla="*/ 2691621 w 6501199"/>
              <a:gd name="connsiteY5196" fmla="*/ 4988380 h 6382977"/>
              <a:gd name="connsiteX5197" fmla="*/ 2693405 w 6501199"/>
              <a:gd name="connsiteY5197" fmla="*/ 4989306 h 6382977"/>
              <a:gd name="connsiteX5198" fmla="*/ 2711429 w 6501199"/>
              <a:gd name="connsiteY5198" fmla="*/ 4997102 h 6382977"/>
              <a:gd name="connsiteX5199" fmla="*/ 2734112 w 6501199"/>
              <a:gd name="connsiteY5199" fmla="*/ 4992422 h 6382977"/>
              <a:gd name="connsiteX5200" fmla="*/ 2738432 w 6501199"/>
              <a:gd name="connsiteY5200" fmla="*/ 4971901 h 6382977"/>
              <a:gd name="connsiteX5201" fmla="*/ 2743113 w 6501199"/>
              <a:gd name="connsiteY5201" fmla="*/ 4992422 h 6382977"/>
              <a:gd name="connsiteX5202" fmla="*/ 2781637 w 6501199"/>
              <a:gd name="connsiteY5202" fmla="*/ 4992422 h 6382977"/>
              <a:gd name="connsiteX5203" fmla="*/ 2825201 w 6501199"/>
              <a:gd name="connsiteY5203" fmla="*/ 4983422 h 6382977"/>
              <a:gd name="connsiteX5204" fmla="*/ 2809000 w 6501199"/>
              <a:gd name="connsiteY5204" fmla="*/ 5008263 h 6382977"/>
              <a:gd name="connsiteX5205" fmla="*/ 2734112 w 6501199"/>
              <a:gd name="connsiteY5205" fmla="*/ 5015103 h 6382977"/>
              <a:gd name="connsiteX5206" fmla="*/ 2693067 w 6501199"/>
              <a:gd name="connsiteY5206" fmla="*/ 5026624 h 6382977"/>
              <a:gd name="connsiteX5207" fmla="*/ 2694063 w 6501199"/>
              <a:gd name="connsiteY5207" fmla="*/ 5037486 h 6382977"/>
              <a:gd name="connsiteX5208" fmla="*/ 2693543 w 6501199"/>
              <a:gd name="connsiteY5208" fmla="*/ 5039263 h 6382977"/>
              <a:gd name="connsiteX5209" fmla="*/ 2695469 w 6501199"/>
              <a:gd name="connsiteY5209" fmla="*/ 5066073 h 6382977"/>
              <a:gd name="connsiteX5210" fmla="*/ 2694324 w 6501199"/>
              <a:gd name="connsiteY5210" fmla="*/ 5066078 h 6382977"/>
              <a:gd name="connsiteX5211" fmla="*/ 2695228 w 6501199"/>
              <a:gd name="connsiteY5211" fmla="*/ 5067306 h 6382977"/>
              <a:gd name="connsiteX5212" fmla="*/ 2706749 w 6501199"/>
              <a:gd name="connsiteY5212" fmla="*/ 5044625 h 6382977"/>
              <a:gd name="connsiteX5213" fmla="*/ 2763635 w 6501199"/>
              <a:gd name="connsiteY5213" fmla="*/ 5051465 h 6382977"/>
              <a:gd name="connsiteX5214" fmla="*/ 2763635 w 6501199"/>
              <a:gd name="connsiteY5214" fmla="*/ 5074146 h 6382977"/>
              <a:gd name="connsiteX5215" fmla="*/ 2708909 w 6501199"/>
              <a:gd name="connsiteY5215" fmla="*/ 5085667 h 6382977"/>
              <a:gd name="connsiteX5216" fmla="*/ 2699908 w 6501199"/>
              <a:gd name="connsiteY5216" fmla="*/ 5071986 h 6382977"/>
              <a:gd name="connsiteX5217" fmla="*/ 2656704 w 6501199"/>
              <a:gd name="connsiteY5217" fmla="*/ 5099347 h 6382977"/>
              <a:gd name="connsiteX5218" fmla="*/ 2681546 w 6501199"/>
              <a:gd name="connsiteY5218" fmla="*/ 5110868 h 6382977"/>
              <a:gd name="connsiteX5219" fmla="*/ 2686227 w 6501199"/>
              <a:gd name="connsiteY5219" fmla="*/ 5135709 h 6382977"/>
              <a:gd name="connsiteX5220" fmla="*/ 2697748 w 6501199"/>
              <a:gd name="connsiteY5220" fmla="*/ 5113028 h 6382977"/>
              <a:gd name="connsiteX5221" fmla="*/ 2752114 w 6501199"/>
              <a:gd name="connsiteY5221" fmla="*/ 5106188 h 6382977"/>
              <a:gd name="connsiteX5222" fmla="*/ 2781637 w 6501199"/>
              <a:gd name="connsiteY5222" fmla="*/ 5117348 h 6382977"/>
              <a:gd name="connsiteX5223" fmla="*/ 2784157 w 6501199"/>
              <a:gd name="connsiteY5223" fmla="*/ 5128869 h 6382977"/>
              <a:gd name="connsiteX5224" fmla="*/ 2693067 w 6501199"/>
              <a:gd name="connsiteY5224" fmla="*/ 5181071 h 6382977"/>
              <a:gd name="connsiteX5225" fmla="*/ 2745273 w 6501199"/>
              <a:gd name="connsiteY5225" fmla="*/ 5190432 h 6382977"/>
              <a:gd name="connsiteX5226" fmla="*/ 2799999 w 6501199"/>
              <a:gd name="connsiteY5226" fmla="*/ 5183591 h 6382977"/>
              <a:gd name="connsiteX5227" fmla="*/ 2610979 w 6501199"/>
              <a:gd name="connsiteY5227" fmla="*/ 5247314 h 6382977"/>
              <a:gd name="connsiteX5228" fmla="*/ 2634021 w 6501199"/>
              <a:gd name="connsiteY5228" fmla="*/ 5263155 h 6382977"/>
              <a:gd name="connsiteX5229" fmla="*/ 2774796 w 6501199"/>
              <a:gd name="connsiteY5229" fmla="*/ 5251634 h 6382977"/>
              <a:gd name="connsiteX5230" fmla="*/ 2704589 w 6501199"/>
              <a:gd name="connsiteY5230" fmla="*/ 5283676 h 6382977"/>
              <a:gd name="connsiteX5231" fmla="*/ 2608819 w 6501199"/>
              <a:gd name="connsiteY5231" fmla="*/ 5290516 h 6382977"/>
              <a:gd name="connsiteX5232" fmla="*/ 2608819 w 6501199"/>
              <a:gd name="connsiteY5232" fmla="*/ 5306357 h 6382977"/>
              <a:gd name="connsiteX5233" fmla="*/ 2595137 w 6501199"/>
              <a:gd name="connsiteY5233" fmla="*/ 5297357 h 6382977"/>
              <a:gd name="connsiteX5234" fmla="*/ 2568134 w 6501199"/>
              <a:gd name="connsiteY5234" fmla="*/ 5331198 h 6382977"/>
              <a:gd name="connsiteX5235" fmla="*/ 2652023 w 6501199"/>
              <a:gd name="connsiteY5235" fmla="*/ 5335878 h 6382977"/>
              <a:gd name="connsiteX5236" fmla="*/ 2727271 w 6501199"/>
              <a:gd name="connsiteY5236" fmla="*/ 5335878 h 6382977"/>
              <a:gd name="connsiteX5237" fmla="*/ 2599818 w 6501199"/>
              <a:gd name="connsiteY5237" fmla="*/ 5361080 h 6382977"/>
              <a:gd name="connsiteX5238" fmla="*/ 2581456 w 6501199"/>
              <a:gd name="connsiteY5238" fmla="*/ 5376920 h 6382977"/>
              <a:gd name="connsiteX5239" fmla="*/ 2488206 w 6501199"/>
              <a:gd name="connsiteY5239" fmla="*/ 5363240 h 6382977"/>
              <a:gd name="connsiteX5240" fmla="*/ 2460843 w 6501199"/>
              <a:gd name="connsiteY5240" fmla="*/ 5365400 h 6382977"/>
              <a:gd name="connsiteX5241" fmla="*/ 2449554 w 6501199"/>
              <a:gd name="connsiteY5241" fmla="*/ 5374677 h 6382977"/>
              <a:gd name="connsiteX5242" fmla="*/ 2433311 w 6501199"/>
              <a:gd name="connsiteY5242" fmla="*/ 5421222 h 6382977"/>
              <a:gd name="connsiteX5243" fmla="*/ 2449052 w 6501199"/>
              <a:gd name="connsiteY5243" fmla="*/ 5417197 h 6382977"/>
              <a:gd name="connsiteX5244" fmla="*/ 2458683 w 6501199"/>
              <a:gd name="connsiteY5244" fmla="*/ 5429123 h 6382977"/>
              <a:gd name="connsiteX5245" fmla="*/ 2472364 w 6501199"/>
              <a:gd name="connsiteY5245" fmla="*/ 5413282 h 6382977"/>
              <a:gd name="connsiteX5246" fmla="*/ 2490726 w 6501199"/>
              <a:gd name="connsiteY5246" fmla="*/ 5426963 h 6382977"/>
              <a:gd name="connsiteX5247" fmla="*/ 2499727 w 6501199"/>
              <a:gd name="connsiteY5247" fmla="*/ 5415442 h 6382977"/>
              <a:gd name="connsiteX5248" fmla="*/ 2510888 w 6501199"/>
              <a:gd name="connsiteY5248" fmla="*/ 5429123 h 6382977"/>
              <a:gd name="connsiteX5249" fmla="*/ 2454002 w 6501199"/>
              <a:gd name="connsiteY5249" fmla="*/ 5449644 h 6382977"/>
              <a:gd name="connsiteX5250" fmla="*/ 2431320 w 6501199"/>
              <a:gd name="connsiteY5250" fmla="*/ 5438484 h 6382977"/>
              <a:gd name="connsiteX5251" fmla="*/ 2431320 w 6501199"/>
              <a:gd name="connsiteY5251" fmla="*/ 5465485 h 6382977"/>
              <a:gd name="connsiteX5252" fmla="*/ 2406072 w 6501199"/>
              <a:gd name="connsiteY5252" fmla="*/ 5457024 h 6382977"/>
              <a:gd name="connsiteX5253" fmla="*/ 2401495 w 6501199"/>
              <a:gd name="connsiteY5253" fmla="*/ 5455836 h 6382977"/>
              <a:gd name="connsiteX5254" fmla="*/ 2384640 w 6501199"/>
              <a:gd name="connsiteY5254" fmla="*/ 5472949 h 6382977"/>
              <a:gd name="connsiteX5255" fmla="*/ 2356470 w 6501199"/>
              <a:gd name="connsiteY5255" fmla="*/ 5491182 h 6382977"/>
              <a:gd name="connsiteX5256" fmla="*/ 2357860 w 6501199"/>
              <a:gd name="connsiteY5256" fmla="*/ 5491992 h 6382977"/>
              <a:gd name="connsiteX5257" fmla="*/ 2434853 w 6501199"/>
              <a:gd name="connsiteY5257" fmla="*/ 5483549 h 6382977"/>
              <a:gd name="connsiteX5258" fmla="*/ 2448172 w 6501199"/>
              <a:gd name="connsiteY5258" fmla="*/ 5492484 h 6382977"/>
              <a:gd name="connsiteX5259" fmla="*/ 2569121 w 6501199"/>
              <a:gd name="connsiteY5259" fmla="*/ 5474614 h 6382977"/>
              <a:gd name="connsiteX5260" fmla="*/ 2605478 w 6501199"/>
              <a:gd name="connsiteY5260" fmla="*/ 5472112 h 6382977"/>
              <a:gd name="connsiteX5261" fmla="*/ 2587120 w 6501199"/>
              <a:gd name="connsiteY5261" fmla="*/ 5519646 h 6382977"/>
              <a:gd name="connsiteX5262" fmla="*/ 2573441 w 6501199"/>
              <a:gd name="connsiteY5262" fmla="*/ 5499274 h 6382977"/>
              <a:gd name="connsiteX5263" fmla="*/ 2530245 w 6501199"/>
              <a:gd name="connsiteY5263" fmla="*/ 5508209 h 6382977"/>
              <a:gd name="connsiteX5264" fmla="*/ 2521246 w 6501199"/>
              <a:gd name="connsiteY5264" fmla="*/ 5526436 h 6382977"/>
              <a:gd name="connsiteX5265" fmla="*/ 2487049 w 6501199"/>
              <a:gd name="connsiteY5265" fmla="*/ 5540018 h 6382977"/>
              <a:gd name="connsiteX5266" fmla="*/ 2468690 w 6501199"/>
              <a:gd name="connsiteY5266" fmla="*/ 5519646 h 6382977"/>
              <a:gd name="connsiteX5267" fmla="*/ 2404976 w 6501199"/>
              <a:gd name="connsiteY5267" fmla="*/ 5515000 h 6382977"/>
              <a:gd name="connsiteX5268" fmla="*/ 2338562 w 6501199"/>
              <a:gd name="connsiteY5268" fmla="*/ 5504596 h 6382977"/>
              <a:gd name="connsiteX5269" fmla="*/ 2338748 w 6501199"/>
              <a:gd name="connsiteY5269" fmla="*/ 5496464 h 6382977"/>
              <a:gd name="connsiteX5270" fmla="*/ 2318321 w 6501199"/>
              <a:gd name="connsiteY5270" fmla="*/ 5502198 h 6382977"/>
              <a:gd name="connsiteX5271" fmla="*/ 2290965 w 6501199"/>
              <a:gd name="connsiteY5271" fmla="*/ 5532077 h 6382977"/>
              <a:gd name="connsiteX5272" fmla="*/ 2225096 w 6501199"/>
              <a:gd name="connsiteY5272" fmla="*/ 5513718 h 6382977"/>
              <a:gd name="connsiteX5273" fmla="*/ 2225237 w 6501199"/>
              <a:gd name="connsiteY5273" fmla="*/ 5510213 h 6382977"/>
              <a:gd name="connsiteX5274" fmla="*/ 2224172 w 6501199"/>
              <a:gd name="connsiteY5274" fmla="*/ 5509763 h 6382977"/>
              <a:gd name="connsiteX5275" fmla="*/ 2217415 w 6501199"/>
              <a:gd name="connsiteY5275" fmla="*/ 5500661 h 6382977"/>
              <a:gd name="connsiteX5276" fmla="*/ 2219795 w 6501199"/>
              <a:gd name="connsiteY5276" fmla="*/ 5483836 h 6382977"/>
              <a:gd name="connsiteX5277" fmla="*/ 2199787 w 6501199"/>
              <a:gd name="connsiteY5277" fmla="*/ 5474007 h 6382977"/>
              <a:gd name="connsiteX5278" fmla="*/ 2156077 w 6501199"/>
              <a:gd name="connsiteY5278" fmla="*/ 5462239 h 6382977"/>
              <a:gd name="connsiteX5279" fmla="*/ 2116987 w 6501199"/>
              <a:gd name="connsiteY5279" fmla="*/ 5450121 h 6382977"/>
              <a:gd name="connsiteX5280" fmla="*/ 2106708 w 6501199"/>
              <a:gd name="connsiteY5280" fmla="*/ 5451028 h 6382977"/>
              <a:gd name="connsiteX5281" fmla="*/ 2106605 w 6501199"/>
              <a:gd name="connsiteY5281" fmla="*/ 5451402 h 6382977"/>
              <a:gd name="connsiteX5282" fmla="*/ 2092987 w 6501199"/>
              <a:gd name="connsiteY5282" fmla="*/ 5452313 h 6382977"/>
              <a:gd name="connsiteX5283" fmla="*/ 2110987 w 6501199"/>
              <a:gd name="connsiteY5283" fmla="*/ 5477515 h 6382977"/>
              <a:gd name="connsiteX5284" fmla="*/ 2104147 w 6501199"/>
              <a:gd name="connsiteY5284" fmla="*/ 5500196 h 6382977"/>
              <a:gd name="connsiteX5285" fmla="*/ 2113507 w 6501199"/>
              <a:gd name="connsiteY5285" fmla="*/ 5486516 h 6382977"/>
              <a:gd name="connsiteX5286" fmla="*/ 2134027 w 6501199"/>
              <a:gd name="connsiteY5286" fmla="*/ 5500196 h 6382977"/>
              <a:gd name="connsiteX5287" fmla="*/ 2122507 w 6501199"/>
              <a:gd name="connsiteY5287" fmla="*/ 5520718 h 6382977"/>
              <a:gd name="connsiteX5288" fmla="*/ 2099827 w 6501199"/>
              <a:gd name="connsiteY5288" fmla="*/ 5518558 h 6382977"/>
              <a:gd name="connsiteX5289" fmla="*/ 2138347 w 6501199"/>
              <a:gd name="connsiteY5289" fmla="*/ 5554920 h 6382977"/>
              <a:gd name="connsiteX5290" fmla="*/ 2136187 w 6501199"/>
              <a:gd name="connsiteY5290" fmla="*/ 5586602 h 6382977"/>
              <a:gd name="connsiteX5291" fmla="*/ 2117827 w 6501199"/>
              <a:gd name="connsiteY5291" fmla="*/ 5577602 h 6382977"/>
              <a:gd name="connsiteX5292" fmla="*/ 2117827 w 6501199"/>
              <a:gd name="connsiteY5292" fmla="*/ 5559240 h 6382977"/>
              <a:gd name="connsiteX5293" fmla="*/ 2101987 w 6501199"/>
              <a:gd name="connsiteY5293" fmla="*/ 5563921 h 6382977"/>
              <a:gd name="connsiteX5294" fmla="*/ 2115667 w 6501199"/>
              <a:gd name="connsiteY5294" fmla="*/ 5579762 h 6382977"/>
              <a:gd name="connsiteX5295" fmla="*/ 2101987 w 6501199"/>
              <a:gd name="connsiteY5295" fmla="*/ 5604964 h 6382977"/>
              <a:gd name="connsiteX5296" fmla="*/ 2067787 w 6501199"/>
              <a:gd name="connsiteY5296" fmla="*/ 5550240 h 6382977"/>
              <a:gd name="connsiteX5297" fmla="*/ 2056627 w 6501199"/>
              <a:gd name="connsiteY5297" fmla="*/ 5613964 h 6382977"/>
              <a:gd name="connsiteX5298" fmla="*/ 2065627 w 6501199"/>
              <a:gd name="connsiteY5298" fmla="*/ 5632326 h 6382977"/>
              <a:gd name="connsiteX5299" fmla="*/ 2077147 w 6501199"/>
              <a:gd name="connsiteY5299" fmla="*/ 5629806 h 6382977"/>
              <a:gd name="connsiteX5300" fmla="*/ 2063467 w 6501199"/>
              <a:gd name="connsiteY5300" fmla="*/ 5732412 h 6382977"/>
              <a:gd name="connsiteX5301" fmla="*/ 2077147 w 6501199"/>
              <a:gd name="connsiteY5301" fmla="*/ 5736732 h 6382977"/>
              <a:gd name="connsiteX5302" fmla="*/ 2067787 w 6501199"/>
              <a:gd name="connsiteY5302" fmla="*/ 5757254 h 6382977"/>
              <a:gd name="connsiteX5303" fmla="*/ 2051947 w 6501199"/>
              <a:gd name="connsiteY5303" fmla="*/ 5743573 h 6382977"/>
              <a:gd name="connsiteX5304" fmla="*/ 2047267 w 6501199"/>
              <a:gd name="connsiteY5304" fmla="*/ 5784616 h 6382977"/>
              <a:gd name="connsiteX5305" fmla="*/ 2029267 w 6501199"/>
              <a:gd name="connsiteY5305" fmla="*/ 5793616 h 6382977"/>
              <a:gd name="connsiteX5306" fmla="*/ 2040427 w 6501199"/>
              <a:gd name="connsiteY5306" fmla="*/ 5800457 h 6382977"/>
              <a:gd name="connsiteX5307" fmla="*/ 2019907 w 6501199"/>
              <a:gd name="connsiteY5307" fmla="*/ 5809458 h 6382977"/>
              <a:gd name="connsiteX5308" fmla="*/ 2031427 w 6501199"/>
              <a:gd name="connsiteY5308" fmla="*/ 5825658 h 6382977"/>
              <a:gd name="connsiteX5309" fmla="*/ 1999746 w 6501199"/>
              <a:gd name="connsiteY5309" fmla="*/ 5827819 h 6382977"/>
              <a:gd name="connsiteX5310" fmla="*/ 1997226 w 6501199"/>
              <a:gd name="connsiteY5310" fmla="*/ 5855181 h 6382977"/>
              <a:gd name="connsiteX5311" fmla="*/ 1992906 w 6501199"/>
              <a:gd name="connsiteY5311" fmla="*/ 5850500 h 6382977"/>
              <a:gd name="connsiteX5312" fmla="*/ 1988226 w 6501199"/>
              <a:gd name="connsiteY5312" fmla="*/ 5850500 h 6382977"/>
              <a:gd name="connsiteX5313" fmla="*/ 1988226 w 6501199"/>
              <a:gd name="connsiteY5313" fmla="*/ 5832499 h 6382977"/>
              <a:gd name="connsiteX5314" fmla="*/ 1995066 w 6501199"/>
              <a:gd name="connsiteY5314" fmla="*/ 5877862 h 6382977"/>
              <a:gd name="connsiteX5315" fmla="*/ 1974546 w 6501199"/>
              <a:gd name="connsiteY5315" fmla="*/ 5889383 h 6382977"/>
              <a:gd name="connsiteX5316" fmla="*/ 1981386 w 6501199"/>
              <a:gd name="connsiteY5316" fmla="*/ 5903064 h 6382977"/>
              <a:gd name="connsiteX5317" fmla="*/ 1947186 w 6501199"/>
              <a:gd name="connsiteY5317" fmla="*/ 5898384 h 6382977"/>
              <a:gd name="connsiteX5318" fmla="*/ 1945026 w 6501199"/>
              <a:gd name="connsiteY5318" fmla="*/ 5868862 h 6382977"/>
              <a:gd name="connsiteX5319" fmla="*/ 1922346 w 6501199"/>
              <a:gd name="connsiteY5319" fmla="*/ 5871022 h 6382977"/>
              <a:gd name="connsiteX5320" fmla="*/ 1938186 w 6501199"/>
              <a:gd name="connsiteY5320" fmla="*/ 5916385 h 6382977"/>
              <a:gd name="connsiteX5321" fmla="*/ 1956546 w 6501199"/>
              <a:gd name="connsiteY5321" fmla="*/ 5936906 h 6382977"/>
              <a:gd name="connsiteX5322" fmla="*/ 1945026 w 6501199"/>
              <a:gd name="connsiteY5322" fmla="*/ 5918905 h 6382977"/>
              <a:gd name="connsiteX5323" fmla="*/ 1926666 w 6501199"/>
              <a:gd name="connsiteY5323" fmla="*/ 5932586 h 6382977"/>
              <a:gd name="connsiteX5324" fmla="*/ 1940346 w 6501199"/>
              <a:gd name="connsiteY5324" fmla="*/ 5943747 h 6382977"/>
              <a:gd name="connsiteX5325" fmla="*/ 1929186 w 6501199"/>
              <a:gd name="connsiteY5325" fmla="*/ 5946267 h 6382977"/>
              <a:gd name="connsiteX5326" fmla="*/ 1949706 w 6501199"/>
              <a:gd name="connsiteY5326" fmla="*/ 5962108 h 6382977"/>
              <a:gd name="connsiteX5327" fmla="*/ 1929186 w 6501199"/>
              <a:gd name="connsiteY5327" fmla="*/ 5971108 h 6382977"/>
              <a:gd name="connsiteX5328" fmla="*/ 1951866 w 6501199"/>
              <a:gd name="connsiteY5328" fmla="*/ 5986950 h 6382977"/>
              <a:gd name="connsiteX5329" fmla="*/ 1936026 w 6501199"/>
              <a:gd name="connsiteY5329" fmla="*/ 5982630 h 6382977"/>
              <a:gd name="connsiteX5330" fmla="*/ 1926666 w 6501199"/>
              <a:gd name="connsiteY5330" fmla="*/ 5991630 h 6382977"/>
              <a:gd name="connsiteX5331" fmla="*/ 1942866 w 6501199"/>
              <a:gd name="connsiteY5331" fmla="*/ 6032673 h 6382977"/>
              <a:gd name="connsiteX5332" fmla="*/ 1965546 w 6501199"/>
              <a:gd name="connsiteY5332" fmla="*/ 6036993 h 6382977"/>
              <a:gd name="connsiteX5333" fmla="*/ 1970226 w 6501199"/>
              <a:gd name="connsiteY5333" fmla="*/ 6048514 h 6382977"/>
              <a:gd name="connsiteX5334" fmla="*/ 1960866 w 6501199"/>
              <a:gd name="connsiteY5334" fmla="*/ 6066876 h 6382977"/>
              <a:gd name="connsiteX5335" fmla="*/ 1938186 w 6501199"/>
              <a:gd name="connsiteY5335" fmla="*/ 6021152 h 6382977"/>
              <a:gd name="connsiteX5336" fmla="*/ 1929186 w 6501199"/>
              <a:gd name="connsiteY5336" fmla="*/ 6021152 h 6382977"/>
              <a:gd name="connsiteX5337" fmla="*/ 1949706 w 6501199"/>
              <a:gd name="connsiteY5337" fmla="*/ 6132760 h 6382977"/>
              <a:gd name="connsiteX5338" fmla="*/ 1933506 w 6501199"/>
              <a:gd name="connsiteY5338" fmla="*/ 6146440 h 6382977"/>
              <a:gd name="connsiteX5339" fmla="*/ 1894986 w 6501199"/>
              <a:gd name="connsiteY5339" fmla="*/ 6089557 h 6382977"/>
              <a:gd name="connsiteX5340" fmla="*/ 1888145 w 6501199"/>
              <a:gd name="connsiteY5340" fmla="*/ 6091717 h 6382977"/>
              <a:gd name="connsiteX5341" fmla="*/ 1901826 w 6501199"/>
              <a:gd name="connsiteY5341" fmla="*/ 6178123 h 6382977"/>
              <a:gd name="connsiteX5342" fmla="*/ 1894986 w 6501199"/>
              <a:gd name="connsiteY5342" fmla="*/ 6253368 h 6382977"/>
              <a:gd name="connsiteX5343" fmla="*/ 1899666 w 6501199"/>
              <a:gd name="connsiteY5343" fmla="*/ 6264529 h 6382977"/>
              <a:gd name="connsiteX5344" fmla="*/ 1881305 w 6501199"/>
              <a:gd name="connsiteY5344" fmla="*/ 6260208 h 6382977"/>
              <a:gd name="connsiteX5345" fmla="*/ 1865465 w 6501199"/>
              <a:gd name="connsiteY5345" fmla="*/ 6278210 h 6382977"/>
              <a:gd name="connsiteX5346" fmla="*/ 1876625 w 6501199"/>
              <a:gd name="connsiteY5346" fmla="*/ 6287210 h 6382977"/>
              <a:gd name="connsiteX5347" fmla="*/ 1874465 w 6501199"/>
              <a:gd name="connsiteY5347" fmla="*/ 6278210 h 6382977"/>
              <a:gd name="connsiteX5348" fmla="*/ 1894986 w 6501199"/>
              <a:gd name="connsiteY5348" fmla="*/ 6310252 h 6382977"/>
              <a:gd name="connsiteX5349" fmla="*/ 1838105 w 6501199"/>
              <a:gd name="connsiteY5349" fmla="*/ 6367136 h 6382977"/>
              <a:gd name="connsiteX5350" fmla="*/ 1803905 w 6501199"/>
              <a:gd name="connsiteY5350" fmla="*/ 6382977 h 6382977"/>
              <a:gd name="connsiteX5351" fmla="*/ 1735864 w 6501199"/>
              <a:gd name="connsiteY5351" fmla="*/ 6294051 h 6382977"/>
              <a:gd name="connsiteX5352" fmla="*/ 1753864 w 6501199"/>
              <a:gd name="connsiteY5352" fmla="*/ 6303412 h 6382977"/>
              <a:gd name="connsiteX5353" fmla="*/ 1751704 w 6501199"/>
              <a:gd name="connsiteY5353" fmla="*/ 6262368 h 6382977"/>
              <a:gd name="connsiteX5354" fmla="*/ 1722184 w 6501199"/>
              <a:gd name="connsiteY5354" fmla="*/ 6162282 h 6382977"/>
              <a:gd name="connsiteX5355" fmla="*/ 1726504 w 6501199"/>
              <a:gd name="connsiteY5355" fmla="*/ 6073356 h 6382977"/>
              <a:gd name="connsiteX5356" fmla="*/ 1715344 w 6501199"/>
              <a:gd name="connsiteY5356" fmla="*/ 6098558 h 6382977"/>
              <a:gd name="connsiteX5357" fmla="*/ 1708504 w 6501199"/>
              <a:gd name="connsiteY5357" fmla="*/ 6046354 h 6382977"/>
              <a:gd name="connsiteX5358" fmla="*/ 1703824 w 6501199"/>
              <a:gd name="connsiteY5358" fmla="*/ 5991630 h 6382977"/>
              <a:gd name="connsiteX5359" fmla="*/ 1719664 w 6501199"/>
              <a:gd name="connsiteY5359" fmla="*/ 5984790 h 6382977"/>
              <a:gd name="connsiteX5360" fmla="*/ 1712824 w 6501199"/>
              <a:gd name="connsiteY5360" fmla="*/ 5946267 h 6382977"/>
              <a:gd name="connsiteX5361" fmla="*/ 1717504 w 6501199"/>
              <a:gd name="connsiteY5361" fmla="*/ 5962108 h 6382977"/>
              <a:gd name="connsiteX5362" fmla="*/ 1710664 w 6501199"/>
              <a:gd name="connsiteY5362" fmla="*/ 5934746 h 6382977"/>
              <a:gd name="connsiteX5363" fmla="*/ 1722184 w 6501199"/>
              <a:gd name="connsiteY5363" fmla="*/ 5845820 h 6382977"/>
              <a:gd name="connsiteX5364" fmla="*/ 1685823 w 6501199"/>
              <a:gd name="connsiteY5364" fmla="*/ 5789296 h 6382977"/>
              <a:gd name="connsiteX5365" fmla="*/ 1651623 w 6501199"/>
              <a:gd name="connsiteY5365" fmla="*/ 5793616 h 6382977"/>
              <a:gd name="connsiteX5366" fmla="*/ 1658463 w 6501199"/>
              <a:gd name="connsiteY5366" fmla="*/ 5809458 h 6382977"/>
              <a:gd name="connsiteX5367" fmla="*/ 1681143 w 6501199"/>
              <a:gd name="connsiteY5367" fmla="*/ 5811978 h 6382977"/>
              <a:gd name="connsiteX5368" fmla="*/ 1674303 w 6501199"/>
              <a:gd name="connsiteY5368" fmla="*/ 5859501 h 6382977"/>
              <a:gd name="connsiteX5369" fmla="*/ 1658463 w 6501199"/>
              <a:gd name="connsiteY5369" fmla="*/ 5864182 h 6382977"/>
              <a:gd name="connsiteX5370" fmla="*/ 1665303 w 6501199"/>
              <a:gd name="connsiteY5370" fmla="*/ 5884703 h 6382977"/>
              <a:gd name="connsiteX5371" fmla="*/ 1674303 w 6501199"/>
              <a:gd name="connsiteY5371" fmla="*/ 5884703 h 6382977"/>
              <a:gd name="connsiteX5372" fmla="*/ 1662783 w 6501199"/>
              <a:gd name="connsiteY5372" fmla="*/ 5896224 h 6382977"/>
              <a:gd name="connsiteX5373" fmla="*/ 1633263 w 6501199"/>
              <a:gd name="connsiteY5373" fmla="*/ 5864182 h 6382977"/>
              <a:gd name="connsiteX5374" fmla="*/ 1642623 w 6501199"/>
              <a:gd name="connsiteY5374" fmla="*/ 5916385 h 6382977"/>
              <a:gd name="connsiteX5375" fmla="*/ 1622103 w 6501199"/>
              <a:gd name="connsiteY5375" fmla="*/ 5916385 h 6382977"/>
              <a:gd name="connsiteX5376" fmla="*/ 1612743 w 6501199"/>
              <a:gd name="connsiteY5376" fmla="*/ 5955268 h 6382977"/>
              <a:gd name="connsiteX5377" fmla="*/ 1594743 w 6501199"/>
              <a:gd name="connsiteY5377" fmla="*/ 5946267 h 6382977"/>
              <a:gd name="connsiteX5378" fmla="*/ 1581063 w 6501199"/>
              <a:gd name="connsiteY5378" fmla="*/ 5975789 h 6382977"/>
              <a:gd name="connsiteX5379" fmla="*/ 1590063 w 6501199"/>
              <a:gd name="connsiteY5379" fmla="*/ 5980110 h 6382977"/>
              <a:gd name="connsiteX5380" fmla="*/ 1572063 w 6501199"/>
              <a:gd name="connsiteY5380" fmla="*/ 6021152 h 6382977"/>
              <a:gd name="connsiteX5381" fmla="*/ 1542182 w 6501199"/>
              <a:gd name="connsiteY5381" fmla="*/ 6055354 h 6382977"/>
              <a:gd name="connsiteX5382" fmla="*/ 1519502 w 6501199"/>
              <a:gd name="connsiteY5382" fmla="*/ 5877862 h 6382977"/>
              <a:gd name="connsiteX5383" fmla="*/ 1512662 w 6501199"/>
              <a:gd name="connsiteY5383" fmla="*/ 5820978 h 6382977"/>
              <a:gd name="connsiteX5384" fmla="*/ 1503662 w 6501199"/>
              <a:gd name="connsiteY5384" fmla="*/ 5766254 h 6382977"/>
              <a:gd name="connsiteX5385" fmla="*/ 1515182 w 6501199"/>
              <a:gd name="connsiteY5385" fmla="*/ 5811978 h 6382977"/>
              <a:gd name="connsiteX5386" fmla="*/ 1501502 w 6501199"/>
              <a:gd name="connsiteY5386" fmla="*/ 5739253 h 6382977"/>
              <a:gd name="connsiteX5387" fmla="*/ 1487822 w 6501199"/>
              <a:gd name="connsiteY5387" fmla="*/ 5716211 h 6382977"/>
              <a:gd name="connsiteX5388" fmla="*/ 1512662 w 6501199"/>
              <a:gd name="connsiteY5388" fmla="*/ 5741413 h 6382977"/>
              <a:gd name="connsiteX5389" fmla="*/ 1478822 w 6501199"/>
              <a:gd name="connsiteY5389" fmla="*/ 5693530 h 6382977"/>
              <a:gd name="connsiteX5390" fmla="*/ 1494662 w 6501199"/>
              <a:gd name="connsiteY5390" fmla="*/ 5686689 h 6382977"/>
              <a:gd name="connsiteX5391" fmla="*/ 1501502 w 6501199"/>
              <a:gd name="connsiteY5391" fmla="*/ 5664008 h 6382977"/>
              <a:gd name="connsiteX5392" fmla="*/ 1498982 w 6501199"/>
              <a:gd name="connsiteY5392" fmla="*/ 5657167 h 6382977"/>
              <a:gd name="connsiteX5393" fmla="*/ 1474142 w 6501199"/>
              <a:gd name="connsiteY5393" fmla="*/ 5643486 h 6382977"/>
              <a:gd name="connsiteX5394" fmla="*/ 1471982 w 6501199"/>
              <a:gd name="connsiteY5394" fmla="*/ 5652487 h 6382977"/>
              <a:gd name="connsiteX5395" fmla="*/ 1487822 w 6501199"/>
              <a:gd name="connsiteY5395" fmla="*/ 5664008 h 6382977"/>
              <a:gd name="connsiteX5396" fmla="*/ 1485662 w 6501199"/>
              <a:gd name="connsiteY5396" fmla="*/ 5682369 h 6382977"/>
              <a:gd name="connsiteX5397" fmla="*/ 1471982 w 6501199"/>
              <a:gd name="connsiteY5397" fmla="*/ 5657167 h 6382977"/>
              <a:gd name="connsiteX5398" fmla="*/ 1453622 w 6501199"/>
              <a:gd name="connsiteY5398" fmla="*/ 5673008 h 6382977"/>
              <a:gd name="connsiteX5399" fmla="*/ 1428422 w 6501199"/>
              <a:gd name="connsiteY5399" fmla="*/ 5659328 h 6382977"/>
              <a:gd name="connsiteX5400" fmla="*/ 1451462 w 6501199"/>
              <a:gd name="connsiteY5400" fmla="*/ 5714051 h 6382977"/>
              <a:gd name="connsiteX5401" fmla="*/ 1455782 w 6501199"/>
              <a:gd name="connsiteY5401" fmla="*/ 5736732 h 6382977"/>
              <a:gd name="connsiteX5402" fmla="*/ 1469462 w 6501199"/>
              <a:gd name="connsiteY5402" fmla="*/ 5734572 h 6382977"/>
              <a:gd name="connsiteX5403" fmla="*/ 1460462 w 6501199"/>
              <a:gd name="connsiteY5403" fmla="*/ 5752574 h 6382977"/>
              <a:gd name="connsiteX5404" fmla="*/ 1469462 w 6501199"/>
              <a:gd name="connsiteY5404" fmla="*/ 5957428 h 6382977"/>
              <a:gd name="connsiteX5405" fmla="*/ 1439942 w 6501199"/>
              <a:gd name="connsiteY5405" fmla="*/ 5914225 h 6382977"/>
              <a:gd name="connsiteX5406" fmla="*/ 1437782 w 6501199"/>
              <a:gd name="connsiteY5406" fmla="*/ 5962108 h 6382977"/>
              <a:gd name="connsiteX5407" fmla="*/ 1419421 w 6501199"/>
              <a:gd name="connsiteY5407" fmla="*/ 5975789 h 6382977"/>
              <a:gd name="connsiteX5408" fmla="*/ 1426261 w 6501199"/>
              <a:gd name="connsiteY5408" fmla="*/ 6014312 h 6382977"/>
              <a:gd name="connsiteX5409" fmla="*/ 1415101 w 6501199"/>
              <a:gd name="connsiteY5409" fmla="*/ 6036993 h 6382977"/>
              <a:gd name="connsiteX5410" fmla="*/ 1408261 w 6501199"/>
              <a:gd name="connsiteY5410" fmla="*/ 6016472 h 6382977"/>
              <a:gd name="connsiteX5411" fmla="*/ 1387741 w 6501199"/>
              <a:gd name="connsiteY5411" fmla="*/ 6027992 h 6382977"/>
              <a:gd name="connsiteX5412" fmla="*/ 1337701 w 6501199"/>
              <a:gd name="connsiteY5412" fmla="*/ 5934746 h 6382977"/>
              <a:gd name="connsiteX5413" fmla="*/ 1312501 w 6501199"/>
              <a:gd name="connsiteY5413" fmla="*/ 5839340 h 6382977"/>
              <a:gd name="connsiteX5414" fmla="*/ 1287660 w 6501199"/>
              <a:gd name="connsiteY5414" fmla="*/ 5720892 h 6382977"/>
              <a:gd name="connsiteX5415" fmla="*/ 1269300 w 6501199"/>
              <a:gd name="connsiteY5415" fmla="*/ 5622965 h 6382977"/>
              <a:gd name="connsiteX5416" fmla="*/ 1280820 w 6501199"/>
              <a:gd name="connsiteY5416" fmla="*/ 5622965 h 6382977"/>
              <a:gd name="connsiteX5417" fmla="*/ 1264620 w 6501199"/>
              <a:gd name="connsiteY5417" fmla="*/ 5588762 h 6382977"/>
              <a:gd name="connsiteX5418" fmla="*/ 1282980 w 6501199"/>
              <a:gd name="connsiteY5418" fmla="*/ 5577602 h 6382977"/>
              <a:gd name="connsiteX5419" fmla="*/ 1228260 w 6501199"/>
              <a:gd name="connsiteY5419" fmla="*/ 5459154 h 6382977"/>
              <a:gd name="connsiteX5420" fmla="*/ 1217100 w 6501199"/>
              <a:gd name="connsiteY5420" fmla="*/ 5422791 h 6382977"/>
              <a:gd name="connsiteX5421" fmla="*/ 1251300 w 6501199"/>
              <a:gd name="connsiteY5421" fmla="*/ 5300022 h 6382977"/>
              <a:gd name="connsiteX5422" fmla="*/ 1246620 w 6501199"/>
              <a:gd name="connsiteY5422" fmla="*/ 5313704 h 6382977"/>
              <a:gd name="connsiteX5423" fmla="*/ 1223940 w 6501199"/>
              <a:gd name="connsiteY5423" fmla="*/ 5295342 h 6382977"/>
              <a:gd name="connsiteX5424" fmla="*/ 1221780 w 6501199"/>
              <a:gd name="connsiteY5424" fmla="*/ 5272661 h 6382977"/>
              <a:gd name="connsiteX5425" fmla="*/ 1237620 w 6501199"/>
              <a:gd name="connsiteY5425" fmla="*/ 5249979 h 6382977"/>
              <a:gd name="connsiteX5426" fmla="*/ 1214940 w 6501199"/>
              <a:gd name="connsiteY5426" fmla="*/ 5236298 h 6382977"/>
              <a:gd name="connsiteX5427" fmla="*/ 1241940 w 6501199"/>
              <a:gd name="connsiteY5427" fmla="*/ 5081488 h 6382977"/>
              <a:gd name="connsiteX5428" fmla="*/ 1241940 w 6501199"/>
              <a:gd name="connsiteY5428" fmla="*/ 5040805 h 6382977"/>
              <a:gd name="connsiteX5429" fmla="*/ 1200900 w 6501199"/>
              <a:gd name="connsiteY5429" fmla="*/ 4999762 h 6382977"/>
              <a:gd name="connsiteX5430" fmla="*/ 1230780 w 6501199"/>
              <a:gd name="connsiteY5430" fmla="*/ 4801748 h 6382977"/>
              <a:gd name="connsiteX5431" fmla="*/ 1223940 w 6501199"/>
              <a:gd name="connsiteY5431" fmla="*/ 4724343 h 6382977"/>
              <a:gd name="connsiteX5432" fmla="*/ 1228260 w 6501199"/>
              <a:gd name="connsiteY5432" fmla="*/ 4603735 h 6382977"/>
              <a:gd name="connsiteX5433" fmla="*/ 1214940 w 6501199"/>
              <a:gd name="connsiteY5433" fmla="*/ 4517329 h 6382977"/>
              <a:gd name="connsiteX5434" fmla="*/ 1232940 w 6501199"/>
              <a:gd name="connsiteY5434" fmla="*/ 4508328 h 6382977"/>
              <a:gd name="connsiteX5435" fmla="*/ 1221780 w 6501199"/>
              <a:gd name="connsiteY5435" fmla="*/ 4451444 h 6382977"/>
              <a:gd name="connsiteX5436" fmla="*/ 1230780 w 6501199"/>
              <a:gd name="connsiteY5436" fmla="*/ 4462605 h 6382977"/>
              <a:gd name="connsiteX5437" fmla="*/ 1244460 w 6501199"/>
              <a:gd name="connsiteY5437" fmla="*/ 4353518 h 6382977"/>
              <a:gd name="connsiteX5438" fmla="*/ 1232940 w 6501199"/>
              <a:gd name="connsiteY5438" fmla="*/ 4401401 h 6382977"/>
              <a:gd name="connsiteX5439" fmla="*/ 1246620 w 6501199"/>
              <a:gd name="connsiteY5439" fmla="*/ 4451444 h 6382977"/>
              <a:gd name="connsiteX5440" fmla="*/ 1260300 w 6501199"/>
              <a:gd name="connsiteY5440" fmla="*/ 4439924 h 6382977"/>
              <a:gd name="connsiteX5441" fmla="*/ 1264620 w 6501199"/>
              <a:gd name="connsiteY5441" fmla="*/ 4474126 h 6382977"/>
              <a:gd name="connsiteX5442" fmla="*/ 1255620 w 6501199"/>
              <a:gd name="connsiteY5442" fmla="*/ 4417242 h 6382977"/>
              <a:gd name="connsiteX5443" fmla="*/ 1277625 w 6501199"/>
              <a:gd name="connsiteY5443" fmla="*/ 4353608 h 6382977"/>
              <a:gd name="connsiteX5444" fmla="*/ 1279209 w 6501199"/>
              <a:gd name="connsiteY5444" fmla="*/ 4326402 h 6382977"/>
              <a:gd name="connsiteX5445" fmla="*/ 1278808 w 6501199"/>
              <a:gd name="connsiteY5445" fmla="*/ 4325916 h 6382977"/>
              <a:gd name="connsiteX5446" fmla="*/ 1279351 w 6501199"/>
              <a:gd name="connsiteY5446" fmla="*/ 4323970 h 6382977"/>
              <a:gd name="connsiteX5447" fmla="*/ 1279768 w 6501199"/>
              <a:gd name="connsiteY5447" fmla="*/ 4316795 h 6382977"/>
              <a:gd name="connsiteX5448" fmla="*/ 1292062 w 6501199"/>
              <a:gd name="connsiteY5448" fmla="*/ 4288555 h 6382977"/>
              <a:gd name="connsiteX5449" fmla="*/ 1258586 w 6501199"/>
              <a:gd name="connsiteY5449" fmla="*/ 4280447 h 6382977"/>
              <a:gd name="connsiteX5450" fmla="*/ 1259615 w 6501199"/>
              <a:gd name="connsiteY5450" fmla="*/ 4290503 h 6382977"/>
              <a:gd name="connsiteX5451" fmla="*/ 1257799 w 6501199"/>
              <a:gd name="connsiteY5451" fmla="*/ 4299596 h 6382977"/>
              <a:gd name="connsiteX5452" fmla="*/ 1268893 w 6501199"/>
              <a:gd name="connsiteY5452" fmla="*/ 4298792 h 6382977"/>
              <a:gd name="connsiteX5453" fmla="*/ 1273565 w 6501199"/>
              <a:gd name="connsiteY5453" fmla="*/ 4336696 h 6382977"/>
              <a:gd name="connsiteX5454" fmla="*/ 1253617 w 6501199"/>
              <a:gd name="connsiteY5454" fmla="*/ 4333109 h 6382977"/>
              <a:gd name="connsiteX5455" fmla="*/ 1248532 w 6501199"/>
              <a:gd name="connsiteY5455" fmla="*/ 4333430 h 6382977"/>
              <a:gd name="connsiteX5456" fmla="*/ 1245961 w 6501199"/>
              <a:gd name="connsiteY5456" fmla="*/ 4347812 h 6382977"/>
              <a:gd name="connsiteX5457" fmla="*/ 1241667 w 6501199"/>
              <a:gd name="connsiteY5457" fmla="*/ 4333862 h 6382977"/>
              <a:gd name="connsiteX5458" fmla="*/ 1230433 w 6501199"/>
              <a:gd name="connsiteY5458" fmla="*/ 4334570 h 6382977"/>
              <a:gd name="connsiteX5459" fmla="*/ 1216775 w 6501199"/>
              <a:gd name="connsiteY5459" fmla="*/ 4294187 h 6382977"/>
              <a:gd name="connsiteX5460" fmla="*/ 1244092 w 6501199"/>
              <a:gd name="connsiteY5460" fmla="*/ 4318984 h 6382977"/>
              <a:gd name="connsiteX5461" fmla="*/ 1254589 w 6501199"/>
              <a:gd name="connsiteY5461" fmla="*/ 4314135 h 6382977"/>
              <a:gd name="connsiteX5462" fmla="*/ 1255340 w 6501199"/>
              <a:gd name="connsiteY5462" fmla="*/ 4307951 h 6382977"/>
              <a:gd name="connsiteX5463" fmla="*/ 1244679 w 6501199"/>
              <a:gd name="connsiteY5463" fmla="*/ 4316055 h 6382977"/>
              <a:gd name="connsiteX5464" fmla="*/ 1255769 w 6501199"/>
              <a:gd name="connsiteY5464" fmla="*/ 4252912 h 6382977"/>
              <a:gd name="connsiteX5465" fmla="*/ 1258253 w 6501199"/>
              <a:gd name="connsiteY5465" fmla="*/ 4277187 h 6382977"/>
              <a:gd name="connsiteX5466" fmla="*/ 1260843 w 6501199"/>
              <a:gd name="connsiteY5466" fmla="*/ 4258437 h 6382977"/>
              <a:gd name="connsiteX5467" fmla="*/ 1268990 w 6501199"/>
              <a:gd name="connsiteY5467" fmla="*/ 4241742 h 6382977"/>
              <a:gd name="connsiteX5468" fmla="*/ 1266830 w 6501199"/>
              <a:gd name="connsiteY5468" fmla="*/ 4232381 h 6382977"/>
              <a:gd name="connsiteX5469" fmla="*/ 1259988 w 6501199"/>
              <a:gd name="connsiteY5469" fmla="*/ 4241742 h 6382977"/>
              <a:gd name="connsiteX5470" fmla="*/ 1273671 w 6501199"/>
              <a:gd name="connsiteY5470" fmla="*/ 4221220 h 6382977"/>
              <a:gd name="connsiteX5471" fmla="*/ 1200578 w 6501199"/>
              <a:gd name="connsiteY5471" fmla="*/ 4214380 h 6382977"/>
              <a:gd name="connsiteX5472" fmla="*/ 1198417 w 6501199"/>
              <a:gd name="connsiteY5472" fmla="*/ 4252902 h 6382977"/>
              <a:gd name="connsiteX5473" fmla="*/ 1070954 w 6501199"/>
              <a:gd name="connsiteY5473" fmla="*/ 4196019 h 6382977"/>
              <a:gd name="connsiteX5474" fmla="*/ 1075635 w 6501199"/>
              <a:gd name="connsiteY5474" fmla="*/ 4237061 h 6382977"/>
              <a:gd name="connsiteX5475" fmla="*/ 1037108 w 6501199"/>
              <a:gd name="connsiteY5475" fmla="*/ 4266583 h 6382977"/>
              <a:gd name="connsiteX5476" fmla="*/ 996061 w 6501199"/>
              <a:gd name="connsiteY5476" fmla="*/ 4264422 h 6382977"/>
              <a:gd name="connsiteX5477" fmla="*/ 948172 w 6501199"/>
              <a:gd name="connsiteY5477" fmla="*/ 4207540 h 6382977"/>
              <a:gd name="connsiteX5478" fmla="*/ 966535 w 6501199"/>
              <a:gd name="connsiteY5478" fmla="*/ 4191699 h 6382977"/>
              <a:gd name="connsiteX5479" fmla="*/ 966535 w 6501199"/>
              <a:gd name="connsiteY5479" fmla="*/ 4139137 h 6382977"/>
              <a:gd name="connsiteX5480" fmla="*/ 950332 w 6501199"/>
              <a:gd name="connsiteY5480" fmla="*/ 4102775 h 6382977"/>
              <a:gd name="connsiteX5481" fmla="*/ 886961 w 6501199"/>
              <a:gd name="connsiteY5481" fmla="*/ 4139137 h 6382977"/>
              <a:gd name="connsiteX5482" fmla="*/ 884440 w 6501199"/>
              <a:gd name="connsiteY5482" fmla="*/ 4143817 h 6382977"/>
              <a:gd name="connsiteX5483" fmla="*/ 900283 w 6501199"/>
              <a:gd name="connsiteY5483" fmla="*/ 4145977 h 6382977"/>
              <a:gd name="connsiteX5484" fmla="*/ 893442 w 6501199"/>
              <a:gd name="connsiteY5484" fmla="*/ 4157498 h 6382977"/>
              <a:gd name="connsiteX5485" fmla="*/ 930169 w 6501199"/>
              <a:gd name="connsiteY5485" fmla="*/ 4182339 h 6382977"/>
              <a:gd name="connsiteX5486" fmla="*/ 913966 w 6501199"/>
              <a:gd name="connsiteY5486" fmla="*/ 4216540 h 6382977"/>
              <a:gd name="connsiteX5487" fmla="*/ 870758 w 6501199"/>
              <a:gd name="connsiteY5487" fmla="*/ 4191699 h 6382977"/>
              <a:gd name="connsiteX5488" fmla="*/ 859596 w 6501199"/>
              <a:gd name="connsiteY5488" fmla="*/ 4164338 h 6382977"/>
              <a:gd name="connsiteX5489" fmla="*/ 875439 w 6501199"/>
              <a:gd name="connsiteY5489" fmla="*/ 4139137 h 6382977"/>
              <a:gd name="connsiteX5490" fmla="*/ 845913 w 6501199"/>
              <a:gd name="connsiteY5490" fmla="*/ 4123296 h 6382977"/>
              <a:gd name="connsiteX5491" fmla="*/ 884440 w 6501199"/>
              <a:gd name="connsiteY5491" fmla="*/ 4123296 h 6382977"/>
              <a:gd name="connsiteX5492" fmla="*/ 902804 w 6501199"/>
              <a:gd name="connsiteY5492" fmla="*/ 4107455 h 6382977"/>
              <a:gd name="connsiteX5493" fmla="*/ 832231 w 6501199"/>
              <a:gd name="connsiteY5493" fmla="*/ 4036892 h 6382977"/>
              <a:gd name="connsiteX5494" fmla="*/ 816388 w 6501199"/>
              <a:gd name="connsiteY5494" fmla="*/ 4061733 h 6382977"/>
              <a:gd name="connsiteX5495" fmla="*/ 827550 w 6501199"/>
              <a:gd name="connsiteY5495" fmla="*/ 4059573 h 6382977"/>
              <a:gd name="connsiteX5496" fmla="*/ 829710 w 6501199"/>
              <a:gd name="connsiteY5496" fmla="*/ 4073254 h 6382977"/>
              <a:gd name="connsiteX5497" fmla="*/ 807026 w 6501199"/>
              <a:gd name="connsiteY5497" fmla="*/ 4084774 h 6382977"/>
              <a:gd name="connsiteX5498" fmla="*/ 756977 w 6501199"/>
              <a:gd name="connsiteY5498" fmla="*/ 4066413 h 6382977"/>
              <a:gd name="connsiteX5499" fmla="*/ 725291 w 6501199"/>
              <a:gd name="connsiteY5499" fmla="*/ 4041572 h 6382977"/>
              <a:gd name="connsiteX5500" fmla="*/ 706928 w 6501199"/>
              <a:gd name="connsiteY5500" fmla="*/ 3993690 h 6382977"/>
              <a:gd name="connsiteX5501" fmla="*/ 679563 w 6501199"/>
              <a:gd name="connsiteY5501" fmla="*/ 3991530 h 6382977"/>
              <a:gd name="connsiteX5502" fmla="*/ 679563 w 6501199"/>
              <a:gd name="connsiteY5502" fmla="*/ 3945808 h 6382977"/>
              <a:gd name="connsiteX5503" fmla="*/ 711609 w 6501199"/>
              <a:gd name="connsiteY5503" fmla="*/ 3945808 h 6382977"/>
              <a:gd name="connsiteX5504" fmla="*/ 711609 w 6501199"/>
              <a:gd name="connsiteY5504" fmla="*/ 3968488 h 6382977"/>
              <a:gd name="connsiteX5505" fmla="*/ 727452 w 6501199"/>
              <a:gd name="connsiteY5505" fmla="*/ 3968488 h 6382977"/>
              <a:gd name="connsiteX5506" fmla="*/ 743295 w 6501199"/>
              <a:gd name="connsiteY5506" fmla="*/ 3947968 h 6382977"/>
              <a:gd name="connsiteX5507" fmla="*/ 727452 w 6501199"/>
              <a:gd name="connsiteY5507" fmla="*/ 3945808 h 6382977"/>
              <a:gd name="connsiteX5508" fmla="*/ 723131 w 6501199"/>
              <a:gd name="connsiteY5508" fmla="*/ 3909446 h 6382977"/>
              <a:gd name="connsiteX5509" fmla="*/ 701617 w 6501199"/>
              <a:gd name="connsiteY5509" fmla="*/ 3907826 h 6382977"/>
              <a:gd name="connsiteX5510" fmla="*/ 699646 w 6501199"/>
              <a:gd name="connsiteY5510" fmla="*/ 3901458 h 6382977"/>
              <a:gd name="connsiteX5511" fmla="*/ 687943 w 6501199"/>
              <a:gd name="connsiteY5511" fmla="*/ 3904240 h 6382977"/>
              <a:gd name="connsiteX5512" fmla="*/ 687035 w 6501199"/>
              <a:gd name="connsiteY5512" fmla="*/ 3912866 h 6382977"/>
              <a:gd name="connsiteX5513" fmla="*/ 682084 w 6501199"/>
              <a:gd name="connsiteY5513" fmla="*/ 3936807 h 6382977"/>
              <a:gd name="connsiteX5514" fmla="*/ 671023 w 6501199"/>
              <a:gd name="connsiteY5514" fmla="*/ 3913434 h 6382977"/>
              <a:gd name="connsiteX5515" fmla="*/ 671571 w 6501199"/>
              <a:gd name="connsiteY5515" fmla="*/ 3908131 h 6382977"/>
              <a:gd name="connsiteX5516" fmla="*/ 655291 w 6501199"/>
              <a:gd name="connsiteY5516" fmla="*/ 3912000 h 6382977"/>
              <a:gd name="connsiteX5517" fmla="*/ 659971 w 6501199"/>
              <a:gd name="connsiteY5517" fmla="*/ 3923518 h 6382977"/>
              <a:gd name="connsiteX5518" fmla="*/ 586883 w 6501199"/>
              <a:gd name="connsiteY5518" fmla="*/ 3939356 h 6382977"/>
              <a:gd name="connsiteX5519" fmla="*/ 529997 w 6501199"/>
              <a:gd name="connsiteY5519" fmla="*/ 3994068 h 6382977"/>
              <a:gd name="connsiteX5520" fmla="*/ 568882 w 6501199"/>
              <a:gd name="connsiteY5520" fmla="*/ 3909840 h 6382977"/>
              <a:gd name="connsiteX5521" fmla="*/ 562041 w 6501199"/>
              <a:gd name="connsiteY5521" fmla="*/ 3898322 h 6382977"/>
              <a:gd name="connsiteX5522" fmla="*/ 541519 w 6501199"/>
              <a:gd name="connsiteY5522" fmla="*/ 3889324 h 6382977"/>
              <a:gd name="connsiteX5523" fmla="*/ 507315 w 6501199"/>
              <a:gd name="connsiteY5523" fmla="*/ 3896162 h 6382977"/>
              <a:gd name="connsiteX5524" fmla="*/ 493634 w 6501199"/>
              <a:gd name="connsiteY5524" fmla="*/ 3914520 h 6382977"/>
              <a:gd name="connsiteX5525" fmla="*/ 500474 w 6501199"/>
              <a:gd name="connsiteY5525" fmla="*/ 3939356 h 6382977"/>
              <a:gd name="connsiteX5526" fmla="*/ 484633 w 6501199"/>
              <a:gd name="connsiteY5526" fmla="*/ 3937196 h 6382977"/>
              <a:gd name="connsiteX5527" fmla="*/ 391383 w 6501199"/>
              <a:gd name="connsiteY5527" fmla="*/ 3996228 h 6382977"/>
              <a:gd name="connsiteX5528" fmla="*/ 384542 w 6501199"/>
              <a:gd name="connsiteY5528" fmla="*/ 4014585 h 6382977"/>
              <a:gd name="connsiteX5529" fmla="*/ 434587 w 6501199"/>
              <a:gd name="connsiteY5529" fmla="*/ 3934677 h 6382977"/>
              <a:gd name="connsiteX5530" fmla="*/ 405064 w 6501199"/>
              <a:gd name="connsiteY5530" fmla="*/ 3925678 h 6382977"/>
              <a:gd name="connsiteX5531" fmla="*/ 407224 w 6501199"/>
              <a:gd name="connsiteY5531" fmla="*/ 3909840 h 6382977"/>
              <a:gd name="connsiteX5532" fmla="*/ 425586 w 6501199"/>
              <a:gd name="connsiteY5532" fmla="*/ 3894003 h 6382977"/>
              <a:gd name="connsiteX5533" fmla="*/ 423066 w 6501199"/>
              <a:gd name="connsiteY5533" fmla="*/ 3907681 h 6382977"/>
              <a:gd name="connsiteX5534" fmla="*/ 438908 w 6501199"/>
              <a:gd name="connsiteY5534" fmla="*/ 3882484 h 6382977"/>
              <a:gd name="connsiteX5535" fmla="*/ 507315 w 6501199"/>
              <a:gd name="connsiteY5535" fmla="*/ 3871326 h 6382977"/>
              <a:gd name="connsiteX5536" fmla="*/ 520996 w 6501199"/>
              <a:gd name="connsiteY5536" fmla="*/ 3885004 h 6382977"/>
              <a:gd name="connsiteX5537" fmla="*/ 511996 w 6501199"/>
              <a:gd name="connsiteY5537" fmla="*/ 3855128 h 6382977"/>
              <a:gd name="connsiteX5538" fmla="*/ 553040 w 6501199"/>
              <a:gd name="connsiteY5538" fmla="*/ 3816614 h 6382977"/>
              <a:gd name="connsiteX5539" fmla="*/ 609566 w 6501199"/>
              <a:gd name="connsiteY5539" fmla="*/ 3832452 h 6382977"/>
              <a:gd name="connsiteX5540" fmla="*/ 639449 w 6501199"/>
              <a:gd name="connsiteY5540" fmla="*/ 3800776 h 6382977"/>
              <a:gd name="connsiteX5541" fmla="*/ 666761 w 6501199"/>
              <a:gd name="connsiteY5541" fmla="*/ 3791963 h 6382977"/>
              <a:gd name="connsiteX5542" fmla="*/ 680352 w 6501199"/>
              <a:gd name="connsiteY5542" fmla="*/ 3776584 h 6382977"/>
              <a:gd name="connsiteX5543" fmla="*/ 670111 w 6501199"/>
              <a:gd name="connsiteY5543" fmla="*/ 3744558 h 6382977"/>
              <a:gd name="connsiteX5544" fmla="*/ 700087 w 6501199"/>
              <a:gd name="connsiteY5544" fmla="*/ 3595511 h 6382977"/>
              <a:gd name="connsiteX5545" fmla="*/ 682084 w 6501199"/>
              <a:gd name="connsiteY5545" fmla="*/ 3607031 h 6382977"/>
              <a:gd name="connsiteX5546" fmla="*/ 688925 w 6501199"/>
              <a:gd name="connsiteY5546" fmla="*/ 3515947 h 6382977"/>
              <a:gd name="connsiteX5547" fmla="*/ 711609 w 6501199"/>
              <a:gd name="connsiteY5547" fmla="*/ 3524947 h 6382977"/>
              <a:gd name="connsiteX5548" fmla="*/ 713769 w 6501199"/>
              <a:gd name="connsiteY5548" fmla="*/ 3515947 h 6382977"/>
              <a:gd name="connsiteX5549" fmla="*/ 693246 w 6501199"/>
              <a:gd name="connsiteY5549" fmla="*/ 3511267 h 6382977"/>
              <a:gd name="connsiteX5550" fmla="*/ 725291 w 6501199"/>
              <a:gd name="connsiteY5550" fmla="*/ 3497586 h 6382977"/>
              <a:gd name="connsiteX5551" fmla="*/ 720763 w 6501199"/>
              <a:gd name="connsiteY5551" fmla="*/ 3489367 h 6382977"/>
              <a:gd name="connsiteX5552" fmla="*/ 715509 w 6501199"/>
              <a:gd name="connsiteY5552" fmla="*/ 3488147 h 6382977"/>
              <a:gd name="connsiteX5553" fmla="*/ 698495 w 6501199"/>
              <a:gd name="connsiteY5553" fmla="*/ 3498060 h 6382977"/>
              <a:gd name="connsiteX5554" fmla="*/ 466631 w 6501199"/>
              <a:gd name="connsiteY5554" fmla="*/ 3525416 h 6382977"/>
              <a:gd name="connsiteX5555" fmla="*/ 457270 w 6501199"/>
              <a:gd name="connsiteY5555" fmla="*/ 3536935 h 6382977"/>
              <a:gd name="connsiteX5556" fmla="*/ 436748 w 6501199"/>
              <a:gd name="connsiteY5556" fmla="*/ 3520737 h 6382977"/>
              <a:gd name="connsiteX5557" fmla="*/ 425586 w 6501199"/>
              <a:gd name="connsiteY5557" fmla="*/ 3530096 h 6382977"/>
              <a:gd name="connsiteX5558" fmla="*/ 355019 w 6501199"/>
              <a:gd name="connsiteY5558" fmla="*/ 3513898 h 6382977"/>
              <a:gd name="connsiteX5559" fmla="*/ 352499 w 6501199"/>
              <a:gd name="connsiteY5559" fmla="*/ 3500580 h 6382977"/>
              <a:gd name="connsiteX5560" fmla="*/ 270770 w 6501199"/>
              <a:gd name="connsiteY5560" fmla="*/ 3486902 h 6382977"/>
              <a:gd name="connsiteX5561" fmla="*/ 220725 w 6501199"/>
              <a:gd name="connsiteY5561" fmla="*/ 3302609 h 6382977"/>
              <a:gd name="connsiteX5562" fmla="*/ 261769 w 6501199"/>
              <a:gd name="connsiteY5562" fmla="*/ 3284251 h 6382977"/>
              <a:gd name="connsiteX5563" fmla="*/ 318655 w 6501199"/>
              <a:gd name="connsiteY5563" fmla="*/ 3406993 h 6382977"/>
              <a:gd name="connsiteX5564" fmla="*/ 341337 w 6501199"/>
              <a:gd name="connsiteY5564" fmla="*/ 3400514 h 6382977"/>
              <a:gd name="connsiteX5565" fmla="*/ 332337 w 6501199"/>
              <a:gd name="connsiteY5565" fmla="*/ 3388996 h 6382977"/>
              <a:gd name="connsiteX5566" fmla="*/ 357179 w 6501199"/>
              <a:gd name="connsiteY5566" fmla="*/ 3313767 h 6382977"/>
              <a:gd name="connsiteX5567" fmla="*/ 377701 w 6501199"/>
              <a:gd name="connsiteY5567" fmla="*/ 3300449 h 6382977"/>
              <a:gd name="connsiteX5568" fmla="*/ 386702 w 6501199"/>
              <a:gd name="connsiteY5568" fmla="*/ 3234219 h 6382977"/>
              <a:gd name="connsiteX5569" fmla="*/ 382382 w 6501199"/>
              <a:gd name="connsiteY5569" fmla="*/ 3175187 h 6382977"/>
              <a:gd name="connsiteX5570" fmla="*/ 405064 w 6501199"/>
              <a:gd name="connsiteY5570" fmla="*/ 3127314 h 6382977"/>
              <a:gd name="connsiteX5571" fmla="*/ 402904 w 6501199"/>
              <a:gd name="connsiteY5571" fmla="*/ 3245737 h 6382977"/>
              <a:gd name="connsiteX5572" fmla="*/ 409385 w 6501199"/>
              <a:gd name="connsiteY5572" fmla="*/ 3204703 h 6382977"/>
              <a:gd name="connsiteX5573" fmla="*/ 423066 w 6501199"/>
              <a:gd name="connsiteY5573" fmla="*/ 3227380 h 6382977"/>
              <a:gd name="connsiteX5574" fmla="*/ 423066 w 6501199"/>
              <a:gd name="connsiteY5574" fmla="*/ 3186705 h 6382977"/>
              <a:gd name="connsiteX5575" fmla="*/ 448269 w 6501199"/>
              <a:gd name="connsiteY5575" fmla="*/ 3113636 h 6382977"/>
              <a:gd name="connsiteX5576" fmla="*/ 425586 w 6501199"/>
              <a:gd name="connsiteY5576" fmla="*/ 3125154 h 6382977"/>
              <a:gd name="connsiteX5577" fmla="*/ 414065 w 6501199"/>
              <a:gd name="connsiteY5577" fmla="*/ 3106797 h 6382977"/>
              <a:gd name="connsiteX5578" fmla="*/ 396063 w 6501199"/>
              <a:gd name="connsiteY5578" fmla="*/ 3125154 h 6382977"/>
              <a:gd name="connsiteX5579" fmla="*/ 355019 w 6501199"/>
              <a:gd name="connsiteY5579" fmla="*/ 3143152 h 6382977"/>
              <a:gd name="connsiteX5580" fmla="*/ 373021 w 6501199"/>
              <a:gd name="connsiteY5580" fmla="*/ 3125154 h 6382977"/>
              <a:gd name="connsiteX5581" fmla="*/ 370861 w 6501199"/>
              <a:gd name="connsiteY5581" fmla="*/ 3118315 h 6382977"/>
              <a:gd name="connsiteX5582" fmla="*/ 373021 w 6501199"/>
              <a:gd name="connsiteY5582" fmla="*/ 3106797 h 6382977"/>
              <a:gd name="connsiteX5583" fmla="*/ 334497 w 6501199"/>
              <a:gd name="connsiteY5583" fmla="*/ 3095639 h 6382977"/>
              <a:gd name="connsiteX5584" fmla="*/ 318655 w 6501199"/>
              <a:gd name="connsiteY5584" fmla="*/ 3036967 h 6382977"/>
              <a:gd name="connsiteX5585" fmla="*/ 300293 w 6501199"/>
              <a:gd name="connsiteY5585" fmla="*/ 3036967 h 6382977"/>
              <a:gd name="connsiteX5586" fmla="*/ 309294 w 6501199"/>
              <a:gd name="connsiteY5586" fmla="*/ 3030128 h 6382977"/>
              <a:gd name="connsiteX5587" fmla="*/ 320815 w 6501199"/>
              <a:gd name="connsiteY5587" fmla="*/ 2968577 h 6382977"/>
              <a:gd name="connsiteX5588" fmla="*/ 309294 w 6501199"/>
              <a:gd name="connsiteY5588" fmla="*/ 2907026 h 6382977"/>
              <a:gd name="connsiteX5589" fmla="*/ 261769 w 6501199"/>
              <a:gd name="connsiteY5589" fmla="*/ 2900187 h 6382977"/>
              <a:gd name="connsiteX5590" fmla="*/ 302813 w 6501199"/>
              <a:gd name="connsiteY5590" fmla="*/ 2806961 h 6382977"/>
              <a:gd name="connsiteX5591" fmla="*/ 309294 w 6501199"/>
              <a:gd name="connsiteY5591" fmla="*/ 2718413 h 6382977"/>
              <a:gd name="connsiteX5592" fmla="*/ 343498 w 6501199"/>
              <a:gd name="connsiteY5592" fmla="*/ 2725252 h 6382977"/>
              <a:gd name="connsiteX5593" fmla="*/ 477792 w 6501199"/>
              <a:gd name="connsiteY5593" fmla="*/ 2513603 h 6382977"/>
              <a:gd name="connsiteX5594" fmla="*/ 445749 w 6501199"/>
              <a:gd name="connsiteY5594" fmla="*/ 2522602 h 6382977"/>
              <a:gd name="connsiteX5595" fmla="*/ 407224 w 6501199"/>
              <a:gd name="connsiteY5595" fmla="*/ 2506764 h 6382977"/>
              <a:gd name="connsiteX5596" fmla="*/ 438908 w 6501199"/>
              <a:gd name="connsiteY5596" fmla="*/ 2475089 h 6382977"/>
              <a:gd name="connsiteX5597" fmla="*/ 452949 w 6501199"/>
              <a:gd name="connsiteY5597" fmla="*/ 2475089 h 6382977"/>
              <a:gd name="connsiteX5598" fmla="*/ 455110 w 6501199"/>
              <a:gd name="connsiteY5598" fmla="*/ 2493086 h 6382977"/>
              <a:gd name="connsiteX5599" fmla="*/ 475632 w 6501199"/>
              <a:gd name="connsiteY5599" fmla="*/ 2468250 h 6382977"/>
              <a:gd name="connsiteX5600" fmla="*/ 466631 w 6501199"/>
              <a:gd name="connsiteY5600" fmla="*/ 2452052 h 6382977"/>
              <a:gd name="connsiteX5601" fmla="*/ 493634 w 6501199"/>
              <a:gd name="connsiteY5601" fmla="*/ 2447733 h 6382977"/>
              <a:gd name="connsiteX5602" fmla="*/ 511996 w 6501199"/>
              <a:gd name="connsiteY5602" fmla="*/ 2431895 h 6382977"/>
              <a:gd name="connsiteX5603" fmla="*/ 498314 w 6501199"/>
              <a:gd name="connsiteY5603" fmla="*/ 2425056 h 6382977"/>
              <a:gd name="connsiteX5604" fmla="*/ 525677 w 6501199"/>
              <a:gd name="connsiteY5604" fmla="*/ 2351987 h 6382977"/>
              <a:gd name="connsiteX5605" fmla="*/ 543679 w 6501199"/>
              <a:gd name="connsiteY5605" fmla="*/ 2349827 h 6382977"/>
              <a:gd name="connsiteX5606" fmla="*/ 643769 w 6501199"/>
              <a:gd name="connsiteY5606" fmla="*/ 2229244 h 6382977"/>
              <a:gd name="connsiteX5607" fmla="*/ 636929 w 6501199"/>
              <a:gd name="connsiteY5607" fmla="*/ 2218086 h 6382977"/>
              <a:gd name="connsiteX5608" fmla="*/ 705336 w 6501199"/>
              <a:gd name="connsiteY5608" fmla="*/ 2181731 h 6382977"/>
              <a:gd name="connsiteX5609" fmla="*/ 741700 w 6501199"/>
              <a:gd name="connsiteY5609" fmla="*/ 2120180 h 6382977"/>
              <a:gd name="connsiteX5610" fmla="*/ 728018 w 6501199"/>
              <a:gd name="connsiteY5610" fmla="*/ 2124500 h 6382977"/>
              <a:gd name="connsiteX5611" fmla="*/ 755381 w 6501199"/>
              <a:gd name="connsiteY5611" fmla="*/ 2111182 h 6382977"/>
              <a:gd name="connsiteX5612" fmla="*/ 805427 w 6501199"/>
              <a:gd name="connsiteY5612" fmla="*/ 2026954 h 6382977"/>
              <a:gd name="connsiteX5613" fmla="*/ 832790 w 6501199"/>
              <a:gd name="connsiteY5613" fmla="*/ 2029113 h 6382977"/>
              <a:gd name="connsiteX5614" fmla="*/ 834950 w 6501199"/>
              <a:gd name="connsiteY5614" fmla="*/ 2011116 h 6382977"/>
              <a:gd name="connsiteX5615" fmla="*/ 821268 w 6501199"/>
              <a:gd name="connsiteY5615" fmla="*/ 2024434 h 6382977"/>
              <a:gd name="connsiteX5616" fmla="*/ 889676 w 6501199"/>
              <a:gd name="connsiteY5616" fmla="*/ 1904212 h 6382977"/>
              <a:gd name="connsiteX5617" fmla="*/ 905517 w 6501199"/>
              <a:gd name="connsiteY5617" fmla="*/ 1911051 h 6382977"/>
              <a:gd name="connsiteX5618" fmla="*/ 930720 w 6501199"/>
              <a:gd name="connsiteY5618" fmla="*/ 1858498 h 6382977"/>
              <a:gd name="connsiteX5619" fmla="*/ 923879 w 6501199"/>
              <a:gd name="connsiteY5619" fmla="*/ 1899532 h 6382977"/>
              <a:gd name="connsiteX5620" fmla="*/ 967084 w 6501199"/>
              <a:gd name="connsiteY5620" fmla="*/ 1870017 h 6382977"/>
              <a:gd name="connsiteX5621" fmla="*/ 971404 w 6501199"/>
              <a:gd name="connsiteY5621" fmla="*/ 1854179 h 6382977"/>
              <a:gd name="connsiteX5622" fmla="*/ 946562 w 6501199"/>
              <a:gd name="connsiteY5622" fmla="*/ 1844820 h 6382977"/>
              <a:gd name="connsiteX5623" fmla="*/ 976085 w 6501199"/>
              <a:gd name="connsiteY5623" fmla="*/ 1849500 h 6382977"/>
              <a:gd name="connsiteX5624" fmla="*/ 991926 w 6501199"/>
              <a:gd name="connsiteY5624" fmla="*/ 1842661 h 6382977"/>
              <a:gd name="connsiteX5625" fmla="*/ 1007768 w 6501199"/>
              <a:gd name="connsiteY5625" fmla="*/ 1804146 h 6382977"/>
              <a:gd name="connsiteX5626" fmla="*/ 989766 w 6501199"/>
              <a:gd name="connsiteY5626" fmla="*/ 1822144 h 6382977"/>
              <a:gd name="connsiteX5627" fmla="*/ 1021449 w 6501199"/>
              <a:gd name="connsiteY5627" fmla="*/ 1760592 h 6382977"/>
              <a:gd name="connsiteX5628" fmla="*/ 1010288 w 6501199"/>
              <a:gd name="connsiteY5628" fmla="*/ 1799467 h 6382977"/>
              <a:gd name="connsiteX5629" fmla="*/ 1037651 w 6501199"/>
              <a:gd name="connsiteY5629" fmla="*/ 1776790 h 6382977"/>
              <a:gd name="connsiteX5630" fmla="*/ 1041972 w 6501199"/>
              <a:gd name="connsiteY5630" fmla="*/ 1787949 h 6382977"/>
              <a:gd name="connsiteX5631" fmla="*/ 1089857 w 6501199"/>
              <a:gd name="connsiteY5631" fmla="*/ 1726757 h 6382977"/>
              <a:gd name="connsiteX5632" fmla="*/ 1107859 w 6501199"/>
              <a:gd name="connsiteY5632" fmla="*/ 1724238 h 6382977"/>
              <a:gd name="connsiteX5633" fmla="*/ 1130901 w 6501199"/>
              <a:gd name="connsiteY5633" fmla="*/ 1704081 h 6382977"/>
              <a:gd name="connsiteX5634" fmla="*/ 1133061 w 6501199"/>
              <a:gd name="connsiteY5634" fmla="*/ 1690403 h 6382977"/>
              <a:gd name="connsiteX5635" fmla="*/ 1107859 w 6501199"/>
              <a:gd name="connsiteY5635" fmla="*/ 1704081 h 6382977"/>
              <a:gd name="connsiteX5636" fmla="*/ 1137742 w 6501199"/>
              <a:gd name="connsiteY5636" fmla="*/ 1681044 h 6382977"/>
              <a:gd name="connsiteX5637" fmla="*/ 1155744 w 6501199"/>
              <a:gd name="connsiteY5637" fmla="*/ 1642530 h 6382977"/>
              <a:gd name="connsiteX5638" fmla="*/ 1155744 w 6501199"/>
              <a:gd name="connsiteY5638" fmla="*/ 1649369 h 6382977"/>
              <a:gd name="connsiteX5639" fmla="*/ 1230992 w 6501199"/>
              <a:gd name="connsiteY5639" fmla="*/ 1569820 h 6382977"/>
              <a:gd name="connsiteX5640" fmla="*/ 1317401 w 6501199"/>
              <a:gd name="connsiteY5640" fmla="*/ 1499270 h 6382977"/>
              <a:gd name="connsiteX5641" fmla="*/ 1340083 w 6501199"/>
              <a:gd name="connsiteY5641" fmla="*/ 1471914 h 6382977"/>
              <a:gd name="connsiteX5642" fmla="*/ 1353765 w 6501199"/>
              <a:gd name="connsiteY5642" fmla="*/ 1480913 h 6382977"/>
              <a:gd name="connsiteX5643" fmla="*/ 1371767 w 6501199"/>
              <a:gd name="connsiteY5643" fmla="*/ 1471914 h 6382977"/>
              <a:gd name="connsiteX5644" fmla="*/ 1371767 w 6501199"/>
              <a:gd name="connsiteY5644" fmla="*/ 1453917 h 6382977"/>
              <a:gd name="connsiteX5645" fmla="*/ 1387968 w 6501199"/>
              <a:gd name="connsiteY5645" fmla="*/ 1456077 h 6382977"/>
              <a:gd name="connsiteX5646" fmla="*/ 1424332 w 6501199"/>
              <a:gd name="connsiteY5646" fmla="*/ 1439879 h 6382977"/>
              <a:gd name="connsiteX5647" fmla="*/ 1401650 w 6501199"/>
              <a:gd name="connsiteY5647" fmla="*/ 1442399 h 6382977"/>
              <a:gd name="connsiteX5648" fmla="*/ 1467537 w 6501199"/>
              <a:gd name="connsiteY5648" fmla="*/ 1383367 h 6382977"/>
              <a:gd name="connsiteX5649" fmla="*/ 1453855 w 6501199"/>
              <a:gd name="connsiteY5649" fmla="*/ 1401365 h 6382977"/>
              <a:gd name="connsiteX5650" fmla="*/ 1522263 w 6501199"/>
              <a:gd name="connsiteY5650" fmla="*/ 1394526 h 6382977"/>
              <a:gd name="connsiteX5651" fmla="*/ 1458536 w 6501199"/>
              <a:gd name="connsiteY5651" fmla="*/ 1415043 h 6382977"/>
              <a:gd name="connsiteX5652" fmla="*/ 1385808 w 6501199"/>
              <a:gd name="connsiteY5652" fmla="*/ 1471914 h 6382977"/>
              <a:gd name="connsiteX5653" fmla="*/ 1378967 w 6501199"/>
              <a:gd name="connsiteY5653" fmla="*/ 1480913 h 6382977"/>
              <a:gd name="connsiteX5654" fmla="*/ 1392289 w 6501199"/>
              <a:gd name="connsiteY5654" fmla="*/ 1480913 h 6382977"/>
              <a:gd name="connsiteX5655" fmla="*/ 1335403 w 6501199"/>
              <a:gd name="connsiteY5655" fmla="*/ 1533465 h 6382977"/>
              <a:gd name="connsiteX5656" fmla="*/ 1367446 w 6501199"/>
              <a:gd name="connsiteY5656" fmla="*/ 1521947 h 6382977"/>
              <a:gd name="connsiteX5657" fmla="*/ 1387968 w 6501199"/>
              <a:gd name="connsiteY5657" fmla="*/ 1501430 h 6382977"/>
              <a:gd name="connsiteX5658" fmla="*/ 1237832 w 6501199"/>
              <a:gd name="connsiteY5658" fmla="*/ 1642530 h 6382977"/>
              <a:gd name="connsiteX5659" fmla="*/ 1303719 w 6501199"/>
              <a:gd name="connsiteY5659" fmla="*/ 1613014 h 6382977"/>
              <a:gd name="connsiteX5660" fmla="*/ 1299039 w 6501199"/>
              <a:gd name="connsiteY5660" fmla="*/ 1631011 h 6382977"/>
              <a:gd name="connsiteX5661" fmla="*/ 1340083 w 6501199"/>
              <a:gd name="connsiteY5661" fmla="*/ 1610494 h 6382977"/>
              <a:gd name="connsiteX5662" fmla="*/ 1326402 w 6501199"/>
              <a:gd name="connsiteY5662" fmla="*/ 1601496 h 6382977"/>
              <a:gd name="connsiteX5663" fmla="*/ 1340083 w 6501199"/>
              <a:gd name="connsiteY5663" fmla="*/ 1587818 h 6382977"/>
              <a:gd name="connsiteX5664" fmla="*/ 1460696 w 6501199"/>
              <a:gd name="connsiteY5664" fmla="*/ 1508269 h 6382977"/>
              <a:gd name="connsiteX5665" fmla="*/ 1462856 w 6501199"/>
              <a:gd name="connsiteY5665" fmla="*/ 1530946 h 6382977"/>
              <a:gd name="connsiteX5666" fmla="*/ 1515422 w 6501199"/>
              <a:gd name="connsiteY5666" fmla="*/ 1476594 h 6382977"/>
              <a:gd name="connsiteX5667" fmla="*/ 1526583 w 6501199"/>
              <a:gd name="connsiteY5667" fmla="*/ 1483433 h 6382977"/>
              <a:gd name="connsiteX5668" fmla="*/ 1531263 w 6501199"/>
              <a:gd name="connsiteY5668" fmla="*/ 1465075 h 6382977"/>
              <a:gd name="connsiteX5669" fmla="*/ 1560787 w 6501199"/>
              <a:gd name="connsiteY5669" fmla="*/ 1471914 h 6382977"/>
              <a:gd name="connsiteX5670" fmla="*/ 1597150 w 6501199"/>
              <a:gd name="connsiteY5670" fmla="*/ 1430880 h 6382977"/>
              <a:gd name="connsiteX5671" fmla="*/ 1594990 w 6501199"/>
              <a:gd name="connsiteY5671" fmla="*/ 1447078 h 6382977"/>
              <a:gd name="connsiteX5672" fmla="*/ 1676719 w 6501199"/>
              <a:gd name="connsiteY5672" fmla="*/ 1383367 h 6382977"/>
              <a:gd name="connsiteX5673" fmla="*/ 1676719 w 6501199"/>
              <a:gd name="connsiteY5673" fmla="*/ 1392366 h 6382977"/>
              <a:gd name="connsiteX5674" fmla="*/ 1781490 w 6501199"/>
              <a:gd name="connsiteY5674" fmla="*/ 1339814 h 6382977"/>
              <a:gd name="connsiteX5675" fmla="*/ 1876900 w 6501199"/>
              <a:gd name="connsiteY5675" fmla="*/ 1290141 h 6382977"/>
              <a:gd name="connsiteX5676" fmla="*/ 1854218 w 6501199"/>
              <a:gd name="connsiteY5676" fmla="*/ 1312818 h 6382977"/>
              <a:gd name="connsiteX5677" fmla="*/ 1945308 w 6501199"/>
              <a:gd name="connsiteY5677" fmla="*/ 1280782 h 6382977"/>
              <a:gd name="connsiteX5678" fmla="*/ 1967990 w 6501199"/>
              <a:gd name="connsiteY5678" fmla="*/ 1285461 h 6382977"/>
              <a:gd name="connsiteX5679" fmla="*/ 1972671 w 6501199"/>
              <a:gd name="connsiteY5679" fmla="*/ 1269624 h 6382977"/>
              <a:gd name="connsiteX5680" fmla="*/ 2033877 w 6501199"/>
              <a:gd name="connsiteY5680" fmla="*/ 1255946 h 6382977"/>
              <a:gd name="connsiteX5681" fmla="*/ 1988512 w 6501199"/>
              <a:gd name="connsiteY5681" fmla="*/ 1280782 h 6382977"/>
              <a:gd name="connsiteX5682" fmla="*/ 2052239 w 6501199"/>
              <a:gd name="connsiteY5682" fmla="*/ 1290141 h 6382977"/>
              <a:gd name="connsiteX5683" fmla="*/ 1997513 w 6501199"/>
              <a:gd name="connsiteY5683" fmla="*/ 1305978 h 6382977"/>
              <a:gd name="connsiteX5684" fmla="*/ 2006874 w 6501199"/>
              <a:gd name="connsiteY5684" fmla="*/ 1290141 h 6382977"/>
              <a:gd name="connsiteX5685" fmla="*/ 1995353 w 6501199"/>
              <a:gd name="connsiteY5685" fmla="*/ 1285461 h 6382977"/>
              <a:gd name="connsiteX5686" fmla="*/ 1902103 w 6501199"/>
              <a:gd name="connsiteY5686" fmla="*/ 1328655 h 6382977"/>
              <a:gd name="connsiteX5687" fmla="*/ 1811013 w 6501199"/>
              <a:gd name="connsiteY5687" fmla="*/ 1390206 h 6382977"/>
              <a:gd name="connsiteX5688" fmla="*/ 1695081 w 6501199"/>
              <a:gd name="connsiteY5688" fmla="*/ 1444558 h 6382977"/>
              <a:gd name="connsiteX5689" fmla="*/ 1699401 w 6501199"/>
              <a:gd name="connsiteY5689" fmla="*/ 1424041 h 6382977"/>
              <a:gd name="connsiteX5690" fmla="*/ 1686080 w 6501199"/>
              <a:gd name="connsiteY5690" fmla="*/ 1449238 h 6382977"/>
              <a:gd name="connsiteX5691" fmla="*/ 1651876 w 6501199"/>
              <a:gd name="connsiteY5691" fmla="*/ 1465075 h 6382977"/>
              <a:gd name="connsiteX5692" fmla="*/ 1597150 w 6501199"/>
              <a:gd name="connsiteY5692" fmla="*/ 1476594 h 6382977"/>
              <a:gd name="connsiteX5693" fmla="*/ 1590310 w 6501199"/>
              <a:gd name="connsiteY5693" fmla="*/ 1485592 h 6382977"/>
              <a:gd name="connsiteX5694" fmla="*/ 1615512 w 6501199"/>
              <a:gd name="connsiteY5694" fmla="*/ 1487752 h 6382977"/>
              <a:gd name="connsiteX5695" fmla="*/ 1476538 w 6501199"/>
              <a:gd name="connsiteY5695" fmla="*/ 1549303 h 6382977"/>
              <a:gd name="connsiteX5696" fmla="*/ 1469697 w 6501199"/>
              <a:gd name="connsiteY5696" fmla="*/ 1571980 h 6382977"/>
              <a:gd name="connsiteX5697" fmla="*/ 1438014 w 6501199"/>
              <a:gd name="connsiteY5697" fmla="*/ 1578819 h 6382977"/>
              <a:gd name="connsiteX5698" fmla="*/ 1415331 w 6501199"/>
              <a:gd name="connsiteY5698" fmla="*/ 1628852 h 6382977"/>
              <a:gd name="connsiteX5699" fmla="*/ 1399129 w 6501199"/>
              <a:gd name="connsiteY5699" fmla="*/ 1624172 h 6382977"/>
              <a:gd name="connsiteX5700" fmla="*/ 1417491 w 6501199"/>
              <a:gd name="connsiteY5700" fmla="*/ 1606175 h 6382977"/>
              <a:gd name="connsiteX5701" fmla="*/ 1349084 w 6501199"/>
              <a:gd name="connsiteY5701" fmla="*/ 1651528 h 6382977"/>
              <a:gd name="connsiteX5702" fmla="*/ 1387968 w 6501199"/>
              <a:gd name="connsiteY5702" fmla="*/ 1640370 h 6382977"/>
              <a:gd name="connsiteX5703" fmla="*/ 1390129 w 6501199"/>
              <a:gd name="connsiteY5703" fmla="*/ 1667366 h 6382977"/>
              <a:gd name="connsiteX5704" fmla="*/ 1360605 w 6501199"/>
              <a:gd name="connsiteY5704" fmla="*/ 1699401 h 6382977"/>
              <a:gd name="connsiteX5705" fmla="*/ 1381128 w 6501199"/>
              <a:gd name="connsiteY5705" fmla="*/ 1692562 h 6382977"/>
              <a:gd name="connsiteX5706" fmla="*/ 1337923 w 6501199"/>
              <a:gd name="connsiteY5706" fmla="*/ 1737916 h 6382977"/>
              <a:gd name="connsiteX5707" fmla="*/ 1374287 w 6501199"/>
              <a:gd name="connsiteY5707" fmla="*/ 1713079 h 6382977"/>
              <a:gd name="connsiteX5708" fmla="*/ 1374287 w 6501199"/>
              <a:gd name="connsiteY5708" fmla="*/ 1728917 h 6382977"/>
              <a:gd name="connsiteX5709" fmla="*/ 1494900 w 6501199"/>
              <a:gd name="connsiteY5709" fmla="*/ 1678884 h 6382977"/>
              <a:gd name="connsiteX5710" fmla="*/ 1551786 w 6501199"/>
              <a:gd name="connsiteY5710" fmla="*/ 1656208 h 6382977"/>
              <a:gd name="connsiteX5711" fmla="*/ 1529812 w 6501199"/>
              <a:gd name="connsiteY5711" fmla="*/ 1681466 h 6382977"/>
              <a:gd name="connsiteX5712" fmla="*/ 1535431 w 6501199"/>
              <a:gd name="connsiteY5712" fmla="*/ 1690166 h 6382977"/>
              <a:gd name="connsiteX5713" fmla="*/ 1535227 w 6501199"/>
              <a:gd name="connsiteY5713" fmla="*/ 1690630 h 6382977"/>
              <a:gd name="connsiteX5714" fmla="*/ 1528687 w 6501199"/>
              <a:gd name="connsiteY5714" fmla="*/ 1694789 h 6382977"/>
              <a:gd name="connsiteX5715" fmla="*/ 1515422 w 6501199"/>
              <a:gd name="connsiteY5715" fmla="*/ 1692562 h 6382977"/>
              <a:gd name="connsiteX5716" fmla="*/ 1533424 w 6501199"/>
              <a:gd name="connsiteY5716" fmla="*/ 1694722 h 6382977"/>
              <a:gd name="connsiteX5717" fmla="*/ 1535227 w 6501199"/>
              <a:gd name="connsiteY5717" fmla="*/ 1690630 h 6382977"/>
              <a:gd name="connsiteX5718" fmla="*/ 1535584 w 6501199"/>
              <a:gd name="connsiteY5718" fmla="*/ 1690403 h 6382977"/>
              <a:gd name="connsiteX5719" fmla="*/ 1535431 w 6501199"/>
              <a:gd name="connsiteY5719" fmla="*/ 1690166 h 6382977"/>
              <a:gd name="connsiteX5720" fmla="*/ 1541030 w 6501199"/>
              <a:gd name="connsiteY5720" fmla="*/ 1677461 h 6382977"/>
              <a:gd name="connsiteX5721" fmla="*/ 1554576 w 6501199"/>
              <a:gd name="connsiteY5721" fmla="*/ 1668671 h 6382977"/>
              <a:gd name="connsiteX5722" fmla="*/ 1567593 w 6501199"/>
              <a:gd name="connsiteY5722" fmla="*/ 1662932 h 6382977"/>
              <a:gd name="connsiteX5723" fmla="*/ 1567627 w 6501199"/>
              <a:gd name="connsiteY5723" fmla="*/ 1663047 h 6382977"/>
              <a:gd name="connsiteX5724" fmla="*/ 1567846 w 6501199"/>
              <a:gd name="connsiteY5724" fmla="*/ 1662821 h 6382977"/>
              <a:gd name="connsiteX5725" fmla="*/ 1570688 w 6501199"/>
              <a:gd name="connsiteY5725" fmla="*/ 1661568 h 6382977"/>
              <a:gd name="connsiteX5726" fmla="*/ 1585989 w 6501199"/>
              <a:gd name="connsiteY5726" fmla="*/ 1649369 h 6382977"/>
              <a:gd name="connsiteX5727" fmla="*/ 1577619 w 6501199"/>
              <a:gd name="connsiteY5727" fmla="*/ 1652698 h 6382977"/>
              <a:gd name="connsiteX5728" fmla="*/ 1567846 w 6501199"/>
              <a:gd name="connsiteY5728" fmla="*/ 1662821 h 6382977"/>
              <a:gd name="connsiteX5729" fmla="*/ 1567593 w 6501199"/>
              <a:gd name="connsiteY5729" fmla="*/ 1662932 h 6382977"/>
              <a:gd name="connsiteX5730" fmla="*/ 1562947 w 6501199"/>
              <a:gd name="connsiteY5730" fmla="*/ 1647209 h 6382977"/>
              <a:gd name="connsiteX5731" fmla="*/ 1597150 w 6501199"/>
              <a:gd name="connsiteY5731" fmla="*/ 1651528 h 6382977"/>
              <a:gd name="connsiteX5732" fmla="*/ 1663037 w 6501199"/>
              <a:gd name="connsiteY5732" fmla="*/ 1601496 h 6382977"/>
              <a:gd name="connsiteX5733" fmla="*/ 1656197 w 6501199"/>
              <a:gd name="connsiteY5733" fmla="*/ 1590337 h 6382977"/>
              <a:gd name="connsiteX5734" fmla="*/ 1688240 w 6501199"/>
              <a:gd name="connsiteY5734" fmla="*/ 1592497 h 6382977"/>
              <a:gd name="connsiteX5735" fmla="*/ 1708763 w 6501199"/>
              <a:gd name="connsiteY5735" fmla="*/ 1574140 h 6382977"/>
              <a:gd name="connsiteX5736" fmla="*/ 1692561 w 6501199"/>
              <a:gd name="connsiteY5736" fmla="*/ 1571980 h 6382977"/>
              <a:gd name="connsiteX5737" fmla="*/ 1747287 w 6501199"/>
              <a:gd name="connsiteY5737" fmla="*/ 1537785 h 6382977"/>
              <a:gd name="connsiteX5738" fmla="*/ 1856378 w 6501199"/>
              <a:gd name="connsiteY5738" fmla="*/ 1483433 h 6382977"/>
              <a:gd name="connsiteX5739" fmla="*/ 1865739 w 6501199"/>
              <a:gd name="connsiteY5739" fmla="*/ 1501430 h 6382977"/>
              <a:gd name="connsiteX5740" fmla="*/ 1926946 w 6501199"/>
              <a:gd name="connsiteY5740" fmla="*/ 1483433 h 6382977"/>
              <a:gd name="connsiteX5741" fmla="*/ 1970510 w 6501199"/>
              <a:gd name="connsiteY5741" fmla="*/ 1447078 h 6382977"/>
              <a:gd name="connsiteX5742" fmla="*/ 1943147 w 6501199"/>
              <a:gd name="connsiteY5742" fmla="*/ 1442399 h 6382977"/>
              <a:gd name="connsiteX5743" fmla="*/ 1977351 w 6501199"/>
              <a:gd name="connsiteY5743" fmla="*/ 1428721 h 6382977"/>
              <a:gd name="connsiteX5744" fmla="*/ 1993193 w 6501199"/>
              <a:gd name="connsiteY5744" fmla="*/ 1444558 h 6382977"/>
              <a:gd name="connsiteX5745" fmla="*/ 2031717 w 6501199"/>
              <a:gd name="connsiteY5745" fmla="*/ 1421882 h 6382977"/>
              <a:gd name="connsiteX5746" fmla="*/ 2004354 w 6501199"/>
              <a:gd name="connsiteY5746" fmla="*/ 1412883 h 6382977"/>
              <a:gd name="connsiteX5747" fmla="*/ 1890582 w 6501199"/>
              <a:gd name="connsiteY5747" fmla="*/ 1458236 h 6382977"/>
              <a:gd name="connsiteX5748" fmla="*/ 1845217 w 6501199"/>
              <a:gd name="connsiteY5748" fmla="*/ 1480913 h 6382977"/>
              <a:gd name="connsiteX5749" fmla="*/ 1795172 w 6501199"/>
              <a:gd name="connsiteY5749" fmla="*/ 1494591 h 6382977"/>
              <a:gd name="connsiteX5750" fmla="*/ 1769969 w 6501199"/>
              <a:gd name="connsiteY5750" fmla="*/ 1433040 h 6382977"/>
              <a:gd name="connsiteX5751" fmla="*/ 1786171 w 6501199"/>
              <a:gd name="connsiteY5751" fmla="*/ 1403524 h 6382977"/>
              <a:gd name="connsiteX5752" fmla="*/ 1849898 w 6501199"/>
              <a:gd name="connsiteY5752" fmla="*/ 1383367 h 6382977"/>
              <a:gd name="connsiteX5753" fmla="*/ 1890582 w 6501199"/>
              <a:gd name="connsiteY5753" fmla="*/ 1367170 h 6382977"/>
              <a:gd name="connsiteX5754" fmla="*/ 1936307 w 6501199"/>
              <a:gd name="connsiteY5754" fmla="*/ 1380848 h 6382977"/>
              <a:gd name="connsiteX5755" fmla="*/ 1947468 w 6501199"/>
              <a:gd name="connsiteY5755" fmla="*/ 1358171 h 6382977"/>
              <a:gd name="connsiteX5756" fmla="*/ 1995353 w 6501199"/>
              <a:gd name="connsiteY5756" fmla="*/ 1351332 h 6382977"/>
              <a:gd name="connsiteX5757" fmla="*/ 1983832 w 6501199"/>
              <a:gd name="connsiteY5757" fmla="*/ 1346653 h 6382977"/>
              <a:gd name="connsiteX5758" fmla="*/ 2095444 w 6501199"/>
              <a:gd name="connsiteY5758" fmla="*/ 1312818 h 6382977"/>
              <a:gd name="connsiteX5759" fmla="*/ 2095444 w 6501199"/>
              <a:gd name="connsiteY5759" fmla="*/ 1299139 h 6382977"/>
              <a:gd name="connsiteX5760" fmla="*/ 2257101 w 6501199"/>
              <a:gd name="connsiteY5760" fmla="*/ 1269624 h 6382977"/>
              <a:gd name="connsiteX5761" fmla="*/ 2254580 w 6501199"/>
              <a:gd name="connsiteY5761" fmla="*/ 1283302 h 6382977"/>
              <a:gd name="connsiteX5762" fmla="*/ 2309306 w 6501199"/>
              <a:gd name="connsiteY5762" fmla="*/ 1276463 h 6382977"/>
              <a:gd name="connsiteX5763" fmla="*/ 2213896 w 6501199"/>
              <a:gd name="connsiteY5763" fmla="*/ 1319657 h 6382977"/>
              <a:gd name="connsiteX5764" fmla="*/ 2284104 w 6501199"/>
              <a:gd name="connsiteY5764" fmla="*/ 1321816 h 6382977"/>
              <a:gd name="connsiteX5765" fmla="*/ 2311466 w 6501199"/>
              <a:gd name="connsiteY5765" fmla="*/ 1314977 h 6382977"/>
              <a:gd name="connsiteX5766" fmla="*/ 2361512 w 6501199"/>
              <a:gd name="connsiteY5766" fmla="*/ 1290141 h 6382977"/>
              <a:gd name="connsiteX5767" fmla="*/ 2364032 w 6501199"/>
              <a:gd name="connsiteY5767" fmla="*/ 1305978 h 6382977"/>
              <a:gd name="connsiteX5768" fmla="*/ 2295625 w 6501199"/>
              <a:gd name="connsiteY5768" fmla="*/ 1342333 h 6382977"/>
              <a:gd name="connsiteX5769" fmla="*/ 2286624 w 6501199"/>
              <a:gd name="connsiteY5769" fmla="*/ 1328655 h 6382977"/>
              <a:gd name="connsiteX5770" fmla="*/ 2270782 w 6501199"/>
              <a:gd name="connsiteY5770" fmla="*/ 1358171 h 6382977"/>
              <a:gd name="connsiteX5771" fmla="*/ 2334509 w 6501199"/>
              <a:gd name="connsiteY5771" fmla="*/ 1332975 h 6382977"/>
              <a:gd name="connsiteX5772" fmla="*/ 2484645 w 6501199"/>
              <a:gd name="connsiteY5772" fmla="*/ 1294460 h 6382977"/>
              <a:gd name="connsiteX5773" fmla="*/ 2495806 w 6501199"/>
              <a:gd name="connsiteY5773" fmla="*/ 1308138 h 6382977"/>
              <a:gd name="connsiteX5774" fmla="*/ 2598417 w 6501199"/>
              <a:gd name="connsiteY5774" fmla="*/ 1262785 h 6382977"/>
              <a:gd name="connsiteX5775" fmla="*/ 2605257 w 6501199"/>
              <a:gd name="connsiteY5775" fmla="*/ 1280782 h 6382977"/>
              <a:gd name="connsiteX5776" fmla="*/ 2477804 w 6501199"/>
              <a:gd name="connsiteY5776" fmla="*/ 1326496 h 6382977"/>
              <a:gd name="connsiteX5777" fmla="*/ 2498326 w 6501199"/>
              <a:gd name="connsiteY5777" fmla="*/ 1337654 h 6382977"/>
              <a:gd name="connsiteX5778" fmla="*/ 2682306 w 6501199"/>
              <a:gd name="connsiteY5778" fmla="*/ 1301299 h 6382977"/>
              <a:gd name="connsiteX5779" fmla="*/ 2666464 w 6501199"/>
              <a:gd name="connsiteY5779" fmla="*/ 1314977 h 6382977"/>
              <a:gd name="connsiteX5780" fmla="*/ 2848643 w 6501199"/>
              <a:gd name="connsiteY5780" fmla="*/ 1278622 h 6382977"/>
              <a:gd name="connsiteX5781" fmla="*/ 2834962 w 6501199"/>
              <a:gd name="connsiteY5781" fmla="*/ 1296620 h 6382977"/>
              <a:gd name="connsiteX5782" fmla="*/ 2921371 w 6501199"/>
              <a:gd name="connsiteY5782" fmla="*/ 1294460 h 6382977"/>
              <a:gd name="connsiteX5783" fmla="*/ 2935052 w 6501199"/>
              <a:gd name="connsiteY5783" fmla="*/ 1310298 h 6382977"/>
              <a:gd name="connsiteX5784" fmla="*/ 2989778 w 6501199"/>
              <a:gd name="connsiteY5784" fmla="*/ 1301299 h 6382977"/>
              <a:gd name="connsiteX5785" fmla="*/ 2978257 w 6501199"/>
              <a:gd name="connsiteY5785" fmla="*/ 1305978 h 6382977"/>
              <a:gd name="connsiteX5786" fmla="*/ 2985098 w 6501199"/>
              <a:gd name="connsiteY5786" fmla="*/ 1308138 h 6382977"/>
              <a:gd name="connsiteX5787" fmla="*/ 3037303 w 6501199"/>
              <a:gd name="connsiteY5787" fmla="*/ 1326496 h 6382977"/>
              <a:gd name="connsiteX5788" fmla="*/ 3053145 w 6501199"/>
              <a:gd name="connsiteY5788" fmla="*/ 1321816 h 6382977"/>
              <a:gd name="connsiteX5789" fmla="*/ 3064666 w 6501199"/>
              <a:gd name="connsiteY5789" fmla="*/ 1319657 h 6382977"/>
              <a:gd name="connsiteX5790" fmla="*/ 3089869 w 6501199"/>
              <a:gd name="connsiteY5790" fmla="*/ 1314977 h 6382977"/>
              <a:gd name="connsiteX5791" fmla="*/ 3123712 w 6501199"/>
              <a:gd name="connsiteY5791" fmla="*/ 1308138 h 6382977"/>
              <a:gd name="connsiteX5792" fmla="*/ 3121552 w 6501199"/>
              <a:gd name="connsiteY5792" fmla="*/ 1314977 h 6382977"/>
              <a:gd name="connsiteX5793" fmla="*/ 3201121 w 6501199"/>
              <a:gd name="connsiteY5793" fmla="*/ 1314977 h 6382977"/>
              <a:gd name="connsiteX5794" fmla="*/ 3242165 w 6501199"/>
              <a:gd name="connsiteY5794" fmla="*/ 1314977 h 6382977"/>
              <a:gd name="connsiteX5795" fmla="*/ 3280689 w 6501199"/>
              <a:gd name="connsiteY5795" fmla="*/ 1319657 h 6382977"/>
              <a:gd name="connsiteX5796" fmla="*/ 3278529 w 6501199"/>
              <a:gd name="connsiteY5796" fmla="*/ 1312818 h 6382977"/>
              <a:gd name="connsiteX5797" fmla="*/ 3346576 w 6501199"/>
              <a:gd name="connsiteY5797" fmla="*/ 1319657 h 6382977"/>
              <a:gd name="connsiteX5798" fmla="*/ 3337215 w 6501199"/>
              <a:gd name="connsiteY5798" fmla="*/ 1330815 h 6382977"/>
              <a:gd name="connsiteX5799" fmla="*/ 3364578 w 6501199"/>
              <a:gd name="connsiteY5799" fmla="*/ 1312818 h 6382977"/>
              <a:gd name="connsiteX5800" fmla="*/ 3357737 w 6501199"/>
              <a:gd name="connsiteY5800" fmla="*/ 1328655 h 6382977"/>
              <a:gd name="connsiteX5801" fmla="*/ 3414623 w 6501199"/>
              <a:gd name="connsiteY5801" fmla="*/ 1335494 h 6382977"/>
              <a:gd name="connsiteX5802" fmla="*/ 3432985 w 6501199"/>
              <a:gd name="connsiteY5802" fmla="*/ 1330815 h 6382977"/>
              <a:gd name="connsiteX5803" fmla="*/ 3428305 w 6501199"/>
              <a:gd name="connsiteY5803" fmla="*/ 1310298 h 6382977"/>
              <a:gd name="connsiteX5804" fmla="*/ 3435145 w 6501199"/>
              <a:gd name="connsiteY5804" fmla="*/ 1314977 h 6382977"/>
              <a:gd name="connsiteX5805" fmla="*/ 3441986 w 6501199"/>
              <a:gd name="connsiteY5805" fmla="*/ 1314977 h 6382977"/>
              <a:gd name="connsiteX5806" fmla="*/ 3435145 w 6501199"/>
              <a:gd name="connsiteY5806" fmla="*/ 1326496 h 6382977"/>
              <a:gd name="connsiteX5807" fmla="*/ 3439826 w 6501199"/>
              <a:gd name="connsiteY5807" fmla="*/ 1332975 h 6382977"/>
              <a:gd name="connsiteX5808" fmla="*/ 3453507 w 6501199"/>
              <a:gd name="connsiteY5808" fmla="*/ 1319657 h 6382977"/>
              <a:gd name="connsiteX5809" fmla="*/ 3453507 w 6501199"/>
              <a:gd name="connsiteY5809" fmla="*/ 1335494 h 6382977"/>
              <a:gd name="connsiteX5810" fmla="*/ 3524075 w 6501199"/>
              <a:gd name="connsiteY5810" fmla="*/ 1326496 h 6382977"/>
              <a:gd name="connsiteX5811" fmla="*/ 3529599 w 6501199"/>
              <a:gd name="connsiteY5811" fmla="*/ 1334780 h 6382977"/>
              <a:gd name="connsiteX5812" fmla="*/ 3529620 w 6501199"/>
              <a:gd name="connsiteY5812" fmla="*/ 1335394 h 6382977"/>
              <a:gd name="connsiteX5813" fmla="*/ 3531989 w 6501199"/>
              <a:gd name="connsiteY5813" fmla="*/ 1338364 h 6382977"/>
              <a:gd name="connsiteX5814" fmla="*/ 3539016 w 6501199"/>
              <a:gd name="connsiteY5814" fmla="*/ 1348902 h 6382977"/>
              <a:gd name="connsiteX5815" fmla="*/ 3562599 w 6501199"/>
              <a:gd name="connsiteY5815" fmla="*/ 1349172 h 6382977"/>
              <a:gd name="connsiteX5816" fmla="*/ 3576280 w 6501199"/>
              <a:gd name="connsiteY5816" fmla="*/ 1367170 h 6382977"/>
              <a:gd name="connsiteX5817" fmla="*/ 3580961 w 6501199"/>
              <a:gd name="connsiteY5817" fmla="*/ 1362850 h 6382977"/>
              <a:gd name="connsiteX5818" fmla="*/ 3578440 w 6501199"/>
              <a:gd name="connsiteY5818" fmla="*/ 1344493 h 6382977"/>
              <a:gd name="connsiteX5819" fmla="*/ 3592122 w 6501199"/>
              <a:gd name="connsiteY5819" fmla="*/ 1371849 h 6382977"/>
              <a:gd name="connsiteX5820" fmla="*/ 3578440 w 6501199"/>
              <a:gd name="connsiteY5820" fmla="*/ 1371849 h 6382977"/>
              <a:gd name="connsiteX5821" fmla="*/ 3598963 w 6501199"/>
              <a:gd name="connsiteY5821" fmla="*/ 1371849 h 6382977"/>
              <a:gd name="connsiteX5822" fmla="*/ 3592122 w 6501199"/>
              <a:gd name="connsiteY5822" fmla="*/ 1360331 h 6382977"/>
              <a:gd name="connsiteX5823" fmla="*/ 3637847 w 6501199"/>
              <a:gd name="connsiteY5823" fmla="*/ 1371849 h 6382977"/>
              <a:gd name="connsiteX5824" fmla="*/ 3644687 w 6501199"/>
              <a:gd name="connsiteY5824" fmla="*/ 1344493 h 6382977"/>
              <a:gd name="connsiteX5825" fmla="*/ 3603643 w 6501199"/>
              <a:gd name="connsiteY5825" fmla="*/ 1328655 h 6382977"/>
              <a:gd name="connsiteX5826" fmla="*/ 3619485 w 6501199"/>
              <a:gd name="connsiteY5826" fmla="*/ 1312818 h 6382977"/>
              <a:gd name="connsiteX5827" fmla="*/ 3642167 w 6501199"/>
              <a:gd name="connsiteY5827" fmla="*/ 1321816 h 6382977"/>
              <a:gd name="connsiteX5828" fmla="*/ 3655849 w 6501199"/>
              <a:gd name="connsiteY5828" fmla="*/ 1310298 h 6382977"/>
              <a:gd name="connsiteX5829" fmla="*/ 3708054 w 6501199"/>
              <a:gd name="connsiteY5829" fmla="*/ 1321816 h 6382977"/>
              <a:gd name="connsiteX5830" fmla="*/ 3699053 w 6501199"/>
              <a:gd name="connsiteY5830" fmla="*/ 1319657 h 6382977"/>
              <a:gd name="connsiteX5831" fmla="*/ 3712735 w 6501199"/>
              <a:gd name="connsiteY5831" fmla="*/ 1321816 h 6382977"/>
              <a:gd name="connsiteX5832" fmla="*/ 3712735 w 6501199"/>
              <a:gd name="connsiteY5832" fmla="*/ 1314977 h 6382977"/>
              <a:gd name="connsiteX5833" fmla="*/ 3760620 w 6501199"/>
              <a:gd name="connsiteY5833" fmla="*/ 1312818 h 6382977"/>
              <a:gd name="connsiteX5834" fmla="*/ 3799144 w 6501199"/>
              <a:gd name="connsiteY5834" fmla="*/ 1292300 h 6382977"/>
              <a:gd name="connsiteX5835" fmla="*/ 3810665 w 6501199"/>
              <a:gd name="connsiteY5835" fmla="*/ 1314977 h 6382977"/>
              <a:gd name="connsiteX5836" fmla="*/ 3817506 w 6501199"/>
              <a:gd name="connsiteY5836" fmla="*/ 1314977 h 6382977"/>
              <a:gd name="connsiteX5837" fmla="*/ 3853870 w 6501199"/>
              <a:gd name="connsiteY5837" fmla="*/ 1303459 h 6382977"/>
              <a:gd name="connsiteX5838" fmla="*/ 3881233 w 6501199"/>
              <a:gd name="connsiteY5838" fmla="*/ 1280782 h 6382977"/>
              <a:gd name="connsiteX5839" fmla="*/ 3885553 w 6501199"/>
              <a:gd name="connsiteY5839" fmla="*/ 1292300 h 6382977"/>
              <a:gd name="connsiteX5840" fmla="*/ 3883393 w 6501199"/>
              <a:gd name="connsiteY5840" fmla="*/ 1276463 h 6382977"/>
              <a:gd name="connsiteX5841" fmla="*/ 3892394 w 6501199"/>
              <a:gd name="connsiteY5841" fmla="*/ 1287621 h 6382977"/>
              <a:gd name="connsiteX5842" fmla="*/ 3894914 w 6501199"/>
              <a:gd name="connsiteY5842" fmla="*/ 1301299 h 6382977"/>
              <a:gd name="connsiteX5843" fmla="*/ 3883393 w 6501199"/>
              <a:gd name="connsiteY5843" fmla="*/ 1296620 h 6382977"/>
              <a:gd name="connsiteX5844" fmla="*/ 3890233 w 6501199"/>
              <a:gd name="connsiteY5844" fmla="*/ 1303459 h 6382977"/>
              <a:gd name="connsiteX5845" fmla="*/ 3883393 w 6501199"/>
              <a:gd name="connsiteY5845" fmla="*/ 1303459 h 6382977"/>
              <a:gd name="connsiteX5846" fmla="*/ 3899234 w 6501199"/>
              <a:gd name="connsiteY5846" fmla="*/ 1317137 h 6382977"/>
              <a:gd name="connsiteX5847" fmla="*/ 3858190 w 6501199"/>
              <a:gd name="connsiteY5847" fmla="*/ 1317137 h 6382977"/>
              <a:gd name="connsiteX5848" fmla="*/ 3838028 w 6501199"/>
              <a:gd name="connsiteY5848" fmla="*/ 1319657 h 6382977"/>
              <a:gd name="connsiteX5849" fmla="*/ 3808505 w 6501199"/>
              <a:gd name="connsiteY5849" fmla="*/ 1335494 h 6382977"/>
              <a:gd name="connsiteX5850" fmla="*/ 3796984 w 6501199"/>
              <a:gd name="connsiteY5850" fmla="*/ 1319657 h 6382977"/>
              <a:gd name="connsiteX5851" fmla="*/ 3790143 w 6501199"/>
              <a:gd name="connsiteY5851" fmla="*/ 1332975 h 6382977"/>
              <a:gd name="connsiteX5852" fmla="*/ 3778622 w 6501199"/>
              <a:gd name="connsiteY5852" fmla="*/ 1321816 h 6382977"/>
              <a:gd name="connsiteX5853" fmla="*/ 3764940 w 6501199"/>
              <a:gd name="connsiteY5853" fmla="*/ 1346653 h 6382977"/>
              <a:gd name="connsiteX5854" fmla="*/ 3758099 w 6501199"/>
              <a:gd name="connsiteY5854" fmla="*/ 1335494 h 6382977"/>
              <a:gd name="connsiteX5855" fmla="*/ 3721736 w 6501199"/>
              <a:gd name="connsiteY5855" fmla="*/ 1353492 h 6382977"/>
              <a:gd name="connsiteX5856" fmla="*/ 3690052 w 6501199"/>
              <a:gd name="connsiteY5856" fmla="*/ 1353492 h 6382977"/>
              <a:gd name="connsiteX5857" fmla="*/ 3719575 w 6501199"/>
              <a:gd name="connsiteY5857" fmla="*/ 1360331 h 6382977"/>
              <a:gd name="connsiteX5858" fmla="*/ 3753779 w 6501199"/>
              <a:gd name="connsiteY5858" fmla="*/ 1371849 h 6382977"/>
              <a:gd name="connsiteX5859" fmla="*/ 3749099 w 6501199"/>
              <a:gd name="connsiteY5859" fmla="*/ 1387687 h 6382977"/>
              <a:gd name="connsiteX5860" fmla="*/ 3749099 w 6501199"/>
              <a:gd name="connsiteY5860" fmla="*/ 1399205 h 6382977"/>
              <a:gd name="connsiteX5861" fmla="*/ 3771781 w 6501199"/>
              <a:gd name="connsiteY5861" fmla="*/ 1385527 h 6382977"/>
              <a:gd name="connsiteX5862" fmla="*/ 3821826 w 6501199"/>
              <a:gd name="connsiteY5862" fmla="*/ 1408204 h 6382977"/>
              <a:gd name="connsiteX5863" fmla="*/ 3838028 w 6501199"/>
              <a:gd name="connsiteY5863" fmla="*/ 1396685 h 6382977"/>
              <a:gd name="connsiteX5864" fmla="*/ 3831187 w 6501199"/>
              <a:gd name="connsiteY5864" fmla="*/ 1403524 h 6382977"/>
              <a:gd name="connsiteX5865" fmla="*/ 3853870 w 6501199"/>
              <a:gd name="connsiteY5865" fmla="*/ 1406044 h 6382977"/>
              <a:gd name="connsiteX5866" fmla="*/ 3844869 w 6501199"/>
              <a:gd name="connsiteY5866" fmla="*/ 1403524 h 6382977"/>
              <a:gd name="connsiteX5867" fmla="*/ 3862871 w 6501199"/>
              <a:gd name="connsiteY5867" fmla="*/ 1392366 h 6382977"/>
              <a:gd name="connsiteX5868" fmla="*/ 3858190 w 6501199"/>
              <a:gd name="connsiteY5868" fmla="*/ 1401365 h 6382977"/>
              <a:gd name="connsiteX5869" fmla="*/ 3885553 w 6501199"/>
              <a:gd name="connsiteY5869" fmla="*/ 1408204 h 6382977"/>
              <a:gd name="connsiteX5870" fmla="*/ 3881233 w 6501199"/>
              <a:gd name="connsiteY5870" fmla="*/ 1394526 h 6382977"/>
              <a:gd name="connsiteX5871" fmla="*/ 3888073 w 6501199"/>
              <a:gd name="connsiteY5871" fmla="*/ 1392366 h 6382977"/>
              <a:gd name="connsiteX5872" fmla="*/ 3903915 w 6501199"/>
              <a:gd name="connsiteY5872" fmla="*/ 1390206 h 6382977"/>
              <a:gd name="connsiteX5873" fmla="*/ 3915436 w 6501199"/>
              <a:gd name="connsiteY5873" fmla="*/ 1396685 h 6382977"/>
              <a:gd name="connsiteX5874" fmla="*/ 3890233 w 6501199"/>
              <a:gd name="connsiteY5874" fmla="*/ 1412883 h 6382977"/>
              <a:gd name="connsiteX5875" fmla="*/ 3908595 w 6501199"/>
              <a:gd name="connsiteY5875" fmla="*/ 1417202 h 6382977"/>
              <a:gd name="connsiteX5876" fmla="*/ 3938119 w 6501199"/>
              <a:gd name="connsiteY5876" fmla="*/ 1437719 h 6382977"/>
              <a:gd name="connsiteX5877" fmla="*/ 3983483 w 6501199"/>
              <a:gd name="connsiteY5877" fmla="*/ 1430880 h 6382977"/>
              <a:gd name="connsiteX5878" fmla="*/ 4001845 w 6501199"/>
              <a:gd name="connsiteY5878" fmla="*/ 1435560 h 6382977"/>
              <a:gd name="connsiteX5879" fmla="*/ 3992484 w 6501199"/>
              <a:gd name="connsiteY5879" fmla="*/ 1421882 h 6382977"/>
              <a:gd name="connsiteX5880" fmla="*/ 3988164 w 6501199"/>
              <a:gd name="connsiteY5880" fmla="*/ 1433040 h 6382977"/>
              <a:gd name="connsiteX5881" fmla="*/ 4004006 w 6501199"/>
              <a:gd name="connsiteY5881" fmla="*/ 1428721 h 6382977"/>
              <a:gd name="connsiteX5882" fmla="*/ 4056211 w 6501199"/>
              <a:gd name="connsiteY5882" fmla="*/ 1433040 h 6382977"/>
              <a:gd name="connsiteX5883" fmla="*/ 4047210 w 6501199"/>
              <a:gd name="connsiteY5883" fmla="*/ 1424041 h 6382977"/>
              <a:gd name="connsiteX5884" fmla="*/ 4095095 w 6501199"/>
              <a:gd name="connsiteY5884" fmla="*/ 1410363 h 6382977"/>
              <a:gd name="connsiteX5885" fmla="*/ 4135779 w 6501199"/>
              <a:gd name="connsiteY5885" fmla="*/ 1399205 h 6382977"/>
              <a:gd name="connsiteX5886" fmla="*/ 4131459 w 6501199"/>
              <a:gd name="connsiteY5886" fmla="*/ 1396685 h 6382977"/>
              <a:gd name="connsiteX5887" fmla="*/ 4226869 w 6501199"/>
              <a:gd name="connsiteY5887" fmla="*/ 1339814 h 6382977"/>
              <a:gd name="connsiteX5888" fmla="*/ 4233710 w 6501199"/>
              <a:gd name="connsiteY5888" fmla="*/ 1353492 h 6382977"/>
              <a:gd name="connsiteX5889" fmla="*/ 4236230 w 6501199"/>
              <a:gd name="connsiteY5889" fmla="*/ 1337654 h 6382977"/>
              <a:gd name="connsiteX5890" fmla="*/ 4265753 w 6501199"/>
              <a:gd name="connsiteY5890" fmla="*/ 1319657 h 6382977"/>
              <a:gd name="connsiteX5891" fmla="*/ 4297437 w 6501199"/>
              <a:gd name="connsiteY5891" fmla="*/ 1294460 h 6382977"/>
              <a:gd name="connsiteX5892" fmla="*/ 4302117 w 6501199"/>
              <a:gd name="connsiteY5892" fmla="*/ 1299139 h 6382977"/>
              <a:gd name="connsiteX5893" fmla="*/ 4308958 w 6501199"/>
              <a:gd name="connsiteY5893" fmla="*/ 1299139 h 6382977"/>
              <a:gd name="connsiteX5894" fmla="*/ 4326959 w 6501199"/>
              <a:gd name="connsiteY5894" fmla="*/ 1262785 h 6382977"/>
              <a:gd name="connsiteX5895" fmla="*/ 4340641 w 6501199"/>
              <a:gd name="connsiteY5895" fmla="*/ 1273943 h 6382977"/>
              <a:gd name="connsiteX5896" fmla="*/ 4345321 w 6501199"/>
              <a:gd name="connsiteY5896" fmla="*/ 1267104 h 6382977"/>
              <a:gd name="connsiteX5897" fmla="*/ 4333800 w 6501199"/>
              <a:gd name="connsiteY5897" fmla="*/ 1255946 h 6382977"/>
              <a:gd name="connsiteX5898" fmla="*/ 4365844 w 6501199"/>
              <a:gd name="connsiteY5898" fmla="*/ 1242268 h 6382977"/>
              <a:gd name="connsiteX5899" fmla="*/ 4379525 w 6501199"/>
              <a:gd name="connsiteY5899" fmla="*/ 1251266 h 6382977"/>
              <a:gd name="connsiteX5900" fmla="*/ 4393207 w 6501199"/>
              <a:gd name="connsiteY5900" fmla="*/ 1235429 h 6382977"/>
              <a:gd name="connsiteX5901" fmla="*/ 4400047 w 6501199"/>
              <a:gd name="connsiteY5901" fmla="*/ 1251266 h 6382977"/>
              <a:gd name="connsiteX5902" fmla="*/ 4445412 w 6501199"/>
              <a:gd name="connsiteY5902" fmla="*/ 1214912 h 6382977"/>
              <a:gd name="connsiteX5903" fmla="*/ 4452253 w 6501199"/>
              <a:gd name="connsiteY5903" fmla="*/ 1232909 h 6382977"/>
              <a:gd name="connsiteX5904" fmla="*/ 4477095 w 6501199"/>
              <a:gd name="connsiteY5904" fmla="*/ 1194395 h 6382977"/>
              <a:gd name="connsiteX5905" fmla="*/ 4470255 w 6501199"/>
              <a:gd name="connsiteY5905" fmla="*/ 1185396 h 6382977"/>
              <a:gd name="connsiteX5906" fmla="*/ 4495457 w 6501199"/>
              <a:gd name="connsiteY5906" fmla="*/ 1155880 h 6382977"/>
              <a:gd name="connsiteX5907" fmla="*/ 4554503 w 6501199"/>
              <a:gd name="connsiteY5907" fmla="*/ 1135363 h 6382977"/>
              <a:gd name="connsiteX5908" fmla="*/ 4558539 w 6501199"/>
              <a:gd name="connsiteY5908" fmla="*/ 1119306 h 6382977"/>
              <a:gd name="connsiteX5909" fmla="*/ 4554193 w 6501199"/>
              <a:gd name="connsiteY5909" fmla="*/ 1117418 h 6382977"/>
              <a:gd name="connsiteX5910" fmla="*/ 4544480 w 6501199"/>
              <a:gd name="connsiteY5910" fmla="*/ 1111794 h 6382977"/>
              <a:gd name="connsiteX5911" fmla="*/ 4526134 w 6501199"/>
              <a:gd name="connsiteY5911" fmla="*/ 1129937 h 6382977"/>
              <a:gd name="connsiteX5912" fmla="*/ 4542322 w 6501199"/>
              <a:gd name="connsiteY5912" fmla="*/ 1079500 h 6382977"/>
              <a:gd name="connsiteX5913" fmla="*/ 4558150 w 6501199"/>
              <a:gd name="connsiteY5913" fmla="*/ 1081677 h 6382977"/>
              <a:gd name="connsiteX5914" fmla="*/ 4560309 w 6501199"/>
              <a:gd name="connsiteY5914" fmla="*/ 1100183 h 6382977"/>
              <a:gd name="connsiteX5915" fmla="*/ 4553474 w 6501199"/>
              <a:gd name="connsiteY5915" fmla="*/ 1091111 h 6382977"/>
              <a:gd name="connsiteX5916" fmla="*/ 4537646 w 6501199"/>
              <a:gd name="connsiteY5916" fmla="*/ 1088571 h 6382977"/>
              <a:gd name="connsiteX5917" fmla="*/ 4542322 w 6501199"/>
              <a:gd name="connsiteY5917" fmla="*/ 1104900 h 6382977"/>
              <a:gd name="connsiteX5918" fmla="*/ 4558915 w 6501199"/>
              <a:gd name="connsiteY5918" fmla="*/ 1107984 h 6382977"/>
              <a:gd name="connsiteX5919" fmla="*/ 4562676 w 6501199"/>
              <a:gd name="connsiteY5919" fmla="*/ 1114869 h 6382977"/>
              <a:gd name="connsiteX5920" fmla="*/ 4577186 w 6501199"/>
              <a:gd name="connsiteY5920" fmla="*/ 1105848 h 6382977"/>
              <a:gd name="connsiteX5921" fmla="*/ 4570705 w 6501199"/>
              <a:gd name="connsiteY5921" fmla="*/ 1094329 h 6382977"/>
              <a:gd name="connsiteX5922" fmla="*/ 4581867 w 6501199"/>
              <a:gd name="connsiteY5922" fmla="*/ 1096489 h 6382977"/>
              <a:gd name="connsiteX5923" fmla="*/ 4577186 w 6501199"/>
              <a:gd name="connsiteY5923" fmla="*/ 1085331 h 6382977"/>
              <a:gd name="connsiteX5924" fmla="*/ 4572865 w 6501199"/>
              <a:gd name="connsiteY5924" fmla="*/ 1087490 h 6382977"/>
              <a:gd name="connsiteX5925" fmla="*/ 4576196 w 6501199"/>
              <a:gd name="connsiteY5925" fmla="*/ 1069583 h 6382977"/>
              <a:gd name="connsiteX5926" fmla="*/ 4581096 w 6501199"/>
              <a:gd name="connsiteY5926" fmla="*/ 1061873 h 6382977"/>
              <a:gd name="connsiteX5927" fmla="*/ 4565466 w 6501199"/>
              <a:gd name="connsiteY5927" fmla="*/ 1060420 h 6382977"/>
              <a:gd name="connsiteX5928" fmla="*/ 4554370 w 6501199"/>
              <a:gd name="connsiteY5928" fmla="*/ 1053124 h 6382977"/>
              <a:gd name="connsiteX5929" fmla="*/ 4545421 w 6501199"/>
              <a:gd name="connsiteY5929" fmla="*/ 1075962 h 6382977"/>
              <a:gd name="connsiteX5930" fmla="*/ 4549716 w 6501199"/>
              <a:gd name="connsiteY5930" fmla="*/ 1046237 h 6382977"/>
              <a:gd name="connsiteX5931" fmla="*/ 4559023 w 6501199"/>
              <a:gd name="connsiteY5931" fmla="*/ 1053124 h 6382977"/>
              <a:gd name="connsiteX5932" fmla="*/ 4574774 w 6501199"/>
              <a:gd name="connsiteY5932" fmla="*/ 1044062 h 6382977"/>
              <a:gd name="connsiteX5933" fmla="*/ 4552222 w 6501199"/>
              <a:gd name="connsiteY5933" fmla="*/ 1044062 h 6382977"/>
              <a:gd name="connsiteX5934" fmla="*/ 4583723 w 6501199"/>
              <a:gd name="connsiteY5934" fmla="*/ 1034999 h 6382977"/>
              <a:gd name="connsiteX5935" fmla="*/ 4578538 w 6501199"/>
              <a:gd name="connsiteY5935" fmla="*/ 1054625 h 6382977"/>
              <a:gd name="connsiteX5936" fmla="*/ 4583276 w 6501199"/>
              <a:gd name="connsiteY5936" fmla="*/ 1058442 h 6382977"/>
              <a:gd name="connsiteX5937" fmla="*/ 4586547 w 6501199"/>
              <a:gd name="connsiteY5937" fmla="*/ 1053295 h 6382977"/>
              <a:gd name="connsiteX5938" fmla="*/ 4587511 w 6501199"/>
              <a:gd name="connsiteY5938" fmla="*/ 1061853 h 6382977"/>
              <a:gd name="connsiteX5939" fmla="*/ 4588376 w 6501199"/>
              <a:gd name="connsiteY5939" fmla="*/ 1062550 h 6382977"/>
              <a:gd name="connsiteX5940" fmla="*/ 4587581 w 6501199"/>
              <a:gd name="connsiteY5940" fmla="*/ 1062476 h 6382977"/>
              <a:gd name="connsiteX5941" fmla="*/ 4588482 w 6501199"/>
              <a:gd name="connsiteY5941" fmla="*/ 1070483 h 6382977"/>
              <a:gd name="connsiteX5942" fmla="*/ 4575026 w 6501199"/>
              <a:gd name="connsiteY5942" fmla="*/ 1080651 h 6382977"/>
              <a:gd name="connsiteX5943" fmla="*/ 4581867 w 6501199"/>
              <a:gd name="connsiteY5943" fmla="*/ 1087490 h 6382977"/>
              <a:gd name="connsiteX5944" fmla="*/ 4593388 w 6501199"/>
              <a:gd name="connsiteY5944" fmla="*/ 1075972 h 6382977"/>
              <a:gd name="connsiteX5945" fmla="*/ 4618231 w 6501199"/>
              <a:gd name="connsiteY5945" fmla="*/ 1069133 h 6382977"/>
              <a:gd name="connsiteX5946" fmla="*/ 4602389 w 6501199"/>
              <a:gd name="connsiteY5946" fmla="*/ 1053295 h 6382977"/>
              <a:gd name="connsiteX5947" fmla="*/ 4647753 w 6501199"/>
              <a:gd name="connsiteY5947" fmla="*/ 1030618 h 6382977"/>
              <a:gd name="connsiteX5948" fmla="*/ 4668275 w 6501199"/>
              <a:gd name="connsiteY5948" fmla="*/ 987425 h 6382977"/>
              <a:gd name="connsiteX5949" fmla="*/ 4688798 w 6501199"/>
              <a:gd name="connsiteY5949" fmla="*/ 989584 h 6382977"/>
              <a:gd name="connsiteX5950" fmla="*/ 4681957 w 6501199"/>
              <a:gd name="connsiteY5950" fmla="*/ 1010101 h 6382977"/>
              <a:gd name="connsiteX5951" fmla="*/ 4700319 w 6501199"/>
              <a:gd name="connsiteY5951" fmla="*/ 1005782 h 6382977"/>
              <a:gd name="connsiteX5952" fmla="*/ 4695639 w 6501199"/>
              <a:gd name="connsiteY5952" fmla="*/ 996423 h 6382977"/>
              <a:gd name="connsiteX5953" fmla="*/ 4711481 w 6501199"/>
              <a:gd name="connsiteY5953" fmla="*/ 1005782 h 6382977"/>
              <a:gd name="connsiteX5954" fmla="*/ 4711481 w 6501199"/>
              <a:gd name="connsiteY5954" fmla="*/ 1066973 h 6382977"/>
              <a:gd name="connsiteX5955" fmla="*/ 4723001 w 6501199"/>
              <a:gd name="connsiteY5955" fmla="*/ 1046456 h 6382977"/>
              <a:gd name="connsiteX5956" fmla="*/ 4709320 w 6501199"/>
              <a:gd name="connsiteY5956" fmla="*/ 1048976 h 6382977"/>
              <a:gd name="connsiteX5957" fmla="*/ 4709320 w 6501199"/>
              <a:gd name="connsiteY5957" fmla="*/ 1039617 h 6382977"/>
              <a:gd name="connsiteX5958" fmla="*/ 4732003 w 6501199"/>
              <a:gd name="connsiteY5958" fmla="*/ 1042137 h 6382977"/>
              <a:gd name="connsiteX5959" fmla="*/ 4729842 w 6501199"/>
              <a:gd name="connsiteY5959" fmla="*/ 1053295 h 6382977"/>
              <a:gd name="connsiteX5960" fmla="*/ 4737887 w 6501199"/>
              <a:gd name="connsiteY5960" fmla="*/ 1053625 h 6382977"/>
              <a:gd name="connsiteX5961" fmla="*/ 4744856 w 6501199"/>
              <a:gd name="connsiteY5961" fmla="*/ 1036845 h 6382977"/>
              <a:gd name="connsiteX5962" fmla="*/ 4744232 w 6501199"/>
              <a:gd name="connsiteY5962" fmla="*/ 1019030 h 6382977"/>
              <a:gd name="connsiteX5963" fmla="*/ 4769179 w 6501199"/>
              <a:gd name="connsiteY5963" fmla="*/ 1009650 h 6382977"/>
              <a:gd name="connsiteX5964" fmla="*/ 4751004 w 6501199"/>
              <a:gd name="connsiteY5964" fmla="*/ 1032380 h 6382977"/>
              <a:gd name="connsiteX5965" fmla="*/ 4750899 w 6501199"/>
              <a:gd name="connsiteY5965" fmla="*/ 1035591 h 6382977"/>
              <a:gd name="connsiteX5966" fmla="*/ 4755175 w 6501199"/>
              <a:gd name="connsiteY5966" fmla="*/ 1037941 h 6382977"/>
              <a:gd name="connsiteX5967" fmla="*/ 4752930 w 6501199"/>
              <a:gd name="connsiteY5967" fmla="*/ 1040247 h 6382977"/>
              <a:gd name="connsiteX5968" fmla="*/ 4750474 w 6501199"/>
              <a:gd name="connsiteY5968" fmla="*/ 1048606 h 6382977"/>
              <a:gd name="connsiteX5969" fmla="*/ 4750462 w 6501199"/>
              <a:gd name="connsiteY5969" fmla="*/ 1048978 h 6382977"/>
              <a:gd name="connsiteX5970" fmla="*/ 4761824 w 6501199"/>
              <a:gd name="connsiteY5970" fmla="*/ 1049268 h 6382977"/>
              <a:gd name="connsiteX5971" fmla="*/ 4770887 w 6501199"/>
              <a:gd name="connsiteY5971" fmla="*/ 1035298 h 6382977"/>
              <a:gd name="connsiteX5972" fmla="*/ 4773047 w 6501199"/>
              <a:gd name="connsiteY5972" fmla="*/ 1066973 h 6382977"/>
              <a:gd name="connsiteX5973" fmla="*/ 4770887 w 6501199"/>
              <a:gd name="connsiteY5973" fmla="*/ 1080651 h 6382977"/>
              <a:gd name="connsiteX5974" fmla="*/ 4782048 w 6501199"/>
              <a:gd name="connsiteY5974" fmla="*/ 1110167 h 6382977"/>
              <a:gd name="connsiteX5975" fmla="*/ 4773047 w 6501199"/>
              <a:gd name="connsiteY5975" fmla="*/ 1103328 h 6382977"/>
              <a:gd name="connsiteX5976" fmla="*/ 4776962 w 6501199"/>
              <a:gd name="connsiteY5976" fmla="*/ 1120291 h 6382977"/>
              <a:gd name="connsiteX5977" fmla="*/ 4785899 w 6501199"/>
              <a:gd name="connsiteY5977" fmla="*/ 1126727 h 6382977"/>
              <a:gd name="connsiteX5978" fmla="*/ 4788468 w 6501199"/>
              <a:gd name="connsiteY5978" fmla="*/ 1120865 h 6382977"/>
              <a:gd name="connsiteX5979" fmla="*/ 4802529 w 6501199"/>
              <a:gd name="connsiteY5979" fmla="*/ 1108075 h 6382977"/>
              <a:gd name="connsiteX5980" fmla="*/ 4793458 w 6501199"/>
              <a:gd name="connsiteY5980" fmla="*/ 1128758 h 6382977"/>
              <a:gd name="connsiteX5981" fmla="*/ 4787609 w 6501199"/>
              <a:gd name="connsiteY5981" fmla="*/ 1127959 h 6382977"/>
              <a:gd name="connsiteX5982" fmla="*/ 4797889 w 6501199"/>
              <a:gd name="connsiteY5982" fmla="*/ 1135363 h 6382977"/>
              <a:gd name="connsiteX5983" fmla="*/ 4804730 w 6501199"/>
              <a:gd name="connsiteY5983" fmla="*/ 1126365 h 6382977"/>
              <a:gd name="connsiteX5984" fmla="*/ 4827773 w 6501199"/>
              <a:gd name="connsiteY5984" fmla="*/ 1151201 h 6382977"/>
              <a:gd name="connsiteX5985" fmla="*/ 4829933 w 6501199"/>
              <a:gd name="connsiteY5985" fmla="*/ 1185396 h 6382977"/>
              <a:gd name="connsiteX5986" fmla="*/ 4827773 w 6501199"/>
              <a:gd name="connsiteY5986" fmla="*/ 1230749 h 6382977"/>
              <a:gd name="connsiteX5987" fmla="*/ 4816251 w 6501199"/>
              <a:gd name="connsiteY5987" fmla="*/ 1276463 h 6382977"/>
              <a:gd name="connsiteX5988" fmla="*/ 4821104 w 6501199"/>
              <a:gd name="connsiteY5988" fmla="*/ 1273483 h 6382977"/>
              <a:gd name="connsiteX5989" fmla="*/ 4820420 w 6501199"/>
              <a:gd name="connsiteY5989" fmla="*/ 1271903 h 6382977"/>
              <a:gd name="connsiteX5990" fmla="*/ 4827713 w 6501199"/>
              <a:gd name="connsiteY5990" fmla="*/ 1264030 h 6382977"/>
              <a:gd name="connsiteX5991" fmla="*/ 4831952 w 6501199"/>
              <a:gd name="connsiteY5991" fmla="*/ 1264855 h 6382977"/>
              <a:gd name="connsiteX5992" fmla="*/ 4836773 w 6501199"/>
              <a:gd name="connsiteY5992" fmla="*/ 1253426 h 6382977"/>
              <a:gd name="connsiteX5993" fmla="*/ 4841094 w 6501199"/>
              <a:gd name="connsiteY5993" fmla="*/ 1271783 h 6382977"/>
              <a:gd name="connsiteX5994" fmla="*/ 4854775 w 6501199"/>
              <a:gd name="connsiteY5994" fmla="*/ 1285461 h 6382977"/>
              <a:gd name="connsiteX5995" fmla="*/ 4875297 w 6501199"/>
              <a:gd name="connsiteY5995" fmla="*/ 1255946 h 6382977"/>
              <a:gd name="connsiteX5996" fmla="*/ 4866297 w 6501199"/>
              <a:gd name="connsiteY5996" fmla="*/ 1312818 h 6382977"/>
              <a:gd name="connsiteX5997" fmla="*/ 4857295 w 6501199"/>
              <a:gd name="connsiteY5997" fmla="*/ 1339814 h 6382977"/>
              <a:gd name="connsiteX5998" fmla="*/ 4854775 w 6501199"/>
              <a:gd name="connsiteY5998" fmla="*/ 1376528 h 6382977"/>
              <a:gd name="connsiteX5999" fmla="*/ 4795729 w 6501199"/>
              <a:gd name="connsiteY5999" fmla="*/ 1501430 h 6382977"/>
              <a:gd name="connsiteX6000" fmla="*/ 4807251 w 6501199"/>
              <a:gd name="connsiteY6000" fmla="*/ 1492431 h 6382977"/>
              <a:gd name="connsiteX6001" fmla="*/ 4820932 w 6501199"/>
              <a:gd name="connsiteY6001" fmla="*/ 1499270 h 6382977"/>
              <a:gd name="connsiteX6002" fmla="*/ 4793569 w 6501199"/>
              <a:gd name="connsiteY6002" fmla="*/ 1506109 h 6382977"/>
              <a:gd name="connsiteX6003" fmla="*/ 4766206 w 6501199"/>
              <a:gd name="connsiteY6003" fmla="*/ 1571980 h 6382977"/>
              <a:gd name="connsiteX6004" fmla="*/ 4761525 w 6501199"/>
              <a:gd name="connsiteY6004" fmla="*/ 1587818 h 6382977"/>
              <a:gd name="connsiteX6005" fmla="*/ 4734523 w 6501199"/>
              <a:gd name="connsiteY6005" fmla="*/ 1624172 h 6382977"/>
              <a:gd name="connsiteX6006" fmla="*/ 4784208 w 6501199"/>
              <a:gd name="connsiteY6006" fmla="*/ 1601496 h 6382977"/>
              <a:gd name="connsiteX6007" fmla="*/ 4749121 w 6501199"/>
              <a:gd name="connsiteY6007" fmla="*/ 1653935 h 6382977"/>
              <a:gd name="connsiteX6008" fmla="*/ 4744285 w 6501199"/>
              <a:gd name="connsiteY6008" fmla="*/ 1666011 h 6382977"/>
              <a:gd name="connsiteX6009" fmla="*/ 4748827 w 6501199"/>
              <a:gd name="connsiteY6009" fmla="*/ 1670769 h 6382977"/>
              <a:gd name="connsiteX6010" fmla="*/ 4729285 w 6501199"/>
              <a:gd name="connsiteY6010" fmla="*/ 1687149 h 6382977"/>
              <a:gd name="connsiteX6011" fmla="*/ 4731410 w 6501199"/>
              <a:gd name="connsiteY6011" fmla="*/ 1680267 h 6382977"/>
              <a:gd name="connsiteX6012" fmla="*/ 4709320 w 6501199"/>
              <a:gd name="connsiteY6012" fmla="*/ 1694227 h 6382977"/>
              <a:gd name="connsiteX6013" fmla="*/ 4684117 w 6501199"/>
              <a:gd name="connsiteY6013" fmla="*/ 1717759 h 6382977"/>
              <a:gd name="connsiteX6014" fmla="*/ 4711481 w 6501199"/>
              <a:gd name="connsiteY6014" fmla="*/ 1717759 h 6382977"/>
              <a:gd name="connsiteX6015" fmla="*/ 4702479 w 6501199"/>
              <a:gd name="connsiteY6015" fmla="*/ 1731077 h 6382977"/>
              <a:gd name="connsiteX6016" fmla="*/ 4696137 w 6501199"/>
              <a:gd name="connsiteY6016" fmla="*/ 1728970 h 6382977"/>
              <a:gd name="connsiteX6017" fmla="*/ 4684673 w 6501199"/>
              <a:gd name="connsiteY6017" fmla="*/ 1744540 h 6382977"/>
              <a:gd name="connsiteX6018" fmla="*/ 4671518 w 6501199"/>
              <a:gd name="connsiteY6018" fmla="*/ 1758587 h 6382977"/>
              <a:gd name="connsiteX6019" fmla="*/ 4666572 w 6501199"/>
              <a:gd name="connsiteY6019" fmla="*/ 1747872 h 6382977"/>
              <a:gd name="connsiteX6020" fmla="*/ 4659185 w 6501199"/>
              <a:gd name="connsiteY6020" fmla="*/ 1753124 h 6382977"/>
              <a:gd name="connsiteX6021" fmla="*/ 4634072 w 6501199"/>
              <a:gd name="connsiteY6021" fmla="*/ 1778950 h 6382977"/>
              <a:gd name="connsiteX6022" fmla="*/ 4629751 w 6501199"/>
              <a:gd name="connsiteY6022" fmla="*/ 1772111 h 6382977"/>
              <a:gd name="connsiteX6023" fmla="*/ 4547663 w 6501199"/>
              <a:gd name="connsiteY6023" fmla="*/ 1819984 h 6382977"/>
              <a:gd name="connsiteX6024" fmla="*/ 4468095 w 6501199"/>
              <a:gd name="connsiteY6024" fmla="*/ 1860658 h 6382977"/>
              <a:gd name="connsiteX6025" fmla="*/ 4340641 w 6501199"/>
              <a:gd name="connsiteY6025" fmla="*/ 1920049 h 6382977"/>
              <a:gd name="connsiteX6026" fmla="*/ 4356483 w 6501199"/>
              <a:gd name="connsiteY6026" fmla="*/ 1933727 h 6382977"/>
              <a:gd name="connsiteX6027" fmla="*/ 4317959 w 6501199"/>
              <a:gd name="connsiteY6027" fmla="*/ 1954244 h 6382977"/>
              <a:gd name="connsiteX6028" fmla="*/ 4322639 w 6501199"/>
              <a:gd name="connsiteY6028" fmla="*/ 1944886 h 6382977"/>
              <a:gd name="connsiteX6029" fmla="*/ 4308958 w 6501199"/>
              <a:gd name="connsiteY6029" fmla="*/ 1947405 h 6382977"/>
              <a:gd name="connsiteX6030" fmla="*/ 4311118 w 6501199"/>
              <a:gd name="connsiteY6030" fmla="*/ 1956404 h 6382977"/>
              <a:gd name="connsiteX6031" fmla="*/ 4160982 w 6501199"/>
              <a:gd name="connsiteY6031" fmla="*/ 2008596 h 6382977"/>
              <a:gd name="connsiteX6032" fmla="*/ 4224709 w 6501199"/>
              <a:gd name="connsiteY6032" fmla="*/ 2011116 h 6382977"/>
              <a:gd name="connsiteX6033" fmla="*/ 4188345 w 6501199"/>
              <a:gd name="connsiteY6033" fmla="*/ 2022274 h 6382977"/>
              <a:gd name="connsiteX6034" fmla="*/ 4215708 w 6501199"/>
              <a:gd name="connsiteY6034" fmla="*/ 2013276 h 6382977"/>
              <a:gd name="connsiteX6035" fmla="*/ 4220028 w 6501199"/>
              <a:gd name="connsiteY6035" fmla="*/ 2024434 h 6382977"/>
              <a:gd name="connsiteX6036" fmla="*/ 4233710 w 6501199"/>
              <a:gd name="connsiteY6036" fmla="*/ 2015435 h 6382977"/>
              <a:gd name="connsiteX6037" fmla="*/ 4231549 w 6501199"/>
              <a:gd name="connsiteY6037" fmla="*/ 1992759 h 6382977"/>
              <a:gd name="connsiteX6038" fmla="*/ 4256392 w 6501199"/>
              <a:gd name="connsiteY6038" fmla="*/ 1999598 h 6382977"/>
              <a:gd name="connsiteX6039" fmla="*/ 4272594 w 6501199"/>
              <a:gd name="connsiteY6039" fmla="*/ 1985920 h 6382977"/>
              <a:gd name="connsiteX6040" fmla="*/ 4272594 w 6501199"/>
              <a:gd name="connsiteY6040" fmla="*/ 2001757 h 6382977"/>
              <a:gd name="connsiteX6041" fmla="*/ 4283755 w 6501199"/>
              <a:gd name="connsiteY6041" fmla="*/ 1992759 h 6382977"/>
              <a:gd name="connsiteX6042" fmla="*/ 4274754 w 6501199"/>
              <a:gd name="connsiteY6042" fmla="*/ 1981600 h 6382977"/>
              <a:gd name="connsiteX6043" fmla="*/ 4313278 w 6501199"/>
              <a:gd name="connsiteY6043" fmla="*/ 1967922 h 6382977"/>
              <a:gd name="connsiteX6044" fmla="*/ 4320119 w 6501199"/>
              <a:gd name="connsiteY6044" fmla="*/ 1983760 h 6382977"/>
              <a:gd name="connsiteX6045" fmla="*/ 4324799 w 6501199"/>
              <a:gd name="connsiteY6045" fmla="*/ 1977731 h 6382977"/>
              <a:gd name="connsiteX6046" fmla="*/ 4325405 w 6501199"/>
              <a:gd name="connsiteY6046" fmla="*/ 1976741 h 6382977"/>
              <a:gd name="connsiteX6047" fmla="*/ 4377410 w 6501199"/>
              <a:gd name="connsiteY6047" fmla="*/ 1961308 h 6382977"/>
              <a:gd name="connsiteX6048" fmla="*/ 4424890 w 6501199"/>
              <a:gd name="connsiteY6048" fmla="*/ 1940566 h 6382977"/>
              <a:gd name="connsiteX6049" fmla="*/ 4515979 w 6501199"/>
              <a:gd name="connsiteY6049" fmla="*/ 1894853 h 6382977"/>
              <a:gd name="connsiteX6050" fmla="*/ 4513459 w 6501199"/>
              <a:gd name="connsiteY6050" fmla="*/ 1883695 h 6382977"/>
              <a:gd name="connsiteX6051" fmla="*/ 4545503 w 6501199"/>
              <a:gd name="connsiteY6051" fmla="*/ 1876856 h 6382977"/>
              <a:gd name="connsiteX6052" fmla="*/ 4568185 w 6501199"/>
              <a:gd name="connsiteY6052" fmla="*/ 1847340 h 6382977"/>
              <a:gd name="connsiteX6053" fmla="*/ 4588707 w 6501199"/>
              <a:gd name="connsiteY6053" fmla="*/ 1847340 h 6382977"/>
              <a:gd name="connsiteX6054" fmla="*/ 4586547 w 6501199"/>
              <a:gd name="connsiteY6054" fmla="*/ 1828983 h 6382977"/>
              <a:gd name="connsiteX6055" fmla="*/ 4622911 w 6501199"/>
              <a:gd name="connsiteY6055" fmla="*/ 1808466 h 6382977"/>
              <a:gd name="connsiteX6056" fmla="*/ 4663955 w 6501199"/>
              <a:gd name="connsiteY6056" fmla="*/ 1799467 h 6382977"/>
              <a:gd name="connsiteX6057" fmla="*/ 4661435 w 6501199"/>
              <a:gd name="connsiteY6057" fmla="*/ 1776790 h 6382977"/>
              <a:gd name="connsiteX6058" fmla="*/ 4670796 w 6501199"/>
              <a:gd name="connsiteY6058" fmla="*/ 1785789 h 6382977"/>
              <a:gd name="connsiteX6059" fmla="*/ 4729842 w 6501199"/>
              <a:gd name="connsiteY6059" fmla="*/ 1728917 h 6382977"/>
              <a:gd name="connsiteX6060" fmla="*/ 4766206 w 6501199"/>
              <a:gd name="connsiteY6060" fmla="*/ 1701561 h 6382977"/>
              <a:gd name="connsiteX6061" fmla="*/ 4768118 w 6501199"/>
              <a:gd name="connsiteY6061" fmla="*/ 1698929 h 6382977"/>
              <a:gd name="connsiteX6062" fmla="*/ 4766408 w 6501199"/>
              <a:gd name="connsiteY6062" fmla="*/ 1696857 h 6382977"/>
              <a:gd name="connsiteX6063" fmla="*/ 4767835 w 6501199"/>
              <a:gd name="connsiteY6063" fmla="*/ 1682750 h 6382977"/>
              <a:gd name="connsiteX6064" fmla="*/ 4774711 w 6501199"/>
              <a:gd name="connsiteY6064" fmla="*/ 1689855 h 6382977"/>
              <a:gd name="connsiteX6065" fmla="*/ 4791049 w 6501199"/>
              <a:gd name="connsiteY6065" fmla="*/ 1667366 h 6382977"/>
              <a:gd name="connsiteX6066" fmla="*/ 4809411 w 6501199"/>
              <a:gd name="connsiteY6066" fmla="*/ 1667366 h 6382977"/>
              <a:gd name="connsiteX6067" fmla="*/ 4971068 w 6501199"/>
              <a:gd name="connsiteY6067" fmla="*/ 1439879 h 6382977"/>
              <a:gd name="connsiteX6068" fmla="*/ 4877458 w 6501199"/>
              <a:gd name="connsiteY6068" fmla="*/ 1596816 h 6382977"/>
              <a:gd name="connsiteX6069" fmla="*/ 4817826 w 6501199"/>
              <a:gd name="connsiteY6069" fmla="*/ 1664036 h 6382977"/>
              <a:gd name="connsiteX6070" fmla="*/ 4777761 w 6501199"/>
              <a:gd name="connsiteY6070" fmla="*/ 1698125 h 6382977"/>
              <a:gd name="connsiteX6071" fmla="*/ 4776753 w 6501199"/>
              <a:gd name="connsiteY6071" fmla="*/ 1709386 h 6382977"/>
              <a:gd name="connsiteX6072" fmla="*/ 4771708 w 6501199"/>
              <a:gd name="connsiteY6072" fmla="*/ 1703276 h 6382977"/>
              <a:gd name="connsiteX6073" fmla="*/ 4762374 w 6501199"/>
              <a:gd name="connsiteY6073" fmla="*/ 1711217 h 6382977"/>
              <a:gd name="connsiteX6074" fmla="*/ 4763233 w 6501199"/>
              <a:gd name="connsiteY6074" fmla="*/ 1720481 h 6382977"/>
              <a:gd name="connsiteX6075" fmla="*/ 4765933 w 6501199"/>
              <a:gd name="connsiteY6075" fmla="*/ 1730502 h 6382977"/>
              <a:gd name="connsiteX6076" fmla="*/ 4762947 w 6501199"/>
              <a:gd name="connsiteY6076" fmla="*/ 1731094 h 6382977"/>
              <a:gd name="connsiteX6077" fmla="*/ 4766206 w 6501199"/>
              <a:gd name="connsiteY6077" fmla="*/ 1737916 h 6382977"/>
              <a:gd name="connsiteX6078" fmla="*/ 4743523 w 6501199"/>
              <a:gd name="connsiteY6078" fmla="*/ 1744755 h 6382977"/>
              <a:gd name="connsiteX6079" fmla="*/ 4718321 w 6501199"/>
              <a:gd name="connsiteY6079" fmla="*/ 1758433 h 6382977"/>
              <a:gd name="connsiteX6080" fmla="*/ 4727322 w 6501199"/>
              <a:gd name="connsiteY6080" fmla="*/ 1765272 h 6382977"/>
              <a:gd name="connsiteX6081" fmla="*/ 4704639 w 6501199"/>
              <a:gd name="connsiteY6081" fmla="*/ 1778950 h 6382977"/>
              <a:gd name="connsiteX6082" fmla="*/ 4690958 w 6501199"/>
              <a:gd name="connsiteY6082" fmla="*/ 1806306 h 6382977"/>
              <a:gd name="connsiteX6083" fmla="*/ 4684117 w 6501199"/>
              <a:gd name="connsiteY6083" fmla="*/ 1797307 h 6382977"/>
              <a:gd name="connsiteX6084" fmla="*/ 4622911 w 6501199"/>
              <a:gd name="connsiteY6084" fmla="*/ 1837981 h 6382977"/>
              <a:gd name="connsiteX6085" fmla="*/ 4643433 w 6501199"/>
              <a:gd name="connsiteY6085" fmla="*/ 1856339 h 6382977"/>
              <a:gd name="connsiteX6086" fmla="*/ 4618231 w 6501199"/>
              <a:gd name="connsiteY6086" fmla="*/ 1844820 h 6382977"/>
              <a:gd name="connsiteX6087" fmla="*/ 4563865 w 6501199"/>
              <a:gd name="connsiteY6087" fmla="*/ 1888014 h 6382977"/>
              <a:gd name="connsiteX6088" fmla="*/ 4495457 w 6501199"/>
              <a:gd name="connsiteY6088" fmla="*/ 1913210 h 6382977"/>
              <a:gd name="connsiteX6089" fmla="*/ 4506979 w 6501199"/>
              <a:gd name="connsiteY6089" fmla="*/ 1915370 h 6382977"/>
              <a:gd name="connsiteX6090" fmla="*/ 4429571 w 6501199"/>
              <a:gd name="connsiteY6090" fmla="*/ 1954244 h 6382977"/>
              <a:gd name="connsiteX6091" fmla="*/ 4349642 w 6501199"/>
              <a:gd name="connsiteY6091" fmla="*/ 2001757 h 6382977"/>
              <a:gd name="connsiteX6092" fmla="*/ 4267913 w 6501199"/>
              <a:gd name="connsiteY6092" fmla="*/ 2044951 h 6382977"/>
              <a:gd name="connsiteX6093" fmla="*/ 4181504 w 6501199"/>
              <a:gd name="connsiteY6093" fmla="*/ 2074827 h 6382977"/>
              <a:gd name="connsiteX6094" fmla="*/ 4176824 w 6501199"/>
              <a:gd name="connsiteY6094" fmla="*/ 2088145 h 6382977"/>
              <a:gd name="connsiteX6095" fmla="*/ 4031368 w 6501199"/>
              <a:gd name="connsiteY6095" fmla="*/ 2136018 h 6382977"/>
              <a:gd name="connsiteX6096" fmla="*/ 4031053 w 6501199"/>
              <a:gd name="connsiteY6096" fmla="*/ 2134038 h 6382977"/>
              <a:gd name="connsiteX6097" fmla="*/ 4029177 w 6501199"/>
              <a:gd name="connsiteY6097" fmla="*/ 2122249 h 6382977"/>
              <a:gd name="connsiteX6098" fmla="*/ 4028391 w 6501199"/>
              <a:gd name="connsiteY6098" fmla="*/ 2123711 h 6382977"/>
              <a:gd name="connsiteX6099" fmla="*/ 4026927 w 6501199"/>
              <a:gd name="connsiteY6099" fmla="*/ 2121351 h 6382977"/>
              <a:gd name="connsiteX6100" fmla="*/ 3998875 w 6501199"/>
              <a:gd name="connsiteY6100" fmla="*/ 2138448 h 6382977"/>
              <a:gd name="connsiteX6101" fmla="*/ 3965121 w 6501199"/>
              <a:gd name="connsiteY6101" fmla="*/ 2149696 h 6382977"/>
              <a:gd name="connsiteX6102" fmla="*/ 3953971 w 6501199"/>
              <a:gd name="connsiteY6102" fmla="*/ 2151539 h 6382977"/>
              <a:gd name="connsiteX6103" fmla="*/ 3957655 w 6501199"/>
              <a:gd name="connsiteY6103" fmla="*/ 2152844 h 6382977"/>
              <a:gd name="connsiteX6104" fmla="*/ 3973552 w 6501199"/>
              <a:gd name="connsiteY6104" fmla="*/ 2150977 h 6382977"/>
              <a:gd name="connsiteX6105" fmla="*/ 3977365 w 6501199"/>
              <a:gd name="connsiteY6105" fmla="*/ 2150616 h 6382977"/>
              <a:gd name="connsiteX6106" fmla="*/ 3978842 w 6501199"/>
              <a:gd name="connsiteY6106" fmla="*/ 2148962 h 6382977"/>
              <a:gd name="connsiteX6107" fmla="*/ 3978092 w 6501199"/>
              <a:gd name="connsiteY6107" fmla="*/ 2150548 h 6382977"/>
              <a:gd name="connsiteX6108" fmla="*/ 3989043 w 6501199"/>
              <a:gd name="connsiteY6108" fmla="*/ 2149514 h 6382977"/>
              <a:gd name="connsiteX6109" fmla="*/ 4003522 w 6501199"/>
              <a:gd name="connsiteY6109" fmla="*/ 2156287 h 6382977"/>
              <a:gd name="connsiteX6110" fmla="*/ 4135283 w 6501199"/>
              <a:gd name="connsiteY6110" fmla="*/ 2135765 h 6382977"/>
              <a:gd name="connsiteX6111" fmla="*/ 4142123 w 6501199"/>
              <a:gd name="connsiteY6111" fmla="*/ 2147286 h 6382977"/>
              <a:gd name="connsiteX6112" fmla="*/ 4194593 w 6501199"/>
              <a:gd name="connsiteY6112" fmla="*/ 2137521 h 6382977"/>
              <a:gd name="connsiteX6113" fmla="*/ 4215963 w 6501199"/>
              <a:gd name="connsiteY6113" fmla="*/ 2135306 h 6382977"/>
              <a:gd name="connsiteX6114" fmla="*/ 4216723 w 6501199"/>
              <a:gd name="connsiteY6114" fmla="*/ 2132623 h 6382977"/>
              <a:gd name="connsiteX6115" fmla="*/ 4226729 w 6501199"/>
              <a:gd name="connsiteY6115" fmla="*/ 2131063 h 6382977"/>
              <a:gd name="connsiteX6116" fmla="*/ 4240043 w 6501199"/>
              <a:gd name="connsiteY6116" fmla="*/ 2124245 h 6382977"/>
              <a:gd name="connsiteX6117" fmla="*/ 4272083 w 6501199"/>
              <a:gd name="connsiteY6117" fmla="*/ 2133605 h 6382977"/>
              <a:gd name="connsiteX6118" fmla="*/ 4276403 w 6501199"/>
              <a:gd name="connsiteY6118" fmla="*/ 2119924 h 6382977"/>
              <a:gd name="connsiteX6119" fmla="*/ 4308444 w 6501199"/>
              <a:gd name="connsiteY6119" fmla="*/ 2117764 h 6382977"/>
              <a:gd name="connsiteX6120" fmla="*/ 4346964 w 6501199"/>
              <a:gd name="connsiteY6120" fmla="*/ 2115244 h 6382977"/>
              <a:gd name="connsiteX6121" fmla="*/ 4369644 w 6501199"/>
              <a:gd name="connsiteY6121" fmla="*/ 2104083 h 6382977"/>
              <a:gd name="connsiteX6122" fmla="*/ 4406365 w 6501199"/>
              <a:gd name="connsiteY6122" fmla="*/ 2097243 h 6382977"/>
              <a:gd name="connsiteX6123" fmla="*/ 4440205 w 6501199"/>
              <a:gd name="connsiteY6123" fmla="*/ 2085722 h 6382977"/>
              <a:gd name="connsiteX6124" fmla="*/ 4472245 w 6501199"/>
              <a:gd name="connsiteY6124" fmla="*/ 2074561 h 6382977"/>
              <a:gd name="connsiteX6125" fmla="*/ 4506445 w 6501199"/>
              <a:gd name="connsiteY6125" fmla="*/ 2067721 h 6382977"/>
              <a:gd name="connsiteX6126" fmla="*/ 4503925 w 6501199"/>
              <a:gd name="connsiteY6126" fmla="*/ 2058360 h 6382977"/>
              <a:gd name="connsiteX6127" fmla="*/ 4542806 w 6501199"/>
              <a:gd name="connsiteY6127" fmla="*/ 2051520 h 6382977"/>
              <a:gd name="connsiteX6128" fmla="*/ 4570166 w 6501199"/>
              <a:gd name="connsiteY6128" fmla="*/ 2028838 h 6382977"/>
              <a:gd name="connsiteX6129" fmla="*/ 4586006 w 6501199"/>
              <a:gd name="connsiteY6129" fmla="*/ 2040359 h 6382977"/>
              <a:gd name="connsiteX6130" fmla="*/ 4608686 w 6501199"/>
              <a:gd name="connsiteY6130" fmla="*/ 2026678 h 6382977"/>
              <a:gd name="connsiteX6131" fmla="*/ 4601846 w 6501199"/>
              <a:gd name="connsiteY6131" fmla="*/ 2017677 h 6382977"/>
              <a:gd name="connsiteX6132" fmla="*/ 4622366 w 6501199"/>
              <a:gd name="connsiteY6132" fmla="*/ 2017677 h 6382977"/>
              <a:gd name="connsiteX6133" fmla="*/ 4647207 w 6501199"/>
              <a:gd name="connsiteY6133" fmla="*/ 1992476 h 6382977"/>
              <a:gd name="connsiteX6134" fmla="*/ 4683567 w 6501199"/>
              <a:gd name="connsiteY6134" fmla="*/ 1978795 h 6382977"/>
              <a:gd name="connsiteX6135" fmla="*/ 4672407 w 6501199"/>
              <a:gd name="connsiteY6135" fmla="*/ 1969794 h 6382977"/>
              <a:gd name="connsiteX6136" fmla="*/ 4713087 w 6501199"/>
              <a:gd name="connsiteY6136" fmla="*/ 1949273 h 6382977"/>
              <a:gd name="connsiteX6137" fmla="*/ 4745127 w 6501199"/>
              <a:gd name="connsiteY6137" fmla="*/ 1917590 h 6382977"/>
              <a:gd name="connsiteX6138" fmla="*/ 4760967 w 6501199"/>
              <a:gd name="connsiteY6138" fmla="*/ 1921911 h 6382977"/>
              <a:gd name="connsiteX6139" fmla="*/ 4756647 w 6501199"/>
              <a:gd name="connsiteY6139" fmla="*/ 1899229 h 6382977"/>
              <a:gd name="connsiteX6140" fmla="*/ 4790487 w 6501199"/>
              <a:gd name="connsiteY6140" fmla="*/ 1887708 h 6382977"/>
              <a:gd name="connsiteX6141" fmla="*/ 4822528 w 6501199"/>
              <a:gd name="connsiteY6141" fmla="*/ 1842345 h 6382977"/>
              <a:gd name="connsiteX6142" fmla="*/ 4856728 w 6501199"/>
              <a:gd name="connsiteY6142" fmla="*/ 1812823 h 6382977"/>
              <a:gd name="connsiteX6143" fmla="*/ 4843048 w 6501199"/>
              <a:gd name="connsiteY6143" fmla="*/ 1803823 h 6382977"/>
              <a:gd name="connsiteX6144" fmla="*/ 4854208 w 6501199"/>
              <a:gd name="connsiteY6144" fmla="*/ 1790142 h 6382977"/>
              <a:gd name="connsiteX6145" fmla="*/ 4888408 w 6501199"/>
              <a:gd name="connsiteY6145" fmla="*/ 1749099 h 6382977"/>
              <a:gd name="connsiteX6146" fmla="*/ 4911089 w 6501199"/>
              <a:gd name="connsiteY6146" fmla="*/ 1755939 h 6382977"/>
              <a:gd name="connsiteX6147" fmla="*/ 4915769 w 6501199"/>
              <a:gd name="connsiteY6147" fmla="*/ 1699055 h 6382977"/>
              <a:gd name="connsiteX6148" fmla="*/ 4922609 w 6501199"/>
              <a:gd name="connsiteY6148" fmla="*/ 1714896 h 6382977"/>
              <a:gd name="connsiteX6149" fmla="*/ 4943129 w 6501199"/>
              <a:gd name="connsiteY6149" fmla="*/ 1717417 h 6382977"/>
              <a:gd name="connsiteX6150" fmla="*/ 4947449 w 6501199"/>
              <a:gd name="connsiteY6150" fmla="*/ 1687535 h 6382977"/>
              <a:gd name="connsiteX6151" fmla="*/ 4949969 w 6501199"/>
              <a:gd name="connsiteY6151" fmla="*/ 1701216 h 6382977"/>
              <a:gd name="connsiteX6152" fmla="*/ 4956809 w 6501199"/>
              <a:gd name="connsiteY6152" fmla="*/ 1667013 h 6382977"/>
              <a:gd name="connsiteX6153" fmla="*/ 4974809 w 6501199"/>
              <a:gd name="connsiteY6153" fmla="*/ 1664853 h 6382977"/>
              <a:gd name="connsiteX6154" fmla="*/ 4965809 w 6501199"/>
              <a:gd name="connsiteY6154" fmla="*/ 1642171 h 6382977"/>
              <a:gd name="connsiteX6155" fmla="*/ 4986329 w 6501199"/>
              <a:gd name="connsiteY6155" fmla="*/ 1601129 h 6382977"/>
              <a:gd name="connsiteX6156" fmla="*/ 4965809 w 6501199"/>
              <a:gd name="connsiteY6156" fmla="*/ 1598968 h 6382977"/>
              <a:gd name="connsiteX6157" fmla="*/ 4991009 w 6501199"/>
              <a:gd name="connsiteY6157" fmla="*/ 1592128 h 6382977"/>
              <a:gd name="connsiteX6158" fmla="*/ 4981649 w 6501199"/>
              <a:gd name="connsiteY6158" fmla="*/ 1576287 h 6382977"/>
              <a:gd name="connsiteX6159" fmla="*/ 4993169 w 6501199"/>
              <a:gd name="connsiteY6159" fmla="*/ 1585288 h 6382977"/>
              <a:gd name="connsiteX6160" fmla="*/ 5012654 w 6501199"/>
              <a:gd name="connsiteY6160" fmla="*/ 1550680 h 6382977"/>
              <a:gd name="connsiteX6161" fmla="*/ 5018238 w 6501199"/>
              <a:gd name="connsiteY6161" fmla="*/ 1523652 h 6382977"/>
              <a:gd name="connsiteX6162" fmla="*/ 5022689 w 6501199"/>
              <a:gd name="connsiteY6162" fmla="*/ 1523723 h 6382977"/>
              <a:gd name="connsiteX6163" fmla="*/ 5034209 w 6501199"/>
              <a:gd name="connsiteY6163" fmla="*/ 1476200 h 6382977"/>
              <a:gd name="connsiteX6164" fmla="*/ 5040689 w 6501199"/>
              <a:gd name="connsiteY6164" fmla="*/ 1466839 h 6382977"/>
              <a:gd name="connsiteX6165" fmla="*/ 5052209 w 6501199"/>
              <a:gd name="connsiteY6165" fmla="*/ 1469360 h 6382977"/>
              <a:gd name="connsiteX6166" fmla="*/ 5045369 w 6501199"/>
              <a:gd name="connsiteY6166" fmla="*/ 1453519 h 6382977"/>
              <a:gd name="connsiteX6167" fmla="*/ 5038529 w 6501199"/>
              <a:gd name="connsiteY6167" fmla="*/ 1464679 h 6382977"/>
              <a:gd name="connsiteX6168" fmla="*/ 5052209 w 6501199"/>
              <a:gd name="connsiteY6168" fmla="*/ 1439478 h 6382977"/>
              <a:gd name="connsiteX6169" fmla="*/ 5063730 w 6501199"/>
              <a:gd name="connsiteY6169" fmla="*/ 1423636 h 6382977"/>
              <a:gd name="connsiteX6170" fmla="*/ 5072730 w 6501199"/>
              <a:gd name="connsiteY6170" fmla="*/ 1432637 h 6382977"/>
              <a:gd name="connsiteX6171" fmla="*/ 5079570 w 6501199"/>
              <a:gd name="connsiteY6171" fmla="*/ 1382954 h 6382977"/>
              <a:gd name="connsiteX6172" fmla="*/ 5093250 w 6501199"/>
              <a:gd name="connsiteY6172" fmla="*/ 1385114 h 6382977"/>
              <a:gd name="connsiteX6173" fmla="*/ 5093250 w 6501199"/>
              <a:gd name="connsiteY6173" fmla="*/ 1371433 h 6382977"/>
              <a:gd name="connsiteX6174" fmla="*/ 5079570 w 6501199"/>
              <a:gd name="connsiteY6174" fmla="*/ 1369273 h 6382977"/>
              <a:gd name="connsiteX6175" fmla="*/ 5093250 w 6501199"/>
              <a:gd name="connsiteY6175" fmla="*/ 1348751 h 6382977"/>
              <a:gd name="connsiteX6176" fmla="*/ 5083170 w 6501199"/>
              <a:gd name="connsiteY6176" fmla="*/ 1348976 h 6382977"/>
              <a:gd name="connsiteX6177" fmla="*/ 5082085 w 6501199"/>
              <a:gd name="connsiteY6177" fmla="*/ 1348330 h 6382977"/>
              <a:gd name="connsiteX6178" fmla="*/ 5076844 w 6501199"/>
              <a:gd name="connsiteY6178" fmla="*/ 1358537 h 6382977"/>
              <a:gd name="connsiteX6179" fmla="*/ 5076800 w 6501199"/>
              <a:gd name="connsiteY6179" fmla="*/ 1334951 h 6382977"/>
              <a:gd name="connsiteX6180" fmla="*/ 5078858 w 6501199"/>
              <a:gd name="connsiteY6180" fmla="*/ 1330887 h 6382977"/>
              <a:gd name="connsiteX6181" fmla="*/ 5075423 w 6501199"/>
              <a:gd name="connsiteY6181" fmla="*/ 1328560 h 6382977"/>
              <a:gd name="connsiteX6182" fmla="*/ 5081971 w 6501199"/>
              <a:gd name="connsiteY6182" fmla="*/ 1319212 h 6382977"/>
              <a:gd name="connsiteX6183" fmla="*/ 5083132 w 6501199"/>
              <a:gd name="connsiteY6183" fmla="*/ 1322449 h 6382977"/>
              <a:gd name="connsiteX6184" fmla="*/ 5090400 w 6501199"/>
              <a:gd name="connsiteY6184" fmla="*/ 1308100 h 6382977"/>
              <a:gd name="connsiteX6185" fmla="*/ 5089375 w 6501199"/>
              <a:gd name="connsiteY6185" fmla="*/ 1334135 h 6382977"/>
              <a:gd name="connsiteX6186" fmla="*/ 5084232 w 6501199"/>
              <a:gd name="connsiteY6186" fmla="*/ 1344149 h 6382977"/>
              <a:gd name="connsiteX6187" fmla="*/ 5092547 w 6501199"/>
              <a:gd name="connsiteY6187" fmla="*/ 1344408 h 6382977"/>
              <a:gd name="connsiteX6188" fmla="*/ 5100090 w 6501199"/>
              <a:gd name="connsiteY6188" fmla="*/ 1323550 h 6382977"/>
              <a:gd name="connsiteX6189" fmla="*/ 5118090 w 6501199"/>
              <a:gd name="connsiteY6189" fmla="*/ 1330390 h 6382977"/>
              <a:gd name="connsiteX6190" fmla="*/ 5115930 w 6501199"/>
              <a:gd name="connsiteY6190" fmla="*/ 1303028 h 6382977"/>
              <a:gd name="connsiteX6191" fmla="*/ 5106930 w 6501199"/>
              <a:gd name="connsiteY6191" fmla="*/ 1287187 h 6382977"/>
              <a:gd name="connsiteX6192" fmla="*/ 5131770 w 6501199"/>
              <a:gd name="connsiteY6192" fmla="*/ 1294028 h 6382977"/>
              <a:gd name="connsiteX6193" fmla="*/ 5122770 w 6501199"/>
              <a:gd name="connsiteY6193" fmla="*/ 1280347 h 6382977"/>
              <a:gd name="connsiteX6194" fmla="*/ 5150130 w 6501199"/>
              <a:gd name="connsiteY6194" fmla="*/ 1237144 h 6382977"/>
              <a:gd name="connsiteX6195" fmla="*/ 5138610 w 6501199"/>
              <a:gd name="connsiteY6195" fmla="*/ 1237144 h 6382977"/>
              <a:gd name="connsiteX6196" fmla="*/ 5141130 w 6501199"/>
              <a:gd name="connsiteY6196" fmla="*/ 1223463 h 6382977"/>
              <a:gd name="connsiteX6197" fmla="*/ 5156971 w 6501199"/>
              <a:gd name="connsiteY6197" fmla="*/ 1214462 h 6382977"/>
              <a:gd name="connsiteX6198" fmla="*/ 5179651 w 6501199"/>
              <a:gd name="connsiteY6198" fmla="*/ 1219142 h 6382977"/>
              <a:gd name="connsiteX6199" fmla="*/ 5174971 w 6501199"/>
              <a:gd name="connsiteY6199" fmla="*/ 1248664 h 6382977"/>
              <a:gd name="connsiteX6200" fmla="*/ 5147970 w 6501199"/>
              <a:gd name="connsiteY6200" fmla="*/ 1271346 h 6382977"/>
              <a:gd name="connsiteX6201" fmla="*/ 5159131 w 6501199"/>
              <a:gd name="connsiteY6201" fmla="*/ 1287187 h 6382977"/>
              <a:gd name="connsiteX6202" fmla="*/ 5147970 w 6501199"/>
              <a:gd name="connsiteY6202" fmla="*/ 1280347 h 6382977"/>
              <a:gd name="connsiteX6203" fmla="*/ 5138610 w 6501199"/>
              <a:gd name="connsiteY6203" fmla="*/ 1291867 h 6382977"/>
              <a:gd name="connsiteX6204" fmla="*/ 5168131 w 6501199"/>
              <a:gd name="connsiteY6204" fmla="*/ 1300868 h 6382977"/>
              <a:gd name="connsiteX6205" fmla="*/ 5138610 w 6501199"/>
              <a:gd name="connsiteY6205" fmla="*/ 1300868 h 6382977"/>
              <a:gd name="connsiteX6206" fmla="*/ 5136450 w 6501199"/>
              <a:gd name="connsiteY6206" fmla="*/ 1332550 h 6382977"/>
              <a:gd name="connsiteX6207" fmla="*/ 5163811 w 6501199"/>
              <a:gd name="connsiteY6207" fmla="*/ 1328230 h 6382977"/>
              <a:gd name="connsiteX6208" fmla="*/ 5134290 w 6501199"/>
              <a:gd name="connsiteY6208" fmla="*/ 1335070 h 6382977"/>
              <a:gd name="connsiteX6209" fmla="*/ 5127450 w 6501199"/>
              <a:gd name="connsiteY6209" fmla="*/ 1396275 h 6382977"/>
              <a:gd name="connsiteX6210" fmla="*/ 5134290 w 6501199"/>
              <a:gd name="connsiteY6210" fmla="*/ 1398795 h 6382977"/>
              <a:gd name="connsiteX6211" fmla="*/ 5143290 w 6501199"/>
              <a:gd name="connsiteY6211" fmla="*/ 1387274 h 6382977"/>
              <a:gd name="connsiteX6212" fmla="*/ 5124930 w 6501199"/>
              <a:gd name="connsiteY6212" fmla="*/ 1407795 h 6382977"/>
              <a:gd name="connsiteX6213" fmla="*/ 5136450 w 6501199"/>
              <a:gd name="connsiteY6213" fmla="*/ 1419316 h 6382977"/>
              <a:gd name="connsiteX6214" fmla="*/ 5111250 w 6501199"/>
              <a:gd name="connsiteY6214" fmla="*/ 1423636 h 6382977"/>
              <a:gd name="connsiteX6215" fmla="*/ 5118090 w 6501199"/>
              <a:gd name="connsiteY6215" fmla="*/ 1489881 h 6382977"/>
              <a:gd name="connsiteX6216" fmla="*/ 5100090 w 6501199"/>
              <a:gd name="connsiteY6216" fmla="*/ 1489881 h 6382977"/>
              <a:gd name="connsiteX6217" fmla="*/ 5091090 w 6501199"/>
              <a:gd name="connsiteY6217" fmla="*/ 1530564 h 6382977"/>
              <a:gd name="connsiteX6218" fmla="*/ 5077410 w 6501199"/>
              <a:gd name="connsiteY6218" fmla="*/ 1523723 h 6382977"/>
              <a:gd name="connsiteX6219" fmla="*/ 5081730 w 6501199"/>
              <a:gd name="connsiteY6219" fmla="*/ 1542085 h 6382977"/>
              <a:gd name="connsiteX6220" fmla="*/ 5097930 w 6501199"/>
              <a:gd name="connsiteY6220" fmla="*/ 1537404 h 6382977"/>
              <a:gd name="connsiteX6221" fmla="*/ 5088570 w 6501199"/>
              <a:gd name="connsiteY6221" fmla="*/ 1553605 h 6382977"/>
              <a:gd name="connsiteX6222" fmla="*/ 5065890 w 6501199"/>
              <a:gd name="connsiteY6222" fmla="*/ 1548925 h 6382977"/>
              <a:gd name="connsiteX6223" fmla="*/ 5061210 w 6501199"/>
              <a:gd name="connsiteY6223" fmla="*/ 1594288 h 6382977"/>
              <a:gd name="connsiteX6224" fmla="*/ 5050049 w 6501199"/>
              <a:gd name="connsiteY6224" fmla="*/ 1598968 h 6382977"/>
              <a:gd name="connsiteX6225" fmla="*/ 5056889 w 6501199"/>
              <a:gd name="connsiteY6225" fmla="*/ 1612649 h 6382977"/>
              <a:gd name="connsiteX6226" fmla="*/ 5065890 w 6501199"/>
              <a:gd name="connsiteY6226" fmla="*/ 1607969 h 6382977"/>
              <a:gd name="connsiteX6227" fmla="*/ 5038529 w 6501199"/>
              <a:gd name="connsiteY6227" fmla="*/ 1637491 h 6382977"/>
              <a:gd name="connsiteX6228" fmla="*/ 5047529 w 6501199"/>
              <a:gd name="connsiteY6228" fmla="*/ 1640011 h 6382977"/>
              <a:gd name="connsiteX6229" fmla="*/ 5059050 w 6501199"/>
              <a:gd name="connsiteY6229" fmla="*/ 1633171 h 6382977"/>
              <a:gd name="connsiteX6230" fmla="*/ 5036369 w 6501199"/>
              <a:gd name="connsiteY6230" fmla="*/ 1705896 h 6382977"/>
              <a:gd name="connsiteX6231" fmla="*/ 5027369 w 6501199"/>
              <a:gd name="connsiteY6231" fmla="*/ 1701216 h 6382977"/>
              <a:gd name="connsiteX6232" fmla="*/ 5000009 w 6501199"/>
              <a:gd name="connsiteY6232" fmla="*/ 1740098 h 6382977"/>
              <a:gd name="connsiteX6233" fmla="*/ 4984169 w 6501199"/>
              <a:gd name="connsiteY6233" fmla="*/ 1787621 h 6382977"/>
              <a:gd name="connsiteX6234" fmla="*/ 4956809 w 6501199"/>
              <a:gd name="connsiteY6234" fmla="*/ 1805983 h 6382977"/>
              <a:gd name="connsiteX6235" fmla="*/ 4952129 w 6501199"/>
              <a:gd name="connsiteY6235" fmla="*/ 1828664 h 6382977"/>
              <a:gd name="connsiteX6236" fmla="*/ 4938449 w 6501199"/>
              <a:gd name="connsiteY6236" fmla="*/ 1860346 h 6382977"/>
              <a:gd name="connsiteX6237" fmla="*/ 4922609 w 6501199"/>
              <a:gd name="connsiteY6237" fmla="*/ 1856026 h 6382977"/>
              <a:gd name="connsiteX6238" fmla="*/ 4913609 w 6501199"/>
              <a:gd name="connsiteY6238" fmla="*/ 1867187 h 6382977"/>
              <a:gd name="connsiteX6239" fmla="*/ 4920449 w 6501199"/>
              <a:gd name="connsiteY6239" fmla="*/ 1880868 h 6382977"/>
              <a:gd name="connsiteX6240" fmla="*/ 4908929 w 6501199"/>
              <a:gd name="connsiteY6240" fmla="*/ 1867187 h 6382977"/>
              <a:gd name="connsiteX6241" fmla="*/ 4908929 w 6501199"/>
              <a:gd name="connsiteY6241" fmla="*/ 1892389 h 6382977"/>
              <a:gd name="connsiteX6242" fmla="*/ 4890568 w 6501199"/>
              <a:gd name="connsiteY6242" fmla="*/ 1890228 h 6382977"/>
              <a:gd name="connsiteX6243" fmla="*/ 4897409 w 6501199"/>
              <a:gd name="connsiteY6243" fmla="*/ 1921911 h 6382977"/>
              <a:gd name="connsiteX6244" fmla="*/ 4908929 w 6501199"/>
              <a:gd name="connsiteY6244" fmla="*/ 1924071 h 6382977"/>
              <a:gd name="connsiteX6245" fmla="*/ 4902089 w 6501199"/>
              <a:gd name="connsiteY6245" fmla="*/ 1926591 h 6382977"/>
              <a:gd name="connsiteX6246" fmla="*/ 4917929 w 6501199"/>
              <a:gd name="connsiteY6246" fmla="*/ 1933431 h 6382977"/>
              <a:gd name="connsiteX6247" fmla="*/ 4893088 w 6501199"/>
              <a:gd name="connsiteY6247" fmla="*/ 1951433 h 6382977"/>
              <a:gd name="connsiteX6248" fmla="*/ 4886248 w 6501199"/>
              <a:gd name="connsiteY6248" fmla="*/ 1937752 h 6382977"/>
              <a:gd name="connsiteX6249" fmla="*/ 4888408 w 6501199"/>
              <a:gd name="connsiteY6249" fmla="*/ 1921911 h 6382977"/>
              <a:gd name="connsiteX6250" fmla="*/ 4867888 w 6501199"/>
              <a:gd name="connsiteY6250" fmla="*/ 1928751 h 6382977"/>
              <a:gd name="connsiteX6251" fmla="*/ 4867888 w 6501199"/>
              <a:gd name="connsiteY6251" fmla="*/ 1947112 h 6382977"/>
              <a:gd name="connsiteX6252" fmla="*/ 4879408 w 6501199"/>
              <a:gd name="connsiteY6252" fmla="*/ 1942432 h 6382977"/>
              <a:gd name="connsiteX6253" fmla="*/ 4893088 w 6501199"/>
              <a:gd name="connsiteY6253" fmla="*/ 1951433 h 6382977"/>
              <a:gd name="connsiteX6254" fmla="*/ 4883728 w 6501199"/>
              <a:gd name="connsiteY6254" fmla="*/ 1965114 h 6382977"/>
              <a:gd name="connsiteX6255" fmla="*/ 4876888 w 6501199"/>
              <a:gd name="connsiteY6255" fmla="*/ 1953953 h 6382977"/>
              <a:gd name="connsiteX6256" fmla="*/ 4872568 w 6501199"/>
              <a:gd name="connsiteY6256" fmla="*/ 1958273 h 6382977"/>
              <a:gd name="connsiteX6257" fmla="*/ 4878148 w 6501199"/>
              <a:gd name="connsiteY6257" fmla="*/ 1966059 h 6382977"/>
              <a:gd name="connsiteX6258" fmla="*/ 4882006 w 6501199"/>
              <a:gd name="connsiteY6258" fmla="*/ 1970135 h 6382977"/>
              <a:gd name="connsiteX6259" fmla="*/ 4916342 w 6501199"/>
              <a:gd name="connsiteY6259" fmla="*/ 1951725 h 6382977"/>
              <a:gd name="connsiteX6260" fmla="*/ 4927458 w 6501199"/>
              <a:gd name="connsiteY6260" fmla="*/ 1941061 h 6382977"/>
              <a:gd name="connsiteX6261" fmla="*/ 4943071 w 6501199"/>
              <a:gd name="connsiteY6261" fmla="*/ 1947158 h 6382977"/>
              <a:gd name="connsiteX6262" fmla="*/ 4944434 w 6501199"/>
              <a:gd name="connsiteY6262" fmla="*/ 1945582 h 6382977"/>
              <a:gd name="connsiteX6263" fmla="*/ 4961129 w 6501199"/>
              <a:gd name="connsiteY6263" fmla="*/ 1937752 h 6382977"/>
              <a:gd name="connsiteX6264" fmla="*/ 4981649 w 6501199"/>
              <a:gd name="connsiteY6264" fmla="*/ 1908230 h 6382977"/>
              <a:gd name="connsiteX6265" fmla="*/ 4974809 w 6501199"/>
              <a:gd name="connsiteY6265" fmla="*/ 1921911 h 6382977"/>
              <a:gd name="connsiteX6266" fmla="*/ 4998906 w 6501199"/>
              <a:gd name="connsiteY6266" fmla="*/ 1886116 h 6382977"/>
              <a:gd name="connsiteX6267" fmla="*/ 5015305 w 6501199"/>
              <a:gd name="connsiteY6267" fmla="*/ 1878946 h 6382977"/>
              <a:gd name="connsiteX6268" fmla="*/ 5015949 w 6501199"/>
              <a:gd name="connsiteY6268" fmla="*/ 1877475 h 6382977"/>
              <a:gd name="connsiteX6269" fmla="*/ 5017419 w 6501199"/>
              <a:gd name="connsiteY6269" fmla="*/ 1859401 h 6382977"/>
              <a:gd name="connsiteX6270" fmla="*/ 5038529 w 6501199"/>
              <a:gd name="connsiteY6270" fmla="*/ 1812823 h 6382977"/>
              <a:gd name="connsiteX6271" fmla="*/ 5052209 w 6501199"/>
              <a:gd name="connsiteY6271" fmla="*/ 1805983 h 6382977"/>
              <a:gd name="connsiteX6272" fmla="*/ 5072730 w 6501199"/>
              <a:gd name="connsiteY6272" fmla="*/ 1787621 h 6382977"/>
              <a:gd name="connsiteX6273" fmla="*/ 5091090 w 6501199"/>
              <a:gd name="connsiteY6273" fmla="*/ 1735418 h 6382977"/>
              <a:gd name="connsiteX6274" fmla="*/ 5104410 w 6501199"/>
              <a:gd name="connsiteY6274" fmla="*/ 1746939 h 6382977"/>
              <a:gd name="connsiteX6275" fmla="*/ 5093250 w 6501199"/>
              <a:gd name="connsiteY6275" fmla="*/ 1735418 h 6382977"/>
              <a:gd name="connsiteX6276" fmla="*/ 5115930 w 6501199"/>
              <a:gd name="connsiteY6276" fmla="*/ 1673854 h 6382977"/>
              <a:gd name="connsiteX6277" fmla="*/ 5118090 w 6501199"/>
              <a:gd name="connsiteY6277" fmla="*/ 1660173 h 6382977"/>
              <a:gd name="connsiteX6278" fmla="*/ 5131770 w 6501199"/>
              <a:gd name="connsiteY6278" fmla="*/ 1660173 h 6382977"/>
              <a:gd name="connsiteX6279" fmla="*/ 5131770 w 6501199"/>
              <a:gd name="connsiteY6279" fmla="*/ 1633171 h 6382977"/>
              <a:gd name="connsiteX6280" fmla="*/ 5145450 w 6501199"/>
              <a:gd name="connsiteY6280" fmla="*/ 1610129 h 6382977"/>
              <a:gd name="connsiteX6281" fmla="*/ 5198011 w 6501199"/>
              <a:gd name="connsiteY6281" fmla="*/ 1533084 h 6382977"/>
              <a:gd name="connsiteX6282" fmla="*/ 5211331 w 6501199"/>
              <a:gd name="connsiteY6282" fmla="*/ 1453519 h 6382977"/>
              <a:gd name="connsiteX6283" fmla="*/ 5222851 w 6501199"/>
              <a:gd name="connsiteY6283" fmla="*/ 1439478 h 6382977"/>
              <a:gd name="connsiteX6284" fmla="*/ 5220691 w 6501199"/>
              <a:gd name="connsiteY6284" fmla="*/ 1498882 h 6382977"/>
              <a:gd name="connsiteX6285" fmla="*/ 5238691 w 6501199"/>
              <a:gd name="connsiteY6285" fmla="*/ 1503202 h 6382977"/>
              <a:gd name="connsiteX6286" fmla="*/ 5234371 w 6501199"/>
              <a:gd name="connsiteY6286" fmla="*/ 1483041 h 6382977"/>
              <a:gd name="connsiteX6287" fmla="*/ 5259211 w 6501199"/>
              <a:gd name="connsiteY6287" fmla="*/ 1485201 h 6382977"/>
              <a:gd name="connsiteX6288" fmla="*/ 5241211 w 6501199"/>
              <a:gd name="connsiteY6288" fmla="*/ 1464679 h 6382977"/>
              <a:gd name="connsiteX6289" fmla="*/ 5252371 w 6501199"/>
              <a:gd name="connsiteY6289" fmla="*/ 1439478 h 6382977"/>
              <a:gd name="connsiteX6290" fmla="*/ 5227531 w 6501199"/>
              <a:gd name="connsiteY6290" fmla="*/ 1432637 h 6382977"/>
              <a:gd name="connsiteX6291" fmla="*/ 5231851 w 6501199"/>
              <a:gd name="connsiteY6291" fmla="*/ 1400955 h 6382977"/>
              <a:gd name="connsiteX6292" fmla="*/ 5250211 w 6501199"/>
              <a:gd name="connsiteY6292" fmla="*/ 1398795 h 6382977"/>
              <a:gd name="connsiteX6293" fmla="*/ 5266051 w 6501199"/>
              <a:gd name="connsiteY6293" fmla="*/ 1355592 h 6382977"/>
              <a:gd name="connsiteX6294" fmla="*/ 5263891 w 6501199"/>
              <a:gd name="connsiteY6294" fmla="*/ 1387274 h 6382977"/>
              <a:gd name="connsiteX6295" fmla="*/ 5288731 w 6501199"/>
              <a:gd name="connsiteY6295" fmla="*/ 1378273 h 6382977"/>
              <a:gd name="connsiteX6296" fmla="*/ 5275051 w 6501199"/>
              <a:gd name="connsiteY6296" fmla="*/ 1364592 h 6382977"/>
              <a:gd name="connsiteX6297" fmla="*/ 5302411 w 6501199"/>
              <a:gd name="connsiteY6297" fmla="*/ 1309869 h 6382977"/>
              <a:gd name="connsiteX6298" fmla="*/ 5320772 w 6501199"/>
              <a:gd name="connsiteY6298" fmla="*/ 1305548 h 6382977"/>
              <a:gd name="connsiteX6299" fmla="*/ 5318611 w 6501199"/>
              <a:gd name="connsiteY6299" fmla="*/ 1298708 h 6382977"/>
              <a:gd name="connsiteX6300" fmla="*/ 5288731 w 6501199"/>
              <a:gd name="connsiteY6300" fmla="*/ 1300868 h 6382977"/>
              <a:gd name="connsiteX6301" fmla="*/ 5293411 w 6501199"/>
              <a:gd name="connsiteY6301" fmla="*/ 1280347 h 6382977"/>
              <a:gd name="connsiteX6302" fmla="*/ 5275051 w 6501199"/>
              <a:gd name="connsiteY6302" fmla="*/ 1291867 h 6382977"/>
              <a:gd name="connsiteX6303" fmla="*/ 5286571 w 6501199"/>
              <a:gd name="connsiteY6303" fmla="*/ 1269186 h 6382977"/>
              <a:gd name="connsiteX6304" fmla="*/ 5307091 w 6501199"/>
              <a:gd name="connsiteY6304" fmla="*/ 1282867 h 6382977"/>
              <a:gd name="connsiteX6305" fmla="*/ 5313931 w 6501199"/>
              <a:gd name="connsiteY6305" fmla="*/ 1259825 h 6382977"/>
              <a:gd name="connsiteX6306" fmla="*/ 5316222 w 6501199"/>
              <a:gd name="connsiteY6306" fmla="*/ 1259853 h 6382977"/>
              <a:gd name="connsiteX6307" fmla="*/ 5316893 w 6501199"/>
              <a:gd name="connsiteY6307" fmla="*/ 1257959 h 6382977"/>
              <a:gd name="connsiteX6308" fmla="*/ 5323752 w 6501199"/>
              <a:gd name="connsiteY6308" fmla="*/ 1241425 h 6382977"/>
              <a:gd name="connsiteX6309" fmla="*/ 5329828 w 6501199"/>
              <a:gd name="connsiteY6309" fmla="*/ 1247256 h 6382977"/>
              <a:gd name="connsiteX6310" fmla="*/ 5329726 w 6501199"/>
              <a:gd name="connsiteY6310" fmla="*/ 1248385 h 6382977"/>
              <a:gd name="connsiteX6311" fmla="*/ 5335307 w 6501199"/>
              <a:gd name="connsiteY6311" fmla="*/ 1245199 h 6382977"/>
              <a:gd name="connsiteX6312" fmla="*/ 5350292 w 6501199"/>
              <a:gd name="connsiteY6312" fmla="*/ 1239304 h 6382977"/>
              <a:gd name="connsiteX6313" fmla="*/ 5343452 w 6501199"/>
              <a:gd name="connsiteY6313" fmla="*/ 1228143 h 6382977"/>
              <a:gd name="connsiteX6314" fmla="*/ 5331932 w 6501199"/>
              <a:gd name="connsiteY6314" fmla="*/ 1234984 h 6382977"/>
              <a:gd name="connsiteX6315" fmla="*/ 5335681 w 6501199"/>
              <a:gd name="connsiteY6315" fmla="*/ 1219274 h 6382977"/>
              <a:gd name="connsiteX6316" fmla="*/ 5331417 w 6501199"/>
              <a:gd name="connsiteY6316" fmla="*/ 1207937 h 6382977"/>
              <a:gd name="connsiteX6317" fmla="*/ 5350253 w 6501199"/>
              <a:gd name="connsiteY6317" fmla="*/ 1174779 h 6382977"/>
              <a:gd name="connsiteX6318" fmla="*/ 5345637 w 6501199"/>
              <a:gd name="connsiteY6318" fmla="*/ 1189682 h 6382977"/>
              <a:gd name="connsiteX6319" fmla="*/ 5354522 w 6501199"/>
              <a:gd name="connsiteY6319" fmla="*/ 1211357 h 6382977"/>
              <a:gd name="connsiteX6320" fmla="*/ 5361812 w 6501199"/>
              <a:gd name="connsiteY6320" fmla="*/ 1234984 h 6382977"/>
              <a:gd name="connsiteX6321" fmla="*/ 5370812 w 6501199"/>
              <a:gd name="connsiteY6321" fmla="*/ 1232463 h 6382977"/>
              <a:gd name="connsiteX6322" fmla="*/ 5363972 w 6501199"/>
              <a:gd name="connsiteY6322" fmla="*/ 1175579 h 6382977"/>
              <a:gd name="connsiteX6323" fmla="*/ 5377652 w 6501199"/>
              <a:gd name="connsiteY6323" fmla="*/ 1173419 h 6382977"/>
              <a:gd name="connsiteX6324" fmla="*/ 5377652 w 6501199"/>
              <a:gd name="connsiteY6324" fmla="*/ 1166579 h 6382977"/>
              <a:gd name="connsiteX6325" fmla="*/ 5366132 w 6501199"/>
              <a:gd name="connsiteY6325" fmla="*/ 1166579 h 6382977"/>
              <a:gd name="connsiteX6326" fmla="*/ 5377652 w 6501199"/>
              <a:gd name="connsiteY6326" fmla="*/ 1141737 h 6382977"/>
              <a:gd name="connsiteX6327" fmla="*/ 5368292 w 6501199"/>
              <a:gd name="connsiteY6327" fmla="*/ 1096014 h 6382977"/>
              <a:gd name="connsiteX6328" fmla="*/ 5388812 w 6501199"/>
              <a:gd name="connsiteY6328" fmla="*/ 1132376 h 6382977"/>
              <a:gd name="connsiteX6329" fmla="*/ 5391332 w 6501199"/>
              <a:gd name="connsiteY6329" fmla="*/ 1084853 h 6382977"/>
              <a:gd name="connsiteX6330" fmla="*/ 5363972 w 6501199"/>
              <a:gd name="connsiteY6330" fmla="*/ 1087013 h 6382977"/>
              <a:gd name="connsiteX6331" fmla="*/ 5366132 w 6501199"/>
              <a:gd name="connsiteY6331" fmla="*/ 1075493 h 6382977"/>
              <a:gd name="connsiteX6332" fmla="*/ 5398172 w 6501199"/>
              <a:gd name="connsiteY6332" fmla="*/ 1080173 h 6382977"/>
              <a:gd name="connsiteX6333" fmla="*/ 5405013 w 6501199"/>
              <a:gd name="connsiteY6333" fmla="*/ 1057491 h 6382977"/>
              <a:gd name="connsiteX6334" fmla="*/ 5396462 w 6501199"/>
              <a:gd name="connsiteY6334" fmla="*/ 1022479 h 6382977"/>
              <a:gd name="connsiteX6335" fmla="*/ 5398408 w 6501199"/>
              <a:gd name="connsiteY6335" fmla="*/ 1011333 h 6382977"/>
              <a:gd name="connsiteX6336" fmla="*/ 5397457 w 6501199"/>
              <a:gd name="connsiteY6336" fmla="*/ 1014052 h 6382977"/>
              <a:gd name="connsiteX6337" fmla="*/ 5381348 w 6501199"/>
              <a:gd name="connsiteY6337" fmla="*/ 1011896 h 6382977"/>
              <a:gd name="connsiteX6338" fmla="*/ 5390655 w 6501199"/>
              <a:gd name="connsiteY6338" fmla="*/ 957262 h 6382977"/>
              <a:gd name="connsiteX6339" fmla="*/ 5404353 w 6501199"/>
              <a:gd name="connsiteY6339" fmla="*/ 967298 h 6382977"/>
              <a:gd name="connsiteX6340" fmla="*/ 5408294 w 6501199"/>
              <a:gd name="connsiteY6340" fmla="*/ 977897 h 6382977"/>
              <a:gd name="connsiteX6341" fmla="*/ 5416134 w 6501199"/>
              <a:gd name="connsiteY6341" fmla="*/ 971550 h 6382977"/>
              <a:gd name="connsiteX6342" fmla="*/ 5411669 w 6501199"/>
              <a:gd name="connsiteY6342" fmla="*/ 987985 h 6382977"/>
              <a:gd name="connsiteX6343" fmla="*/ 5411483 w 6501199"/>
              <a:gd name="connsiteY6343" fmla="*/ 982616 h 6382977"/>
              <a:gd name="connsiteX6344" fmla="*/ 5408695 w 6501199"/>
              <a:gd name="connsiteY6344" fmla="*/ 981916 h 6382977"/>
              <a:gd name="connsiteX6345" fmla="*/ 5404888 w 6501199"/>
              <a:gd name="connsiteY6345" fmla="*/ 992801 h 6382977"/>
              <a:gd name="connsiteX6346" fmla="*/ 5407825 w 6501199"/>
              <a:gd name="connsiteY6346" fmla="*/ 994425 h 6382977"/>
              <a:gd name="connsiteX6347" fmla="*/ 5413360 w 6501199"/>
              <a:gd name="connsiteY6347" fmla="*/ 1012527 h 6382977"/>
              <a:gd name="connsiteX6348" fmla="*/ 5422438 w 6501199"/>
              <a:gd name="connsiteY6348" fmla="*/ 1016215 h 6382977"/>
              <a:gd name="connsiteX6349" fmla="*/ 5423399 w 6501199"/>
              <a:gd name="connsiteY6349" fmla="*/ 1014041 h 6382977"/>
              <a:gd name="connsiteX6350" fmla="*/ 5425134 w 6501199"/>
              <a:gd name="connsiteY6350" fmla="*/ 1003229 h 6382977"/>
              <a:gd name="connsiteX6351" fmla="*/ 5438853 w 6501199"/>
              <a:gd name="connsiteY6351" fmla="*/ 964245 h 6382977"/>
              <a:gd name="connsiteX6352" fmla="*/ 5434533 w 6501199"/>
              <a:gd name="connsiteY6352" fmla="*/ 923202 h 6382977"/>
              <a:gd name="connsiteX6353" fmla="*/ 5424543 w 6501199"/>
              <a:gd name="connsiteY6353" fmla="*/ 919512 h 6382977"/>
              <a:gd name="connsiteX6354" fmla="*/ 5417599 w 6501199"/>
              <a:gd name="connsiteY6354" fmla="*/ 915106 h 6382977"/>
              <a:gd name="connsiteX6355" fmla="*/ 5416246 w 6501199"/>
              <a:gd name="connsiteY6355" fmla="*/ 917500 h 6382977"/>
              <a:gd name="connsiteX6356" fmla="*/ 5407297 w 6501199"/>
              <a:gd name="connsiteY6356" fmla="*/ 928323 h 6382977"/>
              <a:gd name="connsiteX6357" fmla="*/ 5407297 w 6501199"/>
              <a:gd name="connsiteY6357" fmla="*/ 907586 h 6382977"/>
              <a:gd name="connsiteX6358" fmla="*/ 5398212 w 6501199"/>
              <a:gd name="connsiteY6358" fmla="*/ 893762 h 6382977"/>
              <a:gd name="connsiteX6359" fmla="*/ 5412521 w 6501199"/>
              <a:gd name="connsiteY6359" fmla="*/ 898582 h 6382977"/>
              <a:gd name="connsiteX6360" fmla="*/ 5413089 w 6501199"/>
              <a:gd name="connsiteY6360" fmla="*/ 898923 h 6382977"/>
              <a:gd name="connsiteX6361" fmla="*/ 5415560 w 6501199"/>
              <a:gd name="connsiteY6361" fmla="*/ 897354 h 6382977"/>
              <a:gd name="connsiteX6362" fmla="*/ 5432013 w 6501199"/>
              <a:gd name="connsiteY6362" fmla="*/ 911681 h 6382977"/>
              <a:gd name="connsiteX6363" fmla="*/ 5433582 w 6501199"/>
              <a:gd name="connsiteY6363" fmla="*/ 906956 h 6382977"/>
              <a:gd name="connsiteX6364" fmla="*/ 5437467 w 6501199"/>
              <a:gd name="connsiteY6364" fmla="*/ 908675 h 6382977"/>
              <a:gd name="connsiteX6365" fmla="*/ 5439501 w 6501199"/>
              <a:gd name="connsiteY6365" fmla="*/ 904277 h 6382977"/>
              <a:gd name="connsiteX6366" fmla="*/ 5444043 w 6501199"/>
              <a:gd name="connsiteY6366" fmla="*/ 903859 h 6382977"/>
              <a:gd name="connsiteX6367" fmla="*/ 5436693 w 6501199"/>
              <a:gd name="connsiteY6367" fmla="*/ 897685 h 6382977"/>
              <a:gd name="connsiteX6368" fmla="*/ 5445693 w 6501199"/>
              <a:gd name="connsiteY6368" fmla="*/ 891520 h 6382977"/>
              <a:gd name="connsiteX6369" fmla="*/ 4785894 w 6501199"/>
              <a:gd name="connsiteY6369" fmla="*/ 890587 h 6382977"/>
              <a:gd name="connsiteX6370" fmla="*/ 4797037 w 6501199"/>
              <a:gd name="connsiteY6370" fmla="*/ 931303 h 6382977"/>
              <a:gd name="connsiteX6371" fmla="*/ 4792724 w 6501199"/>
              <a:gd name="connsiteY6371" fmla="*/ 949680 h 6382977"/>
              <a:gd name="connsiteX6372" fmla="*/ 4790208 w 6501199"/>
              <a:gd name="connsiteY6372" fmla="*/ 961210 h 6382977"/>
              <a:gd name="connsiteX6373" fmla="*/ 4767563 w 6501199"/>
              <a:gd name="connsiteY6373" fmla="*/ 999764 h 6382977"/>
              <a:gd name="connsiteX6374" fmla="*/ 4770079 w 6501199"/>
              <a:gd name="connsiteY6374" fmla="*/ 944995 h 6382977"/>
              <a:gd name="connsiteX6375" fmla="*/ 4785894 w 6501199"/>
              <a:gd name="connsiteY6375" fmla="*/ 890587 h 6382977"/>
              <a:gd name="connsiteX6376" fmla="*/ 4864158 w 6501199"/>
              <a:gd name="connsiteY6376" fmla="*/ 884237 h 6382977"/>
              <a:gd name="connsiteX6377" fmla="*/ 4907353 w 6501199"/>
              <a:gd name="connsiteY6377" fmla="*/ 904537 h 6382977"/>
              <a:gd name="connsiteX6378" fmla="*/ 4891155 w 6501199"/>
              <a:gd name="connsiteY6378" fmla="*/ 929912 h 6382977"/>
              <a:gd name="connsiteX6379" fmla="*/ 4879996 w 6501199"/>
              <a:gd name="connsiteY6379" fmla="*/ 904537 h 6382977"/>
              <a:gd name="connsiteX6380" fmla="*/ 4859478 w 6501199"/>
              <a:gd name="connsiteY6380" fmla="*/ 927737 h 6382977"/>
              <a:gd name="connsiteX6381" fmla="*/ 4864158 w 6501199"/>
              <a:gd name="connsiteY6381" fmla="*/ 884237 h 6382977"/>
              <a:gd name="connsiteX6382" fmla="*/ 5591887 w 6501199"/>
              <a:gd name="connsiteY6382" fmla="*/ 881624 h 6382977"/>
              <a:gd name="connsiteX6383" fmla="*/ 5596248 w 6501199"/>
              <a:gd name="connsiteY6383" fmla="*/ 893266 h 6382977"/>
              <a:gd name="connsiteX6384" fmla="*/ 5616962 w 6501199"/>
              <a:gd name="connsiteY6384" fmla="*/ 895448 h 6382977"/>
              <a:gd name="connsiteX6385" fmla="*/ 5591887 w 6501199"/>
              <a:gd name="connsiteY6385" fmla="*/ 907090 h 6382977"/>
              <a:gd name="connsiteX6386" fmla="*/ 5591887 w 6501199"/>
              <a:gd name="connsiteY6386" fmla="*/ 881624 h 6382977"/>
              <a:gd name="connsiteX6387" fmla="*/ 4594975 w 6501199"/>
              <a:gd name="connsiteY6387" fmla="*/ 863600 h 6382977"/>
              <a:gd name="connsiteX6388" fmla="*/ 4629536 w 6501199"/>
              <a:gd name="connsiteY6388" fmla="*/ 877388 h 6382977"/>
              <a:gd name="connsiteX6389" fmla="*/ 4626990 w 6501199"/>
              <a:gd name="connsiteY6389" fmla="*/ 888637 h 6382977"/>
              <a:gd name="connsiteX6390" fmla="*/ 4594975 w 6501199"/>
              <a:gd name="connsiteY6390" fmla="*/ 863600 h 6382977"/>
              <a:gd name="connsiteX6391" fmla="*/ 5654814 w 6501199"/>
              <a:gd name="connsiteY6391" fmla="*/ 853016 h 6382977"/>
              <a:gd name="connsiteX6392" fmla="*/ 5659211 w 6501199"/>
              <a:gd name="connsiteY6392" fmla="*/ 888647 h 6382977"/>
              <a:gd name="connsiteX6393" fmla="*/ 5654814 w 6501199"/>
              <a:gd name="connsiteY6393" fmla="*/ 853016 h 6382977"/>
              <a:gd name="connsiteX6394" fmla="*/ 5351331 w 6501199"/>
              <a:gd name="connsiteY6394" fmla="*/ 852487 h 6382977"/>
              <a:gd name="connsiteX6395" fmla="*/ 5349214 w 6501199"/>
              <a:gd name="connsiteY6395" fmla="*/ 915630 h 6382977"/>
              <a:gd name="connsiteX6396" fmla="*/ 5351331 w 6501199"/>
              <a:gd name="connsiteY6396" fmla="*/ 852487 h 6382977"/>
              <a:gd name="connsiteX6397" fmla="*/ 5411669 w 6501199"/>
              <a:gd name="connsiteY6397" fmla="*/ 846137 h 6382977"/>
              <a:gd name="connsiteX6398" fmla="*/ 5428041 w 6501199"/>
              <a:gd name="connsiteY6398" fmla="*/ 871195 h 6382977"/>
              <a:gd name="connsiteX6399" fmla="*/ 5411669 w 6501199"/>
              <a:gd name="connsiteY6399" fmla="*/ 882292 h 6382977"/>
              <a:gd name="connsiteX6400" fmla="*/ 5411669 w 6501199"/>
              <a:gd name="connsiteY6400" fmla="*/ 846137 h 6382977"/>
              <a:gd name="connsiteX6401" fmla="*/ 5407664 w 6501199"/>
              <a:gd name="connsiteY6401" fmla="*/ 820066 h 6382977"/>
              <a:gd name="connsiteX6402" fmla="*/ 5403013 w 6501199"/>
              <a:gd name="connsiteY6402" fmla="*/ 837953 h 6382977"/>
              <a:gd name="connsiteX6403" fmla="*/ 5407664 w 6501199"/>
              <a:gd name="connsiteY6403" fmla="*/ 820066 h 6382977"/>
              <a:gd name="connsiteX6404" fmla="*/ 4599372 w 6501199"/>
              <a:gd name="connsiteY6404" fmla="*/ 817995 h 6382977"/>
              <a:gd name="connsiteX6405" fmla="*/ 4599372 w 6501199"/>
              <a:gd name="connsiteY6405" fmla="*/ 826750 h 6382977"/>
              <a:gd name="connsiteX6406" fmla="*/ 4575925 w 6501199"/>
              <a:gd name="connsiteY6406" fmla="*/ 824393 h 6382977"/>
              <a:gd name="connsiteX6407" fmla="*/ 4599372 w 6501199"/>
              <a:gd name="connsiteY6407" fmla="*/ 817995 h 6382977"/>
              <a:gd name="connsiteX6408" fmla="*/ 5451808 w 6501199"/>
              <a:gd name="connsiteY6408" fmla="*/ 815975 h 6382977"/>
              <a:gd name="connsiteX6409" fmla="*/ 5467738 w 6501199"/>
              <a:gd name="connsiteY6409" fmla="*/ 820737 h 6382977"/>
              <a:gd name="connsiteX6410" fmla="*/ 5458687 w 6501199"/>
              <a:gd name="connsiteY6410" fmla="*/ 834658 h 6382977"/>
              <a:gd name="connsiteX6411" fmla="*/ 5451808 w 6501199"/>
              <a:gd name="connsiteY6411" fmla="*/ 815975 h 6382977"/>
              <a:gd name="connsiteX6412" fmla="*/ 4804663 w 6501199"/>
              <a:gd name="connsiteY6412" fmla="*/ 809625 h 6382977"/>
              <a:gd name="connsiteX6413" fmla="*/ 4797778 w 6501199"/>
              <a:gd name="connsiteY6413" fmla="*/ 891814 h 6382977"/>
              <a:gd name="connsiteX6414" fmla="*/ 4804663 w 6501199"/>
              <a:gd name="connsiteY6414" fmla="*/ 809625 h 6382977"/>
              <a:gd name="connsiteX6415" fmla="*/ 4002838 w 6501199"/>
              <a:gd name="connsiteY6415" fmla="*/ 803885 h 6382977"/>
              <a:gd name="connsiteX6416" fmla="*/ 4007600 w 6501199"/>
              <a:gd name="connsiteY6416" fmla="*/ 806449 h 6382977"/>
              <a:gd name="connsiteX6417" fmla="*/ 4002838 w 6501199"/>
              <a:gd name="connsiteY6417" fmla="*/ 803885 h 6382977"/>
              <a:gd name="connsiteX6418" fmla="*/ 5500346 w 6501199"/>
              <a:gd name="connsiteY6418" fmla="*/ 792747 h 6382977"/>
              <a:gd name="connsiteX6419" fmla="*/ 5507416 w 6501199"/>
              <a:gd name="connsiteY6419" fmla="*/ 797454 h 6382977"/>
              <a:gd name="connsiteX6420" fmla="*/ 5493277 w 6501199"/>
              <a:gd name="connsiteY6420" fmla="*/ 810850 h 6382977"/>
              <a:gd name="connsiteX6421" fmla="*/ 5500346 w 6501199"/>
              <a:gd name="connsiteY6421" fmla="*/ 792747 h 6382977"/>
              <a:gd name="connsiteX6422" fmla="*/ 4977132 w 6501199"/>
              <a:gd name="connsiteY6422" fmla="*/ 758825 h 6382977"/>
              <a:gd name="connsiteX6423" fmla="*/ 4960825 w 6501199"/>
              <a:gd name="connsiteY6423" fmla="*/ 898164 h 6382977"/>
              <a:gd name="connsiteX6424" fmla="*/ 4926763 w 6501199"/>
              <a:gd name="connsiteY6424" fmla="*/ 881920 h 6382977"/>
              <a:gd name="connsiteX6425" fmla="*/ 4953940 w 6501199"/>
              <a:gd name="connsiteY6425" fmla="*/ 881920 h 6382977"/>
              <a:gd name="connsiteX6426" fmla="*/ 4977132 w 6501199"/>
              <a:gd name="connsiteY6426" fmla="*/ 758825 h 6382977"/>
              <a:gd name="connsiteX6427" fmla="*/ 5566847 w 6501199"/>
              <a:gd name="connsiteY6427" fmla="*/ 755786 h 6382977"/>
              <a:gd name="connsiteX6428" fmla="*/ 5566444 w 6501199"/>
              <a:gd name="connsiteY6428" fmla="*/ 757378 h 6382977"/>
              <a:gd name="connsiteX6429" fmla="*/ 5563350 w 6501199"/>
              <a:gd name="connsiteY6429" fmla="*/ 769583 h 6382977"/>
              <a:gd name="connsiteX6430" fmla="*/ 5564865 w 6501199"/>
              <a:gd name="connsiteY6430" fmla="*/ 763605 h 6382977"/>
              <a:gd name="connsiteX6431" fmla="*/ 5505231 w 6501199"/>
              <a:gd name="connsiteY6431" fmla="*/ 755650 h 6382977"/>
              <a:gd name="connsiteX6432" fmla="*/ 5500675 w 6501199"/>
              <a:gd name="connsiteY6432" fmla="*/ 775925 h 6382977"/>
              <a:gd name="connsiteX6433" fmla="*/ 5505231 w 6501199"/>
              <a:gd name="connsiteY6433" fmla="*/ 755650 h 6382977"/>
              <a:gd name="connsiteX6434" fmla="*/ 5567896 w 6501199"/>
              <a:gd name="connsiteY6434" fmla="*/ 751650 h 6382977"/>
              <a:gd name="connsiteX6435" fmla="*/ 5567391 w 6501199"/>
              <a:gd name="connsiteY6435" fmla="*/ 753642 h 6382977"/>
              <a:gd name="connsiteX6436" fmla="*/ 5566847 w 6501199"/>
              <a:gd name="connsiteY6436" fmla="*/ 755786 h 6382977"/>
              <a:gd name="connsiteX6437" fmla="*/ 5418991 w 6501199"/>
              <a:gd name="connsiteY6437" fmla="*/ 747712 h 6382977"/>
              <a:gd name="connsiteX6438" fmla="*/ 5431959 w 6501199"/>
              <a:gd name="connsiteY6438" fmla="*/ 800255 h 6382977"/>
              <a:gd name="connsiteX6439" fmla="*/ 5414434 w 6501199"/>
              <a:gd name="connsiteY6439" fmla="*/ 807139 h 6382977"/>
              <a:gd name="connsiteX6440" fmla="*/ 5418991 w 6501199"/>
              <a:gd name="connsiteY6440" fmla="*/ 747712 h 6382977"/>
              <a:gd name="connsiteX6441" fmla="*/ 5720277 w 6501199"/>
              <a:gd name="connsiteY6441" fmla="*/ 746273 h 6382977"/>
              <a:gd name="connsiteX6442" fmla="*/ 5739204 w 6501199"/>
              <a:gd name="connsiteY6442" fmla="*/ 757237 h 6382977"/>
              <a:gd name="connsiteX6443" fmla="*/ 5736692 w 6501199"/>
              <a:gd name="connsiteY6443" fmla="*/ 772759 h 6382977"/>
              <a:gd name="connsiteX6444" fmla="*/ 5698288 w 6501199"/>
              <a:gd name="connsiteY6444" fmla="*/ 750534 h 6382977"/>
              <a:gd name="connsiteX6445" fmla="*/ 5714080 w 6501199"/>
              <a:gd name="connsiteY6445" fmla="*/ 750534 h 6382977"/>
              <a:gd name="connsiteX6446" fmla="*/ 5720277 w 6501199"/>
              <a:gd name="connsiteY6446" fmla="*/ 746273 h 6382977"/>
              <a:gd name="connsiteX6447" fmla="*/ 4752138 w 6501199"/>
              <a:gd name="connsiteY6447" fmla="*/ 741362 h 6382977"/>
              <a:gd name="connsiteX6448" fmla="*/ 4760900 w 6501199"/>
              <a:gd name="connsiteY6448" fmla="*/ 761644 h 6382977"/>
              <a:gd name="connsiteX6449" fmla="*/ 4752138 w 6501199"/>
              <a:gd name="connsiteY6449" fmla="*/ 741362 h 6382977"/>
              <a:gd name="connsiteX6450" fmla="*/ 4565350 w 6501199"/>
              <a:gd name="connsiteY6450" fmla="*/ 740419 h 6382977"/>
              <a:gd name="connsiteX6451" fmla="*/ 4574206 w 6501199"/>
              <a:gd name="connsiteY6451" fmla="*/ 754930 h 6382977"/>
              <a:gd name="connsiteX6452" fmla="*/ 4605734 w 6501199"/>
              <a:gd name="connsiteY6452" fmla="*/ 757163 h 6382977"/>
              <a:gd name="connsiteX6453" fmla="*/ 4567476 w 6501199"/>
              <a:gd name="connsiteY6453" fmla="*/ 759395 h 6382977"/>
              <a:gd name="connsiteX6454" fmla="*/ 4565350 w 6501199"/>
              <a:gd name="connsiteY6454" fmla="*/ 740419 h 6382977"/>
              <a:gd name="connsiteX6455" fmla="*/ 5475408 w 6501199"/>
              <a:gd name="connsiteY6455" fmla="*/ 738187 h 6382977"/>
              <a:gd name="connsiteX6456" fmla="*/ 5473273 w 6501199"/>
              <a:gd name="connsiteY6456" fmla="*/ 758469 h 6382977"/>
              <a:gd name="connsiteX6457" fmla="*/ 5475408 w 6501199"/>
              <a:gd name="connsiteY6457" fmla="*/ 738187 h 6382977"/>
              <a:gd name="connsiteX6458" fmla="*/ 4810094 w 6501199"/>
              <a:gd name="connsiteY6458" fmla="*/ 736600 h 6382977"/>
              <a:gd name="connsiteX6459" fmla="*/ 4826087 w 6501199"/>
              <a:gd name="connsiteY6459" fmla="*/ 761299 h 6382977"/>
              <a:gd name="connsiteX6460" fmla="*/ 4799076 w 6501199"/>
              <a:gd name="connsiteY6460" fmla="*/ 772754 h 6382977"/>
              <a:gd name="connsiteX6461" fmla="*/ 4810094 w 6501199"/>
              <a:gd name="connsiteY6461" fmla="*/ 736600 h 6382977"/>
              <a:gd name="connsiteX6462" fmla="*/ 4661870 w 6501199"/>
              <a:gd name="connsiteY6462" fmla="*/ 734511 h 6382977"/>
              <a:gd name="connsiteX6463" fmla="*/ 4672829 w 6501199"/>
              <a:gd name="connsiteY6463" fmla="*/ 737067 h 6382977"/>
              <a:gd name="connsiteX6464" fmla="*/ 4656822 w 6501199"/>
              <a:gd name="connsiteY6464" fmla="*/ 743885 h 6382977"/>
              <a:gd name="connsiteX6465" fmla="*/ 4654275 w 6501199"/>
              <a:gd name="connsiteY6465" fmla="*/ 782278 h 6382977"/>
              <a:gd name="connsiteX6466" fmla="*/ 4647363 w 6501199"/>
              <a:gd name="connsiteY6466" fmla="*/ 737067 h 6382977"/>
              <a:gd name="connsiteX6467" fmla="*/ 4661870 w 6501199"/>
              <a:gd name="connsiteY6467" fmla="*/ 734511 h 6382977"/>
              <a:gd name="connsiteX6468" fmla="*/ 5383605 w 6501199"/>
              <a:gd name="connsiteY6468" fmla="*/ 725487 h 6382977"/>
              <a:gd name="connsiteX6469" fmla="*/ 5374304 w 6501199"/>
              <a:gd name="connsiteY6469" fmla="*/ 791801 h 6382977"/>
              <a:gd name="connsiteX6470" fmla="*/ 5383605 w 6501199"/>
              <a:gd name="connsiteY6470" fmla="*/ 725487 h 6382977"/>
              <a:gd name="connsiteX6471" fmla="*/ 4737369 w 6501199"/>
              <a:gd name="connsiteY6471" fmla="*/ 725487 h 6382977"/>
              <a:gd name="connsiteX6472" fmla="*/ 4762341 w 6501199"/>
              <a:gd name="connsiteY6472" fmla="*/ 737210 h 6382977"/>
              <a:gd name="connsiteX6473" fmla="*/ 4739509 w 6501199"/>
              <a:gd name="connsiteY6473" fmla="*/ 739408 h 6382977"/>
              <a:gd name="connsiteX6474" fmla="*/ 4737369 w 6501199"/>
              <a:gd name="connsiteY6474" fmla="*/ 725487 h 6382977"/>
              <a:gd name="connsiteX6475" fmla="*/ 4919213 w 6501199"/>
              <a:gd name="connsiteY6475" fmla="*/ 715491 h 6382977"/>
              <a:gd name="connsiteX6476" fmla="*/ 4934215 w 6501199"/>
              <a:gd name="connsiteY6476" fmla="*/ 715879 h 6382977"/>
              <a:gd name="connsiteX6477" fmla="*/ 4940690 w 6501199"/>
              <a:gd name="connsiteY6477" fmla="*/ 750071 h 6382977"/>
              <a:gd name="connsiteX6478" fmla="*/ 4911192 w 6501199"/>
              <a:gd name="connsiteY6478" fmla="*/ 765907 h 6382977"/>
              <a:gd name="connsiteX6479" fmla="*/ 4904358 w 6501199"/>
              <a:gd name="connsiteY6479" fmla="*/ 809098 h 6382977"/>
              <a:gd name="connsiteX6480" fmla="*/ 4920545 w 6501199"/>
              <a:gd name="connsiteY6480" fmla="*/ 811257 h 6382977"/>
              <a:gd name="connsiteX6481" fmla="*/ 4900041 w 6501199"/>
              <a:gd name="connsiteY6481" fmla="*/ 888640 h 6382977"/>
              <a:gd name="connsiteX6482" fmla="*/ 4870543 w 6501199"/>
              <a:gd name="connsiteY6482" fmla="*/ 854807 h 6382977"/>
              <a:gd name="connsiteX6483" fmla="*/ 4874983 w 6501199"/>
              <a:gd name="connsiteY6483" fmla="*/ 831503 h 6382977"/>
              <a:gd name="connsiteX6484" fmla="*/ 4869340 w 6501199"/>
              <a:gd name="connsiteY6484" fmla="*/ 826326 h 6382977"/>
              <a:gd name="connsiteX6485" fmla="*/ 4874507 w 6501199"/>
              <a:gd name="connsiteY6485" fmla="*/ 798512 h 6382977"/>
              <a:gd name="connsiteX6486" fmla="*/ 4883648 w 6501199"/>
              <a:gd name="connsiteY6486" fmla="*/ 805824 h 6382977"/>
              <a:gd name="connsiteX6487" fmla="*/ 4884387 w 6501199"/>
              <a:gd name="connsiteY6487" fmla="*/ 809854 h 6382977"/>
              <a:gd name="connsiteX6488" fmla="*/ 4887990 w 6501199"/>
              <a:gd name="connsiteY6488" fmla="*/ 802889 h 6382977"/>
              <a:gd name="connsiteX6489" fmla="*/ 4881695 w 6501199"/>
              <a:gd name="connsiteY6489" fmla="*/ 761228 h 6382977"/>
              <a:gd name="connsiteX6490" fmla="*/ 4911192 w 6501199"/>
              <a:gd name="connsiteY6490" fmla="*/ 743233 h 6382977"/>
              <a:gd name="connsiteX6491" fmla="*/ 4900041 w 6501199"/>
              <a:gd name="connsiteY6491" fmla="*/ 736394 h 6382977"/>
              <a:gd name="connsiteX6492" fmla="*/ 4919213 w 6501199"/>
              <a:gd name="connsiteY6492" fmla="*/ 715491 h 6382977"/>
              <a:gd name="connsiteX6493" fmla="*/ 4989116 w 6501199"/>
              <a:gd name="connsiteY6493" fmla="*/ 695261 h 6382977"/>
              <a:gd name="connsiteX6494" fmla="*/ 4986382 w 6501199"/>
              <a:gd name="connsiteY6494" fmla="*/ 736244 h 6382977"/>
              <a:gd name="connsiteX6495" fmla="*/ 4981796 w 6501199"/>
              <a:gd name="connsiteY6495" fmla="*/ 718088 h 6382977"/>
              <a:gd name="connsiteX6496" fmla="*/ 4989116 w 6501199"/>
              <a:gd name="connsiteY6496" fmla="*/ 695261 h 6382977"/>
              <a:gd name="connsiteX6497" fmla="*/ 5673366 w 6501199"/>
              <a:gd name="connsiteY6497" fmla="*/ 691512 h 6382977"/>
              <a:gd name="connsiteX6498" fmla="*/ 5666548 w 6501199"/>
              <a:gd name="connsiteY6498" fmla="*/ 780687 h 6382977"/>
              <a:gd name="connsiteX6499" fmla="*/ 5673366 w 6501199"/>
              <a:gd name="connsiteY6499" fmla="*/ 691512 h 6382977"/>
              <a:gd name="connsiteX6500" fmla="*/ 4814985 w 6501199"/>
              <a:gd name="connsiteY6500" fmla="*/ 690428 h 6382977"/>
              <a:gd name="connsiteX6501" fmla="*/ 4823956 w 6501199"/>
              <a:gd name="connsiteY6501" fmla="*/ 714990 h 6382977"/>
              <a:gd name="connsiteX6502" fmla="*/ 4853379 w 6501199"/>
              <a:gd name="connsiteY6502" fmla="*/ 721754 h 6382977"/>
              <a:gd name="connsiteX6503" fmla="*/ 4806015 w 6501199"/>
              <a:gd name="connsiteY6503" fmla="*/ 730653 h 6382977"/>
              <a:gd name="connsiteX6504" fmla="*/ 4810321 w 6501199"/>
              <a:gd name="connsiteY6504" fmla="*/ 728518 h 6382977"/>
              <a:gd name="connsiteX6505" fmla="*/ 4814985 w 6501199"/>
              <a:gd name="connsiteY6505" fmla="*/ 690428 h 6382977"/>
              <a:gd name="connsiteX6506" fmla="*/ 4922274 w 6501199"/>
              <a:gd name="connsiteY6506" fmla="*/ 682625 h 6382977"/>
              <a:gd name="connsiteX6507" fmla="*/ 4926799 w 6501199"/>
              <a:gd name="connsiteY6507" fmla="*/ 689331 h 6382977"/>
              <a:gd name="connsiteX6508" fmla="*/ 4926735 w 6501199"/>
              <a:gd name="connsiteY6508" fmla="*/ 699482 h 6382977"/>
              <a:gd name="connsiteX6509" fmla="*/ 4935925 w 6501199"/>
              <a:gd name="connsiteY6509" fmla="*/ 700672 h 6382977"/>
              <a:gd name="connsiteX6510" fmla="*/ 4930417 w 6501199"/>
              <a:gd name="connsiteY6510" fmla="*/ 707953 h 6382977"/>
              <a:gd name="connsiteX6511" fmla="*/ 4922684 w 6501199"/>
              <a:gd name="connsiteY6511" fmla="*/ 710927 h 6382977"/>
              <a:gd name="connsiteX6512" fmla="*/ 4921573 w 6501199"/>
              <a:gd name="connsiteY6512" fmla="*/ 713482 h 6382977"/>
              <a:gd name="connsiteX6513" fmla="*/ 4910888 w 6501199"/>
              <a:gd name="connsiteY6513" fmla="*/ 718779 h 6382977"/>
              <a:gd name="connsiteX6514" fmla="*/ 4913602 w 6501199"/>
              <a:gd name="connsiteY6514" fmla="*/ 710160 h 6382977"/>
              <a:gd name="connsiteX6515" fmla="*/ 4912314 w 6501199"/>
              <a:gd name="connsiteY6515" fmla="*/ 709888 h 6382977"/>
              <a:gd name="connsiteX6516" fmla="*/ 4910486 w 6501199"/>
              <a:gd name="connsiteY6516" fmla="*/ 700672 h 6382977"/>
              <a:gd name="connsiteX6517" fmla="*/ 4916844 w 6501199"/>
              <a:gd name="connsiteY6517" fmla="*/ 699866 h 6382977"/>
              <a:gd name="connsiteX6518" fmla="*/ 5638815 w 6501199"/>
              <a:gd name="connsiteY6518" fmla="*/ 674687 h 6382977"/>
              <a:gd name="connsiteX6519" fmla="*/ 5625709 w 6501199"/>
              <a:gd name="connsiteY6519" fmla="*/ 688354 h 6382977"/>
              <a:gd name="connsiteX6520" fmla="*/ 5645546 w 6501199"/>
              <a:gd name="connsiteY6520" fmla="*/ 695188 h 6382977"/>
              <a:gd name="connsiteX6521" fmla="*/ 5638815 w 6501199"/>
              <a:gd name="connsiteY6521" fmla="*/ 674687 h 6382977"/>
              <a:gd name="connsiteX6522" fmla="*/ 4666434 w 6501199"/>
              <a:gd name="connsiteY6522" fmla="*/ 674687 h 6382977"/>
              <a:gd name="connsiteX6523" fmla="*/ 4671154 w 6501199"/>
              <a:gd name="connsiteY6523" fmla="*/ 710842 h 6382977"/>
              <a:gd name="connsiteX6524" fmla="*/ 4641013 w 6501199"/>
              <a:gd name="connsiteY6524" fmla="*/ 695091 h 6382977"/>
              <a:gd name="connsiteX6525" fmla="*/ 4666434 w 6501199"/>
              <a:gd name="connsiteY6525" fmla="*/ 674687 h 6382977"/>
              <a:gd name="connsiteX6526" fmla="*/ 4852601 w 6501199"/>
              <a:gd name="connsiteY6526" fmla="*/ 669925 h 6382977"/>
              <a:gd name="connsiteX6527" fmla="*/ 4881955 w 6501199"/>
              <a:gd name="connsiteY6527" fmla="*/ 669925 h 6382977"/>
              <a:gd name="connsiteX6528" fmla="*/ 4852601 w 6501199"/>
              <a:gd name="connsiteY6528" fmla="*/ 669925 h 6382977"/>
              <a:gd name="connsiteX6529" fmla="*/ 4576651 w 6501199"/>
              <a:gd name="connsiteY6529" fmla="*/ 669925 h 6382977"/>
              <a:gd name="connsiteX6530" fmla="*/ 4576651 w 6501199"/>
              <a:gd name="connsiteY6530" fmla="*/ 694962 h 6382977"/>
              <a:gd name="connsiteX6531" fmla="*/ 4576651 w 6501199"/>
              <a:gd name="connsiteY6531" fmla="*/ 669925 h 6382977"/>
              <a:gd name="connsiteX6532" fmla="*/ 4948616 w 6501199"/>
              <a:gd name="connsiteY6532" fmla="*/ 667844 h 6382977"/>
              <a:gd name="connsiteX6533" fmla="*/ 4946383 w 6501199"/>
              <a:gd name="connsiteY6533" fmla="*/ 681365 h 6382977"/>
              <a:gd name="connsiteX6534" fmla="*/ 4948616 w 6501199"/>
              <a:gd name="connsiteY6534" fmla="*/ 667844 h 6382977"/>
              <a:gd name="connsiteX6535" fmla="*/ 4585147 w 6501199"/>
              <a:gd name="connsiteY6535" fmla="*/ 627571 h 6382977"/>
              <a:gd name="connsiteX6536" fmla="*/ 4605735 w 6501199"/>
              <a:gd name="connsiteY6536" fmla="*/ 646078 h 6382977"/>
              <a:gd name="connsiteX6537" fmla="*/ 4594446 w 6501199"/>
              <a:gd name="connsiteY6537" fmla="*/ 655269 h 6382977"/>
              <a:gd name="connsiteX6538" fmla="*/ 4574338 w 6501199"/>
              <a:gd name="connsiteY6538" fmla="*/ 629903 h 6382977"/>
              <a:gd name="connsiteX6539" fmla="*/ 4585147 w 6501199"/>
              <a:gd name="connsiteY6539" fmla="*/ 627571 h 6382977"/>
              <a:gd name="connsiteX6540" fmla="*/ 5522541 w 6501199"/>
              <a:gd name="connsiteY6540" fmla="*/ 614362 h 6382977"/>
              <a:gd name="connsiteX6541" fmla="*/ 5531475 w 6501199"/>
              <a:gd name="connsiteY6541" fmla="*/ 625493 h 6382977"/>
              <a:gd name="connsiteX6542" fmla="*/ 5511461 w 6501199"/>
              <a:gd name="connsiteY6542" fmla="*/ 630161 h 6382977"/>
              <a:gd name="connsiteX6543" fmla="*/ 5518252 w 6501199"/>
              <a:gd name="connsiteY6543" fmla="*/ 657451 h 6382977"/>
              <a:gd name="connsiteX6544" fmla="*/ 5538266 w 6501199"/>
              <a:gd name="connsiteY6544" fmla="*/ 639138 h 6382977"/>
              <a:gd name="connsiteX6545" fmla="*/ 5515750 w 6501199"/>
              <a:gd name="connsiteY6545" fmla="*/ 689050 h 6382977"/>
              <a:gd name="connsiteX6546" fmla="*/ 5513606 w 6501199"/>
              <a:gd name="connsiteY6546" fmla="*/ 709517 h 6382977"/>
              <a:gd name="connsiteX6547" fmla="*/ 5529331 w 6501199"/>
              <a:gd name="connsiteY6547" fmla="*/ 734653 h 6382977"/>
              <a:gd name="connsiteX6548" fmla="*/ 5495379 w 6501199"/>
              <a:gd name="connsiteY6548" fmla="*/ 721008 h 6382977"/>
              <a:gd name="connsiteX6549" fmla="*/ 5508960 w 6501199"/>
              <a:gd name="connsiteY6549" fmla="*/ 707363 h 6382977"/>
              <a:gd name="connsiteX6550" fmla="*/ 5497880 w 6501199"/>
              <a:gd name="connsiteY6550" fmla="*/ 707363 h 6382977"/>
              <a:gd name="connsiteX6551" fmla="*/ 5500025 w 6501199"/>
              <a:gd name="connsiteY6551" fmla="*/ 691563 h 6382977"/>
              <a:gd name="connsiteX6552" fmla="*/ 5508960 w 6501199"/>
              <a:gd name="connsiteY6552" fmla="*/ 628007 h 6382977"/>
              <a:gd name="connsiteX6553" fmla="*/ 5522541 w 6501199"/>
              <a:gd name="connsiteY6553" fmla="*/ 614362 h 6382977"/>
              <a:gd name="connsiteX6554" fmla="*/ 4968188 w 6501199"/>
              <a:gd name="connsiteY6554" fmla="*/ 609600 h 6382977"/>
              <a:gd name="connsiteX6555" fmla="*/ 4981963 w 6501199"/>
              <a:gd name="connsiteY6555" fmla="*/ 630004 h 6382977"/>
              <a:gd name="connsiteX6556" fmla="*/ 4952238 w 6501199"/>
              <a:gd name="connsiteY6556" fmla="*/ 625350 h 6382977"/>
              <a:gd name="connsiteX6557" fmla="*/ 4945350 w 6501199"/>
              <a:gd name="connsiteY6557" fmla="*/ 636805 h 6382977"/>
              <a:gd name="connsiteX6558" fmla="*/ 4936288 w 6501199"/>
              <a:gd name="connsiteY6558" fmla="*/ 630004 h 6382977"/>
              <a:gd name="connsiteX6559" fmla="*/ 4943175 w 6501199"/>
              <a:gd name="connsiteY6559" fmla="*/ 616401 h 6382977"/>
              <a:gd name="connsiteX6560" fmla="*/ 4968188 w 6501199"/>
              <a:gd name="connsiteY6560" fmla="*/ 609600 h 6382977"/>
              <a:gd name="connsiteX6561" fmla="*/ 5538397 w 6501199"/>
              <a:gd name="connsiteY6561" fmla="*/ 601662 h 6382977"/>
              <a:gd name="connsiteX6562" fmla="*/ 5549845 w 6501199"/>
              <a:gd name="connsiteY6562" fmla="*/ 601662 h 6382977"/>
              <a:gd name="connsiteX6563" fmla="*/ 5554496 w 6501199"/>
              <a:gd name="connsiteY6563" fmla="*/ 617184 h 6382977"/>
              <a:gd name="connsiteX6564" fmla="*/ 5540901 w 6501199"/>
              <a:gd name="connsiteY6564" fmla="*/ 639409 h 6382977"/>
              <a:gd name="connsiteX6565" fmla="*/ 5538397 w 6501199"/>
              <a:gd name="connsiteY6565" fmla="*/ 601662 h 6382977"/>
              <a:gd name="connsiteX6566" fmla="*/ 5493277 w 6501199"/>
              <a:gd name="connsiteY6566" fmla="*/ 595312 h 6382977"/>
              <a:gd name="connsiteX6567" fmla="*/ 5495509 w 6501199"/>
              <a:gd name="connsiteY6567" fmla="*/ 621949 h 6382977"/>
              <a:gd name="connsiteX6568" fmla="*/ 5493277 w 6501199"/>
              <a:gd name="connsiteY6568" fmla="*/ 595312 h 6382977"/>
              <a:gd name="connsiteX6569" fmla="*/ 5656926 w 6501199"/>
              <a:gd name="connsiteY6569" fmla="*/ 587948 h 6382977"/>
              <a:gd name="connsiteX6570" fmla="*/ 5688860 w 6501199"/>
              <a:gd name="connsiteY6570" fmla="*/ 587948 h 6382977"/>
              <a:gd name="connsiteX6571" fmla="*/ 5691013 w 6501199"/>
              <a:gd name="connsiteY6571" fmla="*/ 610643 h 6382977"/>
              <a:gd name="connsiteX6572" fmla="*/ 5665896 w 6501199"/>
              <a:gd name="connsiteY6572" fmla="*/ 592631 h 6382977"/>
              <a:gd name="connsiteX6573" fmla="*/ 5675225 w 6501199"/>
              <a:gd name="connsiteY6573" fmla="*/ 670083 h 6382977"/>
              <a:gd name="connsiteX6574" fmla="*/ 5668408 w 6501199"/>
              <a:gd name="connsiteY6574" fmla="*/ 679090 h 6382977"/>
              <a:gd name="connsiteX6575" fmla="*/ 5647955 w 6501199"/>
              <a:gd name="connsiteY6575" fmla="*/ 674406 h 6382977"/>
              <a:gd name="connsiteX6576" fmla="*/ 5656926 w 6501199"/>
              <a:gd name="connsiteY6576" fmla="*/ 587948 h 6382977"/>
              <a:gd name="connsiteX6577" fmla="*/ 5621403 w 6501199"/>
              <a:gd name="connsiteY6577" fmla="*/ 584200 h 6382977"/>
              <a:gd name="connsiteX6578" fmla="*/ 5637154 w 6501199"/>
              <a:gd name="connsiteY6578" fmla="*/ 641043 h 6382977"/>
              <a:gd name="connsiteX6579" fmla="*/ 5635006 w 6501199"/>
              <a:gd name="connsiteY6579" fmla="*/ 666388 h 6382977"/>
              <a:gd name="connsiteX6580" fmla="*/ 5607800 w 6501199"/>
              <a:gd name="connsiteY6580" fmla="*/ 607010 h 6382977"/>
              <a:gd name="connsiteX6581" fmla="*/ 5621403 w 6501199"/>
              <a:gd name="connsiteY6581" fmla="*/ 584200 h 6382977"/>
              <a:gd name="connsiteX6582" fmla="*/ 5588477 w 6501199"/>
              <a:gd name="connsiteY6582" fmla="*/ 569912 h 6382977"/>
              <a:gd name="connsiteX6583" fmla="*/ 5590611 w 6501199"/>
              <a:gd name="connsiteY6583" fmla="*/ 606067 h 6382977"/>
              <a:gd name="connsiteX6584" fmla="*/ 5588477 w 6501199"/>
              <a:gd name="connsiteY6584" fmla="*/ 569912 h 6382977"/>
              <a:gd name="connsiteX6585" fmla="*/ 4951653 w 6501199"/>
              <a:gd name="connsiteY6585" fmla="*/ 556883 h 6382977"/>
              <a:gd name="connsiteX6586" fmla="*/ 4948081 w 6501199"/>
              <a:gd name="connsiteY6586" fmla="*/ 571144 h 6382977"/>
              <a:gd name="connsiteX6587" fmla="*/ 4948081 w 6501199"/>
              <a:gd name="connsiteY6587" fmla="*/ 557622 h 6382977"/>
              <a:gd name="connsiteX6588" fmla="*/ 4951653 w 6501199"/>
              <a:gd name="connsiteY6588" fmla="*/ 556883 h 6382977"/>
              <a:gd name="connsiteX6589" fmla="*/ 4985997 w 6501199"/>
              <a:gd name="connsiteY6589" fmla="*/ 554037 h 6382977"/>
              <a:gd name="connsiteX6590" fmla="*/ 4994678 w 6501199"/>
              <a:gd name="connsiteY6590" fmla="*/ 563254 h 6382977"/>
              <a:gd name="connsiteX6591" fmla="*/ 4983913 w 6501199"/>
              <a:gd name="connsiteY6591" fmla="*/ 585587 h 6382977"/>
              <a:gd name="connsiteX6592" fmla="*/ 4985997 w 6501199"/>
              <a:gd name="connsiteY6592" fmla="*/ 554037 h 6382977"/>
              <a:gd name="connsiteX6593" fmla="*/ 5008960 w 6501199"/>
              <a:gd name="connsiteY6593" fmla="*/ 546005 h 6382977"/>
              <a:gd name="connsiteX6594" fmla="*/ 5008960 w 6501199"/>
              <a:gd name="connsiteY6594" fmla="*/ 566473 h 6382977"/>
              <a:gd name="connsiteX6595" fmla="*/ 5008960 w 6501199"/>
              <a:gd name="connsiteY6595" fmla="*/ 546005 h 6382977"/>
              <a:gd name="connsiteX6596" fmla="*/ 5586238 w 6501199"/>
              <a:gd name="connsiteY6596" fmla="*/ 537135 h 6382977"/>
              <a:gd name="connsiteX6597" fmla="*/ 5584063 w 6501199"/>
              <a:gd name="connsiteY6597" fmla="*/ 571142 h 6382977"/>
              <a:gd name="connsiteX6598" fmla="*/ 5586238 w 6501199"/>
              <a:gd name="connsiteY6598" fmla="*/ 537135 h 6382977"/>
              <a:gd name="connsiteX6599" fmla="*/ 4939191 w 6501199"/>
              <a:gd name="connsiteY6599" fmla="*/ 535561 h 6382977"/>
              <a:gd name="connsiteX6600" fmla="*/ 4964500 w 6501199"/>
              <a:gd name="connsiteY6600" fmla="*/ 543630 h 6382977"/>
              <a:gd name="connsiteX6601" fmla="*/ 4920957 w 6501199"/>
              <a:gd name="connsiteY6601" fmla="*/ 545747 h 6382977"/>
              <a:gd name="connsiteX6602" fmla="*/ 4939191 w 6501199"/>
              <a:gd name="connsiteY6602" fmla="*/ 535561 h 6382977"/>
              <a:gd name="connsiteX6603" fmla="*/ 4882812 w 6501199"/>
              <a:gd name="connsiteY6603" fmla="*/ 527050 h 6382977"/>
              <a:gd name="connsiteX6604" fmla="*/ 4887450 w 6501199"/>
              <a:gd name="connsiteY6604" fmla="*/ 550490 h 6382977"/>
              <a:gd name="connsiteX6605" fmla="*/ 4882812 w 6501199"/>
              <a:gd name="connsiteY6605" fmla="*/ 527050 h 6382977"/>
              <a:gd name="connsiteX6606" fmla="*/ 5366922 w 6501199"/>
              <a:gd name="connsiteY6606" fmla="*/ 525462 h 6382977"/>
              <a:gd name="connsiteX6607" fmla="*/ 5371759 w 6501199"/>
              <a:gd name="connsiteY6607" fmla="*/ 604479 h 6382977"/>
              <a:gd name="connsiteX6608" fmla="*/ 5355388 w 6501199"/>
              <a:gd name="connsiteY6608" fmla="*/ 604479 h 6382977"/>
              <a:gd name="connsiteX6609" fmla="*/ 5366922 w 6501199"/>
              <a:gd name="connsiteY6609" fmla="*/ 525462 h 6382977"/>
              <a:gd name="connsiteX6610" fmla="*/ 4874188 w 6501199"/>
              <a:gd name="connsiteY6610" fmla="*/ 511175 h 6382977"/>
              <a:gd name="connsiteX6611" fmla="*/ 4864850 w 6501199"/>
              <a:gd name="connsiteY6611" fmla="*/ 547329 h 6382977"/>
              <a:gd name="connsiteX6612" fmla="*/ 4874188 w 6501199"/>
              <a:gd name="connsiteY6612" fmla="*/ 511175 h 6382977"/>
              <a:gd name="connsiteX6613" fmla="*/ 5688763 w 6501199"/>
              <a:gd name="connsiteY6613" fmla="*/ 490537 h 6382977"/>
              <a:gd name="connsiteX6614" fmla="*/ 5711623 w 6501199"/>
              <a:gd name="connsiteY6614" fmla="*/ 495205 h 6382977"/>
              <a:gd name="connsiteX6615" fmla="*/ 5697834 w 6501199"/>
              <a:gd name="connsiteY6615" fmla="*/ 520341 h 6382977"/>
              <a:gd name="connsiteX6616" fmla="*/ 5688763 w 6501199"/>
              <a:gd name="connsiteY6616" fmla="*/ 490537 h 6382977"/>
              <a:gd name="connsiteX6617" fmla="*/ 4944931 w 6501199"/>
              <a:gd name="connsiteY6617" fmla="*/ 460375 h 6382977"/>
              <a:gd name="connsiteX6618" fmla="*/ 4909300 w 6501199"/>
              <a:gd name="connsiteY6618" fmla="*/ 469547 h 6382977"/>
              <a:gd name="connsiteX6619" fmla="*/ 4944931 w 6501199"/>
              <a:gd name="connsiteY6619" fmla="*/ 460375 h 6382977"/>
              <a:gd name="connsiteX6620" fmla="*/ 5663010 w 6501199"/>
              <a:gd name="connsiteY6620" fmla="*/ 458787 h 6382977"/>
              <a:gd name="connsiteX6621" fmla="*/ 5676416 w 6501199"/>
              <a:gd name="connsiteY6621" fmla="*/ 504507 h 6382977"/>
              <a:gd name="connsiteX6622" fmla="*/ 5647488 w 6501199"/>
              <a:gd name="connsiteY6622" fmla="*/ 476930 h 6382977"/>
              <a:gd name="connsiteX6623" fmla="*/ 5658424 w 6501199"/>
              <a:gd name="connsiteY6623" fmla="*/ 472575 h 6382977"/>
              <a:gd name="connsiteX6624" fmla="*/ 5663010 w 6501199"/>
              <a:gd name="connsiteY6624" fmla="*/ 458787 h 6382977"/>
              <a:gd name="connsiteX6625" fmla="*/ 5126578 w 6501199"/>
              <a:gd name="connsiteY6625" fmla="*/ 442912 h 6382977"/>
              <a:gd name="connsiteX6626" fmla="*/ 5142393 w 6501199"/>
              <a:gd name="connsiteY6626" fmla="*/ 445037 h 6382977"/>
              <a:gd name="connsiteX6627" fmla="*/ 5144550 w 6501199"/>
              <a:gd name="connsiteY6627" fmla="*/ 469834 h 6382977"/>
              <a:gd name="connsiteX6628" fmla="*/ 5128734 w 6501199"/>
              <a:gd name="connsiteY6628" fmla="*/ 476210 h 6382977"/>
              <a:gd name="connsiteX6629" fmla="*/ 5112919 w 6501199"/>
              <a:gd name="connsiteY6629" fmla="*/ 485421 h 6382977"/>
              <a:gd name="connsiteX6630" fmla="*/ 5090275 w 6501199"/>
              <a:gd name="connsiteY6630" fmla="*/ 471959 h 6382977"/>
              <a:gd name="connsiteX6631" fmla="*/ 5126578 w 6501199"/>
              <a:gd name="connsiteY6631" fmla="*/ 442912 h 6382977"/>
              <a:gd name="connsiteX6632" fmla="*/ 4949781 w 6501199"/>
              <a:gd name="connsiteY6632" fmla="*/ 415925 h 6382977"/>
              <a:gd name="connsiteX6633" fmla="*/ 4945128 w 6501199"/>
              <a:gd name="connsiteY6633" fmla="*/ 431447 h 6382977"/>
              <a:gd name="connsiteX6634" fmla="*/ 4949781 w 6501199"/>
              <a:gd name="connsiteY6634" fmla="*/ 415925 h 6382977"/>
              <a:gd name="connsiteX6635" fmla="*/ 5127012 w 6501199"/>
              <a:gd name="connsiteY6635" fmla="*/ 388937 h 6382977"/>
              <a:gd name="connsiteX6636" fmla="*/ 5131305 w 6501199"/>
              <a:gd name="connsiteY6636" fmla="*/ 414375 h 6382977"/>
              <a:gd name="connsiteX6637" fmla="*/ 5127012 w 6501199"/>
              <a:gd name="connsiteY6637" fmla="*/ 388937 h 6382977"/>
              <a:gd name="connsiteX6638" fmla="*/ 5651721 w 6501199"/>
              <a:gd name="connsiteY6638" fmla="*/ 344487 h 6382977"/>
              <a:gd name="connsiteX6639" fmla="*/ 5656307 w 6501199"/>
              <a:gd name="connsiteY6639" fmla="*/ 364769 h 6382977"/>
              <a:gd name="connsiteX6640" fmla="*/ 5651721 w 6501199"/>
              <a:gd name="connsiteY6640" fmla="*/ 344487 h 6382977"/>
              <a:gd name="connsiteX6641" fmla="*/ 4897825 w 6501199"/>
              <a:gd name="connsiteY6641" fmla="*/ 325437 h 6382977"/>
              <a:gd name="connsiteX6642" fmla="*/ 4893464 w 6501199"/>
              <a:gd name="connsiteY6642" fmla="*/ 348878 h 6382977"/>
              <a:gd name="connsiteX6643" fmla="*/ 4897825 w 6501199"/>
              <a:gd name="connsiteY6643" fmla="*/ 325437 h 6382977"/>
              <a:gd name="connsiteX6644" fmla="*/ 5705420 w 6501199"/>
              <a:gd name="connsiteY6644" fmla="*/ 287933 h 6382977"/>
              <a:gd name="connsiteX6645" fmla="*/ 5700769 w 6501199"/>
              <a:gd name="connsiteY6645" fmla="*/ 303940 h 6382977"/>
              <a:gd name="connsiteX6646" fmla="*/ 5712217 w 6501199"/>
              <a:gd name="connsiteY6646" fmla="*/ 310852 h 6382977"/>
              <a:gd name="connsiteX6647" fmla="*/ 5705420 w 6501199"/>
              <a:gd name="connsiteY6647" fmla="*/ 287933 h 6382977"/>
              <a:gd name="connsiteX6648" fmla="*/ 4972903 w 6501199"/>
              <a:gd name="connsiteY6648" fmla="*/ 284162 h 6382977"/>
              <a:gd name="connsiteX6649" fmla="*/ 4970800 w 6501199"/>
              <a:gd name="connsiteY6649" fmla="*/ 313966 h 6382977"/>
              <a:gd name="connsiteX6650" fmla="*/ 4972903 w 6501199"/>
              <a:gd name="connsiteY6650" fmla="*/ 284162 h 6382977"/>
              <a:gd name="connsiteX6651" fmla="*/ 5561763 w 6501199"/>
              <a:gd name="connsiteY6651" fmla="*/ 279400 h 6382977"/>
              <a:gd name="connsiteX6652" fmla="*/ 5573119 w 6501199"/>
              <a:gd name="connsiteY6652" fmla="*/ 306512 h 6382977"/>
              <a:gd name="connsiteX6653" fmla="*/ 5561763 w 6501199"/>
              <a:gd name="connsiteY6653" fmla="*/ 279400 h 6382977"/>
              <a:gd name="connsiteX6654" fmla="*/ 5562135 w 6501199"/>
              <a:gd name="connsiteY6654" fmla="*/ 228600 h 6382977"/>
              <a:gd name="connsiteX6655" fmla="*/ 5573262 w 6501199"/>
              <a:gd name="connsiteY6655" fmla="*/ 264754 h 6382977"/>
              <a:gd name="connsiteX6656" fmla="*/ 5557469 w 6501199"/>
              <a:gd name="connsiteY6656" fmla="*/ 264754 h 6382977"/>
              <a:gd name="connsiteX6657" fmla="*/ 5562135 w 6501199"/>
              <a:gd name="connsiteY6657" fmla="*/ 228600 h 6382977"/>
              <a:gd name="connsiteX6658" fmla="*/ 5634066 w 6501199"/>
              <a:gd name="connsiteY6658" fmla="*/ 226545 h 6382977"/>
              <a:gd name="connsiteX6659" fmla="*/ 5649488 w 6501199"/>
              <a:gd name="connsiteY6659" fmla="*/ 235852 h 6382977"/>
              <a:gd name="connsiteX6660" fmla="*/ 5654044 w 6501199"/>
              <a:gd name="connsiteY6660" fmla="*/ 258404 h 6382977"/>
              <a:gd name="connsiteX6661" fmla="*/ 5634066 w 6501199"/>
              <a:gd name="connsiteY6661" fmla="*/ 244801 h 6382977"/>
              <a:gd name="connsiteX6662" fmla="*/ 5634066 w 6501199"/>
              <a:gd name="connsiteY6662" fmla="*/ 226545 h 6382977"/>
              <a:gd name="connsiteX6663" fmla="*/ 4993301 w 6501199"/>
              <a:gd name="connsiteY6663" fmla="*/ 220662 h 6382977"/>
              <a:gd name="connsiteX6664" fmla="*/ 5000061 w 6501199"/>
              <a:gd name="connsiteY6664" fmla="*/ 250466 h 6382977"/>
              <a:gd name="connsiteX6665" fmla="*/ 4993301 w 6501199"/>
              <a:gd name="connsiteY6665" fmla="*/ 220662 h 6382977"/>
              <a:gd name="connsiteX6666" fmla="*/ 5682060 w 6501199"/>
              <a:gd name="connsiteY6666" fmla="*/ 215900 h 6382977"/>
              <a:gd name="connsiteX6667" fmla="*/ 5679591 w 6501199"/>
              <a:gd name="connsiteY6667" fmla="*/ 310792 h 6382977"/>
              <a:gd name="connsiteX6668" fmla="*/ 5682060 w 6501199"/>
              <a:gd name="connsiteY6668" fmla="*/ 215900 h 6382977"/>
              <a:gd name="connsiteX6669" fmla="*/ 4653581 w 6501199"/>
              <a:gd name="connsiteY6669" fmla="*/ 210719 h 6382977"/>
              <a:gd name="connsiteX6670" fmla="*/ 4685109 w 6501199"/>
              <a:gd name="connsiteY6670" fmla="*/ 215426 h 6382977"/>
              <a:gd name="connsiteX6671" fmla="*/ 4660312 w 6501199"/>
              <a:gd name="connsiteY6671" fmla="*/ 226650 h 6382977"/>
              <a:gd name="connsiteX6672" fmla="*/ 4653581 w 6501199"/>
              <a:gd name="connsiteY6672" fmla="*/ 210719 h 6382977"/>
              <a:gd name="connsiteX6673" fmla="*/ 6080169 w 6501199"/>
              <a:gd name="connsiteY6673" fmla="*/ 208429 h 6382977"/>
              <a:gd name="connsiteX6674" fmla="*/ 6077700 w 6501199"/>
              <a:gd name="connsiteY6674" fmla="*/ 253641 h 6382977"/>
              <a:gd name="connsiteX6675" fmla="*/ 6080169 w 6501199"/>
              <a:gd name="connsiteY6675" fmla="*/ 208429 h 6382977"/>
              <a:gd name="connsiteX6676" fmla="*/ 4995025 w 6501199"/>
              <a:gd name="connsiteY6676" fmla="*/ 207351 h 6382977"/>
              <a:gd name="connsiteX6677" fmla="*/ 5008947 w 6501199"/>
              <a:gd name="connsiteY6677" fmla="*/ 223470 h 6382977"/>
              <a:gd name="connsiteX6678" fmla="*/ 4995025 w 6501199"/>
              <a:gd name="connsiteY6678" fmla="*/ 207351 h 6382977"/>
              <a:gd name="connsiteX6679" fmla="*/ 4975318 w 6501199"/>
              <a:gd name="connsiteY6679" fmla="*/ 206090 h 6382977"/>
              <a:gd name="connsiteX6680" fmla="*/ 4981962 w 6501199"/>
              <a:gd name="connsiteY6680" fmla="*/ 222669 h 6382977"/>
              <a:gd name="connsiteX6681" fmla="*/ 4968152 w 6501199"/>
              <a:gd name="connsiteY6681" fmla="*/ 222669 h 6382977"/>
              <a:gd name="connsiteX6682" fmla="*/ 4979781 w 6501199"/>
              <a:gd name="connsiteY6682" fmla="*/ 256815 h 6382977"/>
              <a:gd name="connsiteX6683" fmla="*/ 4972877 w 6501199"/>
              <a:gd name="connsiteY6683" fmla="*/ 206854 h 6382977"/>
              <a:gd name="connsiteX6684" fmla="*/ 4975318 w 6501199"/>
              <a:gd name="connsiteY6684" fmla="*/ 206090 h 6382977"/>
              <a:gd name="connsiteX6685" fmla="*/ 4832750 w 6501199"/>
              <a:gd name="connsiteY6685" fmla="*/ 201612 h 6382977"/>
              <a:gd name="connsiteX6686" fmla="*/ 4808216 w 6501199"/>
              <a:gd name="connsiteY6686" fmla="*/ 215533 h 6382977"/>
              <a:gd name="connsiteX6687" fmla="*/ 4832750 w 6501199"/>
              <a:gd name="connsiteY6687" fmla="*/ 201612 h 6382977"/>
              <a:gd name="connsiteX6688" fmla="*/ 4991010 w 6501199"/>
              <a:gd name="connsiteY6688" fmla="*/ 186714 h 6382977"/>
              <a:gd name="connsiteX6689" fmla="*/ 5000348 w 6501199"/>
              <a:gd name="connsiteY6689" fmla="*/ 205031 h 6382977"/>
              <a:gd name="connsiteX6690" fmla="*/ 4991010 w 6501199"/>
              <a:gd name="connsiteY6690" fmla="*/ 186714 h 6382977"/>
              <a:gd name="connsiteX6691" fmla="*/ 5745879 w 6501199"/>
              <a:gd name="connsiteY6691" fmla="*/ 179387 h 6382977"/>
              <a:gd name="connsiteX6692" fmla="*/ 5752792 w 6501199"/>
              <a:gd name="connsiteY6692" fmla="*/ 207006 h 6382977"/>
              <a:gd name="connsiteX6693" fmla="*/ 5745879 w 6501199"/>
              <a:gd name="connsiteY6693" fmla="*/ 179387 h 6382977"/>
              <a:gd name="connsiteX6694" fmla="*/ 5623675 w 6501199"/>
              <a:gd name="connsiteY6694" fmla="*/ 163512 h 6382977"/>
              <a:gd name="connsiteX6695" fmla="*/ 5637597 w 6501199"/>
              <a:gd name="connsiteY6695" fmla="*/ 179034 h 6382977"/>
              <a:gd name="connsiteX6696" fmla="*/ 5623675 w 6501199"/>
              <a:gd name="connsiteY6696" fmla="*/ 163512 h 6382977"/>
              <a:gd name="connsiteX6697" fmla="*/ 4896247 w 6501199"/>
              <a:gd name="connsiteY6697" fmla="*/ 160747 h 6382977"/>
              <a:gd name="connsiteX6698" fmla="*/ 4858500 w 6501199"/>
              <a:gd name="connsiteY6698" fmla="*/ 167508 h 6382977"/>
              <a:gd name="connsiteX6699" fmla="*/ 4896247 w 6501199"/>
              <a:gd name="connsiteY6699" fmla="*/ 160747 h 6382977"/>
              <a:gd name="connsiteX6700" fmla="*/ 5596286 w 6501199"/>
              <a:gd name="connsiteY6700" fmla="*/ 157162 h 6382977"/>
              <a:gd name="connsiteX6701" fmla="*/ 5621725 w 6501199"/>
              <a:gd name="connsiteY6701" fmla="*/ 231418 h 6382977"/>
              <a:gd name="connsiteX6702" fmla="*/ 5596286 w 6501199"/>
              <a:gd name="connsiteY6702" fmla="*/ 157162 h 6382977"/>
              <a:gd name="connsiteX6703" fmla="*/ 4958786 w 6501199"/>
              <a:gd name="connsiteY6703" fmla="*/ 152400 h 6382977"/>
              <a:gd name="connsiteX6704" fmla="*/ 4965547 w 6501199"/>
              <a:gd name="connsiteY6704" fmla="*/ 172681 h 6382977"/>
              <a:gd name="connsiteX6705" fmla="*/ 4958786 w 6501199"/>
              <a:gd name="connsiteY6705" fmla="*/ 152400 h 6382977"/>
              <a:gd name="connsiteX6706" fmla="*/ 4710863 w 6501199"/>
              <a:gd name="connsiteY6706" fmla="*/ 125412 h 6382977"/>
              <a:gd name="connsiteX6707" fmla="*/ 4745424 w 6501199"/>
              <a:gd name="connsiteY6707" fmla="*/ 134571 h 6382977"/>
              <a:gd name="connsiteX6708" fmla="*/ 4710863 w 6501199"/>
              <a:gd name="connsiteY6708" fmla="*/ 125412 h 6382977"/>
              <a:gd name="connsiteX6709" fmla="*/ 5644313 w 6501199"/>
              <a:gd name="connsiteY6709" fmla="*/ 122237 h 6382977"/>
              <a:gd name="connsiteX6710" fmla="*/ 5662997 w 6501199"/>
              <a:gd name="connsiteY6710" fmla="*/ 131575 h 6382977"/>
              <a:gd name="connsiteX6711" fmla="*/ 5658234 w 6501199"/>
              <a:gd name="connsiteY6711" fmla="*/ 133816 h 6382977"/>
              <a:gd name="connsiteX6712" fmla="*/ 5658234 w 6501199"/>
              <a:gd name="connsiteY6712" fmla="*/ 140913 h 6382977"/>
              <a:gd name="connsiteX6713" fmla="*/ 5644313 w 6501199"/>
              <a:gd name="connsiteY6713" fmla="*/ 122237 h 6382977"/>
              <a:gd name="connsiteX6714" fmla="*/ 6085387 w 6501199"/>
              <a:gd name="connsiteY6714" fmla="*/ 106362 h 6382977"/>
              <a:gd name="connsiteX6715" fmla="*/ 6090275 w 6501199"/>
              <a:gd name="connsiteY6715" fmla="*/ 142517 h 6382977"/>
              <a:gd name="connsiteX6716" fmla="*/ 6085387 w 6501199"/>
              <a:gd name="connsiteY6716" fmla="*/ 106362 h 6382977"/>
              <a:gd name="connsiteX6717" fmla="*/ 4654928 w 6501199"/>
              <a:gd name="connsiteY6717" fmla="*/ 95250 h 6382977"/>
              <a:gd name="connsiteX6718" fmla="*/ 4647859 w 6501199"/>
              <a:gd name="connsiteY6718" fmla="*/ 129811 h 6382977"/>
              <a:gd name="connsiteX6719" fmla="*/ 4631488 w 6501199"/>
              <a:gd name="connsiteY6719" fmla="*/ 129811 h 6382977"/>
              <a:gd name="connsiteX6720" fmla="*/ 4633720 w 6501199"/>
              <a:gd name="connsiteY6720" fmla="*/ 99979 h 6382977"/>
              <a:gd name="connsiteX6721" fmla="*/ 4654928 w 6501199"/>
              <a:gd name="connsiteY6721" fmla="*/ 95250 h 6382977"/>
              <a:gd name="connsiteX6722" fmla="*/ 5537070 w 6501199"/>
              <a:gd name="connsiteY6722" fmla="*/ 42862 h 6382977"/>
              <a:gd name="connsiteX6723" fmla="*/ 5537070 w 6501199"/>
              <a:gd name="connsiteY6723" fmla="*/ 51624 h 6382977"/>
              <a:gd name="connsiteX6724" fmla="*/ 5548700 w 6501199"/>
              <a:gd name="connsiteY6724" fmla="*/ 58283 h 6382977"/>
              <a:gd name="connsiteX6725" fmla="*/ 5527985 w 6501199"/>
              <a:gd name="connsiteY6725" fmla="*/ 69499 h 6382977"/>
              <a:gd name="connsiteX6726" fmla="*/ 5537070 w 6501199"/>
              <a:gd name="connsiteY6726" fmla="*/ 42862 h 6382977"/>
              <a:gd name="connsiteX6727" fmla="*/ 5664004 w 6501199"/>
              <a:gd name="connsiteY6727" fmla="*/ 36512 h 6382977"/>
              <a:gd name="connsiteX6728" fmla="*/ 5666176 w 6501199"/>
              <a:gd name="connsiteY6728" fmla="*/ 59431 h 6382977"/>
              <a:gd name="connsiteX6729" fmla="*/ 5650245 w 6501199"/>
              <a:gd name="connsiteY6729" fmla="*/ 57248 h 6382977"/>
              <a:gd name="connsiteX6730" fmla="*/ 5650245 w 6501199"/>
              <a:gd name="connsiteY6730" fmla="*/ 71073 h 6382977"/>
              <a:gd name="connsiteX6731" fmla="*/ 5664004 w 6501199"/>
              <a:gd name="connsiteY6731" fmla="*/ 36512 h 6382977"/>
              <a:gd name="connsiteX6732" fmla="*/ 5589727 w 6501199"/>
              <a:gd name="connsiteY6732" fmla="*/ 33337 h 6382977"/>
              <a:gd name="connsiteX6733" fmla="*/ 5605847 w 6501199"/>
              <a:gd name="connsiteY6733" fmla="*/ 117117 h 6382977"/>
              <a:gd name="connsiteX6734" fmla="*/ 5589727 w 6501199"/>
              <a:gd name="connsiteY6734" fmla="*/ 33337 h 6382977"/>
              <a:gd name="connsiteX6735" fmla="*/ 5217443 w 6501199"/>
              <a:gd name="connsiteY6735" fmla="*/ 31750 h 6382977"/>
              <a:gd name="connsiteX6736" fmla="*/ 5231201 w 6501199"/>
              <a:gd name="connsiteY6736" fmla="*/ 38662 h 6382977"/>
              <a:gd name="connsiteX6737" fmla="*/ 5190288 w 6501199"/>
              <a:gd name="connsiteY6737" fmla="*/ 49940 h 6382977"/>
              <a:gd name="connsiteX6738" fmla="*/ 5208391 w 6501199"/>
              <a:gd name="connsiteY6738" fmla="*/ 47757 h 6382977"/>
              <a:gd name="connsiteX6739" fmla="*/ 5206219 w 6501199"/>
              <a:gd name="connsiteY6739" fmla="*/ 36479 h 6382977"/>
              <a:gd name="connsiteX6740" fmla="*/ 5217443 w 6501199"/>
              <a:gd name="connsiteY6740" fmla="*/ 31750 h 6382977"/>
              <a:gd name="connsiteX6741" fmla="*/ 5677271 w 6501199"/>
              <a:gd name="connsiteY6741" fmla="*/ 0 h 6382977"/>
              <a:gd name="connsiteX6742" fmla="*/ 5699662 w 6501199"/>
              <a:gd name="connsiteY6742" fmla="*/ 90129 h 6382977"/>
              <a:gd name="connsiteX6743" fmla="*/ 5677271 w 6501199"/>
              <a:gd name="connsiteY6743" fmla="*/ 0 h 6382977"/>
              <a:gd name="connsiteX6744" fmla="*/ 5158538 w 6501199"/>
              <a:gd name="connsiteY6744" fmla="*/ 0 h 6382977"/>
              <a:gd name="connsiteX6745" fmla="*/ 5163094 w 6501199"/>
              <a:gd name="connsiteY6745" fmla="*/ 4281 h 6382977"/>
              <a:gd name="connsiteX6746" fmla="*/ 5185175 w 6501199"/>
              <a:gd name="connsiteY6746" fmla="*/ 31393 h 6382977"/>
              <a:gd name="connsiteX6747" fmla="*/ 5158538 w 6501199"/>
              <a:gd name="connsiteY6747" fmla="*/ 0 h 6382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  <a:cxn ang="0">
                <a:pos x="connsiteX6738" y="connsiteY6738"/>
              </a:cxn>
              <a:cxn ang="0">
                <a:pos x="connsiteX6739" y="connsiteY6739"/>
              </a:cxn>
              <a:cxn ang="0">
                <a:pos x="connsiteX6740" y="connsiteY6740"/>
              </a:cxn>
              <a:cxn ang="0">
                <a:pos x="connsiteX6741" y="connsiteY6741"/>
              </a:cxn>
              <a:cxn ang="0">
                <a:pos x="connsiteX6742" y="connsiteY6742"/>
              </a:cxn>
              <a:cxn ang="0">
                <a:pos x="connsiteX6743" y="connsiteY6743"/>
              </a:cxn>
              <a:cxn ang="0">
                <a:pos x="connsiteX6744" y="connsiteY6744"/>
              </a:cxn>
              <a:cxn ang="0">
                <a:pos x="connsiteX6745" y="connsiteY6745"/>
              </a:cxn>
              <a:cxn ang="0">
                <a:pos x="connsiteX6746" y="connsiteY6746"/>
              </a:cxn>
              <a:cxn ang="0">
                <a:pos x="connsiteX6747" y="connsiteY6747"/>
              </a:cxn>
            </a:cxnLst>
            <a:rect l="l" t="t" r="r" b="b"/>
            <a:pathLst>
              <a:path w="6501199" h="6382977">
                <a:moveTo>
                  <a:pt x="1776545" y="6193964"/>
                </a:moveTo>
                <a:cubicBezTo>
                  <a:pt x="1774385" y="6200804"/>
                  <a:pt x="1779065" y="6214486"/>
                  <a:pt x="1788065" y="6217006"/>
                </a:cubicBezTo>
                <a:cubicBezTo>
                  <a:pt x="1797065" y="6210165"/>
                  <a:pt x="1783385" y="6196484"/>
                  <a:pt x="1776545" y="6193964"/>
                </a:cubicBezTo>
                <a:close/>
                <a:moveTo>
                  <a:pt x="1428422" y="5800457"/>
                </a:moveTo>
                <a:cubicBezTo>
                  <a:pt x="1415101" y="5805138"/>
                  <a:pt x="1421941" y="5811978"/>
                  <a:pt x="1417261" y="5816298"/>
                </a:cubicBezTo>
                <a:cubicBezTo>
                  <a:pt x="1424101" y="5816298"/>
                  <a:pt x="1428422" y="5825658"/>
                  <a:pt x="1437782" y="5818818"/>
                </a:cubicBezTo>
                <a:cubicBezTo>
                  <a:pt x="1428422" y="5811978"/>
                  <a:pt x="1433102" y="5807298"/>
                  <a:pt x="1428422" y="5800457"/>
                </a:cubicBezTo>
                <a:close/>
                <a:moveTo>
                  <a:pt x="1974546" y="5798297"/>
                </a:moveTo>
                <a:cubicBezTo>
                  <a:pt x="1965546" y="5800457"/>
                  <a:pt x="1970226" y="5823138"/>
                  <a:pt x="1981386" y="5811978"/>
                </a:cubicBezTo>
                <a:cubicBezTo>
                  <a:pt x="1974546" y="5811978"/>
                  <a:pt x="1974546" y="5809458"/>
                  <a:pt x="1983546" y="5802977"/>
                </a:cubicBezTo>
                <a:cubicBezTo>
                  <a:pt x="1981386" y="5802977"/>
                  <a:pt x="1977066" y="5800457"/>
                  <a:pt x="1974546" y="5798297"/>
                </a:cubicBezTo>
                <a:close/>
                <a:moveTo>
                  <a:pt x="1951866" y="5791456"/>
                </a:moveTo>
                <a:cubicBezTo>
                  <a:pt x="1940346" y="5791456"/>
                  <a:pt x="1938186" y="5805138"/>
                  <a:pt x="1942866" y="5811978"/>
                </a:cubicBezTo>
                <a:cubicBezTo>
                  <a:pt x="1931346" y="5816298"/>
                  <a:pt x="1942866" y="5798297"/>
                  <a:pt x="1929186" y="5805138"/>
                </a:cubicBezTo>
                <a:cubicBezTo>
                  <a:pt x="1915506" y="5820978"/>
                  <a:pt x="1947186" y="5841500"/>
                  <a:pt x="1924506" y="5855181"/>
                </a:cubicBezTo>
                <a:cubicBezTo>
                  <a:pt x="1936026" y="5868862"/>
                  <a:pt x="1963386" y="5873182"/>
                  <a:pt x="1972386" y="5855181"/>
                </a:cubicBezTo>
                <a:cubicBezTo>
                  <a:pt x="1960866" y="5857341"/>
                  <a:pt x="1947186" y="5864182"/>
                  <a:pt x="1940346" y="5850500"/>
                </a:cubicBezTo>
                <a:cubicBezTo>
                  <a:pt x="1956546" y="5848340"/>
                  <a:pt x="1956546" y="5845820"/>
                  <a:pt x="1970226" y="5839340"/>
                </a:cubicBezTo>
                <a:cubicBezTo>
                  <a:pt x="1963386" y="5834660"/>
                  <a:pt x="1958706" y="5827819"/>
                  <a:pt x="1972386" y="5823138"/>
                </a:cubicBezTo>
                <a:cubicBezTo>
                  <a:pt x="1956546" y="5809458"/>
                  <a:pt x="1954026" y="5807298"/>
                  <a:pt x="1951866" y="5791456"/>
                </a:cubicBezTo>
                <a:close/>
                <a:moveTo>
                  <a:pt x="1933506" y="5782456"/>
                </a:moveTo>
                <a:cubicBezTo>
                  <a:pt x="1922346" y="5786776"/>
                  <a:pt x="1924506" y="5793616"/>
                  <a:pt x="1929186" y="5800457"/>
                </a:cubicBezTo>
                <a:cubicBezTo>
                  <a:pt x="1938186" y="5796136"/>
                  <a:pt x="1938186" y="5789296"/>
                  <a:pt x="1933506" y="5782456"/>
                </a:cubicBezTo>
                <a:close/>
                <a:moveTo>
                  <a:pt x="1653783" y="5770935"/>
                </a:moveTo>
                <a:cubicBezTo>
                  <a:pt x="1642623" y="5777776"/>
                  <a:pt x="1649463" y="5789296"/>
                  <a:pt x="1658463" y="5789296"/>
                </a:cubicBezTo>
                <a:cubicBezTo>
                  <a:pt x="1672143" y="5779936"/>
                  <a:pt x="1660623" y="5782456"/>
                  <a:pt x="1653783" y="5770935"/>
                </a:cubicBezTo>
                <a:close/>
                <a:moveTo>
                  <a:pt x="1681143" y="5750414"/>
                </a:moveTo>
                <a:cubicBezTo>
                  <a:pt x="1674303" y="5750414"/>
                  <a:pt x="1662783" y="5752574"/>
                  <a:pt x="1662783" y="5759414"/>
                </a:cubicBezTo>
                <a:cubicBezTo>
                  <a:pt x="1681143" y="5755094"/>
                  <a:pt x="1676463" y="5766254"/>
                  <a:pt x="1676463" y="5777776"/>
                </a:cubicBezTo>
                <a:cubicBezTo>
                  <a:pt x="1681143" y="5775616"/>
                  <a:pt x="1683303" y="5773095"/>
                  <a:pt x="1681143" y="5770935"/>
                </a:cubicBezTo>
                <a:cubicBezTo>
                  <a:pt x="1687984" y="5768775"/>
                  <a:pt x="1692304" y="5777776"/>
                  <a:pt x="1699144" y="5768775"/>
                </a:cubicBezTo>
                <a:cubicBezTo>
                  <a:pt x="1694824" y="5764094"/>
                  <a:pt x="1676463" y="5757254"/>
                  <a:pt x="1681143" y="5750414"/>
                </a:cubicBezTo>
                <a:close/>
                <a:moveTo>
                  <a:pt x="1947186" y="5718732"/>
                </a:moveTo>
                <a:cubicBezTo>
                  <a:pt x="1936026" y="5729892"/>
                  <a:pt x="1940346" y="5741413"/>
                  <a:pt x="1945026" y="5755094"/>
                </a:cubicBezTo>
                <a:cubicBezTo>
                  <a:pt x="1958706" y="5743573"/>
                  <a:pt x="1945026" y="5729892"/>
                  <a:pt x="1947186" y="5718732"/>
                </a:cubicBezTo>
                <a:close/>
                <a:moveTo>
                  <a:pt x="1967706" y="5673008"/>
                </a:moveTo>
                <a:cubicBezTo>
                  <a:pt x="1956546" y="5677688"/>
                  <a:pt x="1972386" y="5684529"/>
                  <a:pt x="1963386" y="5689210"/>
                </a:cubicBezTo>
                <a:cubicBezTo>
                  <a:pt x="1972386" y="5696050"/>
                  <a:pt x="1979226" y="5679848"/>
                  <a:pt x="1967706" y="5673008"/>
                </a:cubicBezTo>
                <a:close/>
                <a:moveTo>
                  <a:pt x="1467302" y="5581922"/>
                </a:moveTo>
                <a:cubicBezTo>
                  <a:pt x="1467302" y="5581922"/>
                  <a:pt x="1467302" y="5581922"/>
                  <a:pt x="1453622" y="5591282"/>
                </a:cubicBezTo>
                <a:cubicBezTo>
                  <a:pt x="1474142" y="5602444"/>
                  <a:pt x="1476302" y="5622965"/>
                  <a:pt x="1485662" y="5643486"/>
                </a:cubicBezTo>
                <a:cubicBezTo>
                  <a:pt x="1501502" y="5618644"/>
                  <a:pt x="1469462" y="5598123"/>
                  <a:pt x="1467302" y="5581922"/>
                </a:cubicBezTo>
                <a:close/>
                <a:moveTo>
                  <a:pt x="2454663" y="5568266"/>
                </a:moveTo>
                <a:cubicBezTo>
                  <a:pt x="2452491" y="5579296"/>
                  <a:pt x="2447784" y="5586056"/>
                  <a:pt x="2434388" y="5583921"/>
                </a:cubicBezTo>
                <a:cubicBezTo>
                  <a:pt x="2436561" y="5572535"/>
                  <a:pt x="2441267" y="5565775"/>
                  <a:pt x="2454663" y="5568266"/>
                </a:cubicBezTo>
                <a:close/>
                <a:moveTo>
                  <a:pt x="2549669" y="5543550"/>
                </a:moveTo>
                <a:cubicBezTo>
                  <a:pt x="2572144" y="5548136"/>
                  <a:pt x="2563225" y="5554839"/>
                  <a:pt x="2558587" y="5572478"/>
                </a:cubicBezTo>
                <a:cubicBezTo>
                  <a:pt x="2551809" y="5561542"/>
                  <a:pt x="2509000" y="5581297"/>
                  <a:pt x="2513638" y="5556956"/>
                </a:cubicBezTo>
                <a:cubicBezTo>
                  <a:pt x="2527194" y="5561542"/>
                  <a:pt x="2549669" y="5543550"/>
                  <a:pt x="2545031" y="5563658"/>
                </a:cubicBezTo>
                <a:cubicBezTo>
                  <a:pt x="2565365" y="5559072"/>
                  <a:pt x="2545031" y="5554839"/>
                  <a:pt x="2549669" y="5543550"/>
                </a:cubicBezTo>
                <a:close/>
                <a:moveTo>
                  <a:pt x="1460462" y="5522878"/>
                </a:moveTo>
                <a:cubicBezTo>
                  <a:pt x="1453622" y="5539079"/>
                  <a:pt x="1460462" y="5554920"/>
                  <a:pt x="1458302" y="5572922"/>
                </a:cubicBezTo>
                <a:cubicBezTo>
                  <a:pt x="1465142" y="5575442"/>
                  <a:pt x="1469462" y="5572922"/>
                  <a:pt x="1476302" y="5568601"/>
                </a:cubicBezTo>
                <a:cubicBezTo>
                  <a:pt x="1469462" y="5554920"/>
                  <a:pt x="1467302" y="5539079"/>
                  <a:pt x="1460462" y="5522878"/>
                </a:cubicBezTo>
                <a:close/>
                <a:moveTo>
                  <a:pt x="2191815" y="5490491"/>
                </a:moveTo>
                <a:cubicBezTo>
                  <a:pt x="2193941" y="5494784"/>
                  <a:pt x="2193941" y="5497288"/>
                  <a:pt x="2200671" y="5499435"/>
                </a:cubicBezTo>
                <a:cubicBezTo>
                  <a:pt x="2187210" y="5513029"/>
                  <a:pt x="2173749" y="5501581"/>
                  <a:pt x="2158163" y="5499435"/>
                </a:cubicBezTo>
                <a:cubicBezTo>
                  <a:pt x="2164894" y="5490491"/>
                  <a:pt x="2176229" y="5487987"/>
                  <a:pt x="2191815" y="5490491"/>
                </a:cubicBezTo>
                <a:close/>
                <a:moveTo>
                  <a:pt x="2223615" y="5485713"/>
                </a:moveTo>
                <a:lnTo>
                  <a:pt x="2233422" y="5492248"/>
                </a:lnTo>
                <a:lnTo>
                  <a:pt x="2234454" y="5491038"/>
                </a:lnTo>
                <a:close/>
                <a:moveTo>
                  <a:pt x="2648288" y="5462587"/>
                </a:moveTo>
                <a:cubicBezTo>
                  <a:pt x="2665813" y="5462587"/>
                  <a:pt x="2663710" y="5474198"/>
                  <a:pt x="2661607" y="5485447"/>
                </a:cubicBezTo>
                <a:cubicBezTo>
                  <a:pt x="2641629" y="5487624"/>
                  <a:pt x="2639175" y="5469481"/>
                  <a:pt x="2648288" y="5462587"/>
                </a:cubicBezTo>
                <a:close/>
                <a:moveTo>
                  <a:pt x="1469462" y="5445472"/>
                </a:moveTo>
                <a:cubicBezTo>
                  <a:pt x="1465142" y="5443312"/>
                  <a:pt x="1460462" y="5445472"/>
                  <a:pt x="1455782" y="5447993"/>
                </a:cubicBezTo>
                <a:cubicBezTo>
                  <a:pt x="1465142" y="5468514"/>
                  <a:pt x="1460462" y="5484356"/>
                  <a:pt x="1465142" y="5495516"/>
                </a:cubicBezTo>
                <a:cubicBezTo>
                  <a:pt x="1471982" y="5504876"/>
                  <a:pt x="1478822" y="5511717"/>
                  <a:pt x="1489982" y="5504876"/>
                </a:cubicBezTo>
                <a:cubicBezTo>
                  <a:pt x="1485662" y="5484356"/>
                  <a:pt x="1478822" y="5459154"/>
                  <a:pt x="1469462" y="5445472"/>
                </a:cubicBezTo>
                <a:close/>
                <a:moveTo>
                  <a:pt x="2559622" y="5434012"/>
                </a:moveTo>
                <a:cubicBezTo>
                  <a:pt x="2575319" y="5436115"/>
                  <a:pt x="2562119" y="5460650"/>
                  <a:pt x="2543925" y="5458196"/>
                </a:cubicBezTo>
                <a:cubicBezTo>
                  <a:pt x="2543925" y="5444877"/>
                  <a:pt x="2555341" y="5442774"/>
                  <a:pt x="2559622" y="5434012"/>
                </a:cubicBezTo>
                <a:close/>
                <a:moveTo>
                  <a:pt x="2553087" y="5413341"/>
                </a:moveTo>
                <a:cubicBezTo>
                  <a:pt x="2548726" y="5443173"/>
                  <a:pt x="2548726" y="5443173"/>
                  <a:pt x="2548726" y="5443173"/>
                </a:cubicBezTo>
                <a:cubicBezTo>
                  <a:pt x="2541822" y="5436261"/>
                  <a:pt x="2537097" y="5420254"/>
                  <a:pt x="2528012" y="5436261"/>
                </a:cubicBezTo>
                <a:cubicBezTo>
                  <a:pt x="2523288" y="5436261"/>
                  <a:pt x="2523288" y="5434078"/>
                  <a:pt x="2523288" y="5431895"/>
                </a:cubicBezTo>
                <a:cubicBezTo>
                  <a:pt x="2528012" y="5436261"/>
                  <a:pt x="2525469" y="5408612"/>
                  <a:pt x="2553087" y="5413341"/>
                </a:cubicBezTo>
                <a:close/>
                <a:moveTo>
                  <a:pt x="2613743" y="5395731"/>
                </a:moveTo>
                <a:cubicBezTo>
                  <a:pt x="2644166" y="5394325"/>
                  <a:pt x="2679399" y="5400131"/>
                  <a:pt x="2697554" y="5404848"/>
                </a:cubicBezTo>
                <a:cubicBezTo>
                  <a:pt x="2681376" y="5422991"/>
                  <a:pt x="2649739" y="5420814"/>
                  <a:pt x="2640751" y="5448391"/>
                </a:cubicBezTo>
                <a:cubicBezTo>
                  <a:pt x="2608754" y="5457462"/>
                  <a:pt x="2586105" y="5422991"/>
                  <a:pt x="2558782" y="5429885"/>
                </a:cubicBezTo>
                <a:cubicBezTo>
                  <a:pt x="2557704" y="5405755"/>
                  <a:pt x="2583319" y="5397137"/>
                  <a:pt x="2613743" y="5395731"/>
                </a:cubicBezTo>
                <a:close/>
                <a:moveTo>
                  <a:pt x="2488206" y="5304197"/>
                </a:moveTo>
                <a:lnTo>
                  <a:pt x="2484143" y="5306138"/>
                </a:lnTo>
                <a:lnTo>
                  <a:pt x="2458972" y="5350103"/>
                </a:lnTo>
                <a:lnTo>
                  <a:pt x="2465524" y="5361080"/>
                </a:lnTo>
                <a:cubicBezTo>
                  <a:pt x="2465524" y="5351719"/>
                  <a:pt x="2458683" y="5335878"/>
                  <a:pt x="2477045" y="5335878"/>
                </a:cubicBezTo>
                <a:cubicBezTo>
                  <a:pt x="2483886" y="5342719"/>
                  <a:pt x="2490726" y="5349559"/>
                  <a:pt x="2499727" y="5356400"/>
                </a:cubicBezTo>
                <a:cubicBezTo>
                  <a:pt x="2497567" y="5335878"/>
                  <a:pt x="2508728" y="5331198"/>
                  <a:pt x="2529250" y="5335878"/>
                </a:cubicBezTo>
                <a:cubicBezTo>
                  <a:pt x="2527090" y="5317518"/>
                  <a:pt x="2556613" y="5317518"/>
                  <a:pt x="2547612" y="5304197"/>
                </a:cubicBezTo>
                <a:cubicBezTo>
                  <a:pt x="2533931" y="5304197"/>
                  <a:pt x="2529250" y="5311038"/>
                  <a:pt x="2515569" y="5306357"/>
                </a:cubicBezTo>
                <a:cubicBezTo>
                  <a:pt x="2510888" y="5315358"/>
                  <a:pt x="2520249" y="5320038"/>
                  <a:pt x="2520249" y="5326878"/>
                </a:cubicBezTo>
                <a:cubicBezTo>
                  <a:pt x="2513409" y="5329038"/>
                  <a:pt x="2506568" y="5333718"/>
                  <a:pt x="2497567" y="5333718"/>
                </a:cubicBezTo>
                <a:cubicBezTo>
                  <a:pt x="2504408" y="5317518"/>
                  <a:pt x="2490726" y="5313198"/>
                  <a:pt x="2488206" y="5304197"/>
                </a:cubicBezTo>
                <a:close/>
                <a:moveTo>
                  <a:pt x="2586136" y="5294837"/>
                </a:moveTo>
                <a:cubicBezTo>
                  <a:pt x="2572455" y="5294837"/>
                  <a:pt x="2563454" y="5294837"/>
                  <a:pt x="2558773" y="5301677"/>
                </a:cubicBezTo>
                <a:cubicBezTo>
                  <a:pt x="2570295" y="5301677"/>
                  <a:pt x="2551933" y="5320038"/>
                  <a:pt x="2570295" y="5315358"/>
                </a:cubicBezTo>
                <a:cubicBezTo>
                  <a:pt x="2570295" y="5301677"/>
                  <a:pt x="2579296" y="5299517"/>
                  <a:pt x="2586136" y="5294837"/>
                </a:cubicBezTo>
                <a:close/>
                <a:moveTo>
                  <a:pt x="2795926" y="5115905"/>
                </a:moveTo>
                <a:cubicBezTo>
                  <a:pt x="2800657" y="5115578"/>
                  <a:pt x="2806791" y="5116698"/>
                  <a:pt x="2813450" y="5117819"/>
                </a:cubicBezTo>
                <a:cubicBezTo>
                  <a:pt x="2813450" y="5129772"/>
                  <a:pt x="2800132" y="5124916"/>
                  <a:pt x="2800132" y="5132013"/>
                </a:cubicBezTo>
                <a:cubicBezTo>
                  <a:pt x="2793472" y="5129772"/>
                  <a:pt x="2793472" y="5124916"/>
                  <a:pt x="2786813" y="5122675"/>
                </a:cubicBezTo>
                <a:cubicBezTo>
                  <a:pt x="2787865" y="5118006"/>
                  <a:pt x="2791194" y="5116232"/>
                  <a:pt x="2795926" y="5115905"/>
                </a:cubicBezTo>
                <a:close/>
                <a:moveTo>
                  <a:pt x="2805134" y="5051425"/>
                </a:moveTo>
                <a:cubicBezTo>
                  <a:pt x="2832490" y="5058226"/>
                  <a:pt x="2770938" y="5087579"/>
                  <a:pt x="2777777" y="5060374"/>
                </a:cubicBezTo>
                <a:cubicBezTo>
                  <a:pt x="2791456" y="5060374"/>
                  <a:pt x="2798295" y="5056078"/>
                  <a:pt x="2805134" y="5051425"/>
                </a:cubicBezTo>
                <a:close/>
                <a:moveTo>
                  <a:pt x="2691234" y="4998292"/>
                </a:moveTo>
                <a:lnTo>
                  <a:pt x="2691133" y="5000874"/>
                </a:lnTo>
                <a:lnTo>
                  <a:pt x="2695228" y="4999262"/>
                </a:lnTo>
                <a:close/>
                <a:moveTo>
                  <a:pt x="2622500" y="4871816"/>
                </a:moveTo>
                <a:cubicBezTo>
                  <a:pt x="2617820" y="4878657"/>
                  <a:pt x="2601978" y="4871816"/>
                  <a:pt x="2604498" y="4885497"/>
                </a:cubicBezTo>
                <a:cubicBezTo>
                  <a:pt x="2617820" y="4892338"/>
                  <a:pt x="2636181" y="4878657"/>
                  <a:pt x="2622500" y="4871816"/>
                </a:cubicBezTo>
                <a:close/>
                <a:moveTo>
                  <a:pt x="2734112" y="4858136"/>
                </a:moveTo>
                <a:cubicBezTo>
                  <a:pt x="2736272" y="4869656"/>
                  <a:pt x="2715750" y="4878657"/>
                  <a:pt x="2727271" y="4883337"/>
                </a:cubicBezTo>
                <a:cubicBezTo>
                  <a:pt x="2738432" y="4878657"/>
                  <a:pt x="2743113" y="4867136"/>
                  <a:pt x="2734112" y="4858136"/>
                </a:cubicBezTo>
                <a:close/>
                <a:moveTo>
                  <a:pt x="2643976" y="4840208"/>
                </a:moveTo>
                <a:lnTo>
                  <a:pt x="2638342" y="4846976"/>
                </a:lnTo>
                <a:lnTo>
                  <a:pt x="2644706" y="4846976"/>
                </a:lnTo>
                <a:close/>
                <a:moveTo>
                  <a:pt x="2701570" y="4836655"/>
                </a:moveTo>
                <a:lnTo>
                  <a:pt x="2701288" y="4840353"/>
                </a:lnTo>
                <a:lnTo>
                  <a:pt x="2704589" y="4840135"/>
                </a:lnTo>
                <a:cubicBezTo>
                  <a:pt x="2702068" y="4853456"/>
                  <a:pt x="2706749" y="4862816"/>
                  <a:pt x="2720430" y="4867136"/>
                </a:cubicBezTo>
                <a:cubicBezTo>
                  <a:pt x="2722591" y="4860296"/>
                  <a:pt x="2715750" y="4858136"/>
                  <a:pt x="2713590" y="4853456"/>
                </a:cubicBezTo>
                <a:cubicBezTo>
                  <a:pt x="2718270" y="4853456"/>
                  <a:pt x="2720430" y="4849136"/>
                  <a:pt x="2720430" y="4844455"/>
                </a:cubicBezTo>
                <a:cubicBezTo>
                  <a:pt x="2718090" y="4841035"/>
                  <a:pt x="2713500" y="4838785"/>
                  <a:pt x="2708099" y="4837390"/>
                </a:cubicBezTo>
                <a:close/>
                <a:moveTo>
                  <a:pt x="2734112" y="4833295"/>
                </a:moveTo>
                <a:cubicBezTo>
                  <a:pt x="2720430" y="4855976"/>
                  <a:pt x="2754634" y="4860296"/>
                  <a:pt x="2758954" y="4842295"/>
                </a:cubicBezTo>
                <a:cubicBezTo>
                  <a:pt x="2752114" y="4837615"/>
                  <a:pt x="2745273" y="4835455"/>
                  <a:pt x="2734112" y="4833295"/>
                </a:cubicBezTo>
                <a:close/>
                <a:moveTo>
                  <a:pt x="2641267" y="4797518"/>
                </a:moveTo>
                <a:cubicBezTo>
                  <a:pt x="2635011" y="4797833"/>
                  <a:pt x="2629341" y="4800173"/>
                  <a:pt x="2629341" y="4805933"/>
                </a:cubicBezTo>
                <a:cubicBezTo>
                  <a:pt x="2640862" y="4808094"/>
                  <a:pt x="2652023" y="4810254"/>
                  <a:pt x="2656704" y="4801253"/>
                </a:cubicBezTo>
                <a:cubicBezTo>
                  <a:pt x="2654364" y="4798913"/>
                  <a:pt x="2647523" y="4797203"/>
                  <a:pt x="2641267" y="4797518"/>
                </a:cubicBezTo>
                <a:close/>
                <a:moveTo>
                  <a:pt x="2778352" y="4792753"/>
                </a:moveTo>
                <a:cubicBezTo>
                  <a:pt x="2784666" y="4795021"/>
                  <a:pt x="2789844" y="4801280"/>
                  <a:pt x="2785302" y="4808174"/>
                </a:cubicBezTo>
                <a:cubicBezTo>
                  <a:pt x="2780578" y="4803457"/>
                  <a:pt x="2773673" y="4801280"/>
                  <a:pt x="2764588" y="4801280"/>
                </a:cubicBezTo>
                <a:cubicBezTo>
                  <a:pt x="2764588" y="4792209"/>
                  <a:pt x="2772038" y="4790485"/>
                  <a:pt x="2778352" y="4792753"/>
                </a:cubicBezTo>
                <a:close/>
                <a:moveTo>
                  <a:pt x="2786317" y="4694328"/>
                </a:moveTo>
                <a:cubicBezTo>
                  <a:pt x="2777316" y="4705849"/>
                  <a:pt x="2747793" y="4717009"/>
                  <a:pt x="2754634" y="4730690"/>
                </a:cubicBezTo>
                <a:cubicBezTo>
                  <a:pt x="2765795" y="4723850"/>
                  <a:pt x="2768315" y="4710169"/>
                  <a:pt x="2786317" y="4714849"/>
                </a:cubicBezTo>
                <a:cubicBezTo>
                  <a:pt x="2784157" y="4719529"/>
                  <a:pt x="2802159" y="4719529"/>
                  <a:pt x="2793158" y="4714849"/>
                </a:cubicBezTo>
                <a:cubicBezTo>
                  <a:pt x="2770476" y="4710169"/>
                  <a:pt x="2799999" y="4701168"/>
                  <a:pt x="2786317" y="4694328"/>
                </a:cubicBezTo>
                <a:close/>
                <a:moveTo>
                  <a:pt x="2813680" y="4657966"/>
                </a:moveTo>
                <a:cubicBezTo>
                  <a:pt x="2815840" y="4666967"/>
                  <a:pt x="2802159" y="4660126"/>
                  <a:pt x="2795318" y="4664807"/>
                </a:cubicBezTo>
                <a:cubicBezTo>
                  <a:pt x="2793158" y="4669487"/>
                  <a:pt x="2797838" y="4673807"/>
                  <a:pt x="2802159" y="4676327"/>
                </a:cubicBezTo>
                <a:cubicBezTo>
                  <a:pt x="2809000" y="4671647"/>
                  <a:pt x="2834202" y="4666967"/>
                  <a:pt x="2813680" y="4657966"/>
                </a:cubicBezTo>
                <a:close/>
                <a:moveTo>
                  <a:pt x="1253460" y="4581053"/>
                </a:moveTo>
                <a:cubicBezTo>
                  <a:pt x="1248780" y="4585734"/>
                  <a:pt x="1244460" y="4587894"/>
                  <a:pt x="1241940" y="4585734"/>
                </a:cubicBezTo>
                <a:cubicBezTo>
                  <a:pt x="1239780" y="4590054"/>
                  <a:pt x="1241940" y="4592574"/>
                  <a:pt x="1248780" y="4596894"/>
                </a:cubicBezTo>
                <a:cubicBezTo>
                  <a:pt x="1255620" y="4592574"/>
                  <a:pt x="1258140" y="4587894"/>
                  <a:pt x="1253460" y="4581053"/>
                </a:cubicBezTo>
                <a:close/>
                <a:moveTo>
                  <a:pt x="1237620" y="4553692"/>
                </a:moveTo>
                <a:cubicBezTo>
                  <a:pt x="1223940" y="4558372"/>
                  <a:pt x="1237620" y="4569892"/>
                  <a:pt x="1230780" y="4574213"/>
                </a:cubicBezTo>
                <a:cubicBezTo>
                  <a:pt x="1239780" y="4574213"/>
                  <a:pt x="1246620" y="4581053"/>
                  <a:pt x="1258140" y="4576733"/>
                </a:cubicBezTo>
                <a:cubicBezTo>
                  <a:pt x="1246620" y="4565212"/>
                  <a:pt x="1248780" y="4565212"/>
                  <a:pt x="1237620" y="4553692"/>
                </a:cubicBezTo>
                <a:close/>
                <a:moveTo>
                  <a:pt x="1255620" y="4515169"/>
                </a:moveTo>
                <a:cubicBezTo>
                  <a:pt x="1251300" y="4526330"/>
                  <a:pt x="1251300" y="4524170"/>
                  <a:pt x="1237620" y="4528850"/>
                </a:cubicBezTo>
                <a:cubicBezTo>
                  <a:pt x="1255620" y="4560532"/>
                  <a:pt x="1258140" y="4510488"/>
                  <a:pt x="1269300" y="4537850"/>
                </a:cubicBezTo>
                <a:cubicBezTo>
                  <a:pt x="1280820" y="4528850"/>
                  <a:pt x="1262460" y="4519849"/>
                  <a:pt x="1255620" y="4515169"/>
                </a:cubicBezTo>
                <a:close/>
                <a:moveTo>
                  <a:pt x="1237620" y="4480966"/>
                </a:moveTo>
                <a:cubicBezTo>
                  <a:pt x="1228260" y="4492487"/>
                  <a:pt x="1248780" y="4492487"/>
                  <a:pt x="1253460" y="4496808"/>
                </a:cubicBezTo>
                <a:cubicBezTo>
                  <a:pt x="1255620" y="4499328"/>
                  <a:pt x="1248780" y="4501488"/>
                  <a:pt x="1246620" y="4506168"/>
                </a:cubicBezTo>
                <a:cubicBezTo>
                  <a:pt x="1251300" y="4517329"/>
                  <a:pt x="1262460" y="4515169"/>
                  <a:pt x="1273980" y="4515169"/>
                </a:cubicBezTo>
                <a:cubicBezTo>
                  <a:pt x="1276140" y="4501488"/>
                  <a:pt x="1253460" y="4496808"/>
                  <a:pt x="1255620" y="4483487"/>
                </a:cubicBezTo>
                <a:cubicBezTo>
                  <a:pt x="1246620" y="4487807"/>
                  <a:pt x="1244460" y="4480966"/>
                  <a:pt x="1237620" y="4480966"/>
                </a:cubicBezTo>
                <a:close/>
                <a:moveTo>
                  <a:pt x="2928150" y="4465086"/>
                </a:moveTo>
                <a:cubicBezTo>
                  <a:pt x="2926380" y="4465813"/>
                  <a:pt x="2921662" y="4467753"/>
                  <a:pt x="2912225" y="4471634"/>
                </a:cubicBezTo>
                <a:cubicBezTo>
                  <a:pt x="2912225" y="4471634"/>
                  <a:pt x="2933458" y="4462903"/>
                  <a:pt x="2928150" y="4465086"/>
                </a:cubicBezTo>
                <a:close/>
                <a:moveTo>
                  <a:pt x="2971294" y="4314555"/>
                </a:moveTo>
                <a:cubicBezTo>
                  <a:pt x="2971743" y="4314289"/>
                  <a:pt x="2973035" y="4315421"/>
                  <a:pt x="2975313" y="4318794"/>
                </a:cubicBezTo>
                <a:cubicBezTo>
                  <a:pt x="2981972" y="4318794"/>
                  <a:pt x="2984075" y="4316308"/>
                  <a:pt x="2992838" y="4320924"/>
                </a:cubicBezTo>
                <a:cubicBezTo>
                  <a:pt x="2986178" y="4331932"/>
                  <a:pt x="2986178" y="4331932"/>
                  <a:pt x="2986178" y="4331932"/>
                </a:cubicBezTo>
                <a:cubicBezTo>
                  <a:pt x="2976190" y="4328736"/>
                  <a:pt x="2969946" y="4315354"/>
                  <a:pt x="2971294" y="4314555"/>
                </a:cubicBezTo>
                <a:close/>
                <a:moveTo>
                  <a:pt x="2909090" y="4312350"/>
                </a:moveTo>
                <a:cubicBezTo>
                  <a:pt x="2897929" y="4312350"/>
                  <a:pt x="2906930" y="4325671"/>
                  <a:pt x="2922772" y="4330351"/>
                </a:cubicBezTo>
                <a:cubicBezTo>
                  <a:pt x="2929612" y="4323510"/>
                  <a:pt x="2909090" y="4319190"/>
                  <a:pt x="2909090" y="4312350"/>
                </a:cubicBezTo>
                <a:close/>
                <a:moveTo>
                  <a:pt x="933197" y="4310062"/>
                </a:moveTo>
                <a:cubicBezTo>
                  <a:pt x="951300" y="4314688"/>
                  <a:pt x="969765" y="4316823"/>
                  <a:pt x="971938" y="4330344"/>
                </a:cubicBezTo>
                <a:cubicBezTo>
                  <a:pt x="951300" y="4330344"/>
                  <a:pt x="931025" y="4325718"/>
                  <a:pt x="933197" y="4310062"/>
                </a:cubicBezTo>
                <a:close/>
                <a:moveTo>
                  <a:pt x="297727" y="4273550"/>
                </a:moveTo>
                <a:cubicBezTo>
                  <a:pt x="302451" y="4275782"/>
                  <a:pt x="306812" y="4278387"/>
                  <a:pt x="311536" y="4280619"/>
                </a:cubicBezTo>
                <a:cubicBezTo>
                  <a:pt x="302451" y="4287688"/>
                  <a:pt x="295547" y="4296990"/>
                  <a:pt x="281738" y="4289921"/>
                </a:cubicBezTo>
                <a:cubicBezTo>
                  <a:pt x="283918" y="4280619"/>
                  <a:pt x="293003" y="4280619"/>
                  <a:pt x="297727" y="4273550"/>
                </a:cubicBezTo>
                <a:close/>
                <a:moveTo>
                  <a:pt x="838950" y="4219575"/>
                </a:moveTo>
                <a:cubicBezTo>
                  <a:pt x="855321" y="4219575"/>
                  <a:pt x="860158" y="4229100"/>
                  <a:pt x="862391" y="4238259"/>
                </a:cubicBezTo>
                <a:cubicBezTo>
                  <a:pt x="850484" y="4236061"/>
                  <a:pt x="838950" y="4231298"/>
                  <a:pt x="838950" y="4219575"/>
                </a:cubicBezTo>
                <a:close/>
                <a:moveTo>
                  <a:pt x="3063649" y="4203700"/>
                </a:moveTo>
                <a:cubicBezTo>
                  <a:pt x="3065847" y="4205898"/>
                  <a:pt x="3068411" y="4210661"/>
                  <a:pt x="3075372" y="4215423"/>
                </a:cubicBezTo>
                <a:cubicBezTo>
                  <a:pt x="3065847" y="4210661"/>
                  <a:pt x="3075372" y="4219819"/>
                  <a:pt x="3068411" y="4222384"/>
                </a:cubicBezTo>
                <a:cubicBezTo>
                  <a:pt x="3056688" y="4212859"/>
                  <a:pt x="3061451" y="4208462"/>
                  <a:pt x="3063649" y="4203700"/>
                </a:cubicBezTo>
                <a:close/>
                <a:moveTo>
                  <a:pt x="2917287" y="4202047"/>
                </a:moveTo>
                <a:lnTo>
                  <a:pt x="2915641" y="4205166"/>
                </a:lnTo>
                <a:lnTo>
                  <a:pt x="2920656" y="4211230"/>
                </a:lnTo>
                <a:cubicBezTo>
                  <a:pt x="2920071" y="4213255"/>
                  <a:pt x="2917191" y="4214425"/>
                  <a:pt x="2913771" y="4214425"/>
                </a:cubicBezTo>
                <a:cubicBezTo>
                  <a:pt x="2927452" y="4228106"/>
                  <a:pt x="2936453" y="4214425"/>
                  <a:pt x="2929612" y="4207585"/>
                </a:cubicBezTo>
                <a:cubicBezTo>
                  <a:pt x="2927047" y="4210960"/>
                  <a:pt x="2924836" y="4210184"/>
                  <a:pt x="2922828" y="4208256"/>
                </a:cubicBezTo>
                <a:close/>
                <a:moveTo>
                  <a:pt x="3034046" y="4201602"/>
                </a:moveTo>
                <a:cubicBezTo>
                  <a:pt x="3036479" y="4202407"/>
                  <a:pt x="3040145" y="4204562"/>
                  <a:pt x="3045213" y="4208553"/>
                </a:cubicBezTo>
                <a:cubicBezTo>
                  <a:pt x="3038334" y="4210730"/>
                  <a:pt x="3040869" y="4208553"/>
                  <a:pt x="3040869" y="4217624"/>
                </a:cubicBezTo>
                <a:cubicBezTo>
                  <a:pt x="3030550" y="4208916"/>
                  <a:pt x="3026749" y="4199187"/>
                  <a:pt x="3034046" y="4201602"/>
                </a:cubicBezTo>
                <a:close/>
                <a:moveTo>
                  <a:pt x="2945454" y="4200745"/>
                </a:moveTo>
                <a:cubicBezTo>
                  <a:pt x="2950134" y="4207585"/>
                  <a:pt x="2965976" y="4214425"/>
                  <a:pt x="2963816" y="4218746"/>
                </a:cubicBezTo>
                <a:cubicBezTo>
                  <a:pt x="2963816" y="4218746"/>
                  <a:pt x="2963816" y="4218746"/>
                  <a:pt x="2947974" y="4218746"/>
                </a:cubicBezTo>
                <a:cubicBezTo>
                  <a:pt x="2956975" y="4228106"/>
                  <a:pt x="2963816" y="4225586"/>
                  <a:pt x="2965976" y="4218746"/>
                </a:cubicBezTo>
                <a:cubicBezTo>
                  <a:pt x="2968496" y="4211905"/>
                  <a:pt x="2963816" y="4202905"/>
                  <a:pt x="2945454" y="4200745"/>
                </a:cubicBezTo>
                <a:close/>
                <a:moveTo>
                  <a:pt x="1175120" y="4194394"/>
                </a:moveTo>
                <a:cubicBezTo>
                  <a:pt x="1172852" y="4193905"/>
                  <a:pt x="1170152" y="4194850"/>
                  <a:pt x="1166731" y="4198180"/>
                </a:cubicBezTo>
                <a:cubicBezTo>
                  <a:pt x="1173573" y="4202860"/>
                  <a:pt x="1182574" y="4205020"/>
                  <a:pt x="1180414" y="4216540"/>
                </a:cubicBezTo>
                <a:cubicBezTo>
                  <a:pt x="1175733" y="4216540"/>
                  <a:pt x="1168892" y="4214380"/>
                  <a:pt x="1168892" y="4218700"/>
                </a:cubicBezTo>
                <a:cubicBezTo>
                  <a:pt x="1180414" y="4221220"/>
                  <a:pt x="1187255" y="4221220"/>
                  <a:pt x="1191576" y="4211860"/>
                </a:cubicBezTo>
                <a:cubicBezTo>
                  <a:pt x="1184825" y="4210240"/>
                  <a:pt x="1181922" y="4195862"/>
                  <a:pt x="1175120" y="4194394"/>
                </a:cubicBezTo>
                <a:close/>
                <a:moveTo>
                  <a:pt x="3072053" y="4190684"/>
                </a:moveTo>
                <a:cubicBezTo>
                  <a:pt x="3074460" y="4191379"/>
                  <a:pt x="3077729" y="4193203"/>
                  <a:pt x="3081732" y="4196583"/>
                </a:cubicBezTo>
                <a:lnTo>
                  <a:pt x="3077107" y="4203344"/>
                </a:lnTo>
                <a:cubicBezTo>
                  <a:pt x="3065364" y="4196672"/>
                  <a:pt x="3064831" y="4188599"/>
                  <a:pt x="3072053" y="4190684"/>
                </a:cubicBezTo>
                <a:close/>
                <a:moveTo>
                  <a:pt x="3057099" y="4158307"/>
                </a:moveTo>
                <a:cubicBezTo>
                  <a:pt x="3063859" y="4162772"/>
                  <a:pt x="3063859" y="4167609"/>
                  <a:pt x="3070619" y="4172446"/>
                </a:cubicBezTo>
                <a:cubicBezTo>
                  <a:pt x="3068485" y="4176910"/>
                  <a:pt x="3065994" y="4179515"/>
                  <a:pt x="3059234" y="4176910"/>
                </a:cubicBezTo>
                <a:cubicBezTo>
                  <a:pt x="3054964" y="4169841"/>
                  <a:pt x="3050338" y="4156075"/>
                  <a:pt x="3057099" y="4158307"/>
                </a:cubicBezTo>
                <a:close/>
                <a:moveTo>
                  <a:pt x="3089320" y="4125912"/>
                </a:moveTo>
                <a:cubicBezTo>
                  <a:pt x="3102372" y="4139433"/>
                  <a:pt x="3100256" y="4146194"/>
                  <a:pt x="3093553" y="4141924"/>
                </a:cubicBezTo>
                <a:cubicBezTo>
                  <a:pt x="3091436" y="4135164"/>
                  <a:pt x="3086850" y="4128403"/>
                  <a:pt x="3089320" y="4125912"/>
                </a:cubicBezTo>
                <a:close/>
                <a:moveTo>
                  <a:pt x="3078871" y="4105495"/>
                </a:moveTo>
                <a:cubicBezTo>
                  <a:pt x="3080554" y="4105186"/>
                  <a:pt x="3083004" y="4105927"/>
                  <a:pt x="3086484" y="4108261"/>
                </a:cubicBezTo>
                <a:cubicBezTo>
                  <a:pt x="3084286" y="4103593"/>
                  <a:pt x="3086484" y="4128728"/>
                  <a:pt x="3077326" y="4121906"/>
                </a:cubicBezTo>
                <a:cubicBezTo>
                  <a:pt x="3075677" y="4116789"/>
                  <a:pt x="3073823" y="4106421"/>
                  <a:pt x="3078871" y="4105495"/>
                </a:cubicBezTo>
                <a:close/>
                <a:moveTo>
                  <a:pt x="870815" y="4083050"/>
                </a:moveTo>
                <a:cubicBezTo>
                  <a:pt x="875539" y="4085554"/>
                  <a:pt x="877720" y="4087701"/>
                  <a:pt x="884624" y="4087701"/>
                </a:cubicBezTo>
                <a:cubicBezTo>
                  <a:pt x="884624" y="4098791"/>
                  <a:pt x="873359" y="4096644"/>
                  <a:pt x="875539" y="4108092"/>
                </a:cubicBezTo>
                <a:cubicBezTo>
                  <a:pt x="866454" y="4105588"/>
                  <a:pt x="854825" y="4105588"/>
                  <a:pt x="857005" y="4094498"/>
                </a:cubicBezTo>
                <a:cubicBezTo>
                  <a:pt x="877720" y="4096644"/>
                  <a:pt x="868634" y="4094498"/>
                  <a:pt x="870815" y="4083050"/>
                </a:cubicBezTo>
                <a:close/>
                <a:moveTo>
                  <a:pt x="3022840" y="4062104"/>
                </a:moveTo>
                <a:cubicBezTo>
                  <a:pt x="3021557" y="4061621"/>
                  <a:pt x="3020702" y="4062048"/>
                  <a:pt x="3020702" y="4064298"/>
                </a:cubicBezTo>
                <a:cubicBezTo>
                  <a:pt x="3032223" y="4071138"/>
                  <a:pt x="3029703" y="4082299"/>
                  <a:pt x="3034383" y="4080139"/>
                </a:cubicBezTo>
                <a:cubicBezTo>
                  <a:pt x="3027543" y="4071138"/>
                  <a:pt x="3045544" y="4080139"/>
                  <a:pt x="3034383" y="4066458"/>
                </a:cubicBezTo>
                <a:cubicBezTo>
                  <a:pt x="3034383" y="4073209"/>
                  <a:pt x="3026687" y="4063556"/>
                  <a:pt x="3022840" y="4062104"/>
                </a:cubicBezTo>
                <a:close/>
                <a:moveTo>
                  <a:pt x="958236" y="4046646"/>
                </a:moveTo>
                <a:lnTo>
                  <a:pt x="955587" y="4052001"/>
                </a:lnTo>
                <a:cubicBezTo>
                  <a:pt x="954878" y="4056187"/>
                  <a:pt x="954473" y="4060878"/>
                  <a:pt x="952853" y="4064253"/>
                </a:cubicBezTo>
                <a:cubicBezTo>
                  <a:pt x="982378" y="4075414"/>
                  <a:pt x="955013" y="4077934"/>
                  <a:pt x="950332" y="4084774"/>
                </a:cubicBezTo>
                <a:cubicBezTo>
                  <a:pt x="968696" y="4082254"/>
                  <a:pt x="973376" y="4098095"/>
                  <a:pt x="982378" y="4084774"/>
                </a:cubicBezTo>
                <a:cubicBezTo>
                  <a:pt x="977247" y="4074514"/>
                  <a:pt x="968268" y="4070531"/>
                  <a:pt x="966985" y="4058701"/>
                </a:cubicBezTo>
                <a:lnTo>
                  <a:pt x="968257" y="4047574"/>
                </a:lnTo>
                <a:lnTo>
                  <a:pt x="960243" y="4050940"/>
                </a:lnTo>
                <a:close/>
                <a:moveTo>
                  <a:pt x="3093102" y="4039061"/>
                </a:moveTo>
                <a:cubicBezTo>
                  <a:pt x="3093324" y="4035565"/>
                  <a:pt x="3102386" y="4046223"/>
                  <a:pt x="3107565" y="4048124"/>
                </a:cubicBezTo>
                <a:cubicBezTo>
                  <a:pt x="3116650" y="4064055"/>
                  <a:pt x="3096299" y="4057176"/>
                  <a:pt x="3100660" y="4068400"/>
                </a:cubicBezTo>
                <a:cubicBezTo>
                  <a:pt x="3093755" y="4066228"/>
                  <a:pt x="3093755" y="4061521"/>
                  <a:pt x="3096299" y="4057176"/>
                </a:cubicBezTo>
                <a:cubicBezTo>
                  <a:pt x="3098479" y="4055004"/>
                  <a:pt x="3102840" y="4052469"/>
                  <a:pt x="3102840" y="4048124"/>
                </a:cubicBezTo>
                <a:cubicBezTo>
                  <a:pt x="3100660" y="4043418"/>
                  <a:pt x="3098479" y="4048124"/>
                  <a:pt x="3096299" y="4048124"/>
                </a:cubicBezTo>
                <a:cubicBezTo>
                  <a:pt x="3093937" y="4042965"/>
                  <a:pt x="3093028" y="4040227"/>
                  <a:pt x="3093102" y="4039061"/>
                </a:cubicBezTo>
                <a:close/>
                <a:moveTo>
                  <a:pt x="1034432" y="4034878"/>
                </a:moveTo>
                <a:lnTo>
                  <a:pt x="1030361" y="4036992"/>
                </a:lnTo>
                <a:lnTo>
                  <a:pt x="1026494" y="4038699"/>
                </a:lnTo>
                <a:lnTo>
                  <a:pt x="1050655" y="4052193"/>
                </a:lnTo>
                <a:cubicBezTo>
                  <a:pt x="1063753" y="4058493"/>
                  <a:pt x="1077975" y="4065333"/>
                  <a:pt x="1089317" y="4073254"/>
                </a:cubicBezTo>
                <a:cubicBezTo>
                  <a:pt x="1084637" y="4061733"/>
                  <a:pt x="1109841" y="4055253"/>
                  <a:pt x="1093998" y="4050572"/>
                </a:cubicBezTo>
                <a:cubicBezTo>
                  <a:pt x="1071584" y="4065964"/>
                  <a:pt x="1059702" y="4042877"/>
                  <a:pt x="1040731" y="4035081"/>
                </a:cubicBezTo>
                <a:close/>
                <a:moveTo>
                  <a:pt x="3004860" y="4032257"/>
                </a:moveTo>
                <a:cubicBezTo>
                  <a:pt x="3002340" y="4034417"/>
                  <a:pt x="2998019" y="4034417"/>
                  <a:pt x="3002340" y="4041617"/>
                </a:cubicBezTo>
                <a:cubicBezTo>
                  <a:pt x="3011701" y="4048458"/>
                  <a:pt x="3041224" y="4075459"/>
                  <a:pt x="3027543" y="4052778"/>
                </a:cubicBezTo>
                <a:cubicBezTo>
                  <a:pt x="3018542" y="4061778"/>
                  <a:pt x="3011701" y="4039097"/>
                  <a:pt x="3004860" y="4032257"/>
                </a:cubicBezTo>
                <a:close/>
                <a:moveTo>
                  <a:pt x="2943294" y="4027936"/>
                </a:moveTo>
                <a:cubicBezTo>
                  <a:pt x="2941133" y="4034417"/>
                  <a:pt x="2920611" y="4036937"/>
                  <a:pt x="2936453" y="4048458"/>
                </a:cubicBezTo>
                <a:cubicBezTo>
                  <a:pt x="2936453" y="4036937"/>
                  <a:pt x="2954815" y="4043777"/>
                  <a:pt x="2943294" y="4027936"/>
                </a:cubicBezTo>
                <a:close/>
                <a:moveTo>
                  <a:pt x="3082909" y="4016449"/>
                </a:moveTo>
                <a:cubicBezTo>
                  <a:pt x="3089669" y="4028356"/>
                  <a:pt x="3082909" y="4030588"/>
                  <a:pt x="3080418" y="4035053"/>
                </a:cubicBezTo>
                <a:cubicBezTo>
                  <a:pt x="3069388" y="4021286"/>
                  <a:pt x="3076149" y="4011612"/>
                  <a:pt x="3082909" y="4016449"/>
                </a:cubicBezTo>
                <a:close/>
                <a:moveTo>
                  <a:pt x="3000180" y="4016416"/>
                </a:moveTo>
                <a:cubicBezTo>
                  <a:pt x="3011701" y="4025416"/>
                  <a:pt x="3007020" y="4030097"/>
                  <a:pt x="3018542" y="4039097"/>
                </a:cubicBezTo>
                <a:cubicBezTo>
                  <a:pt x="3027543" y="4034417"/>
                  <a:pt x="3007020" y="4018576"/>
                  <a:pt x="3000180" y="4016416"/>
                </a:cubicBezTo>
                <a:close/>
                <a:moveTo>
                  <a:pt x="786503" y="3998010"/>
                </a:moveTo>
                <a:cubicBezTo>
                  <a:pt x="772820" y="3995850"/>
                  <a:pt x="770660" y="4004850"/>
                  <a:pt x="765979" y="4014211"/>
                </a:cubicBezTo>
                <a:cubicBezTo>
                  <a:pt x="772820" y="4014211"/>
                  <a:pt x="777501" y="4023211"/>
                  <a:pt x="782182" y="4014211"/>
                </a:cubicBezTo>
                <a:cubicBezTo>
                  <a:pt x="768499" y="4009530"/>
                  <a:pt x="789023" y="4007370"/>
                  <a:pt x="786503" y="3998010"/>
                </a:cubicBezTo>
                <a:close/>
                <a:moveTo>
                  <a:pt x="477862" y="3973512"/>
                </a:moveTo>
                <a:cubicBezTo>
                  <a:pt x="505215" y="4011941"/>
                  <a:pt x="445830" y="4030258"/>
                  <a:pt x="436832" y="4078026"/>
                </a:cubicBezTo>
                <a:cubicBezTo>
                  <a:pt x="411998" y="4075512"/>
                  <a:pt x="405160" y="4089160"/>
                  <a:pt x="407319" y="4104962"/>
                </a:cubicBezTo>
                <a:cubicBezTo>
                  <a:pt x="405160" y="4109631"/>
                  <a:pt x="396162" y="4111786"/>
                  <a:pt x="384645" y="4109631"/>
                </a:cubicBezTo>
                <a:cubicBezTo>
                  <a:pt x="384645" y="4118610"/>
                  <a:pt x="379966" y="4127948"/>
                  <a:pt x="375647" y="4134772"/>
                </a:cubicBezTo>
                <a:cubicBezTo>
                  <a:pt x="393643" y="4161709"/>
                  <a:pt x="425675" y="4184695"/>
                  <a:pt x="423155" y="4227793"/>
                </a:cubicBezTo>
                <a:cubicBezTo>
                  <a:pt x="409479" y="4229948"/>
                  <a:pt x="416317" y="4232103"/>
                  <a:pt x="409479" y="4238927"/>
                </a:cubicBezTo>
                <a:cubicBezTo>
                  <a:pt x="400481" y="4227793"/>
                  <a:pt x="384645" y="4218455"/>
                  <a:pt x="370968" y="4207321"/>
                </a:cubicBezTo>
                <a:cubicBezTo>
                  <a:pt x="366289" y="4209476"/>
                  <a:pt x="355132" y="4207321"/>
                  <a:pt x="343615" y="4207321"/>
                </a:cubicBezTo>
                <a:cubicBezTo>
                  <a:pt x="355132" y="4197983"/>
                  <a:pt x="341456" y="4200497"/>
                  <a:pt x="332458" y="4204807"/>
                </a:cubicBezTo>
                <a:cubicBezTo>
                  <a:pt x="350453" y="4204807"/>
                  <a:pt x="334617" y="4223124"/>
                  <a:pt x="339296" y="4236772"/>
                </a:cubicBezTo>
                <a:cubicBezTo>
                  <a:pt x="329938" y="4236772"/>
                  <a:pt x="327779" y="4241441"/>
                  <a:pt x="314102" y="4238927"/>
                </a:cubicBezTo>
                <a:cubicBezTo>
                  <a:pt x="316262" y="4232103"/>
                  <a:pt x="332458" y="4211631"/>
                  <a:pt x="305105" y="4211631"/>
                </a:cubicBezTo>
                <a:cubicBezTo>
                  <a:pt x="293587" y="4191518"/>
                  <a:pt x="305105" y="4157399"/>
                  <a:pt x="289269" y="4139082"/>
                </a:cubicBezTo>
                <a:cubicBezTo>
                  <a:pt x="248239" y="4145906"/>
                  <a:pt x="261915" y="4166378"/>
                  <a:pt x="273073" y="4189004"/>
                </a:cubicBezTo>
                <a:cubicBezTo>
                  <a:pt x="259396" y="4184695"/>
                  <a:pt x="259396" y="4193673"/>
                  <a:pt x="252558" y="4195828"/>
                </a:cubicBezTo>
                <a:cubicBezTo>
                  <a:pt x="211888" y="4180026"/>
                  <a:pt x="250398" y="4148420"/>
                  <a:pt x="264075" y="4127948"/>
                </a:cubicBezTo>
                <a:cubicBezTo>
                  <a:pt x="266234" y="4134772"/>
                  <a:pt x="279911" y="4123279"/>
                  <a:pt x="282430" y="4132258"/>
                </a:cubicBezTo>
                <a:cubicBezTo>
                  <a:pt x="309424" y="4118610"/>
                  <a:pt x="323100" y="4093829"/>
                  <a:pt x="357292" y="4087005"/>
                </a:cubicBezTo>
                <a:cubicBezTo>
                  <a:pt x="359451" y="4082336"/>
                  <a:pt x="350453" y="4082336"/>
                  <a:pt x="355132" y="4073357"/>
                </a:cubicBezTo>
                <a:cubicBezTo>
                  <a:pt x="364130" y="4075512"/>
                  <a:pt x="370968" y="4075512"/>
                  <a:pt x="375647" y="4073357"/>
                </a:cubicBezTo>
                <a:cubicBezTo>
                  <a:pt x="368809" y="4061864"/>
                  <a:pt x="366289" y="4048575"/>
                  <a:pt x="389324" y="4057554"/>
                </a:cubicBezTo>
                <a:cubicBezTo>
                  <a:pt x="389324" y="4052885"/>
                  <a:pt x="396162" y="4043906"/>
                  <a:pt x="382485" y="4046061"/>
                </a:cubicBezTo>
                <a:cubicBezTo>
                  <a:pt x="389324" y="4041751"/>
                  <a:pt x="400481" y="4041751"/>
                  <a:pt x="405160" y="4037082"/>
                </a:cubicBezTo>
                <a:cubicBezTo>
                  <a:pt x="411998" y="4028103"/>
                  <a:pt x="391483" y="4032413"/>
                  <a:pt x="398321" y="4023434"/>
                </a:cubicBezTo>
                <a:cubicBezTo>
                  <a:pt x="418836" y="4023434"/>
                  <a:pt x="416317" y="4005118"/>
                  <a:pt x="436832" y="4005118"/>
                </a:cubicBezTo>
                <a:cubicBezTo>
                  <a:pt x="425675" y="3991829"/>
                  <a:pt x="457347" y="3978181"/>
                  <a:pt x="477862" y="3973512"/>
                </a:cubicBezTo>
                <a:close/>
                <a:moveTo>
                  <a:pt x="3197641" y="3949049"/>
                </a:moveTo>
                <a:cubicBezTo>
                  <a:pt x="3202157" y="3948739"/>
                  <a:pt x="3207255" y="3950953"/>
                  <a:pt x="3211906" y="3955381"/>
                </a:cubicBezTo>
                <a:cubicBezTo>
                  <a:pt x="3209401" y="3964591"/>
                  <a:pt x="3198311" y="3964591"/>
                  <a:pt x="3205108" y="3984782"/>
                </a:cubicBezTo>
                <a:cubicBezTo>
                  <a:pt x="3200458" y="3989033"/>
                  <a:pt x="3189367" y="3971321"/>
                  <a:pt x="3193660" y="3982302"/>
                </a:cubicBezTo>
                <a:cubicBezTo>
                  <a:pt x="3186863" y="3982302"/>
                  <a:pt x="3191514" y="3966716"/>
                  <a:pt x="3196165" y="3964591"/>
                </a:cubicBezTo>
                <a:cubicBezTo>
                  <a:pt x="3193660" y="3955381"/>
                  <a:pt x="3189367" y="3957860"/>
                  <a:pt x="3186863" y="3957860"/>
                </a:cubicBezTo>
                <a:cubicBezTo>
                  <a:pt x="3189189" y="3952193"/>
                  <a:pt x="3193124" y="3949359"/>
                  <a:pt x="3197641" y="3949049"/>
                </a:cubicBezTo>
                <a:close/>
                <a:moveTo>
                  <a:pt x="3149995" y="3940664"/>
                </a:moveTo>
                <a:cubicBezTo>
                  <a:pt x="3145730" y="3956862"/>
                  <a:pt x="3149995" y="3993217"/>
                  <a:pt x="3143242" y="3995377"/>
                </a:cubicBezTo>
                <a:cubicBezTo>
                  <a:pt x="3136489" y="3981699"/>
                  <a:pt x="3138977" y="3972700"/>
                  <a:pt x="3141110" y="3961181"/>
                </a:cubicBezTo>
                <a:cubicBezTo>
                  <a:pt x="3136489" y="3956862"/>
                  <a:pt x="3134357" y="3961181"/>
                  <a:pt x="3132224" y="3954342"/>
                </a:cubicBezTo>
                <a:cubicBezTo>
                  <a:pt x="3127604" y="3956862"/>
                  <a:pt x="3132224" y="3970540"/>
                  <a:pt x="3127604" y="3974860"/>
                </a:cubicBezTo>
                <a:cubicBezTo>
                  <a:pt x="3114098" y="3965861"/>
                  <a:pt x="3118719" y="3974860"/>
                  <a:pt x="3109478" y="3968021"/>
                </a:cubicBezTo>
                <a:cubicBezTo>
                  <a:pt x="3102725" y="3959022"/>
                  <a:pt x="3118719" y="3965861"/>
                  <a:pt x="3107346" y="3952183"/>
                </a:cubicBezTo>
                <a:cubicBezTo>
                  <a:pt x="3118719" y="3959022"/>
                  <a:pt x="3122984" y="3956862"/>
                  <a:pt x="3129736" y="3950023"/>
                </a:cubicBezTo>
                <a:cubicBezTo>
                  <a:pt x="3127604" y="3945344"/>
                  <a:pt x="3125472" y="3947503"/>
                  <a:pt x="3122984" y="3947503"/>
                </a:cubicBezTo>
                <a:cubicBezTo>
                  <a:pt x="3127604" y="3933825"/>
                  <a:pt x="3147862" y="3952183"/>
                  <a:pt x="3149995" y="3940664"/>
                </a:cubicBezTo>
                <a:close/>
                <a:moveTo>
                  <a:pt x="3086589" y="3900490"/>
                </a:moveTo>
                <a:cubicBezTo>
                  <a:pt x="3089109" y="3907331"/>
                  <a:pt x="3084429" y="3907331"/>
                  <a:pt x="3079748" y="3909491"/>
                </a:cubicBezTo>
                <a:cubicBezTo>
                  <a:pt x="3089109" y="3918491"/>
                  <a:pt x="3086589" y="3923172"/>
                  <a:pt x="3091269" y="3925332"/>
                </a:cubicBezTo>
                <a:cubicBezTo>
                  <a:pt x="3086589" y="3918491"/>
                  <a:pt x="3095950" y="3902650"/>
                  <a:pt x="3086589" y="3900490"/>
                </a:cubicBezTo>
                <a:close/>
                <a:moveTo>
                  <a:pt x="283987" y="3894137"/>
                </a:moveTo>
                <a:cubicBezTo>
                  <a:pt x="290899" y="3909724"/>
                  <a:pt x="272345" y="3925310"/>
                  <a:pt x="263250" y="3936646"/>
                </a:cubicBezTo>
                <a:cubicBezTo>
                  <a:pt x="256338" y="3921059"/>
                  <a:pt x="283987" y="3911849"/>
                  <a:pt x="283987" y="3894137"/>
                </a:cubicBezTo>
                <a:close/>
                <a:moveTo>
                  <a:pt x="3250186" y="3890962"/>
                </a:moveTo>
                <a:cubicBezTo>
                  <a:pt x="3254772" y="3906893"/>
                  <a:pt x="3245953" y="3911238"/>
                  <a:pt x="3241367" y="3904359"/>
                </a:cubicBezTo>
                <a:cubicBezTo>
                  <a:pt x="3239250" y="3893134"/>
                  <a:pt x="3243484" y="3893134"/>
                  <a:pt x="3250186" y="3890962"/>
                </a:cubicBezTo>
                <a:close/>
                <a:moveTo>
                  <a:pt x="336840" y="3886200"/>
                </a:moveTo>
                <a:cubicBezTo>
                  <a:pt x="343730" y="3899606"/>
                  <a:pt x="355335" y="3886200"/>
                  <a:pt x="369115" y="3886200"/>
                </a:cubicBezTo>
                <a:cubicBezTo>
                  <a:pt x="378180" y="3895019"/>
                  <a:pt x="385070" y="3906308"/>
                  <a:pt x="398850" y="3897136"/>
                </a:cubicBezTo>
                <a:cubicBezTo>
                  <a:pt x="389784" y="3908425"/>
                  <a:pt x="382894" y="3919714"/>
                  <a:pt x="369115" y="3923947"/>
                </a:cubicBezTo>
                <a:cubicBezTo>
                  <a:pt x="373466" y="3913011"/>
                  <a:pt x="380356" y="3897136"/>
                  <a:pt x="341555" y="3901722"/>
                </a:cubicBezTo>
                <a:cubicBezTo>
                  <a:pt x="339379" y="3906308"/>
                  <a:pt x="345906" y="3908425"/>
                  <a:pt x="343730" y="3913011"/>
                </a:cubicBezTo>
                <a:cubicBezTo>
                  <a:pt x="327775" y="3910542"/>
                  <a:pt x="332489" y="3890786"/>
                  <a:pt x="336840" y="3886200"/>
                </a:cubicBezTo>
                <a:close/>
                <a:moveTo>
                  <a:pt x="3209495" y="3884432"/>
                </a:moveTo>
                <a:cubicBezTo>
                  <a:pt x="3211974" y="3884432"/>
                  <a:pt x="3214100" y="3891262"/>
                  <a:pt x="3218705" y="3891262"/>
                </a:cubicBezTo>
                <a:cubicBezTo>
                  <a:pt x="3218705" y="3897731"/>
                  <a:pt x="3216225" y="3900247"/>
                  <a:pt x="3218705" y="3907077"/>
                </a:cubicBezTo>
                <a:cubicBezTo>
                  <a:pt x="3222956" y="3911390"/>
                  <a:pt x="3234291" y="3902404"/>
                  <a:pt x="3238896" y="3931878"/>
                </a:cubicBezTo>
                <a:cubicBezTo>
                  <a:pt x="3229686" y="3929721"/>
                  <a:pt x="3229686" y="3916062"/>
                  <a:pt x="3216225" y="3920735"/>
                </a:cubicBezTo>
                <a:cubicBezTo>
                  <a:pt x="3214100" y="3891262"/>
                  <a:pt x="3209495" y="3911390"/>
                  <a:pt x="3198514" y="3893418"/>
                </a:cubicBezTo>
                <a:cubicBezTo>
                  <a:pt x="3196388" y="3875087"/>
                  <a:pt x="3218705" y="3909233"/>
                  <a:pt x="3209495" y="3884432"/>
                </a:cubicBezTo>
                <a:close/>
                <a:moveTo>
                  <a:pt x="3143475" y="3882130"/>
                </a:moveTo>
                <a:cubicBezTo>
                  <a:pt x="3150315" y="3897970"/>
                  <a:pt x="3157156" y="3897970"/>
                  <a:pt x="3163997" y="3900490"/>
                </a:cubicBezTo>
                <a:cubicBezTo>
                  <a:pt x="3161837" y="3893650"/>
                  <a:pt x="3163997" y="3891490"/>
                  <a:pt x="3163997" y="3884650"/>
                </a:cubicBezTo>
                <a:cubicBezTo>
                  <a:pt x="3157156" y="3884650"/>
                  <a:pt x="3150315" y="3879970"/>
                  <a:pt x="3143475" y="3882130"/>
                </a:cubicBezTo>
                <a:close/>
                <a:moveTo>
                  <a:pt x="3102430" y="3873129"/>
                </a:moveTo>
                <a:cubicBezTo>
                  <a:pt x="3098110" y="3882130"/>
                  <a:pt x="3086589" y="3866289"/>
                  <a:pt x="3091269" y="3879970"/>
                </a:cubicBezTo>
                <a:cubicBezTo>
                  <a:pt x="3102430" y="3879970"/>
                  <a:pt x="3104951" y="3886810"/>
                  <a:pt x="3102430" y="3902650"/>
                </a:cubicBezTo>
                <a:cubicBezTo>
                  <a:pt x="3109271" y="3895810"/>
                  <a:pt x="3116112" y="3914171"/>
                  <a:pt x="3116112" y="3900490"/>
                </a:cubicBezTo>
                <a:cubicBezTo>
                  <a:pt x="3111791" y="3888970"/>
                  <a:pt x="3107111" y="3888970"/>
                  <a:pt x="3102430" y="3873129"/>
                </a:cubicBezTo>
                <a:close/>
                <a:moveTo>
                  <a:pt x="3223830" y="3872518"/>
                </a:moveTo>
                <a:cubicBezTo>
                  <a:pt x="3227789" y="3873350"/>
                  <a:pt x="3232860" y="3876066"/>
                  <a:pt x="3237307" y="3874840"/>
                </a:cubicBezTo>
                <a:cubicBezTo>
                  <a:pt x="3237307" y="3886055"/>
                  <a:pt x="3228412" y="3888158"/>
                  <a:pt x="3221651" y="3890612"/>
                </a:cubicBezTo>
                <a:cubicBezTo>
                  <a:pt x="3221651" y="3883952"/>
                  <a:pt x="3219516" y="3881499"/>
                  <a:pt x="3217025" y="3881499"/>
                </a:cubicBezTo>
                <a:cubicBezTo>
                  <a:pt x="3217025" y="3872737"/>
                  <a:pt x="3219872" y="3871685"/>
                  <a:pt x="3223830" y="3872518"/>
                </a:cubicBezTo>
                <a:close/>
                <a:moveTo>
                  <a:pt x="3163997" y="3857288"/>
                </a:moveTo>
                <a:cubicBezTo>
                  <a:pt x="3170838" y="3868449"/>
                  <a:pt x="3152836" y="3857288"/>
                  <a:pt x="3159676" y="3870969"/>
                </a:cubicBezTo>
                <a:cubicBezTo>
                  <a:pt x="3168677" y="3870969"/>
                  <a:pt x="3161837" y="3877809"/>
                  <a:pt x="3168677" y="3893650"/>
                </a:cubicBezTo>
                <a:cubicBezTo>
                  <a:pt x="3177678" y="3888970"/>
                  <a:pt x="3168677" y="3866289"/>
                  <a:pt x="3163997" y="3857288"/>
                </a:cubicBezTo>
                <a:close/>
                <a:moveTo>
                  <a:pt x="3134474" y="3825247"/>
                </a:moveTo>
                <a:cubicBezTo>
                  <a:pt x="3136634" y="3832087"/>
                  <a:pt x="3132314" y="3832087"/>
                  <a:pt x="3132314" y="3836767"/>
                </a:cubicBezTo>
                <a:cubicBezTo>
                  <a:pt x="3143475" y="3832087"/>
                  <a:pt x="3141314" y="3864129"/>
                  <a:pt x="3132314" y="3850448"/>
                </a:cubicBezTo>
                <a:cubicBezTo>
                  <a:pt x="3136634" y="3859448"/>
                  <a:pt x="3141314" y="3868449"/>
                  <a:pt x="3148155" y="3870969"/>
                </a:cubicBezTo>
                <a:cubicBezTo>
                  <a:pt x="3141314" y="3850448"/>
                  <a:pt x="3148155" y="3854768"/>
                  <a:pt x="3154996" y="3854768"/>
                </a:cubicBezTo>
                <a:cubicBezTo>
                  <a:pt x="3150315" y="3836767"/>
                  <a:pt x="3141314" y="3838928"/>
                  <a:pt x="3134474" y="3825247"/>
                </a:cubicBezTo>
                <a:close/>
                <a:moveTo>
                  <a:pt x="3112208" y="3818277"/>
                </a:moveTo>
                <a:cubicBezTo>
                  <a:pt x="3110936" y="3817349"/>
                  <a:pt x="3109901" y="3819037"/>
                  <a:pt x="3109271" y="3825247"/>
                </a:cubicBezTo>
                <a:cubicBezTo>
                  <a:pt x="3120792" y="3825247"/>
                  <a:pt x="3116112" y="3866289"/>
                  <a:pt x="3125473" y="3845768"/>
                </a:cubicBezTo>
                <a:cubicBezTo>
                  <a:pt x="3121962" y="3847388"/>
                  <a:pt x="3116022" y="3821062"/>
                  <a:pt x="3112208" y="3818277"/>
                </a:cubicBezTo>
                <a:close/>
                <a:moveTo>
                  <a:pt x="3214485" y="3816350"/>
                </a:moveTo>
                <a:cubicBezTo>
                  <a:pt x="3223557" y="3838955"/>
                  <a:pt x="3232991" y="3818503"/>
                  <a:pt x="3242062" y="3825320"/>
                </a:cubicBezTo>
                <a:cubicBezTo>
                  <a:pt x="3237345" y="3857255"/>
                  <a:pt x="3212308" y="3841108"/>
                  <a:pt x="3205414" y="3868378"/>
                </a:cubicBezTo>
                <a:cubicBezTo>
                  <a:pt x="3196342" y="3868378"/>
                  <a:pt x="3200697" y="3861561"/>
                  <a:pt x="3196342" y="3845773"/>
                </a:cubicBezTo>
                <a:lnTo>
                  <a:pt x="3191625" y="3847926"/>
                </a:lnTo>
                <a:cubicBezTo>
                  <a:pt x="3193802" y="3825320"/>
                  <a:pt x="3205414" y="3836802"/>
                  <a:pt x="3214485" y="3816350"/>
                </a:cubicBezTo>
                <a:close/>
                <a:moveTo>
                  <a:pt x="3389293" y="3814091"/>
                </a:moveTo>
                <a:cubicBezTo>
                  <a:pt x="3391314" y="3827686"/>
                  <a:pt x="3389293" y="3836629"/>
                  <a:pt x="3382895" y="3834125"/>
                </a:cubicBezTo>
                <a:cubicBezTo>
                  <a:pt x="3380538" y="3820888"/>
                  <a:pt x="3382895" y="3811587"/>
                  <a:pt x="3389293" y="3814091"/>
                </a:cubicBezTo>
                <a:close/>
                <a:moveTo>
                  <a:pt x="3435242" y="3811331"/>
                </a:moveTo>
                <a:cubicBezTo>
                  <a:pt x="3439667" y="3810196"/>
                  <a:pt x="3442997" y="3811922"/>
                  <a:pt x="3445275" y="3823369"/>
                </a:cubicBezTo>
                <a:cubicBezTo>
                  <a:pt x="3438616" y="3818645"/>
                  <a:pt x="3429503" y="3821189"/>
                  <a:pt x="3423194" y="3830274"/>
                </a:cubicBezTo>
                <a:cubicBezTo>
                  <a:pt x="3418638" y="3830274"/>
                  <a:pt x="3418638" y="3821189"/>
                  <a:pt x="3418638" y="3816464"/>
                </a:cubicBezTo>
                <a:cubicBezTo>
                  <a:pt x="3425298" y="3816464"/>
                  <a:pt x="3430818" y="3812467"/>
                  <a:pt x="3435242" y="3811331"/>
                </a:cubicBezTo>
                <a:close/>
                <a:moveTo>
                  <a:pt x="3344611" y="3806825"/>
                </a:moveTo>
                <a:cubicBezTo>
                  <a:pt x="3349390" y="3806825"/>
                  <a:pt x="3347184" y="3811086"/>
                  <a:pt x="3344611" y="3811086"/>
                </a:cubicBezTo>
                <a:cubicBezTo>
                  <a:pt x="3347184" y="3815702"/>
                  <a:pt x="3349390" y="3820318"/>
                  <a:pt x="3351596" y="3820318"/>
                </a:cubicBezTo>
                <a:cubicBezTo>
                  <a:pt x="3344611" y="3822449"/>
                  <a:pt x="3330641" y="3833457"/>
                  <a:pt x="3317038" y="3831326"/>
                </a:cubicBezTo>
                <a:cubicBezTo>
                  <a:pt x="3319244" y="3813572"/>
                  <a:pt x="3342405" y="3824580"/>
                  <a:pt x="3344611" y="3806825"/>
                </a:cubicBezTo>
                <a:close/>
                <a:moveTo>
                  <a:pt x="3285972" y="3802590"/>
                </a:moveTo>
                <a:cubicBezTo>
                  <a:pt x="3290029" y="3803356"/>
                  <a:pt x="3293670" y="3806155"/>
                  <a:pt x="3296036" y="3811753"/>
                </a:cubicBezTo>
                <a:cubicBezTo>
                  <a:pt x="3289118" y="3818506"/>
                  <a:pt x="3275282" y="3800735"/>
                  <a:pt x="3277467" y="3832011"/>
                </a:cubicBezTo>
                <a:cubicBezTo>
                  <a:pt x="3270549" y="3836632"/>
                  <a:pt x="3268364" y="3825258"/>
                  <a:pt x="3261447" y="3829879"/>
                </a:cubicBezTo>
                <a:cubicBezTo>
                  <a:pt x="3257897" y="3816284"/>
                  <a:pt x="3273803" y="3800291"/>
                  <a:pt x="3285972" y="3802590"/>
                </a:cubicBezTo>
                <a:close/>
                <a:moveTo>
                  <a:pt x="3136634" y="3795726"/>
                </a:moveTo>
                <a:cubicBezTo>
                  <a:pt x="3148155" y="3818406"/>
                  <a:pt x="3170838" y="3816246"/>
                  <a:pt x="3163997" y="3845768"/>
                </a:cubicBezTo>
                <a:cubicBezTo>
                  <a:pt x="3163997" y="3845768"/>
                  <a:pt x="3163997" y="3845768"/>
                  <a:pt x="3175518" y="3843608"/>
                </a:cubicBezTo>
                <a:cubicBezTo>
                  <a:pt x="3170838" y="3818406"/>
                  <a:pt x="3159676" y="3827767"/>
                  <a:pt x="3157156" y="3800406"/>
                </a:cubicBezTo>
                <a:cubicBezTo>
                  <a:pt x="3148155" y="3800406"/>
                  <a:pt x="3148155" y="3797886"/>
                  <a:pt x="3136634" y="3795726"/>
                </a:cubicBezTo>
                <a:close/>
                <a:moveTo>
                  <a:pt x="3345766" y="3792420"/>
                </a:moveTo>
                <a:lnTo>
                  <a:pt x="3344025" y="3796593"/>
                </a:lnTo>
                <a:cubicBezTo>
                  <a:pt x="3344025" y="3795514"/>
                  <a:pt x="3344025" y="3793805"/>
                  <a:pt x="3344341" y="3792682"/>
                </a:cubicBezTo>
                <a:close/>
                <a:moveTo>
                  <a:pt x="3184519" y="3779885"/>
                </a:moveTo>
                <a:cubicBezTo>
                  <a:pt x="3184519" y="3779885"/>
                  <a:pt x="3184519" y="3779885"/>
                  <a:pt x="3186679" y="3793565"/>
                </a:cubicBezTo>
                <a:cubicBezTo>
                  <a:pt x="3191360" y="3782045"/>
                  <a:pt x="3200361" y="3795726"/>
                  <a:pt x="3202521" y="3782045"/>
                </a:cubicBezTo>
                <a:cubicBezTo>
                  <a:pt x="3196040" y="3782045"/>
                  <a:pt x="3191360" y="3777365"/>
                  <a:pt x="3184519" y="3779885"/>
                </a:cubicBezTo>
                <a:close/>
                <a:moveTo>
                  <a:pt x="3389806" y="3778250"/>
                </a:moveTo>
                <a:cubicBezTo>
                  <a:pt x="3391969" y="3792277"/>
                  <a:pt x="3382957" y="3789759"/>
                  <a:pt x="3385120" y="3801268"/>
                </a:cubicBezTo>
                <a:cubicBezTo>
                  <a:pt x="3391969" y="3801268"/>
                  <a:pt x="3394132" y="3794435"/>
                  <a:pt x="3391969" y="3782926"/>
                </a:cubicBezTo>
                <a:cubicBezTo>
                  <a:pt x="3405667" y="3794435"/>
                  <a:pt x="3412517" y="3780768"/>
                  <a:pt x="3426215" y="3794435"/>
                </a:cubicBezTo>
                <a:cubicBezTo>
                  <a:pt x="3417203" y="3823927"/>
                  <a:pt x="3398818" y="3785443"/>
                  <a:pt x="3389806" y="3798751"/>
                </a:cubicBezTo>
                <a:cubicBezTo>
                  <a:pt x="3389806" y="3808102"/>
                  <a:pt x="3394132" y="3808102"/>
                  <a:pt x="3396655" y="3808102"/>
                </a:cubicBezTo>
                <a:cubicBezTo>
                  <a:pt x="3394132" y="3819252"/>
                  <a:pt x="3376108" y="3812418"/>
                  <a:pt x="3369259" y="3796593"/>
                </a:cubicBezTo>
                <a:cubicBezTo>
                  <a:pt x="3362410" y="3798751"/>
                  <a:pt x="3357724" y="3803426"/>
                  <a:pt x="3357724" y="3810260"/>
                </a:cubicBezTo>
                <a:cubicBezTo>
                  <a:pt x="3350874" y="3808102"/>
                  <a:pt x="3353398" y="3794435"/>
                  <a:pt x="3344025" y="3801268"/>
                </a:cubicBezTo>
                <a:cubicBezTo>
                  <a:pt x="3344025" y="3796593"/>
                  <a:pt x="3346549" y="3796593"/>
                  <a:pt x="3346549" y="3792277"/>
                </a:cubicBezTo>
                <a:lnTo>
                  <a:pt x="3345766" y="3792420"/>
                </a:lnTo>
                <a:lnTo>
                  <a:pt x="3348621" y="3785578"/>
                </a:lnTo>
                <a:cubicBezTo>
                  <a:pt x="3351505" y="3783555"/>
                  <a:pt x="3355560" y="3782926"/>
                  <a:pt x="3360247" y="3782926"/>
                </a:cubicBezTo>
                <a:cubicBezTo>
                  <a:pt x="3369259" y="3782926"/>
                  <a:pt x="3380434" y="3785443"/>
                  <a:pt x="3389806" y="3778250"/>
                </a:cubicBezTo>
                <a:close/>
                <a:moveTo>
                  <a:pt x="3429387" y="3750072"/>
                </a:moveTo>
                <a:cubicBezTo>
                  <a:pt x="3422856" y="3758949"/>
                  <a:pt x="3415962" y="3767826"/>
                  <a:pt x="3404350" y="3769957"/>
                </a:cubicBezTo>
                <a:cubicBezTo>
                  <a:pt x="3404350" y="3752202"/>
                  <a:pt x="3422856" y="3743325"/>
                  <a:pt x="3429387" y="3750072"/>
                </a:cubicBezTo>
                <a:close/>
                <a:moveTo>
                  <a:pt x="3447952" y="3748432"/>
                </a:moveTo>
                <a:cubicBezTo>
                  <a:pt x="3452880" y="3747039"/>
                  <a:pt x="3468821" y="3754355"/>
                  <a:pt x="3472260" y="3757846"/>
                </a:cubicBezTo>
                <a:cubicBezTo>
                  <a:pt x="3463088" y="3777892"/>
                  <a:pt x="3458855" y="3748538"/>
                  <a:pt x="3447566" y="3753192"/>
                </a:cubicBezTo>
                <a:cubicBezTo>
                  <a:pt x="3445890" y="3750328"/>
                  <a:pt x="3446309" y="3748896"/>
                  <a:pt x="3447952" y="3748432"/>
                </a:cubicBezTo>
                <a:close/>
                <a:moveTo>
                  <a:pt x="4356488" y="3736304"/>
                </a:moveTo>
                <a:cubicBezTo>
                  <a:pt x="4352138" y="3756696"/>
                  <a:pt x="4324588" y="3758842"/>
                  <a:pt x="4310813" y="3752045"/>
                </a:cubicBezTo>
                <a:cubicBezTo>
                  <a:pt x="4322413" y="3733800"/>
                  <a:pt x="4338363" y="3733800"/>
                  <a:pt x="4356488" y="3736304"/>
                </a:cubicBezTo>
                <a:close/>
                <a:moveTo>
                  <a:pt x="4426341" y="3729581"/>
                </a:moveTo>
                <a:cubicBezTo>
                  <a:pt x="4417355" y="3747724"/>
                  <a:pt x="4394710" y="3747724"/>
                  <a:pt x="4369550" y="3747724"/>
                </a:cubicBezTo>
                <a:cubicBezTo>
                  <a:pt x="4374223" y="3722687"/>
                  <a:pt x="4403696" y="3733936"/>
                  <a:pt x="4426341" y="3729581"/>
                </a:cubicBezTo>
                <a:close/>
                <a:moveTo>
                  <a:pt x="3909785" y="3704880"/>
                </a:moveTo>
                <a:cubicBezTo>
                  <a:pt x="3917047" y="3703997"/>
                  <a:pt x="3924841" y="3707531"/>
                  <a:pt x="3932634" y="3714601"/>
                </a:cubicBezTo>
                <a:cubicBezTo>
                  <a:pt x="3925903" y="3714601"/>
                  <a:pt x="3919173" y="3716833"/>
                  <a:pt x="3914922" y="3719066"/>
                </a:cubicBezTo>
                <a:cubicBezTo>
                  <a:pt x="3908191" y="3721670"/>
                  <a:pt x="3901461" y="3723903"/>
                  <a:pt x="3890125" y="3721670"/>
                </a:cubicBezTo>
                <a:cubicBezTo>
                  <a:pt x="3895793" y="3711066"/>
                  <a:pt x="3902524" y="3705764"/>
                  <a:pt x="3909785" y="3704880"/>
                </a:cubicBezTo>
                <a:close/>
                <a:moveTo>
                  <a:pt x="110597" y="3681412"/>
                </a:moveTo>
                <a:cubicBezTo>
                  <a:pt x="121462" y="3686174"/>
                  <a:pt x="130574" y="3688373"/>
                  <a:pt x="130574" y="3700096"/>
                </a:cubicBezTo>
                <a:cubicBezTo>
                  <a:pt x="119359" y="3697531"/>
                  <a:pt x="108144" y="3697531"/>
                  <a:pt x="103938" y="3693135"/>
                </a:cubicBezTo>
                <a:cubicBezTo>
                  <a:pt x="106041" y="3690571"/>
                  <a:pt x="108144" y="3688373"/>
                  <a:pt x="110597" y="3681412"/>
                </a:cubicBezTo>
                <a:close/>
                <a:moveTo>
                  <a:pt x="4488713" y="3680970"/>
                </a:moveTo>
                <a:lnTo>
                  <a:pt x="4486301" y="3682688"/>
                </a:lnTo>
                <a:lnTo>
                  <a:pt x="4488406" y="3685009"/>
                </a:lnTo>
                <a:lnTo>
                  <a:pt x="4491195" y="3681126"/>
                </a:lnTo>
                <a:close/>
                <a:moveTo>
                  <a:pt x="4962922" y="3652837"/>
                </a:moveTo>
                <a:cubicBezTo>
                  <a:pt x="4956219" y="3664292"/>
                  <a:pt x="4949517" y="3688992"/>
                  <a:pt x="4933994" y="3680043"/>
                </a:cubicBezTo>
                <a:cubicBezTo>
                  <a:pt x="4931525" y="3664292"/>
                  <a:pt x="4944931" y="3657490"/>
                  <a:pt x="4962922" y="3652837"/>
                </a:cubicBezTo>
                <a:close/>
                <a:moveTo>
                  <a:pt x="589713" y="3652837"/>
                </a:moveTo>
                <a:cubicBezTo>
                  <a:pt x="596607" y="3657423"/>
                  <a:pt x="598784" y="3664126"/>
                  <a:pt x="605678" y="3654953"/>
                </a:cubicBezTo>
                <a:cubicBezTo>
                  <a:pt x="614750" y="3659540"/>
                  <a:pt x="596607" y="3661656"/>
                  <a:pt x="598784" y="3668359"/>
                </a:cubicBezTo>
                <a:cubicBezTo>
                  <a:pt x="591890" y="3666243"/>
                  <a:pt x="589713" y="3661656"/>
                  <a:pt x="589713" y="3652837"/>
                </a:cubicBezTo>
                <a:close/>
                <a:moveTo>
                  <a:pt x="3518747" y="3652365"/>
                </a:moveTo>
                <a:cubicBezTo>
                  <a:pt x="3512468" y="3655251"/>
                  <a:pt x="3512874" y="3665579"/>
                  <a:pt x="3509633" y="3670440"/>
                </a:cubicBezTo>
                <a:cubicBezTo>
                  <a:pt x="3504953" y="3672960"/>
                  <a:pt x="3502792" y="3670440"/>
                  <a:pt x="3500272" y="3677280"/>
                </a:cubicBezTo>
                <a:cubicBezTo>
                  <a:pt x="3516474" y="3679800"/>
                  <a:pt x="3520794" y="3666119"/>
                  <a:pt x="3527635" y="3652438"/>
                </a:cubicBezTo>
                <a:cubicBezTo>
                  <a:pt x="3523675" y="3651268"/>
                  <a:pt x="3520839" y="3651403"/>
                  <a:pt x="3518747" y="3652365"/>
                </a:cubicBezTo>
                <a:close/>
                <a:moveTo>
                  <a:pt x="3450227" y="3647758"/>
                </a:moveTo>
                <a:cubicBezTo>
                  <a:pt x="3452567" y="3655859"/>
                  <a:pt x="3452027" y="3660989"/>
                  <a:pt x="3450902" y="3665534"/>
                </a:cubicBezTo>
                <a:lnTo>
                  <a:pt x="3450366" y="3668232"/>
                </a:lnTo>
                <a:lnTo>
                  <a:pt x="3455888" y="3675867"/>
                </a:lnTo>
                <a:lnTo>
                  <a:pt x="3456663" y="3674310"/>
                </a:lnTo>
                <a:cubicBezTo>
                  <a:pt x="3457788" y="3670079"/>
                  <a:pt x="3458328" y="3665039"/>
                  <a:pt x="3461748" y="3663959"/>
                </a:cubicBezTo>
                <a:cubicBezTo>
                  <a:pt x="3461748" y="3666119"/>
                  <a:pt x="3466429" y="3668279"/>
                  <a:pt x="3466429" y="3663959"/>
                </a:cubicBezTo>
                <a:cubicBezTo>
                  <a:pt x="3457068" y="3666119"/>
                  <a:pt x="3463908" y="3643438"/>
                  <a:pt x="3450227" y="3647758"/>
                </a:cubicBezTo>
                <a:close/>
                <a:moveTo>
                  <a:pt x="15732" y="3643312"/>
                </a:moveTo>
                <a:cubicBezTo>
                  <a:pt x="27374" y="3652131"/>
                  <a:pt x="6637" y="3656717"/>
                  <a:pt x="4454" y="3660951"/>
                </a:cubicBezTo>
                <a:cubicBezTo>
                  <a:pt x="-7187" y="3681059"/>
                  <a:pt x="6637" y="3645428"/>
                  <a:pt x="15732" y="3643312"/>
                </a:cubicBezTo>
                <a:close/>
                <a:moveTo>
                  <a:pt x="4713676" y="3641725"/>
                </a:moveTo>
                <a:cubicBezTo>
                  <a:pt x="4707159" y="3648685"/>
                  <a:pt x="4709331" y="3665171"/>
                  <a:pt x="4693400" y="3665171"/>
                </a:cubicBezTo>
                <a:cubicBezTo>
                  <a:pt x="4693400" y="3644289"/>
                  <a:pt x="4693400" y="3644289"/>
                  <a:pt x="4693400" y="3644289"/>
                </a:cubicBezTo>
                <a:cubicBezTo>
                  <a:pt x="4700279" y="3644289"/>
                  <a:pt x="4707159" y="3641725"/>
                  <a:pt x="4713676" y="3641725"/>
                </a:cubicBezTo>
                <a:close/>
                <a:moveTo>
                  <a:pt x="3866283" y="3638734"/>
                </a:moveTo>
                <a:lnTo>
                  <a:pt x="3865514" y="3645784"/>
                </a:lnTo>
                <a:cubicBezTo>
                  <a:pt x="3864518" y="3654374"/>
                  <a:pt x="3863370" y="3655318"/>
                  <a:pt x="3853109" y="3663959"/>
                </a:cubicBezTo>
                <a:cubicBezTo>
                  <a:pt x="3866791" y="3652438"/>
                  <a:pt x="3877952" y="3677280"/>
                  <a:pt x="3887313" y="3657119"/>
                </a:cubicBezTo>
                <a:cubicBezTo>
                  <a:pt x="3878132" y="3653699"/>
                  <a:pt x="3875252" y="3649108"/>
                  <a:pt x="3874082" y="3642808"/>
                </a:cubicBezTo>
                <a:lnTo>
                  <a:pt x="3873702" y="3639666"/>
                </a:lnTo>
                <a:close/>
                <a:moveTo>
                  <a:pt x="57528" y="3638550"/>
                </a:moveTo>
                <a:cubicBezTo>
                  <a:pt x="55295" y="3643106"/>
                  <a:pt x="52691" y="3660630"/>
                  <a:pt x="34088" y="3665187"/>
                </a:cubicBezTo>
                <a:cubicBezTo>
                  <a:pt x="45622" y="3651868"/>
                  <a:pt x="43389" y="3647312"/>
                  <a:pt x="57528" y="3638550"/>
                </a:cubicBezTo>
                <a:close/>
                <a:moveTo>
                  <a:pt x="3757295" y="3627393"/>
                </a:moveTo>
                <a:lnTo>
                  <a:pt x="3757339" y="3627597"/>
                </a:lnTo>
                <a:lnTo>
                  <a:pt x="3759464" y="3627543"/>
                </a:lnTo>
                <a:close/>
                <a:moveTo>
                  <a:pt x="3737419" y="3623937"/>
                </a:moveTo>
                <a:lnTo>
                  <a:pt x="3737177" y="3625077"/>
                </a:lnTo>
                <a:lnTo>
                  <a:pt x="3741065" y="3624634"/>
                </a:lnTo>
                <a:close/>
                <a:moveTo>
                  <a:pt x="3712143" y="3619108"/>
                </a:moveTo>
                <a:lnTo>
                  <a:pt x="3711974" y="3620757"/>
                </a:lnTo>
                <a:cubicBezTo>
                  <a:pt x="3718815" y="3618237"/>
                  <a:pt x="3718815" y="3625077"/>
                  <a:pt x="3725656" y="3625077"/>
                </a:cubicBezTo>
                <a:lnTo>
                  <a:pt x="3726465" y="3621844"/>
                </a:lnTo>
                <a:close/>
                <a:moveTo>
                  <a:pt x="4663092" y="3617429"/>
                </a:moveTo>
                <a:cubicBezTo>
                  <a:pt x="4676824" y="3617491"/>
                  <a:pt x="4690054" y="3618668"/>
                  <a:pt x="4702565" y="3621566"/>
                </a:cubicBezTo>
                <a:cubicBezTo>
                  <a:pt x="4683304" y="3663764"/>
                  <a:pt x="4646312" y="3679158"/>
                  <a:pt x="4605899" y="3683731"/>
                </a:cubicBezTo>
                <a:lnTo>
                  <a:pt x="4596660" y="3683843"/>
                </a:lnTo>
                <a:lnTo>
                  <a:pt x="4595002" y="3684234"/>
                </a:lnTo>
                <a:cubicBezTo>
                  <a:pt x="4577501" y="3686704"/>
                  <a:pt x="4558343" y="3687233"/>
                  <a:pt x="4542588" y="3690584"/>
                </a:cubicBezTo>
                <a:lnTo>
                  <a:pt x="4542588" y="3684353"/>
                </a:lnTo>
                <a:lnTo>
                  <a:pt x="4505490" y="3682023"/>
                </a:lnTo>
                <a:lnTo>
                  <a:pt x="4505537" y="3682265"/>
                </a:lnTo>
                <a:cubicBezTo>
                  <a:pt x="4504441" y="3684637"/>
                  <a:pt x="4502777" y="3687614"/>
                  <a:pt x="4503828" y="3694683"/>
                </a:cubicBezTo>
                <a:cubicBezTo>
                  <a:pt x="4488406" y="3696915"/>
                  <a:pt x="4488406" y="3696915"/>
                  <a:pt x="4488406" y="3696915"/>
                </a:cubicBezTo>
                <a:cubicBezTo>
                  <a:pt x="4488406" y="3689846"/>
                  <a:pt x="4488406" y="3687613"/>
                  <a:pt x="4483850" y="3685009"/>
                </a:cubicBezTo>
                <a:lnTo>
                  <a:pt x="4485326" y="3683382"/>
                </a:lnTo>
                <a:lnTo>
                  <a:pt x="4456671" y="3703789"/>
                </a:lnTo>
                <a:cubicBezTo>
                  <a:pt x="4411308" y="3701616"/>
                  <a:pt x="4370266" y="3703789"/>
                  <a:pt x="4331743" y="3708498"/>
                </a:cubicBezTo>
                <a:cubicBezTo>
                  <a:pt x="4292861" y="3715380"/>
                  <a:pt x="4254339" y="3722262"/>
                  <a:pt x="4220137" y="3726609"/>
                </a:cubicBezTo>
                <a:cubicBezTo>
                  <a:pt x="4147413" y="3735664"/>
                  <a:pt x="4079369" y="3738200"/>
                  <a:pt x="4015645" y="3694734"/>
                </a:cubicBezTo>
                <a:cubicBezTo>
                  <a:pt x="3990444" y="3705962"/>
                  <a:pt x="3972083" y="3692198"/>
                  <a:pt x="3942561" y="3703789"/>
                </a:cubicBezTo>
                <a:cubicBezTo>
                  <a:pt x="3938241" y="3701616"/>
                  <a:pt x="3935721" y="3699080"/>
                  <a:pt x="3935721" y="3692198"/>
                </a:cubicBezTo>
                <a:cubicBezTo>
                  <a:pt x="3931400" y="3685316"/>
                  <a:pt x="3940401" y="3667205"/>
                  <a:pt x="3947241" y="3655614"/>
                </a:cubicBezTo>
                <a:cubicBezTo>
                  <a:pt x="3969922" y="3678434"/>
                  <a:pt x="3972083" y="3641850"/>
                  <a:pt x="3983603" y="3671552"/>
                </a:cubicBezTo>
                <a:cubicBezTo>
                  <a:pt x="4022755" y="3657969"/>
                  <a:pt x="4064540" y="3671280"/>
                  <a:pt x="4105160" y="3675882"/>
                </a:cubicBezTo>
                <a:lnTo>
                  <a:pt x="4119537" y="3676018"/>
                </a:lnTo>
                <a:lnTo>
                  <a:pt x="4119505" y="3674963"/>
                </a:lnTo>
                <a:cubicBezTo>
                  <a:pt x="4124790" y="3668448"/>
                  <a:pt x="4144500" y="3673740"/>
                  <a:pt x="4156463" y="3670300"/>
                </a:cubicBezTo>
                <a:lnTo>
                  <a:pt x="4155331" y="3673285"/>
                </a:lnTo>
                <a:lnTo>
                  <a:pt x="4180670" y="3665802"/>
                </a:lnTo>
                <a:cubicBezTo>
                  <a:pt x="4192865" y="3660957"/>
                  <a:pt x="4205376" y="3655795"/>
                  <a:pt x="4217977" y="3653441"/>
                </a:cubicBezTo>
                <a:cubicBezTo>
                  <a:pt x="4243538" y="3648279"/>
                  <a:pt x="4269550" y="3644838"/>
                  <a:pt x="4295787" y="3642438"/>
                </a:cubicBezTo>
                <a:lnTo>
                  <a:pt x="4308531" y="3641673"/>
                </a:lnTo>
                <a:lnTo>
                  <a:pt x="4308821" y="3641596"/>
                </a:lnTo>
                <a:cubicBezTo>
                  <a:pt x="4331709" y="3638464"/>
                  <a:pt x="4353581" y="3642329"/>
                  <a:pt x="4379313" y="3632200"/>
                </a:cubicBezTo>
                <a:lnTo>
                  <a:pt x="4380579" y="3637431"/>
                </a:lnTo>
                <a:lnTo>
                  <a:pt x="4531915" y="3630621"/>
                </a:lnTo>
                <a:cubicBezTo>
                  <a:pt x="4576198" y="3627090"/>
                  <a:pt x="4621898" y="3617242"/>
                  <a:pt x="4663092" y="3617429"/>
                </a:cubicBezTo>
                <a:close/>
                <a:moveTo>
                  <a:pt x="3690114" y="3612038"/>
                </a:moveTo>
                <a:lnTo>
                  <a:pt x="3689292" y="3613917"/>
                </a:lnTo>
                <a:cubicBezTo>
                  <a:pt x="3691452" y="3613917"/>
                  <a:pt x="3693612" y="3618237"/>
                  <a:pt x="3691452" y="3625077"/>
                </a:cubicBezTo>
                <a:lnTo>
                  <a:pt x="3703586" y="3616529"/>
                </a:lnTo>
                <a:close/>
                <a:moveTo>
                  <a:pt x="4858141" y="3608924"/>
                </a:moveTo>
                <a:cubicBezTo>
                  <a:pt x="4830851" y="3627412"/>
                  <a:pt x="4778785" y="3647712"/>
                  <a:pt x="4737850" y="3640825"/>
                </a:cubicBezTo>
                <a:cubicBezTo>
                  <a:pt x="4774117" y="3613637"/>
                  <a:pt x="4808229" y="3602037"/>
                  <a:pt x="4858141" y="3608924"/>
                </a:cubicBezTo>
                <a:close/>
                <a:moveTo>
                  <a:pt x="3616991" y="3602900"/>
                </a:moveTo>
                <a:lnTo>
                  <a:pt x="3606663" y="3609381"/>
                </a:lnTo>
                <a:lnTo>
                  <a:pt x="3606281" y="3614316"/>
                </a:lnTo>
                <a:cubicBezTo>
                  <a:pt x="3608644" y="3621995"/>
                  <a:pt x="3618095" y="3619497"/>
                  <a:pt x="3609724" y="3629757"/>
                </a:cubicBezTo>
                <a:cubicBezTo>
                  <a:pt x="3609724" y="3629757"/>
                  <a:pt x="3609724" y="3629757"/>
                  <a:pt x="3639247" y="3629757"/>
                </a:cubicBezTo>
                <a:cubicBezTo>
                  <a:pt x="3637086" y="3613917"/>
                  <a:pt x="3648248" y="3618237"/>
                  <a:pt x="3648248" y="3607076"/>
                </a:cubicBezTo>
                <a:cubicBezTo>
                  <a:pt x="3629886" y="3616077"/>
                  <a:pt x="3637086" y="3625077"/>
                  <a:pt x="3616564" y="3625077"/>
                </a:cubicBezTo>
                <a:cubicBezTo>
                  <a:pt x="3618185" y="3616707"/>
                  <a:pt x="3623653" y="3617044"/>
                  <a:pt x="3625374" y="3611053"/>
                </a:cubicBezTo>
                <a:lnTo>
                  <a:pt x="3625546" y="3603254"/>
                </a:lnTo>
                <a:close/>
                <a:moveTo>
                  <a:pt x="3857430" y="3595556"/>
                </a:moveTo>
                <a:cubicBezTo>
                  <a:pt x="3855269" y="3604556"/>
                  <a:pt x="3853109" y="3618237"/>
                  <a:pt x="3846268" y="3620757"/>
                </a:cubicBezTo>
                <a:cubicBezTo>
                  <a:pt x="3846268" y="3613917"/>
                  <a:pt x="3846268" y="3609236"/>
                  <a:pt x="3839428" y="3609236"/>
                </a:cubicBezTo>
                <a:cubicBezTo>
                  <a:pt x="3839428" y="3609236"/>
                  <a:pt x="3839428" y="3609236"/>
                  <a:pt x="3837267" y="3625077"/>
                </a:cubicBezTo>
                <a:cubicBezTo>
                  <a:pt x="3846268" y="3622917"/>
                  <a:pt x="3851939" y="3624627"/>
                  <a:pt x="3856215" y="3627147"/>
                </a:cubicBezTo>
                <a:lnTo>
                  <a:pt x="3861385" y="3630535"/>
                </a:lnTo>
                <a:lnTo>
                  <a:pt x="3872614" y="3630666"/>
                </a:lnTo>
                <a:lnTo>
                  <a:pt x="3871111" y="3618237"/>
                </a:lnTo>
                <a:cubicBezTo>
                  <a:pt x="3880472" y="3618237"/>
                  <a:pt x="3880472" y="3627597"/>
                  <a:pt x="3887313" y="3629757"/>
                </a:cubicBezTo>
                <a:cubicBezTo>
                  <a:pt x="3891633" y="3604556"/>
                  <a:pt x="3866791" y="3607076"/>
                  <a:pt x="3857430" y="3595556"/>
                </a:cubicBezTo>
                <a:close/>
                <a:moveTo>
                  <a:pt x="3718815" y="3593396"/>
                </a:moveTo>
                <a:lnTo>
                  <a:pt x="3716294" y="3598810"/>
                </a:lnTo>
                <a:lnTo>
                  <a:pt x="3731841" y="3601150"/>
                </a:lnTo>
                <a:lnTo>
                  <a:pt x="3729886" y="3598166"/>
                </a:lnTo>
                <a:cubicBezTo>
                  <a:pt x="3727906" y="3594476"/>
                  <a:pt x="3725656" y="3591056"/>
                  <a:pt x="3718815" y="3593396"/>
                </a:cubicBezTo>
                <a:close/>
                <a:moveTo>
                  <a:pt x="3750858" y="3584035"/>
                </a:moveTo>
                <a:cubicBezTo>
                  <a:pt x="3747438" y="3585295"/>
                  <a:pt x="3746808" y="3590426"/>
                  <a:pt x="3745908" y="3595241"/>
                </a:cubicBezTo>
                <a:lnTo>
                  <a:pt x="3740789" y="3602498"/>
                </a:lnTo>
                <a:lnTo>
                  <a:pt x="3758967" y="3605235"/>
                </a:lnTo>
                <a:lnTo>
                  <a:pt x="3759859" y="3604556"/>
                </a:lnTo>
                <a:lnTo>
                  <a:pt x="3759649" y="3605337"/>
                </a:lnTo>
                <a:lnTo>
                  <a:pt x="3767275" y="3606485"/>
                </a:lnTo>
                <a:lnTo>
                  <a:pt x="3767555" y="3601811"/>
                </a:lnTo>
                <a:cubicBezTo>
                  <a:pt x="3770121" y="3597266"/>
                  <a:pt x="3773541" y="3592136"/>
                  <a:pt x="3773541" y="3584035"/>
                </a:cubicBezTo>
                <a:cubicBezTo>
                  <a:pt x="3759859" y="3579715"/>
                  <a:pt x="3759859" y="3595556"/>
                  <a:pt x="3753019" y="3600236"/>
                </a:cubicBezTo>
                <a:cubicBezTo>
                  <a:pt x="3753019" y="3593396"/>
                  <a:pt x="3755179" y="3584035"/>
                  <a:pt x="3750858" y="3584035"/>
                </a:cubicBezTo>
                <a:close/>
                <a:moveTo>
                  <a:pt x="59130" y="3581400"/>
                </a:moveTo>
                <a:cubicBezTo>
                  <a:pt x="38719" y="3599757"/>
                  <a:pt x="43374" y="3631433"/>
                  <a:pt x="11863" y="3642952"/>
                </a:cubicBezTo>
                <a:cubicBezTo>
                  <a:pt x="22963" y="3631433"/>
                  <a:pt x="31915" y="3586079"/>
                  <a:pt x="59130" y="3581400"/>
                </a:cubicBezTo>
                <a:close/>
                <a:moveTo>
                  <a:pt x="3800544" y="3579715"/>
                </a:moveTo>
                <a:cubicBezTo>
                  <a:pt x="3791543" y="3600236"/>
                  <a:pt x="3803064" y="3604556"/>
                  <a:pt x="3796223" y="3611396"/>
                </a:cubicBezTo>
                <a:cubicBezTo>
                  <a:pt x="3791723" y="3601136"/>
                  <a:pt x="3787132" y="3601136"/>
                  <a:pt x="3782272" y="3604286"/>
                </a:cubicBezTo>
                <a:lnTo>
                  <a:pt x="3777362" y="3608004"/>
                </a:lnTo>
                <a:lnTo>
                  <a:pt x="3779325" y="3608300"/>
                </a:lnTo>
                <a:cubicBezTo>
                  <a:pt x="3790573" y="3610730"/>
                  <a:pt x="3801461" y="3613654"/>
                  <a:pt x="3811382" y="3617254"/>
                </a:cubicBezTo>
                <a:lnTo>
                  <a:pt x="3811861" y="3617492"/>
                </a:lnTo>
                <a:lnTo>
                  <a:pt x="3812813" y="3614850"/>
                </a:lnTo>
                <a:cubicBezTo>
                  <a:pt x="3812695" y="3607459"/>
                  <a:pt x="3805944" y="3602396"/>
                  <a:pt x="3814585" y="3602396"/>
                </a:cubicBezTo>
                <a:cubicBezTo>
                  <a:pt x="3823586" y="3598976"/>
                  <a:pt x="3821876" y="3606356"/>
                  <a:pt x="3820166" y="3613736"/>
                </a:cubicBezTo>
                <a:lnTo>
                  <a:pt x="3819231" y="3621143"/>
                </a:lnTo>
                <a:lnTo>
                  <a:pt x="3825745" y="3624369"/>
                </a:lnTo>
                <a:lnTo>
                  <a:pt x="3825701" y="3605861"/>
                </a:lnTo>
                <a:cubicBezTo>
                  <a:pt x="3825116" y="3599606"/>
                  <a:pt x="3823406" y="3594476"/>
                  <a:pt x="3818906" y="3593396"/>
                </a:cubicBezTo>
                <a:cubicBezTo>
                  <a:pt x="3809905" y="3609236"/>
                  <a:pt x="3805224" y="3584035"/>
                  <a:pt x="3800544" y="3579715"/>
                </a:cubicBezTo>
                <a:close/>
                <a:moveTo>
                  <a:pt x="79218" y="3576637"/>
                </a:moveTo>
                <a:cubicBezTo>
                  <a:pt x="79218" y="3592512"/>
                  <a:pt x="86112" y="3596745"/>
                  <a:pt x="74863" y="3608034"/>
                </a:cubicBezTo>
                <a:cubicBezTo>
                  <a:pt x="67969" y="3605917"/>
                  <a:pt x="70146" y="3599215"/>
                  <a:pt x="74863" y="3599215"/>
                </a:cubicBezTo>
                <a:cubicBezTo>
                  <a:pt x="72323" y="3594628"/>
                  <a:pt x="72323" y="3587926"/>
                  <a:pt x="61075" y="3587926"/>
                </a:cubicBezTo>
                <a:cubicBezTo>
                  <a:pt x="63252" y="3581223"/>
                  <a:pt x="70146" y="3576637"/>
                  <a:pt x="79218" y="3576637"/>
                </a:cubicBezTo>
                <a:close/>
                <a:moveTo>
                  <a:pt x="4430970" y="3568194"/>
                </a:moveTo>
                <a:cubicBezTo>
                  <a:pt x="4417288" y="3568194"/>
                  <a:pt x="4403607" y="3566034"/>
                  <a:pt x="4401447" y="3579715"/>
                </a:cubicBezTo>
                <a:cubicBezTo>
                  <a:pt x="4412608" y="3584035"/>
                  <a:pt x="4428809" y="3586555"/>
                  <a:pt x="4430970" y="3568194"/>
                </a:cubicBezTo>
                <a:close/>
                <a:moveTo>
                  <a:pt x="4953239" y="3565966"/>
                </a:moveTo>
                <a:lnTo>
                  <a:pt x="4937473" y="3568177"/>
                </a:lnTo>
                <a:cubicBezTo>
                  <a:pt x="4927533" y="3574745"/>
                  <a:pt x="4917238" y="3579813"/>
                  <a:pt x="4906686" y="3583651"/>
                </a:cubicBezTo>
                <a:lnTo>
                  <a:pt x="4892302" y="3587255"/>
                </a:lnTo>
                <a:lnTo>
                  <a:pt x="4899824" y="3586835"/>
                </a:lnTo>
                <a:cubicBezTo>
                  <a:pt x="4914562" y="3583171"/>
                  <a:pt x="4928466" y="3575046"/>
                  <a:pt x="4941192" y="3569546"/>
                </a:cubicBezTo>
                <a:close/>
                <a:moveTo>
                  <a:pt x="4462653" y="3559194"/>
                </a:moveTo>
                <a:cubicBezTo>
                  <a:pt x="4451492" y="3559194"/>
                  <a:pt x="4446811" y="3568194"/>
                  <a:pt x="4448971" y="3581875"/>
                </a:cubicBezTo>
                <a:cubicBezTo>
                  <a:pt x="4460493" y="3581875"/>
                  <a:pt x="4465173" y="3572875"/>
                  <a:pt x="4462653" y="3559194"/>
                </a:cubicBezTo>
                <a:close/>
                <a:moveTo>
                  <a:pt x="114686" y="3547085"/>
                </a:moveTo>
                <a:cubicBezTo>
                  <a:pt x="112506" y="3558808"/>
                  <a:pt x="93973" y="3554045"/>
                  <a:pt x="87068" y="3563570"/>
                </a:cubicBezTo>
                <a:cubicBezTo>
                  <a:pt x="84888" y="3558808"/>
                  <a:pt x="103058" y="3544887"/>
                  <a:pt x="114686" y="3547085"/>
                </a:cubicBezTo>
                <a:close/>
                <a:moveTo>
                  <a:pt x="4547685" y="3537100"/>
                </a:moveTo>
                <a:lnTo>
                  <a:pt x="4544741" y="3538673"/>
                </a:lnTo>
                <a:lnTo>
                  <a:pt x="4547086" y="3544706"/>
                </a:lnTo>
                <a:lnTo>
                  <a:pt x="4547458" y="3538077"/>
                </a:lnTo>
                <a:close/>
                <a:moveTo>
                  <a:pt x="4119881" y="3529194"/>
                </a:moveTo>
                <a:cubicBezTo>
                  <a:pt x="4117355" y="3529267"/>
                  <a:pt x="4115397" y="3530123"/>
                  <a:pt x="4114857" y="3531833"/>
                </a:cubicBezTo>
                <a:cubicBezTo>
                  <a:pt x="4121337" y="3533993"/>
                  <a:pt x="4117017" y="3545513"/>
                  <a:pt x="4114857" y="3552354"/>
                </a:cubicBezTo>
                <a:cubicBezTo>
                  <a:pt x="4123857" y="3554514"/>
                  <a:pt x="4130698" y="3552354"/>
                  <a:pt x="4135019" y="3547673"/>
                </a:cubicBezTo>
                <a:cubicBezTo>
                  <a:pt x="4138439" y="3539753"/>
                  <a:pt x="4133939" y="3534083"/>
                  <a:pt x="4128313" y="3531248"/>
                </a:cubicBezTo>
                <a:cubicBezTo>
                  <a:pt x="4125501" y="3529830"/>
                  <a:pt x="4122407" y="3529121"/>
                  <a:pt x="4119881" y="3529194"/>
                </a:cubicBezTo>
                <a:close/>
                <a:moveTo>
                  <a:pt x="4652146" y="3511662"/>
                </a:moveTo>
                <a:cubicBezTo>
                  <a:pt x="4649785" y="3512750"/>
                  <a:pt x="4649241" y="3514473"/>
                  <a:pt x="4649286" y="3516513"/>
                </a:cubicBezTo>
                <a:lnTo>
                  <a:pt x="4649335" y="3516996"/>
                </a:lnTo>
                <a:lnTo>
                  <a:pt x="4655723" y="3515986"/>
                </a:lnTo>
                <a:lnTo>
                  <a:pt x="4658476" y="3516600"/>
                </a:lnTo>
                <a:close/>
                <a:moveTo>
                  <a:pt x="4169222" y="3506631"/>
                </a:moveTo>
                <a:cubicBezTo>
                  <a:pt x="4160221" y="3511312"/>
                  <a:pt x="4148700" y="3509152"/>
                  <a:pt x="4144379" y="3518152"/>
                </a:cubicBezTo>
                <a:cubicBezTo>
                  <a:pt x="4164902" y="3520312"/>
                  <a:pt x="4141859" y="3545513"/>
                  <a:pt x="4171743" y="3545513"/>
                </a:cubicBezTo>
                <a:cubicBezTo>
                  <a:pt x="4187584" y="3529673"/>
                  <a:pt x="4171743" y="3518152"/>
                  <a:pt x="4169222" y="3506631"/>
                </a:cubicBezTo>
                <a:close/>
                <a:moveTo>
                  <a:pt x="4064811" y="3502311"/>
                </a:moveTo>
                <a:cubicBezTo>
                  <a:pt x="4048609" y="3495471"/>
                  <a:pt x="4046449" y="3540833"/>
                  <a:pt x="4064811" y="3533993"/>
                </a:cubicBezTo>
                <a:cubicBezTo>
                  <a:pt x="4066971" y="3513472"/>
                  <a:pt x="4053290" y="3518152"/>
                  <a:pt x="4064811" y="3502311"/>
                </a:cubicBezTo>
                <a:close/>
                <a:moveTo>
                  <a:pt x="4005405" y="3502311"/>
                </a:moveTo>
                <a:cubicBezTo>
                  <a:pt x="3978402" y="3502311"/>
                  <a:pt x="3996404" y="3522832"/>
                  <a:pt x="3987403" y="3531833"/>
                </a:cubicBezTo>
                <a:cubicBezTo>
                  <a:pt x="3978402" y="3529673"/>
                  <a:pt x="3987403" y="3513472"/>
                  <a:pt x="3975882" y="3515992"/>
                </a:cubicBezTo>
                <a:cubicBezTo>
                  <a:pt x="3969041" y="3536513"/>
                  <a:pt x="3984883" y="3536513"/>
                  <a:pt x="3998564" y="3538673"/>
                </a:cubicBezTo>
                <a:cubicBezTo>
                  <a:pt x="4005405" y="3515992"/>
                  <a:pt x="3996404" y="3518152"/>
                  <a:pt x="4005405" y="3502311"/>
                </a:cubicBezTo>
                <a:close/>
                <a:moveTo>
                  <a:pt x="4255631" y="3500151"/>
                </a:moveTo>
                <a:cubicBezTo>
                  <a:pt x="4262472" y="3513472"/>
                  <a:pt x="4248791" y="3518152"/>
                  <a:pt x="4258151" y="3527152"/>
                </a:cubicBezTo>
                <a:cubicBezTo>
                  <a:pt x="4269313" y="3524992"/>
                  <a:pt x="4267153" y="3527152"/>
                  <a:pt x="4271833" y="3511312"/>
                </a:cubicBezTo>
                <a:cubicBezTo>
                  <a:pt x="4271833" y="3527152"/>
                  <a:pt x="4296675" y="3518152"/>
                  <a:pt x="4298836" y="3531833"/>
                </a:cubicBezTo>
                <a:cubicBezTo>
                  <a:pt x="4301356" y="3504471"/>
                  <a:pt x="4276153" y="3506631"/>
                  <a:pt x="4255631" y="3500151"/>
                </a:cubicBezTo>
                <a:close/>
                <a:moveTo>
                  <a:pt x="4319358" y="3495471"/>
                </a:moveTo>
                <a:cubicBezTo>
                  <a:pt x="4324039" y="3511312"/>
                  <a:pt x="4324039" y="3522832"/>
                  <a:pt x="4326199" y="3527152"/>
                </a:cubicBezTo>
                <a:cubicBezTo>
                  <a:pt x="4335560" y="3506631"/>
                  <a:pt x="4326199" y="3543353"/>
                  <a:pt x="4335560" y="3538673"/>
                </a:cubicBezTo>
                <a:cubicBezTo>
                  <a:pt x="4335560" y="3524992"/>
                  <a:pt x="4344561" y="3522832"/>
                  <a:pt x="4342400" y="3506631"/>
                </a:cubicBezTo>
                <a:cubicBezTo>
                  <a:pt x="4348881" y="3513472"/>
                  <a:pt x="4362563" y="3511312"/>
                  <a:pt x="4360402" y="3495471"/>
                </a:cubicBezTo>
                <a:cubicBezTo>
                  <a:pt x="4335560" y="3502311"/>
                  <a:pt x="4335560" y="3515992"/>
                  <a:pt x="4319358" y="3495471"/>
                </a:cubicBezTo>
                <a:close/>
                <a:moveTo>
                  <a:pt x="4108016" y="3493311"/>
                </a:moveTo>
                <a:cubicBezTo>
                  <a:pt x="4098655" y="3493311"/>
                  <a:pt x="4080653" y="3513472"/>
                  <a:pt x="4089654" y="3520312"/>
                </a:cubicBezTo>
                <a:cubicBezTo>
                  <a:pt x="4094334" y="3511312"/>
                  <a:pt x="4108016" y="3513472"/>
                  <a:pt x="4108016" y="3493311"/>
                </a:cubicBezTo>
                <a:close/>
                <a:moveTo>
                  <a:pt x="4226028" y="3493131"/>
                </a:moveTo>
                <a:cubicBezTo>
                  <a:pt x="4231318" y="3492415"/>
                  <a:pt x="4235722" y="3493153"/>
                  <a:pt x="4237429" y="3496017"/>
                </a:cubicBezTo>
                <a:cubicBezTo>
                  <a:pt x="4228443" y="3504966"/>
                  <a:pt x="4207955" y="3502818"/>
                  <a:pt x="4203282" y="3520717"/>
                </a:cubicBezTo>
                <a:cubicBezTo>
                  <a:pt x="4186299" y="3510514"/>
                  <a:pt x="4210156" y="3495278"/>
                  <a:pt x="4226028" y="3493131"/>
                </a:cubicBezTo>
                <a:close/>
                <a:moveTo>
                  <a:pt x="4610629" y="3490791"/>
                </a:moveTo>
                <a:cubicBezTo>
                  <a:pt x="4585786" y="3490791"/>
                  <a:pt x="4596947" y="3520312"/>
                  <a:pt x="4615309" y="3515992"/>
                </a:cubicBezTo>
                <a:cubicBezTo>
                  <a:pt x="4617469" y="3504471"/>
                  <a:pt x="4606308" y="3506631"/>
                  <a:pt x="4610629" y="3490791"/>
                </a:cubicBezTo>
                <a:close/>
                <a:moveTo>
                  <a:pt x="4558423" y="3490791"/>
                </a:moveTo>
                <a:cubicBezTo>
                  <a:pt x="4553743" y="3504471"/>
                  <a:pt x="4549062" y="3515992"/>
                  <a:pt x="4540061" y="3524992"/>
                </a:cubicBezTo>
                <a:lnTo>
                  <a:pt x="4551013" y="3522763"/>
                </a:lnTo>
                <a:lnTo>
                  <a:pt x="4553171" y="3513467"/>
                </a:lnTo>
                <a:lnTo>
                  <a:pt x="4558709" y="3511752"/>
                </a:lnTo>
                <a:lnTo>
                  <a:pt x="4556983" y="3511638"/>
                </a:lnTo>
                <a:cubicBezTo>
                  <a:pt x="4555026" y="3510951"/>
                  <a:pt x="4553743" y="3509511"/>
                  <a:pt x="4553743" y="3506631"/>
                </a:cubicBezTo>
                <a:cubicBezTo>
                  <a:pt x="4558423" y="3509152"/>
                  <a:pt x="4569944" y="3490791"/>
                  <a:pt x="4558423" y="3490791"/>
                </a:cubicBezTo>
                <a:close/>
                <a:moveTo>
                  <a:pt x="4589481" y="3487163"/>
                </a:moveTo>
                <a:lnTo>
                  <a:pt x="4583479" y="3488767"/>
                </a:lnTo>
                <a:lnTo>
                  <a:pt x="4580284" y="3488574"/>
                </a:lnTo>
                <a:lnTo>
                  <a:pt x="4580284" y="3488580"/>
                </a:lnTo>
                <a:cubicBezTo>
                  <a:pt x="4579800" y="3491736"/>
                  <a:pt x="4578765" y="3494301"/>
                  <a:pt x="4576425" y="3495471"/>
                </a:cubicBezTo>
                <a:close/>
                <a:moveTo>
                  <a:pt x="4760064" y="3484562"/>
                </a:moveTo>
                <a:cubicBezTo>
                  <a:pt x="4771522" y="3484562"/>
                  <a:pt x="4778326" y="3491474"/>
                  <a:pt x="4794081" y="3484562"/>
                </a:cubicBezTo>
                <a:cubicBezTo>
                  <a:pt x="4796230" y="3510028"/>
                  <a:pt x="4766867" y="3510028"/>
                  <a:pt x="4748963" y="3519123"/>
                </a:cubicBezTo>
                <a:cubicBezTo>
                  <a:pt x="4755767" y="3510028"/>
                  <a:pt x="4755767" y="3496203"/>
                  <a:pt x="4760064" y="3484562"/>
                </a:cubicBezTo>
                <a:close/>
                <a:moveTo>
                  <a:pt x="4126018" y="3483950"/>
                </a:moveTo>
                <a:cubicBezTo>
                  <a:pt x="4114857" y="3495471"/>
                  <a:pt x="4112336" y="3504471"/>
                  <a:pt x="4121337" y="3515992"/>
                </a:cubicBezTo>
                <a:cubicBezTo>
                  <a:pt x="4130698" y="3513472"/>
                  <a:pt x="4141859" y="3515992"/>
                  <a:pt x="4141859" y="3502311"/>
                </a:cubicBezTo>
                <a:cubicBezTo>
                  <a:pt x="4137539" y="3500151"/>
                  <a:pt x="4128178" y="3502311"/>
                  <a:pt x="4128178" y="3495471"/>
                </a:cubicBezTo>
                <a:cubicBezTo>
                  <a:pt x="4137539" y="3495471"/>
                  <a:pt x="4130698" y="3486471"/>
                  <a:pt x="4126018" y="3483950"/>
                </a:cubicBezTo>
                <a:close/>
                <a:moveTo>
                  <a:pt x="5228024" y="3477656"/>
                </a:moveTo>
                <a:cubicBezTo>
                  <a:pt x="5223295" y="3486768"/>
                  <a:pt x="5204741" y="3500086"/>
                  <a:pt x="5193463" y="3495530"/>
                </a:cubicBezTo>
                <a:cubicBezTo>
                  <a:pt x="5198192" y="3486768"/>
                  <a:pt x="5216383" y="3473450"/>
                  <a:pt x="5228024" y="3477656"/>
                </a:cubicBezTo>
                <a:close/>
                <a:moveTo>
                  <a:pt x="4467333" y="3477110"/>
                </a:moveTo>
                <a:cubicBezTo>
                  <a:pt x="4472014" y="3486471"/>
                  <a:pt x="4451492" y="3495471"/>
                  <a:pt x="4465173" y="3497631"/>
                </a:cubicBezTo>
                <a:cubicBezTo>
                  <a:pt x="4467333" y="3490791"/>
                  <a:pt x="4472014" y="3488631"/>
                  <a:pt x="4476335" y="3486471"/>
                </a:cubicBezTo>
                <a:cubicBezTo>
                  <a:pt x="4481015" y="3486471"/>
                  <a:pt x="4481015" y="3493311"/>
                  <a:pt x="4490016" y="3490791"/>
                </a:cubicBezTo>
                <a:cubicBezTo>
                  <a:pt x="4490016" y="3474950"/>
                  <a:pt x="4478855" y="3474950"/>
                  <a:pt x="4467333" y="3477110"/>
                </a:cubicBezTo>
                <a:close/>
                <a:moveTo>
                  <a:pt x="4399286" y="3474950"/>
                </a:moveTo>
                <a:cubicBezTo>
                  <a:pt x="4385605" y="3470270"/>
                  <a:pt x="4387765" y="3490791"/>
                  <a:pt x="4371923" y="3483950"/>
                </a:cubicBezTo>
                <a:cubicBezTo>
                  <a:pt x="4371923" y="3504471"/>
                  <a:pt x="4362563" y="3509152"/>
                  <a:pt x="4362563" y="3527152"/>
                </a:cubicBezTo>
                <a:cubicBezTo>
                  <a:pt x="4385605" y="3527152"/>
                  <a:pt x="4367243" y="3509152"/>
                  <a:pt x="4383085" y="3500151"/>
                </a:cubicBezTo>
                <a:cubicBezTo>
                  <a:pt x="4383085" y="3513472"/>
                  <a:pt x="4374084" y="3511312"/>
                  <a:pt x="4380925" y="3520312"/>
                </a:cubicBezTo>
                <a:cubicBezTo>
                  <a:pt x="4410447" y="3520312"/>
                  <a:pt x="4385605" y="3486471"/>
                  <a:pt x="4399286" y="3474950"/>
                </a:cubicBezTo>
                <a:close/>
                <a:moveTo>
                  <a:pt x="4164423" y="3473111"/>
                </a:moveTo>
                <a:cubicBezTo>
                  <a:pt x="4163214" y="3472430"/>
                  <a:pt x="4161931" y="3472700"/>
                  <a:pt x="4160221" y="3474950"/>
                </a:cubicBezTo>
                <a:cubicBezTo>
                  <a:pt x="4171743" y="3483950"/>
                  <a:pt x="4139699" y="3486471"/>
                  <a:pt x="4155541" y="3506631"/>
                </a:cubicBezTo>
                <a:cubicBezTo>
                  <a:pt x="4160221" y="3490791"/>
                  <a:pt x="4180743" y="3497631"/>
                  <a:pt x="4182903" y="3477110"/>
                </a:cubicBezTo>
                <a:cubicBezTo>
                  <a:pt x="4171022" y="3485751"/>
                  <a:pt x="4168052" y="3475153"/>
                  <a:pt x="4164423" y="3473111"/>
                </a:cubicBezTo>
                <a:close/>
                <a:moveTo>
                  <a:pt x="4519113" y="3469494"/>
                </a:moveTo>
                <a:lnTo>
                  <a:pt x="4519342" y="3471153"/>
                </a:lnTo>
                <a:cubicBezTo>
                  <a:pt x="4521114" y="3480013"/>
                  <a:pt x="4520709" y="3474950"/>
                  <a:pt x="4503697" y="3474950"/>
                </a:cubicBezTo>
                <a:cubicBezTo>
                  <a:pt x="4506217" y="3488631"/>
                  <a:pt x="4519539" y="3515992"/>
                  <a:pt x="4535741" y="3497631"/>
                </a:cubicBezTo>
                <a:cubicBezTo>
                  <a:pt x="4528900" y="3497631"/>
                  <a:pt x="4528900" y="3483950"/>
                  <a:pt x="4535741" y="3481790"/>
                </a:cubicBezTo>
                <a:cubicBezTo>
                  <a:pt x="4537901" y="3489711"/>
                  <a:pt x="4542942" y="3490881"/>
                  <a:pt x="4548882" y="3489216"/>
                </a:cubicBezTo>
                <a:lnTo>
                  <a:pt x="4553503" y="3486827"/>
                </a:lnTo>
                <a:lnTo>
                  <a:pt x="4536338" y="3480358"/>
                </a:lnTo>
                <a:cubicBezTo>
                  <a:pt x="4530770" y="3477331"/>
                  <a:pt x="4525439" y="3473709"/>
                  <a:pt x="4520175" y="3470154"/>
                </a:cubicBezTo>
                <a:close/>
                <a:moveTo>
                  <a:pt x="4237629" y="3468110"/>
                </a:moveTo>
                <a:cubicBezTo>
                  <a:pt x="4228629" y="3495471"/>
                  <a:pt x="4196585" y="3483950"/>
                  <a:pt x="4182903" y="3502311"/>
                </a:cubicBezTo>
                <a:cubicBezTo>
                  <a:pt x="4191905" y="3511312"/>
                  <a:pt x="4182903" y="3531833"/>
                  <a:pt x="4196585" y="3536513"/>
                </a:cubicBezTo>
                <a:cubicBezTo>
                  <a:pt x="4201265" y="3515992"/>
                  <a:pt x="4223948" y="3522832"/>
                  <a:pt x="4232949" y="3511312"/>
                </a:cubicBezTo>
                <a:cubicBezTo>
                  <a:pt x="4235469" y="3518152"/>
                  <a:pt x="4235469" y="3522832"/>
                  <a:pt x="4228629" y="3531833"/>
                </a:cubicBezTo>
                <a:cubicBezTo>
                  <a:pt x="4248791" y="3531833"/>
                  <a:pt x="4248791" y="3504471"/>
                  <a:pt x="4258151" y="3490791"/>
                </a:cubicBezTo>
                <a:cubicBezTo>
                  <a:pt x="4244470" y="3488631"/>
                  <a:pt x="4246630" y="3472790"/>
                  <a:pt x="4237629" y="3468110"/>
                </a:cubicBezTo>
                <a:close/>
                <a:moveTo>
                  <a:pt x="4448769" y="3462794"/>
                </a:moveTo>
                <a:cubicBezTo>
                  <a:pt x="4443908" y="3462642"/>
                  <a:pt x="4438440" y="3469730"/>
                  <a:pt x="4426289" y="3468110"/>
                </a:cubicBezTo>
                <a:cubicBezTo>
                  <a:pt x="4417288" y="3479630"/>
                  <a:pt x="4426289" y="3474950"/>
                  <a:pt x="4424129" y="3488631"/>
                </a:cubicBezTo>
                <a:cubicBezTo>
                  <a:pt x="4419449" y="3488631"/>
                  <a:pt x="4417288" y="3481790"/>
                  <a:pt x="4412608" y="3479630"/>
                </a:cubicBezTo>
                <a:cubicBezTo>
                  <a:pt x="4410447" y="3486471"/>
                  <a:pt x="4406127" y="3488631"/>
                  <a:pt x="4406127" y="3500151"/>
                </a:cubicBezTo>
                <a:cubicBezTo>
                  <a:pt x="4424129" y="3493311"/>
                  <a:pt x="4430970" y="3502311"/>
                  <a:pt x="4451492" y="3493311"/>
                </a:cubicBezTo>
                <a:cubicBezTo>
                  <a:pt x="4446811" y="3472790"/>
                  <a:pt x="4444651" y="3486471"/>
                  <a:pt x="4453652" y="3465950"/>
                </a:cubicBezTo>
                <a:cubicBezTo>
                  <a:pt x="4451942" y="3463700"/>
                  <a:pt x="4450389" y="3462845"/>
                  <a:pt x="4448769" y="3462794"/>
                </a:cubicBezTo>
                <a:close/>
                <a:moveTo>
                  <a:pt x="4845390" y="3459697"/>
                </a:moveTo>
                <a:cubicBezTo>
                  <a:pt x="4856861" y="3464407"/>
                  <a:pt x="4843240" y="3473467"/>
                  <a:pt x="4852201" y="3482526"/>
                </a:cubicBezTo>
                <a:cubicBezTo>
                  <a:pt x="4863672" y="3480351"/>
                  <a:pt x="4863672" y="3480351"/>
                  <a:pt x="4863672" y="3480351"/>
                </a:cubicBezTo>
                <a:cubicBezTo>
                  <a:pt x="4867974" y="3477815"/>
                  <a:pt x="4865823" y="3470930"/>
                  <a:pt x="4865823" y="3464407"/>
                </a:cubicBezTo>
                <a:cubicBezTo>
                  <a:pt x="4893067" y="3459697"/>
                  <a:pt x="4867974" y="3484700"/>
                  <a:pt x="4870483" y="3501006"/>
                </a:cubicBezTo>
                <a:cubicBezTo>
                  <a:pt x="4856861" y="3487236"/>
                  <a:pt x="4838579" y="3519124"/>
                  <a:pt x="4822807" y="3516950"/>
                </a:cubicBezTo>
                <a:cubicBezTo>
                  <a:pt x="4809185" y="3512239"/>
                  <a:pt x="4818147" y="3496295"/>
                  <a:pt x="4804525" y="3482526"/>
                </a:cubicBezTo>
                <a:cubicBezTo>
                  <a:pt x="4822807" y="3494121"/>
                  <a:pt x="4813845" y="3482526"/>
                  <a:pt x="4836429" y="3475641"/>
                </a:cubicBezTo>
                <a:cubicBezTo>
                  <a:pt x="4836429" y="3470930"/>
                  <a:pt x="4831769" y="3473467"/>
                  <a:pt x="4827467" y="3473467"/>
                </a:cubicBezTo>
                <a:cubicBezTo>
                  <a:pt x="4827467" y="3452812"/>
                  <a:pt x="4843240" y="3473467"/>
                  <a:pt x="4845390" y="3459697"/>
                </a:cubicBezTo>
                <a:close/>
                <a:moveTo>
                  <a:pt x="4473929" y="3456325"/>
                </a:moveTo>
                <a:lnTo>
                  <a:pt x="4455724" y="3458104"/>
                </a:lnTo>
                <a:lnTo>
                  <a:pt x="4453652" y="3461269"/>
                </a:lnTo>
                <a:cubicBezTo>
                  <a:pt x="4462653" y="3463789"/>
                  <a:pt x="4460493" y="3474950"/>
                  <a:pt x="4476335" y="3470270"/>
                </a:cubicBezTo>
                <a:cubicBezTo>
                  <a:pt x="4477595" y="3465770"/>
                  <a:pt x="4476515" y="3462979"/>
                  <a:pt x="4475119" y="3460189"/>
                </a:cubicBezTo>
                <a:close/>
                <a:moveTo>
                  <a:pt x="4488050" y="3454945"/>
                </a:moveTo>
                <a:lnTo>
                  <a:pt x="4481267" y="3455608"/>
                </a:lnTo>
                <a:lnTo>
                  <a:pt x="4481251" y="3456904"/>
                </a:lnTo>
                <a:cubicBezTo>
                  <a:pt x="4482320" y="3462304"/>
                  <a:pt x="4484886" y="3466940"/>
                  <a:pt x="4490016" y="3470270"/>
                </a:cubicBezTo>
                <a:lnTo>
                  <a:pt x="4490944" y="3455901"/>
                </a:lnTo>
                <a:close/>
                <a:moveTo>
                  <a:pt x="4771866" y="3451814"/>
                </a:moveTo>
                <a:cubicBezTo>
                  <a:pt x="4774006" y="3465602"/>
                  <a:pt x="4774006" y="3465602"/>
                  <a:pt x="4774006" y="3465602"/>
                </a:cubicBezTo>
                <a:cubicBezTo>
                  <a:pt x="4760450" y="3467780"/>
                  <a:pt x="4758310" y="3458708"/>
                  <a:pt x="4753672" y="3474674"/>
                </a:cubicBezTo>
                <a:cubicBezTo>
                  <a:pt x="4751532" y="3474674"/>
                  <a:pt x="4749391" y="3469957"/>
                  <a:pt x="4744753" y="3472497"/>
                </a:cubicBezTo>
                <a:cubicBezTo>
                  <a:pt x="4742613" y="3463425"/>
                  <a:pt x="4749391" y="3460885"/>
                  <a:pt x="4749391" y="3453991"/>
                </a:cubicBezTo>
                <a:cubicBezTo>
                  <a:pt x="4753672" y="3453991"/>
                  <a:pt x="4751532" y="3460885"/>
                  <a:pt x="4753672" y="3465602"/>
                </a:cubicBezTo>
                <a:cubicBezTo>
                  <a:pt x="4762947" y="3463425"/>
                  <a:pt x="4758310" y="3449637"/>
                  <a:pt x="4771866" y="3451814"/>
                </a:cubicBezTo>
                <a:close/>
                <a:moveTo>
                  <a:pt x="4422635" y="3450793"/>
                </a:moveTo>
                <a:lnTo>
                  <a:pt x="4420945" y="3451505"/>
                </a:lnTo>
                <a:lnTo>
                  <a:pt x="4421969" y="3452269"/>
                </a:lnTo>
                <a:close/>
                <a:moveTo>
                  <a:pt x="4389447" y="3450421"/>
                </a:moveTo>
                <a:lnTo>
                  <a:pt x="4394606" y="3459109"/>
                </a:lnTo>
                <a:lnTo>
                  <a:pt x="4398986" y="3457608"/>
                </a:lnTo>
                <a:close/>
                <a:moveTo>
                  <a:pt x="5193107" y="3449637"/>
                </a:moveTo>
                <a:cubicBezTo>
                  <a:pt x="5181715" y="3472111"/>
                  <a:pt x="5161780" y="3463193"/>
                  <a:pt x="5145761" y="3481030"/>
                </a:cubicBezTo>
                <a:cubicBezTo>
                  <a:pt x="5134725" y="3458555"/>
                  <a:pt x="5181715" y="3449637"/>
                  <a:pt x="5193107" y="3449637"/>
                </a:cubicBezTo>
                <a:close/>
                <a:moveTo>
                  <a:pt x="4066026" y="3449434"/>
                </a:moveTo>
                <a:cubicBezTo>
                  <a:pt x="4063461" y="3449389"/>
                  <a:pt x="4061211" y="3449929"/>
                  <a:pt x="4060131" y="3452269"/>
                </a:cubicBezTo>
                <a:cubicBezTo>
                  <a:pt x="4071652" y="3459109"/>
                  <a:pt x="4051130" y="3465950"/>
                  <a:pt x="4055450" y="3479630"/>
                </a:cubicBezTo>
                <a:cubicBezTo>
                  <a:pt x="4071652" y="3483950"/>
                  <a:pt x="4064811" y="3454429"/>
                  <a:pt x="4078493" y="3454429"/>
                </a:cubicBezTo>
                <a:cubicBezTo>
                  <a:pt x="4075973" y="3454429"/>
                  <a:pt x="4073812" y="3452269"/>
                  <a:pt x="4073812" y="3450109"/>
                </a:cubicBezTo>
                <a:cubicBezTo>
                  <a:pt x="4071472" y="3450109"/>
                  <a:pt x="4068592" y="3449479"/>
                  <a:pt x="4066026" y="3449434"/>
                </a:cubicBezTo>
                <a:close/>
                <a:moveTo>
                  <a:pt x="5292556" y="3438525"/>
                </a:moveTo>
                <a:cubicBezTo>
                  <a:pt x="5294705" y="3452349"/>
                  <a:pt x="5272146" y="3473086"/>
                  <a:pt x="5258539" y="3468357"/>
                </a:cubicBezTo>
                <a:cubicBezTo>
                  <a:pt x="5247438" y="3450166"/>
                  <a:pt x="5283604" y="3450166"/>
                  <a:pt x="5292556" y="3438525"/>
                </a:cubicBezTo>
                <a:close/>
                <a:moveTo>
                  <a:pt x="4369674" y="3438464"/>
                </a:moveTo>
                <a:lnTo>
                  <a:pt x="4363208" y="3438725"/>
                </a:lnTo>
                <a:lnTo>
                  <a:pt x="4366928" y="3438768"/>
                </a:lnTo>
                <a:cubicBezTo>
                  <a:pt x="4370033" y="3440748"/>
                  <a:pt x="4371744" y="3444168"/>
                  <a:pt x="4374084" y="3447589"/>
                </a:cubicBezTo>
                <a:lnTo>
                  <a:pt x="4375838" y="3441541"/>
                </a:lnTo>
                <a:close/>
                <a:moveTo>
                  <a:pt x="4352276" y="3436255"/>
                </a:moveTo>
                <a:lnTo>
                  <a:pt x="4351401" y="3438588"/>
                </a:lnTo>
                <a:lnTo>
                  <a:pt x="4353529" y="3438613"/>
                </a:lnTo>
                <a:close/>
                <a:moveTo>
                  <a:pt x="4988317" y="3432175"/>
                </a:moveTo>
                <a:cubicBezTo>
                  <a:pt x="4984015" y="3438965"/>
                  <a:pt x="4958922" y="3454690"/>
                  <a:pt x="4956772" y="3447900"/>
                </a:cubicBezTo>
                <a:cubicBezTo>
                  <a:pt x="4949961" y="3452546"/>
                  <a:pt x="4949961" y="3459337"/>
                  <a:pt x="4949961" y="3470416"/>
                </a:cubicBezTo>
                <a:cubicBezTo>
                  <a:pt x="4931679" y="3452546"/>
                  <a:pt x="4922717" y="3500079"/>
                  <a:pt x="4888663" y="3490787"/>
                </a:cubicBezTo>
                <a:cubicBezTo>
                  <a:pt x="4890814" y="3483997"/>
                  <a:pt x="4893323" y="3475062"/>
                  <a:pt x="4888663" y="3463983"/>
                </a:cubicBezTo>
                <a:cubicBezTo>
                  <a:pt x="4922717" y="3436821"/>
                  <a:pt x="4945301" y="3445756"/>
                  <a:pt x="4988317" y="3432175"/>
                </a:cubicBezTo>
                <a:close/>
                <a:moveTo>
                  <a:pt x="4324573" y="3423091"/>
                </a:moveTo>
                <a:cubicBezTo>
                  <a:pt x="4323431" y="3422140"/>
                  <a:pt x="4321158" y="3423108"/>
                  <a:pt x="4317198" y="3427068"/>
                </a:cubicBezTo>
                <a:cubicBezTo>
                  <a:pt x="4321878" y="3429588"/>
                  <a:pt x="4321878" y="3431748"/>
                  <a:pt x="4321878" y="3438588"/>
                </a:cubicBezTo>
                <a:cubicBezTo>
                  <a:pt x="4312517" y="3436428"/>
                  <a:pt x="4310357" y="3443268"/>
                  <a:pt x="4303516" y="3443268"/>
                </a:cubicBezTo>
                <a:cubicBezTo>
                  <a:pt x="4301356" y="3438588"/>
                  <a:pt x="4303516" y="3433908"/>
                  <a:pt x="4298836" y="3431748"/>
                </a:cubicBezTo>
                <a:cubicBezTo>
                  <a:pt x="4289835" y="3443268"/>
                  <a:pt x="4298836" y="3438588"/>
                  <a:pt x="4296675" y="3454429"/>
                </a:cubicBezTo>
                <a:cubicBezTo>
                  <a:pt x="4296675" y="3454429"/>
                  <a:pt x="4296675" y="3454429"/>
                  <a:pt x="4319358" y="3454429"/>
                </a:cubicBezTo>
                <a:cubicBezTo>
                  <a:pt x="4321248" y="3446058"/>
                  <a:pt x="4327999" y="3425942"/>
                  <a:pt x="4324573" y="3423091"/>
                </a:cubicBezTo>
                <a:close/>
                <a:moveTo>
                  <a:pt x="4185064" y="3418067"/>
                </a:moveTo>
                <a:cubicBezTo>
                  <a:pt x="4155541" y="3420227"/>
                  <a:pt x="4187584" y="3443268"/>
                  <a:pt x="4167062" y="3454429"/>
                </a:cubicBezTo>
                <a:cubicBezTo>
                  <a:pt x="4169222" y="3456949"/>
                  <a:pt x="4171743" y="3459109"/>
                  <a:pt x="4169222" y="3465950"/>
                </a:cubicBezTo>
                <a:cubicBezTo>
                  <a:pt x="4182903" y="3461269"/>
                  <a:pt x="4201265" y="3433908"/>
                  <a:pt x="4194425" y="3424908"/>
                </a:cubicBezTo>
                <a:cubicBezTo>
                  <a:pt x="4189744" y="3443268"/>
                  <a:pt x="4171743" y="3431748"/>
                  <a:pt x="4185064" y="3418067"/>
                </a:cubicBezTo>
                <a:close/>
                <a:moveTo>
                  <a:pt x="4519539" y="3415907"/>
                </a:moveTo>
                <a:lnTo>
                  <a:pt x="4518731" y="3417383"/>
                </a:lnTo>
                <a:lnTo>
                  <a:pt x="4531243" y="3416426"/>
                </a:lnTo>
                <a:cubicBezTo>
                  <a:pt x="4531243" y="3416426"/>
                  <a:pt x="4531243" y="3416426"/>
                  <a:pt x="4530973" y="3418406"/>
                </a:cubicBezTo>
                <a:lnTo>
                  <a:pt x="4529869" y="3426499"/>
                </a:lnTo>
                <a:lnTo>
                  <a:pt x="4539071" y="3428373"/>
                </a:lnTo>
                <a:cubicBezTo>
                  <a:pt x="4543571" y="3429498"/>
                  <a:pt x="4546902" y="3428328"/>
                  <a:pt x="4549062" y="3418067"/>
                </a:cubicBezTo>
                <a:cubicBezTo>
                  <a:pt x="4533221" y="3415907"/>
                  <a:pt x="4537901" y="3415907"/>
                  <a:pt x="4519539" y="3415907"/>
                </a:cubicBezTo>
                <a:close/>
                <a:moveTo>
                  <a:pt x="518836" y="3413832"/>
                </a:moveTo>
                <a:cubicBezTo>
                  <a:pt x="507315" y="3411673"/>
                  <a:pt x="502635" y="3416352"/>
                  <a:pt x="493634" y="3420671"/>
                </a:cubicBezTo>
                <a:cubicBezTo>
                  <a:pt x="502635" y="3420671"/>
                  <a:pt x="500474" y="3427510"/>
                  <a:pt x="511996" y="3425351"/>
                </a:cubicBezTo>
                <a:cubicBezTo>
                  <a:pt x="514156" y="3420671"/>
                  <a:pt x="518836" y="3420671"/>
                  <a:pt x="518836" y="3413832"/>
                </a:cubicBezTo>
                <a:close/>
                <a:moveTo>
                  <a:pt x="5203774" y="3413125"/>
                </a:moveTo>
                <a:cubicBezTo>
                  <a:pt x="5210567" y="3433661"/>
                  <a:pt x="5210567" y="3433661"/>
                  <a:pt x="5210567" y="3433661"/>
                </a:cubicBezTo>
                <a:cubicBezTo>
                  <a:pt x="5170165" y="3438345"/>
                  <a:pt x="5170165" y="3458881"/>
                  <a:pt x="5131550" y="3463564"/>
                </a:cubicBezTo>
                <a:cubicBezTo>
                  <a:pt x="5142991" y="3426816"/>
                  <a:pt x="5185897" y="3445190"/>
                  <a:pt x="5203774" y="3413125"/>
                </a:cubicBezTo>
                <a:close/>
                <a:moveTo>
                  <a:pt x="5395854" y="3409228"/>
                </a:moveTo>
                <a:cubicBezTo>
                  <a:pt x="5402655" y="3420093"/>
                  <a:pt x="5384757" y="3426752"/>
                  <a:pt x="5371154" y="3433411"/>
                </a:cubicBezTo>
                <a:cubicBezTo>
                  <a:pt x="5366500" y="3420093"/>
                  <a:pt x="5386904" y="3406775"/>
                  <a:pt x="5395854" y="3409228"/>
                </a:cubicBezTo>
                <a:close/>
                <a:moveTo>
                  <a:pt x="5344314" y="3408962"/>
                </a:moveTo>
                <a:cubicBezTo>
                  <a:pt x="5347913" y="3410614"/>
                  <a:pt x="5350802" y="3414907"/>
                  <a:pt x="5351860" y="3422910"/>
                </a:cubicBezTo>
                <a:cubicBezTo>
                  <a:pt x="5343041" y="3427226"/>
                  <a:pt x="5331752" y="3431901"/>
                  <a:pt x="5322932" y="3436577"/>
                </a:cubicBezTo>
                <a:cubicBezTo>
                  <a:pt x="5316318" y="3422820"/>
                  <a:pt x="5333516" y="3404005"/>
                  <a:pt x="5344314" y="3408962"/>
                </a:cubicBezTo>
                <a:close/>
                <a:moveTo>
                  <a:pt x="4861312" y="3406775"/>
                </a:moveTo>
                <a:cubicBezTo>
                  <a:pt x="4861312" y="3427056"/>
                  <a:pt x="4850064" y="3420296"/>
                  <a:pt x="4836275" y="3422786"/>
                </a:cubicBezTo>
                <a:cubicBezTo>
                  <a:pt x="4840629" y="3416026"/>
                  <a:pt x="4850064" y="3409265"/>
                  <a:pt x="4861312" y="3406775"/>
                </a:cubicBezTo>
                <a:close/>
                <a:moveTo>
                  <a:pt x="4483175" y="3402227"/>
                </a:moveTo>
                <a:cubicBezTo>
                  <a:pt x="4484885" y="3407357"/>
                  <a:pt x="4484885" y="3413342"/>
                  <a:pt x="4484244" y="3419643"/>
                </a:cubicBezTo>
                <a:lnTo>
                  <a:pt x="4484233" y="3419718"/>
                </a:lnTo>
                <a:lnTo>
                  <a:pt x="4485344" y="3419936"/>
                </a:lnTo>
                <a:lnTo>
                  <a:pt x="4503021" y="3418584"/>
                </a:lnTo>
                <a:lnTo>
                  <a:pt x="4506217" y="3415907"/>
                </a:lnTo>
                <a:cubicBezTo>
                  <a:pt x="4499377" y="3415907"/>
                  <a:pt x="4501537" y="3411227"/>
                  <a:pt x="4506217" y="3406547"/>
                </a:cubicBezTo>
                <a:cubicBezTo>
                  <a:pt x="4496857" y="3404387"/>
                  <a:pt x="4494696" y="3411227"/>
                  <a:pt x="4487855" y="3411227"/>
                </a:cubicBezTo>
                <a:cubicBezTo>
                  <a:pt x="4485695" y="3409067"/>
                  <a:pt x="4487855" y="3402227"/>
                  <a:pt x="4483175" y="3402227"/>
                </a:cubicBezTo>
                <a:close/>
                <a:moveTo>
                  <a:pt x="5456641" y="3390900"/>
                </a:moveTo>
                <a:cubicBezTo>
                  <a:pt x="5467742" y="3409243"/>
                  <a:pt x="5467742" y="3409243"/>
                  <a:pt x="5467742" y="3409243"/>
                </a:cubicBezTo>
                <a:cubicBezTo>
                  <a:pt x="5445183" y="3416076"/>
                  <a:pt x="5434082" y="3436577"/>
                  <a:pt x="5422623" y="3434059"/>
                </a:cubicBezTo>
                <a:cubicBezTo>
                  <a:pt x="5420475" y="3418234"/>
                  <a:pt x="5440886" y="3404567"/>
                  <a:pt x="5456641" y="3390900"/>
                </a:cubicBezTo>
                <a:close/>
                <a:moveTo>
                  <a:pt x="5155701" y="3387620"/>
                </a:moveTo>
                <a:cubicBezTo>
                  <a:pt x="5160139" y="3386402"/>
                  <a:pt x="5164037" y="3386402"/>
                  <a:pt x="5166799" y="3388078"/>
                </a:cubicBezTo>
                <a:cubicBezTo>
                  <a:pt x="5169294" y="3408186"/>
                  <a:pt x="5135438" y="3408186"/>
                  <a:pt x="5117263" y="3419122"/>
                </a:cubicBezTo>
                <a:cubicBezTo>
                  <a:pt x="5124213" y="3405893"/>
                  <a:pt x="5142387" y="3391275"/>
                  <a:pt x="5155701" y="3387620"/>
                </a:cubicBezTo>
                <a:close/>
                <a:moveTo>
                  <a:pt x="4553743" y="3386386"/>
                </a:moveTo>
                <a:cubicBezTo>
                  <a:pt x="4551582" y="3406547"/>
                  <a:pt x="4567424" y="3422748"/>
                  <a:pt x="4576425" y="3411227"/>
                </a:cubicBezTo>
                <a:cubicBezTo>
                  <a:pt x="4572105" y="3397546"/>
                  <a:pt x="4565264" y="3390706"/>
                  <a:pt x="4553743" y="3386386"/>
                </a:cubicBezTo>
                <a:close/>
                <a:moveTo>
                  <a:pt x="4836335" y="3386137"/>
                </a:moveTo>
                <a:cubicBezTo>
                  <a:pt x="4840676" y="3404078"/>
                  <a:pt x="4779169" y="3438166"/>
                  <a:pt x="4763250" y="3404078"/>
                </a:cubicBezTo>
                <a:cubicBezTo>
                  <a:pt x="4770124" y="3386137"/>
                  <a:pt x="4783511" y="3422378"/>
                  <a:pt x="4781340" y="3397260"/>
                </a:cubicBezTo>
                <a:cubicBezTo>
                  <a:pt x="4788215" y="3401925"/>
                  <a:pt x="4806667" y="3395107"/>
                  <a:pt x="4795089" y="3410895"/>
                </a:cubicBezTo>
                <a:cubicBezTo>
                  <a:pt x="4813541" y="3399772"/>
                  <a:pt x="4822586" y="3390443"/>
                  <a:pt x="4836335" y="3386137"/>
                </a:cubicBezTo>
                <a:close/>
                <a:moveTo>
                  <a:pt x="5475584" y="3385887"/>
                </a:moveTo>
                <a:lnTo>
                  <a:pt x="5476023" y="3385908"/>
                </a:lnTo>
                <a:lnTo>
                  <a:pt x="5473407" y="3394764"/>
                </a:lnTo>
                <a:cubicBezTo>
                  <a:pt x="5471230" y="3390148"/>
                  <a:pt x="5471230" y="3388017"/>
                  <a:pt x="5475584" y="3385887"/>
                </a:cubicBezTo>
                <a:close/>
                <a:moveTo>
                  <a:pt x="5089913" y="3357562"/>
                </a:moveTo>
                <a:cubicBezTo>
                  <a:pt x="5089913" y="3380196"/>
                  <a:pt x="5067091" y="3391334"/>
                  <a:pt x="5060208" y="3409657"/>
                </a:cubicBezTo>
                <a:cubicBezTo>
                  <a:pt x="5030504" y="3411813"/>
                  <a:pt x="5009856" y="3425465"/>
                  <a:pt x="4984861" y="3411813"/>
                </a:cubicBezTo>
                <a:cubicBezTo>
                  <a:pt x="4982325" y="3398160"/>
                  <a:pt x="4982325" y="3398160"/>
                  <a:pt x="4982325" y="3398160"/>
                </a:cubicBezTo>
                <a:cubicBezTo>
                  <a:pt x="5016739" y="3373370"/>
                  <a:pt x="5058035" y="3382352"/>
                  <a:pt x="5089913" y="3357562"/>
                </a:cubicBezTo>
                <a:close/>
                <a:moveTo>
                  <a:pt x="5320102" y="3352800"/>
                </a:moveTo>
                <a:cubicBezTo>
                  <a:pt x="5297389" y="3398068"/>
                  <a:pt x="5265302" y="3391242"/>
                  <a:pt x="5228888" y="3420702"/>
                </a:cubicBezTo>
                <a:cubicBezTo>
                  <a:pt x="5222038" y="3404894"/>
                  <a:pt x="5222038" y="3404894"/>
                  <a:pt x="5222038" y="3404894"/>
                </a:cubicBezTo>
                <a:cubicBezTo>
                  <a:pt x="5265302" y="3386931"/>
                  <a:pt x="5292702" y="3361782"/>
                  <a:pt x="5320102" y="3352800"/>
                </a:cubicBezTo>
                <a:close/>
                <a:moveTo>
                  <a:pt x="4166262" y="3350709"/>
                </a:moveTo>
                <a:lnTo>
                  <a:pt x="4156354" y="3351203"/>
                </a:lnTo>
                <a:lnTo>
                  <a:pt x="4148557" y="3357644"/>
                </a:lnTo>
                <a:cubicBezTo>
                  <a:pt x="4145012" y="3358768"/>
                  <a:pt x="4140974" y="3358746"/>
                  <a:pt x="4137688" y="3357295"/>
                </a:cubicBezTo>
                <a:lnTo>
                  <a:pt x="4134132" y="3352311"/>
                </a:lnTo>
                <a:lnTo>
                  <a:pt x="4111866" y="3353420"/>
                </a:lnTo>
                <a:lnTo>
                  <a:pt x="4110311" y="3357157"/>
                </a:lnTo>
                <a:cubicBezTo>
                  <a:pt x="4108376" y="3362602"/>
                  <a:pt x="4106215" y="3369105"/>
                  <a:pt x="4103335" y="3377025"/>
                </a:cubicBezTo>
                <a:cubicBezTo>
                  <a:pt x="4123857" y="3370185"/>
                  <a:pt x="4117017" y="3368025"/>
                  <a:pt x="4130698" y="3379545"/>
                </a:cubicBezTo>
                <a:cubicBezTo>
                  <a:pt x="4135019" y="3379545"/>
                  <a:pt x="4135019" y="3370185"/>
                  <a:pt x="4137539" y="3363705"/>
                </a:cubicBezTo>
                <a:cubicBezTo>
                  <a:pt x="4143209" y="3367665"/>
                  <a:pt x="4148880" y="3369645"/>
                  <a:pt x="4154730" y="3370281"/>
                </a:cubicBezTo>
                <a:lnTo>
                  <a:pt x="4172256" y="3368851"/>
                </a:lnTo>
                <a:lnTo>
                  <a:pt x="4171616" y="3364317"/>
                </a:lnTo>
                <a:lnTo>
                  <a:pt x="4170174" y="3354931"/>
                </a:lnTo>
                <a:lnTo>
                  <a:pt x="4165217" y="3354532"/>
                </a:lnTo>
                <a:close/>
                <a:moveTo>
                  <a:pt x="5542350" y="3350022"/>
                </a:moveTo>
                <a:cubicBezTo>
                  <a:pt x="5528471" y="3360142"/>
                  <a:pt x="5513367" y="3381448"/>
                  <a:pt x="5495048" y="3386824"/>
                </a:cubicBezTo>
                <a:lnTo>
                  <a:pt x="5476023" y="3385908"/>
                </a:lnTo>
                <a:lnTo>
                  <a:pt x="5477699" y="3380233"/>
                </a:lnTo>
                <a:cubicBezTo>
                  <a:pt x="5490167" y="3363871"/>
                  <a:pt x="5523300" y="3344962"/>
                  <a:pt x="5542350" y="3350022"/>
                </a:cubicBezTo>
                <a:close/>
                <a:moveTo>
                  <a:pt x="5220150" y="3349625"/>
                </a:moveTo>
                <a:cubicBezTo>
                  <a:pt x="5222307" y="3349625"/>
                  <a:pt x="5224464" y="3353920"/>
                  <a:pt x="5229136" y="3351773"/>
                </a:cubicBezTo>
                <a:cubicBezTo>
                  <a:pt x="5231293" y="3356426"/>
                  <a:pt x="5233809" y="3353920"/>
                  <a:pt x="5235966" y="3353920"/>
                </a:cubicBezTo>
                <a:cubicBezTo>
                  <a:pt x="5226980" y="3365375"/>
                  <a:pt x="5203976" y="3385779"/>
                  <a:pt x="5186004" y="3381125"/>
                </a:cubicBezTo>
                <a:cubicBezTo>
                  <a:pt x="5179175" y="3358574"/>
                  <a:pt x="5226980" y="3378978"/>
                  <a:pt x="5220150" y="3349625"/>
                </a:cubicBezTo>
                <a:close/>
                <a:moveTo>
                  <a:pt x="486793" y="3347962"/>
                </a:moveTo>
                <a:cubicBezTo>
                  <a:pt x="482472" y="3350482"/>
                  <a:pt x="482472" y="3359480"/>
                  <a:pt x="475632" y="3361640"/>
                </a:cubicBezTo>
                <a:cubicBezTo>
                  <a:pt x="493634" y="3361640"/>
                  <a:pt x="484633" y="3377478"/>
                  <a:pt x="486793" y="3386836"/>
                </a:cubicBezTo>
                <a:cubicBezTo>
                  <a:pt x="511996" y="3397995"/>
                  <a:pt x="511996" y="3400514"/>
                  <a:pt x="546199" y="3402674"/>
                </a:cubicBezTo>
                <a:cubicBezTo>
                  <a:pt x="553040" y="3395835"/>
                  <a:pt x="562041" y="3393675"/>
                  <a:pt x="562041" y="3382157"/>
                </a:cubicBezTo>
                <a:cubicBezTo>
                  <a:pt x="548359" y="3366319"/>
                  <a:pt x="536838" y="3375318"/>
                  <a:pt x="507315" y="3370639"/>
                </a:cubicBezTo>
                <a:cubicBezTo>
                  <a:pt x="500474" y="3361640"/>
                  <a:pt x="507315" y="3347962"/>
                  <a:pt x="486793" y="3347962"/>
                </a:cubicBezTo>
                <a:close/>
                <a:moveTo>
                  <a:pt x="4034470" y="3347780"/>
                </a:moveTo>
                <a:lnTo>
                  <a:pt x="4034073" y="3349889"/>
                </a:lnTo>
                <a:cubicBezTo>
                  <a:pt x="4033218" y="3354434"/>
                  <a:pt x="4031508" y="3363525"/>
                  <a:pt x="4028087" y="3381706"/>
                </a:cubicBezTo>
                <a:cubicBezTo>
                  <a:pt x="4028087" y="3390706"/>
                  <a:pt x="4044289" y="3377025"/>
                  <a:pt x="4055450" y="3383866"/>
                </a:cubicBezTo>
                <a:cubicBezTo>
                  <a:pt x="4057971" y="3365865"/>
                  <a:pt x="4048609" y="3356864"/>
                  <a:pt x="4069132" y="3356864"/>
                </a:cubicBezTo>
                <a:cubicBezTo>
                  <a:pt x="4064811" y="3370185"/>
                  <a:pt x="4057971" y="3372705"/>
                  <a:pt x="4069132" y="3379545"/>
                </a:cubicBezTo>
                <a:cubicBezTo>
                  <a:pt x="4080653" y="3374865"/>
                  <a:pt x="4091814" y="3365865"/>
                  <a:pt x="4103335" y="3361185"/>
                </a:cubicBezTo>
                <a:cubicBezTo>
                  <a:pt x="4101085" y="3360645"/>
                  <a:pt x="4098677" y="3358664"/>
                  <a:pt x="4096686" y="3356105"/>
                </a:cubicBezTo>
                <a:lnTo>
                  <a:pt x="4095682" y="3354037"/>
                </a:lnTo>
                <a:close/>
                <a:moveTo>
                  <a:pt x="3947979" y="3339194"/>
                </a:moveTo>
                <a:lnTo>
                  <a:pt x="3953200" y="3370185"/>
                </a:lnTo>
                <a:cubicBezTo>
                  <a:pt x="3962201" y="3368025"/>
                  <a:pt x="3964361" y="3354344"/>
                  <a:pt x="3971202" y="3365865"/>
                </a:cubicBezTo>
                <a:cubicBezTo>
                  <a:pt x="3969041" y="3374865"/>
                  <a:pt x="3964361" y="3377025"/>
                  <a:pt x="3962201" y="3386386"/>
                </a:cubicBezTo>
                <a:cubicBezTo>
                  <a:pt x="3984883" y="3390706"/>
                  <a:pt x="3964361" y="3354344"/>
                  <a:pt x="3994244" y="3361185"/>
                </a:cubicBezTo>
                <a:cubicBezTo>
                  <a:pt x="3989563" y="3372705"/>
                  <a:pt x="3980563" y="3377025"/>
                  <a:pt x="3978402" y="3393226"/>
                </a:cubicBezTo>
                <a:cubicBezTo>
                  <a:pt x="4002165" y="3375945"/>
                  <a:pt x="4008106" y="3365347"/>
                  <a:pt x="4020071" y="3355357"/>
                </a:cubicBezTo>
                <a:lnTo>
                  <a:pt x="4031729" y="3347500"/>
                </a:lnTo>
                <a:lnTo>
                  <a:pt x="4030294" y="3347353"/>
                </a:lnTo>
                <a:lnTo>
                  <a:pt x="3998480" y="3343334"/>
                </a:lnTo>
                <a:lnTo>
                  <a:pt x="3997101" y="3344505"/>
                </a:lnTo>
                <a:lnTo>
                  <a:pt x="3996352" y="3343065"/>
                </a:lnTo>
                <a:lnTo>
                  <a:pt x="3966224" y="3339259"/>
                </a:lnTo>
                <a:close/>
                <a:moveTo>
                  <a:pt x="3926085" y="3339117"/>
                </a:moveTo>
                <a:lnTo>
                  <a:pt x="3927277" y="3352454"/>
                </a:lnTo>
                <a:cubicBezTo>
                  <a:pt x="3928718" y="3357314"/>
                  <a:pt x="3931598" y="3361364"/>
                  <a:pt x="3937358" y="3363705"/>
                </a:cubicBezTo>
                <a:cubicBezTo>
                  <a:pt x="3937358" y="3363705"/>
                  <a:pt x="3937358" y="3363705"/>
                  <a:pt x="3941678" y="3340664"/>
                </a:cubicBezTo>
                <a:lnTo>
                  <a:pt x="3936137" y="3339152"/>
                </a:lnTo>
                <a:close/>
                <a:moveTo>
                  <a:pt x="3916700" y="3339083"/>
                </a:moveTo>
                <a:lnTo>
                  <a:pt x="3913776" y="3351554"/>
                </a:lnTo>
                <a:cubicBezTo>
                  <a:pt x="3912336" y="3354974"/>
                  <a:pt x="3909995" y="3356684"/>
                  <a:pt x="3905315" y="3354344"/>
                </a:cubicBezTo>
                <a:cubicBezTo>
                  <a:pt x="3905315" y="3350024"/>
                  <a:pt x="3909995" y="3347504"/>
                  <a:pt x="3909995" y="3345344"/>
                </a:cubicBezTo>
                <a:cubicBezTo>
                  <a:pt x="3905675" y="3347099"/>
                  <a:pt x="3902671" y="3344956"/>
                  <a:pt x="3900243" y="3342445"/>
                </a:cubicBezTo>
                <a:lnTo>
                  <a:pt x="3896854" y="3339701"/>
                </a:lnTo>
                <a:lnTo>
                  <a:pt x="3891531" y="3340497"/>
                </a:lnTo>
                <a:lnTo>
                  <a:pt x="3889473" y="3343184"/>
                </a:lnTo>
                <a:cubicBezTo>
                  <a:pt x="3894153" y="3343184"/>
                  <a:pt x="3894153" y="3352184"/>
                  <a:pt x="3891633" y="3359024"/>
                </a:cubicBezTo>
                <a:cubicBezTo>
                  <a:pt x="3903154" y="3359024"/>
                  <a:pt x="3916836" y="3359024"/>
                  <a:pt x="3918996" y="3365865"/>
                </a:cubicBezTo>
                <a:cubicBezTo>
                  <a:pt x="3924757" y="3361364"/>
                  <a:pt x="3924757" y="3356774"/>
                  <a:pt x="3923047" y="3352184"/>
                </a:cubicBezTo>
                <a:lnTo>
                  <a:pt x="3917100" y="3339085"/>
                </a:lnTo>
                <a:close/>
                <a:moveTo>
                  <a:pt x="5460913" y="3328987"/>
                </a:moveTo>
                <a:cubicBezTo>
                  <a:pt x="5456249" y="3347118"/>
                  <a:pt x="5472037" y="3344942"/>
                  <a:pt x="5478854" y="3360898"/>
                </a:cubicBezTo>
                <a:cubicBezTo>
                  <a:pt x="5472037" y="3367788"/>
                  <a:pt x="5472037" y="3376854"/>
                  <a:pt x="5460913" y="3383744"/>
                </a:cubicBezTo>
                <a:cubicBezTo>
                  <a:pt x="5449431" y="3381568"/>
                  <a:pt x="5444766" y="3365612"/>
                  <a:pt x="5435796" y="3363437"/>
                </a:cubicBezTo>
                <a:cubicBezTo>
                  <a:pt x="5406373" y="3381568"/>
                  <a:pt x="5404220" y="3400062"/>
                  <a:pt x="5374438" y="3390634"/>
                </a:cubicBezTo>
                <a:cubicBezTo>
                  <a:pt x="5404220" y="3360898"/>
                  <a:pt x="5428978" y="3358722"/>
                  <a:pt x="5460913" y="3328987"/>
                </a:cubicBezTo>
                <a:close/>
                <a:moveTo>
                  <a:pt x="4539656" y="3328918"/>
                </a:moveTo>
                <a:cubicBezTo>
                  <a:pt x="4532230" y="3331753"/>
                  <a:pt x="4527640" y="3337424"/>
                  <a:pt x="4533221" y="3345344"/>
                </a:cubicBezTo>
                <a:cubicBezTo>
                  <a:pt x="4537901" y="3333823"/>
                  <a:pt x="4549062" y="3356864"/>
                  <a:pt x="4558423" y="3354344"/>
                </a:cubicBezTo>
                <a:cubicBezTo>
                  <a:pt x="4553743" y="3338504"/>
                  <a:pt x="4555903" y="3340664"/>
                  <a:pt x="4563103" y="3329503"/>
                </a:cubicBezTo>
                <a:cubicBezTo>
                  <a:pt x="4557342" y="3326083"/>
                  <a:pt x="4547081" y="3326083"/>
                  <a:pt x="4539656" y="3328918"/>
                </a:cubicBezTo>
                <a:close/>
                <a:moveTo>
                  <a:pt x="4766807" y="3327850"/>
                </a:moveTo>
                <a:cubicBezTo>
                  <a:pt x="4768867" y="3328683"/>
                  <a:pt x="4771798" y="3330348"/>
                  <a:pt x="4778759" y="3329296"/>
                </a:cubicBezTo>
                <a:cubicBezTo>
                  <a:pt x="4778759" y="3338058"/>
                  <a:pt x="4778759" y="3338058"/>
                  <a:pt x="4778759" y="3338058"/>
                </a:cubicBezTo>
                <a:cubicBezTo>
                  <a:pt x="4767036" y="3340161"/>
                  <a:pt x="4771798" y="3349274"/>
                  <a:pt x="4760075" y="3342615"/>
                </a:cubicBezTo>
                <a:cubicBezTo>
                  <a:pt x="4760075" y="3331399"/>
                  <a:pt x="4760075" y="3331399"/>
                  <a:pt x="4760075" y="3331399"/>
                </a:cubicBezTo>
                <a:cubicBezTo>
                  <a:pt x="4763556" y="3327018"/>
                  <a:pt x="4764746" y="3327018"/>
                  <a:pt x="4766807" y="3327850"/>
                </a:cubicBezTo>
                <a:close/>
                <a:moveTo>
                  <a:pt x="4637991" y="3324823"/>
                </a:moveTo>
                <a:cubicBezTo>
                  <a:pt x="4635831" y="3333823"/>
                  <a:pt x="4642672" y="3336343"/>
                  <a:pt x="4642672" y="3345344"/>
                </a:cubicBezTo>
                <a:cubicBezTo>
                  <a:pt x="4653833" y="3345344"/>
                  <a:pt x="4660674" y="3340664"/>
                  <a:pt x="4663194" y="3331663"/>
                </a:cubicBezTo>
                <a:cubicBezTo>
                  <a:pt x="4658513" y="3320143"/>
                  <a:pt x="4646992" y="3345344"/>
                  <a:pt x="4642672" y="3329503"/>
                </a:cubicBezTo>
                <a:cubicBezTo>
                  <a:pt x="4646992" y="3329503"/>
                  <a:pt x="4644832" y="3322663"/>
                  <a:pt x="4637991" y="3324823"/>
                </a:cubicBezTo>
                <a:close/>
                <a:moveTo>
                  <a:pt x="5524897" y="3324817"/>
                </a:moveTo>
                <a:cubicBezTo>
                  <a:pt x="5520311" y="3336446"/>
                  <a:pt x="5506906" y="3352436"/>
                  <a:pt x="5493500" y="3350256"/>
                </a:cubicBezTo>
                <a:cubicBezTo>
                  <a:pt x="5498086" y="3340807"/>
                  <a:pt x="5513608" y="3322637"/>
                  <a:pt x="5524897" y="3324817"/>
                </a:cubicBezTo>
                <a:close/>
                <a:moveTo>
                  <a:pt x="4484076" y="3316633"/>
                </a:moveTo>
                <a:cubicBezTo>
                  <a:pt x="4477505" y="3316363"/>
                  <a:pt x="4471834" y="3319243"/>
                  <a:pt x="4474174" y="3329503"/>
                </a:cubicBezTo>
                <a:cubicBezTo>
                  <a:pt x="4478855" y="3331663"/>
                  <a:pt x="4494696" y="3322663"/>
                  <a:pt x="4494696" y="3333823"/>
                </a:cubicBezTo>
                <a:cubicBezTo>
                  <a:pt x="4485695" y="3333823"/>
                  <a:pt x="4487855" y="3347504"/>
                  <a:pt x="4476335" y="3345344"/>
                </a:cubicBezTo>
                <a:cubicBezTo>
                  <a:pt x="4467333" y="3340664"/>
                  <a:pt x="4448971" y="3343184"/>
                  <a:pt x="4446811" y="3340664"/>
                </a:cubicBezTo>
                <a:cubicBezTo>
                  <a:pt x="4455812" y="3352184"/>
                  <a:pt x="4439971" y="3363705"/>
                  <a:pt x="4433130" y="3352184"/>
                </a:cubicBezTo>
                <a:cubicBezTo>
                  <a:pt x="4430970" y="3368025"/>
                  <a:pt x="4437810" y="3372705"/>
                  <a:pt x="4444651" y="3377025"/>
                </a:cubicBezTo>
                <a:cubicBezTo>
                  <a:pt x="4444651" y="3368025"/>
                  <a:pt x="4448971" y="3363705"/>
                  <a:pt x="4453652" y="3361185"/>
                </a:cubicBezTo>
                <a:cubicBezTo>
                  <a:pt x="4465173" y="3397546"/>
                  <a:pt x="4465173" y="3340664"/>
                  <a:pt x="4481015" y="3374865"/>
                </a:cubicBezTo>
                <a:cubicBezTo>
                  <a:pt x="4483175" y="3347504"/>
                  <a:pt x="4501537" y="3365865"/>
                  <a:pt x="4506217" y="3374865"/>
                </a:cubicBezTo>
                <a:cubicBezTo>
                  <a:pt x="4501537" y="3352184"/>
                  <a:pt x="4515219" y="3352184"/>
                  <a:pt x="4515219" y="3336343"/>
                </a:cubicBezTo>
                <a:cubicBezTo>
                  <a:pt x="4501537" y="3345344"/>
                  <a:pt x="4490016" y="3343184"/>
                  <a:pt x="4499377" y="3322663"/>
                </a:cubicBezTo>
                <a:cubicBezTo>
                  <a:pt x="4498117" y="3320323"/>
                  <a:pt x="4490646" y="3316903"/>
                  <a:pt x="4484076" y="3316633"/>
                </a:cubicBezTo>
                <a:close/>
                <a:moveTo>
                  <a:pt x="5384073" y="3312512"/>
                </a:moveTo>
                <a:cubicBezTo>
                  <a:pt x="5389999" y="3313024"/>
                  <a:pt x="5395525" y="3315229"/>
                  <a:pt x="5399479" y="3319639"/>
                </a:cubicBezTo>
                <a:cubicBezTo>
                  <a:pt x="5381147" y="3335514"/>
                  <a:pt x="5367489" y="3328811"/>
                  <a:pt x="5351674" y="3339747"/>
                </a:cubicBezTo>
                <a:cubicBezTo>
                  <a:pt x="5344935" y="3324666"/>
                  <a:pt x="5366298" y="3310974"/>
                  <a:pt x="5384073" y="3312512"/>
                </a:cubicBezTo>
                <a:close/>
                <a:moveTo>
                  <a:pt x="4774918" y="3307453"/>
                </a:moveTo>
                <a:cubicBezTo>
                  <a:pt x="4779196" y="3308227"/>
                  <a:pt x="4782784" y="3311345"/>
                  <a:pt x="4785116" y="3318164"/>
                </a:cubicBezTo>
                <a:cubicBezTo>
                  <a:pt x="4764664" y="3331803"/>
                  <a:pt x="4755693" y="3316011"/>
                  <a:pt x="4733088" y="3327137"/>
                </a:cubicBezTo>
                <a:cubicBezTo>
                  <a:pt x="4743045" y="3323907"/>
                  <a:pt x="4762085" y="3305131"/>
                  <a:pt x="4774918" y="3307453"/>
                </a:cubicBezTo>
                <a:close/>
                <a:moveTo>
                  <a:pt x="4264743" y="3304985"/>
                </a:moveTo>
                <a:lnTo>
                  <a:pt x="4259667" y="3309839"/>
                </a:lnTo>
                <a:lnTo>
                  <a:pt x="4269313" y="3311142"/>
                </a:lnTo>
                <a:lnTo>
                  <a:pt x="4263919" y="3322722"/>
                </a:lnTo>
                <a:lnTo>
                  <a:pt x="4272298" y="3323245"/>
                </a:lnTo>
                <a:lnTo>
                  <a:pt x="4272690" y="3323375"/>
                </a:lnTo>
                <a:lnTo>
                  <a:pt x="4273099" y="3321279"/>
                </a:lnTo>
                <a:cubicBezTo>
                  <a:pt x="4274196" y="3317083"/>
                  <a:pt x="4275794" y="3313392"/>
                  <a:pt x="4278674" y="3311142"/>
                </a:cubicBezTo>
                <a:cubicBezTo>
                  <a:pt x="4277413" y="3307722"/>
                  <a:pt x="4274533" y="3306552"/>
                  <a:pt x="4271113" y="3305967"/>
                </a:cubicBezTo>
                <a:close/>
                <a:moveTo>
                  <a:pt x="5497747" y="3302625"/>
                </a:moveTo>
                <a:cubicBezTo>
                  <a:pt x="5507194" y="3302608"/>
                  <a:pt x="5512649" y="3314824"/>
                  <a:pt x="5509231" y="3323415"/>
                </a:cubicBezTo>
                <a:cubicBezTo>
                  <a:pt x="5500469" y="3330217"/>
                  <a:pt x="5493809" y="3318762"/>
                  <a:pt x="5487150" y="3307307"/>
                </a:cubicBezTo>
                <a:cubicBezTo>
                  <a:pt x="5491006" y="3303995"/>
                  <a:pt x="5494598" y="3302631"/>
                  <a:pt x="5497747" y="3302625"/>
                </a:cubicBezTo>
                <a:close/>
                <a:moveTo>
                  <a:pt x="4239375" y="3300412"/>
                </a:moveTo>
                <a:cubicBezTo>
                  <a:pt x="4239375" y="3300412"/>
                  <a:pt x="4241833" y="3301085"/>
                  <a:pt x="4244905" y="3301926"/>
                </a:cubicBezTo>
                <a:lnTo>
                  <a:pt x="4246873" y="3302465"/>
                </a:lnTo>
                <a:close/>
                <a:moveTo>
                  <a:pt x="4635831" y="3288461"/>
                </a:moveTo>
                <a:cubicBezTo>
                  <a:pt x="4617469" y="3299982"/>
                  <a:pt x="4619629" y="3326983"/>
                  <a:pt x="4596947" y="3324823"/>
                </a:cubicBezTo>
                <a:cubicBezTo>
                  <a:pt x="4606308" y="3324823"/>
                  <a:pt x="4601627" y="3340664"/>
                  <a:pt x="4610629" y="3338504"/>
                </a:cubicBezTo>
                <a:cubicBezTo>
                  <a:pt x="4619629" y="3322663"/>
                  <a:pt x="4642672" y="3304302"/>
                  <a:pt x="4635831" y="3288461"/>
                </a:cubicBezTo>
                <a:close/>
                <a:moveTo>
                  <a:pt x="4459654" y="3286717"/>
                </a:moveTo>
                <a:cubicBezTo>
                  <a:pt x="4454169" y="3287899"/>
                  <a:pt x="4454102" y="3296471"/>
                  <a:pt x="4448971" y="3299982"/>
                </a:cubicBezTo>
                <a:cubicBezTo>
                  <a:pt x="4451492" y="3290621"/>
                  <a:pt x="4444651" y="3286301"/>
                  <a:pt x="4439971" y="3295301"/>
                </a:cubicBezTo>
                <a:cubicBezTo>
                  <a:pt x="4448971" y="3295301"/>
                  <a:pt x="4442491" y="3311142"/>
                  <a:pt x="4448971" y="3315822"/>
                </a:cubicBezTo>
                <a:cubicBezTo>
                  <a:pt x="4448971" y="3315822"/>
                  <a:pt x="4448971" y="3315822"/>
                  <a:pt x="4460493" y="3313302"/>
                </a:cubicBezTo>
                <a:cubicBezTo>
                  <a:pt x="4465173" y="3306462"/>
                  <a:pt x="4467333" y="3299982"/>
                  <a:pt x="4467333" y="3288461"/>
                </a:cubicBezTo>
                <a:cubicBezTo>
                  <a:pt x="4463913" y="3286751"/>
                  <a:pt x="4461483" y="3286324"/>
                  <a:pt x="4459654" y="3286717"/>
                </a:cubicBezTo>
                <a:close/>
                <a:moveTo>
                  <a:pt x="4474174" y="3286301"/>
                </a:moveTo>
                <a:cubicBezTo>
                  <a:pt x="4469494" y="3293141"/>
                  <a:pt x="4467333" y="3313302"/>
                  <a:pt x="4478855" y="3313302"/>
                </a:cubicBezTo>
                <a:cubicBezTo>
                  <a:pt x="4483355" y="3307722"/>
                  <a:pt x="4485605" y="3302682"/>
                  <a:pt x="4485020" y="3298181"/>
                </a:cubicBezTo>
                <a:lnTo>
                  <a:pt x="4477860" y="3290339"/>
                </a:lnTo>
                <a:lnTo>
                  <a:pt x="4474325" y="3290660"/>
                </a:lnTo>
                <a:lnTo>
                  <a:pt x="4476610" y="3288969"/>
                </a:lnTo>
                <a:close/>
                <a:moveTo>
                  <a:pt x="4963307" y="3284590"/>
                </a:moveTo>
                <a:cubicBezTo>
                  <a:pt x="4966456" y="3284865"/>
                  <a:pt x="4969071" y="3285483"/>
                  <a:pt x="4970253" y="3286124"/>
                </a:cubicBezTo>
                <a:cubicBezTo>
                  <a:pt x="4972436" y="3297481"/>
                  <a:pt x="4951699" y="3295283"/>
                  <a:pt x="4944787" y="3300045"/>
                </a:cubicBezTo>
                <a:cubicBezTo>
                  <a:pt x="4939603" y="3286033"/>
                  <a:pt x="4953860" y="3283766"/>
                  <a:pt x="4963307" y="3284590"/>
                </a:cubicBezTo>
                <a:close/>
                <a:moveTo>
                  <a:pt x="4523497" y="3281828"/>
                </a:moveTo>
                <a:lnTo>
                  <a:pt x="4508378" y="3295301"/>
                </a:lnTo>
                <a:cubicBezTo>
                  <a:pt x="4517379" y="3296381"/>
                  <a:pt x="4524220" y="3294671"/>
                  <a:pt x="4529665" y="3291251"/>
                </a:cubicBezTo>
                <a:lnTo>
                  <a:pt x="4535529" y="3284754"/>
                </a:lnTo>
                <a:close/>
                <a:moveTo>
                  <a:pt x="4542581" y="3276941"/>
                </a:moveTo>
                <a:lnTo>
                  <a:pt x="4538738" y="3277663"/>
                </a:lnTo>
                <a:lnTo>
                  <a:pt x="4539719" y="3280112"/>
                </a:lnTo>
                <a:close/>
                <a:moveTo>
                  <a:pt x="4506768" y="3267169"/>
                </a:moveTo>
                <a:lnTo>
                  <a:pt x="4506217" y="3270100"/>
                </a:lnTo>
                <a:lnTo>
                  <a:pt x="4510990" y="3268465"/>
                </a:lnTo>
                <a:lnTo>
                  <a:pt x="4510690" y="3267986"/>
                </a:lnTo>
                <a:close/>
                <a:moveTo>
                  <a:pt x="4598938" y="3265718"/>
                </a:moveTo>
                <a:cubicBezTo>
                  <a:pt x="4591209" y="3266208"/>
                  <a:pt x="4582366" y="3278291"/>
                  <a:pt x="4572105" y="3274780"/>
                </a:cubicBezTo>
                <a:cubicBezTo>
                  <a:pt x="4572105" y="3274780"/>
                  <a:pt x="4572105" y="3274780"/>
                  <a:pt x="4572105" y="3290621"/>
                </a:cubicBezTo>
                <a:cubicBezTo>
                  <a:pt x="4592627" y="3286301"/>
                  <a:pt x="4603788" y="3283781"/>
                  <a:pt x="4606308" y="3270100"/>
                </a:cubicBezTo>
                <a:cubicBezTo>
                  <a:pt x="4603968" y="3266680"/>
                  <a:pt x="4601515" y="3265555"/>
                  <a:pt x="4598938" y="3265718"/>
                </a:cubicBezTo>
                <a:close/>
                <a:moveTo>
                  <a:pt x="4572105" y="3258940"/>
                </a:moveTo>
                <a:lnTo>
                  <a:pt x="4571947" y="3259446"/>
                </a:lnTo>
                <a:lnTo>
                  <a:pt x="4563103" y="3261100"/>
                </a:lnTo>
                <a:cubicBezTo>
                  <a:pt x="4572105" y="3258940"/>
                  <a:pt x="4572105" y="3258940"/>
                  <a:pt x="4572105" y="3258940"/>
                </a:cubicBezTo>
                <a:close/>
                <a:moveTo>
                  <a:pt x="4388005" y="3252562"/>
                </a:moveTo>
                <a:cubicBezTo>
                  <a:pt x="4365324" y="3254722"/>
                  <a:pt x="4342644" y="3252562"/>
                  <a:pt x="4319604" y="3270563"/>
                </a:cubicBezTo>
                <a:cubicBezTo>
                  <a:pt x="4322124" y="3252562"/>
                  <a:pt x="4299084" y="3273083"/>
                  <a:pt x="4290084" y="3273083"/>
                </a:cubicBezTo>
                <a:cubicBezTo>
                  <a:pt x="4281084" y="3268403"/>
                  <a:pt x="4283244" y="3250042"/>
                  <a:pt x="4269563" y="3254722"/>
                </a:cubicBezTo>
                <a:cubicBezTo>
                  <a:pt x="4260563" y="3268403"/>
                  <a:pt x="4246883" y="3286764"/>
                  <a:pt x="4240043" y="3293605"/>
                </a:cubicBezTo>
                <a:cubicBezTo>
                  <a:pt x="4237883" y="3286764"/>
                  <a:pt x="4231043" y="3282084"/>
                  <a:pt x="4222043" y="3277404"/>
                </a:cubicBezTo>
                <a:cubicBezTo>
                  <a:pt x="4217363" y="3263723"/>
                  <a:pt x="4242563" y="3275244"/>
                  <a:pt x="4235723" y="3261563"/>
                </a:cubicBezTo>
                <a:cubicBezTo>
                  <a:pt x="4225463" y="3263183"/>
                  <a:pt x="4206090" y="3262373"/>
                  <a:pt x="4195223" y="3268549"/>
                </a:cubicBezTo>
                <a:lnTo>
                  <a:pt x="4189006" y="3276008"/>
                </a:lnTo>
                <a:lnTo>
                  <a:pt x="4189964" y="3277410"/>
                </a:lnTo>
                <a:lnTo>
                  <a:pt x="4202558" y="3277449"/>
                </a:lnTo>
                <a:cubicBezTo>
                  <a:pt x="4207103" y="3276863"/>
                  <a:pt x="4210523" y="3277403"/>
                  <a:pt x="4210523" y="3284244"/>
                </a:cubicBezTo>
                <a:lnTo>
                  <a:pt x="4198426" y="3287166"/>
                </a:lnTo>
                <a:lnTo>
                  <a:pt x="4213088" y="3302223"/>
                </a:lnTo>
                <a:lnTo>
                  <a:pt x="4214947" y="3297462"/>
                </a:lnTo>
                <a:cubicBezTo>
                  <a:pt x="4221698" y="3309342"/>
                  <a:pt x="4231081" y="3302187"/>
                  <a:pt x="4235351" y="3308346"/>
                </a:cubicBezTo>
                <a:lnTo>
                  <a:pt x="4236772" y="3315704"/>
                </a:lnTo>
                <a:lnTo>
                  <a:pt x="4237523" y="3315840"/>
                </a:lnTo>
                <a:lnTo>
                  <a:pt x="4240761" y="3317798"/>
                </a:lnTo>
                <a:lnTo>
                  <a:pt x="4252661" y="3308892"/>
                </a:lnTo>
                <a:lnTo>
                  <a:pt x="4255483" y="3309273"/>
                </a:lnTo>
                <a:lnTo>
                  <a:pt x="4249952" y="3305520"/>
                </a:lnTo>
                <a:lnTo>
                  <a:pt x="4249356" y="3303144"/>
                </a:lnTo>
                <a:lnTo>
                  <a:pt x="4248603" y="3300138"/>
                </a:lnTo>
                <a:cubicBezTo>
                  <a:pt x="4255672" y="3302273"/>
                  <a:pt x="4251207" y="3295513"/>
                  <a:pt x="4258276" y="3290887"/>
                </a:cubicBezTo>
                <a:cubicBezTo>
                  <a:pt x="4261811" y="3292132"/>
                  <a:pt x="4262369" y="3293822"/>
                  <a:pt x="4262927" y="3295779"/>
                </a:cubicBezTo>
                <a:lnTo>
                  <a:pt x="4265712" y="3299667"/>
                </a:lnTo>
                <a:lnTo>
                  <a:pt x="4276829" y="3290126"/>
                </a:lnTo>
                <a:cubicBezTo>
                  <a:pt x="4281374" y="3285581"/>
                  <a:pt x="4281914" y="3281621"/>
                  <a:pt x="4269313" y="3279461"/>
                </a:cubicBezTo>
                <a:cubicBezTo>
                  <a:pt x="4277233" y="3273701"/>
                  <a:pt x="4287494" y="3275411"/>
                  <a:pt x="4295505" y="3281666"/>
                </a:cubicBezTo>
                <a:lnTo>
                  <a:pt x="4300366" y="3287858"/>
                </a:lnTo>
                <a:lnTo>
                  <a:pt x="4309800" y="3282973"/>
                </a:lnTo>
                <a:cubicBezTo>
                  <a:pt x="4314966" y="3281862"/>
                  <a:pt x="4320131" y="3280705"/>
                  <a:pt x="4324663" y="3275012"/>
                </a:cubicBezTo>
                <a:cubicBezTo>
                  <a:pt x="4331550" y="3286398"/>
                  <a:pt x="4340613" y="3279638"/>
                  <a:pt x="4336263" y="3293159"/>
                </a:cubicBezTo>
                <a:cubicBezTo>
                  <a:pt x="4325932" y="3283018"/>
                  <a:pt x="4315601" y="3289289"/>
                  <a:pt x="4305269" y="3291107"/>
                </a:cubicBezTo>
                <a:lnTo>
                  <a:pt x="4302836" y="3291004"/>
                </a:lnTo>
                <a:lnTo>
                  <a:pt x="4305260" y="3294092"/>
                </a:lnTo>
                <a:cubicBezTo>
                  <a:pt x="4307567" y="3299127"/>
                  <a:pt x="4308737" y="3304932"/>
                  <a:pt x="4308197" y="3311142"/>
                </a:cubicBezTo>
                <a:cubicBezTo>
                  <a:pt x="4297936" y="3306642"/>
                  <a:pt x="4293886" y="3315732"/>
                  <a:pt x="4290735" y="3323968"/>
                </a:cubicBezTo>
                <a:lnTo>
                  <a:pt x="4288527" y="3328609"/>
                </a:lnTo>
                <a:lnTo>
                  <a:pt x="4308889" y="3335339"/>
                </a:lnTo>
                <a:lnTo>
                  <a:pt x="4342944" y="3355520"/>
                </a:lnTo>
                <a:lnTo>
                  <a:pt x="4351401" y="3354344"/>
                </a:lnTo>
                <a:lnTo>
                  <a:pt x="4352890" y="3361414"/>
                </a:lnTo>
                <a:lnTo>
                  <a:pt x="4365069" y="3368632"/>
                </a:lnTo>
                <a:lnTo>
                  <a:pt x="4367243" y="3368025"/>
                </a:lnTo>
                <a:cubicBezTo>
                  <a:pt x="4351401" y="3359024"/>
                  <a:pt x="4369403" y="3359024"/>
                  <a:pt x="4369403" y="3338504"/>
                </a:cubicBezTo>
                <a:cubicBezTo>
                  <a:pt x="4383085" y="3331663"/>
                  <a:pt x="4376244" y="3352184"/>
                  <a:pt x="4385605" y="3352184"/>
                </a:cubicBezTo>
                <a:cubicBezTo>
                  <a:pt x="4383085" y="3359024"/>
                  <a:pt x="4376244" y="3356864"/>
                  <a:pt x="4376244" y="3363705"/>
                </a:cubicBezTo>
                <a:cubicBezTo>
                  <a:pt x="4378764" y="3368025"/>
                  <a:pt x="4378764" y="3372705"/>
                  <a:pt x="4383085" y="3374865"/>
                </a:cubicBezTo>
                <a:cubicBezTo>
                  <a:pt x="4392445" y="3372705"/>
                  <a:pt x="4387765" y="3356864"/>
                  <a:pt x="4394606" y="3352184"/>
                </a:cubicBezTo>
                <a:cubicBezTo>
                  <a:pt x="4396766" y="3338504"/>
                  <a:pt x="4378764" y="3340664"/>
                  <a:pt x="4394606" y="3331663"/>
                </a:cubicBezTo>
                <a:cubicBezTo>
                  <a:pt x="4394606" y="3329503"/>
                  <a:pt x="4378764" y="3324823"/>
                  <a:pt x="4374084" y="3331663"/>
                </a:cubicBezTo>
                <a:cubicBezTo>
                  <a:pt x="4375164" y="3322483"/>
                  <a:pt x="4372914" y="3315642"/>
                  <a:pt x="4370933" y="3309387"/>
                </a:cubicBezTo>
                <a:lnTo>
                  <a:pt x="4370918" y="3309200"/>
                </a:lnTo>
                <a:lnTo>
                  <a:pt x="4367200" y="3311168"/>
                </a:lnTo>
                <a:cubicBezTo>
                  <a:pt x="4367200" y="3311168"/>
                  <a:pt x="4367200" y="3311168"/>
                  <a:pt x="4358438" y="3304390"/>
                </a:cubicBezTo>
                <a:cubicBezTo>
                  <a:pt x="4361767" y="3299930"/>
                  <a:pt x="4366148" y="3295471"/>
                  <a:pt x="4369434" y="3291280"/>
                </a:cubicBezTo>
                <a:lnTo>
                  <a:pt x="4369453" y="3291231"/>
                </a:lnTo>
                <a:lnTo>
                  <a:pt x="4369403" y="3290621"/>
                </a:lnTo>
                <a:lnTo>
                  <a:pt x="4369654" y="3290707"/>
                </a:lnTo>
                <a:lnTo>
                  <a:pt x="4373859" y="3279775"/>
                </a:lnTo>
                <a:cubicBezTo>
                  <a:pt x="4380518" y="3284056"/>
                  <a:pt x="4378415" y="3288693"/>
                  <a:pt x="4385075" y="3290834"/>
                </a:cubicBezTo>
                <a:lnTo>
                  <a:pt x="4377488" y="3296537"/>
                </a:lnTo>
                <a:lnTo>
                  <a:pt x="4378809" y="3300657"/>
                </a:lnTo>
                <a:cubicBezTo>
                  <a:pt x="4379665" y="3306642"/>
                  <a:pt x="4379665" y="3313482"/>
                  <a:pt x="4383085" y="3315822"/>
                </a:cubicBezTo>
                <a:cubicBezTo>
                  <a:pt x="4392445" y="3308982"/>
                  <a:pt x="4408287" y="3311142"/>
                  <a:pt x="4415128" y="3299982"/>
                </a:cubicBezTo>
                <a:cubicBezTo>
                  <a:pt x="4406127" y="3288461"/>
                  <a:pt x="4385605" y="3308982"/>
                  <a:pt x="4387765" y="3279461"/>
                </a:cubicBezTo>
                <a:cubicBezTo>
                  <a:pt x="4395686" y="3286301"/>
                  <a:pt x="4398566" y="3282881"/>
                  <a:pt x="4399151" y="3276895"/>
                </a:cubicBezTo>
                <a:lnTo>
                  <a:pt x="4398840" y="3270712"/>
                </a:lnTo>
                <a:lnTo>
                  <a:pt x="4392685" y="3277404"/>
                </a:lnTo>
                <a:cubicBezTo>
                  <a:pt x="4389265" y="3275694"/>
                  <a:pt x="4388253" y="3273714"/>
                  <a:pt x="4388410" y="3271598"/>
                </a:cubicBezTo>
                <a:lnTo>
                  <a:pt x="4390153" y="3267397"/>
                </a:lnTo>
                <a:lnTo>
                  <a:pt x="4384911" y="3275228"/>
                </a:lnTo>
                <a:cubicBezTo>
                  <a:pt x="4381468" y="3278295"/>
                  <a:pt x="4376906" y="3279960"/>
                  <a:pt x="4370109" y="3278908"/>
                </a:cubicBezTo>
                <a:lnTo>
                  <a:pt x="4371211" y="3271124"/>
                </a:lnTo>
                <a:lnTo>
                  <a:pt x="4368384" y="3273667"/>
                </a:lnTo>
                <a:cubicBezTo>
                  <a:pt x="4362467" y="3275982"/>
                  <a:pt x="4355577" y="3272542"/>
                  <a:pt x="4348483" y="3284184"/>
                </a:cubicBezTo>
                <a:cubicBezTo>
                  <a:pt x="4348483" y="3284184"/>
                  <a:pt x="4348483" y="3284184"/>
                  <a:pt x="4339388" y="3277481"/>
                </a:cubicBezTo>
                <a:cubicBezTo>
                  <a:pt x="4347392" y="3275365"/>
                  <a:pt x="4353758" y="3273160"/>
                  <a:pt x="4359261" y="3271484"/>
                </a:cubicBezTo>
                <a:lnTo>
                  <a:pt x="4371493" y="3269134"/>
                </a:lnTo>
                <a:lnTo>
                  <a:pt x="4371825" y="3266784"/>
                </a:lnTo>
                <a:cubicBezTo>
                  <a:pt x="4373340" y="3263684"/>
                  <a:pt x="4375632" y="3261516"/>
                  <a:pt x="4378203" y="3260245"/>
                </a:cubicBezTo>
                <a:lnTo>
                  <a:pt x="4391885" y="3262918"/>
                </a:lnTo>
                <a:lnTo>
                  <a:pt x="4393495" y="3258367"/>
                </a:lnTo>
                <a:cubicBezTo>
                  <a:pt x="4393383" y="3256252"/>
                  <a:pt x="4391965" y="3254272"/>
                  <a:pt x="4388005" y="3252562"/>
                </a:cubicBezTo>
                <a:close/>
                <a:moveTo>
                  <a:pt x="4522059" y="3252099"/>
                </a:moveTo>
                <a:lnTo>
                  <a:pt x="4520644" y="3252515"/>
                </a:lnTo>
                <a:lnTo>
                  <a:pt x="4516453" y="3254933"/>
                </a:lnTo>
                <a:cubicBezTo>
                  <a:pt x="4512209" y="3256893"/>
                  <a:pt x="4509350" y="3259121"/>
                  <a:pt x="4512567" y="3263575"/>
                </a:cubicBezTo>
                <a:lnTo>
                  <a:pt x="4518091" y="3264434"/>
                </a:lnTo>
                <a:close/>
                <a:moveTo>
                  <a:pt x="4778762" y="3249612"/>
                </a:moveTo>
                <a:cubicBezTo>
                  <a:pt x="4776218" y="3263257"/>
                  <a:pt x="4760228" y="3265771"/>
                  <a:pt x="4760228" y="3279416"/>
                </a:cubicBezTo>
                <a:cubicBezTo>
                  <a:pt x="4753324" y="3276902"/>
                  <a:pt x="4751143" y="3270080"/>
                  <a:pt x="4748963" y="3261102"/>
                </a:cubicBezTo>
                <a:cubicBezTo>
                  <a:pt x="4758048" y="3256434"/>
                  <a:pt x="4764952" y="3249612"/>
                  <a:pt x="4778762" y="3249612"/>
                </a:cubicBezTo>
                <a:close/>
                <a:moveTo>
                  <a:pt x="4551738" y="3249209"/>
                </a:moveTo>
                <a:lnTo>
                  <a:pt x="4552438" y="3255430"/>
                </a:lnTo>
                <a:cubicBezTo>
                  <a:pt x="4555543" y="3266230"/>
                  <a:pt x="4560584" y="3278200"/>
                  <a:pt x="4555903" y="3293141"/>
                </a:cubicBezTo>
                <a:cubicBezTo>
                  <a:pt x="4555903" y="3293141"/>
                  <a:pt x="4555903" y="3293141"/>
                  <a:pt x="4563103" y="3290621"/>
                </a:cubicBezTo>
                <a:cubicBezTo>
                  <a:pt x="4567604" y="3287201"/>
                  <a:pt x="4566974" y="3282071"/>
                  <a:pt x="4566659" y="3276401"/>
                </a:cubicBezTo>
                <a:lnTo>
                  <a:pt x="4571947" y="3259446"/>
                </a:lnTo>
                <a:lnTo>
                  <a:pt x="4595430" y="3255055"/>
                </a:lnTo>
                <a:lnTo>
                  <a:pt x="4588166" y="3250042"/>
                </a:lnTo>
                <a:cubicBezTo>
                  <a:pt x="4580246" y="3256882"/>
                  <a:pt x="4572236" y="3255802"/>
                  <a:pt x="4564226" y="3253012"/>
                </a:cubicBezTo>
                <a:close/>
                <a:moveTo>
                  <a:pt x="4410072" y="3248152"/>
                </a:moveTo>
                <a:cubicBezTo>
                  <a:pt x="4407805" y="3247387"/>
                  <a:pt x="4405105" y="3247792"/>
                  <a:pt x="4401685" y="3250042"/>
                </a:cubicBezTo>
                <a:cubicBezTo>
                  <a:pt x="4397725" y="3252922"/>
                  <a:pt x="4396308" y="3255375"/>
                  <a:pt x="4396128" y="3257608"/>
                </a:cubicBezTo>
                <a:lnTo>
                  <a:pt x="4397653" y="3262715"/>
                </a:lnTo>
                <a:lnTo>
                  <a:pt x="4396766" y="3258940"/>
                </a:lnTo>
                <a:cubicBezTo>
                  <a:pt x="4399286" y="3252099"/>
                  <a:pt x="4401447" y="3254259"/>
                  <a:pt x="4401447" y="3258940"/>
                </a:cubicBezTo>
                <a:cubicBezTo>
                  <a:pt x="4403607" y="3258940"/>
                  <a:pt x="4406127" y="3256420"/>
                  <a:pt x="4406127" y="3252099"/>
                </a:cubicBezTo>
                <a:cubicBezTo>
                  <a:pt x="4410988" y="3260470"/>
                  <a:pt x="4399444" y="3272890"/>
                  <a:pt x="4404001" y="3279489"/>
                </a:cubicBezTo>
                <a:lnTo>
                  <a:pt x="4405290" y="3279986"/>
                </a:lnTo>
                <a:lnTo>
                  <a:pt x="4409352" y="3276600"/>
                </a:lnTo>
                <a:cubicBezTo>
                  <a:pt x="4409352" y="3276600"/>
                  <a:pt x="4409352" y="3276600"/>
                  <a:pt x="4411078" y="3277432"/>
                </a:cubicBezTo>
                <a:lnTo>
                  <a:pt x="4416525" y="3280058"/>
                </a:lnTo>
                <a:lnTo>
                  <a:pt x="4422853" y="3263197"/>
                </a:lnTo>
                <a:lnTo>
                  <a:pt x="4415860" y="3253282"/>
                </a:lnTo>
                <a:cubicBezTo>
                  <a:pt x="4414173" y="3250852"/>
                  <a:pt x="4412339" y="3248917"/>
                  <a:pt x="4410072" y="3248152"/>
                </a:cubicBezTo>
                <a:close/>
                <a:moveTo>
                  <a:pt x="5340940" y="3247180"/>
                </a:moveTo>
                <a:cubicBezTo>
                  <a:pt x="5343626" y="3248074"/>
                  <a:pt x="5346719" y="3250941"/>
                  <a:pt x="5350253" y="3256676"/>
                </a:cubicBezTo>
                <a:cubicBezTo>
                  <a:pt x="5333882" y="3261409"/>
                  <a:pt x="5338347" y="3273061"/>
                  <a:pt x="5326813" y="3268327"/>
                </a:cubicBezTo>
                <a:cubicBezTo>
                  <a:pt x="5328487" y="3259589"/>
                  <a:pt x="5332882" y="3244501"/>
                  <a:pt x="5340940" y="3247180"/>
                </a:cubicBezTo>
                <a:close/>
                <a:moveTo>
                  <a:pt x="4207868" y="3241401"/>
                </a:moveTo>
                <a:cubicBezTo>
                  <a:pt x="4202423" y="3241131"/>
                  <a:pt x="4195583" y="3243381"/>
                  <a:pt x="4192163" y="3247882"/>
                </a:cubicBezTo>
                <a:cubicBezTo>
                  <a:pt x="4199003" y="3261563"/>
                  <a:pt x="4208363" y="3243201"/>
                  <a:pt x="4215203" y="3250042"/>
                </a:cubicBezTo>
                <a:cubicBezTo>
                  <a:pt x="4217363" y="3244461"/>
                  <a:pt x="4213313" y="3241671"/>
                  <a:pt x="4207868" y="3241401"/>
                </a:cubicBezTo>
                <a:close/>
                <a:moveTo>
                  <a:pt x="4178865" y="3233854"/>
                </a:moveTo>
                <a:lnTo>
                  <a:pt x="4172540" y="3233998"/>
                </a:lnTo>
                <a:lnTo>
                  <a:pt x="4173981" y="3241233"/>
                </a:lnTo>
                <a:close/>
                <a:moveTo>
                  <a:pt x="4489454" y="3227209"/>
                </a:moveTo>
                <a:lnTo>
                  <a:pt x="4487179" y="3232986"/>
                </a:lnTo>
                <a:cubicBezTo>
                  <a:pt x="4484125" y="3237239"/>
                  <a:pt x="4480615" y="3232581"/>
                  <a:pt x="4472245" y="3234201"/>
                </a:cubicBezTo>
                <a:cubicBezTo>
                  <a:pt x="4472245" y="3241041"/>
                  <a:pt x="4469725" y="3247882"/>
                  <a:pt x="4472245" y="3254722"/>
                </a:cubicBezTo>
                <a:cubicBezTo>
                  <a:pt x="4474405" y="3250042"/>
                  <a:pt x="4492765" y="3250042"/>
                  <a:pt x="4488085" y="3259403"/>
                </a:cubicBezTo>
                <a:lnTo>
                  <a:pt x="4479389" y="3258089"/>
                </a:lnTo>
                <a:lnTo>
                  <a:pt x="4487855" y="3270100"/>
                </a:lnTo>
                <a:cubicBezTo>
                  <a:pt x="4485695" y="3256420"/>
                  <a:pt x="4501537" y="3252099"/>
                  <a:pt x="4506217" y="3231578"/>
                </a:cubicBezTo>
                <a:lnTo>
                  <a:pt x="4503124" y="3230728"/>
                </a:lnTo>
                <a:lnTo>
                  <a:pt x="4500595" y="3241356"/>
                </a:lnTo>
                <a:cubicBezTo>
                  <a:pt x="4499425" y="3245001"/>
                  <a:pt x="4497085" y="3246622"/>
                  <a:pt x="4490245" y="3243201"/>
                </a:cubicBezTo>
                <a:cubicBezTo>
                  <a:pt x="4488625" y="3236451"/>
                  <a:pt x="4498548" y="3234763"/>
                  <a:pt x="4496776" y="3230544"/>
                </a:cubicBezTo>
                <a:lnTo>
                  <a:pt x="4493904" y="3228194"/>
                </a:lnTo>
                <a:lnTo>
                  <a:pt x="4490826" y="3227348"/>
                </a:lnTo>
                <a:close/>
                <a:moveTo>
                  <a:pt x="4204452" y="3227018"/>
                </a:moveTo>
                <a:lnTo>
                  <a:pt x="4189813" y="3232378"/>
                </a:lnTo>
                <a:lnTo>
                  <a:pt x="4185323" y="3236721"/>
                </a:lnTo>
                <a:cubicBezTo>
                  <a:pt x="4196843" y="3241041"/>
                  <a:pt x="4205843" y="3232041"/>
                  <a:pt x="4215203" y="3227360"/>
                </a:cubicBezTo>
                <a:close/>
                <a:moveTo>
                  <a:pt x="4547126" y="3218360"/>
                </a:moveTo>
                <a:lnTo>
                  <a:pt x="4541760" y="3219478"/>
                </a:lnTo>
                <a:lnTo>
                  <a:pt x="4540061" y="3236259"/>
                </a:lnTo>
                <a:lnTo>
                  <a:pt x="4543285" y="3235447"/>
                </a:lnTo>
                <a:lnTo>
                  <a:pt x="4544516" y="3231230"/>
                </a:lnTo>
                <a:cubicBezTo>
                  <a:pt x="4546496" y="3226370"/>
                  <a:pt x="4548206" y="3221780"/>
                  <a:pt x="4547126" y="3218360"/>
                </a:cubicBezTo>
                <a:close/>
                <a:moveTo>
                  <a:pt x="5648500" y="3213687"/>
                </a:moveTo>
                <a:cubicBezTo>
                  <a:pt x="5675705" y="3225287"/>
                  <a:pt x="5632391" y="3239062"/>
                  <a:pt x="5614493" y="3255012"/>
                </a:cubicBezTo>
                <a:cubicBezTo>
                  <a:pt x="5603038" y="3257187"/>
                  <a:pt x="5652795" y="3211512"/>
                  <a:pt x="5648500" y="3213687"/>
                </a:cubicBezTo>
                <a:close/>
                <a:moveTo>
                  <a:pt x="4595554" y="3213435"/>
                </a:moveTo>
                <a:lnTo>
                  <a:pt x="4585516" y="3217673"/>
                </a:lnTo>
                <a:lnTo>
                  <a:pt x="4584652" y="3217707"/>
                </a:lnTo>
                <a:lnTo>
                  <a:pt x="4584476" y="3218045"/>
                </a:lnTo>
                <a:cubicBezTo>
                  <a:pt x="4584746" y="3221150"/>
                  <a:pt x="4585826" y="3223940"/>
                  <a:pt x="4583486" y="3227360"/>
                </a:cubicBezTo>
                <a:cubicBezTo>
                  <a:pt x="4577906" y="3230780"/>
                  <a:pt x="4578536" y="3226820"/>
                  <a:pt x="4578266" y="3221735"/>
                </a:cubicBezTo>
                <a:lnTo>
                  <a:pt x="4577310" y="3218000"/>
                </a:lnTo>
                <a:lnTo>
                  <a:pt x="4563373" y="3218556"/>
                </a:lnTo>
                <a:lnTo>
                  <a:pt x="4560550" y="3216098"/>
                </a:lnTo>
                <a:lnTo>
                  <a:pt x="4558331" y="3223175"/>
                </a:lnTo>
                <a:lnTo>
                  <a:pt x="4557766" y="3224788"/>
                </a:lnTo>
                <a:lnTo>
                  <a:pt x="4560583" y="3224738"/>
                </a:lnTo>
                <a:lnTo>
                  <a:pt x="4550850" y="3239633"/>
                </a:lnTo>
                <a:lnTo>
                  <a:pt x="4560463" y="3241575"/>
                </a:lnTo>
                <a:cubicBezTo>
                  <a:pt x="4564777" y="3241322"/>
                  <a:pt x="4568974" y="3240119"/>
                  <a:pt x="4573091" y="3238566"/>
                </a:cubicBezTo>
                <a:lnTo>
                  <a:pt x="4578485" y="3236620"/>
                </a:lnTo>
                <a:lnTo>
                  <a:pt x="4567988" y="3234112"/>
                </a:lnTo>
                <a:cubicBezTo>
                  <a:pt x="4572717" y="3225193"/>
                  <a:pt x="4577083" y="3231971"/>
                  <a:pt x="4581812" y="3231971"/>
                </a:cubicBezTo>
                <a:cubicBezTo>
                  <a:pt x="4585268" y="3230901"/>
                  <a:pt x="4585814" y="3226977"/>
                  <a:pt x="4587224" y="3223855"/>
                </a:cubicBezTo>
                <a:lnTo>
                  <a:pt x="4597798" y="3220563"/>
                </a:lnTo>
                <a:lnTo>
                  <a:pt x="4598066" y="3216604"/>
                </a:lnTo>
                <a:close/>
                <a:moveTo>
                  <a:pt x="4718444" y="3208337"/>
                </a:moveTo>
                <a:cubicBezTo>
                  <a:pt x="4698486" y="3219561"/>
                  <a:pt x="4666769" y="3249250"/>
                  <a:pt x="4648950" y="3219561"/>
                </a:cubicBezTo>
                <a:cubicBezTo>
                  <a:pt x="4671402" y="3212681"/>
                  <a:pt x="4693854" y="3208337"/>
                  <a:pt x="4718444" y="3208337"/>
                </a:cubicBezTo>
                <a:close/>
                <a:moveTo>
                  <a:pt x="4546902" y="3204217"/>
                </a:moveTo>
                <a:lnTo>
                  <a:pt x="4546791" y="3204531"/>
                </a:lnTo>
                <a:lnTo>
                  <a:pt x="4547126" y="3204679"/>
                </a:lnTo>
                <a:lnTo>
                  <a:pt x="4547269" y="3204536"/>
                </a:lnTo>
                <a:close/>
                <a:moveTo>
                  <a:pt x="5365205" y="3203575"/>
                </a:moveTo>
                <a:cubicBezTo>
                  <a:pt x="5374083" y="3212660"/>
                  <a:pt x="5369822" y="3217384"/>
                  <a:pt x="5371952" y="3224288"/>
                </a:cubicBezTo>
                <a:cubicBezTo>
                  <a:pt x="5360944" y="3233373"/>
                  <a:pt x="5351711" y="3233373"/>
                  <a:pt x="5347450" y="3222108"/>
                </a:cubicBezTo>
                <a:cubicBezTo>
                  <a:pt x="5358458" y="3217384"/>
                  <a:pt x="5351711" y="3208299"/>
                  <a:pt x="5365205" y="3203575"/>
                </a:cubicBezTo>
                <a:close/>
                <a:moveTo>
                  <a:pt x="4913134" y="3201513"/>
                </a:moveTo>
                <a:cubicBezTo>
                  <a:pt x="4915291" y="3226496"/>
                  <a:pt x="4881144" y="3222151"/>
                  <a:pt x="4870002" y="3233375"/>
                </a:cubicBezTo>
                <a:cubicBezTo>
                  <a:pt x="4858500" y="3229030"/>
                  <a:pt x="4872158" y="3212737"/>
                  <a:pt x="4863173" y="3215272"/>
                </a:cubicBezTo>
                <a:cubicBezTo>
                  <a:pt x="4872158" y="3208392"/>
                  <a:pt x="4896959" y="3192462"/>
                  <a:pt x="4896959" y="3217444"/>
                </a:cubicBezTo>
                <a:cubicBezTo>
                  <a:pt x="4903789" y="3212737"/>
                  <a:pt x="4899475" y="3199341"/>
                  <a:pt x="4913134" y="3201513"/>
                </a:cubicBezTo>
                <a:close/>
                <a:moveTo>
                  <a:pt x="4523653" y="3199423"/>
                </a:moveTo>
                <a:lnTo>
                  <a:pt x="4520691" y="3205346"/>
                </a:lnTo>
                <a:lnTo>
                  <a:pt x="4524219" y="3199897"/>
                </a:lnTo>
                <a:close/>
                <a:moveTo>
                  <a:pt x="4835505" y="3198393"/>
                </a:moveTo>
                <a:cubicBezTo>
                  <a:pt x="4838669" y="3198359"/>
                  <a:pt x="4841096" y="3199655"/>
                  <a:pt x="4842265" y="3203111"/>
                </a:cubicBezTo>
                <a:cubicBezTo>
                  <a:pt x="4834353" y="3203111"/>
                  <a:pt x="4830936" y="3203111"/>
                  <a:pt x="4828643" y="3205112"/>
                </a:cubicBezTo>
                <a:lnTo>
                  <a:pt x="4822487" y="3217647"/>
                </a:lnTo>
                <a:lnTo>
                  <a:pt x="4827972" y="3219853"/>
                </a:lnTo>
                <a:cubicBezTo>
                  <a:pt x="4821011" y="3231226"/>
                  <a:pt x="4818446" y="3235846"/>
                  <a:pt x="4827972" y="3248996"/>
                </a:cubicBezTo>
                <a:cubicBezTo>
                  <a:pt x="4804525" y="3260369"/>
                  <a:pt x="4816248" y="3222340"/>
                  <a:pt x="4809288" y="3222340"/>
                </a:cubicBezTo>
                <a:cubicBezTo>
                  <a:pt x="4809288" y="3217720"/>
                  <a:pt x="4811486" y="3217720"/>
                  <a:pt x="4814050" y="3217720"/>
                </a:cubicBezTo>
                <a:lnTo>
                  <a:pt x="4818093" y="3217333"/>
                </a:lnTo>
                <a:lnTo>
                  <a:pt x="4815021" y="3215839"/>
                </a:lnTo>
                <a:cubicBezTo>
                  <a:pt x="4807198" y="3215344"/>
                  <a:pt x="4797757" y="3220937"/>
                  <a:pt x="4801264" y="3212206"/>
                </a:cubicBezTo>
                <a:cubicBezTo>
                  <a:pt x="4809896" y="3210569"/>
                  <a:pt x="4826013" y="3198495"/>
                  <a:pt x="4835505" y="3198393"/>
                </a:cubicBezTo>
                <a:close/>
                <a:moveTo>
                  <a:pt x="4625264" y="3182161"/>
                </a:moveTo>
                <a:lnTo>
                  <a:pt x="4619371" y="3186261"/>
                </a:lnTo>
                <a:lnTo>
                  <a:pt x="4619621" y="3186678"/>
                </a:lnTo>
                <a:cubicBezTo>
                  <a:pt x="4622186" y="3188388"/>
                  <a:pt x="4624526" y="3190098"/>
                  <a:pt x="4622366" y="3193518"/>
                </a:cubicBezTo>
                <a:cubicBezTo>
                  <a:pt x="4625786" y="3194598"/>
                  <a:pt x="4629206" y="3192888"/>
                  <a:pt x="4632627" y="3190053"/>
                </a:cubicBezTo>
                <a:lnTo>
                  <a:pt x="4639150" y="3183558"/>
                </a:lnTo>
                <a:close/>
                <a:moveTo>
                  <a:pt x="457270" y="3182026"/>
                </a:moveTo>
                <a:cubicBezTo>
                  <a:pt x="434587" y="3179866"/>
                  <a:pt x="436748" y="3211542"/>
                  <a:pt x="441428" y="3220541"/>
                </a:cubicBezTo>
                <a:cubicBezTo>
                  <a:pt x="461950" y="3220541"/>
                  <a:pt x="443588" y="3195704"/>
                  <a:pt x="457270" y="3182026"/>
                </a:cubicBezTo>
                <a:close/>
                <a:moveTo>
                  <a:pt x="4829564" y="3179666"/>
                </a:moveTo>
                <a:cubicBezTo>
                  <a:pt x="4811164" y="3183973"/>
                  <a:pt x="4804309" y="3188638"/>
                  <a:pt x="4813689" y="3200124"/>
                </a:cubicBezTo>
                <a:cubicBezTo>
                  <a:pt x="4795289" y="3206584"/>
                  <a:pt x="4813689" y="3188638"/>
                  <a:pt x="4799979" y="3186485"/>
                </a:cubicBezTo>
                <a:cubicBezTo>
                  <a:pt x="4790598" y="3204431"/>
                  <a:pt x="4761013" y="3190792"/>
                  <a:pt x="4763539" y="3211250"/>
                </a:cubicBezTo>
                <a:cubicBezTo>
                  <a:pt x="4751994" y="3195458"/>
                  <a:pt x="4742974" y="3215916"/>
                  <a:pt x="4726738" y="3206584"/>
                </a:cubicBezTo>
                <a:cubicBezTo>
                  <a:pt x="4756684" y="3193304"/>
                  <a:pt x="4804309" y="3175000"/>
                  <a:pt x="4829564" y="3179666"/>
                </a:cubicBezTo>
                <a:close/>
                <a:moveTo>
                  <a:pt x="4618098" y="3179455"/>
                </a:moveTo>
                <a:lnTo>
                  <a:pt x="4615526" y="3179837"/>
                </a:lnTo>
                <a:lnTo>
                  <a:pt x="4616282" y="3181101"/>
                </a:lnTo>
                <a:lnTo>
                  <a:pt x="4617919" y="3179670"/>
                </a:lnTo>
                <a:close/>
                <a:moveTo>
                  <a:pt x="4701927" y="3163636"/>
                </a:moveTo>
                <a:cubicBezTo>
                  <a:pt x="4692747" y="3167056"/>
                  <a:pt x="4683117" y="3168226"/>
                  <a:pt x="4673487" y="3169981"/>
                </a:cubicBezTo>
                <a:lnTo>
                  <a:pt x="4658345" y="3175229"/>
                </a:lnTo>
                <a:lnTo>
                  <a:pt x="4656300" y="3178784"/>
                </a:lnTo>
                <a:lnTo>
                  <a:pt x="4670067" y="3177497"/>
                </a:lnTo>
                <a:cubicBezTo>
                  <a:pt x="4677987" y="3175787"/>
                  <a:pt x="4685907" y="3174077"/>
                  <a:pt x="4695087" y="3175157"/>
                </a:cubicBezTo>
                <a:cubicBezTo>
                  <a:pt x="4695087" y="3175157"/>
                  <a:pt x="4695087" y="3175157"/>
                  <a:pt x="4701927" y="3163636"/>
                </a:cubicBezTo>
                <a:close/>
                <a:moveTo>
                  <a:pt x="4856705" y="3157405"/>
                </a:moveTo>
                <a:cubicBezTo>
                  <a:pt x="4860106" y="3156376"/>
                  <a:pt x="4864268" y="3156694"/>
                  <a:pt x="4869263" y="3159059"/>
                </a:cubicBezTo>
                <a:cubicBezTo>
                  <a:pt x="4862603" y="3168154"/>
                  <a:pt x="4853490" y="3179795"/>
                  <a:pt x="4844728" y="3184161"/>
                </a:cubicBezTo>
                <a:cubicBezTo>
                  <a:pt x="4843151" y="3175703"/>
                  <a:pt x="4846502" y="3160491"/>
                  <a:pt x="4856705" y="3157405"/>
                </a:cubicBezTo>
                <a:close/>
                <a:moveTo>
                  <a:pt x="4741437" y="3152019"/>
                </a:moveTo>
                <a:cubicBezTo>
                  <a:pt x="4734619" y="3150248"/>
                  <a:pt x="4720107" y="3155715"/>
                  <a:pt x="4713087" y="3152475"/>
                </a:cubicBezTo>
                <a:cubicBezTo>
                  <a:pt x="4713087" y="3156795"/>
                  <a:pt x="4713087" y="3161476"/>
                  <a:pt x="4710927" y="3166156"/>
                </a:cubicBezTo>
                <a:cubicBezTo>
                  <a:pt x="4724607" y="3172997"/>
                  <a:pt x="4731447" y="3152475"/>
                  <a:pt x="4745127" y="3156795"/>
                </a:cubicBezTo>
                <a:cubicBezTo>
                  <a:pt x="4745127" y="3154005"/>
                  <a:pt x="4743709" y="3152610"/>
                  <a:pt x="4741437" y="3152019"/>
                </a:cubicBezTo>
                <a:close/>
                <a:moveTo>
                  <a:pt x="5809050" y="3140075"/>
                </a:moveTo>
                <a:cubicBezTo>
                  <a:pt x="5809050" y="3151364"/>
                  <a:pt x="5804696" y="3171472"/>
                  <a:pt x="5790907" y="3171472"/>
                </a:cubicBezTo>
                <a:cubicBezTo>
                  <a:pt x="5784013" y="3162300"/>
                  <a:pt x="5799979" y="3151364"/>
                  <a:pt x="5809050" y="3140075"/>
                </a:cubicBezTo>
                <a:close/>
                <a:moveTo>
                  <a:pt x="4785211" y="3139863"/>
                </a:moveTo>
                <a:cubicBezTo>
                  <a:pt x="4776875" y="3137939"/>
                  <a:pt x="4761147" y="3145635"/>
                  <a:pt x="4754127" y="3145635"/>
                </a:cubicBezTo>
                <a:cubicBezTo>
                  <a:pt x="4749807" y="3156795"/>
                  <a:pt x="4756647" y="3152475"/>
                  <a:pt x="4765647" y="3154635"/>
                </a:cubicBezTo>
                <a:cubicBezTo>
                  <a:pt x="4760967" y="3168316"/>
                  <a:pt x="4751967" y="3163636"/>
                  <a:pt x="4747287" y="3175157"/>
                </a:cubicBezTo>
                <a:cubicBezTo>
                  <a:pt x="4758807" y="3176237"/>
                  <a:pt x="4766817" y="3172277"/>
                  <a:pt x="4773342" y="3166336"/>
                </a:cubicBezTo>
                <a:lnTo>
                  <a:pt x="4788476" y="3148062"/>
                </a:lnTo>
                <a:lnTo>
                  <a:pt x="4783447" y="3145174"/>
                </a:lnTo>
                <a:cubicBezTo>
                  <a:pt x="4783447" y="3142294"/>
                  <a:pt x="4784167" y="3141124"/>
                  <a:pt x="4785213" y="3140708"/>
                </a:cubicBezTo>
                <a:lnTo>
                  <a:pt x="4785994" y="3140720"/>
                </a:lnTo>
                <a:close/>
                <a:moveTo>
                  <a:pt x="4865656" y="3139353"/>
                </a:moveTo>
                <a:lnTo>
                  <a:pt x="4868608" y="3140144"/>
                </a:lnTo>
                <a:cubicBezTo>
                  <a:pt x="4870318" y="3140954"/>
                  <a:pt x="4871488" y="3142035"/>
                  <a:pt x="4870408" y="3143115"/>
                </a:cubicBezTo>
                <a:close/>
                <a:moveTo>
                  <a:pt x="4864177" y="3138183"/>
                </a:moveTo>
                <a:lnTo>
                  <a:pt x="4865656" y="3139353"/>
                </a:lnTo>
                <a:lnTo>
                  <a:pt x="4863568" y="3138794"/>
                </a:lnTo>
                <a:close/>
                <a:moveTo>
                  <a:pt x="307698" y="3133323"/>
                </a:moveTo>
                <a:cubicBezTo>
                  <a:pt x="323448" y="3140227"/>
                  <a:pt x="328102" y="3128962"/>
                  <a:pt x="341705" y="3133323"/>
                </a:cubicBezTo>
                <a:cubicBezTo>
                  <a:pt x="337051" y="3158761"/>
                  <a:pt x="319153" y="3128962"/>
                  <a:pt x="312351" y="3154037"/>
                </a:cubicBezTo>
                <a:cubicBezTo>
                  <a:pt x="312351" y="3147132"/>
                  <a:pt x="305550" y="3142408"/>
                  <a:pt x="307698" y="3133323"/>
                </a:cubicBezTo>
                <a:close/>
                <a:moveTo>
                  <a:pt x="5251836" y="3124200"/>
                </a:moveTo>
                <a:cubicBezTo>
                  <a:pt x="5251836" y="3138009"/>
                  <a:pt x="5228917" y="3153998"/>
                  <a:pt x="5217275" y="3149274"/>
                </a:cubicBezTo>
                <a:cubicBezTo>
                  <a:pt x="5217275" y="3138009"/>
                  <a:pt x="5240558" y="3133285"/>
                  <a:pt x="5251836" y="3124200"/>
                </a:cubicBezTo>
                <a:close/>
                <a:moveTo>
                  <a:pt x="4829368" y="3118273"/>
                </a:moveTo>
                <a:cubicBezTo>
                  <a:pt x="4827028" y="3121693"/>
                  <a:pt x="4824778" y="3126823"/>
                  <a:pt x="4821943" y="3129974"/>
                </a:cubicBezTo>
                <a:lnTo>
                  <a:pt x="4819751" y="3131249"/>
                </a:lnTo>
                <a:lnTo>
                  <a:pt x="4819546" y="3136770"/>
                </a:lnTo>
                <a:cubicBezTo>
                  <a:pt x="4817256" y="3141552"/>
                  <a:pt x="4813262" y="3145399"/>
                  <a:pt x="4808694" y="3147965"/>
                </a:cubicBezTo>
                <a:lnTo>
                  <a:pt x="4800899" y="3149873"/>
                </a:lnTo>
                <a:lnTo>
                  <a:pt x="4799313" y="3155260"/>
                </a:lnTo>
                <a:cubicBezTo>
                  <a:pt x="4799938" y="3157245"/>
                  <a:pt x="4802098" y="3159226"/>
                  <a:pt x="4806688" y="3161476"/>
                </a:cubicBezTo>
                <a:cubicBezTo>
                  <a:pt x="4815688" y="3156795"/>
                  <a:pt x="4820368" y="3127273"/>
                  <a:pt x="4840528" y="3129794"/>
                </a:cubicBezTo>
                <a:lnTo>
                  <a:pt x="4839623" y="3124398"/>
                </a:lnTo>
                <a:lnTo>
                  <a:pt x="4836450" y="3123947"/>
                </a:lnTo>
                <a:lnTo>
                  <a:pt x="4830628" y="3118783"/>
                </a:lnTo>
                <a:close/>
                <a:moveTo>
                  <a:pt x="5750351" y="3106737"/>
                </a:moveTo>
                <a:cubicBezTo>
                  <a:pt x="5754984" y="3113490"/>
                  <a:pt x="5746075" y="3118110"/>
                  <a:pt x="5750351" y="3122730"/>
                </a:cubicBezTo>
                <a:cubicBezTo>
                  <a:pt x="5757122" y="3122730"/>
                  <a:pt x="5766032" y="3122730"/>
                  <a:pt x="5772803" y="3120242"/>
                </a:cubicBezTo>
                <a:cubicBezTo>
                  <a:pt x="5782069" y="3129483"/>
                  <a:pt x="5766032" y="3138368"/>
                  <a:pt x="5770665" y="3145121"/>
                </a:cubicBezTo>
                <a:cubicBezTo>
                  <a:pt x="5759261" y="3140501"/>
                  <a:pt x="5748213" y="3154006"/>
                  <a:pt x="5736809" y="3142633"/>
                </a:cubicBezTo>
                <a:cubicBezTo>
                  <a:pt x="5757122" y="3129483"/>
                  <a:pt x="5730038" y="3120242"/>
                  <a:pt x="5750351" y="3106737"/>
                </a:cubicBezTo>
                <a:close/>
                <a:moveTo>
                  <a:pt x="5484769" y="3106737"/>
                </a:moveTo>
                <a:cubicBezTo>
                  <a:pt x="5494071" y="3116038"/>
                  <a:pt x="5496303" y="3124982"/>
                  <a:pt x="5484769" y="3131779"/>
                </a:cubicBezTo>
                <a:cubicBezTo>
                  <a:pt x="5472863" y="3129633"/>
                  <a:pt x="5475095" y="3113534"/>
                  <a:pt x="5484769" y="3106737"/>
                </a:cubicBezTo>
                <a:close/>
                <a:moveTo>
                  <a:pt x="4924008" y="3097051"/>
                </a:moveTo>
                <a:lnTo>
                  <a:pt x="4910710" y="3097739"/>
                </a:lnTo>
                <a:lnTo>
                  <a:pt x="4902350" y="3103403"/>
                </a:lnTo>
                <a:lnTo>
                  <a:pt x="4902135" y="3105321"/>
                </a:lnTo>
                <a:lnTo>
                  <a:pt x="4912776" y="3102100"/>
                </a:lnTo>
                <a:close/>
                <a:moveTo>
                  <a:pt x="5508494" y="3087687"/>
                </a:moveTo>
                <a:cubicBezTo>
                  <a:pt x="5513080" y="3092524"/>
                  <a:pt x="5508494" y="3096989"/>
                  <a:pt x="5513080" y="3101826"/>
                </a:cubicBezTo>
                <a:cubicBezTo>
                  <a:pt x="5519782" y="3094756"/>
                  <a:pt x="5519782" y="3094756"/>
                  <a:pt x="5519782" y="3094756"/>
                </a:cubicBezTo>
                <a:cubicBezTo>
                  <a:pt x="5526485" y="3111128"/>
                  <a:pt x="5508494" y="3099593"/>
                  <a:pt x="5504260" y="3108895"/>
                </a:cubicBezTo>
                <a:cubicBezTo>
                  <a:pt x="5495088" y="3096989"/>
                  <a:pt x="5495088" y="3096989"/>
                  <a:pt x="5495088" y="3096989"/>
                </a:cubicBezTo>
                <a:cubicBezTo>
                  <a:pt x="5508494" y="3087687"/>
                  <a:pt x="5508494" y="3087687"/>
                  <a:pt x="5508494" y="3087687"/>
                </a:cubicBezTo>
                <a:close/>
                <a:moveTo>
                  <a:pt x="236622" y="3068637"/>
                </a:moveTo>
                <a:cubicBezTo>
                  <a:pt x="239131" y="3091128"/>
                  <a:pt x="261715" y="3100410"/>
                  <a:pt x="257055" y="3125043"/>
                </a:cubicBezTo>
                <a:cubicBezTo>
                  <a:pt x="263866" y="3127185"/>
                  <a:pt x="263866" y="3122901"/>
                  <a:pt x="268526" y="3122901"/>
                </a:cubicBezTo>
                <a:cubicBezTo>
                  <a:pt x="266016" y="3113619"/>
                  <a:pt x="268526" y="3102552"/>
                  <a:pt x="266016" y="3093627"/>
                </a:cubicBezTo>
                <a:cubicBezTo>
                  <a:pt x="277487" y="3093627"/>
                  <a:pt x="297920" y="3109335"/>
                  <a:pt x="306882" y="3086844"/>
                </a:cubicBezTo>
                <a:cubicBezTo>
                  <a:pt x="322654" y="3106836"/>
                  <a:pt x="272827" y="3106836"/>
                  <a:pt x="270676" y="3133968"/>
                </a:cubicBezTo>
                <a:cubicBezTo>
                  <a:pt x="254904" y="3131826"/>
                  <a:pt x="241282" y="3136467"/>
                  <a:pt x="232320" y="3142893"/>
                </a:cubicBezTo>
                <a:cubicBezTo>
                  <a:pt x="225510" y="3131826"/>
                  <a:pt x="216189" y="3122901"/>
                  <a:pt x="211888" y="3111477"/>
                </a:cubicBezTo>
                <a:cubicBezTo>
                  <a:pt x="216189" y="3097911"/>
                  <a:pt x="223000" y="3095769"/>
                  <a:pt x="234471" y="3093627"/>
                </a:cubicBezTo>
                <a:cubicBezTo>
                  <a:pt x="227660" y="3084345"/>
                  <a:pt x="234471" y="3084345"/>
                  <a:pt x="236622" y="3068637"/>
                </a:cubicBezTo>
                <a:close/>
                <a:moveTo>
                  <a:pt x="272159" y="3056008"/>
                </a:moveTo>
                <a:cubicBezTo>
                  <a:pt x="274656" y="3074202"/>
                  <a:pt x="292493" y="3049587"/>
                  <a:pt x="288212" y="3080980"/>
                </a:cubicBezTo>
                <a:cubicBezTo>
                  <a:pt x="270018" y="3076342"/>
                  <a:pt x="270018" y="3076342"/>
                  <a:pt x="270018" y="3076342"/>
                </a:cubicBezTo>
                <a:cubicBezTo>
                  <a:pt x="272159" y="3065283"/>
                  <a:pt x="261100" y="3067424"/>
                  <a:pt x="272159" y="3056008"/>
                </a:cubicBezTo>
                <a:close/>
                <a:moveTo>
                  <a:pt x="4215383" y="3048428"/>
                </a:moveTo>
                <a:cubicBezTo>
                  <a:pt x="4209263" y="3049283"/>
                  <a:pt x="4202648" y="3050858"/>
                  <a:pt x="4196573" y="3051972"/>
                </a:cubicBezTo>
                <a:lnTo>
                  <a:pt x="4192107" y="3052195"/>
                </a:lnTo>
                <a:lnTo>
                  <a:pt x="4192450" y="3054006"/>
                </a:lnTo>
                <a:cubicBezTo>
                  <a:pt x="4193952" y="3055553"/>
                  <a:pt x="4196674" y="3055800"/>
                  <a:pt x="4201265" y="3054090"/>
                </a:cubicBezTo>
                <a:lnTo>
                  <a:pt x="4199927" y="3058818"/>
                </a:lnTo>
                <a:lnTo>
                  <a:pt x="4205123" y="3058689"/>
                </a:lnTo>
                <a:cubicBezTo>
                  <a:pt x="4216193" y="3057518"/>
                  <a:pt x="4228703" y="3055808"/>
                  <a:pt x="4237883" y="3061389"/>
                </a:cubicBezTo>
                <a:cubicBezTo>
                  <a:pt x="4237883" y="3047888"/>
                  <a:pt x="4227623" y="3046718"/>
                  <a:pt x="4215383" y="3048428"/>
                </a:cubicBezTo>
                <a:close/>
                <a:moveTo>
                  <a:pt x="4388844" y="3045528"/>
                </a:moveTo>
                <a:lnTo>
                  <a:pt x="4383325" y="3048068"/>
                </a:lnTo>
                <a:lnTo>
                  <a:pt x="4388506" y="3047689"/>
                </a:lnTo>
                <a:close/>
                <a:moveTo>
                  <a:pt x="4306351" y="3042775"/>
                </a:moveTo>
                <a:lnTo>
                  <a:pt x="4293955" y="3045572"/>
                </a:lnTo>
                <a:lnTo>
                  <a:pt x="4292058" y="3047264"/>
                </a:lnTo>
                <a:lnTo>
                  <a:pt x="4288455" y="3048398"/>
                </a:lnTo>
                <a:lnTo>
                  <a:pt x="4278406" y="3053609"/>
                </a:lnTo>
                <a:cubicBezTo>
                  <a:pt x="4273343" y="3056304"/>
                  <a:pt x="4268663" y="3058599"/>
                  <a:pt x="4265243" y="3059229"/>
                </a:cubicBezTo>
                <a:cubicBezTo>
                  <a:pt x="4281084" y="3068229"/>
                  <a:pt x="4294764" y="3043388"/>
                  <a:pt x="4310604" y="3052748"/>
                </a:cubicBezTo>
                <a:lnTo>
                  <a:pt x="4308468" y="3047738"/>
                </a:lnTo>
                <a:lnTo>
                  <a:pt x="4308197" y="3047610"/>
                </a:lnTo>
                <a:lnTo>
                  <a:pt x="4308331" y="3047416"/>
                </a:lnTo>
                <a:close/>
                <a:moveTo>
                  <a:pt x="5868122" y="3040271"/>
                </a:moveTo>
                <a:cubicBezTo>
                  <a:pt x="5872140" y="3039740"/>
                  <a:pt x="5875638" y="3041211"/>
                  <a:pt x="5877321" y="3045827"/>
                </a:cubicBezTo>
                <a:cubicBezTo>
                  <a:pt x="5870590" y="3056689"/>
                  <a:pt x="5861735" y="3052706"/>
                  <a:pt x="5852879" y="3068275"/>
                </a:cubicBezTo>
                <a:cubicBezTo>
                  <a:pt x="5839329" y="3061486"/>
                  <a:pt x="5856067" y="3041867"/>
                  <a:pt x="5868122" y="3040271"/>
                </a:cubicBezTo>
                <a:close/>
                <a:moveTo>
                  <a:pt x="4407815" y="3036798"/>
                </a:moveTo>
                <a:lnTo>
                  <a:pt x="4405764" y="3037741"/>
                </a:lnTo>
                <a:lnTo>
                  <a:pt x="4408287" y="3038609"/>
                </a:lnTo>
                <a:close/>
                <a:moveTo>
                  <a:pt x="4095727" y="3030787"/>
                </a:moveTo>
                <a:cubicBezTo>
                  <a:pt x="4090642" y="3030517"/>
                  <a:pt x="4083262" y="3032227"/>
                  <a:pt x="4078762" y="3032227"/>
                </a:cubicBezTo>
                <a:lnTo>
                  <a:pt x="4078350" y="3033432"/>
                </a:lnTo>
                <a:lnTo>
                  <a:pt x="4078493" y="3033929"/>
                </a:lnTo>
                <a:lnTo>
                  <a:pt x="4078252" y="3033717"/>
                </a:lnTo>
                <a:lnTo>
                  <a:pt x="4075297" y="3042353"/>
                </a:lnTo>
                <a:cubicBezTo>
                  <a:pt x="4075004" y="3043500"/>
                  <a:pt x="4074431" y="3044659"/>
                  <a:pt x="4072940" y="3046251"/>
                </a:cubicBezTo>
                <a:lnTo>
                  <a:pt x="4071466" y="3047470"/>
                </a:lnTo>
                <a:lnTo>
                  <a:pt x="4070645" y="3052611"/>
                </a:lnTo>
                <a:lnTo>
                  <a:pt x="4067967" y="3052987"/>
                </a:lnTo>
                <a:lnTo>
                  <a:pt x="4075128" y="3053581"/>
                </a:lnTo>
                <a:cubicBezTo>
                  <a:pt x="4083667" y="3048653"/>
                  <a:pt x="4088662" y="3030967"/>
                  <a:pt x="4098922" y="3041228"/>
                </a:cubicBezTo>
                <a:lnTo>
                  <a:pt x="4100954" y="3033265"/>
                </a:lnTo>
                <a:lnTo>
                  <a:pt x="4100871" y="3033087"/>
                </a:lnTo>
                <a:close/>
                <a:moveTo>
                  <a:pt x="4032443" y="3029717"/>
                </a:moveTo>
                <a:lnTo>
                  <a:pt x="4031748" y="3034279"/>
                </a:lnTo>
                <a:lnTo>
                  <a:pt x="4035202" y="3030067"/>
                </a:lnTo>
                <a:close/>
                <a:moveTo>
                  <a:pt x="4335804" y="3027547"/>
                </a:moveTo>
                <a:lnTo>
                  <a:pt x="4335394" y="3028367"/>
                </a:lnTo>
                <a:lnTo>
                  <a:pt x="4336572" y="3028072"/>
                </a:lnTo>
                <a:close/>
                <a:moveTo>
                  <a:pt x="5916912" y="3025775"/>
                </a:moveTo>
                <a:cubicBezTo>
                  <a:pt x="5923355" y="3032760"/>
                  <a:pt x="5900803" y="3048936"/>
                  <a:pt x="5894001" y="3060332"/>
                </a:cubicBezTo>
                <a:cubicBezTo>
                  <a:pt x="5887200" y="3044156"/>
                  <a:pt x="5910110" y="3032760"/>
                  <a:pt x="5916912" y="3025775"/>
                </a:cubicBezTo>
                <a:close/>
                <a:moveTo>
                  <a:pt x="4193693" y="3015486"/>
                </a:moveTo>
                <a:cubicBezTo>
                  <a:pt x="4190003" y="3016926"/>
                  <a:pt x="4186583" y="3019806"/>
                  <a:pt x="4183163" y="3023226"/>
                </a:cubicBezTo>
                <a:lnTo>
                  <a:pt x="4192937" y="3024900"/>
                </a:lnTo>
                <a:lnTo>
                  <a:pt x="4194425" y="3022768"/>
                </a:lnTo>
                <a:lnTo>
                  <a:pt x="4194080" y="3025096"/>
                </a:lnTo>
                <a:lnTo>
                  <a:pt x="4197878" y="3025746"/>
                </a:lnTo>
                <a:cubicBezTo>
                  <a:pt x="4202423" y="3023766"/>
                  <a:pt x="4205843" y="3019806"/>
                  <a:pt x="4205843" y="3016386"/>
                </a:cubicBezTo>
                <a:cubicBezTo>
                  <a:pt x="4201343" y="3014046"/>
                  <a:pt x="4197383" y="3014046"/>
                  <a:pt x="4193693" y="3015486"/>
                </a:cubicBezTo>
                <a:close/>
                <a:moveTo>
                  <a:pt x="4361576" y="3011879"/>
                </a:moveTo>
                <a:lnTo>
                  <a:pt x="4357928" y="3015297"/>
                </a:lnTo>
                <a:lnTo>
                  <a:pt x="4360644" y="3016386"/>
                </a:lnTo>
                <a:close/>
                <a:moveTo>
                  <a:pt x="4072727" y="3011063"/>
                </a:moveTo>
                <a:lnTo>
                  <a:pt x="4071568" y="3011132"/>
                </a:lnTo>
                <a:lnTo>
                  <a:pt x="4071111" y="3011435"/>
                </a:lnTo>
                <a:lnTo>
                  <a:pt x="4072102" y="3011743"/>
                </a:lnTo>
                <a:lnTo>
                  <a:pt x="4074764" y="3020983"/>
                </a:lnTo>
                <a:lnTo>
                  <a:pt x="4083892" y="3019986"/>
                </a:lnTo>
                <a:cubicBezTo>
                  <a:pt x="4087717" y="3019581"/>
                  <a:pt x="4091475" y="3019536"/>
                  <a:pt x="4095131" y="3020875"/>
                </a:cubicBezTo>
                <a:lnTo>
                  <a:pt x="4095170" y="3020909"/>
                </a:lnTo>
                <a:lnTo>
                  <a:pt x="4094913" y="3020360"/>
                </a:lnTo>
                <a:cubicBezTo>
                  <a:pt x="4099439" y="3013542"/>
                  <a:pt x="4104598" y="3015247"/>
                  <a:pt x="4110618" y="3016099"/>
                </a:cubicBezTo>
                <a:lnTo>
                  <a:pt x="4116136" y="3015796"/>
                </a:lnTo>
                <a:lnTo>
                  <a:pt x="4117283" y="3013866"/>
                </a:lnTo>
                <a:lnTo>
                  <a:pt x="4093482" y="3011102"/>
                </a:lnTo>
                <a:lnTo>
                  <a:pt x="4091641" y="3011720"/>
                </a:lnTo>
                <a:cubicBezTo>
                  <a:pt x="4086347" y="3012780"/>
                  <a:pt x="4081203" y="3013198"/>
                  <a:pt x="4076380" y="3012563"/>
                </a:cubicBezTo>
                <a:close/>
                <a:moveTo>
                  <a:pt x="4367008" y="3006788"/>
                </a:moveTo>
                <a:lnTo>
                  <a:pt x="4366487" y="3007276"/>
                </a:lnTo>
                <a:lnTo>
                  <a:pt x="4367461" y="3007031"/>
                </a:lnTo>
                <a:lnTo>
                  <a:pt x="4367450" y="3007008"/>
                </a:lnTo>
                <a:close/>
                <a:moveTo>
                  <a:pt x="4324238" y="3006301"/>
                </a:moveTo>
                <a:lnTo>
                  <a:pt x="4315284" y="3011706"/>
                </a:lnTo>
                <a:cubicBezTo>
                  <a:pt x="4323204" y="3015126"/>
                  <a:pt x="4330584" y="3013416"/>
                  <a:pt x="4337964" y="3012290"/>
                </a:cubicBezTo>
                <a:lnTo>
                  <a:pt x="4338159" y="3012281"/>
                </a:lnTo>
                <a:lnTo>
                  <a:pt x="4324039" y="3006568"/>
                </a:lnTo>
                <a:close/>
                <a:moveTo>
                  <a:pt x="5786830" y="2997200"/>
                </a:moveTo>
                <a:cubicBezTo>
                  <a:pt x="5784681" y="3022270"/>
                  <a:pt x="5764271" y="3042327"/>
                  <a:pt x="5739563" y="3055579"/>
                </a:cubicBezTo>
                <a:cubicBezTo>
                  <a:pt x="5746367" y="3035880"/>
                  <a:pt x="5759616" y="2997200"/>
                  <a:pt x="5786830" y="2997200"/>
                </a:cubicBezTo>
                <a:close/>
                <a:moveTo>
                  <a:pt x="3630322" y="2994339"/>
                </a:moveTo>
                <a:lnTo>
                  <a:pt x="3621390" y="3001287"/>
                </a:lnTo>
                <a:lnTo>
                  <a:pt x="3621348" y="3004042"/>
                </a:lnTo>
                <a:lnTo>
                  <a:pt x="3627725" y="3009088"/>
                </a:lnTo>
                <a:close/>
                <a:moveTo>
                  <a:pt x="4547065" y="2992982"/>
                </a:moveTo>
                <a:lnTo>
                  <a:pt x="4537162" y="2993210"/>
                </a:lnTo>
                <a:lnTo>
                  <a:pt x="4540466" y="3003373"/>
                </a:lnTo>
                <a:lnTo>
                  <a:pt x="4544423" y="3006464"/>
                </a:lnTo>
                <a:lnTo>
                  <a:pt x="4545360" y="3005810"/>
                </a:lnTo>
                <a:cubicBezTo>
                  <a:pt x="4546046" y="3004393"/>
                  <a:pt x="4546586" y="3001985"/>
                  <a:pt x="4547126" y="2998025"/>
                </a:cubicBezTo>
                <a:cubicBezTo>
                  <a:pt x="4548206" y="3000365"/>
                  <a:pt x="4547666" y="3002615"/>
                  <a:pt x="4547711" y="3004865"/>
                </a:cubicBezTo>
                <a:lnTo>
                  <a:pt x="4550589" y="3009673"/>
                </a:lnTo>
                <a:lnTo>
                  <a:pt x="4560583" y="3004408"/>
                </a:lnTo>
                <a:cubicBezTo>
                  <a:pt x="4558243" y="3000988"/>
                  <a:pt x="4554823" y="2999278"/>
                  <a:pt x="4551447" y="2997297"/>
                </a:cubicBezTo>
                <a:close/>
                <a:moveTo>
                  <a:pt x="4603788" y="2992887"/>
                </a:moveTo>
                <a:lnTo>
                  <a:pt x="4603654" y="2993581"/>
                </a:lnTo>
                <a:lnTo>
                  <a:pt x="4605583" y="2993342"/>
                </a:lnTo>
                <a:close/>
                <a:moveTo>
                  <a:pt x="538976" y="2991057"/>
                </a:moveTo>
                <a:cubicBezTo>
                  <a:pt x="525069" y="2995191"/>
                  <a:pt x="517036" y="3010511"/>
                  <a:pt x="505155" y="3020769"/>
                </a:cubicBezTo>
                <a:cubicBezTo>
                  <a:pt x="511996" y="3048126"/>
                  <a:pt x="562041" y="3048126"/>
                  <a:pt x="566361" y="3018610"/>
                </a:cubicBezTo>
                <a:cubicBezTo>
                  <a:pt x="550520" y="3020769"/>
                  <a:pt x="555200" y="3004932"/>
                  <a:pt x="555200" y="2991254"/>
                </a:cubicBezTo>
                <a:cubicBezTo>
                  <a:pt x="548900" y="2989544"/>
                  <a:pt x="543611" y="2989679"/>
                  <a:pt x="538976" y="2991057"/>
                </a:cubicBezTo>
                <a:close/>
                <a:moveTo>
                  <a:pt x="5461339" y="2990762"/>
                </a:moveTo>
                <a:cubicBezTo>
                  <a:pt x="5472503" y="3020256"/>
                  <a:pt x="5433969" y="3006588"/>
                  <a:pt x="5415602" y="3031765"/>
                </a:cubicBezTo>
                <a:cubicBezTo>
                  <a:pt x="5408760" y="3027089"/>
                  <a:pt x="5413442" y="3022773"/>
                  <a:pt x="5408760" y="3018098"/>
                </a:cubicBezTo>
                <a:cubicBezTo>
                  <a:pt x="5404438" y="3022773"/>
                  <a:pt x="5399757" y="3018098"/>
                  <a:pt x="5395075" y="3022773"/>
                </a:cubicBezTo>
                <a:cubicBezTo>
                  <a:pt x="5406599" y="2986087"/>
                  <a:pt x="5440811" y="3009106"/>
                  <a:pt x="5461339" y="2990762"/>
                </a:cubicBezTo>
                <a:close/>
                <a:moveTo>
                  <a:pt x="4622150" y="2990727"/>
                </a:moveTo>
                <a:lnTo>
                  <a:pt x="4622069" y="2991295"/>
                </a:lnTo>
                <a:lnTo>
                  <a:pt x="4622890" y="2991193"/>
                </a:lnTo>
                <a:close/>
                <a:moveTo>
                  <a:pt x="3933222" y="2990008"/>
                </a:moveTo>
                <a:lnTo>
                  <a:pt x="3933123" y="2990039"/>
                </a:lnTo>
                <a:lnTo>
                  <a:pt x="3921218" y="2993671"/>
                </a:lnTo>
                <a:lnTo>
                  <a:pt x="3923123" y="2996117"/>
                </a:lnTo>
                <a:cubicBezTo>
                  <a:pt x="3924490" y="2996731"/>
                  <a:pt x="3925919" y="2996517"/>
                  <a:pt x="3927336" y="2996089"/>
                </a:cubicBezTo>
                <a:lnTo>
                  <a:pt x="3932141" y="2995950"/>
                </a:lnTo>
                <a:lnTo>
                  <a:pt x="3933578" y="2991132"/>
                </a:lnTo>
                <a:close/>
                <a:moveTo>
                  <a:pt x="4691017" y="2986554"/>
                </a:moveTo>
                <a:lnTo>
                  <a:pt x="4673534" y="2992381"/>
                </a:lnTo>
                <a:lnTo>
                  <a:pt x="4672894" y="2992111"/>
                </a:lnTo>
                <a:lnTo>
                  <a:pt x="4668329" y="2994998"/>
                </a:lnTo>
                <a:cubicBezTo>
                  <a:pt x="4665274" y="2996742"/>
                  <a:pt x="4662147" y="2998025"/>
                  <a:pt x="4658727" y="2998025"/>
                </a:cubicBezTo>
                <a:cubicBezTo>
                  <a:pt x="4656567" y="3002705"/>
                  <a:pt x="4665567" y="3004865"/>
                  <a:pt x="4670247" y="3007025"/>
                </a:cubicBezTo>
                <a:lnTo>
                  <a:pt x="4672623" y="3004262"/>
                </a:lnTo>
                <a:lnTo>
                  <a:pt x="4672837" y="3001962"/>
                </a:lnTo>
                <a:lnTo>
                  <a:pt x="4673723" y="3002982"/>
                </a:lnTo>
                <a:lnTo>
                  <a:pt x="4675973" y="3000365"/>
                </a:lnTo>
                <a:cubicBezTo>
                  <a:pt x="4682487" y="2996585"/>
                  <a:pt x="4691127" y="2999285"/>
                  <a:pt x="4699767" y="2989024"/>
                </a:cubicBezTo>
                <a:close/>
                <a:moveTo>
                  <a:pt x="4711900" y="2983694"/>
                </a:moveTo>
                <a:lnTo>
                  <a:pt x="4710927" y="2984344"/>
                </a:lnTo>
                <a:lnTo>
                  <a:pt x="4712850" y="2984539"/>
                </a:lnTo>
                <a:close/>
                <a:moveTo>
                  <a:pt x="4607966" y="2978493"/>
                </a:moveTo>
                <a:lnTo>
                  <a:pt x="4596786" y="2983152"/>
                </a:lnTo>
                <a:lnTo>
                  <a:pt x="4612789" y="2988567"/>
                </a:lnTo>
                <a:lnTo>
                  <a:pt x="4622363" y="2980040"/>
                </a:lnTo>
                <a:close/>
                <a:moveTo>
                  <a:pt x="5805651" y="2971949"/>
                </a:moveTo>
                <a:cubicBezTo>
                  <a:pt x="5807736" y="2972362"/>
                  <a:pt x="5809905" y="2973744"/>
                  <a:pt x="5812230" y="2976509"/>
                </a:cubicBezTo>
                <a:lnTo>
                  <a:pt x="5793985" y="2996843"/>
                </a:lnTo>
                <a:cubicBezTo>
                  <a:pt x="5787188" y="2992205"/>
                  <a:pt x="5791839" y="2987924"/>
                  <a:pt x="5787188" y="2983287"/>
                </a:cubicBezTo>
                <a:cubicBezTo>
                  <a:pt x="5793896" y="2978203"/>
                  <a:pt x="5799396" y="2970712"/>
                  <a:pt x="5805651" y="2971949"/>
                </a:cubicBezTo>
                <a:close/>
                <a:moveTo>
                  <a:pt x="4783185" y="2971087"/>
                </a:moveTo>
                <a:lnTo>
                  <a:pt x="4765025" y="2971576"/>
                </a:lnTo>
                <a:lnTo>
                  <a:pt x="4762734" y="2971131"/>
                </a:lnTo>
                <a:lnTo>
                  <a:pt x="4756512" y="2978713"/>
                </a:lnTo>
                <a:cubicBezTo>
                  <a:pt x="4753047" y="2981283"/>
                  <a:pt x="4749087" y="2982723"/>
                  <a:pt x="4745127" y="2982183"/>
                </a:cubicBezTo>
                <a:cubicBezTo>
                  <a:pt x="4750257" y="2994064"/>
                  <a:pt x="4763082" y="2981644"/>
                  <a:pt x="4774945" y="2976665"/>
                </a:cubicBezTo>
                <a:lnTo>
                  <a:pt x="4778028" y="2976302"/>
                </a:lnTo>
                <a:lnTo>
                  <a:pt x="4783666" y="2971773"/>
                </a:lnTo>
                <a:close/>
                <a:moveTo>
                  <a:pt x="4743012" y="2969355"/>
                </a:moveTo>
                <a:lnTo>
                  <a:pt x="4737297" y="2970496"/>
                </a:lnTo>
                <a:lnTo>
                  <a:pt x="4735607" y="2975775"/>
                </a:lnTo>
                <a:cubicBezTo>
                  <a:pt x="4732636" y="2978768"/>
                  <a:pt x="4727686" y="2978655"/>
                  <a:pt x="4724715" y="2982728"/>
                </a:cubicBezTo>
                <a:lnTo>
                  <a:pt x="4723999" y="2985668"/>
                </a:lnTo>
                <a:lnTo>
                  <a:pt x="4724697" y="2985739"/>
                </a:lnTo>
                <a:cubicBezTo>
                  <a:pt x="4729287" y="2984884"/>
                  <a:pt x="4732707" y="2984344"/>
                  <a:pt x="4731447" y="2989024"/>
                </a:cubicBezTo>
                <a:cubicBezTo>
                  <a:pt x="4735947" y="2987764"/>
                  <a:pt x="4740537" y="2984344"/>
                  <a:pt x="4743687" y="2980383"/>
                </a:cubicBezTo>
                <a:lnTo>
                  <a:pt x="4746729" y="2970342"/>
                </a:lnTo>
                <a:close/>
                <a:moveTo>
                  <a:pt x="6013275" y="2966567"/>
                </a:moveTo>
                <a:cubicBezTo>
                  <a:pt x="6017393" y="2966436"/>
                  <a:pt x="6021157" y="2967549"/>
                  <a:pt x="6023371" y="2970365"/>
                </a:cubicBezTo>
                <a:cubicBezTo>
                  <a:pt x="6016995" y="2986355"/>
                  <a:pt x="6005659" y="2970365"/>
                  <a:pt x="5998929" y="2988898"/>
                </a:cubicBezTo>
                <a:cubicBezTo>
                  <a:pt x="5985379" y="2978542"/>
                  <a:pt x="6000921" y="2966958"/>
                  <a:pt x="6013275" y="2966567"/>
                </a:cubicBezTo>
                <a:close/>
                <a:moveTo>
                  <a:pt x="4686087" y="2959502"/>
                </a:moveTo>
                <a:cubicBezTo>
                  <a:pt x="4679247" y="2960582"/>
                  <a:pt x="4676367" y="2963372"/>
                  <a:pt x="4674342" y="2967332"/>
                </a:cubicBezTo>
                <a:lnTo>
                  <a:pt x="4672135" y="2972286"/>
                </a:lnTo>
                <a:lnTo>
                  <a:pt x="4691039" y="2970486"/>
                </a:lnTo>
                <a:lnTo>
                  <a:pt x="4691951" y="2970023"/>
                </a:lnTo>
                <a:lnTo>
                  <a:pt x="4689057" y="2966612"/>
                </a:lnTo>
                <a:cubicBezTo>
                  <a:pt x="4686537" y="2964632"/>
                  <a:pt x="4683747" y="2962922"/>
                  <a:pt x="4686087" y="2959502"/>
                </a:cubicBezTo>
                <a:close/>
                <a:moveTo>
                  <a:pt x="5443824" y="2959100"/>
                </a:moveTo>
                <a:cubicBezTo>
                  <a:pt x="5450737" y="2959100"/>
                  <a:pt x="5457649" y="2963454"/>
                  <a:pt x="5464561" y="2970348"/>
                </a:cubicBezTo>
                <a:cubicBezTo>
                  <a:pt x="5455466" y="2977243"/>
                  <a:pt x="5446007" y="2984137"/>
                  <a:pt x="5439095" y="2981960"/>
                </a:cubicBezTo>
                <a:cubicBezTo>
                  <a:pt x="5430000" y="2972888"/>
                  <a:pt x="5448554" y="2968171"/>
                  <a:pt x="5443824" y="2959100"/>
                </a:cubicBezTo>
                <a:close/>
                <a:moveTo>
                  <a:pt x="5499752" y="2943378"/>
                </a:moveTo>
                <a:cubicBezTo>
                  <a:pt x="5492902" y="2943378"/>
                  <a:pt x="5467664" y="2954849"/>
                  <a:pt x="5481725" y="2966320"/>
                </a:cubicBezTo>
                <a:cubicBezTo>
                  <a:pt x="5486051" y="2959509"/>
                  <a:pt x="5506602" y="2952698"/>
                  <a:pt x="5499752" y="2943378"/>
                </a:cubicBezTo>
                <a:close/>
                <a:moveTo>
                  <a:pt x="5832167" y="2936875"/>
                </a:moveTo>
                <a:cubicBezTo>
                  <a:pt x="5850325" y="2945824"/>
                  <a:pt x="5820546" y="2961574"/>
                  <a:pt x="5815825" y="2973029"/>
                </a:cubicBezTo>
                <a:cubicBezTo>
                  <a:pt x="5795125" y="2966228"/>
                  <a:pt x="5820546" y="2936875"/>
                  <a:pt x="5832167" y="2936875"/>
                </a:cubicBezTo>
                <a:close/>
                <a:moveTo>
                  <a:pt x="4636269" y="2936119"/>
                </a:moveTo>
                <a:lnTo>
                  <a:pt x="4632906" y="2944780"/>
                </a:lnTo>
                <a:cubicBezTo>
                  <a:pt x="4630071" y="2947615"/>
                  <a:pt x="4626650" y="2949865"/>
                  <a:pt x="4624310" y="2954365"/>
                </a:cubicBezTo>
                <a:cubicBezTo>
                  <a:pt x="4620889" y="2953285"/>
                  <a:pt x="4620350" y="2945365"/>
                  <a:pt x="4621790" y="2938255"/>
                </a:cubicBezTo>
                <a:lnTo>
                  <a:pt x="4622524" y="2936362"/>
                </a:lnTo>
                <a:lnTo>
                  <a:pt x="4619846" y="2936820"/>
                </a:lnTo>
                <a:cubicBezTo>
                  <a:pt x="4613006" y="2943301"/>
                  <a:pt x="4631366" y="2963822"/>
                  <a:pt x="4613006" y="2954822"/>
                </a:cubicBezTo>
                <a:cubicBezTo>
                  <a:pt x="4610846" y="2956982"/>
                  <a:pt x="4610846" y="2959502"/>
                  <a:pt x="4613006" y="2961662"/>
                </a:cubicBezTo>
                <a:cubicBezTo>
                  <a:pt x="4613006" y="2961662"/>
                  <a:pt x="4613006" y="2961662"/>
                  <a:pt x="4608686" y="2968502"/>
                </a:cubicBezTo>
                <a:cubicBezTo>
                  <a:pt x="4613006" y="2966342"/>
                  <a:pt x="4619846" y="2968502"/>
                  <a:pt x="4624526" y="2970663"/>
                </a:cubicBezTo>
                <a:cubicBezTo>
                  <a:pt x="4631366" y="2959502"/>
                  <a:pt x="4631366" y="2950141"/>
                  <a:pt x="4640367" y="2936820"/>
                </a:cubicBezTo>
                <a:close/>
                <a:moveTo>
                  <a:pt x="252025" y="2928937"/>
                </a:moveTo>
                <a:cubicBezTo>
                  <a:pt x="275028" y="2931085"/>
                  <a:pt x="243039" y="2948983"/>
                  <a:pt x="258854" y="2958290"/>
                </a:cubicBezTo>
                <a:cubicBezTo>
                  <a:pt x="249868" y="2965092"/>
                  <a:pt x="243039" y="2940034"/>
                  <a:pt x="227224" y="2955785"/>
                </a:cubicBezTo>
                <a:cubicBezTo>
                  <a:pt x="218238" y="2937886"/>
                  <a:pt x="247711" y="2942182"/>
                  <a:pt x="252025" y="2928937"/>
                </a:cubicBezTo>
                <a:close/>
                <a:moveTo>
                  <a:pt x="5626997" y="2925762"/>
                </a:moveTo>
                <a:cubicBezTo>
                  <a:pt x="5631258" y="2930486"/>
                  <a:pt x="5631258" y="2939571"/>
                  <a:pt x="5624866" y="2934847"/>
                </a:cubicBezTo>
                <a:cubicBezTo>
                  <a:pt x="5620250" y="2939571"/>
                  <a:pt x="5629127" y="2943932"/>
                  <a:pt x="5631258" y="2948657"/>
                </a:cubicBezTo>
                <a:cubicBezTo>
                  <a:pt x="5626997" y="2950837"/>
                  <a:pt x="5622380" y="2950837"/>
                  <a:pt x="5618119" y="2955561"/>
                </a:cubicBezTo>
                <a:cubicBezTo>
                  <a:pt x="5604625" y="2946476"/>
                  <a:pt x="5618119" y="2925762"/>
                  <a:pt x="5626997" y="2925762"/>
                </a:cubicBezTo>
                <a:close/>
                <a:moveTo>
                  <a:pt x="5569016" y="2913062"/>
                </a:moveTo>
                <a:cubicBezTo>
                  <a:pt x="5591567" y="2915566"/>
                  <a:pt x="5571163" y="2933453"/>
                  <a:pt x="5557561" y="2938104"/>
                </a:cubicBezTo>
                <a:cubicBezTo>
                  <a:pt x="5555413" y="2926656"/>
                  <a:pt x="5575817" y="2917712"/>
                  <a:pt x="5569016" y="2913062"/>
                </a:cubicBezTo>
                <a:close/>
                <a:moveTo>
                  <a:pt x="4963533" y="2909563"/>
                </a:moveTo>
                <a:lnTo>
                  <a:pt x="4956803" y="2913035"/>
                </a:lnTo>
                <a:lnTo>
                  <a:pt x="4961344" y="2914170"/>
                </a:lnTo>
                <a:close/>
                <a:moveTo>
                  <a:pt x="5951087" y="2906294"/>
                </a:moveTo>
                <a:cubicBezTo>
                  <a:pt x="5960059" y="2901950"/>
                  <a:pt x="5969391" y="2929466"/>
                  <a:pt x="5955752" y="2942863"/>
                </a:cubicBezTo>
                <a:cubicBezTo>
                  <a:pt x="5928475" y="2936346"/>
                  <a:pt x="5966879" y="2915708"/>
                  <a:pt x="5951087" y="2906294"/>
                </a:cubicBezTo>
                <a:close/>
                <a:moveTo>
                  <a:pt x="5529315" y="2889250"/>
                </a:moveTo>
                <a:cubicBezTo>
                  <a:pt x="5536165" y="2918644"/>
                  <a:pt x="5504439" y="2913984"/>
                  <a:pt x="5495065" y="2934416"/>
                </a:cubicBezTo>
                <a:cubicBezTo>
                  <a:pt x="5515615" y="2952698"/>
                  <a:pt x="5531478" y="2902871"/>
                  <a:pt x="5556716" y="2889250"/>
                </a:cubicBezTo>
                <a:cubicBezTo>
                  <a:pt x="5558879" y="2893551"/>
                  <a:pt x="5561402" y="2905022"/>
                  <a:pt x="5554552" y="2900362"/>
                </a:cubicBezTo>
                <a:cubicBezTo>
                  <a:pt x="5554552" y="2907173"/>
                  <a:pt x="5561402" y="2905022"/>
                  <a:pt x="5558879" y="2916493"/>
                </a:cubicBezTo>
                <a:cubicBezTo>
                  <a:pt x="5518139" y="2945887"/>
                  <a:pt x="5518139" y="2979583"/>
                  <a:pt x="5472351" y="2988903"/>
                </a:cubicBezTo>
                <a:cubicBezTo>
                  <a:pt x="5465501" y="2982092"/>
                  <a:pt x="5481725" y="2961660"/>
                  <a:pt x="5463338" y="2963811"/>
                </a:cubicBezTo>
                <a:cubicBezTo>
                  <a:pt x="5483888" y="2934416"/>
                  <a:pt x="5499752" y="2907173"/>
                  <a:pt x="5529315" y="2889250"/>
                </a:cubicBezTo>
                <a:close/>
                <a:moveTo>
                  <a:pt x="5027369" y="2856895"/>
                </a:moveTo>
                <a:cubicBezTo>
                  <a:pt x="5027369" y="2856895"/>
                  <a:pt x="5027369" y="2856895"/>
                  <a:pt x="5026514" y="2858920"/>
                </a:cubicBezTo>
                <a:lnTo>
                  <a:pt x="5024078" y="2864691"/>
                </a:lnTo>
                <a:lnTo>
                  <a:pt x="5024153" y="2865133"/>
                </a:lnTo>
                <a:lnTo>
                  <a:pt x="5025260" y="2871928"/>
                </a:lnTo>
                <a:lnTo>
                  <a:pt x="5031284" y="2870441"/>
                </a:lnTo>
                <a:cubicBezTo>
                  <a:pt x="5034659" y="2869046"/>
                  <a:pt x="5037449" y="2866255"/>
                  <a:pt x="5038529" y="2859415"/>
                </a:cubicBezTo>
                <a:cubicBezTo>
                  <a:pt x="5038529" y="2859415"/>
                  <a:pt x="5038529" y="2859415"/>
                  <a:pt x="5027369" y="2856895"/>
                </a:cubicBezTo>
                <a:close/>
                <a:moveTo>
                  <a:pt x="5886913" y="2855912"/>
                </a:moveTo>
                <a:cubicBezTo>
                  <a:pt x="5896362" y="2880969"/>
                  <a:pt x="5870923" y="2896720"/>
                  <a:pt x="5850209" y="2928579"/>
                </a:cubicBezTo>
                <a:cubicBezTo>
                  <a:pt x="5841124" y="2923925"/>
                  <a:pt x="5845848" y="2917124"/>
                  <a:pt x="5836400" y="2912470"/>
                </a:cubicBezTo>
                <a:cubicBezTo>
                  <a:pt x="5861838" y="2892066"/>
                  <a:pt x="5873104" y="2865219"/>
                  <a:pt x="5886913" y="2855912"/>
                </a:cubicBezTo>
                <a:close/>
                <a:moveTo>
                  <a:pt x="6090037" y="2844800"/>
                </a:moveTo>
                <a:cubicBezTo>
                  <a:pt x="6090037" y="2865315"/>
                  <a:pt x="6080952" y="2878632"/>
                  <a:pt x="6071503" y="2890150"/>
                </a:cubicBezTo>
                <a:cubicBezTo>
                  <a:pt x="6059874" y="2903826"/>
                  <a:pt x="6048609" y="2915344"/>
                  <a:pt x="6043884" y="2933340"/>
                </a:cubicBezTo>
                <a:cubicBezTo>
                  <a:pt x="6030075" y="2924342"/>
                  <a:pt x="6030075" y="2924342"/>
                  <a:pt x="6030075" y="2924342"/>
                </a:cubicBezTo>
                <a:cubicBezTo>
                  <a:pt x="6064598" y="2896988"/>
                  <a:pt x="6057694" y="2862796"/>
                  <a:pt x="6090037" y="2844800"/>
                </a:cubicBezTo>
                <a:close/>
                <a:moveTo>
                  <a:pt x="4907326" y="2837622"/>
                </a:moveTo>
                <a:cubicBezTo>
                  <a:pt x="4905497" y="2837161"/>
                  <a:pt x="4903236" y="2837948"/>
                  <a:pt x="4900963" y="2839524"/>
                </a:cubicBezTo>
                <a:lnTo>
                  <a:pt x="4892787" y="2851488"/>
                </a:lnTo>
                <a:lnTo>
                  <a:pt x="4910108" y="2841756"/>
                </a:lnTo>
                <a:close/>
                <a:moveTo>
                  <a:pt x="5011169" y="2834213"/>
                </a:moveTo>
                <a:lnTo>
                  <a:pt x="5008857" y="2834951"/>
                </a:lnTo>
                <a:lnTo>
                  <a:pt x="5006753" y="2840377"/>
                </a:lnTo>
                <a:lnTo>
                  <a:pt x="5011494" y="2834925"/>
                </a:lnTo>
                <a:close/>
                <a:moveTo>
                  <a:pt x="5045369" y="2829533"/>
                </a:moveTo>
                <a:cubicBezTo>
                  <a:pt x="5043209" y="2836733"/>
                  <a:pt x="5038529" y="2836733"/>
                  <a:pt x="5036369" y="2841054"/>
                </a:cubicBezTo>
                <a:cubicBezTo>
                  <a:pt x="5040689" y="2847894"/>
                  <a:pt x="5038529" y="2856895"/>
                  <a:pt x="5045369" y="2861575"/>
                </a:cubicBezTo>
                <a:cubicBezTo>
                  <a:pt x="5049869" y="2854735"/>
                  <a:pt x="5056709" y="2851855"/>
                  <a:pt x="5063280" y="2848434"/>
                </a:cubicBezTo>
                <a:lnTo>
                  <a:pt x="5067179" y="2845884"/>
                </a:lnTo>
                <a:lnTo>
                  <a:pt x="5060844" y="2837060"/>
                </a:lnTo>
                <a:lnTo>
                  <a:pt x="5060472" y="2836427"/>
                </a:lnTo>
                <a:lnTo>
                  <a:pt x="5052209" y="2845734"/>
                </a:lnTo>
                <a:cubicBezTo>
                  <a:pt x="5050049" y="2841054"/>
                  <a:pt x="5056889" y="2829533"/>
                  <a:pt x="5045369" y="2829533"/>
                </a:cubicBezTo>
                <a:close/>
                <a:moveTo>
                  <a:pt x="4822528" y="2829533"/>
                </a:moveTo>
                <a:cubicBezTo>
                  <a:pt x="4822528" y="2829533"/>
                  <a:pt x="4822528" y="2829533"/>
                  <a:pt x="4813528" y="2843214"/>
                </a:cubicBezTo>
                <a:cubicBezTo>
                  <a:pt x="4818028" y="2845554"/>
                  <a:pt x="4821988" y="2845554"/>
                  <a:pt x="4825093" y="2843574"/>
                </a:cubicBezTo>
                <a:lnTo>
                  <a:pt x="4827313" y="2839600"/>
                </a:lnTo>
                <a:lnTo>
                  <a:pt x="4824325" y="2834394"/>
                </a:lnTo>
                <a:lnTo>
                  <a:pt x="4822687" y="2829577"/>
                </a:lnTo>
                <a:close/>
                <a:moveTo>
                  <a:pt x="5698288" y="2828925"/>
                </a:moveTo>
                <a:cubicBezTo>
                  <a:pt x="5705018" y="2828925"/>
                  <a:pt x="5740796" y="2854412"/>
                  <a:pt x="5725210" y="2868248"/>
                </a:cubicBezTo>
                <a:cubicBezTo>
                  <a:pt x="5713874" y="2854412"/>
                  <a:pt x="5707144" y="2840576"/>
                  <a:pt x="5698288" y="2828925"/>
                </a:cubicBezTo>
                <a:close/>
                <a:moveTo>
                  <a:pt x="5051945" y="2821928"/>
                </a:moveTo>
                <a:lnTo>
                  <a:pt x="5051669" y="2822288"/>
                </a:lnTo>
                <a:cubicBezTo>
                  <a:pt x="5048249" y="2825123"/>
                  <a:pt x="5044289" y="2827373"/>
                  <a:pt x="5050049" y="2827373"/>
                </a:cubicBezTo>
                <a:lnTo>
                  <a:pt x="5053874" y="2825208"/>
                </a:lnTo>
                <a:close/>
                <a:moveTo>
                  <a:pt x="5027369" y="2818372"/>
                </a:moveTo>
                <a:lnTo>
                  <a:pt x="5016394" y="2820268"/>
                </a:lnTo>
                <a:lnTo>
                  <a:pt x="5013565" y="2822805"/>
                </a:lnTo>
                <a:lnTo>
                  <a:pt x="5010575" y="2830519"/>
                </a:lnTo>
                <a:lnTo>
                  <a:pt x="5013314" y="2832832"/>
                </a:lnTo>
                <a:lnTo>
                  <a:pt x="5013951" y="2832100"/>
                </a:lnTo>
                <a:lnTo>
                  <a:pt x="5014416" y="2833762"/>
                </a:lnTo>
                <a:lnTo>
                  <a:pt x="5016389" y="2835428"/>
                </a:lnTo>
                <a:cubicBezTo>
                  <a:pt x="5019809" y="2837723"/>
                  <a:pt x="5022689" y="2839974"/>
                  <a:pt x="5022689" y="2843214"/>
                </a:cubicBezTo>
                <a:cubicBezTo>
                  <a:pt x="5031689" y="2843214"/>
                  <a:pt x="5022689" y="2827373"/>
                  <a:pt x="5027369" y="2818372"/>
                </a:cubicBezTo>
                <a:close/>
                <a:moveTo>
                  <a:pt x="6101820" y="2814889"/>
                </a:moveTo>
                <a:cubicBezTo>
                  <a:pt x="6104799" y="2814307"/>
                  <a:pt x="6108332" y="2815314"/>
                  <a:pt x="6112267" y="2818715"/>
                </a:cubicBezTo>
                <a:cubicBezTo>
                  <a:pt x="6107617" y="2829812"/>
                  <a:pt x="6100819" y="2836971"/>
                  <a:pt x="6094022" y="2841267"/>
                </a:cubicBezTo>
                <a:cubicBezTo>
                  <a:pt x="6088924" y="2832676"/>
                  <a:pt x="6092882" y="2816634"/>
                  <a:pt x="6101820" y="2814889"/>
                </a:cubicBezTo>
                <a:close/>
                <a:moveTo>
                  <a:pt x="5026984" y="2810769"/>
                </a:moveTo>
                <a:lnTo>
                  <a:pt x="5026115" y="2811549"/>
                </a:lnTo>
                <a:lnTo>
                  <a:pt x="5027369" y="2811532"/>
                </a:lnTo>
                <a:close/>
                <a:moveTo>
                  <a:pt x="5073081" y="2809378"/>
                </a:moveTo>
                <a:cubicBezTo>
                  <a:pt x="5070929" y="2811528"/>
                  <a:pt x="5070929" y="2815828"/>
                  <a:pt x="5068419" y="2815828"/>
                </a:cubicBezTo>
                <a:lnTo>
                  <a:pt x="5068875" y="2816738"/>
                </a:lnTo>
                <a:lnTo>
                  <a:pt x="5079066" y="2814350"/>
                </a:lnTo>
                <a:close/>
                <a:moveTo>
                  <a:pt x="5104636" y="2806870"/>
                </a:moveTo>
                <a:cubicBezTo>
                  <a:pt x="5104636" y="2811528"/>
                  <a:pt x="5104636" y="2818337"/>
                  <a:pt x="5107146" y="2825145"/>
                </a:cubicBezTo>
                <a:cubicBezTo>
                  <a:pt x="5098540" y="2803108"/>
                  <a:pt x="5091346" y="2817956"/>
                  <a:pt x="5082538" y="2817234"/>
                </a:cubicBezTo>
                <a:lnTo>
                  <a:pt x="5081692" y="2816531"/>
                </a:lnTo>
                <a:lnTo>
                  <a:pt x="5077522" y="2818749"/>
                </a:lnTo>
                <a:lnTo>
                  <a:pt x="5072346" y="2823658"/>
                </a:lnTo>
                <a:lnTo>
                  <a:pt x="5073053" y="2825067"/>
                </a:lnTo>
                <a:cubicBezTo>
                  <a:pt x="5073221" y="2830733"/>
                  <a:pt x="5069153" y="2835727"/>
                  <a:pt x="5070487" y="2841931"/>
                </a:cubicBezTo>
                <a:lnTo>
                  <a:pt x="5071342" y="2843163"/>
                </a:lnTo>
                <a:lnTo>
                  <a:pt x="5072606" y="2842336"/>
                </a:lnTo>
                <a:cubicBezTo>
                  <a:pt x="5075430" y="2839794"/>
                  <a:pt x="5077860" y="2836554"/>
                  <a:pt x="5079570" y="2832053"/>
                </a:cubicBezTo>
                <a:cubicBezTo>
                  <a:pt x="5093250" y="2829533"/>
                  <a:pt x="5093250" y="2838894"/>
                  <a:pt x="5102250" y="2838894"/>
                </a:cubicBezTo>
                <a:cubicBezTo>
                  <a:pt x="5107380" y="2833763"/>
                  <a:pt x="5110935" y="2828341"/>
                  <a:pt x="5113916" y="2823092"/>
                </a:cubicBezTo>
                <a:lnTo>
                  <a:pt x="5115415" y="2820404"/>
                </a:lnTo>
                <a:lnTo>
                  <a:pt x="5108625" y="2819591"/>
                </a:lnTo>
                <a:cubicBezTo>
                  <a:pt x="5108043" y="2816456"/>
                  <a:pt x="5108043" y="2811349"/>
                  <a:pt x="5104636" y="2806870"/>
                </a:cubicBezTo>
                <a:close/>
                <a:moveTo>
                  <a:pt x="5922755" y="2806700"/>
                </a:moveTo>
                <a:cubicBezTo>
                  <a:pt x="5940821" y="2813618"/>
                  <a:pt x="5911774" y="2832187"/>
                  <a:pt x="5907169" y="2846023"/>
                </a:cubicBezTo>
                <a:cubicBezTo>
                  <a:pt x="5898313" y="2832187"/>
                  <a:pt x="5911774" y="2829638"/>
                  <a:pt x="5922755" y="2806700"/>
                </a:cubicBezTo>
                <a:close/>
                <a:moveTo>
                  <a:pt x="5090882" y="2782623"/>
                </a:moveTo>
                <a:lnTo>
                  <a:pt x="5089062" y="2784132"/>
                </a:lnTo>
                <a:lnTo>
                  <a:pt x="5091368" y="2793253"/>
                </a:lnTo>
                <a:lnTo>
                  <a:pt x="5099372" y="2788369"/>
                </a:lnTo>
                <a:lnTo>
                  <a:pt x="5094915" y="2785025"/>
                </a:lnTo>
                <a:cubicBezTo>
                  <a:pt x="5093497" y="2783742"/>
                  <a:pt x="5092226" y="2782673"/>
                  <a:pt x="5090882" y="2782623"/>
                </a:cubicBezTo>
                <a:close/>
                <a:moveTo>
                  <a:pt x="4145654" y="2779378"/>
                </a:moveTo>
                <a:cubicBezTo>
                  <a:pt x="4143323" y="2780627"/>
                  <a:pt x="4141082" y="2783483"/>
                  <a:pt x="4139110" y="2787143"/>
                </a:cubicBezTo>
                <a:lnTo>
                  <a:pt x="4138936" y="2787586"/>
                </a:lnTo>
                <a:lnTo>
                  <a:pt x="4144643" y="2791010"/>
                </a:lnTo>
                <a:lnTo>
                  <a:pt x="4145968" y="2779784"/>
                </a:lnTo>
                <a:close/>
                <a:moveTo>
                  <a:pt x="4147508" y="2762344"/>
                </a:moveTo>
                <a:lnTo>
                  <a:pt x="4144282" y="2763601"/>
                </a:lnTo>
                <a:lnTo>
                  <a:pt x="4134878" y="2769094"/>
                </a:lnTo>
                <a:lnTo>
                  <a:pt x="4134345" y="2769913"/>
                </a:lnTo>
                <a:lnTo>
                  <a:pt x="4143502" y="2772952"/>
                </a:lnTo>
                <a:cubicBezTo>
                  <a:pt x="4147985" y="2775094"/>
                  <a:pt x="4148523" y="2768846"/>
                  <a:pt x="4149060" y="2762911"/>
                </a:cubicBezTo>
                <a:lnTo>
                  <a:pt x="4149124" y="2762539"/>
                </a:lnTo>
                <a:close/>
                <a:moveTo>
                  <a:pt x="6156896" y="2749550"/>
                </a:moveTo>
                <a:cubicBezTo>
                  <a:pt x="6168381" y="2761191"/>
                  <a:pt x="6170535" y="2754279"/>
                  <a:pt x="6177354" y="2765921"/>
                </a:cubicBezTo>
                <a:cubicBezTo>
                  <a:pt x="6166228" y="2781928"/>
                  <a:pt x="6150077" y="2772833"/>
                  <a:pt x="6138950" y="2784111"/>
                </a:cubicBezTo>
                <a:cubicBezTo>
                  <a:pt x="6136438" y="2781928"/>
                  <a:pt x="6143257" y="2756462"/>
                  <a:pt x="6156896" y="2749550"/>
                </a:cubicBezTo>
                <a:close/>
                <a:moveTo>
                  <a:pt x="4302588" y="2745985"/>
                </a:moveTo>
                <a:cubicBezTo>
                  <a:pt x="4300558" y="2746817"/>
                  <a:pt x="4299062" y="2748888"/>
                  <a:pt x="4297779" y="2751588"/>
                </a:cubicBezTo>
                <a:lnTo>
                  <a:pt x="4290880" y="2768533"/>
                </a:lnTo>
                <a:lnTo>
                  <a:pt x="4305181" y="2773097"/>
                </a:lnTo>
                <a:lnTo>
                  <a:pt x="4301418" y="2775776"/>
                </a:lnTo>
                <a:lnTo>
                  <a:pt x="4303494" y="2776744"/>
                </a:lnTo>
                <a:cubicBezTo>
                  <a:pt x="4307814" y="2777329"/>
                  <a:pt x="4311864" y="2776249"/>
                  <a:pt x="4315284" y="2773009"/>
                </a:cubicBezTo>
                <a:cubicBezTo>
                  <a:pt x="4299084" y="2770489"/>
                  <a:pt x="4303764" y="2759328"/>
                  <a:pt x="4310604" y="2747807"/>
                </a:cubicBezTo>
                <a:cubicBezTo>
                  <a:pt x="4307184" y="2745557"/>
                  <a:pt x="4304619" y="2745152"/>
                  <a:pt x="4302588" y="2745985"/>
                </a:cubicBezTo>
                <a:close/>
                <a:moveTo>
                  <a:pt x="5120174" y="2743881"/>
                </a:moveTo>
                <a:lnTo>
                  <a:pt x="5120610" y="2747807"/>
                </a:lnTo>
                <a:lnTo>
                  <a:pt x="5125554" y="2745782"/>
                </a:lnTo>
                <a:close/>
                <a:moveTo>
                  <a:pt x="5152290" y="2738807"/>
                </a:moveTo>
                <a:cubicBezTo>
                  <a:pt x="5149050" y="2759328"/>
                  <a:pt x="5122523" y="2755346"/>
                  <a:pt x="5116144" y="2763615"/>
                </a:cubicBezTo>
                <a:lnTo>
                  <a:pt x="5118040" y="2776978"/>
                </a:lnTo>
                <a:lnTo>
                  <a:pt x="5131888" y="2768528"/>
                </a:lnTo>
                <a:lnTo>
                  <a:pt x="5168406" y="2744200"/>
                </a:lnTo>
                <a:lnTo>
                  <a:pt x="5164542" y="2746047"/>
                </a:lnTo>
                <a:cubicBezTo>
                  <a:pt x="5160458" y="2745557"/>
                  <a:pt x="5160931" y="2736917"/>
                  <a:pt x="5152290" y="2738807"/>
                </a:cubicBezTo>
                <a:close/>
                <a:moveTo>
                  <a:pt x="5178063" y="2724707"/>
                </a:moveTo>
                <a:lnTo>
                  <a:pt x="5169869" y="2729479"/>
                </a:lnTo>
                <a:lnTo>
                  <a:pt x="5166045" y="2731324"/>
                </a:lnTo>
                <a:lnTo>
                  <a:pt x="5170520" y="2742792"/>
                </a:lnTo>
                <a:lnTo>
                  <a:pt x="5172766" y="2741295"/>
                </a:lnTo>
                <a:lnTo>
                  <a:pt x="5177307" y="2736081"/>
                </a:lnTo>
                <a:lnTo>
                  <a:pt x="5176904" y="2736482"/>
                </a:lnTo>
                <a:close/>
                <a:moveTo>
                  <a:pt x="4438045" y="2720445"/>
                </a:moveTo>
                <a:cubicBezTo>
                  <a:pt x="4433365" y="2734126"/>
                  <a:pt x="4419685" y="2731966"/>
                  <a:pt x="4422205" y="2745647"/>
                </a:cubicBezTo>
                <a:lnTo>
                  <a:pt x="4424640" y="2744875"/>
                </a:lnTo>
                <a:lnTo>
                  <a:pt x="4424776" y="2743195"/>
                </a:lnTo>
                <a:lnTo>
                  <a:pt x="4430124" y="2743134"/>
                </a:lnTo>
                <a:lnTo>
                  <a:pt x="4436245" y="2741192"/>
                </a:lnTo>
                <a:lnTo>
                  <a:pt x="4442387" y="2732055"/>
                </a:lnTo>
                <a:lnTo>
                  <a:pt x="4442510" y="2727325"/>
                </a:lnTo>
                <a:lnTo>
                  <a:pt x="4445567" y="2727325"/>
                </a:lnTo>
                <a:lnTo>
                  <a:pt x="4447045" y="2725126"/>
                </a:lnTo>
                <a:cubicBezTo>
                  <a:pt x="4447045" y="2725126"/>
                  <a:pt x="4447045" y="2725126"/>
                  <a:pt x="4438045" y="2720445"/>
                </a:cubicBezTo>
                <a:close/>
                <a:moveTo>
                  <a:pt x="4456045" y="2715765"/>
                </a:moveTo>
                <a:cubicBezTo>
                  <a:pt x="4457755" y="2719816"/>
                  <a:pt x="4458183" y="2722426"/>
                  <a:pt x="4457862" y="2724237"/>
                </a:cubicBezTo>
                <a:lnTo>
                  <a:pt x="4455619" y="2727325"/>
                </a:lnTo>
                <a:lnTo>
                  <a:pt x="4456148" y="2727325"/>
                </a:lnTo>
                <a:cubicBezTo>
                  <a:pt x="4458096" y="2727325"/>
                  <a:pt x="4458096" y="2727325"/>
                  <a:pt x="4458096" y="2727325"/>
                </a:cubicBezTo>
                <a:lnTo>
                  <a:pt x="4456883" y="2733989"/>
                </a:lnTo>
                <a:lnTo>
                  <a:pt x="4460320" y="2729536"/>
                </a:lnTo>
                <a:cubicBezTo>
                  <a:pt x="4462885" y="2723866"/>
                  <a:pt x="4462885" y="2717025"/>
                  <a:pt x="4456045" y="2715765"/>
                </a:cubicBezTo>
                <a:close/>
                <a:moveTo>
                  <a:pt x="4629542" y="2709558"/>
                </a:moveTo>
                <a:lnTo>
                  <a:pt x="4626478" y="2709798"/>
                </a:lnTo>
                <a:lnTo>
                  <a:pt x="4626729" y="2713865"/>
                </a:lnTo>
                <a:lnTo>
                  <a:pt x="4629656" y="2711985"/>
                </a:lnTo>
                <a:close/>
                <a:moveTo>
                  <a:pt x="5220553" y="2700337"/>
                </a:moveTo>
                <a:lnTo>
                  <a:pt x="5222727" y="2709574"/>
                </a:lnTo>
                <a:lnTo>
                  <a:pt x="5224507" y="2709291"/>
                </a:lnTo>
                <a:lnTo>
                  <a:pt x="5224713" y="2718017"/>
                </a:lnTo>
                <a:lnTo>
                  <a:pt x="5224759" y="2718212"/>
                </a:lnTo>
                <a:cubicBezTo>
                  <a:pt x="5224759" y="2711553"/>
                  <a:pt x="5235975" y="2713656"/>
                  <a:pt x="5227213" y="2718212"/>
                </a:cubicBezTo>
                <a:cubicBezTo>
                  <a:pt x="5224759" y="2718212"/>
                  <a:pt x="5222656" y="2720315"/>
                  <a:pt x="5222656" y="2724871"/>
                </a:cubicBezTo>
                <a:lnTo>
                  <a:pt x="5217566" y="2723312"/>
                </a:lnTo>
                <a:lnTo>
                  <a:pt x="5198049" y="2730128"/>
                </a:lnTo>
                <a:cubicBezTo>
                  <a:pt x="5195756" y="2721942"/>
                  <a:pt x="5198490" y="2716082"/>
                  <a:pt x="5203738" y="2712594"/>
                </a:cubicBezTo>
                <a:lnTo>
                  <a:pt x="5214755" y="2710842"/>
                </a:lnTo>
                <a:close/>
                <a:moveTo>
                  <a:pt x="4544966" y="2686243"/>
                </a:moveTo>
                <a:cubicBezTo>
                  <a:pt x="4538126" y="2695604"/>
                  <a:pt x="4553966" y="2697764"/>
                  <a:pt x="4547126" y="2704604"/>
                </a:cubicBezTo>
                <a:cubicBezTo>
                  <a:pt x="4538126" y="2713605"/>
                  <a:pt x="4544966" y="2693084"/>
                  <a:pt x="4533445" y="2693084"/>
                </a:cubicBezTo>
                <a:cubicBezTo>
                  <a:pt x="4531285" y="2702444"/>
                  <a:pt x="4526605" y="2697764"/>
                  <a:pt x="4522285" y="2706765"/>
                </a:cubicBezTo>
                <a:cubicBezTo>
                  <a:pt x="4531285" y="2715765"/>
                  <a:pt x="4535965" y="2711445"/>
                  <a:pt x="4542806" y="2711445"/>
                </a:cubicBezTo>
                <a:cubicBezTo>
                  <a:pt x="4535965" y="2729446"/>
                  <a:pt x="4522285" y="2711445"/>
                  <a:pt x="4515445" y="2727286"/>
                </a:cubicBezTo>
                <a:cubicBezTo>
                  <a:pt x="4501765" y="2722606"/>
                  <a:pt x="4503925" y="2711445"/>
                  <a:pt x="4494925" y="2713605"/>
                </a:cubicBezTo>
                <a:cubicBezTo>
                  <a:pt x="4490245" y="2725126"/>
                  <a:pt x="4497085" y="2720445"/>
                  <a:pt x="4503925" y="2725126"/>
                </a:cubicBezTo>
                <a:cubicBezTo>
                  <a:pt x="4497085" y="2743127"/>
                  <a:pt x="4481245" y="2715765"/>
                  <a:pt x="4476565" y="2738807"/>
                </a:cubicBezTo>
                <a:lnTo>
                  <a:pt x="4478403" y="2738640"/>
                </a:lnTo>
                <a:lnTo>
                  <a:pt x="4480320" y="2736427"/>
                </a:lnTo>
                <a:cubicBezTo>
                  <a:pt x="4482528" y="2735654"/>
                  <a:pt x="4484842" y="2736245"/>
                  <a:pt x="4486945" y="2737702"/>
                </a:cubicBezTo>
                <a:lnTo>
                  <a:pt x="4487022" y="2737856"/>
                </a:lnTo>
                <a:lnTo>
                  <a:pt x="4527551" y="2734171"/>
                </a:lnTo>
                <a:cubicBezTo>
                  <a:pt x="4544336" y="2730166"/>
                  <a:pt x="4560806" y="2723866"/>
                  <a:pt x="4576646" y="2715765"/>
                </a:cubicBezTo>
                <a:cubicBezTo>
                  <a:pt x="4572326" y="2713605"/>
                  <a:pt x="4565486" y="2709285"/>
                  <a:pt x="4558646" y="2713605"/>
                </a:cubicBezTo>
                <a:cubicBezTo>
                  <a:pt x="4553966" y="2706765"/>
                  <a:pt x="4563326" y="2695604"/>
                  <a:pt x="4560806" y="2686243"/>
                </a:cubicBezTo>
                <a:cubicBezTo>
                  <a:pt x="4553966" y="2684083"/>
                  <a:pt x="4549286" y="2684083"/>
                  <a:pt x="4544966" y="2686243"/>
                </a:cubicBezTo>
                <a:close/>
                <a:moveTo>
                  <a:pt x="4638207" y="2663562"/>
                </a:moveTo>
                <a:cubicBezTo>
                  <a:pt x="4629206" y="2659241"/>
                  <a:pt x="4619846" y="2679403"/>
                  <a:pt x="4633526" y="2684083"/>
                </a:cubicBezTo>
                <a:cubicBezTo>
                  <a:pt x="4640367" y="2675082"/>
                  <a:pt x="4633526" y="2672562"/>
                  <a:pt x="4638207" y="2663562"/>
                </a:cubicBezTo>
                <a:close/>
                <a:moveTo>
                  <a:pt x="4623581" y="2647901"/>
                </a:moveTo>
                <a:cubicBezTo>
                  <a:pt x="4619846" y="2649341"/>
                  <a:pt x="4616426" y="2652221"/>
                  <a:pt x="4613006" y="2654561"/>
                </a:cubicBezTo>
                <a:cubicBezTo>
                  <a:pt x="4610846" y="2661401"/>
                  <a:pt x="4610846" y="2675082"/>
                  <a:pt x="4599686" y="2672562"/>
                </a:cubicBezTo>
                <a:cubicBezTo>
                  <a:pt x="4599686" y="2666082"/>
                  <a:pt x="4601846" y="2656721"/>
                  <a:pt x="4597166" y="2652401"/>
                </a:cubicBezTo>
                <a:cubicBezTo>
                  <a:pt x="4590326" y="2659241"/>
                  <a:pt x="4581326" y="2661401"/>
                  <a:pt x="4588166" y="2672562"/>
                </a:cubicBezTo>
                <a:cubicBezTo>
                  <a:pt x="4597166" y="2666082"/>
                  <a:pt x="4597166" y="2686243"/>
                  <a:pt x="4606526" y="2679403"/>
                </a:cubicBezTo>
                <a:cubicBezTo>
                  <a:pt x="4601846" y="2697764"/>
                  <a:pt x="4588166" y="2684083"/>
                  <a:pt x="4581326" y="2686243"/>
                </a:cubicBezTo>
                <a:cubicBezTo>
                  <a:pt x="4579166" y="2690923"/>
                  <a:pt x="4572326" y="2697764"/>
                  <a:pt x="4576646" y="2702444"/>
                </a:cubicBezTo>
                <a:cubicBezTo>
                  <a:pt x="4583486" y="2695604"/>
                  <a:pt x="4590326" y="2697764"/>
                  <a:pt x="4599686" y="2697764"/>
                </a:cubicBezTo>
                <a:cubicBezTo>
                  <a:pt x="4599686" y="2713605"/>
                  <a:pt x="4590326" y="2699924"/>
                  <a:pt x="4586006" y="2715765"/>
                </a:cubicBezTo>
                <a:cubicBezTo>
                  <a:pt x="4591586" y="2715765"/>
                  <a:pt x="4597256" y="2713515"/>
                  <a:pt x="4603241" y="2711265"/>
                </a:cubicBezTo>
                <a:lnTo>
                  <a:pt x="4621790" y="2706900"/>
                </a:lnTo>
                <a:lnTo>
                  <a:pt x="4623158" y="2698283"/>
                </a:lnTo>
                <a:lnTo>
                  <a:pt x="4621190" y="2699086"/>
                </a:lnTo>
                <a:cubicBezTo>
                  <a:pt x="4616381" y="2700554"/>
                  <a:pt x="4612106" y="2701094"/>
                  <a:pt x="4608686" y="2699924"/>
                </a:cubicBezTo>
                <a:cubicBezTo>
                  <a:pt x="4613006" y="2699924"/>
                  <a:pt x="4615526" y="2697764"/>
                  <a:pt x="4619846" y="2695604"/>
                </a:cubicBezTo>
                <a:cubicBezTo>
                  <a:pt x="4610846" y="2688763"/>
                  <a:pt x="4601846" y="2697764"/>
                  <a:pt x="4610846" y="2681923"/>
                </a:cubicBezTo>
                <a:cubicBezTo>
                  <a:pt x="4617686" y="2670402"/>
                  <a:pt x="4613006" y="2699924"/>
                  <a:pt x="4619846" y="2688763"/>
                </a:cubicBezTo>
                <a:cubicBezTo>
                  <a:pt x="4631366" y="2672562"/>
                  <a:pt x="4613006" y="2684083"/>
                  <a:pt x="4615526" y="2672562"/>
                </a:cubicBezTo>
                <a:cubicBezTo>
                  <a:pt x="4629206" y="2670402"/>
                  <a:pt x="4617686" y="2654561"/>
                  <a:pt x="4636047" y="2649881"/>
                </a:cubicBezTo>
                <a:cubicBezTo>
                  <a:pt x="4631367" y="2646461"/>
                  <a:pt x="4627316" y="2646461"/>
                  <a:pt x="4623581" y="2647901"/>
                </a:cubicBezTo>
                <a:close/>
                <a:moveTo>
                  <a:pt x="4747084" y="2646790"/>
                </a:moveTo>
                <a:cubicBezTo>
                  <a:pt x="4752911" y="2645324"/>
                  <a:pt x="4759570" y="2645874"/>
                  <a:pt x="4762900" y="2646973"/>
                </a:cubicBezTo>
                <a:cubicBezTo>
                  <a:pt x="4762900" y="2651735"/>
                  <a:pt x="4756240" y="2653933"/>
                  <a:pt x="4758343" y="2658695"/>
                </a:cubicBezTo>
                <a:cubicBezTo>
                  <a:pt x="4747128" y="2651735"/>
                  <a:pt x="4745025" y="2656131"/>
                  <a:pt x="4736263" y="2658695"/>
                </a:cubicBezTo>
                <a:cubicBezTo>
                  <a:pt x="4736263" y="2651735"/>
                  <a:pt x="4741257" y="2648255"/>
                  <a:pt x="4747084" y="2646790"/>
                </a:cubicBezTo>
                <a:close/>
                <a:moveTo>
                  <a:pt x="5285941" y="2635750"/>
                </a:moveTo>
                <a:cubicBezTo>
                  <a:pt x="5281981" y="2635209"/>
                  <a:pt x="5279731" y="2636380"/>
                  <a:pt x="5277571" y="2645560"/>
                </a:cubicBezTo>
                <a:cubicBezTo>
                  <a:pt x="5281891" y="2652401"/>
                  <a:pt x="5304571" y="2652401"/>
                  <a:pt x="5304571" y="2636200"/>
                </a:cubicBezTo>
                <a:cubicBezTo>
                  <a:pt x="5295571" y="2638540"/>
                  <a:pt x="5289901" y="2636290"/>
                  <a:pt x="5285941" y="2635750"/>
                </a:cubicBezTo>
                <a:close/>
                <a:moveTo>
                  <a:pt x="5383618" y="2622550"/>
                </a:moveTo>
                <a:cubicBezTo>
                  <a:pt x="5381202" y="2633765"/>
                  <a:pt x="5377061" y="2644981"/>
                  <a:pt x="5368088" y="2649186"/>
                </a:cubicBezTo>
                <a:cubicBezTo>
                  <a:pt x="5368088" y="2633765"/>
                  <a:pt x="5374645" y="2627106"/>
                  <a:pt x="5383618" y="2622550"/>
                </a:cubicBezTo>
                <a:close/>
                <a:moveTo>
                  <a:pt x="4780467" y="2613540"/>
                </a:moveTo>
                <a:cubicBezTo>
                  <a:pt x="4778320" y="2618096"/>
                  <a:pt x="4785117" y="2618096"/>
                  <a:pt x="4782613" y="2622302"/>
                </a:cubicBezTo>
                <a:cubicBezTo>
                  <a:pt x="4775816" y="2624756"/>
                  <a:pt x="4771523" y="2638074"/>
                  <a:pt x="4760075" y="2628961"/>
                </a:cubicBezTo>
                <a:cubicBezTo>
                  <a:pt x="4760075" y="2611437"/>
                  <a:pt x="4775816" y="2626858"/>
                  <a:pt x="4778320" y="2615643"/>
                </a:cubicBezTo>
                <a:cubicBezTo>
                  <a:pt x="4775816" y="2615643"/>
                  <a:pt x="4775816" y="2611437"/>
                  <a:pt x="4780467" y="2613540"/>
                </a:cubicBezTo>
                <a:close/>
                <a:moveTo>
                  <a:pt x="5326870" y="2612231"/>
                </a:moveTo>
                <a:lnTo>
                  <a:pt x="5327264" y="2613476"/>
                </a:lnTo>
                <a:lnTo>
                  <a:pt x="5329833" y="2612887"/>
                </a:lnTo>
                <a:close/>
                <a:moveTo>
                  <a:pt x="5459373" y="2604518"/>
                </a:moveTo>
                <a:cubicBezTo>
                  <a:pt x="5452533" y="2604518"/>
                  <a:pt x="5450373" y="2609198"/>
                  <a:pt x="5445693" y="2611358"/>
                </a:cubicBezTo>
                <a:cubicBezTo>
                  <a:pt x="5445693" y="2614778"/>
                  <a:pt x="5445153" y="2619278"/>
                  <a:pt x="5446053" y="2622384"/>
                </a:cubicBezTo>
                <a:lnTo>
                  <a:pt x="5454847" y="2624978"/>
                </a:lnTo>
                <a:lnTo>
                  <a:pt x="5455183" y="2624420"/>
                </a:lnTo>
                <a:close/>
                <a:moveTo>
                  <a:pt x="5390725" y="2603500"/>
                </a:moveTo>
                <a:cubicBezTo>
                  <a:pt x="5399488" y="2603500"/>
                  <a:pt x="5399488" y="2638061"/>
                  <a:pt x="5388272" y="2624236"/>
                </a:cubicBezTo>
                <a:cubicBezTo>
                  <a:pt x="5399488" y="2621690"/>
                  <a:pt x="5372850" y="2610412"/>
                  <a:pt x="5390725" y="2603500"/>
                </a:cubicBezTo>
                <a:close/>
                <a:moveTo>
                  <a:pt x="4790767" y="2603500"/>
                </a:moveTo>
                <a:cubicBezTo>
                  <a:pt x="4790767" y="2603500"/>
                  <a:pt x="4790767" y="2603500"/>
                  <a:pt x="4804172" y="2608086"/>
                </a:cubicBezTo>
                <a:cubicBezTo>
                  <a:pt x="4802056" y="2616905"/>
                  <a:pt x="4793236" y="2614436"/>
                  <a:pt x="4788650" y="2619022"/>
                </a:cubicBezTo>
                <a:cubicBezTo>
                  <a:pt x="4793236" y="2612319"/>
                  <a:pt x="4788650" y="2610203"/>
                  <a:pt x="4790767" y="2603500"/>
                </a:cubicBezTo>
                <a:close/>
                <a:moveTo>
                  <a:pt x="5327655" y="2586160"/>
                </a:moveTo>
                <a:lnTo>
                  <a:pt x="5327613" y="2586185"/>
                </a:lnTo>
                <a:lnTo>
                  <a:pt x="5327724" y="2589899"/>
                </a:lnTo>
                <a:lnTo>
                  <a:pt x="5330806" y="2587321"/>
                </a:lnTo>
                <a:lnTo>
                  <a:pt x="5331571" y="2586486"/>
                </a:lnTo>
                <a:close/>
                <a:moveTo>
                  <a:pt x="5395212" y="2579687"/>
                </a:moveTo>
                <a:cubicBezTo>
                  <a:pt x="5395212" y="2589212"/>
                  <a:pt x="5397752" y="2589212"/>
                  <a:pt x="5406823" y="2579687"/>
                </a:cubicBezTo>
                <a:cubicBezTo>
                  <a:pt x="5409000" y="2584449"/>
                  <a:pt x="5404646" y="2591410"/>
                  <a:pt x="5397752" y="2598370"/>
                </a:cubicBezTo>
                <a:cubicBezTo>
                  <a:pt x="5395212" y="2593608"/>
                  <a:pt x="5388317" y="2596172"/>
                  <a:pt x="5383963" y="2589212"/>
                </a:cubicBezTo>
                <a:cubicBezTo>
                  <a:pt x="5395212" y="2579687"/>
                  <a:pt x="5395212" y="2579687"/>
                  <a:pt x="5395212" y="2579687"/>
                </a:cubicBezTo>
                <a:close/>
                <a:moveTo>
                  <a:pt x="5356394" y="2569242"/>
                </a:moveTo>
                <a:lnTo>
                  <a:pt x="5352919" y="2571173"/>
                </a:lnTo>
                <a:lnTo>
                  <a:pt x="5350205" y="2583548"/>
                </a:lnTo>
                <a:lnTo>
                  <a:pt x="5353196" y="2584172"/>
                </a:lnTo>
                <a:cubicBezTo>
                  <a:pt x="5355543" y="2580754"/>
                  <a:pt x="5355543" y="2577335"/>
                  <a:pt x="5355543" y="2573647"/>
                </a:cubicBezTo>
                <a:close/>
                <a:moveTo>
                  <a:pt x="5451949" y="2555069"/>
                </a:moveTo>
                <a:cubicBezTo>
                  <a:pt x="5447644" y="2559400"/>
                  <a:pt x="5442980" y="2559400"/>
                  <a:pt x="5440827" y="2559400"/>
                </a:cubicBezTo>
                <a:cubicBezTo>
                  <a:pt x="5438495" y="2564093"/>
                  <a:pt x="5442980" y="2565266"/>
                  <a:pt x="5445805" y="2567251"/>
                </a:cubicBezTo>
                <a:lnTo>
                  <a:pt x="5446081" y="2567841"/>
                </a:lnTo>
                <a:lnTo>
                  <a:pt x="5457842" y="2558326"/>
                </a:lnTo>
                <a:close/>
                <a:moveTo>
                  <a:pt x="4943920" y="2548497"/>
                </a:moveTo>
                <a:cubicBezTo>
                  <a:pt x="4946484" y="2547003"/>
                  <a:pt x="4950514" y="2548124"/>
                  <a:pt x="4953994" y="2551485"/>
                </a:cubicBezTo>
                <a:cubicBezTo>
                  <a:pt x="4956559" y="2563438"/>
                  <a:pt x="4949598" y="2563438"/>
                  <a:pt x="4942637" y="2561197"/>
                </a:cubicBezTo>
                <a:cubicBezTo>
                  <a:pt x="4940256" y="2554100"/>
                  <a:pt x="4941355" y="2549991"/>
                  <a:pt x="4943920" y="2548497"/>
                </a:cubicBezTo>
                <a:close/>
                <a:moveTo>
                  <a:pt x="4895084" y="2533650"/>
                </a:moveTo>
                <a:lnTo>
                  <a:pt x="4909384" y="2547141"/>
                </a:lnTo>
                <a:lnTo>
                  <a:pt x="4919673" y="2540000"/>
                </a:lnTo>
                <a:cubicBezTo>
                  <a:pt x="4926409" y="2546904"/>
                  <a:pt x="4894858" y="2569798"/>
                  <a:pt x="4890250" y="2558170"/>
                </a:cubicBezTo>
                <a:lnTo>
                  <a:pt x="4902060" y="2551902"/>
                </a:lnTo>
                <a:lnTo>
                  <a:pt x="4899722" y="2547285"/>
                </a:lnTo>
                <a:cubicBezTo>
                  <a:pt x="4888306" y="2563073"/>
                  <a:pt x="4872610" y="2574555"/>
                  <a:pt x="4856913" y="2585678"/>
                </a:cubicBezTo>
                <a:lnTo>
                  <a:pt x="4857138" y="2584945"/>
                </a:lnTo>
                <a:lnTo>
                  <a:pt x="4855897" y="2586908"/>
                </a:lnTo>
                <a:cubicBezTo>
                  <a:pt x="4849855" y="2591903"/>
                  <a:pt x="4842406" y="2596284"/>
                  <a:pt x="4837863" y="2598386"/>
                </a:cubicBezTo>
                <a:cubicBezTo>
                  <a:pt x="4838953" y="2592954"/>
                  <a:pt x="4844132" y="2588573"/>
                  <a:pt x="4849901" y="2584411"/>
                </a:cubicBezTo>
                <a:lnTo>
                  <a:pt x="4859764" y="2576396"/>
                </a:lnTo>
                <a:lnTo>
                  <a:pt x="4861874" y="2569526"/>
                </a:lnTo>
                <a:cubicBezTo>
                  <a:pt x="4869733" y="2556860"/>
                  <a:pt x="4884917" y="2552218"/>
                  <a:pt x="4895084" y="2533650"/>
                </a:cubicBezTo>
                <a:close/>
                <a:moveTo>
                  <a:pt x="264714" y="2532062"/>
                </a:moveTo>
                <a:cubicBezTo>
                  <a:pt x="267200" y="2538809"/>
                  <a:pt x="271461" y="2540939"/>
                  <a:pt x="278208" y="2543070"/>
                </a:cubicBezTo>
                <a:cubicBezTo>
                  <a:pt x="264714" y="2543070"/>
                  <a:pt x="251220" y="2556564"/>
                  <a:pt x="249090" y="2578935"/>
                </a:cubicBezTo>
                <a:cubicBezTo>
                  <a:pt x="244473" y="2581420"/>
                  <a:pt x="238082" y="2578935"/>
                  <a:pt x="235596" y="2585682"/>
                </a:cubicBezTo>
                <a:cubicBezTo>
                  <a:pt x="224588" y="2576804"/>
                  <a:pt x="240212" y="2572188"/>
                  <a:pt x="244473" y="2554433"/>
                </a:cubicBezTo>
                <a:cubicBezTo>
                  <a:pt x="253706" y="2561180"/>
                  <a:pt x="260453" y="2547686"/>
                  <a:pt x="264714" y="2532062"/>
                </a:cubicBezTo>
                <a:close/>
                <a:moveTo>
                  <a:pt x="518836" y="2525121"/>
                </a:moveTo>
                <a:cubicBezTo>
                  <a:pt x="507315" y="2531960"/>
                  <a:pt x="498314" y="2549958"/>
                  <a:pt x="486793" y="2561476"/>
                </a:cubicBezTo>
                <a:cubicBezTo>
                  <a:pt x="484633" y="2554637"/>
                  <a:pt x="475632" y="2549958"/>
                  <a:pt x="468791" y="2554637"/>
                </a:cubicBezTo>
                <a:cubicBezTo>
                  <a:pt x="459790" y="2581993"/>
                  <a:pt x="450429" y="2597831"/>
                  <a:pt x="450429" y="2625187"/>
                </a:cubicBezTo>
                <a:cubicBezTo>
                  <a:pt x="459790" y="2611509"/>
                  <a:pt x="455110" y="2632026"/>
                  <a:pt x="464110" y="2629506"/>
                </a:cubicBezTo>
                <a:cubicBezTo>
                  <a:pt x="470951" y="2609349"/>
                  <a:pt x="484633" y="2625187"/>
                  <a:pt x="491473" y="2606830"/>
                </a:cubicBezTo>
                <a:cubicBezTo>
                  <a:pt x="486793" y="2575154"/>
                  <a:pt x="511996" y="2554637"/>
                  <a:pt x="518836" y="2525121"/>
                </a:cubicBezTo>
                <a:close/>
                <a:moveTo>
                  <a:pt x="4944402" y="2523999"/>
                </a:moveTo>
                <a:cubicBezTo>
                  <a:pt x="4964510" y="2519362"/>
                  <a:pt x="4928880" y="2550755"/>
                  <a:pt x="4926763" y="2535058"/>
                </a:cubicBezTo>
                <a:cubicBezTo>
                  <a:pt x="4933466" y="2526140"/>
                  <a:pt x="4946519" y="2535058"/>
                  <a:pt x="4944402" y="2523999"/>
                </a:cubicBezTo>
                <a:close/>
                <a:moveTo>
                  <a:pt x="5006822" y="2513012"/>
                </a:moveTo>
                <a:cubicBezTo>
                  <a:pt x="5008957" y="2526417"/>
                  <a:pt x="5008957" y="2528534"/>
                  <a:pt x="5000061" y="2528534"/>
                </a:cubicBezTo>
                <a:cubicBezTo>
                  <a:pt x="4988675" y="2515128"/>
                  <a:pt x="5004331" y="2519715"/>
                  <a:pt x="5006822" y="2513012"/>
                </a:cubicBezTo>
                <a:close/>
                <a:moveTo>
                  <a:pt x="6100714" y="2503487"/>
                </a:moveTo>
                <a:cubicBezTo>
                  <a:pt x="6110068" y="2507809"/>
                  <a:pt x="6091721" y="2544550"/>
                  <a:pt x="6087044" y="2524018"/>
                </a:cubicBezTo>
                <a:cubicBezTo>
                  <a:pt x="6082727" y="2530862"/>
                  <a:pt x="6089562" y="2535185"/>
                  <a:pt x="6082727" y="2544550"/>
                </a:cubicBezTo>
                <a:cubicBezTo>
                  <a:pt x="6098556" y="2528341"/>
                  <a:pt x="6107549" y="2557877"/>
                  <a:pt x="6116903" y="2530862"/>
                </a:cubicBezTo>
                <a:cubicBezTo>
                  <a:pt x="6123378" y="2533023"/>
                  <a:pt x="6114385" y="2544550"/>
                  <a:pt x="6121220" y="2546711"/>
                </a:cubicBezTo>
                <a:cubicBezTo>
                  <a:pt x="6114385" y="2553555"/>
                  <a:pt x="6100714" y="2548872"/>
                  <a:pt x="6091721" y="2551034"/>
                </a:cubicBezTo>
                <a:cubicBezTo>
                  <a:pt x="6093879" y="2567243"/>
                  <a:pt x="6062221" y="2617311"/>
                  <a:pt x="6089562" y="2614790"/>
                </a:cubicBezTo>
                <a:cubicBezTo>
                  <a:pt x="6096397" y="2640004"/>
                  <a:pt x="6025887" y="2658374"/>
                  <a:pt x="6046393" y="2687911"/>
                </a:cubicBezTo>
                <a:cubicBezTo>
                  <a:pt x="6028045" y="2712765"/>
                  <a:pt x="6023369" y="2735458"/>
                  <a:pt x="6014375" y="2762833"/>
                </a:cubicBezTo>
                <a:cubicBezTo>
                  <a:pt x="6007540" y="2790209"/>
                  <a:pt x="6003223" y="2819745"/>
                  <a:pt x="5980199" y="2853965"/>
                </a:cubicBezTo>
                <a:cubicBezTo>
                  <a:pt x="5969047" y="2840277"/>
                  <a:pt x="5950700" y="2790209"/>
                  <a:pt x="5987034" y="2788047"/>
                </a:cubicBezTo>
                <a:cubicBezTo>
                  <a:pt x="5984876" y="2758511"/>
                  <a:pt x="5993870" y="2733296"/>
                  <a:pt x="6007540" y="2708442"/>
                </a:cubicBezTo>
                <a:cubicBezTo>
                  <a:pt x="6012217" y="2694755"/>
                  <a:pt x="6018512" y="2681607"/>
                  <a:pt x="6024493" y="2667920"/>
                </a:cubicBezTo>
                <a:lnTo>
                  <a:pt x="6031927" y="2646322"/>
                </a:lnTo>
                <a:lnTo>
                  <a:pt x="6032010" y="2638643"/>
                </a:lnTo>
                <a:cubicBezTo>
                  <a:pt x="6034283" y="2631452"/>
                  <a:pt x="6040013" y="2622804"/>
                  <a:pt x="6043470" y="2614612"/>
                </a:cubicBezTo>
                <a:lnTo>
                  <a:pt x="6048771" y="2626550"/>
                </a:lnTo>
                <a:lnTo>
                  <a:pt x="6051682" y="2627307"/>
                </a:lnTo>
                <a:cubicBezTo>
                  <a:pt x="6062289" y="2624335"/>
                  <a:pt x="6067888" y="2605965"/>
                  <a:pt x="6064380" y="2598941"/>
                </a:cubicBezTo>
                <a:cubicBezTo>
                  <a:pt x="6048551" y="2594618"/>
                  <a:pt x="6069057" y="2619472"/>
                  <a:pt x="6048551" y="2608306"/>
                </a:cubicBezTo>
                <a:cubicBezTo>
                  <a:pt x="6057545" y="2567243"/>
                  <a:pt x="6080568" y="2535185"/>
                  <a:pt x="6078050" y="2505648"/>
                </a:cubicBezTo>
                <a:cubicBezTo>
                  <a:pt x="6087044" y="2507809"/>
                  <a:pt x="6084885" y="2512492"/>
                  <a:pt x="6091721" y="2514653"/>
                </a:cubicBezTo>
                <a:cubicBezTo>
                  <a:pt x="6096397" y="2517174"/>
                  <a:pt x="6098556" y="2507809"/>
                  <a:pt x="6100714" y="2503487"/>
                </a:cubicBezTo>
                <a:close/>
                <a:moveTo>
                  <a:pt x="5026516" y="2502944"/>
                </a:moveTo>
                <a:cubicBezTo>
                  <a:pt x="5028827" y="2503061"/>
                  <a:pt x="5030667" y="2503350"/>
                  <a:pt x="5031212" y="2503350"/>
                </a:cubicBezTo>
                <a:cubicBezTo>
                  <a:pt x="5035937" y="2512246"/>
                  <a:pt x="5022127" y="2519006"/>
                  <a:pt x="5015223" y="2519006"/>
                </a:cubicBezTo>
                <a:cubicBezTo>
                  <a:pt x="5008409" y="2503795"/>
                  <a:pt x="5019584" y="2502594"/>
                  <a:pt x="5026516" y="2502944"/>
                </a:cubicBezTo>
                <a:close/>
                <a:moveTo>
                  <a:pt x="5010538" y="2482850"/>
                </a:moveTo>
                <a:cubicBezTo>
                  <a:pt x="5010538" y="2496255"/>
                  <a:pt x="4999314" y="2494139"/>
                  <a:pt x="4990263" y="2498372"/>
                </a:cubicBezTo>
                <a:cubicBezTo>
                  <a:pt x="4992435" y="2487436"/>
                  <a:pt x="4999314" y="2482850"/>
                  <a:pt x="5010538" y="2482850"/>
                </a:cubicBezTo>
                <a:close/>
                <a:moveTo>
                  <a:pt x="6100537" y="2481081"/>
                </a:moveTo>
                <a:cubicBezTo>
                  <a:pt x="6106261" y="2480503"/>
                  <a:pt x="6111985" y="2482193"/>
                  <a:pt x="6115437" y="2487886"/>
                </a:cubicBezTo>
                <a:cubicBezTo>
                  <a:pt x="6111076" y="2496781"/>
                  <a:pt x="6099447" y="2492155"/>
                  <a:pt x="6085638" y="2487886"/>
                </a:cubicBezTo>
                <a:cubicBezTo>
                  <a:pt x="6089091" y="2484506"/>
                  <a:pt x="6094814" y="2481659"/>
                  <a:pt x="6100537" y="2481081"/>
                </a:cubicBezTo>
                <a:close/>
                <a:moveTo>
                  <a:pt x="5540857" y="2478548"/>
                </a:moveTo>
                <a:lnTo>
                  <a:pt x="5533750" y="2486489"/>
                </a:lnTo>
                <a:cubicBezTo>
                  <a:pt x="5535902" y="2465915"/>
                  <a:pt x="5511147" y="2500205"/>
                  <a:pt x="5508635" y="2495873"/>
                </a:cubicBezTo>
                <a:cubicBezTo>
                  <a:pt x="5520116" y="2504897"/>
                  <a:pt x="5504330" y="2516086"/>
                  <a:pt x="5488544" y="2516086"/>
                </a:cubicBezTo>
                <a:cubicBezTo>
                  <a:pt x="5479216" y="2527637"/>
                  <a:pt x="5499666" y="2518613"/>
                  <a:pt x="5495002" y="2529802"/>
                </a:cubicBezTo>
                <a:lnTo>
                  <a:pt x="5481512" y="2537874"/>
                </a:lnTo>
                <a:lnTo>
                  <a:pt x="5484573" y="2545473"/>
                </a:lnTo>
                <a:cubicBezTo>
                  <a:pt x="5493573" y="2540793"/>
                  <a:pt x="5502573" y="2518112"/>
                  <a:pt x="5511933" y="2531793"/>
                </a:cubicBezTo>
                <a:cubicBezTo>
                  <a:pt x="5507253" y="2538633"/>
                  <a:pt x="5498253" y="2540793"/>
                  <a:pt x="5498253" y="2549794"/>
                </a:cubicBezTo>
                <a:cubicBezTo>
                  <a:pt x="5518773" y="2551954"/>
                  <a:pt x="5514093" y="2531793"/>
                  <a:pt x="5527773" y="2527112"/>
                </a:cubicBezTo>
                <a:cubicBezTo>
                  <a:pt x="5527773" y="2527112"/>
                  <a:pt x="5527773" y="2527112"/>
                  <a:pt x="5527773" y="2536113"/>
                </a:cubicBezTo>
                <a:cubicBezTo>
                  <a:pt x="5532093" y="2536113"/>
                  <a:pt x="5532093" y="2538633"/>
                  <a:pt x="5532093" y="2542953"/>
                </a:cubicBezTo>
                <a:cubicBezTo>
                  <a:pt x="5525613" y="2545473"/>
                  <a:pt x="5516253" y="2545473"/>
                  <a:pt x="5514093" y="2551954"/>
                </a:cubicBezTo>
                <a:cubicBezTo>
                  <a:pt x="5514093" y="2556634"/>
                  <a:pt x="5511933" y="2563475"/>
                  <a:pt x="5516253" y="2563475"/>
                </a:cubicBezTo>
                <a:lnTo>
                  <a:pt x="5537189" y="2545289"/>
                </a:lnTo>
                <a:lnTo>
                  <a:pt x="5537730" y="2540575"/>
                </a:lnTo>
                <a:cubicBezTo>
                  <a:pt x="5537730" y="2527255"/>
                  <a:pt x="5535480" y="2514835"/>
                  <a:pt x="5536560" y="2502416"/>
                </a:cubicBezTo>
                <a:close/>
                <a:moveTo>
                  <a:pt x="5725775" y="2474909"/>
                </a:moveTo>
                <a:cubicBezTo>
                  <a:pt x="5720015" y="2481749"/>
                  <a:pt x="5713175" y="2487960"/>
                  <a:pt x="5706920" y="2494440"/>
                </a:cubicBezTo>
                <a:lnTo>
                  <a:pt x="5695005" y="2510863"/>
                </a:lnTo>
                <a:lnTo>
                  <a:pt x="5695199" y="2511241"/>
                </a:lnTo>
                <a:lnTo>
                  <a:pt x="5695190" y="2513057"/>
                </a:lnTo>
                <a:lnTo>
                  <a:pt x="5714615" y="2499435"/>
                </a:lnTo>
                <a:cubicBezTo>
                  <a:pt x="5720015" y="2492370"/>
                  <a:pt x="5723435" y="2483909"/>
                  <a:pt x="5725775" y="2474909"/>
                </a:cubicBezTo>
                <a:close/>
                <a:moveTo>
                  <a:pt x="5100090" y="2472388"/>
                </a:moveTo>
                <a:cubicBezTo>
                  <a:pt x="5095410" y="2483909"/>
                  <a:pt x="5086410" y="2486069"/>
                  <a:pt x="5084250" y="2499750"/>
                </a:cubicBezTo>
                <a:lnTo>
                  <a:pt x="5089503" y="2499466"/>
                </a:lnTo>
                <a:lnTo>
                  <a:pt x="5091367" y="2492375"/>
                </a:lnTo>
                <a:lnTo>
                  <a:pt x="5094809" y="2499178"/>
                </a:lnTo>
                <a:lnTo>
                  <a:pt x="5094836" y="2499177"/>
                </a:lnTo>
                <a:cubicBezTo>
                  <a:pt x="5102970" y="2495160"/>
                  <a:pt x="5105130" y="2482739"/>
                  <a:pt x="5113770" y="2479229"/>
                </a:cubicBezTo>
                <a:cubicBezTo>
                  <a:pt x="5113770" y="2472388"/>
                  <a:pt x="5106930" y="2470228"/>
                  <a:pt x="5100090" y="2472388"/>
                </a:cubicBezTo>
                <a:close/>
                <a:moveTo>
                  <a:pt x="5821936" y="2463800"/>
                </a:moveTo>
                <a:cubicBezTo>
                  <a:pt x="5826522" y="2479765"/>
                  <a:pt x="5821936" y="2500448"/>
                  <a:pt x="5811000" y="2514237"/>
                </a:cubicBezTo>
                <a:cubicBezTo>
                  <a:pt x="5795125" y="2502988"/>
                  <a:pt x="5817703" y="2479765"/>
                  <a:pt x="5821936" y="2463800"/>
                </a:cubicBezTo>
                <a:close/>
                <a:moveTo>
                  <a:pt x="5504270" y="2438400"/>
                </a:moveTo>
                <a:cubicBezTo>
                  <a:pt x="5508566" y="2447485"/>
                  <a:pt x="5515367" y="2451845"/>
                  <a:pt x="5513219" y="2468198"/>
                </a:cubicBezTo>
                <a:cubicBezTo>
                  <a:pt x="5479213" y="2465655"/>
                  <a:pt x="5492816" y="2465655"/>
                  <a:pt x="5504270" y="2438400"/>
                </a:cubicBezTo>
                <a:close/>
                <a:moveTo>
                  <a:pt x="5015849" y="2436026"/>
                </a:moveTo>
                <a:cubicBezTo>
                  <a:pt x="5004329" y="2438546"/>
                  <a:pt x="4997849" y="2445027"/>
                  <a:pt x="4993169" y="2456547"/>
                </a:cubicBezTo>
                <a:cubicBezTo>
                  <a:pt x="5004329" y="2454387"/>
                  <a:pt x="5013689" y="2447547"/>
                  <a:pt x="5015849" y="2436026"/>
                </a:cubicBezTo>
                <a:close/>
                <a:moveTo>
                  <a:pt x="6105383" y="2435225"/>
                </a:moveTo>
                <a:cubicBezTo>
                  <a:pt x="6117024" y="2446673"/>
                  <a:pt x="6093741" y="2460267"/>
                  <a:pt x="6082463" y="2453470"/>
                </a:cubicBezTo>
                <a:cubicBezTo>
                  <a:pt x="6084646" y="2439875"/>
                  <a:pt x="6100653" y="2446673"/>
                  <a:pt x="6105383" y="2435225"/>
                </a:cubicBezTo>
                <a:close/>
                <a:moveTo>
                  <a:pt x="5067703" y="2432050"/>
                </a:moveTo>
                <a:cubicBezTo>
                  <a:pt x="5067703" y="2443273"/>
                  <a:pt x="5067703" y="2452325"/>
                  <a:pt x="5056938" y="2450152"/>
                </a:cubicBezTo>
                <a:cubicBezTo>
                  <a:pt x="5059021" y="2441101"/>
                  <a:pt x="5061105" y="2434222"/>
                  <a:pt x="5067703" y="2432050"/>
                </a:cubicBezTo>
                <a:close/>
                <a:moveTo>
                  <a:pt x="5147067" y="2429422"/>
                </a:moveTo>
                <a:cubicBezTo>
                  <a:pt x="5147067" y="2438673"/>
                  <a:pt x="5140270" y="2436182"/>
                  <a:pt x="5142417" y="2447569"/>
                </a:cubicBezTo>
                <a:cubicBezTo>
                  <a:pt x="5142417" y="2447569"/>
                  <a:pt x="5142417" y="2447569"/>
                  <a:pt x="5124171" y="2447569"/>
                </a:cubicBezTo>
                <a:cubicBezTo>
                  <a:pt x="5124171" y="2440808"/>
                  <a:pt x="5122025" y="2434047"/>
                  <a:pt x="5128822" y="2431913"/>
                </a:cubicBezTo>
                <a:cubicBezTo>
                  <a:pt x="5128822" y="2436182"/>
                  <a:pt x="5133473" y="2436182"/>
                  <a:pt x="5140270" y="2436182"/>
                </a:cubicBezTo>
                <a:cubicBezTo>
                  <a:pt x="5140270" y="2431913"/>
                  <a:pt x="5140270" y="2427287"/>
                  <a:pt x="5147067" y="2429422"/>
                </a:cubicBezTo>
                <a:close/>
                <a:moveTo>
                  <a:pt x="462355" y="2426237"/>
                </a:moveTo>
                <a:cubicBezTo>
                  <a:pt x="448761" y="2440012"/>
                  <a:pt x="453411" y="2449074"/>
                  <a:pt x="448761" y="2465024"/>
                </a:cubicBezTo>
                <a:cubicBezTo>
                  <a:pt x="437313" y="2460674"/>
                  <a:pt x="441963" y="2419350"/>
                  <a:pt x="462355" y="2426237"/>
                </a:cubicBezTo>
                <a:close/>
                <a:moveTo>
                  <a:pt x="6136018" y="2411412"/>
                </a:moveTo>
                <a:cubicBezTo>
                  <a:pt x="6151959" y="2447649"/>
                  <a:pt x="6122557" y="2488551"/>
                  <a:pt x="6125037" y="2526941"/>
                </a:cubicBezTo>
                <a:cubicBezTo>
                  <a:pt x="6109450" y="2497520"/>
                  <a:pt x="6142749" y="2445138"/>
                  <a:pt x="6136018" y="2411412"/>
                </a:cubicBezTo>
                <a:close/>
                <a:moveTo>
                  <a:pt x="6250376" y="2403475"/>
                </a:moveTo>
                <a:cubicBezTo>
                  <a:pt x="6227566" y="2423823"/>
                  <a:pt x="6239152" y="2448456"/>
                  <a:pt x="6209463" y="2477730"/>
                </a:cubicBezTo>
                <a:cubicBezTo>
                  <a:pt x="6216342" y="2462022"/>
                  <a:pt x="6218515" y="2403475"/>
                  <a:pt x="6250376" y="2403475"/>
                </a:cubicBezTo>
                <a:close/>
                <a:moveTo>
                  <a:pt x="5191627" y="2401613"/>
                </a:moveTo>
                <a:lnTo>
                  <a:pt x="5190496" y="2402724"/>
                </a:lnTo>
                <a:lnTo>
                  <a:pt x="5188389" y="2408310"/>
                </a:lnTo>
                <a:lnTo>
                  <a:pt x="5190882" y="2410985"/>
                </a:lnTo>
                <a:lnTo>
                  <a:pt x="5193470" y="2409595"/>
                </a:lnTo>
                <a:close/>
                <a:moveTo>
                  <a:pt x="6055590" y="2397125"/>
                </a:moveTo>
                <a:cubicBezTo>
                  <a:pt x="6069400" y="2401849"/>
                  <a:pt x="6057770" y="2422199"/>
                  <a:pt x="6050866" y="2426923"/>
                </a:cubicBezTo>
                <a:cubicBezTo>
                  <a:pt x="6039600" y="2422199"/>
                  <a:pt x="6055590" y="2406210"/>
                  <a:pt x="6055590" y="2397125"/>
                </a:cubicBezTo>
                <a:close/>
                <a:moveTo>
                  <a:pt x="5157467" y="2394874"/>
                </a:moveTo>
                <a:cubicBezTo>
                  <a:pt x="5175637" y="2392362"/>
                  <a:pt x="5164371" y="2417486"/>
                  <a:pt x="5159647" y="2424305"/>
                </a:cubicBezTo>
                <a:cubicBezTo>
                  <a:pt x="5162191" y="2412820"/>
                  <a:pt x="5148382" y="2433278"/>
                  <a:pt x="5148382" y="2419639"/>
                </a:cubicBezTo>
                <a:cubicBezTo>
                  <a:pt x="5159647" y="2417486"/>
                  <a:pt x="5145838" y="2408513"/>
                  <a:pt x="5148382" y="2401693"/>
                </a:cubicBezTo>
                <a:cubicBezTo>
                  <a:pt x="5152743" y="2401693"/>
                  <a:pt x="5159647" y="2403847"/>
                  <a:pt x="5159647" y="2399181"/>
                </a:cubicBezTo>
                <a:cubicBezTo>
                  <a:pt x="5157467" y="2399181"/>
                  <a:pt x="5155286" y="2397028"/>
                  <a:pt x="5157467" y="2394874"/>
                </a:cubicBezTo>
                <a:close/>
                <a:moveTo>
                  <a:pt x="5520933" y="2392823"/>
                </a:moveTo>
                <a:cubicBezTo>
                  <a:pt x="5516253" y="2395343"/>
                  <a:pt x="5514093" y="2399663"/>
                  <a:pt x="5514093" y="2404344"/>
                </a:cubicBezTo>
                <a:cubicBezTo>
                  <a:pt x="5514093" y="2413344"/>
                  <a:pt x="5520933" y="2415505"/>
                  <a:pt x="5518773" y="2429185"/>
                </a:cubicBezTo>
                <a:lnTo>
                  <a:pt x="5514844" y="2428778"/>
                </a:lnTo>
                <a:lnTo>
                  <a:pt x="5513771" y="2433270"/>
                </a:lnTo>
                <a:cubicBezTo>
                  <a:pt x="5499850" y="2428508"/>
                  <a:pt x="5499850" y="2421547"/>
                  <a:pt x="5504613" y="2414587"/>
                </a:cubicBezTo>
                <a:lnTo>
                  <a:pt x="5506152" y="2415718"/>
                </a:lnTo>
                <a:lnTo>
                  <a:pt x="5505864" y="2414655"/>
                </a:lnTo>
                <a:lnTo>
                  <a:pt x="5500895" y="2411491"/>
                </a:lnTo>
                <a:lnTo>
                  <a:pt x="5498047" y="2447698"/>
                </a:lnTo>
                <a:cubicBezTo>
                  <a:pt x="5488868" y="2453278"/>
                  <a:pt x="5480319" y="2460117"/>
                  <a:pt x="5472356" y="2467272"/>
                </a:cubicBezTo>
                <a:lnTo>
                  <a:pt x="5450404" y="2488514"/>
                </a:lnTo>
                <a:lnTo>
                  <a:pt x="5450373" y="2490750"/>
                </a:lnTo>
                <a:cubicBezTo>
                  <a:pt x="5457213" y="2481749"/>
                  <a:pt x="5479893" y="2472388"/>
                  <a:pt x="5479893" y="2490750"/>
                </a:cubicBezTo>
                <a:cubicBezTo>
                  <a:pt x="5459373" y="2506591"/>
                  <a:pt x="5436693" y="2520272"/>
                  <a:pt x="5427693" y="2545473"/>
                </a:cubicBezTo>
                <a:cubicBezTo>
                  <a:pt x="5429853" y="2545473"/>
                  <a:pt x="5434533" y="2545473"/>
                  <a:pt x="5434533" y="2549794"/>
                </a:cubicBezTo>
                <a:cubicBezTo>
                  <a:pt x="5424273" y="2553214"/>
                  <a:pt x="5422023" y="2547544"/>
                  <a:pt x="5420043" y="2541603"/>
                </a:cubicBezTo>
                <a:lnTo>
                  <a:pt x="5416662" y="2534352"/>
                </a:lnTo>
                <a:lnTo>
                  <a:pt x="5410253" y="2549986"/>
                </a:lnTo>
                <a:cubicBezTo>
                  <a:pt x="5403392" y="2545668"/>
                  <a:pt x="5405920" y="2540989"/>
                  <a:pt x="5410253" y="2534152"/>
                </a:cubicBezTo>
                <a:lnTo>
                  <a:pt x="5406528" y="2535076"/>
                </a:lnTo>
                <a:lnTo>
                  <a:pt x="5405176" y="2541952"/>
                </a:lnTo>
                <a:lnTo>
                  <a:pt x="5402308" y="2543173"/>
                </a:lnTo>
                <a:lnTo>
                  <a:pt x="5402579" y="2545218"/>
                </a:lnTo>
                <a:cubicBezTo>
                  <a:pt x="5403572" y="2548501"/>
                  <a:pt x="5404633" y="2551718"/>
                  <a:pt x="5404159" y="2553686"/>
                </a:cubicBezTo>
                <a:lnTo>
                  <a:pt x="5400608" y="2554141"/>
                </a:lnTo>
                <a:lnTo>
                  <a:pt x="5404518" y="2554964"/>
                </a:lnTo>
                <a:lnTo>
                  <a:pt x="5407122" y="2560735"/>
                </a:lnTo>
                <a:lnTo>
                  <a:pt x="5408871" y="2560939"/>
                </a:lnTo>
                <a:cubicBezTo>
                  <a:pt x="5410682" y="2561636"/>
                  <a:pt x="5412149" y="2563031"/>
                  <a:pt x="5412781" y="2565820"/>
                </a:cubicBezTo>
                <a:cubicBezTo>
                  <a:pt x="5403573" y="2566989"/>
                  <a:pt x="5396237" y="2568586"/>
                  <a:pt x="5390166" y="2570852"/>
                </a:cubicBezTo>
                <a:lnTo>
                  <a:pt x="5377427" y="2578519"/>
                </a:lnTo>
                <a:lnTo>
                  <a:pt x="5375132" y="2592997"/>
                </a:lnTo>
                <a:lnTo>
                  <a:pt x="5358855" y="2604646"/>
                </a:lnTo>
                <a:lnTo>
                  <a:pt x="5353196" y="2615840"/>
                </a:lnTo>
                <a:lnTo>
                  <a:pt x="5348309" y="2612040"/>
                </a:lnTo>
                <a:lnTo>
                  <a:pt x="5342991" y="2615567"/>
                </a:lnTo>
                <a:lnTo>
                  <a:pt x="5346661" y="2619181"/>
                </a:lnTo>
                <a:cubicBezTo>
                  <a:pt x="5347601" y="2624081"/>
                  <a:pt x="5337466" y="2627168"/>
                  <a:pt x="5347668" y="2633880"/>
                </a:cubicBezTo>
                <a:cubicBezTo>
                  <a:pt x="5345342" y="2638354"/>
                  <a:pt x="5340778" y="2633790"/>
                  <a:pt x="5336258" y="2628958"/>
                </a:cubicBezTo>
                <a:lnTo>
                  <a:pt x="5330838" y="2623627"/>
                </a:lnTo>
                <a:lnTo>
                  <a:pt x="5325452" y="2627199"/>
                </a:lnTo>
                <a:lnTo>
                  <a:pt x="5326346" y="2622472"/>
                </a:lnTo>
                <a:lnTo>
                  <a:pt x="5325116" y="2622425"/>
                </a:lnTo>
                <a:cubicBezTo>
                  <a:pt x="5322790" y="2619025"/>
                  <a:pt x="5322163" y="2616250"/>
                  <a:pt x="5322432" y="2613745"/>
                </a:cubicBezTo>
                <a:lnTo>
                  <a:pt x="5322846" y="2612655"/>
                </a:lnTo>
                <a:lnTo>
                  <a:pt x="5322217" y="2613149"/>
                </a:lnTo>
                <a:lnTo>
                  <a:pt x="5311367" y="2640340"/>
                </a:lnTo>
                <a:cubicBezTo>
                  <a:pt x="5304841" y="2650601"/>
                  <a:pt x="5295751" y="2660321"/>
                  <a:pt x="5284411" y="2666082"/>
                </a:cubicBezTo>
                <a:cubicBezTo>
                  <a:pt x="5270731" y="2670402"/>
                  <a:pt x="5279731" y="2654561"/>
                  <a:pt x="5266051" y="2659241"/>
                </a:cubicBezTo>
                <a:cubicBezTo>
                  <a:pt x="5252371" y="2666082"/>
                  <a:pt x="5245531" y="2666082"/>
                  <a:pt x="5248051" y="2684083"/>
                </a:cubicBezTo>
                <a:cubicBezTo>
                  <a:pt x="5239951" y="2686423"/>
                  <a:pt x="5237071" y="2684173"/>
                  <a:pt x="5235361" y="2680753"/>
                </a:cubicBezTo>
                <a:lnTo>
                  <a:pt x="5234338" y="2678886"/>
                </a:lnTo>
                <a:lnTo>
                  <a:pt x="5204334" y="2709409"/>
                </a:lnTo>
                <a:lnTo>
                  <a:pt x="5188157" y="2718829"/>
                </a:lnTo>
                <a:lnTo>
                  <a:pt x="5185071" y="2728348"/>
                </a:lnTo>
                <a:lnTo>
                  <a:pt x="5180074" y="2733325"/>
                </a:lnTo>
                <a:lnTo>
                  <a:pt x="5188095" y="2729504"/>
                </a:lnTo>
                <a:cubicBezTo>
                  <a:pt x="5190672" y="2730545"/>
                  <a:pt x="5193832" y="2733412"/>
                  <a:pt x="5197866" y="2739145"/>
                </a:cubicBezTo>
                <a:cubicBezTo>
                  <a:pt x="5180654" y="2769514"/>
                  <a:pt x="5148315" y="2769648"/>
                  <a:pt x="5129439" y="2790644"/>
                </a:cubicBezTo>
                <a:lnTo>
                  <a:pt x="5119104" y="2813785"/>
                </a:lnTo>
                <a:lnTo>
                  <a:pt x="5122140" y="2808337"/>
                </a:lnTo>
                <a:cubicBezTo>
                  <a:pt x="5127810" y="2799471"/>
                  <a:pt x="5135190" y="2793170"/>
                  <a:pt x="5152290" y="2793170"/>
                </a:cubicBezTo>
                <a:cubicBezTo>
                  <a:pt x="5161651" y="2797851"/>
                  <a:pt x="5136450" y="2809372"/>
                  <a:pt x="5154810" y="2811532"/>
                </a:cubicBezTo>
                <a:cubicBezTo>
                  <a:pt x="5156971" y="2793170"/>
                  <a:pt x="5159131" y="2791010"/>
                  <a:pt x="5172811" y="2782010"/>
                </a:cubicBezTo>
                <a:cubicBezTo>
                  <a:pt x="5181811" y="2786330"/>
                  <a:pt x="5152290" y="2806851"/>
                  <a:pt x="5172811" y="2806851"/>
                </a:cubicBezTo>
                <a:cubicBezTo>
                  <a:pt x="5172811" y="2791010"/>
                  <a:pt x="5186491" y="2788850"/>
                  <a:pt x="5179651" y="2770489"/>
                </a:cubicBezTo>
                <a:cubicBezTo>
                  <a:pt x="5207011" y="2766169"/>
                  <a:pt x="5170651" y="2791010"/>
                  <a:pt x="5195491" y="2791010"/>
                </a:cubicBezTo>
                <a:cubicBezTo>
                  <a:pt x="5198011" y="2770489"/>
                  <a:pt x="5218171" y="2770489"/>
                  <a:pt x="5200171" y="2761488"/>
                </a:cubicBezTo>
                <a:cubicBezTo>
                  <a:pt x="5222851" y="2766169"/>
                  <a:pt x="5236531" y="2756808"/>
                  <a:pt x="5227531" y="2743127"/>
                </a:cubicBezTo>
                <a:cubicBezTo>
                  <a:pt x="5231851" y="2743127"/>
                  <a:pt x="5236531" y="2740967"/>
                  <a:pt x="5236531" y="2734126"/>
                </a:cubicBezTo>
                <a:cubicBezTo>
                  <a:pt x="5245531" y="2734126"/>
                  <a:pt x="5250211" y="2752488"/>
                  <a:pt x="5261731" y="2738807"/>
                </a:cubicBezTo>
                <a:cubicBezTo>
                  <a:pt x="5261731" y="2729446"/>
                  <a:pt x="5254891" y="2725126"/>
                  <a:pt x="5252371" y="2718285"/>
                </a:cubicBezTo>
                <a:cubicBezTo>
                  <a:pt x="5261731" y="2711445"/>
                  <a:pt x="5279731" y="2688763"/>
                  <a:pt x="5286571" y="2699924"/>
                </a:cubicBezTo>
                <a:cubicBezTo>
                  <a:pt x="5275051" y="2699924"/>
                  <a:pt x="5270731" y="2713605"/>
                  <a:pt x="5261731" y="2718285"/>
                </a:cubicBezTo>
                <a:cubicBezTo>
                  <a:pt x="5291251" y="2711445"/>
                  <a:pt x="5309251" y="2672562"/>
                  <a:pt x="5329772" y="2697764"/>
                </a:cubicBezTo>
                <a:cubicBezTo>
                  <a:pt x="5334452" y="2679403"/>
                  <a:pt x="5357132" y="2681923"/>
                  <a:pt x="5361812" y="2661401"/>
                </a:cubicBezTo>
                <a:cubicBezTo>
                  <a:pt x="5352452" y="2670402"/>
                  <a:pt x="5331932" y="2666082"/>
                  <a:pt x="5331932" y="2686243"/>
                </a:cubicBezTo>
                <a:cubicBezTo>
                  <a:pt x="5331932" y="2686243"/>
                  <a:pt x="5331932" y="2686243"/>
                  <a:pt x="5313931" y="2686243"/>
                </a:cubicBezTo>
                <a:cubicBezTo>
                  <a:pt x="5316091" y="2679403"/>
                  <a:pt x="5316091" y="2675082"/>
                  <a:pt x="5318611" y="2670402"/>
                </a:cubicBezTo>
                <a:cubicBezTo>
                  <a:pt x="5331932" y="2668242"/>
                  <a:pt x="5345612" y="2656721"/>
                  <a:pt x="5363972" y="2649881"/>
                </a:cubicBezTo>
                <a:cubicBezTo>
                  <a:pt x="5368292" y="2654561"/>
                  <a:pt x="5363972" y="2668242"/>
                  <a:pt x="5377652" y="2666082"/>
                </a:cubicBezTo>
                <a:cubicBezTo>
                  <a:pt x="5381972" y="2640880"/>
                  <a:pt x="5414013" y="2631879"/>
                  <a:pt x="5420853" y="2627199"/>
                </a:cubicBezTo>
                <a:cubicBezTo>
                  <a:pt x="5416173" y="2613518"/>
                  <a:pt x="5432013" y="2599837"/>
                  <a:pt x="5418693" y="2592997"/>
                </a:cubicBezTo>
                <a:cubicBezTo>
                  <a:pt x="5420853" y="2590837"/>
                  <a:pt x="5423013" y="2588676"/>
                  <a:pt x="5423013" y="2583996"/>
                </a:cubicBezTo>
                <a:cubicBezTo>
                  <a:pt x="5434533" y="2592997"/>
                  <a:pt x="5448213" y="2581836"/>
                  <a:pt x="5450373" y="2597677"/>
                </a:cubicBezTo>
                <a:cubicBezTo>
                  <a:pt x="5456133" y="2591917"/>
                  <a:pt x="5456673" y="2585616"/>
                  <a:pt x="5454918" y="2580216"/>
                </a:cubicBezTo>
                <a:lnTo>
                  <a:pt x="5447075" y="2569962"/>
                </a:lnTo>
                <a:lnTo>
                  <a:pt x="5447739" y="2571379"/>
                </a:lnTo>
                <a:cubicBezTo>
                  <a:pt x="5447263" y="2573319"/>
                  <a:pt x="5445312" y="2576004"/>
                  <a:pt x="5440827" y="2579974"/>
                </a:cubicBezTo>
                <a:cubicBezTo>
                  <a:pt x="5445132" y="2559400"/>
                  <a:pt x="5425041" y="2579974"/>
                  <a:pt x="5415713" y="2582501"/>
                </a:cubicBezTo>
                <a:cubicBezTo>
                  <a:pt x="5420377" y="2548211"/>
                  <a:pt x="5477063" y="2516086"/>
                  <a:pt x="5495002" y="2489015"/>
                </a:cubicBezTo>
                <a:cubicBezTo>
                  <a:pt x="5501819" y="2486489"/>
                  <a:pt x="5508635" y="2489015"/>
                  <a:pt x="5515452" y="2489015"/>
                </a:cubicBezTo>
                <a:cubicBezTo>
                  <a:pt x="5520116" y="2484323"/>
                  <a:pt x="5513300" y="2479631"/>
                  <a:pt x="5511147" y="2477465"/>
                </a:cubicBezTo>
                <a:cubicBezTo>
                  <a:pt x="5516170" y="2471780"/>
                  <a:pt x="5522067" y="2467652"/>
                  <a:pt x="5528267" y="2464161"/>
                </a:cubicBezTo>
                <a:lnTo>
                  <a:pt x="5544975" y="2455796"/>
                </a:lnTo>
                <a:lnTo>
                  <a:pt x="5548079" y="2438698"/>
                </a:lnTo>
                <a:cubicBezTo>
                  <a:pt x="5548079" y="2432398"/>
                  <a:pt x="5546662" y="2425266"/>
                  <a:pt x="5544851" y="2417717"/>
                </a:cubicBezTo>
                <a:lnTo>
                  <a:pt x="5542509" y="2407883"/>
                </a:lnTo>
                <a:lnTo>
                  <a:pt x="5536188" y="2410166"/>
                </a:lnTo>
                <a:cubicBezTo>
                  <a:pt x="5534163" y="2411657"/>
                  <a:pt x="5532183" y="2414065"/>
                  <a:pt x="5529933" y="2418025"/>
                </a:cubicBezTo>
                <a:cubicBezTo>
                  <a:pt x="5518773" y="2413344"/>
                  <a:pt x="5527773" y="2397503"/>
                  <a:pt x="5520933" y="2392823"/>
                </a:cubicBezTo>
                <a:close/>
                <a:moveTo>
                  <a:pt x="4899929" y="2388143"/>
                </a:moveTo>
                <a:cubicBezTo>
                  <a:pt x="4906769" y="2397503"/>
                  <a:pt x="4897409" y="2399663"/>
                  <a:pt x="4897409" y="2413344"/>
                </a:cubicBezTo>
                <a:cubicBezTo>
                  <a:pt x="4911089" y="2413344"/>
                  <a:pt x="4915769" y="2399663"/>
                  <a:pt x="4911089" y="2388143"/>
                </a:cubicBezTo>
                <a:cubicBezTo>
                  <a:pt x="4908929" y="2385983"/>
                  <a:pt x="4906769" y="2388143"/>
                  <a:pt x="4906769" y="2390663"/>
                </a:cubicBezTo>
                <a:cubicBezTo>
                  <a:pt x="4906769" y="2390663"/>
                  <a:pt x="4906769" y="2390663"/>
                  <a:pt x="4899929" y="2388143"/>
                </a:cubicBezTo>
                <a:close/>
                <a:moveTo>
                  <a:pt x="5864190" y="2379662"/>
                </a:moveTo>
                <a:cubicBezTo>
                  <a:pt x="5870968" y="2388611"/>
                  <a:pt x="5859553" y="2402572"/>
                  <a:pt x="5862050" y="2411521"/>
                </a:cubicBezTo>
                <a:cubicBezTo>
                  <a:pt x="5850634" y="2415817"/>
                  <a:pt x="5850634" y="2409373"/>
                  <a:pt x="5839575" y="2404720"/>
                </a:cubicBezTo>
                <a:cubicBezTo>
                  <a:pt x="5857412" y="2400066"/>
                  <a:pt x="5850634" y="2393265"/>
                  <a:pt x="5864190" y="2379662"/>
                </a:cubicBezTo>
                <a:close/>
                <a:moveTo>
                  <a:pt x="5243371" y="2376982"/>
                </a:moveTo>
                <a:cubicBezTo>
                  <a:pt x="5234371" y="2385983"/>
                  <a:pt x="5222851" y="2395343"/>
                  <a:pt x="5220691" y="2413344"/>
                </a:cubicBezTo>
                <a:cubicBezTo>
                  <a:pt x="5231851" y="2404344"/>
                  <a:pt x="5243371" y="2395343"/>
                  <a:pt x="5243371" y="2376982"/>
                </a:cubicBezTo>
                <a:close/>
                <a:moveTo>
                  <a:pt x="5123178" y="2375380"/>
                </a:moveTo>
                <a:cubicBezTo>
                  <a:pt x="5125713" y="2373938"/>
                  <a:pt x="5130784" y="2375148"/>
                  <a:pt x="5137544" y="2383333"/>
                </a:cubicBezTo>
                <a:cubicBezTo>
                  <a:pt x="5137544" y="2390403"/>
                  <a:pt x="5124023" y="2376264"/>
                  <a:pt x="5124023" y="2383333"/>
                </a:cubicBezTo>
                <a:cubicBezTo>
                  <a:pt x="5120643" y="2380915"/>
                  <a:pt x="5120643" y="2376822"/>
                  <a:pt x="5123178" y="2375380"/>
                </a:cubicBezTo>
                <a:close/>
                <a:moveTo>
                  <a:pt x="553040" y="2361345"/>
                </a:moveTo>
                <a:cubicBezTo>
                  <a:pt x="548359" y="2377183"/>
                  <a:pt x="536838" y="2361345"/>
                  <a:pt x="532518" y="2372504"/>
                </a:cubicBezTo>
                <a:cubicBezTo>
                  <a:pt x="543679" y="2377183"/>
                  <a:pt x="516316" y="2397700"/>
                  <a:pt x="527837" y="2399860"/>
                </a:cubicBezTo>
                <a:cubicBezTo>
                  <a:pt x="536838" y="2381502"/>
                  <a:pt x="559881" y="2379343"/>
                  <a:pt x="553040" y="2361345"/>
                </a:cubicBezTo>
                <a:close/>
                <a:moveTo>
                  <a:pt x="5739455" y="2358621"/>
                </a:moveTo>
                <a:cubicBezTo>
                  <a:pt x="5725775" y="2356461"/>
                  <a:pt x="5716415" y="2361141"/>
                  <a:pt x="5709575" y="2372302"/>
                </a:cubicBezTo>
                <a:cubicBezTo>
                  <a:pt x="5714255" y="2388143"/>
                  <a:pt x="5725775" y="2367981"/>
                  <a:pt x="5732615" y="2374822"/>
                </a:cubicBezTo>
                <a:cubicBezTo>
                  <a:pt x="5732615" y="2397503"/>
                  <a:pt x="5718935" y="2390663"/>
                  <a:pt x="5707415" y="2399663"/>
                </a:cubicBezTo>
                <a:cubicBezTo>
                  <a:pt x="5707415" y="2409024"/>
                  <a:pt x="5714255" y="2409024"/>
                  <a:pt x="5707415" y="2413344"/>
                </a:cubicBezTo>
                <a:cubicBezTo>
                  <a:pt x="5725775" y="2418025"/>
                  <a:pt x="5741615" y="2381302"/>
                  <a:pt x="5739455" y="2358621"/>
                </a:cubicBezTo>
                <a:close/>
                <a:moveTo>
                  <a:pt x="6312121" y="2347912"/>
                </a:moveTo>
                <a:cubicBezTo>
                  <a:pt x="6323410" y="2352323"/>
                  <a:pt x="6316707" y="2368867"/>
                  <a:pt x="6312121" y="2382469"/>
                </a:cubicBezTo>
                <a:cubicBezTo>
                  <a:pt x="6292013" y="2382469"/>
                  <a:pt x="6312121" y="2359308"/>
                  <a:pt x="6312121" y="2347912"/>
                </a:cubicBezTo>
                <a:close/>
                <a:moveTo>
                  <a:pt x="6164649" y="2335212"/>
                </a:moveTo>
                <a:cubicBezTo>
                  <a:pt x="6162466" y="2342060"/>
                  <a:pt x="6160738" y="2352872"/>
                  <a:pt x="6157555" y="2364855"/>
                </a:cubicBezTo>
                <a:lnTo>
                  <a:pt x="6142086" y="2400701"/>
                </a:lnTo>
                <a:lnTo>
                  <a:pt x="6141817" y="2401528"/>
                </a:lnTo>
                <a:lnTo>
                  <a:pt x="6141758" y="2401462"/>
                </a:lnTo>
                <a:lnTo>
                  <a:pt x="6141730" y="2401526"/>
                </a:lnTo>
                <a:lnTo>
                  <a:pt x="6141724" y="2401425"/>
                </a:lnTo>
                <a:lnTo>
                  <a:pt x="6135469" y="2394478"/>
                </a:lnTo>
                <a:cubicBezTo>
                  <a:pt x="6135347" y="2391557"/>
                  <a:pt x="6136810" y="2388136"/>
                  <a:pt x="6138627" y="2384435"/>
                </a:cubicBezTo>
                <a:lnTo>
                  <a:pt x="6140477" y="2380328"/>
                </a:lnTo>
                <a:lnTo>
                  <a:pt x="6139411" y="2362287"/>
                </a:lnTo>
                <a:cubicBezTo>
                  <a:pt x="6143458" y="2348907"/>
                  <a:pt x="6152098" y="2337555"/>
                  <a:pt x="6164649" y="2335212"/>
                </a:cubicBezTo>
                <a:close/>
                <a:moveTo>
                  <a:pt x="6085280" y="2330839"/>
                </a:moveTo>
                <a:lnTo>
                  <a:pt x="6069539" y="2376127"/>
                </a:lnTo>
                <a:cubicBezTo>
                  <a:pt x="6060238" y="2367141"/>
                  <a:pt x="6062742" y="2319337"/>
                  <a:pt x="6085280" y="2330839"/>
                </a:cubicBezTo>
                <a:close/>
                <a:moveTo>
                  <a:pt x="5232290" y="2324100"/>
                </a:moveTo>
                <a:cubicBezTo>
                  <a:pt x="5248661" y="2335036"/>
                  <a:pt x="5223195" y="2355144"/>
                  <a:pt x="5214100" y="2361847"/>
                </a:cubicBezTo>
                <a:cubicBezTo>
                  <a:pt x="5214100" y="2348441"/>
                  <a:pt x="5232290" y="2330803"/>
                  <a:pt x="5232290" y="2324100"/>
                </a:cubicBezTo>
                <a:close/>
                <a:moveTo>
                  <a:pt x="3777806" y="2318660"/>
                </a:moveTo>
                <a:lnTo>
                  <a:pt x="3777885" y="2319422"/>
                </a:lnTo>
                <a:lnTo>
                  <a:pt x="3783336" y="2319715"/>
                </a:lnTo>
                <a:lnTo>
                  <a:pt x="3783152" y="2319677"/>
                </a:lnTo>
                <a:close/>
                <a:moveTo>
                  <a:pt x="5529933" y="2317938"/>
                </a:moveTo>
                <a:cubicBezTo>
                  <a:pt x="5518773" y="2320098"/>
                  <a:pt x="5525613" y="2322258"/>
                  <a:pt x="5525613" y="2326938"/>
                </a:cubicBezTo>
                <a:cubicBezTo>
                  <a:pt x="5514093" y="2347460"/>
                  <a:pt x="5495733" y="2358621"/>
                  <a:pt x="5505093" y="2376982"/>
                </a:cubicBezTo>
                <a:cubicBezTo>
                  <a:pt x="5518773" y="2365461"/>
                  <a:pt x="5516253" y="2345300"/>
                  <a:pt x="5534613" y="2335939"/>
                </a:cubicBezTo>
                <a:cubicBezTo>
                  <a:pt x="5536773" y="2326938"/>
                  <a:pt x="5532093" y="2322258"/>
                  <a:pt x="5529933" y="2317938"/>
                </a:cubicBezTo>
                <a:close/>
                <a:moveTo>
                  <a:pt x="3786078" y="2314247"/>
                </a:moveTo>
                <a:lnTo>
                  <a:pt x="3786179" y="2315627"/>
                </a:lnTo>
                <a:lnTo>
                  <a:pt x="3786725" y="2319897"/>
                </a:lnTo>
                <a:lnTo>
                  <a:pt x="3800850" y="2320655"/>
                </a:lnTo>
                <a:lnTo>
                  <a:pt x="3800764" y="2319016"/>
                </a:lnTo>
                <a:cubicBezTo>
                  <a:pt x="3798510" y="2313141"/>
                  <a:pt x="3791849" y="2318490"/>
                  <a:pt x="3787381" y="2316807"/>
                </a:cubicBezTo>
                <a:close/>
                <a:moveTo>
                  <a:pt x="5713309" y="2313143"/>
                </a:moveTo>
                <a:lnTo>
                  <a:pt x="5708208" y="2318325"/>
                </a:lnTo>
                <a:cubicBezTo>
                  <a:pt x="5694079" y="2327807"/>
                  <a:pt x="5677469" y="2330803"/>
                  <a:pt x="5692864" y="2342787"/>
                </a:cubicBezTo>
                <a:lnTo>
                  <a:pt x="5685201" y="2341919"/>
                </a:lnTo>
                <a:lnTo>
                  <a:pt x="5686794" y="2361573"/>
                </a:lnTo>
                <a:lnTo>
                  <a:pt x="5701430" y="2344928"/>
                </a:lnTo>
                <a:lnTo>
                  <a:pt x="5715355" y="2336059"/>
                </a:lnTo>
                <a:lnTo>
                  <a:pt x="5708266" y="2332576"/>
                </a:lnTo>
                <a:cubicBezTo>
                  <a:pt x="5706711" y="2329710"/>
                  <a:pt x="5708140" y="2325709"/>
                  <a:pt x="5709959" y="2321778"/>
                </a:cubicBezTo>
                <a:close/>
                <a:moveTo>
                  <a:pt x="3857860" y="2310610"/>
                </a:moveTo>
                <a:cubicBezTo>
                  <a:pt x="3853900" y="2309980"/>
                  <a:pt x="3851649" y="2311217"/>
                  <a:pt x="3850361" y="2313501"/>
                </a:cubicBezTo>
                <a:lnTo>
                  <a:pt x="3849086" y="2320269"/>
                </a:lnTo>
                <a:lnTo>
                  <a:pt x="3849189" y="2320311"/>
                </a:lnTo>
                <a:lnTo>
                  <a:pt x="3849070" y="2320355"/>
                </a:lnTo>
                <a:lnTo>
                  <a:pt x="3848772" y="2321934"/>
                </a:lnTo>
                <a:lnTo>
                  <a:pt x="3857673" y="2315978"/>
                </a:lnTo>
                <a:close/>
                <a:moveTo>
                  <a:pt x="6141201" y="2301875"/>
                </a:moveTo>
                <a:cubicBezTo>
                  <a:pt x="6152924" y="2311047"/>
                  <a:pt x="6155122" y="2319866"/>
                  <a:pt x="6152924" y="2333272"/>
                </a:cubicBezTo>
                <a:cubicBezTo>
                  <a:pt x="6148161" y="2324453"/>
                  <a:pt x="6136438" y="2317750"/>
                  <a:pt x="6141201" y="2301875"/>
                </a:cubicBezTo>
                <a:close/>
                <a:moveTo>
                  <a:pt x="3921795" y="2296189"/>
                </a:moveTo>
                <a:lnTo>
                  <a:pt x="3921532" y="2299589"/>
                </a:lnTo>
                <a:lnTo>
                  <a:pt x="3930507" y="2296940"/>
                </a:lnTo>
                <a:close/>
                <a:moveTo>
                  <a:pt x="3838715" y="2295193"/>
                </a:moveTo>
                <a:lnTo>
                  <a:pt x="3838548" y="2295215"/>
                </a:lnTo>
                <a:lnTo>
                  <a:pt x="3830720" y="2299577"/>
                </a:lnTo>
                <a:lnTo>
                  <a:pt x="3831365" y="2296135"/>
                </a:lnTo>
                <a:lnTo>
                  <a:pt x="3819666" y="2297635"/>
                </a:lnTo>
                <a:cubicBezTo>
                  <a:pt x="3817506" y="2297635"/>
                  <a:pt x="3819666" y="2301954"/>
                  <a:pt x="3819666" y="2301954"/>
                </a:cubicBezTo>
                <a:cubicBezTo>
                  <a:pt x="3813366" y="2302584"/>
                  <a:pt x="3809225" y="2301346"/>
                  <a:pt x="3805917" y="2299417"/>
                </a:cubicBezTo>
                <a:lnTo>
                  <a:pt x="3804159" y="2298074"/>
                </a:lnTo>
                <a:lnTo>
                  <a:pt x="3797740" y="2302993"/>
                </a:lnTo>
                <a:cubicBezTo>
                  <a:pt x="3794263" y="2304309"/>
                  <a:pt x="3790258" y="2304129"/>
                  <a:pt x="3785127" y="2301249"/>
                </a:cubicBezTo>
                <a:lnTo>
                  <a:pt x="3785325" y="2303953"/>
                </a:lnTo>
                <a:lnTo>
                  <a:pt x="3789867" y="2303619"/>
                </a:lnTo>
                <a:cubicBezTo>
                  <a:pt x="3793518" y="2303686"/>
                  <a:pt x="3797344" y="2304384"/>
                  <a:pt x="3801304" y="2306633"/>
                </a:cubicBezTo>
                <a:lnTo>
                  <a:pt x="3804935" y="2320874"/>
                </a:lnTo>
                <a:lnTo>
                  <a:pt x="3824106" y="2321903"/>
                </a:lnTo>
                <a:lnTo>
                  <a:pt x="3829342" y="2319951"/>
                </a:lnTo>
                <a:lnTo>
                  <a:pt x="3833799" y="2318696"/>
                </a:lnTo>
                <a:lnTo>
                  <a:pt x="3831575" y="2309665"/>
                </a:lnTo>
                <a:cubicBezTo>
                  <a:pt x="3831845" y="2305929"/>
                  <a:pt x="3834096" y="2302509"/>
                  <a:pt x="3839857" y="2296929"/>
                </a:cubicBezTo>
                <a:close/>
                <a:moveTo>
                  <a:pt x="3908217" y="2294334"/>
                </a:moveTo>
                <a:cubicBezTo>
                  <a:pt x="3904791" y="2294761"/>
                  <a:pt x="3901641" y="2296696"/>
                  <a:pt x="3898761" y="2301737"/>
                </a:cubicBezTo>
                <a:lnTo>
                  <a:pt x="3897551" y="2297904"/>
                </a:lnTo>
                <a:lnTo>
                  <a:pt x="3890228" y="2307751"/>
                </a:lnTo>
                <a:lnTo>
                  <a:pt x="3912151" y="2302359"/>
                </a:lnTo>
                <a:lnTo>
                  <a:pt x="3918957" y="2300349"/>
                </a:lnTo>
                <a:lnTo>
                  <a:pt x="3914737" y="2295298"/>
                </a:lnTo>
                <a:close/>
                <a:moveTo>
                  <a:pt x="5163811" y="2292736"/>
                </a:moveTo>
                <a:cubicBezTo>
                  <a:pt x="5159131" y="2304257"/>
                  <a:pt x="5145450" y="2297416"/>
                  <a:pt x="5138610" y="2299577"/>
                </a:cubicBezTo>
                <a:cubicBezTo>
                  <a:pt x="5138610" y="2313258"/>
                  <a:pt x="5145450" y="2315418"/>
                  <a:pt x="5159131" y="2315418"/>
                </a:cubicBezTo>
                <a:cubicBezTo>
                  <a:pt x="5156971" y="2304257"/>
                  <a:pt x="5170651" y="2306417"/>
                  <a:pt x="5163811" y="2292736"/>
                </a:cubicBezTo>
                <a:close/>
                <a:moveTo>
                  <a:pt x="3869118" y="2291003"/>
                </a:moveTo>
                <a:lnTo>
                  <a:pt x="3865060" y="2291365"/>
                </a:lnTo>
                <a:lnTo>
                  <a:pt x="3869652" y="2297919"/>
                </a:lnTo>
                <a:lnTo>
                  <a:pt x="3864860" y="2313991"/>
                </a:lnTo>
                <a:lnTo>
                  <a:pt x="3888685" y="2308131"/>
                </a:lnTo>
                <a:lnTo>
                  <a:pt x="3883967" y="2306431"/>
                </a:lnTo>
                <a:lnTo>
                  <a:pt x="3881965" y="2301280"/>
                </a:lnTo>
                <a:lnTo>
                  <a:pt x="3877363" y="2299082"/>
                </a:lnTo>
                <a:cubicBezTo>
                  <a:pt x="3874438" y="2299352"/>
                  <a:pt x="3873043" y="2302322"/>
                  <a:pt x="3872998" y="2299712"/>
                </a:cubicBezTo>
                <a:lnTo>
                  <a:pt x="3873519" y="2294555"/>
                </a:lnTo>
                <a:lnTo>
                  <a:pt x="3871614" y="2294665"/>
                </a:lnTo>
                <a:lnTo>
                  <a:pt x="3871919" y="2292873"/>
                </a:lnTo>
                <a:close/>
                <a:moveTo>
                  <a:pt x="3789107" y="2290129"/>
                </a:moveTo>
                <a:lnTo>
                  <a:pt x="3789260" y="2290956"/>
                </a:lnTo>
                <a:lnTo>
                  <a:pt x="3791240" y="2290818"/>
                </a:lnTo>
                <a:close/>
                <a:moveTo>
                  <a:pt x="3815780" y="2289046"/>
                </a:moveTo>
                <a:lnTo>
                  <a:pt x="3814512" y="2289066"/>
                </a:lnTo>
                <a:lnTo>
                  <a:pt x="3811171" y="2292116"/>
                </a:lnTo>
                <a:lnTo>
                  <a:pt x="3817675" y="2293771"/>
                </a:lnTo>
                <a:lnTo>
                  <a:pt x="3825172" y="2289801"/>
                </a:lnTo>
                <a:lnTo>
                  <a:pt x="3823689" y="2290137"/>
                </a:lnTo>
                <a:cubicBezTo>
                  <a:pt x="3820910" y="2290058"/>
                  <a:pt x="3818345" y="2289451"/>
                  <a:pt x="3815780" y="2289046"/>
                </a:cubicBezTo>
                <a:close/>
                <a:moveTo>
                  <a:pt x="5263688" y="2288656"/>
                </a:moveTo>
                <a:cubicBezTo>
                  <a:pt x="5265136" y="2288572"/>
                  <a:pt x="5266670" y="2289531"/>
                  <a:pt x="5268319" y="2292296"/>
                </a:cubicBezTo>
                <a:cubicBezTo>
                  <a:pt x="5259161" y="2294436"/>
                  <a:pt x="5270884" y="2299074"/>
                  <a:pt x="5263923" y="2301214"/>
                </a:cubicBezTo>
                <a:cubicBezTo>
                  <a:pt x="5259161" y="2290155"/>
                  <a:pt x="5259161" y="2310490"/>
                  <a:pt x="5263923" y="2310490"/>
                </a:cubicBezTo>
                <a:cubicBezTo>
                  <a:pt x="5263923" y="2310490"/>
                  <a:pt x="5263923" y="2310490"/>
                  <a:pt x="5256963" y="2312630"/>
                </a:cubicBezTo>
                <a:cubicBezTo>
                  <a:pt x="5254764" y="2312630"/>
                  <a:pt x="5252200" y="2312630"/>
                  <a:pt x="5252200" y="2307992"/>
                </a:cubicBezTo>
                <a:cubicBezTo>
                  <a:pt x="5259161" y="2305852"/>
                  <a:pt x="5252200" y="2303711"/>
                  <a:pt x="5252200" y="2296933"/>
                </a:cubicBezTo>
                <a:cubicBezTo>
                  <a:pt x="5255772" y="2298539"/>
                  <a:pt x="5259344" y="2288907"/>
                  <a:pt x="5263688" y="2288656"/>
                </a:cubicBezTo>
                <a:close/>
                <a:moveTo>
                  <a:pt x="3946641" y="2288056"/>
                </a:moveTo>
                <a:lnTo>
                  <a:pt x="3934012" y="2295905"/>
                </a:lnTo>
                <a:lnTo>
                  <a:pt x="3947263" y="2291993"/>
                </a:lnTo>
                <a:close/>
                <a:moveTo>
                  <a:pt x="3894441" y="2288056"/>
                </a:moveTo>
                <a:lnTo>
                  <a:pt x="3894326" y="2288129"/>
                </a:lnTo>
                <a:lnTo>
                  <a:pt x="3893869" y="2290782"/>
                </a:lnTo>
                <a:lnTo>
                  <a:pt x="3897184" y="2296742"/>
                </a:lnTo>
                <a:close/>
                <a:moveTo>
                  <a:pt x="5823335" y="2285896"/>
                </a:moveTo>
                <a:cubicBezTo>
                  <a:pt x="5812175" y="2290576"/>
                  <a:pt x="5802815" y="2299577"/>
                  <a:pt x="5798495" y="2308577"/>
                </a:cubicBezTo>
                <a:cubicBezTo>
                  <a:pt x="5800655" y="2313258"/>
                  <a:pt x="5830175" y="2299577"/>
                  <a:pt x="5823335" y="2285896"/>
                </a:cubicBezTo>
                <a:close/>
                <a:moveTo>
                  <a:pt x="3940263" y="2269509"/>
                </a:moveTo>
                <a:lnTo>
                  <a:pt x="3938901" y="2271315"/>
                </a:lnTo>
                <a:cubicBezTo>
                  <a:pt x="3937461" y="2274735"/>
                  <a:pt x="3937461" y="2278155"/>
                  <a:pt x="3939801" y="2281575"/>
                </a:cubicBezTo>
                <a:cubicBezTo>
                  <a:pt x="3943221" y="2282656"/>
                  <a:pt x="3946641" y="2280946"/>
                  <a:pt x="3949206" y="2278110"/>
                </a:cubicBezTo>
                <a:lnTo>
                  <a:pt x="3950995" y="2273835"/>
                </a:lnTo>
                <a:lnTo>
                  <a:pt x="3943252" y="2271610"/>
                </a:lnTo>
                <a:close/>
                <a:moveTo>
                  <a:pt x="5720925" y="2266950"/>
                </a:moveTo>
                <a:cubicBezTo>
                  <a:pt x="5729688" y="2280443"/>
                  <a:pt x="5705503" y="2293582"/>
                  <a:pt x="5703050" y="2286835"/>
                </a:cubicBezTo>
                <a:cubicBezTo>
                  <a:pt x="5712163" y="2282574"/>
                  <a:pt x="5707606" y="2269080"/>
                  <a:pt x="5720925" y="2266950"/>
                </a:cubicBezTo>
                <a:close/>
                <a:moveTo>
                  <a:pt x="5834855" y="2256374"/>
                </a:moveTo>
                <a:cubicBezTo>
                  <a:pt x="5832695" y="2265374"/>
                  <a:pt x="5825855" y="2272215"/>
                  <a:pt x="5825855" y="2283736"/>
                </a:cubicBezTo>
                <a:cubicBezTo>
                  <a:pt x="5839535" y="2276895"/>
                  <a:pt x="5841695" y="2285896"/>
                  <a:pt x="5855375" y="2274735"/>
                </a:cubicBezTo>
                <a:cubicBezTo>
                  <a:pt x="5853215" y="2263214"/>
                  <a:pt x="5839535" y="2267894"/>
                  <a:pt x="5834855" y="2256374"/>
                </a:cubicBezTo>
                <a:close/>
                <a:moveTo>
                  <a:pt x="5254891" y="2256374"/>
                </a:moveTo>
                <a:lnTo>
                  <a:pt x="5254647" y="2256827"/>
                </a:lnTo>
                <a:lnTo>
                  <a:pt x="5254969" y="2256374"/>
                </a:lnTo>
                <a:close/>
                <a:moveTo>
                  <a:pt x="5800655" y="2249533"/>
                </a:moveTo>
                <a:cubicBezTo>
                  <a:pt x="5791655" y="2258534"/>
                  <a:pt x="5786975" y="2267894"/>
                  <a:pt x="5786975" y="2281575"/>
                </a:cubicBezTo>
                <a:cubicBezTo>
                  <a:pt x="5795975" y="2276895"/>
                  <a:pt x="5800655" y="2276895"/>
                  <a:pt x="5800655" y="2285896"/>
                </a:cubicBezTo>
                <a:cubicBezTo>
                  <a:pt x="5816495" y="2281575"/>
                  <a:pt x="5821175" y="2267894"/>
                  <a:pt x="5828015" y="2256374"/>
                </a:cubicBezTo>
                <a:cubicBezTo>
                  <a:pt x="5816495" y="2245213"/>
                  <a:pt x="5816495" y="2274735"/>
                  <a:pt x="5802815" y="2274735"/>
                </a:cubicBezTo>
                <a:cubicBezTo>
                  <a:pt x="5791655" y="2274735"/>
                  <a:pt x="5802815" y="2256374"/>
                  <a:pt x="5800655" y="2249533"/>
                </a:cubicBezTo>
                <a:close/>
                <a:moveTo>
                  <a:pt x="6293228" y="2247900"/>
                </a:moveTo>
                <a:cubicBezTo>
                  <a:pt x="6286159" y="2258836"/>
                  <a:pt x="6279090" y="2270125"/>
                  <a:pt x="6276857" y="2285647"/>
                </a:cubicBezTo>
                <a:cubicBezTo>
                  <a:pt x="6272020" y="2272241"/>
                  <a:pt x="6269788" y="2247900"/>
                  <a:pt x="6293228" y="2247900"/>
                </a:cubicBezTo>
                <a:close/>
                <a:moveTo>
                  <a:pt x="5225011" y="2231532"/>
                </a:moveTo>
                <a:cubicBezTo>
                  <a:pt x="5211331" y="2238372"/>
                  <a:pt x="5225011" y="2247373"/>
                  <a:pt x="5222851" y="2261054"/>
                </a:cubicBezTo>
                <a:cubicBezTo>
                  <a:pt x="5202331" y="2265374"/>
                  <a:pt x="5179651" y="2288056"/>
                  <a:pt x="5200171" y="2306417"/>
                </a:cubicBezTo>
                <a:cubicBezTo>
                  <a:pt x="5181811" y="2308577"/>
                  <a:pt x="5188651" y="2285896"/>
                  <a:pt x="5174971" y="2285896"/>
                </a:cubicBezTo>
                <a:cubicBezTo>
                  <a:pt x="5179651" y="2292736"/>
                  <a:pt x="5179651" y="2306417"/>
                  <a:pt x="5184331" y="2313258"/>
                </a:cubicBezTo>
                <a:cubicBezTo>
                  <a:pt x="5172811" y="2317938"/>
                  <a:pt x="5163811" y="2324778"/>
                  <a:pt x="5163811" y="2340619"/>
                </a:cubicBezTo>
                <a:cubicBezTo>
                  <a:pt x="5150130" y="2342780"/>
                  <a:pt x="5159131" y="2320098"/>
                  <a:pt x="5141130" y="2326938"/>
                </a:cubicBezTo>
                <a:cubicBezTo>
                  <a:pt x="5141130" y="2326938"/>
                  <a:pt x="5141130" y="2326938"/>
                  <a:pt x="5141130" y="2351780"/>
                </a:cubicBezTo>
                <a:cubicBezTo>
                  <a:pt x="5129610" y="2338459"/>
                  <a:pt x="5122770" y="2354300"/>
                  <a:pt x="5109090" y="2356461"/>
                </a:cubicBezTo>
                <a:cubicBezTo>
                  <a:pt x="5109090" y="2361141"/>
                  <a:pt x="5113770" y="2363301"/>
                  <a:pt x="5111250" y="2367981"/>
                </a:cubicBezTo>
                <a:cubicBezTo>
                  <a:pt x="5093250" y="2372302"/>
                  <a:pt x="5077410" y="2388143"/>
                  <a:pt x="5086410" y="2411184"/>
                </a:cubicBezTo>
                <a:cubicBezTo>
                  <a:pt x="5074890" y="2402184"/>
                  <a:pt x="5059050" y="2418025"/>
                  <a:pt x="5065890" y="2427025"/>
                </a:cubicBezTo>
                <a:cubicBezTo>
                  <a:pt x="5038529" y="2418025"/>
                  <a:pt x="5045369" y="2447547"/>
                  <a:pt x="5027369" y="2449707"/>
                </a:cubicBezTo>
                <a:cubicBezTo>
                  <a:pt x="5034209" y="2458708"/>
                  <a:pt x="5024849" y="2451867"/>
                  <a:pt x="5022689" y="2458708"/>
                </a:cubicBezTo>
                <a:cubicBezTo>
                  <a:pt x="5027369" y="2461228"/>
                  <a:pt x="5029529" y="2463388"/>
                  <a:pt x="5031689" y="2465548"/>
                </a:cubicBezTo>
                <a:cubicBezTo>
                  <a:pt x="5029529" y="2472388"/>
                  <a:pt x="5027369" y="2486069"/>
                  <a:pt x="5015849" y="2486069"/>
                </a:cubicBezTo>
                <a:cubicBezTo>
                  <a:pt x="5018009" y="2474909"/>
                  <a:pt x="5031689" y="2470228"/>
                  <a:pt x="5018009" y="2463388"/>
                </a:cubicBezTo>
                <a:cubicBezTo>
                  <a:pt x="5006849" y="2481749"/>
                  <a:pt x="4974809" y="2470228"/>
                  <a:pt x="4963649" y="2486069"/>
                </a:cubicBezTo>
                <a:cubicBezTo>
                  <a:pt x="4958969" y="2495430"/>
                  <a:pt x="4958969" y="2502271"/>
                  <a:pt x="4965809" y="2508751"/>
                </a:cubicBezTo>
                <a:cubicBezTo>
                  <a:pt x="4991009" y="2508751"/>
                  <a:pt x="4963649" y="2488590"/>
                  <a:pt x="4981649" y="2486069"/>
                </a:cubicBezTo>
                <a:cubicBezTo>
                  <a:pt x="4977329" y="2502271"/>
                  <a:pt x="4993169" y="2504431"/>
                  <a:pt x="4995329" y="2515591"/>
                </a:cubicBezTo>
                <a:cubicBezTo>
                  <a:pt x="4981649" y="2504431"/>
                  <a:pt x="4972649" y="2518112"/>
                  <a:pt x="4961129" y="2520272"/>
                </a:cubicBezTo>
                <a:cubicBezTo>
                  <a:pt x="4958969" y="2511271"/>
                  <a:pt x="4958969" y="2499750"/>
                  <a:pt x="4947449" y="2497590"/>
                </a:cubicBezTo>
                <a:cubicBezTo>
                  <a:pt x="4943129" y="2504431"/>
                  <a:pt x="4954289" y="2515591"/>
                  <a:pt x="4943129" y="2515591"/>
                </a:cubicBezTo>
                <a:cubicBezTo>
                  <a:pt x="4943129" y="2511271"/>
                  <a:pt x="4940609" y="2506591"/>
                  <a:pt x="4938449" y="2504431"/>
                </a:cubicBezTo>
                <a:cubicBezTo>
                  <a:pt x="4931609" y="2511271"/>
                  <a:pt x="4924769" y="2522432"/>
                  <a:pt x="4915769" y="2529272"/>
                </a:cubicBezTo>
                <a:cubicBezTo>
                  <a:pt x="4895248" y="2515591"/>
                  <a:pt x="4879408" y="2549794"/>
                  <a:pt x="4858888" y="2549794"/>
                </a:cubicBezTo>
                <a:cubicBezTo>
                  <a:pt x="4863568" y="2551954"/>
                  <a:pt x="4861048" y="2558794"/>
                  <a:pt x="4863568" y="2563475"/>
                </a:cubicBezTo>
                <a:cubicBezTo>
                  <a:pt x="4856728" y="2565635"/>
                  <a:pt x="4849888" y="2561315"/>
                  <a:pt x="4849888" y="2574995"/>
                </a:cubicBezTo>
                <a:cubicBezTo>
                  <a:pt x="4829368" y="2558794"/>
                  <a:pt x="4827208" y="2583996"/>
                  <a:pt x="4813528" y="2592997"/>
                </a:cubicBezTo>
                <a:cubicBezTo>
                  <a:pt x="4813528" y="2581836"/>
                  <a:pt x="4802008" y="2595517"/>
                  <a:pt x="4799848" y="2583996"/>
                </a:cubicBezTo>
                <a:cubicBezTo>
                  <a:pt x="4802008" y="2572475"/>
                  <a:pt x="4806688" y="2568155"/>
                  <a:pt x="4813528" y="2565635"/>
                </a:cubicBezTo>
                <a:cubicBezTo>
                  <a:pt x="4799848" y="2549794"/>
                  <a:pt x="4781487" y="2565635"/>
                  <a:pt x="4772487" y="2581836"/>
                </a:cubicBezTo>
                <a:cubicBezTo>
                  <a:pt x="4781487" y="2581836"/>
                  <a:pt x="4783647" y="2570315"/>
                  <a:pt x="4795167" y="2579316"/>
                </a:cubicBezTo>
                <a:cubicBezTo>
                  <a:pt x="4776807" y="2595517"/>
                  <a:pt x="4756647" y="2602357"/>
                  <a:pt x="4738287" y="2625039"/>
                </a:cubicBezTo>
                <a:cubicBezTo>
                  <a:pt x="4738287" y="2627199"/>
                  <a:pt x="4742967" y="2629359"/>
                  <a:pt x="4747287" y="2631879"/>
                </a:cubicBezTo>
                <a:cubicBezTo>
                  <a:pt x="4747287" y="2631879"/>
                  <a:pt x="4747287" y="2631879"/>
                  <a:pt x="4740447" y="2649881"/>
                </a:cubicBezTo>
                <a:cubicBezTo>
                  <a:pt x="4729287" y="2645560"/>
                  <a:pt x="4738287" y="2634040"/>
                  <a:pt x="4724607" y="2629359"/>
                </a:cubicBezTo>
                <a:cubicBezTo>
                  <a:pt x="4704087" y="2625039"/>
                  <a:pt x="4713087" y="2649881"/>
                  <a:pt x="4695087" y="2638720"/>
                </a:cubicBezTo>
                <a:cubicBezTo>
                  <a:pt x="4692927" y="2656721"/>
                  <a:pt x="4715607" y="2654561"/>
                  <a:pt x="4722447" y="2647720"/>
                </a:cubicBezTo>
                <a:cubicBezTo>
                  <a:pt x="4719927" y="2666082"/>
                  <a:pt x="4697247" y="2649881"/>
                  <a:pt x="4701927" y="2668242"/>
                </a:cubicBezTo>
                <a:cubicBezTo>
                  <a:pt x="4688247" y="2659241"/>
                  <a:pt x="4699767" y="2640880"/>
                  <a:pt x="4676727" y="2634040"/>
                </a:cubicBezTo>
                <a:cubicBezTo>
                  <a:pt x="4670247" y="2649881"/>
                  <a:pt x="4629206" y="2654561"/>
                  <a:pt x="4645047" y="2684083"/>
                </a:cubicBezTo>
                <a:cubicBezTo>
                  <a:pt x="4654047" y="2672562"/>
                  <a:pt x="4663407" y="2668242"/>
                  <a:pt x="4674567" y="2661401"/>
                </a:cubicBezTo>
                <a:cubicBezTo>
                  <a:pt x="4676727" y="2675082"/>
                  <a:pt x="4660887" y="2668242"/>
                  <a:pt x="4670247" y="2681923"/>
                </a:cubicBezTo>
                <a:cubicBezTo>
                  <a:pt x="4659987" y="2681923"/>
                  <a:pt x="4648017" y="2687593"/>
                  <a:pt x="4636901" y="2692678"/>
                </a:cubicBezTo>
                <a:lnTo>
                  <a:pt x="4628304" y="2696185"/>
                </a:lnTo>
                <a:lnTo>
                  <a:pt x="4629977" y="2698664"/>
                </a:lnTo>
                <a:cubicBezTo>
                  <a:pt x="4631571" y="2699497"/>
                  <a:pt x="4633466" y="2699712"/>
                  <a:pt x="4635284" y="2700143"/>
                </a:cubicBezTo>
                <a:lnTo>
                  <a:pt x="4637518" y="2701420"/>
                </a:lnTo>
                <a:lnTo>
                  <a:pt x="4648557" y="2700059"/>
                </a:lnTo>
                <a:cubicBezTo>
                  <a:pt x="4654227" y="2698304"/>
                  <a:pt x="4658727" y="2695424"/>
                  <a:pt x="4660887" y="2690923"/>
                </a:cubicBezTo>
                <a:cubicBezTo>
                  <a:pt x="4658727" y="2699924"/>
                  <a:pt x="4672407" y="2695604"/>
                  <a:pt x="4670247" y="2686243"/>
                </a:cubicBezTo>
                <a:cubicBezTo>
                  <a:pt x="4674567" y="2688763"/>
                  <a:pt x="4676727" y="2690923"/>
                  <a:pt x="4679247" y="2695604"/>
                </a:cubicBezTo>
                <a:cubicBezTo>
                  <a:pt x="4683567" y="2690923"/>
                  <a:pt x="4688247" y="2686243"/>
                  <a:pt x="4690407" y="2679403"/>
                </a:cubicBezTo>
                <a:cubicBezTo>
                  <a:pt x="4706607" y="2690923"/>
                  <a:pt x="4715607" y="2677243"/>
                  <a:pt x="4726767" y="2666082"/>
                </a:cubicBezTo>
                <a:cubicBezTo>
                  <a:pt x="4724607" y="2672562"/>
                  <a:pt x="4736127" y="2675082"/>
                  <a:pt x="4736127" y="2679403"/>
                </a:cubicBezTo>
                <a:cubicBezTo>
                  <a:pt x="4742967" y="2666082"/>
                  <a:pt x="4756647" y="2666082"/>
                  <a:pt x="4767807" y="2663562"/>
                </a:cubicBezTo>
                <a:cubicBezTo>
                  <a:pt x="4779327" y="2659241"/>
                  <a:pt x="4790487" y="2656721"/>
                  <a:pt x="4790487" y="2640880"/>
                </a:cubicBezTo>
                <a:cubicBezTo>
                  <a:pt x="4802008" y="2649881"/>
                  <a:pt x="4804168" y="2634040"/>
                  <a:pt x="4808848" y="2627199"/>
                </a:cubicBezTo>
                <a:lnTo>
                  <a:pt x="4818574" y="2632082"/>
                </a:lnTo>
                <a:lnTo>
                  <a:pt x="4817225" y="2627535"/>
                </a:lnTo>
                <a:cubicBezTo>
                  <a:pt x="4831014" y="2611782"/>
                  <a:pt x="4860768" y="2611782"/>
                  <a:pt x="4867662" y="2600325"/>
                </a:cubicBezTo>
                <a:cubicBezTo>
                  <a:pt x="4867662" y="2608291"/>
                  <a:pt x="4865099" y="2614691"/>
                  <a:pt x="4861431" y="2620335"/>
                </a:cubicBezTo>
                <a:lnTo>
                  <a:pt x="4860096" y="2621942"/>
                </a:lnTo>
                <a:lnTo>
                  <a:pt x="4865514" y="2621506"/>
                </a:lnTo>
                <a:cubicBezTo>
                  <a:pt x="4871016" y="2620674"/>
                  <a:pt x="4875988" y="2619099"/>
                  <a:pt x="4879408" y="2615678"/>
                </a:cubicBezTo>
                <a:cubicBezTo>
                  <a:pt x="4879408" y="2609198"/>
                  <a:pt x="4874728" y="2606678"/>
                  <a:pt x="4874728" y="2602357"/>
                </a:cubicBezTo>
                <a:cubicBezTo>
                  <a:pt x="4888408" y="2597677"/>
                  <a:pt x="4890568" y="2595517"/>
                  <a:pt x="4904249" y="2586156"/>
                </a:cubicBezTo>
                <a:cubicBezTo>
                  <a:pt x="4911089" y="2595517"/>
                  <a:pt x="4895248" y="2602357"/>
                  <a:pt x="4906769" y="2606678"/>
                </a:cubicBezTo>
                <a:cubicBezTo>
                  <a:pt x="4907309" y="2596417"/>
                  <a:pt x="4910842" y="2588722"/>
                  <a:pt x="4916123" y="2582702"/>
                </a:cubicBezTo>
                <a:lnTo>
                  <a:pt x="4916553" y="2582401"/>
                </a:lnTo>
                <a:lnTo>
                  <a:pt x="4916926" y="2574036"/>
                </a:lnTo>
                <a:cubicBezTo>
                  <a:pt x="4919856" y="2561536"/>
                  <a:pt x="4928977" y="2559422"/>
                  <a:pt x="4940695" y="2555875"/>
                </a:cubicBezTo>
                <a:lnTo>
                  <a:pt x="4938110" y="2567927"/>
                </a:lnTo>
                <a:lnTo>
                  <a:pt x="4958862" y="2559593"/>
                </a:lnTo>
                <a:lnTo>
                  <a:pt x="4966610" y="2555482"/>
                </a:lnTo>
                <a:lnTo>
                  <a:pt x="4958513" y="2547013"/>
                </a:lnTo>
                <a:cubicBezTo>
                  <a:pt x="4965216" y="2547013"/>
                  <a:pt x="4963099" y="2540260"/>
                  <a:pt x="4967332" y="2538127"/>
                </a:cubicBezTo>
                <a:lnTo>
                  <a:pt x="4971093" y="2542074"/>
                </a:lnTo>
                <a:lnTo>
                  <a:pt x="4970489" y="2533953"/>
                </a:lnTo>
                <a:cubicBezTo>
                  <a:pt x="4981649" y="2533953"/>
                  <a:pt x="4986329" y="2522432"/>
                  <a:pt x="4995329" y="2518112"/>
                </a:cubicBezTo>
                <a:cubicBezTo>
                  <a:pt x="4993169" y="2529272"/>
                  <a:pt x="4993169" y="2536113"/>
                  <a:pt x="4997849" y="2542953"/>
                </a:cubicBezTo>
                <a:cubicBezTo>
                  <a:pt x="5020529" y="2531613"/>
                  <a:pt x="5039789" y="2511181"/>
                  <a:pt x="5059364" y="2492730"/>
                </a:cubicBezTo>
                <a:lnTo>
                  <a:pt x="5085382" y="2471262"/>
                </a:lnTo>
                <a:lnTo>
                  <a:pt x="5080515" y="2465113"/>
                </a:lnTo>
                <a:cubicBezTo>
                  <a:pt x="5077965" y="2463099"/>
                  <a:pt x="5075638" y="2463099"/>
                  <a:pt x="5074385" y="2467753"/>
                </a:cubicBezTo>
                <a:cubicBezTo>
                  <a:pt x="5063288" y="2451644"/>
                  <a:pt x="5092641" y="2442695"/>
                  <a:pt x="5097294" y="2438400"/>
                </a:cubicBezTo>
                <a:cubicBezTo>
                  <a:pt x="5099442" y="2447349"/>
                  <a:pt x="5094789" y="2451644"/>
                  <a:pt x="5090493" y="2456298"/>
                </a:cubicBezTo>
                <a:cubicBezTo>
                  <a:pt x="5089240" y="2458625"/>
                  <a:pt x="5087540" y="2460862"/>
                  <a:pt x="5086690" y="2463681"/>
                </a:cubicBezTo>
                <a:lnTo>
                  <a:pt x="5087396" y="2469601"/>
                </a:lnTo>
                <a:lnTo>
                  <a:pt x="5089430" y="2467922"/>
                </a:lnTo>
                <a:cubicBezTo>
                  <a:pt x="5099842" y="2461070"/>
                  <a:pt x="5110800" y="2456098"/>
                  <a:pt x="5122770" y="2454387"/>
                </a:cubicBezTo>
                <a:cubicBezTo>
                  <a:pt x="5118090" y="2456547"/>
                  <a:pt x="5111250" y="2458708"/>
                  <a:pt x="5111250" y="2468068"/>
                </a:cubicBezTo>
                <a:cubicBezTo>
                  <a:pt x="5122770" y="2465548"/>
                  <a:pt x="5120610" y="2474909"/>
                  <a:pt x="5129610" y="2472388"/>
                </a:cubicBezTo>
                <a:cubicBezTo>
                  <a:pt x="5128530" y="2461048"/>
                  <a:pt x="5133660" y="2458797"/>
                  <a:pt x="5139645" y="2458528"/>
                </a:cubicBezTo>
                <a:lnTo>
                  <a:pt x="5147964" y="2458705"/>
                </a:lnTo>
                <a:lnTo>
                  <a:pt x="5151722" y="2451292"/>
                </a:lnTo>
                <a:lnTo>
                  <a:pt x="5153522" y="2448734"/>
                </a:lnTo>
                <a:lnTo>
                  <a:pt x="5152740" y="2443992"/>
                </a:lnTo>
                <a:cubicBezTo>
                  <a:pt x="5151300" y="2441156"/>
                  <a:pt x="5150130" y="2438366"/>
                  <a:pt x="5152290" y="2431706"/>
                </a:cubicBezTo>
                <a:lnTo>
                  <a:pt x="5156567" y="2432383"/>
                </a:lnTo>
                <a:lnTo>
                  <a:pt x="5156433" y="2431030"/>
                </a:lnTo>
                <a:lnTo>
                  <a:pt x="5168768" y="2432975"/>
                </a:lnTo>
                <a:lnTo>
                  <a:pt x="5176405" y="2429657"/>
                </a:lnTo>
                <a:lnTo>
                  <a:pt x="5170203" y="2424156"/>
                </a:lnTo>
                <a:lnTo>
                  <a:pt x="5175016" y="2422039"/>
                </a:lnTo>
                <a:lnTo>
                  <a:pt x="5170651" y="2418025"/>
                </a:lnTo>
                <a:cubicBezTo>
                  <a:pt x="5179021" y="2414514"/>
                  <a:pt x="5184961" y="2398246"/>
                  <a:pt x="5191357" y="2394280"/>
                </a:cubicBezTo>
                <a:lnTo>
                  <a:pt x="5194116" y="2394721"/>
                </a:lnTo>
                <a:lnTo>
                  <a:pt x="5195998" y="2391994"/>
                </a:lnTo>
                <a:cubicBezTo>
                  <a:pt x="5200517" y="2387947"/>
                  <a:pt x="5206155" y="2384491"/>
                  <a:pt x="5204902" y="2376487"/>
                </a:cubicBezTo>
                <a:cubicBezTo>
                  <a:pt x="5211704" y="2385764"/>
                  <a:pt x="5210630" y="2391494"/>
                  <a:pt x="5207005" y="2396360"/>
                </a:cubicBezTo>
                <a:lnTo>
                  <a:pt x="5196538" y="2408007"/>
                </a:lnTo>
                <a:lnTo>
                  <a:pt x="5202061" y="2409879"/>
                </a:lnTo>
                <a:cubicBezTo>
                  <a:pt x="5205211" y="2412714"/>
                  <a:pt x="5208091" y="2417845"/>
                  <a:pt x="5216011" y="2420185"/>
                </a:cubicBezTo>
                <a:cubicBezTo>
                  <a:pt x="5220691" y="2409024"/>
                  <a:pt x="5213851" y="2406504"/>
                  <a:pt x="5209171" y="2402184"/>
                </a:cubicBezTo>
                <a:cubicBezTo>
                  <a:pt x="5218171" y="2388143"/>
                  <a:pt x="5241211" y="2372302"/>
                  <a:pt x="5259211" y="2356461"/>
                </a:cubicBezTo>
                <a:cubicBezTo>
                  <a:pt x="5250211" y="2349620"/>
                  <a:pt x="5259211" y="2338459"/>
                  <a:pt x="5257051" y="2326938"/>
                </a:cubicBezTo>
                <a:cubicBezTo>
                  <a:pt x="5270731" y="2322258"/>
                  <a:pt x="5263891" y="2342780"/>
                  <a:pt x="5277571" y="2335939"/>
                </a:cubicBezTo>
                <a:cubicBezTo>
                  <a:pt x="5272891" y="2320098"/>
                  <a:pt x="5279731" y="2311097"/>
                  <a:pt x="5284411" y="2299577"/>
                </a:cubicBezTo>
                <a:cubicBezTo>
                  <a:pt x="5277571" y="2297416"/>
                  <a:pt x="5272891" y="2306417"/>
                  <a:pt x="5272891" y="2299577"/>
                </a:cubicBezTo>
                <a:cubicBezTo>
                  <a:pt x="5284411" y="2297416"/>
                  <a:pt x="5277571" y="2283736"/>
                  <a:pt x="5270731" y="2281575"/>
                </a:cubicBezTo>
                <a:cubicBezTo>
                  <a:pt x="5275231" y="2280315"/>
                  <a:pt x="5276941" y="2276265"/>
                  <a:pt x="5279236" y="2272260"/>
                </a:cubicBezTo>
                <a:lnTo>
                  <a:pt x="5282361" y="2269907"/>
                </a:lnTo>
                <a:lnTo>
                  <a:pt x="5277905" y="2267494"/>
                </a:lnTo>
                <a:cubicBezTo>
                  <a:pt x="5259559" y="2264954"/>
                  <a:pt x="5257401" y="2278743"/>
                  <a:pt x="5259559" y="2285637"/>
                </a:cubicBezTo>
                <a:cubicBezTo>
                  <a:pt x="5247148" y="2281101"/>
                  <a:pt x="5246609" y="2271395"/>
                  <a:pt x="5251420" y="2261371"/>
                </a:cubicBezTo>
                <a:lnTo>
                  <a:pt x="5252212" y="2260256"/>
                </a:lnTo>
                <a:lnTo>
                  <a:pt x="5249356" y="2245888"/>
                </a:lnTo>
                <a:cubicBezTo>
                  <a:pt x="5247961" y="2241613"/>
                  <a:pt x="5245711" y="2238193"/>
                  <a:pt x="5241211" y="2235852"/>
                </a:cubicBezTo>
                <a:cubicBezTo>
                  <a:pt x="5234371" y="2251693"/>
                  <a:pt x="5231851" y="2238372"/>
                  <a:pt x="5225011" y="2231532"/>
                </a:cubicBezTo>
                <a:close/>
                <a:moveTo>
                  <a:pt x="5864315" y="2222500"/>
                </a:moveTo>
                <a:cubicBezTo>
                  <a:pt x="5870975" y="2231959"/>
                  <a:pt x="5864315" y="2245783"/>
                  <a:pt x="5864315" y="2257061"/>
                </a:cubicBezTo>
                <a:cubicBezTo>
                  <a:pt x="5844338" y="2254878"/>
                  <a:pt x="5866418" y="2234141"/>
                  <a:pt x="5864315" y="2222500"/>
                </a:cubicBezTo>
                <a:close/>
                <a:moveTo>
                  <a:pt x="5738681" y="2222500"/>
                </a:moveTo>
                <a:lnTo>
                  <a:pt x="5740797" y="2238985"/>
                </a:lnTo>
                <a:cubicBezTo>
                  <a:pt x="5736211" y="2241183"/>
                  <a:pt x="5727392" y="2245945"/>
                  <a:pt x="5725275" y="2241183"/>
                </a:cubicBezTo>
                <a:cubicBezTo>
                  <a:pt x="5731978" y="2236421"/>
                  <a:pt x="5731978" y="2227262"/>
                  <a:pt x="5738681" y="2222500"/>
                </a:cubicBezTo>
                <a:close/>
                <a:moveTo>
                  <a:pt x="5873376" y="2213171"/>
                </a:moveTo>
                <a:cubicBezTo>
                  <a:pt x="5859696" y="2222171"/>
                  <a:pt x="5859696" y="2231532"/>
                  <a:pt x="5843855" y="2231532"/>
                </a:cubicBezTo>
                <a:cubicBezTo>
                  <a:pt x="5850695" y="2242693"/>
                  <a:pt x="5862216" y="2247373"/>
                  <a:pt x="5855375" y="2267894"/>
                </a:cubicBezTo>
                <a:cubicBezTo>
                  <a:pt x="5880216" y="2265374"/>
                  <a:pt x="5864376" y="2235852"/>
                  <a:pt x="5873376" y="2213171"/>
                </a:cubicBezTo>
                <a:close/>
                <a:moveTo>
                  <a:pt x="5282057" y="2212875"/>
                </a:moveTo>
                <a:lnTo>
                  <a:pt x="5276631" y="2218402"/>
                </a:lnTo>
                <a:lnTo>
                  <a:pt x="5276929" y="2224691"/>
                </a:lnTo>
                <a:lnTo>
                  <a:pt x="5277571" y="2224691"/>
                </a:lnTo>
                <a:close/>
                <a:moveTo>
                  <a:pt x="5286207" y="2208646"/>
                </a:moveTo>
                <a:lnTo>
                  <a:pt x="5285490" y="2209377"/>
                </a:lnTo>
                <a:lnTo>
                  <a:pt x="5286319" y="2209122"/>
                </a:lnTo>
                <a:close/>
                <a:moveTo>
                  <a:pt x="6354040" y="2198687"/>
                </a:moveTo>
                <a:cubicBezTo>
                  <a:pt x="6365306" y="2207772"/>
                  <a:pt x="6367850" y="2212496"/>
                  <a:pt x="6358401" y="2226306"/>
                </a:cubicBezTo>
                <a:cubicBezTo>
                  <a:pt x="6338050" y="2228486"/>
                  <a:pt x="6354040" y="2210316"/>
                  <a:pt x="6354040" y="2198687"/>
                </a:cubicBezTo>
                <a:close/>
                <a:moveTo>
                  <a:pt x="5136450" y="2185809"/>
                </a:moveTo>
                <a:cubicBezTo>
                  <a:pt x="5122770" y="2183649"/>
                  <a:pt x="5124930" y="2201650"/>
                  <a:pt x="5138610" y="2199490"/>
                </a:cubicBezTo>
                <a:cubicBezTo>
                  <a:pt x="5143290" y="2192649"/>
                  <a:pt x="5138610" y="2194809"/>
                  <a:pt x="5136450" y="2185809"/>
                </a:cubicBezTo>
                <a:close/>
                <a:moveTo>
                  <a:pt x="5259211" y="2183649"/>
                </a:moveTo>
                <a:cubicBezTo>
                  <a:pt x="5252371" y="2190489"/>
                  <a:pt x="5247241" y="2196160"/>
                  <a:pt x="5242111" y="2202415"/>
                </a:cubicBezTo>
                <a:lnTo>
                  <a:pt x="5234310" y="2212577"/>
                </a:lnTo>
                <a:lnTo>
                  <a:pt x="5239790" y="2213896"/>
                </a:lnTo>
                <a:lnTo>
                  <a:pt x="5247376" y="2208355"/>
                </a:lnTo>
                <a:cubicBezTo>
                  <a:pt x="5253091" y="2201830"/>
                  <a:pt x="5257051" y="2193909"/>
                  <a:pt x="5259211" y="2183649"/>
                </a:cubicBezTo>
                <a:close/>
                <a:moveTo>
                  <a:pt x="6112501" y="2176462"/>
                </a:moveTo>
                <a:cubicBezTo>
                  <a:pt x="6132905" y="2189967"/>
                  <a:pt x="6114649" y="2205605"/>
                  <a:pt x="6110353" y="2223731"/>
                </a:cubicBezTo>
                <a:cubicBezTo>
                  <a:pt x="6096750" y="2210226"/>
                  <a:pt x="6117154" y="2194232"/>
                  <a:pt x="6112501" y="2176462"/>
                </a:cubicBezTo>
                <a:close/>
                <a:moveTo>
                  <a:pt x="5425527" y="2170204"/>
                </a:moveTo>
                <a:cubicBezTo>
                  <a:pt x="5421933" y="2170845"/>
                  <a:pt x="5420313" y="2177258"/>
                  <a:pt x="5418693" y="2172128"/>
                </a:cubicBezTo>
                <a:cubicBezTo>
                  <a:pt x="5411853" y="2181488"/>
                  <a:pt x="5418693" y="2199490"/>
                  <a:pt x="5400332" y="2201650"/>
                </a:cubicBezTo>
                <a:cubicBezTo>
                  <a:pt x="5414013" y="2208490"/>
                  <a:pt x="5432013" y="2187969"/>
                  <a:pt x="5429853" y="2172128"/>
                </a:cubicBezTo>
                <a:cubicBezTo>
                  <a:pt x="5428143" y="2170418"/>
                  <a:pt x="5426726" y="2169990"/>
                  <a:pt x="5425527" y="2170204"/>
                </a:cubicBezTo>
                <a:close/>
                <a:moveTo>
                  <a:pt x="6159281" y="2165350"/>
                </a:moveTo>
                <a:cubicBezTo>
                  <a:pt x="6172600" y="2167894"/>
                  <a:pt x="6163487" y="2190788"/>
                  <a:pt x="6156828" y="2195148"/>
                </a:cubicBezTo>
                <a:cubicBezTo>
                  <a:pt x="6145963" y="2186063"/>
                  <a:pt x="6152622" y="2176978"/>
                  <a:pt x="6159281" y="2165350"/>
                </a:cubicBezTo>
                <a:close/>
                <a:moveTo>
                  <a:pt x="5850695" y="2165287"/>
                </a:moveTo>
                <a:cubicBezTo>
                  <a:pt x="5841695" y="2174648"/>
                  <a:pt x="5843855" y="2187969"/>
                  <a:pt x="5846375" y="2204170"/>
                </a:cubicBezTo>
                <a:cubicBezTo>
                  <a:pt x="5859696" y="2197330"/>
                  <a:pt x="5853215" y="2178968"/>
                  <a:pt x="5850695" y="2165287"/>
                </a:cubicBezTo>
                <a:close/>
                <a:moveTo>
                  <a:pt x="5705255" y="2154127"/>
                </a:moveTo>
                <a:lnTo>
                  <a:pt x="5700505" y="2156365"/>
                </a:lnTo>
                <a:lnTo>
                  <a:pt x="5691245" y="2181216"/>
                </a:lnTo>
                <a:lnTo>
                  <a:pt x="5688196" y="2195294"/>
                </a:lnTo>
                <a:lnTo>
                  <a:pt x="5694005" y="2190759"/>
                </a:lnTo>
                <a:cubicBezTo>
                  <a:pt x="5697695" y="2186529"/>
                  <a:pt x="5701655" y="2182569"/>
                  <a:pt x="5709575" y="2181488"/>
                </a:cubicBezTo>
                <a:cubicBezTo>
                  <a:pt x="5705255" y="2165287"/>
                  <a:pt x="5705255" y="2169968"/>
                  <a:pt x="5705255" y="2154127"/>
                </a:cubicBezTo>
                <a:close/>
                <a:moveTo>
                  <a:pt x="3203455" y="2146445"/>
                </a:moveTo>
                <a:lnTo>
                  <a:pt x="3201514" y="2150944"/>
                </a:lnTo>
                <a:lnTo>
                  <a:pt x="3204174" y="2148737"/>
                </a:lnTo>
                <a:close/>
                <a:moveTo>
                  <a:pt x="6346164" y="2143125"/>
                </a:moveTo>
                <a:cubicBezTo>
                  <a:pt x="6348281" y="2152098"/>
                  <a:pt x="6350397" y="2177221"/>
                  <a:pt x="6341578" y="2184041"/>
                </a:cubicBezTo>
                <a:cubicBezTo>
                  <a:pt x="6337344" y="2172556"/>
                  <a:pt x="6334875" y="2149944"/>
                  <a:pt x="6346164" y="2143125"/>
                </a:cubicBezTo>
                <a:close/>
                <a:moveTo>
                  <a:pt x="6304064" y="2143125"/>
                </a:moveTo>
                <a:cubicBezTo>
                  <a:pt x="6331341" y="2152204"/>
                  <a:pt x="6299398" y="2175445"/>
                  <a:pt x="6313037" y="2195782"/>
                </a:cubicBezTo>
                <a:cubicBezTo>
                  <a:pt x="6308371" y="2198324"/>
                  <a:pt x="6299398" y="2198324"/>
                  <a:pt x="6290425" y="2195782"/>
                </a:cubicBezTo>
                <a:cubicBezTo>
                  <a:pt x="6299398" y="2172903"/>
                  <a:pt x="6301551" y="2168545"/>
                  <a:pt x="6304064" y="2143125"/>
                </a:cubicBezTo>
                <a:close/>
                <a:moveTo>
                  <a:pt x="3200741" y="2137801"/>
                </a:moveTo>
                <a:lnTo>
                  <a:pt x="3200615" y="2139580"/>
                </a:lnTo>
                <a:lnTo>
                  <a:pt x="3201207" y="2139285"/>
                </a:lnTo>
                <a:close/>
                <a:moveTo>
                  <a:pt x="3726543" y="2131377"/>
                </a:moveTo>
                <a:cubicBezTo>
                  <a:pt x="3724307" y="2131968"/>
                  <a:pt x="3723222" y="2134407"/>
                  <a:pt x="3722056" y="2137136"/>
                </a:cubicBezTo>
                <a:lnTo>
                  <a:pt x="3721736" y="2137618"/>
                </a:lnTo>
                <a:lnTo>
                  <a:pt x="3721736" y="2142857"/>
                </a:lnTo>
                <a:cubicBezTo>
                  <a:pt x="3725156" y="2142857"/>
                  <a:pt x="3728036" y="2142317"/>
                  <a:pt x="3730062" y="2140337"/>
                </a:cubicBezTo>
                <a:lnTo>
                  <a:pt x="3732186" y="2132921"/>
                </a:lnTo>
                <a:close/>
                <a:moveTo>
                  <a:pt x="5325889" y="2128837"/>
                </a:moveTo>
                <a:cubicBezTo>
                  <a:pt x="5355033" y="2128837"/>
                  <a:pt x="5323401" y="2145580"/>
                  <a:pt x="5330154" y="2152278"/>
                </a:cubicBezTo>
                <a:cubicBezTo>
                  <a:pt x="5307763" y="2145580"/>
                  <a:pt x="5336907" y="2133674"/>
                  <a:pt x="5325889" y="2128837"/>
                </a:cubicBezTo>
                <a:close/>
                <a:moveTo>
                  <a:pt x="3188159" y="2127514"/>
                </a:moveTo>
                <a:cubicBezTo>
                  <a:pt x="3185009" y="2128077"/>
                  <a:pt x="3181994" y="2129348"/>
                  <a:pt x="3179473" y="2131760"/>
                </a:cubicBezTo>
                <a:lnTo>
                  <a:pt x="3179083" y="2132519"/>
                </a:lnTo>
                <a:lnTo>
                  <a:pt x="3192234" y="2129386"/>
                </a:lnTo>
                <a:lnTo>
                  <a:pt x="3196071" y="2128261"/>
                </a:lnTo>
                <a:close/>
                <a:moveTo>
                  <a:pt x="5815407" y="2127250"/>
                </a:moveTo>
                <a:cubicBezTo>
                  <a:pt x="5815407" y="2141059"/>
                  <a:pt x="5808646" y="2147963"/>
                  <a:pt x="5799751" y="2157048"/>
                </a:cubicBezTo>
                <a:cubicBezTo>
                  <a:pt x="5795125" y="2143239"/>
                  <a:pt x="5806511" y="2136335"/>
                  <a:pt x="5815407" y="2127250"/>
                </a:cubicBezTo>
                <a:close/>
                <a:moveTo>
                  <a:pt x="713719" y="2127250"/>
                </a:moveTo>
                <a:cubicBezTo>
                  <a:pt x="732225" y="2143000"/>
                  <a:pt x="697753" y="2143000"/>
                  <a:pt x="697753" y="2163404"/>
                </a:cubicBezTo>
                <a:cubicBezTo>
                  <a:pt x="681788" y="2158750"/>
                  <a:pt x="709365" y="2138704"/>
                  <a:pt x="713719" y="2127250"/>
                </a:cubicBezTo>
                <a:close/>
                <a:moveTo>
                  <a:pt x="3603945" y="2126439"/>
                </a:moveTo>
                <a:cubicBezTo>
                  <a:pt x="3607391" y="2126048"/>
                  <a:pt x="3612244" y="2135505"/>
                  <a:pt x="3612244" y="2126796"/>
                </a:cubicBezTo>
                <a:cubicBezTo>
                  <a:pt x="3616730" y="2128973"/>
                  <a:pt x="3614314" y="2133690"/>
                  <a:pt x="3614314" y="2138408"/>
                </a:cubicBezTo>
                <a:cubicBezTo>
                  <a:pt x="3605687" y="2142762"/>
                  <a:pt x="3607757" y="2133690"/>
                  <a:pt x="3601200" y="2131150"/>
                </a:cubicBezTo>
                <a:cubicBezTo>
                  <a:pt x="3601804" y="2127794"/>
                  <a:pt x="3602796" y="2126569"/>
                  <a:pt x="3603945" y="2126439"/>
                </a:cubicBezTo>
                <a:close/>
                <a:moveTo>
                  <a:pt x="3335721" y="2124685"/>
                </a:moveTo>
                <a:cubicBezTo>
                  <a:pt x="3330941" y="2141170"/>
                  <a:pt x="3305942" y="2131645"/>
                  <a:pt x="3301163" y="2127249"/>
                </a:cubicBezTo>
                <a:cubicBezTo>
                  <a:pt x="3308148" y="2122487"/>
                  <a:pt x="3324324" y="2134210"/>
                  <a:pt x="3335721" y="2124685"/>
                </a:cubicBezTo>
                <a:close/>
                <a:moveTo>
                  <a:pt x="5735582" y="2124475"/>
                </a:moveTo>
                <a:lnTo>
                  <a:pt x="5722199" y="2131067"/>
                </a:lnTo>
                <a:lnTo>
                  <a:pt x="5722518" y="2133246"/>
                </a:lnTo>
                <a:lnTo>
                  <a:pt x="5728094" y="2131557"/>
                </a:lnTo>
                <a:lnTo>
                  <a:pt x="5727162" y="2134894"/>
                </a:lnTo>
                <a:lnTo>
                  <a:pt x="5733695" y="2129223"/>
                </a:lnTo>
                <a:close/>
                <a:moveTo>
                  <a:pt x="3805978" y="2122425"/>
                </a:moveTo>
                <a:lnTo>
                  <a:pt x="3793228" y="2124841"/>
                </a:lnTo>
                <a:lnTo>
                  <a:pt x="3790187" y="2127530"/>
                </a:lnTo>
                <a:lnTo>
                  <a:pt x="3802744" y="2123510"/>
                </a:lnTo>
                <a:close/>
                <a:moveTo>
                  <a:pt x="5479893" y="2122084"/>
                </a:moveTo>
                <a:lnTo>
                  <a:pt x="5479165" y="2122413"/>
                </a:lnTo>
                <a:lnTo>
                  <a:pt x="5477145" y="2125311"/>
                </a:lnTo>
                <a:lnTo>
                  <a:pt x="5475605" y="2124019"/>
                </a:lnTo>
                <a:lnTo>
                  <a:pt x="5467923" y="2127485"/>
                </a:lnTo>
                <a:cubicBezTo>
                  <a:pt x="5465673" y="2130095"/>
                  <a:pt x="5465133" y="2133605"/>
                  <a:pt x="5466213" y="2138286"/>
                </a:cubicBezTo>
                <a:cubicBezTo>
                  <a:pt x="5477733" y="2135765"/>
                  <a:pt x="5482413" y="2131085"/>
                  <a:pt x="5479893" y="2122084"/>
                </a:cubicBezTo>
                <a:close/>
                <a:moveTo>
                  <a:pt x="4619621" y="2121319"/>
                </a:moveTo>
                <a:cubicBezTo>
                  <a:pt x="4617056" y="2122714"/>
                  <a:pt x="4615346" y="2125505"/>
                  <a:pt x="4613006" y="2128925"/>
                </a:cubicBezTo>
                <a:cubicBezTo>
                  <a:pt x="4622366" y="2140446"/>
                  <a:pt x="4629206" y="2131085"/>
                  <a:pt x="4631366" y="2122084"/>
                </a:cubicBezTo>
                <a:cubicBezTo>
                  <a:pt x="4625606" y="2119924"/>
                  <a:pt x="4622186" y="2119924"/>
                  <a:pt x="4619621" y="2121319"/>
                </a:cubicBezTo>
                <a:close/>
                <a:moveTo>
                  <a:pt x="6123722" y="2112962"/>
                </a:moveTo>
                <a:cubicBezTo>
                  <a:pt x="6148780" y="2123997"/>
                  <a:pt x="6148780" y="2144645"/>
                  <a:pt x="6130524" y="2171344"/>
                </a:cubicBezTo>
                <a:cubicBezTo>
                  <a:pt x="6114773" y="2167072"/>
                  <a:pt x="6114773" y="2167072"/>
                  <a:pt x="6114773" y="2167072"/>
                </a:cubicBezTo>
                <a:cubicBezTo>
                  <a:pt x="6112625" y="2142153"/>
                  <a:pt x="6112625" y="2135389"/>
                  <a:pt x="6123722" y="2112962"/>
                </a:cubicBezTo>
                <a:close/>
                <a:moveTo>
                  <a:pt x="3438292" y="2111497"/>
                </a:moveTo>
                <a:cubicBezTo>
                  <a:pt x="3441311" y="2110581"/>
                  <a:pt x="3444072" y="2111680"/>
                  <a:pt x="3445280" y="2115160"/>
                </a:cubicBezTo>
                <a:cubicBezTo>
                  <a:pt x="3445280" y="2124319"/>
                  <a:pt x="3436307" y="2119923"/>
                  <a:pt x="3434237" y="2126883"/>
                </a:cubicBezTo>
                <a:lnTo>
                  <a:pt x="3432213" y="2122230"/>
                </a:lnTo>
                <a:lnTo>
                  <a:pt x="3402763" y="2133244"/>
                </a:lnTo>
                <a:cubicBezTo>
                  <a:pt x="3404374" y="2118032"/>
                  <a:pt x="3420080" y="2114229"/>
                  <a:pt x="3430701" y="2116131"/>
                </a:cubicBezTo>
                <a:lnTo>
                  <a:pt x="3432706" y="2117007"/>
                </a:lnTo>
                <a:close/>
                <a:moveTo>
                  <a:pt x="5416134" y="2111375"/>
                </a:moveTo>
                <a:cubicBezTo>
                  <a:pt x="5413902" y="2124771"/>
                  <a:pt x="5428041" y="2111375"/>
                  <a:pt x="5428041" y="2122598"/>
                </a:cubicBezTo>
                <a:cubicBezTo>
                  <a:pt x="5423204" y="2129477"/>
                  <a:pt x="5409065" y="2131650"/>
                  <a:pt x="5406832" y="2120426"/>
                </a:cubicBezTo>
                <a:cubicBezTo>
                  <a:pt x="5404600" y="2115719"/>
                  <a:pt x="5413902" y="2115719"/>
                  <a:pt x="5416134" y="2111375"/>
                </a:cubicBezTo>
                <a:close/>
                <a:moveTo>
                  <a:pt x="3351014" y="2107543"/>
                </a:moveTo>
                <a:cubicBezTo>
                  <a:pt x="3354034" y="2105853"/>
                  <a:pt x="3357312" y="2106475"/>
                  <a:pt x="3359555" y="2111101"/>
                </a:cubicBezTo>
                <a:cubicBezTo>
                  <a:pt x="3359555" y="2115371"/>
                  <a:pt x="3357139" y="2113236"/>
                  <a:pt x="3357139" y="2111101"/>
                </a:cubicBezTo>
                <a:cubicBezTo>
                  <a:pt x="3352998" y="2115371"/>
                  <a:pt x="3350582" y="2122131"/>
                  <a:pt x="3344025" y="2117861"/>
                </a:cubicBezTo>
                <a:cubicBezTo>
                  <a:pt x="3345233" y="2113236"/>
                  <a:pt x="3347994" y="2109233"/>
                  <a:pt x="3351014" y="2107543"/>
                </a:cubicBezTo>
                <a:close/>
                <a:moveTo>
                  <a:pt x="3644823" y="2104501"/>
                </a:moveTo>
                <a:cubicBezTo>
                  <a:pt x="3649921" y="2102004"/>
                  <a:pt x="3656182" y="2103056"/>
                  <a:pt x="3659581" y="2107437"/>
                </a:cubicBezTo>
                <a:cubicBezTo>
                  <a:pt x="3654930" y="2116549"/>
                  <a:pt x="3650637" y="2125311"/>
                  <a:pt x="3637042" y="2122858"/>
                </a:cubicBezTo>
                <a:cubicBezTo>
                  <a:pt x="3635790" y="2113044"/>
                  <a:pt x="3639726" y="2106999"/>
                  <a:pt x="3644823" y="2104501"/>
                </a:cubicBezTo>
                <a:close/>
                <a:moveTo>
                  <a:pt x="3839857" y="2103600"/>
                </a:moveTo>
                <a:lnTo>
                  <a:pt x="3839457" y="2104159"/>
                </a:lnTo>
                <a:lnTo>
                  <a:pt x="3830855" y="2105760"/>
                </a:lnTo>
                <a:cubicBezTo>
                  <a:pt x="3839857" y="2103600"/>
                  <a:pt x="3839857" y="2103600"/>
                  <a:pt x="3839857" y="2103600"/>
                </a:cubicBezTo>
                <a:close/>
                <a:moveTo>
                  <a:pt x="4725786" y="2101577"/>
                </a:moveTo>
                <a:lnTo>
                  <a:pt x="4722987" y="2103363"/>
                </a:lnTo>
                <a:lnTo>
                  <a:pt x="4688821" y="2123900"/>
                </a:lnTo>
                <a:lnTo>
                  <a:pt x="4694435" y="2123752"/>
                </a:lnTo>
                <a:cubicBezTo>
                  <a:pt x="4703087" y="2120799"/>
                  <a:pt x="4710985" y="2115569"/>
                  <a:pt x="4718231" y="2109337"/>
                </a:cubicBezTo>
                <a:close/>
                <a:moveTo>
                  <a:pt x="6406442" y="2099311"/>
                </a:moveTo>
                <a:cubicBezTo>
                  <a:pt x="6416676" y="2101443"/>
                  <a:pt x="6427111" y="2114881"/>
                  <a:pt x="6423900" y="2126886"/>
                </a:cubicBezTo>
                <a:cubicBezTo>
                  <a:pt x="6408204" y="2124339"/>
                  <a:pt x="6408204" y="2124339"/>
                  <a:pt x="6408204" y="2124339"/>
                </a:cubicBezTo>
                <a:cubicBezTo>
                  <a:pt x="6417122" y="2108332"/>
                  <a:pt x="6403566" y="2108332"/>
                  <a:pt x="6396788" y="2101420"/>
                </a:cubicBezTo>
                <a:cubicBezTo>
                  <a:pt x="6399642" y="2099146"/>
                  <a:pt x="6403031" y="2098600"/>
                  <a:pt x="6406442" y="2099311"/>
                </a:cubicBezTo>
                <a:close/>
                <a:moveTo>
                  <a:pt x="3789808" y="2096759"/>
                </a:moveTo>
                <a:cubicBezTo>
                  <a:pt x="3778285" y="2096759"/>
                  <a:pt x="3771444" y="2101080"/>
                  <a:pt x="3771444" y="2114760"/>
                </a:cubicBezTo>
                <a:cubicBezTo>
                  <a:pt x="3782966" y="2114760"/>
                  <a:pt x="3789808" y="2110440"/>
                  <a:pt x="3789808" y="2096759"/>
                </a:cubicBezTo>
                <a:close/>
                <a:moveTo>
                  <a:pt x="4686492" y="2096028"/>
                </a:moveTo>
                <a:cubicBezTo>
                  <a:pt x="4684197" y="2095983"/>
                  <a:pt x="4682487" y="2097063"/>
                  <a:pt x="4683567" y="2101563"/>
                </a:cubicBezTo>
                <a:cubicBezTo>
                  <a:pt x="4692927" y="2108403"/>
                  <a:pt x="4695087" y="2106243"/>
                  <a:pt x="4692927" y="2097243"/>
                </a:cubicBezTo>
                <a:cubicBezTo>
                  <a:pt x="4691667" y="2097243"/>
                  <a:pt x="4688787" y="2096073"/>
                  <a:pt x="4686492" y="2096028"/>
                </a:cubicBezTo>
                <a:close/>
                <a:moveTo>
                  <a:pt x="3717415" y="2094984"/>
                </a:moveTo>
                <a:lnTo>
                  <a:pt x="3718428" y="2102491"/>
                </a:lnTo>
                <a:lnTo>
                  <a:pt x="3723120" y="2101845"/>
                </a:lnTo>
                <a:lnTo>
                  <a:pt x="3722456" y="2099123"/>
                </a:lnTo>
                <a:cubicBezTo>
                  <a:pt x="3721916" y="2096244"/>
                  <a:pt x="3720836" y="2093904"/>
                  <a:pt x="3717415" y="2094984"/>
                </a:cubicBezTo>
                <a:close/>
                <a:moveTo>
                  <a:pt x="6378962" y="2090737"/>
                </a:moveTo>
                <a:cubicBezTo>
                  <a:pt x="6378962" y="2131671"/>
                  <a:pt x="6372057" y="2163911"/>
                  <a:pt x="6360792" y="2198325"/>
                </a:cubicBezTo>
                <a:cubicBezTo>
                  <a:pt x="6349163" y="2161737"/>
                  <a:pt x="6372057" y="2124788"/>
                  <a:pt x="6378962" y="2090737"/>
                </a:cubicBezTo>
                <a:close/>
                <a:moveTo>
                  <a:pt x="3676371" y="2090665"/>
                </a:moveTo>
                <a:cubicBezTo>
                  <a:pt x="3672951" y="2094084"/>
                  <a:pt x="3673491" y="2096334"/>
                  <a:pt x="3674346" y="2097999"/>
                </a:cubicBezTo>
                <a:lnTo>
                  <a:pt x="3674229" y="2101295"/>
                </a:lnTo>
                <a:lnTo>
                  <a:pt x="3674615" y="2106114"/>
                </a:lnTo>
                <a:cubicBezTo>
                  <a:pt x="3672201" y="2116088"/>
                  <a:pt x="3663965" y="2126821"/>
                  <a:pt x="3682868" y="2128441"/>
                </a:cubicBezTo>
                <a:lnTo>
                  <a:pt x="3694821" y="2094846"/>
                </a:lnTo>
                <a:lnTo>
                  <a:pt x="3694373" y="2092824"/>
                </a:lnTo>
                <a:cubicBezTo>
                  <a:pt x="3685372" y="2097504"/>
                  <a:pt x="3683212" y="2090665"/>
                  <a:pt x="3676371" y="2090665"/>
                </a:cubicBezTo>
                <a:close/>
                <a:moveTo>
                  <a:pt x="3486544" y="2087562"/>
                </a:moveTo>
                <a:cubicBezTo>
                  <a:pt x="3481919" y="2099285"/>
                  <a:pt x="3477293" y="2111008"/>
                  <a:pt x="3466263" y="2108444"/>
                </a:cubicBezTo>
                <a:cubicBezTo>
                  <a:pt x="3473024" y="2099285"/>
                  <a:pt x="3477293" y="2090126"/>
                  <a:pt x="3486544" y="2087562"/>
                </a:cubicBezTo>
                <a:close/>
                <a:moveTo>
                  <a:pt x="6135461" y="2085975"/>
                </a:moveTo>
                <a:cubicBezTo>
                  <a:pt x="6144619" y="2088121"/>
                  <a:pt x="6135461" y="2101716"/>
                  <a:pt x="6147184" y="2101716"/>
                </a:cubicBezTo>
                <a:cubicBezTo>
                  <a:pt x="6144619" y="2111017"/>
                  <a:pt x="6135461" y="2111017"/>
                  <a:pt x="6123738" y="2108513"/>
                </a:cubicBezTo>
                <a:cubicBezTo>
                  <a:pt x="6123738" y="2097423"/>
                  <a:pt x="6128500" y="2092772"/>
                  <a:pt x="6135461" y="2085975"/>
                </a:cubicBezTo>
                <a:close/>
                <a:moveTo>
                  <a:pt x="5333340" y="2081487"/>
                </a:moveTo>
                <a:lnTo>
                  <a:pt x="5332534" y="2087348"/>
                </a:lnTo>
                <a:cubicBezTo>
                  <a:pt x="5331797" y="2089525"/>
                  <a:pt x="5330402" y="2091392"/>
                  <a:pt x="5327612" y="2092562"/>
                </a:cubicBezTo>
                <a:cubicBezTo>
                  <a:pt x="5333192" y="2095983"/>
                  <a:pt x="5337692" y="2093192"/>
                  <a:pt x="5340257" y="2088107"/>
                </a:cubicBezTo>
                <a:lnTo>
                  <a:pt x="5340588" y="2082283"/>
                </a:lnTo>
                <a:lnTo>
                  <a:pt x="5340190" y="2082240"/>
                </a:lnTo>
                <a:close/>
                <a:moveTo>
                  <a:pt x="3553575" y="2081212"/>
                </a:moveTo>
                <a:cubicBezTo>
                  <a:pt x="3560536" y="2081212"/>
                  <a:pt x="3564932" y="2083384"/>
                  <a:pt x="3567497" y="2085557"/>
                </a:cubicBezTo>
                <a:cubicBezTo>
                  <a:pt x="3562734" y="2090264"/>
                  <a:pt x="3557972" y="2101488"/>
                  <a:pt x="3553575" y="2092436"/>
                </a:cubicBezTo>
                <a:cubicBezTo>
                  <a:pt x="3553575" y="2081212"/>
                  <a:pt x="3553575" y="2081212"/>
                  <a:pt x="3553575" y="2081212"/>
                </a:cubicBezTo>
                <a:close/>
                <a:moveTo>
                  <a:pt x="3441362" y="2076199"/>
                </a:moveTo>
                <a:lnTo>
                  <a:pt x="3439233" y="2076613"/>
                </a:lnTo>
                <a:lnTo>
                  <a:pt x="3441512" y="2086374"/>
                </a:lnTo>
                <a:lnTo>
                  <a:pt x="3441671" y="2080946"/>
                </a:lnTo>
                <a:cubicBezTo>
                  <a:pt x="3441829" y="2078967"/>
                  <a:pt x="3441908" y="2077122"/>
                  <a:pt x="3441362" y="2076199"/>
                </a:cubicBezTo>
                <a:close/>
                <a:moveTo>
                  <a:pt x="3844323" y="2074304"/>
                </a:moveTo>
                <a:lnTo>
                  <a:pt x="3841854" y="2074794"/>
                </a:lnTo>
                <a:lnTo>
                  <a:pt x="3848388" y="2076564"/>
                </a:lnTo>
                <a:lnTo>
                  <a:pt x="3848476" y="2076410"/>
                </a:lnTo>
                <a:close/>
                <a:moveTo>
                  <a:pt x="3726416" y="2072307"/>
                </a:moveTo>
                <a:lnTo>
                  <a:pt x="3727129" y="2072427"/>
                </a:lnTo>
                <a:lnTo>
                  <a:pt x="3726804" y="2072791"/>
                </a:lnTo>
                <a:close/>
                <a:moveTo>
                  <a:pt x="5341292" y="2069881"/>
                </a:moveTo>
                <a:cubicBezTo>
                  <a:pt x="5337872" y="2070421"/>
                  <a:pt x="5336004" y="2071816"/>
                  <a:pt x="5334953" y="2073678"/>
                </a:cubicBezTo>
                <a:lnTo>
                  <a:pt x="5333922" y="2078382"/>
                </a:lnTo>
                <a:lnTo>
                  <a:pt x="5338982" y="2074862"/>
                </a:lnTo>
                <a:lnTo>
                  <a:pt x="5341113" y="2073036"/>
                </a:lnTo>
                <a:close/>
                <a:moveTo>
                  <a:pt x="3735800" y="2069692"/>
                </a:moveTo>
                <a:lnTo>
                  <a:pt x="3755939" y="2076987"/>
                </a:lnTo>
                <a:cubicBezTo>
                  <a:pt x="3749099" y="2079326"/>
                  <a:pt x="3745138" y="2077077"/>
                  <a:pt x="3741178" y="2074782"/>
                </a:cubicBezTo>
                <a:lnTo>
                  <a:pt x="3732917" y="2073397"/>
                </a:lnTo>
                <a:lnTo>
                  <a:pt x="3732917" y="2080428"/>
                </a:lnTo>
                <a:lnTo>
                  <a:pt x="3733342" y="2080957"/>
                </a:lnTo>
                <a:cubicBezTo>
                  <a:pt x="3741696" y="2085378"/>
                  <a:pt x="3753239" y="2079776"/>
                  <a:pt x="3758099" y="2088145"/>
                </a:cubicBezTo>
                <a:cubicBezTo>
                  <a:pt x="3751619" y="2090665"/>
                  <a:pt x="3751619" y="2099663"/>
                  <a:pt x="3746938" y="2101823"/>
                </a:cubicBezTo>
                <a:cubicBezTo>
                  <a:pt x="3742258" y="2097504"/>
                  <a:pt x="3742258" y="2088145"/>
                  <a:pt x="3735417" y="2085985"/>
                </a:cubicBezTo>
                <a:lnTo>
                  <a:pt x="3727087" y="2101298"/>
                </a:lnTo>
                <a:lnTo>
                  <a:pt x="3730307" y="2100855"/>
                </a:lnTo>
                <a:cubicBezTo>
                  <a:pt x="3740839" y="2098290"/>
                  <a:pt x="3751101" y="2096580"/>
                  <a:pt x="3755601" y="2114760"/>
                </a:cubicBezTo>
                <a:cubicBezTo>
                  <a:pt x="3751281" y="2101080"/>
                  <a:pt x="3769284" y="2096759"/>
                  <a:pt x="3773965" y="2076238"/>
                </a:cubicBezTo>
                <a:lnTo>
                  <a:pt x="3762122" y="2072984"/>
                </a:lnTo>
                <a:lnTo>
                  <a:pt x="3758099" y="2072307"/>
                </a:lnTo>
                <a:lnTo>
                  <a:pt x="3758516" y="2072002"/>
                </a:lnTo>
                <a:close/>
                <a:moveTo>
                  <a:pt x="3687892" y="2063309"/>
                </a:moveTo>
                <a:cubicBezTo>
                  <a:pt x="3687892" y="2072307"/>
                  <a:pt x="3692213" y="2070148"/>
                  <a:pt x="3690052" y="2081666"/>
                </a:cubicBezTo>
                <a:cubicBezTo>
                  <a:pt x="3692213" y="2081666"/>
                  <a:pt x="3696893" y="2083826"/>
                  <a:pt x="3696893" y="2079146"/>
                </a:cubicBezTo>
                <a:cubicBezTo>
                  <a:pt x="3694373" y="2074827"/>
                  <a:pt x="3694373" y="2063309"/>
                  <a:pt x="3687892" y="2063309"/>
                </a:cubicBezTo>
                <a:close/>
                <a:moveTo>
                  <a:pt x="3707555" y="2063032"/>
                </a:moveTo>
                <a:lnTo>
                  <a:pt x="3707921" y="2066486"/>
                </a:lnTo>
                <a:lnTo>
                  <a:pt x="3708189" y="2064479"/>
                </a:lnTo>
                <a:close/>
                <a:moveTo>
                  <a:pt x="3660529" y="2061149"/>
                </a:moveTo>
                <a:cubicBezTo>
                  <a:pt x="3667370" y="2074827"/>
                  <a:pt x="3660529" y="2085985"/>
                  <a:pt x="3658009" y="2094984"/>
                </a:cubicBezTo>
                <a:lnTo>
                  <a:pt x="3646642" y="2089150"/>
                </a:lnTo>
                <a:lnTo>
                  <a:pt x="3646222" y="2089473"/>
                </a:lnTo>
                <a:lnTo>
                  <a:pt x="3641371" y="2087955"/>
                </a:lnTo>
                <a:lnTo>
                  <a:pt x="3638972" y="2087847"/>
                </a:lnTo>
                <a:cubicBezTo>
                  <a:pt x="3636789" y="2088505"/>
                  <a:pt x="3634156" y="2090035"/>
                  <a:pt x="3630646" y="2092824"/>
                </a:cubicBezTo>
                <a:cubicBezTo>
                  <a:pt x="3634247" y="2088325"/>
                  <a:pt x="3634877" y="2085535"/>
                  <a:pt x="3634607" y="2082701"/>
                </a:cubicBezTo>
                <a:lnTo>
                  <a:pt x="3633227" y="2072747"/>
                </a:lnTo>
                <a:lnTo>
                  <a:pt x="3633366" y="2072501"/>
                </a:lnTo>
                <a:lnTo>
                  <a:pt x="3639467" y="2078426"/>
                </a:lnTo>
                <a:lnTo>
                  <a:pt x="3641461" y="2078577"/>
                </a:lnTo>
                <a:lnTo>
                  <a:pt x="3644581" y="2071722"/>
                </a:lnTo>
                <a:lnTo>
                  <a:pt x="3642274" y="2067853"/>
                </a:lnTo>
                <a:cubicBezTo>
                  <a:pt x="3639658" y="2066818"/>
                  <a:pt x="3636834" y="2068168"/>
                  <a:pt x="3634291" y="2070868"/>
                </a:cubicBezTo>
                <a:lnTo>
                  <a:pt x="3633366" y="2072501"/>
                </a:lnTo>
                <a:lnTo>
                  <a:pt x="3633166" y="2072307"/>
                </a:lnTo>
                <a:lnTo>
                  <a:pt x="3633227" y="2072747"/>
                </a:lnTo>
                <a:lnTo>
                  <a:pt x="3627996" y="2081981"/>
                </a:lnTo>
                <a:cubicBezTo>
                  <a:pt x="3626506" y="2086345"/>
                  <a:pt x="3625786" y="2091024"/>
                  <a:pt x="3626326" y="2094984"/>
                </a:cubicBezTo>
                <a:cubicBezTo>
                  <a:pt x="3617325" y="2094984"/>
                  <a:pt x="3619485" y="2081666"/>
                  <a:pt x="3607964" y="2085985"/>
                </a:cubicBezTo>
                <a:cubicBezTo>
                  <a:pt x="3605803" y="2092824"/>
                  <a:pt x="3610484" y="2108662"/>
                  <a:pt x="3603643" y="2108662"/>
                </a:cubicBezTo>
                <a:cubicBezTo>
                  <a:pt x="3603643" y="2094984"/>
                  <a:pt x="3605803" y="2083826"/>
                  <a:pt x="3610484" y="2072307"/>
                </a:cubicBezTo>
                <a:cubicBezTo>
                  <a:pt x="3596802" y="2067988"/>
                  <a:pt x="3596802" y="2085985"/>
                  <a:pt x="3587801" y="2085985"/>
                </a:cubicBezTo>
                <a:cubicBezTo>
                  <a:pt x="3589962" y="2081666"/>
                  <a:pt x="3592122" y="2076987"/>
                  <a:pt x="3585281" y="2076987"/>
                </a:cubicBezTo>
                <a:cubicBezTo>
                  <a:pt x="3578440" y="2076987"/>
                  <a:pt x="3592122" y="2088145"/>
                  <a:pt x="3583121" y="2090665"/>
                </a:cubicBezTo>
                <a:cubicBezTo>
                  <a:pt x="3569440" y="2083826"/>
                  <a:pt x="3555758" y="2065468"/>
                  <a:pt x="3544237" y="2085985"/>
                </a:cubicBezTo>
                <a:cubicBezTo>
                  <a:pt x="3544237" y="2074827"/>
                  <a:pt x="3539916" y="2072307"/>
                  <a:pt x="3528395" y="2074827"/>
                </a:cubicBezTo>
                <a:cubicBezTo>
                  <a:pt x="3530555" y="2085985"/>
                  <a:pt x="3528395" y="2088145"/>
                  <a:pt x="3521554" y="2092824"/>
                </a:cubicBezTo>
                <a:cubicBezTo>
                  <a:pt x="3510393" y="2079146"/>
                  <a:pt x="3455667" y="2081666"/>
                  <a:pt x="3444146" y="2088145"/>
                </a:cubicBezTo>
                <a:lnTo>
                  <a:pt x="3441548" y="2086527"/>
                </a:lnTo>
                <a:lnTo>
                  <a:pt x="3443676" y="2095644"/>
                </a:lnTo>
                <a:cubicBezTo>
                  <a:pt x="3441504" y="2102534"/>
                  <a:pt x="3434625" y="2102534"/>
                  <a:pt x="3432452" y="2109424"/>
                </a:cubicBezTo>
                <a:cubicBezTo>
                  <a:pt x="3432452" y="2107249"/>
                  <a:pt x="3432452" y="2102081"/>
                  <a:pt x="3430144" y="2097458"/>
                </a:cubicBezTo>
                <a:lnTo>
                  <a:pt x="3414922" y="2089258"/>
                </a:lnTo>
                <a:lnTo>
                  <a:pt x="3413588" y="2089990"/>
                </a:lnTo>
                <a:lnTo>
                  <a:pt x="3412672" y="2090182"/>
                </a:lnTo>
                <a:lnTo>
                  <a:pt x="3409642" y="2093469"/>
                </a:lnTo>
                <a:lnTo>
                  <a:pt x="3409284" y="2090891"/>
                </a:lnTo>
                <a:lnTo>
                  <a:pt x="3402928" y="2092222"/>
                </a:lnTo>
                <a:cubicBezTo>
                  <a:pt x="3399952" y="2091789"/>
                  <a:pt x="3397701" y="2089945"/>
                  <a:pt x="3396621" y="2085985"/>
                </a:cubicBezTo>
                <a:cubicBezTo>
                  <a:pt x="3403462" y="2085985"/>
                  <a:pt x="3407782" y="2088145"/>
                  <a:pt x="3410303" y="2079146"/>
                </a:cubicBezTo>
                <a:cubicBezTo>
                  <a:pt x="3400942" y="2074827"/>
                  <a:pt x="3394101" y="2081666"/>
                  <a:pt x="3387260" y="2081666"/>
                </a:cubicBezTo>
                <a:cubicBezTo>
                  <a:pt x="3387260" y="2094984"/>
                  <a:pt x="3376099" y="2108662"/>
                  <a:pt x="3373579" y="2094984"/>
                </a:cubicBezTo>
                <a:cubicBezTo>
                  <a:pt x="3378259" y="2094984"/>
                  <a:pt x="3382940" y="2097504"/>
                  <a:pt x="3382940" y="2088145"/>
                </a:cubicBezTo>
                <a:cubicBezTo>
                  <a:pt x="3382940" y="2088145"/>
                  <a:pt x="3382940" y="2088145"/>
                  <a:pt x="3382940" y="2081666"/>
                </a:cubicBezTo>
                <a:cubicBezTo>
                  <a:pt x="3366738" y="2072307"/>
                  <a:pt x="3344056" y="2094984"/>
                  <a:pt x="3317053" y="2085985"/>
                </a:cubicBezTo>
                <a:cubicBezTo>
                  <a:pt x="3317053" y="2099663"/>
                  <a:pt x="3332894" y="2094984"/>
                  <a:pt x="3330374" y="2113341"/>
                </a:cubicBezTo>
                <a:cubicBezTo>
                  <a:pt x="3310212" y="2107582"/>
                  <a:pt x="3293831" y="2105332"/>
                  <a:pt x="3277089" y="2106772"/>
                </a:cubicBezTo>
                <a:lnTo>
                  <a:pt x="3221783" y="2122300"/>
                </a:lnTo>
                <a:lnTo>
                  <a:pt x="3221797" y="2122372"/>
                </a:lnTo>
                <a:lnTo>
                  <a:pt x="3241850" y="2126614"/>
                </a:lnTo>
                <a:cubicBezTo>
                  <a:pt x="3247296" y="2128639"/>
                  <a:pt x="3251346" y="2131519"/>
                  <a:pt x="3253686" y="2136018"/>
                </a:cubicBezTo>
                <a:cubicBezTo>
                  <a:pt x="3244505" y="2136018"/>
                  <a:pt x="3237665" y="2133768"/>
                  <a:pt x="3231094" y="2131204"/>
                </a:cubicBezTo>
                <a:lnTo>
                  <a:pt x="3222957" y="2128603"/>
                </a:lnTo>
                <a:lnTo>
                  <a:pt x="3225578" y="2142672"/>
                </a:lnTo>
                <a:lnTo>
                  <a:pt x="3228076" y="2142606"/>
                </a:lnTo>
                <a:lnTo>
                  <a:pt x="3225783" y="2143769"/>
                </a:lnTo>
                <a:lnTo>
                  <a:pt x="3225945" y="2144642"/>
                </a:lnTo>
                <a:lnTo>
                  <a:pt x="3220611" y="2151977"/>
                </a:lnTo>
                <a:lnTo>
                  <a:pt x="3228666" y="2152715"/>
                </a:lnTo>
                <a:cubicBezTo>
                  <a:pt x="3236513" y="2150436"/>
                  <a:pt x="3234286" y="2139906"/>
                  <a:pt x="3246436" y="2138286"/>
                </a:cubicBezTo>
                <a:cubicBezTo>
                  <a:pt x="3246436" y="2138286"/>
                  <a:pt x="3246436" y="2138286"/>
                  <a:pt x="3260116" y="2149446"/>
                </a:cubicBezTo>
                <a:lnTo>
                  <a:pt x="3269096" y="2148525"/>
                </a:lnTo>
                <a:lnTo>
                  <a:pt x="3269944" y="2147761"/>
                </a:lnTo>
                <a:cubicBezTo>
                  <a:pt x="3272040" y="2146666"/>
                  <a:pt x="3273792" y="2146595"/>
                  <a:pt x="3275204" y="2147300"/>
                </a:cubicBezTo>
                <a:lnTo>
                  <a:pt x="3275389" y="2147879"/>
                </a:lnTo>
                <a:lnTo>
                  <a:pt x="3368837" y="2138286"/>
                </a:lnTo>
                <a:lnTo>
                  <a:pt x="3454919" y="2130594"/>
                </a:lnTo>
                <a:lnTo>
                  <a:pt x="3452844" y="2124106"/>
                </a:lnTo>
                <a:cubicBezTo>
                  <a:pt x="3452012" y="2121222"/>
                  <a:pt x="3450872" y="2120106"/>
                  <a:pt x="3448594" y="2127175"/>
                </a:cubicBezTo>
                <a:cubicBezTo>
                  <a:pt x="3444038" y="2124571"/>
                  <a:pt x="3450697" y="2122338"/>
                  <a:pt x="3450697" y="2115269"/>
                </a:cubicBezTo>
                <a:cubicBezTo>
                  <a:pt x="3455254" y="2117873"/>
                  <a:pt x="3459810" y="2113037"/>
                  <a:pt x="3455254" y="2110804"/>
                </a:cubicBezTo>
                <a:cubicBezTo>
                  <a:pt x="3461913" y="2109502"/>
                  <a:pt x="3465768" y="2111827"/>
                  <a:pt x="3466031" y="2115920"/>
                </a:cubicBezTo>
                <a:lnTo>
                  <a:pt x="3456040" y="2130494"/>
                </a:lnTo>
                <a:lnTo>
                  <a:pt x="3473598" y="2128925"/>
                </a:lnTo>
                <a:cubicBezTo>
                  <a:pt x="3471078" y="2133605"/>
                  <a:pt x="3468918" y="2140446"/>
                  <a:pt x="3475758" y="2138286"/>
                </a:cubicBezTo>
                <a:cubicBezTo>
                  <a:pt x="3475758" y="2138286"/>
                  <a:pt x="3475758" y="2138286"/>
                  <a:pt x="3491598" y="2128925"/>
                </a:cubicBezTo>
                <a:lnTo>
                  <a:pt x="3544999" y="2133697"/>
                </a:lnTo>
                <a:lnTo>
                  <a:pt x="3547230" y="2128407"/>
                </a:lnTo>
                <a:cubicBezTo>
                  <a:pt x="3546358" y="2126528"/>
                  <a:pt x="3543343" y="2124931"/>
                  <a:pt x="3537042" y="2123761"/>
                </a:cubicBezTo>
                <a:cubicBezTo>
                  <a:pt x="3545143" y="2118181"/>
                  <a:pt x="3555405" y="2119891"/>
                  <a:pt x="3563372" y="2126146"/>
                </a:cubicBezTo>
                <a:lnTo>
                  <a:pt x="3567417" y="2135700"/>
                </a:lnTo>
                <a:lnTo>
                  <a:pt x="3596359" y="2138286"/>
                </a:lnTo>
                <a:cubicBezTo>
                  <a:pt x="3596359" y="2138286"/>
                  <a:pt x="3596359" y="2138286"/>
                  <a:pt x="3619444" y="2139197"/>
                </a:cubicBezTo>
                <a:lnTo>
                  <a:pt x="3637834" y="2139923"/>
                </a:lnTo>
                <a:lnTo>
                  <a:pt x="3637500" y="2135281"/>
                </a:lnTo>
                <a:cubicBezTo>
                  <a:pt x="3640921" y="2134741"/>
                  <a:pt x="3642901" y="2135754"/>
                  <a:pt x="3644094" y="2137650"/>
                </a:cubicBezTo>
                <a:lnTo>
                  <a:pt x="3644714" y="2140195"/>
                </a:lnTo>
                <a:lnTo>
                  <a:pt x="3651079" y="2140446"/>
                </a:lnTo>
                <a:cubicBezTo>
                  <a:pt x="3651079" y="2140446"/>
                  <a:pt x="3651079" y="2140446"/>
                  <a:pt x="3655039" y="2140446"/>
                </a:cubicBezTo>
                <a:lnTo>
                  <a:pt x="3663056" y="2140446"/>
                </a:lnTo>
                <a:lnTo>
                  <a:pt x="3656691" y="2138010"/>
                </a:lnTo>
                <a:cubicBezTo>
                  <a:pt x="3654626" y="2135551"/>
                  <a:pt x="3653343" y="2131231"/>
                  <a:pt x="3653343" y="2123761"/>
                </a:cubicBezTo>
                <a:cubicBezTo>
                  <a:pt x="3671346" y="2135281"/>
                  <a:pt x="3667025" y="2110440"/>
                  <a:pt x="3664505" y="2103600"/>
                </a:cubicBezTo>
                <a:cubicBezTo>
                  <a:pt x="3664505" y="2096759"/>
                  <a:pt x="3669186" y="2098920"/>
                  <a:pt x="3669186" y="2103600"/>
                </a:cubicBezTo>
                <a:lnTo>
                  <a:pt x="3672651" y="2098536"/>
                </a:lnTo>
                <a:lnTo>
                  <a:pt x="3669170" y="2091205"/>
                </a:lnTo>
                <a:cubicBezTo>
                  <a:pt x="3667730" y="2087245"/>
                  <a:pt x="3667190" y="2083826"/>
                  <a:pt x="3669530" y="2083826"/>
                </a:cubicBezTo>
                <a:cubicBezTo>
                  <a:pt x="3676371" y="2083826"/>
                  <a:pt x="3683212" y="2083826"/>
                  <a:pt x="3685372" y="2074827"/>
                </a:cubicBezTo>
                <a:cubicBezTo>
                  <a:pt x="3678531" y="2067988"/>
                  <a:pt x="3667370" y="2065468"/>
                  <a:pt x="3660529" y="2061149"/>
                </a:cubicBezTo>
                <a:close/>
                <a:moveTo>
                  <a:pt x="5277571" y="2058360"/>
                </a:moveTo>
                <a:cubicBezTo>
                  <a:pt x="5270731" y="2063040"/>
                  <a:pt x="5266051" y="2072041"/>
                  <a:pt x="5270731" y="2083562"/>
                </a:cubicBezTo>
                <a:cubicBezTo>
                  <a:pt x="5272891" y="2078881"/>
                  <a:pt x="5275051" y="2076721"/>
                  <a:pt x="5275051" y="2072041"/>
                </a:cubicBezTo>
                <a:cubicBezTo>
                  <a:pt x="5277571" y="2069881"/>
                  <a:pt x="5277571" y="2072041"/>
                  <a:pt x="5279731" y="2074561"/>
                </a:cubicBezTo>
                <a:cubicBezTo>
                  <a:pt x="5284411" y="2072041"/>
                  <a:pt x="5279731" y="2065201"/>
                  <a:pt x="5277571" y="2058360"/>
                </a:cubicBezTo>
                <a:close/>
                <a:moveTo>
                  <a:pt x="3731964" y="2054861"/>
                </a:moveTo>
                <a:lnTo>
                  <a:pt x="3714895" y="2065468"/>
                </a:lnTo>
                <a:cubicBezTo>
                  <a:pt x="3719575" y="2065468"/>
                  <a:pt x="3719575" y="2067988"/>
                  <a:pt x="3721736" y="2072307"/>
                </a:cubicBezTo>
                <a:cubicBezTo>
                  <a:pt x="3712735" y="2071228"/>
                  <a:pt x="3709944" y="2077527"/>
                  <a:pt x="3707379" y="2085491"/>
                </a:cubicBezTo>
                <a:lnTo>
                  <a:pt x="3703581" y="2092257"/>
                </a:lnTo>
                <a:lnTo>
                  <a:pt x="3710118" y="2098390"/>
                </a:lnTo>
                <a:lnTo>
                  <a:pt x="3717775" y="2082892"/>
                </a:lnTo>
                <a:lnTo>
                  <a:pt x="3726804" y="2072791"/>
                </a:lnTo>
                <a:lnTo>
                  <a:pt x="3730906" y="2077915"/>
                </a:lnTo>
                <a:lnTo>
                  <a:pt x="3729018" y="2075097"/>
                </a:lnTo>
                <a:lnTo>
                  <a:pt x="3729533" y="2072830"/>
                </a:lnTo>
                <a:lnTo>
                  <a:pt x="3727129" y="2072427"/>
                </a:lnTo>
                <a:lnTo>
                  <a:pt x="3730476" y="2068682"/>
                </a:lnTo>
                <a:lnTo>
                  <a:pt x="3731162" y="2065663"/>
                </a:lnTo>
                <a:close/>
                <a:moveTo>
                  <a:pt x="4745127" y="2051520"/>
                </a:moveTo>
                <a:cubicBezTo>
                  <a:pt x="4736127" y="2051520"/>
                  <a:pt x="4724607" y="2054040"/>
                  <a:pt x="4724607" y="2063040"/>
                </a:cubicBezTo>
                <a:cubicBezTo>
                  <a:pt x="4740447" y="2072041"/>
                  <a:pt x="4726767" y="2069881"/>
                  <a:pt x="4731447" y="2081402"/>
                </a:cubicBezTo>
                <a:cubicBezTo>
                  <a:pt x="4734867" y="2084192"/>
                  <a:pt x="4737140" y="2085430"/>
                  <a:pt x="4738771" y="2085716"/>
                </a:cubicBezTo>
                <a:lnTo>
                  <a:pt x="4742119" y="2084378"/>
                </a:lnTo>
                <a:lnTo>
                  <a:pt x="4748274" y="2077408"/>
                </a:lnTo>
                <a:lnTo>
                  <a:pt x="4740447" y="2069881"/>
                </a:lnTo>
                <a:cubicBezTo>
                  <a:pt x="4742967" y="2067721"/>
                  <a:pt x="4749807" y="2069881"/>
                  <a:pt x="4751967" y="2072041"/>
                </a:cubicBezTo>
                <a:cubicBezTo>
                  <a:pt x="4745127" y="2056200"/>
                  <a:pt x="4749807" y="2060880"/>
                  <a:pt x="4745127" y="2051520"/>
                </a:cubicBezTo>
                <a:close/>
                <a:moveTo>
                  <a:pt x="3817487" y="2051108"/>
                </a:moveTo>
                <a:lnTo>
                  <a:pt x="3812978" y="2054163"/>
                </a:lnTo>
                <a:lnTo>
                  <a:pt x="3809521" y="2063143"/>
                </a:lnTo>
                <a:cubicBezTo>
                  <a:pt x="3808621" y="2069398"/>
                  <a:pt x="3807991" y="2076239"/>
                  <a:pt x="3805650" y="2080919"/>
                </a:cubicBezTo>
                <a:lnTo>
                  <a:pt x="3808619" y="2080299"/>
                </a:lnTo>
                <a:lnTo>
                  <a:pt x="3816876" y="2070507"/>
                </a:lnTo>
                <a:lnTo>
                  <a:pt x="3819256" y="2052702"/>
                </a:lnTo>
                <a:close/>
                <a:moveTo>
                  <a:pt x="3738545" y="2050772"/>
                </a:moveTo>
                <a:lnTo>
                  <a:pt x="3734454" y="2053315"/>
                </a:lnTo>
                <a:lnTo>
                  <a:pt x="3737834" y="2058176"/>
                </a:lnTo>
                <a:cubicBezTo>
                  <a:pt x="3746645" y="2063728"/>
                  <a:pt x="3764063" y="2044827"/>
                  <a:pt x="3762443" y="2067238"/>
                </a:cubicBezTo>
                <a:lnTo>
                  <a:pt x="3767486" y="2065434"/>
                </a:lnTo>
                <a:lnTo>
                  <a:pt x="3770796" y="2063011"/>
                </a:lnTo>
                <a:lnTo>
                  <a:pt x="3774491" y="2062929"/>
                </a:lnTo>
                <a:lnTo>
                  <a:pt x="3780311" y="2060848"/>
                </a:lnTo>
                <a:lnTo>
                  <a:pt x="3784041" y="2054308"/>
                </a:lnTo>
                <a:lnTo>
                  <a:pt x="3763140" y="2051835"/>
                </a:lnTo>
                <a:cubicBezTo>
                  <a:pt x="3755039" y="2050418"/>
                  <a:pt x="3746713" y="2049282"/>
                  <a:pt x="3738545" y="2050772"/>
                </a:cubicBezTo>
                <a:close/>
                <a:moveTo>
                  <a:pt x="6132230" y="2049462"/>
                </a:moveTo>
                <a:cubicBezTo>
                  <a:pt x="6143495" y="2049462"/>
                  <a:pt x="6146039" y="2058557"/>
                  <a:pt x="6155125" y="2061103"/>
                </a:cubicBezTo>
                <a:cubicBezTo>
                  <a:pt x="6152944" y="2072381"/>
                  <a:pt x="6143495" y="2074928"/>
                  <a:pt x="6139135" y="2084023"/>
                </a:cubicBezTo>
                <a:cubicBezTo>
                  <a:pt x="6125325" y="2077111"/>
                  <a:pt x="6134410" y="2074928"/>
                  <a:pt x="6139135" y="2063286"/>
                </a:cubicBezTo>
                <a:cubicBezTo>
                  <a:pt x="6136591" y="2058557"/>
                  <a:pt x="6127505" y="2058557"/>
                  <a:pt x="6132230" y="2049462"/>
                </a:cubicBezTo>
                <a:close/>
                <a:moveTo>
                  <a:pt x="4074573" y="2042792"/>
                </a:moveTo>
                <a:cubicBezTo>
                  <a:pt x="4049370" y="2051790"/>
                  <a:pt x="4026688" y="2047471"/>
                  <a:pt x="4004006" y="2065468"/>
                </a:cubicBezTo>
                <a:cubicBezTo>
                  <a:pt x="4004006" y="2065468"/>
                  <a:pt x="4004006" y="2065468"/>
                  <a:pt x="4004006" y="2054310"/>
                </a:cubicBezTo>
                <a:cubicBezTo>
                  <a:pt x="3985644" y="2058629"/>
                  <a:pt x="3967642" y="2061149"/>
                  <a:pt x="3951800" y="2063309"/>
                </a:cubicBezTo>
                <a:cubicBezTo>
                  <a:pt x="3933438" y="2063309"/>
                  <a:pt x="3915436" y="2061149"/>
                  <a:pt x="3897074" y="2054310"/>
                </a:cubicBezTo>
                <a:cubicBezTo>
                  <a:pt x="3894914" y="2070148"/>
                  <a:pt x="3885553" y="2058629"/>
                  <a:pt x="3881233" y="2051790"/>
                </a:cubicBezTo>
                <a:cubicBezTo>
                  <a:pt x="3878712" y="2061149"/>
                  <a:pt x="3867551" y="2056470"/>
                  <a:pt x="3865031" y="2065468"/>
                </a:cubicBezTo>
                <a:cubicBezTo>
                  <a:pt x="3867551" y="2065468"/>
                  <a:pt x="3869711" y="2065468"/>
                  <a:pt x="3871872" y="2070148"/>
                </a:cubicBezTo>
                <a:cubicBezTo>
                  <a:pt x="3869711" y="2072487"/>
                  <a:pt x="3867461" y="2069608"/>
                  <a:pt x="3865481" y="2067583"/>
                </a:cubicBezTo>
                <a:lnTo>
                  <a:pt x="3864726" y="2067129"/>
                </a:lnTo>
                <a:lnTo>
                  <a:pt x="3865758" y="2073983"/>
                </a:lnTo>
                <a:lnTo>
                  <a:pt x="3869711" y="2076987"/>
                </a:lnTo>
                <a:lnTo>
                  <a:pt x="3866183" y="2076804"/>
                </a:lnTo>
                <a:lnTo>
                  <a:pt x="3866578" y="2079426"/>
                </a:lnTo>
                <a:cubicBezTo>
                  <a:pt x="3865759" y="2082288"/>
                  <a:pt x="3863485" y="2084559"/>
                  <a:pt x="3860029" y="2090373"/>
                </a:cubicBezTo>
                <a:cubicBezTo>
                  <a:pt x="3857483" y="2078745"/>
                  <a:pt x="3841475" y="2083469"/>
                  <a:pt x="3834563" y="2078745"/>
                </a:cubicBezTo>
                <a:lnTo>
                  <a:pt x="3838392" y="2075481"/>
                </a:lnTo>
                <a:lnTo>
                  <a:pt x="3834203" y="2076312"/>
                </a:lnTo>
                <a:cubicBezTo>
                  <a:pt x="3830940" y="2077459"/>
                  <a:pt x="3827891" y="2078753"/>
                  <a:pt x="3825365" y="2079197"/>
                </a:cubicBezTo>
                <a:lnTo>
                  <a:pt x="3821352" y="2077641"/>
                </a:lnTo>
                <a:lnTo>
                  <a:pt x="3819343" y="2081075"/>
                </a:lnTo>
                <a:lnTo>
                  <a:pt x="3818586" y="2090665"/>
                </a:lnTo>
                <a:lnTo>
                  <a:pt x="3818525" y="2091439"/>
                </a:lnTo>
                <a:lnTo>
                  <a:pt x="3819648" y="2099280"/>
                </a:lnTo>
                <a:lnTo>
                  <a:pt x="3823881" y="2116423"/>
                </a:lnTo>
                <a:lnTo>
                  <a:pt x="3833604" y="2113163"/>
                </a:lnTo>
                <a:lnTo>
                  <a:pt x="3833640" y="2112296"/>
                </a:lnTo>
                <a:lnTo>
                  <a:pt x="3839457" y="2104159"/>
                </a:lnTo>
                <a:lnTo>
                  <a:pt x="3871227" y="2098245"/>
                </a:lnTo>
                <a:cubicBezTo>
                  <a:pt x="3886575" y="2095949"/>
                  <a:pt x="3902508" y="2094239"/>
                  <a:pt x="3915110" y="2094239"/>
                </a:cubicBezTo>
                <a:lnTo>
                  <a:pt x="3917802" y="2102792"/>
                </a:lnTo>
                <a:lnTo>
                  <a:pt x="3923748" y="2101258"/>
                </a:lnTo>
                <a:lnTo>
                  <a:pt x="3919431" y="2094239"/>
                </a:lnTo>
                <a:cubicBezTo>
                  <a:pt x="3920511" y="2087579"/>
                  <a:pt x="3922762" y="2090459"/>
                  <a:pt x="3925327" y="2095274"/>
                </a:cubicBezTo>
                <a:lnTo>
                  <a:pt x="3927862" y="2100196"/>
                </a:lnTo>
                <a:lnTo>
                  <a:pt x="3936442" y="2097982"/>
                </a:lnTo>
                <a:cubicBezTo>
                  <a:pt x="3945094" y="2093387"/>
                  <a:pt x="3952610" y="2086165"/>
                  <a:pt x="3958281" y="2074827"/>
                </a:cubicBezTo>
                <a:cubicBezTo>
                  <a:pt x="3965121" y="2079146"/>
                  <a:pt x="3969802" y="2072307"/>
                  <a:pt x="3971962" y="2076987"/>
                </a:cubicBezTo>
                <a:cubicBezTo>
                  <a:pt x="3969802" y="2085985"/>
                  <a:pt x="3953960" y="2076987"/>
                  <a:pt x="3958281" y="2090665"/>
                </a:cubicBezTo>
                <a:cubicBezTo>
                  <a:pt x="3974482" y="2094984"/>
                  <a:pt x="3985644" y="2076987"/>
                  <a:pt x="3999325" y="2070148"/>
                </a:cubicBezTo>
                <a:cubicBezTo>
                  <a:pt x="4026688" y="2061149"/>
                  <a:pt x="4060891" y="2076987"/>
                  <a:pt x="4074573" y="2042792"/>
                </a:cubicBezTo>
                <a:close/>
                <a:moveTo>
                  <a:pt x="5268211" y="2042519"/>
                </a:moveTo>
                <a:cubicBezTo>
                  <a:pt x="5259211" y="2042519"/>
                  <a:pt x="5263891" y="2051520"/>
                  <a:pt x="5257051" y="2054040"/>
                </a:cubicBezTo>
                <a:cubicBezTo>
                  <a:pt x="5263891" y="2063040"/>
                  <a:pt x="5263891" y="2056200"/>
                  <a:pt x="5272891" y="2054040"/>
                </a:cubicBezTo>
                <a:close/>
                <a:moveTo>
                  <a:pt x="4807907" y="2041313"/>
                </a:moveTo>
                <a:lnTo>
                  <a:pt x="4786167" y="2058360"/>
                </a:lnTo>
                <a:lnTo>
                  <a:pt x="4786120" y="2058410"/>
                </a:lnTo>
                <a:lnTo>
                  <a:pt x="4806800" y="2042477"/>
                </a:lnTo>
                <a:close/>
                <a:moveTo>
                  <a:pt x="5386371" y="2039937"/>
                </a:moveTo>
                <a:cubicBezTo>
                  <a:pt x="5393132" y="2047034"/>
                  <a:pt x="5379611" y="2058613"/>
                  <a:pt x="5372850" y="2049275"/>
                </a:cubicBezTo>
                <a:cubicBezTo>
                  <a:pt x="5377476" y="2049275"/>
                  <a:pt x="5374985" y="2044419"/>
                  <a:pt x="5372850" y="2042178"/>
                </a:cubicBezTo>
                <a:cubicBezTo>
                  <a:pt x="5372850" y="2042178"/>
                  <a:pt x="5372850" y="2042178"/>
                  <a:pt x="5386371" y="2039937"/>
                </a:cubicBezTo>
                <a:close/>
                <a:moveTo>
                  <a:pt x="6328440" y="2036329"/>
                </a:moveTo>
                <a:cubicBezTo>
                  <a:pt x="6331135" y="2035937"/>
                  <a:pt x="6330675" y="2043781"/>
                  <a:pt x="6328834" y="2048966"/>
                </a:cubicBezTo>
                <a:cubicBezTo>
                  <a:pt x="6342153" y="2051148"/>
                  <a:pt x="6340050" y="2042053"/>
                  <a:pt x="6348813" y="2051148"/>
                </a:cubicBezTo>
                <a:cubicBezTo>
                  <a:pt x="6342153" y="2058061"/>
                  <a:pt x="6337947" y="2064973"/>
                  <a:pt x="6326731" y="2062790"/>
                </a:cubicBezTo>
                <a:cubicBezTo>
                  <a:pt x="6322175" y="2051148"/>
                  <a:pt x="6328834" y="2053695"/>
                  <a:pt x="6324628" y="2039871"/>
                </a:cubicBezTo>
                <a:cubicBezTo>
                  <a:pt x="6326293" y="2037506"/>
                  <a:pt x="6327542" y="2036460"/>
                  <a:pt x="6328440" y="2036329"/>
                </a:cubicBezTo>
                <a:close/>
                <a:moveTo>
                  <a:pt x="5915058" y="2028494"/>
                </a:moveTo>
                <a:lnTo>
                  <a:pt x="5908965" y="2031347"/>
                </a:lnTo>
                <a:lnTo>
                  <a:pt x="5907970" y="2036399"/>
                </a:lnTo>
                <a:lnTo>
                  <a:pt x="5905874" y="2032793"/>
                </a:lnTo>
                <a:lnTo>
                  <a:pt x="5889303" y="2040551"/>
                </a:lnTo>
                <a:cubicBezTo>
                  <a:pt x="5860868" y="2059810"/>
                  <a:pt x="5830723" y="2076820"/>
                  <a:pt x="5799993" y="2092749"/>
                </a:cubicBezTo>
                <a:lnTo>
                  <a:pt x="5797510" y="2093972"/>
                </a:lnTo>
                <a:lnTo>
                  <a:pt x="5798495" y="2094723"/>
                </a:lnTo>
                <a:lnTo>
                  <a:pt x="5796760" y="2094342"/>
                </a:lnTo>
                <a:lnTo>
                  <a:pt x="5747678" y="2118517"/>
                </a:lnTo>
                <a:lnTo>
                  <a:pt x="5746295" y="2124245"/>
                </a:lnTo>
                <a:cubicBezTo>
                  <a:pt x="5755295" y="2117764"/>
                  <a:pt x="5755295" y="2126765"/>
                  <a:pt x="5759615" y="2117764"/>
                </a:cubicBezTo>
                <a:cubicBezTo>
                  <a:pt x="5766455" y="2145126"/>
                  <a:pt x="5746295" y="2154127"/>
                  <a:pt x="5741615" y="2185809"/>
                </a:cubicBezTo>
                <a:cubicBezTo>
                  <a:pt x="5716415" y="2190489"/>
                  <a:pt x="5721095" y="2229012"/>
                  <a:pt x="5686895" y="2238372"/>
                </a:cubicBezTo>
                <a:cubicBezTo>
                  <a:pt x="5689235" y="2243953"/>
                  <a:pt x="5686445" y="2247283"/>
                  <a:pt x="5683925" y="2250928"/>
                </a:cubicBezTo>
                <a:lnTo>
                  <a:pt x="5682337" y="2254225"/>
                </a:lnTo>
                <a:lnTo>
                  <a:pt x="5682337" y="2264083"/>
                </a:lnTo>
                <a:lnTo>
                  <a:pt x="5682575" y="2265374"/>
                </a:lnTo>
                <a:cubicBezTo>
                  <a:pt x="5686895" y="2263214"/>
                  <a:pt x="5693735" y="2261054"/>
                  <a:pt x="5695895" y="2265374"/>
                </a:cubicBezTo>
                <a:cubicBezTo>
                  <a:pt x="5689685" y="2267084"/>
                  <a:pt x="5685590" y="2270505"/>
                  <a:pt x="5682552" y="2274921"/>
                </a:cubicBezTo>
                <a:lnTo>
                  <a:pt x="5682337" y="2275399"/>
                </a:lnTo>
                <a:lnTo>
                  <a:pt x="5682337" y="2306582"/>
                </a:lnTo>
                <a:lnTo>
                  <a:pt x="5683307" y="2318545"/>
                </a:lnTo>
                <a:lnTo>
                  <a:pt x="5692864" y="2322087"/>
                </a:lnTo>
                <a:cubicBezTo>
                  <a:pt x="5701867" y="2315187"/>
                  <a:pt x="5715552" y="2287587"/>
                  <a:pt x="5724915" y="2292308"/>
                </a:cubicBezTo>
                <a:cubicBezTo>
                  <a:pt x="5715552" y="2299208"/>
                  <a:pt x="5715552" y="2303929"/>
                  <a:pt x="5720233" y="2306108"/>
                </a:cubicBezTo>
                <a:lnTo>
                  <a:pt x="5714589" y="2311842"/>
                </a:lnTo>
                <a:lnTo>
                  <a:pt x="5721894" y="2317200"/>
                </a:lnTo>
                <a:cubicBezTo>
                  <a:pt x="5723360" y="2318895"/>
                  <a:pt x="5723773" y="2320449"/>
                  <a:pt x="5723483" y="2322149"/>
                </a:cubicBezTo>
                <a:lnTo>
                  <a:pt x="5716790" y="2335145"/>
                </a:lnTo>
                <a:lnTo>
                  <a:pt x="5718935" y="2333779"/>
                </a:lnTo>
                <a:cubicBezTo>
                  <a:pt x="5721095" y="2340619"/>
                  <a:pt x="5714255" y="2347460"/>
                  <a:pt x="5721095" y="2347460"/>
                </a:cubicBezTo>
                <a:cubicBezTo>
                  <a:pt x="5734775" y="2335939"/>
                  <a:pt x="5739455" y="2361141"/>
                  <a:pt x="5746295" y="2342780"/>
                </a:cubicBezTo>
                <a:cubicBezTo>
                  <a:pt x="5743775" y="2335939"/>
                  <a:pt x="5732615" y="2338459"/>
                  <a:pt x="5727935" y="2331619"/>
                </a:cubicBezTo>
                <a:cubicBezTo>
                  <a:pt x="5727935" y="2308577"/>
                  <a:pt x="5746295" y="2297416"/>
                  <a:pt x="5753135" y="2279055"/>
                </a:cubicBezTo>
                <a:cubicBezTo>
                  <a:pt x="5741615" y="2281575"/>
                  <a:pt x="5730095" y="2290576"/>
                  <a:pt x="5727935" y="2279055"/>
                </a:cubicBezTo>
                <a:cubicBezTo>
                  <a:pt x="5732615" y="2267894"/>
                  <a:pt x="5746295" y="2261054"/>
                  <a:pt x="5748455" y="2249533"/>
                </a:cubicBezTo>
                <a:cubicBezTo>
                  <a:pt x="5748455" y="2258534"/>
                  <a:pt x="5759615" y="2249533"/>
                  <a:pt x="5762135" y="2256374"/>
                </a:cubicBezTo>
                <a:cubicBezTo>
                  <a:pt x="5748455" y="2261054"/>
                  <a:pt x="5739455" y="2270055"/>
                  <a:pt x="5734775" y="2281575"/>
                </a:cubicBezTo>
                <a:cubicBezTo>
                  <a:pt x="5750615" y="2270055"/>
                  <a:pt x="5746295" y="2263214"/>
                  <a:pt x="5757455" y="2276895"/>
                </a:cubicBezTo>
                <a:lnTo>
                  <a:pt x="5777263" y="2250051"/>
                </a:lnTo>
                <a:lnTo>
                  <a:pt x="5770732" y="2233433"/>
                </a:lnTo>
                <a:cubicBezTo>
                  <a:pt x="5770141" y="2226613"/>
                  <a:pt x="5771868" y="2219794"/>
                  <a:pt x="5776592" y="2212975"/>
                </a:cubicBezTo>
                <a:cubicBezTo>
                  <a:pt x="5794762" y="2219794"/>
                  <a:pt x="5764963" y="2231279"/>
                  <a:pt x="5785677" y="2233433"/>
                </a:cubicBezTo>
                <a:lnTo>
                  <a:pt x="5782433" y="2243044"/>
                </a:lnTo>
                <a:lnTo>
                  <a:pt x="5795975" y="2224691"/>
                </a:lnTo>
                <a:cubicBezTo>
                  <a:pt x="5798495" y="2238372"/>
                  <a:pt x="5814335" y="2240533"/>
                  <a:pt x="5823335" y="2226852"/>
                </a:cubicBezTo>
                <a:cubicBezTo>
                  <a:pt x="5828015" y="2240533"/>
                  <a:pt x="5805335" y="2238372"/>
                  <a:pt x="5809655" y="2249533"/>
                </a:cubicBezTo>
                <a:cubicBezTo>
                  <a:pt x="5823335" y="2251693"/>
                  <a:pt x="5841695" y="2238372"/>
                  <a:pt x="5837015" y="2211011"/>
                </a:cubicBezTo>
                <a:cubicBezTo>
                  <a:pt x="5821175" y="2213171"/>
                  <a:pt x="5823335" y="2217851"/>
                  <a:pt x="5819015" y="2206330"/>
                </a:cubicBezTo>
                <a:cubicBezTo>
                  <a:pt x="5805335" y="2217851"/>
                  <a:pt x="5825855" y="2224691"/>
                  <a:pt x="5805335" y="2233692"/>
                </a:cubicBezTo>
                <a:cubicBezTo>
                  <a:pt x="5805335" y="2224691"/>
                  <a:pt x="5812175" y="2217851"/>
                  <a:pt x="5805335" y="2206330"/>
                </a:cubicBezTo>
                <a:cubicBezTo>
                  <a:pt x="5828015" y="2181488"/>
                  <a:pt x="5859696" y="2149446"/>
                  <a:pt x="5853215" y="2122084"/>
                </a:cubicBezTo>
                <a:cubicBezTo>
                  <a:pt x="5864376" y="2113084"/>
                  <a:pt x="5866536" y="2124245"/>
                  <a:pt x="5878056" y="2115244"/>
                </a:cubicBezTo>
                <a:cubicBezTo>
                  <a:pt x="5878056" y="2110924"/>
                  <a:pt x="5880216" y="2108403"/>
                  <a:pt x="5880216" y="2104083"/>
                </a:cubicBezTo>
                <a:cubicBezTo>
                  <a:pt x="5882736" y="2094723"/>
                  <a:pt x="5864376" y="2097243"/>
                  <a:pt x="5875896" y="2087882"/>
                </a:cubicBezTo>
                <a:cubicBezTo>
                  <a:pt x="5891286" y="2084642"/>
                  <a:pt x="5912954" y="2055682"/>
                  <a:pt x="5916143" y="2033659"/>
                </a:cubicBezTo>
                <a:close/>
                <a:moveTo>
                  <a:pt x="4149461" y="2022274"/>
                </a:moveTo>
                <a:cubicBezTo>
                  <a:pt x="4128939" y="2029113"/>
                  <a:pt x="4088254" y="2026954"/>
                  <a:pt x="4076733" y="2054310"/>
                </a:cubicBezTo>
                <a:cubicBezTo>
                  <a:pt x="4099415" y="2040632"/>
                  <a:pt x="4138299" y="2056470"/>
                  <a:pt x="4149461" y="2022274"/>
                </a:cubicBezTo>
                <a:close/>
                <a:moveTo>
                  <a:pt x="4742967" y="2021998"/>
                </a:moveTo>
                <a:cubicBezTo>
                  <a:pt x="4751967" y="2035678"/>
                  <a:pt x="4749807" y="2042519"/>
                  <a:pt x="4760967" y="2060880"/>
                </a:cubicBezTo>
                <a:cubicBezTo>
                  <a:pt x="4765647" y="2063040"/>
                  <a:pt x="4765647" y="2058360"/>
                  <a:pt x="4772487" y="2060880"/>
                </a:cubicBezTo>
                <a:cubicBezTo>
                  <a:pt x="4770327" y="2054040"/>
                  <a:pt x="4760967" y="2051520"/>
                  <a:pt x="4760967" y="2040359"/>
                </a:cubicBezTo>
                <a:cubicBezTo>
                  <a:pt x="4770327" y="2040359"/>
                  <a:pt x="4767807" y="2049359"/>
                  <a:pt x="4772487" y="2054040"/>
                </a:cubicBezTo>
                <a:cubicBezTo>
                  <a:pt x="4781487" y="2047199"/>
                  <a:pt x="4781487" y="2035678"/>
                  <a:pt x="4779327" y="2024158"/>
                </a:cubicBezTo>
                <a:cubicBezTo>
                  <a:pt x="4765647" y="2026678"/>
                  <a:pt x="4765647" y="2028838"/>
                  <a:pt x="4742967" y="2021998"/>
                </a:cubicBezTo>
                <a:close/>
                <a:moveTo>
                  <a:pt x="5291251" y="2017677"/>
                </a:moveTo>
                <a:cubicBezTo>
                  <a:pt x="5281891" y="2021998"/>
                  <a:pt x="5279731" y="2030998"/>
                  <a:pt x="5286571" y="2040359"/>
                </a:cubicBezTo>
                <a:cubicBezTo>
                  <a:pt x="5288731" y="2033518"/>
                  <a:pt x="5293411" y="2026678"/>
                  <a:pt x="5291251" y="2017677"/>
                </a:cubicBezTo>
                <a:close/>
                <a:moveTo>
                  <a:pt x="4811008" y="2012997"/>
                </a:moveTo>
                <a:cubicBezTo>
                  <a:pt x="4808848" y="2012997"/>
                  <a:pt x="4808848" y="2015157"/>
                  <a:pt x="4808848" y="2017677"/>
                </a:cubicBezTo>
                <a:cubicBezTo>
                  <a:pt x="4808848" y="2022178"/>
                  <a:pt x="4811098" y="2023798"/>
                  <a:pt x="4813348" y="2025463"/>
                </a:cubicBezTo>
                <a:lnTo>
                  <a:pt x="4816914" y="2031847"/>
                </a:lnTo>
                <a:lnTo>
                  <a:pt x="4828071" y="2020123"/>
                </a:lnTo>
                <a:lnTo>
                  <a:pt x="4822866" y="2021801"/>
                </a:lnTo>
                <a:cubicBezTo>
                  <a:pt x="4819468" y="2021210"/>
                  <a:pt x="4815598" y="2018667"/>
                  <a:pt x="4811008" y="2012997"/>
                </a:cubicBezTo>
                <a:close/>
                <a:moveTo>
                  <a:pt x="6387873" y="2011186"/>
                </a:moveTo>
                <a:cubicBezTo>
                  <a:pt x="6409122" y="2006600"/>
                  <a:pt x="6390438" y="2033411"/>
                  <a:pt x="6392636" y="2044347"/>
                </a:cubicBezTo>
                <a:cubicBezTo>
                  <a:pt x="6385675" y="2037644"/>
                  <a:pt x="6385675" y="2024239"/>
                  <a:pt x="6387873" y="2011186"/>
                </a:cubicBezTo>
                <a:close/>
                <a:moveTo>
                  <a:pt x="6085174" y="2008187"/>
                </a:moveTo>
                <a:cubicBezTo>
                  <a:pt x="6105911" y="2021743"/>
                  <a:pt x="6092087" y="2050996"/>
                  <a:pt x="6085174" y="2071330"/>
                </a:cubicBezTo>
                <a:cubicBezTo>
                  <a:pt x="6071350" y="2057774"/>
                  <a:pt x="6082992" y="2030661"/>
                  <a:pt x="6085174" y="2008187"/>
                </a:cubicBezTo>
                <a:close/>
                <a:moveTo>
                  <a:pt x="4240911" y="2001308"/>
                </a:moveTo>
                <a:cubicBezTo>
                  <a:pt x="4237760" y="2003017"/>
                  <a:pt x="4236050" y="2006437"/>
                  <a:pt x="4238390" y="2011116"/>
                </a:cubicBezTo>
                <a:cubicBezTo>
                  <a:pt x="4240551" y="2008596"/>
                  <a:pt x="4256392" y="2017955"/>
                  <a:pt x="4252072" y="2001757"/>
                </a:cubicBezTo>
                <a:cubicBezTo>
                  <a:pt x="4248651" y="1999598"/>
                  <a:pt x="4244061" y="1999598"/>
                  <a:pt x="4240911" y="2001308"/>
                </a:cubicBezTo>
                <a:close/>
                <a:moveTo>
                  <a:pt x="4804168" y="1999316"/>
                </a:moveTo>
                <a:cubicBezTo>
                  <a:pt x="4795167" y="1997156"/>
                  <a:pt x="4797327" y="2003996"/>
                  <a:pt x="4799848" y="2008317"/>
                </a:cubicBezTo>
                <a:cubicBezTo>
                  <a:pt x="4811008" y="2012997"/>
                  <a:pt x="4811008" y="2006156"/>
                  <a:pt x="4804168" y="1999316"/>
                </a:cubicBezTo>
                <a:close/>
                <a:moveTo>
                  <a:pt x="6026019" y="1997075"/>
                </a:moveTo>
                <a:cubicBezTo>
                  <a:pt x="6028135" y="2011045"/>
                  <a:pt x="6019316" y="2020236"/>
                  <a:pt x="6017199" y="2031632"/>
                </a:cubicBezTo>
                <a:cubicBezTo>
                  <a:pt x="6012613" y="2018030"/>
                  <a:pt x="6012613" y="2006266"/>
                  <a:pt x="6026019" y="1997075"/>
                </a:cubicBezTo>
                <a:close/>
                <a:moveTo>
                  <a:pt x="4831528" y="1992476"/>
                </a:moveTo>
                <a:cubicBezTo>
                  <a:pt x="4831528" y="1997156"/>
                  <a:pt x="4822528" y="2001476"/>
                  <a:pt x="4834048" y="2006156"/>
                </a:cubicBezTo>
                <a:cubicBezTo>
                  <a:pt x="4838908" y="2009667"/>
                  <a:pt x="4838908" y="2001431"/>
                  <a:pt x="4842401" y="2001954"/>
                </a:cubicBezTo>
                <a:lnTo>
                  <a:pt x="4844247" y="2003516"/>
                </a:lnTo>
                <a:lnTo>
                  <a:pt x="4854916" y="1993632"/>
                </a:lnTo>
                <a:lnTo>
                  <a:pt x="4851277" y="1995699"/>
                </a:lnTo>
                <a:cubicBezTo>
                  <a:pt x="4846356" y="1996616"/>
                  <a:pt x="4840078" y="1995896"/>
                  <a:pt x="4831528" y="1992476"/>
                </a:cubicBezTo>
                <a:close/>
                <a:moveTo>
                  <a:pt x="5307569" y="1986501"/>
                </a:moveTo>
                <a:cubicBezTo>
                  <a:pt x="5297798" y="1988358"/>
                  <a:pt x="5292331" y="2004896"/>
                  <a:pt x="5295571" y="2015157"/>
                </a:cubicBezTo>
                <a:cubicBezTo>
                  <a:pt x="5302411" y="2008317"/>
                  <a:pt x="5313931" y="1999316"/>
                  <a:pt x="5318611" y="1990315"/>
                </a:cubicBezTo>
                <a:cubicBezTo>
                  <a:pt x="5314561" y="1986895"/>
                  <a:pt x="5310826" y="1985883"/>
                  <a:pt x="5307569" y="1986501"/>
                </a:cubicBezTo>
                <a:close/>
                <a:moveTo>
                  <a:pt x="6139501" y="1977027"/>
                </a:moveTo>
                <a:cubicBezTo>
                  <a:pt x="6159892" y="1974850"/>
                  <a:pt x="6155242" y="1999887"/>
                  <a:pt x="6134850" y="1995170"/>
                </a:cubicBezTo>
                <a:cubicBezTo>
                  <a:pt x="6139501" y="1977027"/>
                  <a:pt x="6139501" y="1977027"/>
                  <a:pt x="6139501" y="1977027"/>
                </a:cubicBezTo>
                <a:close/>
                <a:moveTo>
                  <a:pt x="4329480" y="1970082"/>
                </a:moveTo>
                <a:lnTo>
                  <a:pt x="4325405" y="1976741"/>
                </a:lnTo>
                <a:lnTo>
                  <a:pt x="4324799" y="1976921"/>
                </a:lnTo>
                <a:cubicBezTo>
                  <a:pt x="4326959" y="1974761"/>
                  <a:pt x="4329480" y="1974761"/>
                  <a:pt x="4329480" y="1970082"/>
                </a:cubicBezTo>
                <a:close/>
                <a:moveTo>
                  <a:pt x="4941684" y="1955823"/>
                </a:moveTo>
                <a:lnTo>
                  <a:pt x="4940894" y="1959116"/>
                </a:lnTo>
                <a:lnTo>
                  <a:pt x="4943129" y="1958273"/>
                </a:lnTo>
                <a:close/>
                <a:moveTo>
                  <a:pt x="4858888" y="1953953"/>
                </a:moveTo>
                <a:cubicBezTo>
                  <a:pt x="4849888" y="1953953"/>
                  <a:pt x="4852048" y="1960793"/>
                  <a:pt x="4854208" y="1967634"/>
                </a:cubicBezTo>
                <a:cubicBezTo>
                  <a:pt x="4858888" y="1965114"/>
                  <a:pt x="4863568" y="1962954"/>
                  <a:pt x="4858888" y="1953953"/>
                </a:cubicBezTo>
                <a:close/>
                <a:moveTo>
                  <a:pt x="4539631" y="1946275"/>
                </a:moveTo>
                <a:cubicBezTo>
                  <a:pt x="4548580" y="1960084"/>
                  <a:pt x="4526028" y="1960084"/>
                  <a:pt x="4532829" y="1973893"/>
                </a:cubicBezTo>
                <a:cubicBezTo>
                  <a:pt x="4529428" y="1973893"/>
                  <a:pt x="4526028" y="1974438"/>
                  <a:pt x="4522627" y="1973847"/>
                </a:cubicBezTo>
                <a:lnTo>
                  <a:pt x="4517684" y="1970524"/>
                </a:lnTo>
                <a:lnTo>
                  <a:pt x="4515268" y="1980495"/>
                </a:lnTo>
                <a:cubicBezTo>
                  <a:pt x="4509150" y="1990597"/>
                  <a:pt x="4493986" y="1998705"/>
                  <a:pt x="4485438" y="1995162"/>
                </a:cubicBezTo>
                <a:cubicBezTo>
                  <a:pt x="4485438" y="1989529"/>
                  <a:pt x="4491228" y="1985532"/>
                  <a:pt x="4498167" y="1981807"/>
                </a:cubicBezTo>
                <a:lnTo>
                  <a:pt x="4517389" y="1970326"/>
                </a:lnTo>
                <a:lnTo>
                  <a:pt x="4512425" y="1966988"/>
                </a:lnTo>
                <a:cubicBezTo>
                  <a:pt x="4517079" y="1953179"/>
                  <a:pt x="4537483" y="1955360"/>
                  <a:pt x="4539631" y="1946275"/>
                </a:cubicBezTo>
                <a:close/>
                <a:moveTo>
                  <a:pt x="4977329" y="1926591"/>
                </a:moveTo>
                <a:cubicBezTo>
                  <a:pt x="4974809" y="1935592"/>
                  <a:pt x="4958969" y="1937752"/>
                  <a:pt x="4958969" y="1949273"/>
                </a:cubicBezTo>
                <a:cubicBezTo>
                  <a:pt x="4970489" y="1944592"/>
                  <a:pt x="4988489" y="1935592"/>
                  <a:pt x="4977329" y="1926591"/>
                </a:cubicBezTo>
                <a:close/>
                <a:moveTo>
                  <a:pt x="5350292" y="1921911"/>
                </a:moveTo>
                <a:cubicBezTo>
                  <a:pt x="5336612" y="1930911"/>
                  <a:pt x="5352452" y="1935592"/>
                  <a:pt x="5343452" y="1942432"/>
                </a:cubicBezTo>
                <a:cubicBezTo>
                  <a:pt x="5354972" y="1949273"/>
                  <a:pt x="5357132" y="1930911"/>
                  <a:pt x="5350292" y="1921911"/>
                </a:cubicBezTo>
                <a:close/>
                <a:moveTo>
                  <a:pt x="6150478" y="1903412"/>
                </a:moveTo>
                <a:cubicBezTo>
                  <a:pt x="6166250" y="1919220"/>
                  <a:pt x="6139613" y="1941855"/>
                  <a:pt x="6163796" y="1955507"/>
                </a:cubicBezTo>
                <a:cubicBezTo>
                  <a:pt x="6159590" y="1971315"/>
                  <a:pt x="6150478" y="1953352"/>
                  <a:pt x="6146272" y="1962333"/>
                </a:cubicBezTo>
                <a:cubicBezTo>
                  <a:pt x="6143819" y="1953352"/>
                  <a:pt x="6146272" y="1928202"/>
                  <a:pt x="6150478" y="1903412"/>
                </a:cubicBezTo>
                <a:close/>
                <a:moveTo>
                  <a:pt x="6452149" y="1901973"/>
                </a:moveTo>
                <a:cubicBezTo>
                  <a:pt x="6456510" y="1903743"/>
                  <a:pt x="6457461" y="1919551"/>
                  <a:pt x="6471038" y="1912937"/>
                </a:cubicBezTo>
                <a:lnTo>
                  <a:pt x="6468866" y="1928459"/>
                </a:lnTo>
                <a:cubicBezTo>
                  <a:pt x="6448228" y="1917523"/>
                  <a:pt x="6432297" y="1928459"/>
                  <a:pt x="6430125" y="1906234"/>
                </a:cubicBezTo>
                <a:cubicBezTo>
                  <a:pt x="6430125" y="1912937"/>
                  <a:pt x="6461986" y="1915053"/>
                  <a:pt x="6446056" y="1906234"/>
                </a:cubicBezTo>
                <a:cubicBezTo>
                  <a:pt x="6448862" y="1902353"/>
                  <a:pt x="6450695" y="1901383"/>
                  <a:pt x="6452149" y="1901973"/>
                </a:cubicBezTo>
                <a:close/>
                <a:moveTo>
                  <a:pt x="4648593" y="1892300"/>
                </a:moveTo>
                <a:cubicBezTo>
                  <a:pt x="4623590" y="1923693"/>
                  <a:pt x="4585371" y="1937249"/>
                  <a:pt x="4548938" y="1955443"/>
                </a:cubicBezTo>
                <a:cubicBezTo>
                  <a:pt x="4562868" y="1903715"/>
                  <a:pt x="4621447" y="1923693"/>
                  <a:pt x="4648593" y="1892300"/>
                </a:cubicBezTo>
                <a:close/>
                <a:moveTo>
                  <a:pt x="6117030" y="1881187"/>
                </a:moveTo>
                <a:cubicBezTo>
                  <a:pt x="6103436" y="1904253"/>
                  <a:pt x="6114526" y="1917948"/>
                  <a:pt x="6107729" y="1947501"/>
                </a:cubicBezTo>
                <a:cubicBezTo>
                  <a:pt x="6091988" y="1935968"/>
                  <a:pt x="6098785" y="1899567"/>
                  <a:pt x="6117030" y="1881187"/>
                </a:cubicBezTo>
                <a:close/>
                <a:moveTo>
                  <a:pt x="5470614" y="1881187"/>
                </a:moveTo>
                <a:cubicBezTo>
                  <a:pt x="5479591" y="1885949"/>
                  <a:pt x="5497904" y="1883751"/>
                  <a:pt x="5495390" y="1892910"/>
                </a:cubicBezTo>
                <a:cubicBezTo>
                  <a:pt x="5486413" y="1892910"/>
                  <a:pt x="5474923" y="1890712"/>
                  <a:pt x="5474923" y="1895108"/>
                </a:cubicBezTo>
                <a:cubicBezTo>
                  <a:pt x="5468100" y="1895108"/>
                  <a:pt x="5470614" y="1885949"/>
                  <a:pt x="5470614" y="1881187"/>
                </a:cubicBezTo>
                <a:close/>
                <a:moveTo>
                  <a:pt x="4951916" y="1879033"/>
                </a:moveTo>
                <a:cubicBezTo>
                  <a:pt x="4954455" y="1878199"/>
                  <a:pt x="4957841" y="1878471"/>
                  <a:pt x="4962919" y="1880741"/>
                </a:cubicBezTo>
                <a:lnTo>
                  <a:pt x="4959549" y="1883087"/>
                </a:lnTo>
                <a:lnTo>
                  <a:pt x="4962767" y="1890140"/>
                </a:lnTo>
                <a:cubicBezTo>
                  <a:pt x="4962018" y="1894966"/>
                  <a:pt x="4956283" y="1898931"/>
                  <a:pt x="4951509" y="1897896"/>
                </a:cubicBezTo>
                <a:lnTo>
                  <a:pt x="4948216" y="1894531"/>
                </a:lnTo>
                <a:lnTo>
                  <a:pt x="4944744" y="1906162"/>
                </a:lnTo>
                <a:cubicBezTo>
                  <a:pt x="4940111" y="1906162"/>
                  <a:pt x="4935834" y="1901441"/>
                  <a:pt x="4931201" y="1903983"/>
                </a:cubicBezTo>
                <a:cubicBezTo>
                  <a:pt x="4935834" y="1906162"/>
                  <a:pt x="4937972" y="1908341"/>
                  <a:pt x="4935834" y="1913062"/>
                </a:cubicBezTo>
                <a:cubicBezTo>
                  <a:pt x="4926925" y="1917783"/>
                  <a:pt x="4926925" y="1908341"/>
                  <a:pt x="4920154" y="1908341"/>
                </a:cubicBezTo>
                <a:cubicBezTo>
                  <a:pt x="4922292" y="1910883"/>
                  <a:pt x="4917659" y="1910883"/>
                  <a:pt x="4920154" y="1913062"/>
                </a:cubicBezTo>
                <a:cubicBezTo>
                  <a:pt x="4922292" y="1917783"/>
                  <a:pt x="4929063" y="1915241"/>
                  <a:pt x="4929063" y="1922141"/>
                </a:cubicBezTo>
                <a:cubicBezTo>
                  <a:pt x="4924430" y="1924319"/>
                  <a:pt x="4922292" y="1926862"/>
                  <a:pt x="4920154" y="1926862"/>
                </a:cubicBezTo>
                <a:cubicBezTo>
                  <a:pt x="4917659" y="1915241"/>
                  <a:pt x="4910888" y="1913062"/>
                  <a:pt x="4913383" y="1903983"/>
                </a:cubicBezTo>
                <a:cubicBezTo>
                  <a:pt x="4926925" y="1903983"/>
                  <a:pt x="4937972" y="1903983"/>
                  <a:pt x="4929063" y="1892362"/>
                </a:cubicBezTo>
                <a:cubicBezTo>
                  <a:pt x="4944298" y="1893996"/>
                  <a:pt x="4944298" y="1881535"/>
                  <a:pt x="4951916" y="1879033"/>
                </a:cubicBezTo>
                <a:close/>
                <a:moveTo>
                  <a:pt x="4938516" y="1866900"/>
                </a:moveTo>
                <a:cubicBezTo>
                  <a:pt x="4940688" y="1876201"/>
                  <a:pt x="4936343" y="1880494"/>
                  <a:pt x="4934171" y="1887291"/>
                </a:cubicBezTo>
                <a:cubicBezTo>
                  <a:pt x="4929464" y="1882998"/>
                  <a:pt x="4927292" y="1891942"/>
                  <a:pt x="4920413" y="1882998"/>
                </a:cubicBezTo>
                <a:cubicBezTo>
                  <a:pt x="4940688" y="1885145"/>
                  <a:pt x="4927292" y="1869404"/>
                  <a:pt x="4938516" y="1866900"/>
                </a:cubicBezTo>
                <a:close/>
                <a:moveTo>
                  <a:pt x="5366132" y="1858186"/>
                </a:moveTo>
                <a:cubicBezTo>
                  <a:pt x="5354972" y="1862867"/>
                  <a:pt x="5352452" y="1867187"/>
                  <a:pt x="5345612" y="1874027"/>
                </a:cubicBezTo>
                <a:cubicBezTo>
                  <a:pt x="5350292" y="1885548"/>
                  <a:pt x="5357132" y="1887708"/>
                  <a:pt x="5368292" y="1887708"/>
                </a:cubicBezTo>
                <a:cubicBezTo>
                  <a:pt x="5368292" y="1897069"/>
                  <a:pt x="5368292" y="1908230"/>
                  <a:pt x="5354972" y="1912910"/>
                </a:cubicBezTo>
                <a:cubicBezTo>
                  <a:pt x="5357132" y="1921911"/>
                  <a:pt x="5363972" y="1917590"/>
                  <a:pt x="5368292" y="1924071"/>
                </a:cubicBezTo>
                <a:cubicBezTo>
                  <a:pt x="5368292" y="1903909"/>
                  <a:pt x="5379812" y="1903909"/>
                  <a:pt x="5375132" y="1885548"/>
                </a:cubicBezTo>
                <a:cubicBezTo>
                  <a:pt x="5375132" y="1885548"/>
                  <a:pt x="5375132" y="1885548"/>
                  <a:pt x="5393492" y="1878708"/>
                </a:cubicBezTo>
                <a:cubicBezTo>
                  <a:pt x="5388812" y="1871867"/>
                  <a:pt x="5391332" y="1869707"/>
                  <a:pt x="5395652" y="1865027"/>
                </a:cubicBezTo>
                <a:cubicBezTo>
                  <a:pt x="5384492" y="1862867"/>
                  <a:pt x="5381972" y="1883388"/>
                  <a:pt x="5370812" y="1883388"/>
                </a:cubicBezTo>
                <a:cubicBezTo>
                  <a:pt x="5361812" y="1871867"/>
                  <a:pt x="5372972" y="1867187"/>
                  <a:pt x="5366132" y="1858186"/>
                </a:cubicBezTo>
                <a:close/>
                <a:moveTo>
                  <a:pt x="1221991" y="1854179"/>
                </a:moveTo>
                <a:cubicBezTo>
                  <a:pt x="1210469" y="1865337"/>
                  <a:pt x="1210469" y="1876856"/>
                  <a:pt x="1198948" y="1879015"/>
                </a:cubicBezTo>
                <a:cubicBezTo>
                  <a:pt x="1203629" y="1883695"/>
                  <a:pt x="1201108" y="1888014"/>
                  <a:pt x="1205789" y="1892693"/>
                </a:cubicBezTo>
                <a:cubicBezTo>
                  <a:pt x="1217310" y="1879015"/>
                  <a:pt x="1230992" y="1865337"/>
                  <a:pt x="1221991" y="1854179"/>
                </a:cubicBezTo>
                <a:close/>
                <a:moveTo>
                  <a:pt x="4822528" y="1853866"/>
                </a:moveTo>
                <a:cubicBezTo>
                  <a:pt x="4811008" y="1851346"/>
                  <a:pt x="4815688" y="1865027"/>
                  <a:pt x="4822528" y="1867187"/>
                </a:cubicBezTo>
                <a:cubicBezTo>
                  <a:pt x="4836208" y="1869707"/>
                  <a:pt x="4824688" y="1858186"/>
                  <a:pt x="4822528" y="1853866"/>
                </a:cubicBezTo>
                <a:close/>
                <a:moveTo>
                  <a:pt x="5385863" y="1852245"/>
                </a:moveTo>
                <a:lnTo>
                  <a:pt x="5380037" y="1855351"/>
                </a:lnTo>
                <a:cubicBezTo>
                  <a:pt x="5377472" y="1858726"/>
                  <a:pt x="5377472" y="1862687"/>
                  <a:pt x="5379812" y="1867187"/>
                </a:cubicBezTo>
                <a:cubicBezTo>
                  <a:pt x="5383232" y="1865027"/>
                  <a:pt x="5387822" y="1862777"/>
                  <a:pt x="5391242" y="1859672"/>
                </a:cubicBezTo>
                <a:lnTo>
                  <a:pt x="5392148" y="1857074"/>
                </a:lnTo>
                <a:lnTo>
                  <a:pt x="5387930" y="1852300"/>
                </a:lnTo>
                <a:close/>
                <a:moveTo>
                  <a:pt x="6405438" y="1847212"/>
                </a:moveTo>
                <a:cubicBezTo>
                  <a:pt x="6439294" y="1844675"/>
                  <a:pt x="6403300" y="1918262"/>
                  <a:pt x="6400805" y="1936387"/>
                </a:cubicBezTo>
                <a:cubicBezTo>
                  <a:pt x="6387263" y="1913550"/>
                  <a:pt x="6418980" y="1876937"/>
                  <a:pt x="6405438" y="1847212"/>
                </a:cubicBezTo>
                <a:close/>
                <a:moveTo>
                  <a:pt x="5771135" y="1840185"/>
                </a:moveTo>
                <a:cubicBezTo>
                  <a:pt x="5766455" y="1842345"/>
                  <a:pt x="5766455" y="1847026"/>
                  <a:pt x="5762135" y="1851346"/>
                </a:cubicBezTo>
                <a:cubicBezTo>
                  <a:pt x="5762135" y="1851346"/>
                  <a:pt x="5762135" y="1851346"/>
                  <a:pt x="5775815" y="1878708"/>
                </a:cubicBezTo>
                <a:cubicBezTo>
                  <a:pt x="5786975" y="1867187"/>
                  <a:pt x="5784815" y="1842345"/>
                  <a:pt x="5771135" y="1840185"/>
                </a:cubicBezTo>
                <a:close/>
                <a:moveTo>
                  <a:pt x="6501199" y="1836737"/>
                </a:moveTo>
                <a:cubicBezTo>
                  <a:pt x="6487375" y="1846185"/>
                  <a:pt x="6484828" y="1864356"/>
                  <a:pt x="6466638" y="1866536"/>
                </a:cubicBezTo>
                <a:cubicBezTo>
                  <a:pt x="6471004" y="1850546"/>
                  <a:pt x="6482645" y="1841461"/>
                  <a:pt x="6501199" y="1836737"/>
                </a:cubicBezTo>
                <a:close/>
                <a:moveTo>
                  <a:pt x="4956892" y="1835739"/>
                </a:moveTo>
                <a:cubicBezTo>
                  <a:pt x="4975083" y="1833562"/>
                  <a:pt x="4975083" y="1844810"/>
                  <a:pt x="4984541" y="1847350"/>
                </a:cubicBezTo>
                <a:cubicBezTo>
                  <a:pt x="4972900" y="1847350"/>
                  <a:pt x="4986724" y="1856422"/>
                  <a:pt x="4975083" y="1858599"/>
                </a:cubicBezTo>
                <a:cubicBezTo>
                  <a:pt x="4963805" y="1854245"/>
                  <a:pt x="4975083" y="1847350"/>
                  <a:pt x="4965987" y="1844810"/>
                </a:cubicBezTo>
                <a:cubicBezTo>
                  <a:pt x="4961258" y="1844810"/>
                  <a:pt x="4956892" y="1854245"/>
                  <a:pt x="4952163" y="1849527"/>
                </a:cubicBezTo>
                <a:cubicBezTo>
                  <a:pt x="4959075" y="1847350"/>
                  <a:pt x="4959075" y="1840456"/>
                  <a:pt x="4956892" y="1835739"/>
                </a:cubicBezTo>
                <a:close/>
                <a:moveTo>
                  <a:pt x="4729447" y="1835062"/>
                </a:moveTo>
                <a:cubicBezTo>
                  <a:pt x="4740663" y="1864556"/>
                  <a:pt x="4699780" y="1850888"/>
                  <a:pt x="4681328" y="1876065"/>
                </a:cubicBezTo>
                <a:cubicBezTo>
                  <a:pt x="4676625" y="1871389"/>
                  <a:pt x="4681328" y="1866714"/>
                  <a:pt x="4676625" y="1862398"/>
                </a:cubicBezTo>
                <a:cubicBezTo>
                  <a:pt x="4672283" y="1866714"/>
                  <a:pt x="4667580" y="1862398"/>
                  <a:pt x="4663238" y="1866714"/>
                </a:cubicBezTo>
                <a:cubicBezTo>
                  <a:pt x="4674454" y="1830387"/>
                  <a:pt x="4708825" y="1853406"/>
                  <a:pt x="4729447" y="1835062"/>
                </a:cubicBezTo>
                <a:close/>
                <a:moveTo>
                  <a:pt x="5601998" y="1831222"/>
                </a:moveTo>
                <a:lnTo>
                  <a:pt x="5597079" y="1832494"/>
                </a:lnTo>
                <a:lnTo>
                  <a:pt x="5594654" y="1832407"/>
                </a:lnTo>
                <a:lnTo>
                  <a:pt x="5596459" y="1847106"/>
                </a:lnTo>
                <a:lnTo>
                  <a:pt x="5599503" y="1838610"/>
                </a:lnTo>
                <a:close/>
                <a:moveTo>
                  <a:pt x="6370653" y="1830387"/>
                </a:moveTo>
                <a:cubicBezTo>
                  <a:pt x="6373133" y="1841896"/>
                  <a:pt x="6359672" y="1837221"/>
                  <a:pt x="6357192" y="1844054"/>
                </a:cubicBezTo>
                <a:cubicBezTo>
                  <a:pt x="6361797" y="1857722"/>
                  <a:pt x="6373133" y="1837221"/>
                  <a:pt x="6377384" y="1850888"/>
                </a:cubicBezTo>
                <a:cubicBezTo>
                  <a:pt x="6363923" y="1876065"/>
                  <a:pt x="6334875" y="1830387"/>
                  <a:pt x="6370653" y="1830387"/>
                </a:cubicBezTo>
                <a:close/>
                <a:moveTo>
                  <a:pt x="5955241" y="1827540"/>
                </a:moveTo>
                <a:lnTo>
                  <a:pt x="5945737" y="1835662"/>
                </a:lnTo>
                <a:cubicBezTo>
                  <a:pt x="5933857" y="1853618"/>
                  <a:pt x="5937367" y="1875828"/>
                  <a:pt x="5910096" y="1887708"/>
                </a:cubicBezTo>
                <a:cubicBezTo>
                  <a:pt x="5916936" y="1897069"/>
                  <a:pt x="5905416" y="1899229"/>
                  <a:pt x="5907576" y="1908230"/>
                </a:cubicBezTo>
                <a:cubicBezTo>
                  <a:pt x="5907576" y="1908230"/>
                  <a:pt x="5907576" y="1908230"/>
                  <a:pt x="5889576" y="1917590"/>
                </a:cubicBezTo>
                <a:cubicBezTo>
                  <a:pt x="5890656" y="1936852"/>
                  <a:pt x="5879226" y="1953323"/>
                  <a:pt x="5866400" y="1967814"/>
                </a:cubicBezTo>
                <a:lnTo>
                  <a:pt x="5848183" y="1987437"/>
                </a:lnTo>
                <a:lnTo>
                  <a:pt x="5888718" y="1971028"/>
                </a:lnTo>
                <a:lnTo>
                  <a:pt x="5969682" y="1931682"/>
                </a:lnTo>
                <a:lnTo>
                  <a:pt x="5969137" y="1926591"/>
                </a:lnTo>
                <a:lnTo>
                  <a:pt x="5974993" y="1929101"/>
                </a:lnTo>
                <a:lnTo>
                  <a:pt x="5980108" y="1926615"/>
                </a:lnTo>
                <a:lnTo>
                  <a:pt x="5983357" y="1922541"/>
                </a:lnTo>
                <a:cubicBezTo>
                  <a:pt x="5985337" y="1919121"/>
                  <a:pt x="5987452" y="1915273"/>
                  <a:pt x="5990197" y="1912415"/>
                </a:cubicBezTo>
                <a:lnTo>
                  <a:pt x="5991205" y="1912018"/>
                </a:lnTo>
                <a:lnTo>
                  <a:pt x="5993343" y="1900274"/>
                </a:lnTo>
                <a:cubicBezTo>
                  <a:pt x="5993596" y="1884023"/>
                  <a:pt x="5984688" y="1880176"/>
                  <a:pt x="5984688" y="1849397"/>
                </a:cubicBezTo>
                <a:lnTo>
                  <a:pt x="5979850" y="1845612"/>
                </a:lnTo>
                <a:lnTo>
                  <a:pt x="5979173" y="1849713"/>
                </a:lnTo>
                <a:cubicBezTo>
                  <a:pt x="5979588" y="1852830"/>
                  <a:pt x="5981293" y="1855794"/>
                  <a:pt x="5985295" y="1858600"/>
                </a:cubicBezTo>
                <a:cubicBezTo>
                  <a:pt x="5971470" y="1860772"/>
                  <a:pt x="5980565" y="1872358"/>
                  <a:pt x="5973653" y="1879238"/>
                </a:cubicBezTo>
                <a:cubicBezTo>
                  <a:pt x="5962375" y="1874531"/>
                  <a:pt x="5976200" y="1865479"/>
                  <a:pt x="5973653" y="1854255"/>
                </a:cubicBezTo>
                <a:cubicBezTo>
                  <a:pt x="5966741" y="1854255"/>
                  <a:pt x="5959829" y="1860772"/>
                  <a:pt x="5955463" y="1851721"/>
                </a:cubicBezTo>
                <a:lnTo>
                  <a:pt x="5969634" y="1837617"/>
                </a:lnTo>
                <a:lnTo>
                  <a:pt x="5959897" y="1829997"/>
                </a:lnTo>
                <a:close/>
                <a:moveTo>
                  <a:pt x="6050857" y="1826504"/>
                </a:moveTo>
                <a:lnTo>
                  <a:pt x="6037307" y="1849305"/>
                </a:lnTo>
                <a:lnTo>
                  <a:pt x="6044636" y="1857037"/>
                </a:lnTo>
                <a:lnTo>
                  <a:pt x="6057427" y="1841805"/>
                </a:lnTo>
                <a:cubicBezTo>
                  <a:pt x="6059407" y="1834425"/>
                  <a:pt x="6057697" y="1827584"/>
                  <a:pt x="6050857" y="1826504"/>
                </a:cubicBezTo>
                <a:close/>
                <a:moveTo>
                  <a:pt x="5707415" y="1819664"/>
                </a:moveTo>
                <a:cubicBezTo>
                  <a:pt x="5695895" y="1826504"/>
                  <a:pt x="5695895" y="1837665"/>
                  <a:pt x="5689415" y="1847026"/>
                </a:cubicBezTo>
                <a:cubicBezTo>
                  <a:pt x="5698415" y="1849186"/>
                  <a:pt x="5714255" y="1830824"/>
                  <a:pt x="5707415" y="1819664"/>
                </a:cubicBezTo>
                <a:close/>
                <a:moveTo>
                  <a:pt x="5782655" y="1812823"/>
                </a:moveTo>
                <a:cubicBezTo>
                  <a:pt x="5764295" y="1833345"/>
                  <a:pt x="5798495" y="1837665"/>
                  <a:pt x="5805335" y="1862867"/>
                </a:cubicBezTo>
                <a:cubicBezTo>
                  <a:pt x="5802815" y="1876548"/>
                  <a:pt x="5786975" y="1885548"/>
                  <a:pt x="5786975" y="1899229"/>
                </a:cubicBezTo>
                <a:cubicBezTo>
                  <a:pt x="5805335" y="1899229"/>
                  <a:pt x="5798495" y="1869707"/>
                  <a:pt x="5809655" y="1885548"/>
                </a:cubicBezTo>
                <a:cubicBezTo>
                  <a:pt x="5821175" y="1876548"/>
                  <a:pt x="5816495" y="1856026"/>
                  <a:pt x="5832695" y="1856026"/>
                </a:cubicBezTo>
                <a:cubicBezTo>
                  <a:pt x="5832695" y="1847026"/>
                  <a:pt x="5839535" y="1837665"/>
                  <a:pt x="5828015" y="1835505"/>
                </a:cubicBezTo>
                <a:cubicBezTo>
                  <a:pt x="5809655" y="1860346"/>
                  <a:pt x="5786975" y="1830824"/>
                  <a:pt x="5782655" y="1812823"/>
                </a:cubicBezTo>
                <a:close/>
                <a:moveTo>
                  <a:pt x="5009099" y="1803400"/>
                </a:moveTo>
                <a:cubicBezTo>
                  <a:pt x="5013720" y="1818922"/>
                  <a:pt x="4991329" y="1823155"/>
                  <a:pt x="4986708" y="1834444"/>
                </a:cubicBezTo>
                <a:cubicBezTo>
                  <a:pt x="4995594" y="1836561"/>
                  <a:pt x="4995594" y="1825625"/>
                  <a:pt x="5000214" y="1834444"/>
                </a:cubicBezTo>
                <a:cubicBezTo>
                  <a:pt x="4988841" y="1836561"/>
                  <a:pt x="4993461" y="1841147"/>
                  <a:pt x="4979956" y="1839030"/>
                </a:cubicBezTo>
                <a:cubicBezTo>
                  <a:pt x="4991329" y="1825625"/>
                  <a:pt x="4966450" y="1816805"/>
                  <a:pt x="4979956" y="1807633"/>
                </a:cubicBezTo>
                <a:cubicBezTo>
                  <a:pt x="4982088" y="1814336"/>
                  <a:pt x="4986708" y="1821039"/>
                  <a:pt x="4993461" y="1818922"/>
                </a:cubicBezTo>
                <a:cubicBezTo>
                  <a:pt x="5000214" y="1814336"/>
                  <a:pt x="4995594" y="1805516"/>
                  <a:pt x="5009099" y="1803400"/>
                </a:cubicBezTo>
                <a:close/>
                <a:moveTo>
                  <a:pt x="4710995" y="1803400"/>
                </a:moveTo>
                <a:cubicBezTo>
                  <a:pt x="4717908" y="1803400"/>
                  <a:pt x="4724820" y="1807754"/>
                  <a:pt x="4729549" y="1814648"/>
                </a:cubicBezTo>
                <a:cubicBezTo>
                  <a:pt x="4722637" y="1821543"/>
                  <a:pt x="4713178" y="1828437"/>
                  <a:pt x="4706630" y="1826260"/>
                </a:cubicBezTo>
                <a:cubicBezTo>
                  <a:pt x="4694988" y="1817188"/>
                  <a:pt x="4715725" y="1812471"/>
                  <a:pt x="4710995" y="1803400"/>
                </a:cubicBezTo>
                <a:close/>
                <a:moveTo>
                  <a:pt x="5420853" y="1799142"/>
                </a:moveTo>
                <a:cubicBezTo>
                  <a:pt x="5420853" y="1799142"/>
                  <a:pt x="5420853" y="1799142"/>
                  <a:pt x="5411853" y="1803823"/>
                </a:cubicBezTo>
                <a:cubicBezTo>
                  <a:pt x="5420853" y="1814983"/>
                  <a:pt x="5416173" y="1819664"/>
                  <a:pt x="5402493" y="1821824"/>
                </a:cubicBezTo>
                <a:cubicBezTo>
                  <a:pt x="5402493" y="1821824"/>
                  <a:pt x="5402493" y="1821824"/>
                  <a:pt x="5409333" y="1835505"/>
                </a:cubicBezTo>
                <a:cubicBezTo>
                  <a:pt x="5416173" y="1823984"/>
                  <a:pt x="5427693" y="1814983"/>
                  <a:pt x="5420853" y="1799142"/>
                </a:cubicBezTo>
                <a:close/>
                <a:moveTo>
                  <a:pt x="5899568" y="1793955"/>
                </a:moveTo>
                <a:lnTo>
                  <a:pt x="5898576" y="1794462"/>
                </a:lnTo>
                <a:cubicBezTo>
                  <a:pt x="5899746" y="1797342"/>
                  <a:pt x="5901478" y="1798940"/>
                  <a:pt x="5903453" y="1799643"/>
                </a:cubicBezTo>
                <a:lnTo>
                  <a:pt x="5906221" y="1799562"/>
                </a:lnTo>
                <a:close/>
                <a:moveTo>
                  <a:pt x="4766118" y="1787678"/>
                </a:moveTo>
                <a:cubicBezTo>
                  <a:pt x="4761458" y="1787678"/>
                  <a:pt x="4734573" y="1799149"/>
                  <a:pt x="4750346" y="1810620"/>
                </a:cubicBezTo>
                <a:cubicBezTo>
                  <a:pt x="4754647" y="1803809"/>
                  <a:pt x="4772929" y="1796998"/>
                  <a:pt x="4766118" y="1787678"/>
                </a:cubicBezTo>
                <a:close/>
                <a:moveTo>
                  <a:pt x="5484573" y="1780781"/>
                </a:moveTo>
                <a:cubicBezTo>
                  <a:pt x="5475213" y="1776461"/>
                  <a:pt x="5470893" y="1796982"/>
                  <a:pt x="5466213" y="1803823"/>
                </a:cubicBezTo>
                <a:cubicBezTo>
                  <a:pt x="5479893" y="1808143"/>
                  <a:pt x="5482413" y="1787621"/>
                  <a:pt x="5484573" y="1780781"/>
                </a:cubicBezTo>
                <a:close/>
                <a:moveTo>
                  <a:pt x="1303720" y="1780249"/>
                </a:moveTo>
                <a:cubicBezTo>
                  <a:pt x="1301402" y="1780390"/>
                  <a:pt x="1299129" y="1781290"/>
                  <a:pt x="1296879" y="1783629"/>
                </a:cubicBezTo>
                <a:cubicBezTo>
                  <a:pt x="1301559" y="1790468"/>
                  <a:pt x="1310560" y="1785789"/>
                  <a:pt x="1301559" y="1797307"/>
                </a:cubicBezTo>
                <a:cubicBezTo>
                  <a:pt x="1296879" y="1790468"/>
                  <a:pt x="1292198" y="1787949"/>
                  <a:pt x="1285357" y="1792628"/>
                </a:cubicBezTo>
                <a:cubicBezTo>
                  <a:pt x="1290038" y="1810985"/>
                  <a:pt x="1251514" y="1833662"/>
                  <a:pt x="1228471" y="1842661"/>
                </a:cubicBezTo>
                <a:cubicBezTo>
                  <a:pt x="1235312" y="1854179"/>
                  <a:pt x="1237832" y="1851659"/>
                  <a:pt x="1239993" y="1860658"/>
                </a:cubicBezTo>
                <a:cubicBezTo>
                  <a:pt x="1264835" y="1819984"/>
                  <a:pt x="1303719" y="1815305"/>
                  <a:pt x="1326402" y="1781110"/>
                </a:cubicBezTo>
                <a:cubicBezTo>
                  <a:pt x="1318031" y="1786239"/>
                  <a:pt x="1310673" y="1779827"/>
                  <a:pt x="1303720" y="1780249"/>
                </a:cubicBezTo>
                <a:close/>
                <a:moveTo>
                  <a:pt x="5643694" y="1778621"/>
                </a:moveTo>
                <a:cubicBezTo>
                  <a:pt x="5627854" y="1785461"/>
                  <a:pt x="5630014" y="1799142"/>
                  <a:pt x="5627854" y="1810663"/>
                </a:cubicBezTo>
                <a:cubicBezTo>
                  <a:pt x="5632174" y="1812823"/>
                  <a:pt x="5636854" y="1810663"/>
                  <a:pt x="5643694" y="1805983"/>
                </a:cubicBezTo>
                <a:cubicBezTo>
                  <a:pt x="5634694" y="1794462"/>
                  <a:pt x="5652694" y="1790142"/>
                  <a:pt x="5643694" y="1778621"/>
                </a:cubicBezTo>
                <a:close/>
                <a:moveTo>
                  <a:pt x="5095410" y="1762780"/>
                </a:moveTo>
                <a:cubicBezTo>
                  <a:pt x="5091090" y="1767100"/>
                  <a:pt x="5084250" y="1776461"/>
                  <a:pt x="5095410" y="1780781"/>
                </a:cubicBezTo>
                <a:cubicBezTo>
                  <a:pt x="5104410" y="1776461"/>
                  <a:pt x="5106930" y="1764940"/>
                  <a:pt x="5095410" y="1762780"/>
                </a:cubicBezTo>
                <a:close/>
                <a:moveTo>
                  <a:pt x="6271684" y="1757362"/>
                </a:moveTo>
                <a:cubicBezTo>
                  <a:pt x="6282900" y="1757362"/>
                  <a:pt x="6282900" y="1757362"/>
                  <a:pt x="6282900" y="1757362"/>
                </a:cubicBezTo>
                <a:cubicBezTo>
                  <a:pt x="6285003" y="1762095"/>
                  <a:pt x="6287106" y="1766465"/>
                  <a:pt x="6287106" y="1773383"/>
                </a:cubicBezTo>
                <a:cubicBezTo>
                  <a:pt x="6265025" y="1769013"/>
                  <a:pt x="6291663" y="1789768"/>
                  <a:pt x="6274138" y="1796686"/>
                </a:cubicBezTo>
                <a:cubicBezTo>
                  <a:pt x="6267478" y="1787219"/>
                  <a:pt x="6267478" y="1764280"/>
                  <a:pt x="6271684" y="1757362"/>
                </a:cubicBezTo>
                <a:close/>
                <a:moveTo>
                  <a:pt x="4835922" y="1757362"/>
                </a:moveTo>
                <a:cubicBezTo>
                  <a:pt x="4858147" y="1759508"/>
                  <a:pt x="4838039" y="1777753"/>
                  <a:pt x="4824633" y="1782404"/>
                </a:cubicBezTo>
                <a:cubicBezTo>
                  <a:pt x="4820400" y="1770956"/>
                  <a:pt x="4840156" y="1762012"/>
                  <a:pt x="4835922" y="1757362"/>
                </a:cubicBezTo>
                <a:close/>
                <a:moveTo>
                  <a:pt x="6226702" y="1751012"/>
                </a:moveTo>
                <a:cubicBezTo>
                  <a:pt x="6240841" y="1751012"/>
                  <a:pt x="6236004" y="1770990"/>
                  <a:pt x="6228934" y="1777649"/>
                </a:cubicBezTo>
                <a:cubicBezTo>
                  <a:pt x="6217400" y="1775546"/>
                  <a:pt x="6228934" y="1757671"/>
                  <a:pt x="6226702" y="1751012"/>
                </a:cubicBezTo>
                <a:close/>
                <a:moveTo>
                  <a:pt x="5777975" y="1749099"/>
                </a:moveTo>
                <a:cubicBezTo>
                  <a:pt x="5771135" y="1758099"/>
                  <a:pt x="5773295" y="1769620"/>
                  <a:pt x="5771135" y="1780781"/>
                </a:cubicBezTo>
                <a:cubicBezTo>
                  <a:pt x="5777975" y="1771780"/>
                  <a:pt x="5789495" y="1762780"/>
                  <a:pt x="5777975" y="1749099"/>
                </a:cubicBezTo>
                <a:close/>
                <a:moveTo>
                  <a:pt x="5037182" y="1746250"/>
                </a:moveTo>
                <a:cubicBezTo>
                  <a:pt x="5043885" y="1755321"/>
                  <a:pt x="5023777" y="1759675"/>
                  <a:pt x="5041769" y="1766570"/>
                </a:cubicBezTo>
                <a:cubicBezTo>
                  <a:pt x="5028363" y="1771287"/>
                  <a:pt x="5026246" y="1755321"/>
                  <a:pt x="5014957" y="1764393"/>
                </a:cubicBezTo>
                <a:cubicBezTo>
                  <a:pt x="5006138" y="1750604"/>
                  <a:pt x="5028363" y="1755321"/>
                  <a:pt x="5037182" y="1746250"/>
                </a:cubicBezTo>
                <a:close/>
                <a:moveTo>
                  <a:pt x="6390187" y="1743648"/>
                </a:moveTo>
                <a:cubicBezTo>
                  <a:pt x="6421436" y="1743648"/>
                  <a:pt x="6421436" y="1743648"/>
                  <a:pt x="6421436" y="1743648"/>
                </a:cubicBezTo>
                <a:cubicBezTo>
                  <a:pt x="6426052" y="1748331"/>
                  <a:pt x="6428183" y="1755176"/>
                  <a:pt x="6423922" y="1766343"/>
                </a:cubicBezTo>
                <a:cubicBezTo>
                  <a:pt x="6414689" y="1762021"/>
                  <a:pt x="6423922" y="1741487"/>
                  <a:pt x="6399065" y="1748331"/>
                </a:cubicBezTo>
                <a:cubicBezTo>
                  <a:pt x="6421436" y="1789399"/>
                  <a:pt x="6374563" y="1798405"/>
                  <a:pt x="6408297" y="1825783"/>
                </a:cubicBezTo>
                <a:cubicBezTo>
                  <a:pt x="6403681" y="1825783"/>
                  <a:pt x="6403681" y="1832628"/>
                  <a:pt x="6403681" y="1834790"/>
                </a:cubicBezTo>
                <a:cubicBezTo>
                  <a:pt x="6399065" y="1832628"/>
                  <a:pt x="6392318" y="1830106"/>
                  <a:pt x="6383440" y="1830106"/>
                </a:cubicBezTo>
                <a:cubicBezTo>
                  <a:pt x="6378824" y="1789399"/>
                  <a:pt x="6392318" y="1786877"/>
                  <a:pt x="6390187" y="1743648"/>
                </a:cubicBezTo>
                <a:close/>
                <a:moveTo>
                  <a:pt x="1458536" y="1740435"/>
                </a:moveTo>
                <a:cubicBezTo>
                  <a:pt x="1444854" y="1747274"/>
                  <a:pt x="1438014" y="1756273"/>
                  <a:pt x="1419652" y="1756273"/>
                </a:cubicBezTo>
                <a:cubicBezTo>
                  <a:pt x="1426492" y="1778950"/>
                  <a:pt x="1456016" y="1751594"/>
                  <a:pt x="1458536" y="1740435"/>
                </a:cubicBezTo>
                <a:close/>
                <a:moveTo>
                  <a:pt x="6353044" y="1739900"/>
                </a:moveTo>
                <a:cubicBezTo>
                  <a:pt x="6370682" y="1755830"/>
                  <a:pt x="6350574" y="1778640"/>
                  <a:pt x="6368566" y="1797105"/>
                </a:cubicBezTo>
                <a:cubicBezTo>
                  <a:pt x="6344224" y="1797105"/>
                  <a:pt x="6377385" y="1806157"/>
                  <a:pt x="6366449" y="1822088"/>
                </a:cubicBezTo>
                <a:cubicBezTo>
                  <a:pt x="6341755" y="1813036"/>
                  <a:pt x="6355160" y="1785519"/>
                  <a:pt x="6339638" y="1762710"/>
                </a:cubicBezTo>
                <a:cubicBezTo>
                  <a:pt x="6363980" y="1764882"/>
                  <a:pt x="6339638" y="1744244"/>
                  <a:pt x="6353044" y="1739900"/>
                </a:cubicBezTo>
                <a:close/>
                <a:moveTo>
                  <a:pt x="6105412" y="1734498"/>
                </a:moveTo>
                <a:lnTo>
                  <a:pt x="6104889" y="1742394"/>
                </a:lnTo>
                <a:lnTo>
                  <a:pt x="6112417" y="1740098"/>
                </a:lnTo>
                <a:cubicBezTo>
                  <a:pt x="6110167" y="1740638"/>
                  <a:pt x="6108322" y="1739761"/>
                  <a:pt x="6107000" y="1738281"/>
                </a:cubicBezTo>
                <a:close/>
                <a:moveTo>
                  <a:pt x="1364926" y="1733596"/>
                </a:moveTo>
                <a:cubicBezTo>
                  <a:pt x="1353765" y="1756273"/>
                  <a:pt x="1331082" y="1758433"/>
                  <a:pt x="1322081" y="1778950"/>
                </a:cubicBezTo>
                <a:cubicBezTo>
                  <a:pt x="1344764" y="1763112"/>
                  <a:pt x="1360605" y="1765272"/>
                  <a:pt x="1371767" y="1742595"/>
                </a:cubicBezTo>
                <a:cubicBezTo>
                  <a:pt x="1371767" y="1742595"/>
                  <a:pt x="1371767" y="1742595"/>
                  <a:pt x="1364926" y="1733596"/>
                </a:cubicBezTo>
                <a:close/>
                <a:moveTo>
                  <a:pt x="5947376" y="1733550"/>
                </a:moveTo>
                <a:cubicBezTo>
                  <a:pt x="5949609" y="1737911"/>
                  <a:pt x="5956678" y="1744815"/>
                  <a:pt x="5951841" y="1749539"/>
                </a:cubicBezTo>
                <a:cubicBezTo>
                  <a:pt x="5949609" y="1737911"/>
                  <a:pt x="5935470" y="1763348"/>
                  <a:pt x="5933238" y="1751720"/>
                </a:cubicBezTo>
                <a:cubicBezTo>
                  <a:pt x="5940307" y="1744815"/>
                  <a:pt x="5937703" y="1737911"/>
                  <a:pt x="5947376" y="1733550"/>
                </a:cubicBezTo>
                <a:close/>
                <a:moveTo>
                  <a:pt x="4797663" y="1733550"/>
                </a:moveTo>
                <a:cubicBezTo>
                  <a:pt x="4804474" y="1762944"/>
                  <a:pt x="4772929" y="1758284"/>
                  <a:pt x="4763967" y="1778716"/>
                </a:cubicBezTo>
                <a:cubicBezTo>
                  <a:pt x="4784041" y="1796998"/>
                  <a:pt x="4800172" y="1747171"/>
                  <a:pt x="4824906" y="1733550"/>
                </a:cubicBezTo>
                <a:cubicBezTo>
                  <a:pt x="4827416" y="1737851"/>
                  <a:pt x="4829567" y="1749322"/>
                  <a:pt x="4822756" y="1744662"/>
                </a:cubicBezTo>
                <a:cubicBezTo>
                  <a:pt x="4822756" y="1751473"/>
                  <a:pt x="4829567" y="1747171"/>
                  <a:pt x="4827416" y="1760435"/>
                </a:cubicBezTo>
                <a:cubicBezTo>
                  <a:pt x="4786551" y="1790187"/>
                  <a:pt x="4786551" y="1823883"/>
                  <a:pt x="4738875" y="1833203"/>
                </a:cubicBezTo>
                <a:cubicBezTo>
                  <a:pt x="4734573" y="1826392"/>
                  <a:pt x="4750346" y="1805960"/>
                  <a:pt x="4729913" y="1808111"/>
                </a:cubicBezTo>
                <a:cubicBezTo>
                  <a:pt x="4752496" y="1778716"/>
                  <a:pt x="4768269" y="1751473"/>
                  <a:pt x="4797663" y="1733550"/>
                </a:cubicBezTo>
                <a:close/>
                <a:moveTo>
                  <a:pt x="5046188" y="1726171"/>
                </a:moveTo>
                <a:cubicBezTo>
                  <a:pt x="5047639" y="1724785"/>
                  <a:pt x="5048819" y="1724248"/>
                  <a:pt x="5052266" y="1727647"/>
                </a:cubicBezTo>
                <a:cubicBezTo>
                  <a:pt x="5050089" y="1727647"/>
                  <a:pt x="5052266" y="1732298"/>
                  <a:pt x="5054443" y="1734444"/>
                </a:cubicBezTo>
                <a:cubicBezTo>
                  <a:pt x="5038477" y="1734444"/>
                  <a:pt x="5061337" y="1745892"/>
                  <a:pt x="5045371" y="1745892"/>
                </a:cubicBezTo>
                <a:cubicBezTo>
                  <a:pt x="5036300" y="1736591"/>
                  <a:pt x="5056983" y="1732298"/>
                  <a:pt x="5038477" y="1729793"/>
                </a:cubicBezTo>
                <a:cubicBezTo>
                  <a:pt x="5043013" y="1729793"/>
                  <a:pt x="5044736" y="1727557"/>
                  <a:pt x="5046188" y="1726171"/>
                </a:cubicBezTo>
                <a:close/>
                <a:moveTo>
                  <a:pt x="6324036" y="1725612"/>
                </a:moveTo>
                <a:cubicBezTo>
                  <a:pt x="6328306" y="1734561"/>
                  <a:pt x="6332932" y="1754965"/>
                  <a:pt x="6324036" y="1761767"/>
                </a:cubicBezTo>
                <a:cubicBezTo>
                  <a:pt x="6319411" y="1754965"/>
                  <a:pt x="6312650" y="1734561"/>
                  <a:pt x="6324036" y="1725612"/>
                </a:cubicBezTo>
                <a:close/>
                <a:moveTo>
                  <a:pt x="4929449" y="1719577"/>
                </a:moveTo>
                <a:cubicBezTo>
                  <a:pt x="4917929" y="1721737"/>
                  <a:pt x="4913609" y="1733258"/>
                  <a:pt x="4924769" y="1737578"/>
                </a:cubicBezTo>
                <a:cubicBezTo>
                  <a:pt x="4934129" y="1733258"/>
                  <a:pt x="4940609" y="1728577"/>
                  <a:pt x="4929449" y="1719577"/>
                </a:cubicBezTo>
                <a:close/>
                <a:moveTo>
                  <a:pt x="5452647" y="1714500"/>
                </a:moveTo>
                <a:cubicBezTo>
                  <a:pt x="5464553" y="1721404"/>
                  <a:pt x="5459716" y="1733033"/>
                  <a:pt x="5455251" y="1744298"/>
                </a:cubicBezTo>
                <a:cubicBezTo>
                  <a:pt x="5448182" y="1737394"/>
                  <a:pt x="5441113" y="1721404"/>
                  <a:pt x="5452647" y="1714500"/>
                </a:cubicBezTo>
                <a:close/>
                <a:moveTo>
                  <a:pt x="6105788" y="1713694"/>
                </a:moveTo>
                <a:lnTo>
                  <a:pt x="6106550" y="1717319"/>
                </a:lnTo>
                <a:lnTo>
                  <a:pt x="6105691" y="1730294"/>
                </a:lnTo>
                <a:lnTo>
                  <a:pt x="6106291" y="1728707"/>
                </a:lnTo>
                <a:cubicBezTo>
                  <a:pt x="6107534" y="1728083"/>
                  <a:pt x="6109537" y="1728488"/>
                  <a:pt x="6112417" y="1730738"/>
                </a:cubicBezTo>
                <a:cubicBezTo>
                  <a:pt x="6113497" y="1726237"/>
                  <a:pt x="6112327" y="1722277"/>
                  <a:pt x="6110032" y="1718587"/>
                </a:cubicBezTo>
                <a:close/>
                <a:moveTo>
                  <a:pt x="5802815" y="1708056"/>
                </a:moveTo>
                <a:cubicBezTo>
                  <a:pt x="5791655" y="1712736"/>
                  <a:pt x="5800655" y="1721737"/>
                  <a:pt x="5789495" y="1726417"/>
                </a:cubicBezTo>
                <a:cubicBezTo>
                  <a:pt x="5795975" y="1728577"/>
                  <a:pt x="5802815" y="1723897"/>
                  <a:pt x="5809655" y="1721737"/>
                </a:cubicBezTo>
                <a:cubicBezTo>
                  <a:pt x="5809655" y="1721737"/>
                  <a:pt x="5809655" y="1721737"/>
                  <a:pt x="5802815" y="1708056"/>
                </a:cubicBezTo>
                <a:close/>
                <a:moveTo>
                  <a:pt x="5118090" y="1705896"/>
                </a:moveTo>
                <a:cubicBezTo>
                  <a:pt x="5109090" y="1710576"/>
                  <a:pt x="5102250" y="1714896"/>
                  <a:pt x="5106930" y="1723897"/>
                </a:cubicBezTo>
                <a:cubicBezTo>
                  <a:pt x="5111250" y="1719577"/>
                  <a:pt x="5124930" y="1714896"/>
                  <a:pt x="5118090" y="1705896"/>
                </a:cubicBezTo>
                <a:close/>
                <a:moveTo>
                  <a:pt x="5994112" y="1700135"/>
                </a:moveTo>
                <a:cubicBezTo>
                  <a:pt x="5989027" y="1698965"/>
                  <a:pt x="5982817" y="1701215"/>
                  <a:pt x="5982817" y="1708056"/>
                </a:cubicBezTo>
                <a:cubicBezTo>
                  <a:pt x="5984977" y="1717417"/>
                  <a:pt x="5993977" y="1705896"/>
                  <a:pt x="5998657" y="1712736"/>
                </a:cubicBezTo>
                <a:cubicBezTo>
                  <a:pt x="6003157" y="1705896"/>
                  <a:pt x="5999197" y="1701305"/>
                  <a:pt x="5994112" y="1700135"/>
                </a:cubicBezTo>
                <a:close/>
                <a:moveTo>
                  <a:pt x="1355925" y="1699401"/>
                </a:moveTo>
                <a:cubicBezTo>
                  <a:pt x="1344764" y="1708400"/>
                  <a:pt x="1333243" y="1715239"/>
                  <a:pt x="1337923" y="1724238"/>
                </a:cubicBezTo>
                <a:cubicBezTo>
                  <a:pt x="1346924" y="1713079"/>
                  <a:pt x="1351604" y="1724238"/>
                  <a:pt x="1360605" y="1713079"/>
                </a:cubicBezTo>
                <a:cubicBezTo>
                  <a:pt x="1355925" y="1708400"/>
                  <a:pt x="1353765" y="1704081"/>
                  <a:pt x="1355925" y="1699401"/>
                </a:cubicBezTo>
                <a:close/>
                <a:moveTo>
                  <a:pt x="4719470" y="1693862"/>
                </a:moveTo>
                <a:cubicBezTo>
                  <a:pt x="4726375" y="1710348"/>
                  <a:pt x="4708204" y="1712546"/>
                  <a:pt x="4701299" y="1717308"/>
                </a:cubicBezTo>
                <a:cubicBezTo>
                  <a:pt x="4696575" y="1707783"/>
                  <a:pt x="4715109" y="1703387"/>
                  <a:pt x="4719470" y="1693862"/>
                </a:cubicBezTo>
                <a:close/>
                <a:moveTo>
                  <a:pt x="6319664" y="1692275"/>
                </a:moveTo>
                <a:cubicBezTo>
                  <a:pt x="6348808" y="1692275"/>
                  <a:pt x="6328549" y="1719924"/>
                  <a:pt x="6317531" y="1726836"/>
                </a:cubicBezTo>
                <a:cubicBezTo>
                  <a:pt x="6301538" y="1719924"/>
                  <a:pt x="6324284" y="1706099"/>
                  <a:pt x="6319664" y="1692275"/>
                </a:cubicBezTo>
                <a:close/>
                <a:moveTo>
                  <a:pt x="5944876" y="1690831"/>
                </a:moveTo>
                <a:cubicBezTo>
                  <a:pt x="5940742" y="1692283"/>
                  <a:pt x="5936017" y="1695545"/>
                  <a:pt x="5930257" y="1701216"/>
                </a:cubicBezTo>
                <a:cubicBezTo>
                  <a:pt x="5934937" y="1705896"/>
                  <a:pt x="5941777" y="1694375"/>
                  <a:pt x="5946457" y="1701216"/>
                </a:cubicBezTo>
                <a:cubicBezTo>
                  <a:pt x="5941777" y="1714896"/>
                  <a:pt x="5934937" y="1721737"/>
                  <a:pt x="5921256" y="1726417"/>
                </a:cubicBezTo>
                <a:cubicBezTo>
                  <a:pt x="5922337" y="1733258"/>
                  <a:pt x="5917836" y="1738388"/>
                  <a:pt x="5914461" y="1743789"/>
                </a:cubicBezTo>
                <a:lnTo>
                  <a:pt x="5912521" y="1748696"/>
                </a:lnTo>
                <a:lnTo>
                  <a:pt x="5914139" y="1751480"/>
                </a:lnTo>
                <a:lnTo>
                  <a:pt x="5929500" y="1761282"/>
                </a:lnTo>
                <a:lnTo>
                  <a:pt x="5939617" y="1755939"/>
                </a:lnTo>
                <a:cubicBezTo>
                  <a:pt x="5940697" y="1758189"/>
                  <a:pt x="5940382" y="1760012"/>
                  <a:pt x="5939443" y="1761627"/>
                </a:cubicBezTo>
                <a:lnTo>
                  <a:pt x="5936053" y="1765464"/>
                </a:lnTo>
                <a:lnTo>
                  <a:pt x="5942269" y="1769430"/>
                </a:lnTo>
                <a:lnTo>
                  <a:pt x="5942587" y="1769125"/>
                </a:lnTo>
                <a:cubicBezTo>
                  <a:pt x="5943307" y="1768113"/>
                  <a:pt x="5943960" y="1767607"/>
                  <a:pt x="5944860" y="1768209"/>
                </a:cubicBezTo>
                <a:lnTo>
                  <a:pt x="5948099" y="1773150"/>
                </a:lnTo>
                <a:lnTo>
                  <a:pt x="5948781" y="1773586"/>
                </a:lnTo>
                <a:lnTo>
                  <a:pt x="5962297" y="1744418"/>
                </a:lnTo>
                <a:cubicBezTo>
                  <a:pt x="5969137" y="1744418"/>
                  <a:pt x="5962297" y="1751259"/>
                  <a:pt x="5966617" y="1755939"/>
                </a:cubicBezTo>
                <a:cubicBezTo>
                  <a:pt x="5980297" y="1751259"/>
                  <a:pt x="5980297" y="1744418"/>
                  <a:pt x="5982817" y="1737578"/>
                </a:cubicBezTo>
                <a:cubicBezTo>
                  <a:pt x="5966617" y="1737578"/>
                  <a:pt x="5978137" y="1733258"/>
                  <a:pt x="5973457" y="1719577"/>
                </a:cubicBezTo>
                <a:cubicBezTo>
                  <a:pt x="5969137" y="1719577"/>
                  <a:pt x="5964457" y="1721737"/>
                  <a:pt x="5957617" y="1726417"/>
                </a:cubicBezTo>
                <a:cubicBezTo>
                  <a:pt x="5955457" y="1719577"/>
                  <a:pt x="5966617" y="1717417"/>
                  <a:pt x="5964457" y="1710576"/>
                </a:cubicBezTo>
                <a:cubicBezTo>
                  <a:pt x="5969137" y="1710576"/>
                  <a:pt x="5971297" y="1717417"/>
                  <a:pt x="5978137" y="1710576"/>
                </a:cubicBezTo>
                <a:cubicBezTo>
                  <a:pt x="5964367" y="1698425"/>
                  <a:pt x="5957279" y="1686477"/>
                  <a:pt x="5944876" y="1690831"/>
                </a:cubicBezTo>
                <a:close/>
                <a:moveTo>
                  <a:pt x="5458878" y="1687670"/>
                </a:moveTo>
                <a:cubicBezTo>
                  <a:pt x="5453793" y="1686005"/>
                  <a:pt x="5445873" y="1686635"/>
                  <a:pt x="5441373" y="1690055"/>
                </a:cubicBezTo>
                <a:cubicBezTo>
                  <a:pt x="5452533" y="1705896"/>
                  <a:pt x="5436693" y="1692215"/>
                  <a:pt x="5427693" y="1699055"/>
                </a:cubicBezTo>
                <a:cubicBezTo>
                  <a:pt x="5436693" y="1719577"/>
                  <a:pt x="5411853" y="1728577"/>
                  <a:pt x="5418693" y="1749099"/>
                </a:cubicBezTo>
                <a:cubicBezTo>
                  <a:pt x="5411853" y="1746939"/>
                  <a:pt x="5407173" y="1749099"/>
                  <a:pt x="5405013" y="1753779"/>
                </a:cubicBezTo>
                <a:cubicBezTo>
                  <a:pt x="5414013" y="1762780"/>
                  <a:pt x="5418693" y="1773941"/>
                  <a:pt x="5405013" y="1769620"/>
                </a:cubicBezTo>
                <a:cubicBezTo>
                  <a:pt x="5409333" y="1778621"/>
                  <a:pt x="5423013" y="1776461"/>
                  <a:pt x="5414013" y="1794462"/>
                </a:cubicBezTo>
                <a:cubicBezTo>
                  <a:pt x="5432013" y="1787621"/>
                  <a:pt x="5425533" y="1773941"/>
                  <a:pt x="5414013" y="1758099"/>
                </a:cubicBezTo>
                <a:cubicBezTo>
                  <a:pt x="5416173" y="1749099"/>
                  <a:pt x="5429853" y="1744418"/>
                  <a:pt x="5434533" y="1737578"/>
                </a:cubicBezTo>
                <a:cubicBezTo>
                  <a:pt x="5434533" y="1742258"/>
                  <a:pt x="5432013" y="1744418"/>
                  <a:pt x="5436693" y="1744418"/>
                </a:cubicBezTo>
                <a:cubicBezTo>
                  <a:pt x="5429853" y="1753779"/>
                  <a:pt x="5425533" y="1776461"/>
                  <a:pt x="5438853" y="1785461"/>
                </a:cubicBezTo>
                <a:cubicBezTo>
                  <a:pt x="5455053" y="1778621"/>
                  <a:pt x="5441373" y="1764940"/>
                  <a:pt x="5443533" y="1755939"/>
                </a:cubicBezTo>
                <a:cubicBezTo>
                  <a:pt x="5443533" y="1755939"/>
                  <a:pt x="5443533" y="1755939"/>
                  <a:pt x="5461893" y="1749099"/>
                </a:cubicBezTo>
                <a:cubicBezTo>
                  <a:pt x="5459373" y="1730738"/>
                  <a:pt x="5479893" y="1705896"/>
                  <a:pt x="5450373" y="1696895"/>
                </a:cubicBezTo>
                <a:cubicBezTo>
                  <a:pt x="5455053" y="1692215"/>
                  <a:pt x="5457213" y="1696895"/>
                  <a:pt x="5459373" y="1699055"/>
                </a:cubicBezTo>
                <a:cubicBezTo>
                  <a:pt x="5466213" y="1693295"/>
                  <a:pt x="5463963" y="1689335"/>
                  <a:pt x="5458878" y="1687670"/>
                </a:cubicBezTo>
                <a:close/>
                <a:moveTo>
                  <a:pt x="5067914" y="1685925"/>
                </a:moveTo>
                <a:cubicBezTo>
                  <a:pt x="5093090" y="1708150"/>
                  <a:pt x="5061080" y="1708150"/>
                  <a:pt x="5054247" y="1723672"/>
                </a:cubicBezTo>
                <a:cubicBezTo>
                  <a:pt x="5047413" y="1710619"/>
                  <a:pt x="5067914" y="1703916"/>
                  <a:pt x="5061080" y="1688041"/>
                </a:cubicBezTo>
                <a:cubicBezTo>
                  <a:pt x="5063598" y="1692628"/>
                  <a:pt x="5065756" y="1690511"/>
                  <a:pt x="5067914" y="1685925"/>
                </a:cubicBezTo>
                <a:close/>
                <a:moveTo>
                  <a:pt x="5616444" y="1682750"/>
                </a:moveTo>
                <a:cubicBezTo>
                  <a:pt x="5634435" y="1684982"/>
                  <a:pt x="5623146" y="1696888"/>
                  <a:pt x="5621030" y="1706190"/>
                </a:cubicBezTo>
                <a:cubicBezTo>
                  <a:pt x="5603038" y="1703957"/>
                  <a:pt x="5621030" y="1696888"/>
                  <a:pt x="5616444" y="1682750"/>
                </a:cubicBezTo>
                <a:close/>
                <a:moveTo>
                  <a:pt x="5082057" y="1662112"/>
                </a:moveTo>
                <a:cubicBezTo>
                  <a:pt x="5086913" y="1666594"/>
                  <a:pt x="5094010" y="1662112"/>
                  <a:pt x="5096251" y="1666594"/>
                </a:cubicBezTo>
                <a:cubicBezTo>
                  <a:pt x="5079816" y="1666594"/>
                  <a:pt x="5086913" y="1680788"/>
                  <a:pt x="5079816" y="1676306"/>
                </a:cubicBezTo>
                <a:cubicBezTo>
                  <a:pt x="5082057" y="1671450"/>
                  <a:pt x="5077575" y="1664353"/>
                  <a:pt x="5082057" y="1662112"/>
                </a:cubicBezTo>
                <a:close/>
                <a:moveTo>
                  <a:pt x="4948614" y="1654175"/>
                </a:moveTo>
                <a:cubicBezTo>
                  <a:pt x="4944132" y="1665234"/>
                  <a:pt x="4937035" y="1676649"/>
                  <a:pt x="4932179" y="1685568"/>
                </a:cubicBezTo>
                <a:cubicBezTo>
                  <a:pt x="4929938" y="1674152"/>
                  <a:pt x="4937035" y="1656315"/>
                  <a:pt x="4948614" y="1654175"/>
                </a:cubicBezTo>
                <a:close/>
                <a:moveTo>
                  <a:pt x="5871216" y="1653692"/>
                </a:moveTo>
                <a:cubicBezTo>
                  <a:pt x="5855375" y="1664853"/>
                  <a:pt x="5871216" y="1683214"/>
                  <a:pt x="5864376" y="1699055"/>
                </a:cubicBezTo>
                <a:cubicBezTo>
                  <a:pt x="5878056" y="1685374"/>
                  <a:pt x="5869056" y="1667013"/>
                  <a:pt x="5882736" y="1655852"/>
                </a:cubicBezTo>
                <a:cubicBezTo>
                  <a:pt x="5880216" y="1651172"/>
                  <a:pt x="5873376" y="1658013"/>
                  <a:pt x="5871216" y="1653692"/>
                </a:cubicBezTo>
                <a:close/>
                <a:moveTo>
                  <a:pt x="5700575" y="1649012"/>
                </a:moveTo>
                <a:cubicBezTo>
                  <a:pt x="5684735" y="1658013"/>
                  <a:pt x="5680055" y="1669533"/>
                  <a:pt x="5686895" y="1683214"/>
                </a:cubicBezTo>
                <a:cubicBezTo>
                  <a:pt x="5698415" y="1673854"/>
                  <a:pt x="5705255" y="1662693"/>
                  <a:pt x="5700575" y="1649012"/>
                </a:cubicBezTo>
                <a:close/>
                <a:moveTo>
                  <a:pt x="6424692" y="1646237"/>
                </a:moveTo>
                <a:cubicBezTo>
                  <a:pt x="6428985" y="1650598"/>
                  <a:pt x="6435782" y="1650598"/>
                  <a:pt x="6445084" y="1650598"/>
                </a:cubicBezTo>
                <a:cubicBezTo>
                  <a:pt x="6447230" y="1664407"/>
                  <a:pt x="6435782" y="1664407"/>
                  <a:pt x="6433636" y="1676036"/>
                </a:cubicBezTo>
                <a:cubicBezTo>
                  <a:pt x="6424692" y="1671312"/>
                  <a:pt x="6422188" y="1659683"/>
                  <a:pt x="6424692" y="1646237"/>
                </a:cubicBezTo>
                <a:close/>
                <a:moveTo>
                  <a:pt x="5104265" y="1642003"/>
                </a:moveTo>
                <a:cubicBezTo>
                  <a:pt x="5113724" y="1648706"/>
                  <a:pt x="5097717" y="1655409"/>
                  <a:pt x="5088258" y="1653292"/>
                </a:cubicBezTo>
                <a:cubicBezTo>
                  <a:pt x="5079163" y="1646590"/>
                  <a:pt x="5097717" y="1639887"/>
                  <a:pt x="5104265" y="1642003"/>
                </a:cubicBezTo>
                <a:close/>
                <a:moveTo>
                  <a:pt x="5918106" y="1625228"/>
                </a:moveTo>
                <a:cubicBezTo>
                  <a:pt x="5913989" y="1627523"/>
                  <a:pt x="5912706" y="1638121"/>
                  <a:pt x="5907576" y="1640011"/>
                </a:cubicBezTo>
                <a:cubicBezTo>
                  <a:pt x="5907576" y="1640011"/>
                  <a:pt x="5907576" y="1640011"/>
                  <a:pt x="5916936" y="1655852"/>
                </a:cubicBezTo>
                <a:cubicBezTo>
                  <a:pt x="5928097" y="1642171"/>
                  <a:pt x="5934937" y="1660173"/>
                  <a:pt x="5939617" y="1644332"/>
                </a:cubicBezTo>
                <a:cubicBezTo>
                  <a:pt x="5934937" y="1630651"/>
                  <a:pt x="5921256" y="1651172"/>
                  <a:pt x="5916936" y="1646852"/>
                </a:cubicBezTo>
                <a:cubicBezTo>
                  <a:pt x="5916936" y="1640011"/>
                  <a:pt x="5925937" y="1635331"/>
                  <a:pt x="5923417" y="1626330"/>
                </a:cubicBezTo>
                <a:cubicBezTo>
                  <a:pt x="5921167" y="1624620"/>
                  <a:pt x="5919479" y="1624463"/>
                  <a:pt x="5918106" y="1625228"/>
                </a:cubicBezTo>
                <a:close/>
                <a:moveTo>
                  <a:pt x="5676769" y="1616075"/>
                </a:moveTo>
                <a:cubicBezTo>
                  <a:pt x="5678885" y="1629189"/>
                  <a:pt x="5649957" y="1631605"/>
                  <a:pt x="5641138" y="1625048"/>
                </a:cubicBezTo>
                <a:cubicBezTo>
                  <a:pt x="5647841" y="1618491"/>
                  <a:pt x="5667949" y="1620561"/>
                  <a:pt x="5676769" y="1616075"/>
                </a:cubicBezTo>
                <a:close/>
                <a:moveTo>
                  <a:pt x="5184331" y="1614810"/>
                </a:moveTo>
                <a:cubicBezTo>
                  <a:pt x="5170651" y="1612649"/>
                  <a:pt x="5161651" y="1628491"/>
                  <a:pt x="5165971" y="1635331"/>
                </a:cubicBezTo>
                <a:cubicBezTo>
                  <a:pt x="5181811" y="1630651"/>
                  <a:pt x="5172811" y="1621650"/>
                  <a:pt x="5184331" y="1614810"/>
                </a:cubicBezTo>
                <a:close/>
                <a:moveTo>
                  <a:pt x="6398552" y="1614487"/>
                </a:moveTo>
                <a:cubicBezTo>
                  <a:pt x="6407724" y="1626098"/>
                  <a:pt x="6418660" y="1644241"/>
                  <a:pt x="6411957" y="1662747"/>
                </a:cubicBezTo>
                <a:cubicBezTo>
                  <a:pt x="6387263" y="1664924"/>
                  <a:pt x="6407724" y="1628275"/>
                  <a:pt x="6380913" y="1632992"/>
                </a:cubicBezTo>
                <a:cubicBezTo>
                  <a:pt x="6380913" y="1628275"/>
                  <a:pt x="6387263" y="1630452"/>
                  <a:pt x="6391849" y="1628275"/>
                </a:cubicBezTo>
                <a:cubicBezTo>
                  <a:pt x="6398552" y="1628275"/>
                  <a:pt x="6396435" y="1619204"/>
                  <a:pt x="6398552" y="1614487"/>
                </a:cubicBezTo>
                <a:close/>
                <a:moveTo>
                  <a:pt x="5759396" y="1606951"/>
                </a:moveTo>
                <a:cubicBezTo>
                  <a:pt x="5756892" y="1606529"/>
                  <a:pt x="5754035" y="1607339"/>
                  <a:pt x="5750615" y="1610129"/>
                </a:cubicBezTo>
                <a:cubicBezTo>
                  <a:pt x="5755295" y="1619490"/>
                  <a:pt x="5762135" y="1612649"/>
                  <a:pt x="5764295" y="1623810"/>
                </a:cubicBezTo>
                <a:cubicBezTo>
                  <a:pt x="5759615" y="1628491"/>
                  <a:pt x="5757455" y="1626330"/>
                  <a:pt x="5753135" y="1621650"/>
                </a:cubicBezTo>
                <a:cubicBezTo>
                  <a:pt x="5746295" y="1626330"/>
                  <a:pt x="5750615" y="1635331"/>
                  <a:pt x="5757455" y="1642171"/>
                </a:cubicBezTo>
                <a:cubicBezTo>
                  <a:pt x="5762135" y="1635331"/>
                  <a:pt x="5766455" y="1642171"/>
                  <a:pt x="5768975" y="1646852"/>
                </a:cubicBezTo>
                <a:cubicBezTo>
                  <a:pt x="5768975" y="1646852"/>
                  <a:pt x="5768975" y="1646852"/>
                  <a:pt x="5770685" y="1645682"/>
                </a:cubicBezTo>
                <a:lnTo>
                  <a:pt x="5773984" y="1643425"/>
                </a:lnTo>
                <a:lnTo>
                  <a:pt x="5771197" y="1635755"/>
                </a:lnTo>
                <a:lnTo>
                  <a:pt x="5770939" y="1634734"/>
                </a:lnTo>
                <a:lnTo>
                  <a:pt x="5764295" y="1633171"/>
                </a:lnTo>
                <a:cubicBezTo>
                  <a:pt x="5761955" y="1628491"/>
                  <a:pt x="5764205" y="1628491"/>
                  <a:pt x="5767625" y="1628491"/>
                </a:cubicBezTo>
                <a:lnTo>
                  <a:pt x="5769183" y="1627786"/>
                </a:lnTo>
                <a:lnTo>
                  <a:pt x="5764779" y="1610359"/>
                </a:lnTo>
                <a:close/>
                <a:moveTo>
                  <a:pt x="5882736" y="1605809"/>
                </a:moveTo>
                <a:cubicBezTo>
                  <a:pt x="5873376" y="1610129"/>
                  <a:pt x="5871216" y="1619490"/>
                  <a:pt x="5875896" y="1626330"/>
                </a:cubicBezTo>
                <a:cubicBezTo>
                  <a:pt x="5884896" y="1614810"/>
                  <a:pt x="5884896" y="1635331"/>
                  <a:pt x="5893896" y="1623810"/>
                </a:cubicBezTo>
                <a:cubicBezTo>
                  <a:pt x="5896416" y="1616970"/>
                  <a:pt x="5889576" y="1605809"/>
                  <a:pt x="5882736" y="1605809"/>
                </a:cubicBezTo>
                <a:close/>
                <a:moveTo>
                  <a:pt x="6135461" y="1604962"/>
                </a:moveTo>
                <a:cubicBezTo>
                  <a:pt x="6147184" y="1609195"/>
                  <a:pt x="6135461" y="1631773"/>
                  <a:pt x="6135461" y="1642709"/>
                </a:cubicBezTo>
                <a:cubicBezTo>
                  <a:pt x="6128500" y="1629303"/>
                  <a:pt x="6123738" y="1615898"/>
                  <a:pt x="6135461" y="1604962"/>
                </a:cubicBezTo>
                <a:close/>
                <a:moveTo>
                  <a:pt x="5912256" y="1598968"/>
                </a:moveTo>
                <a:cubicBezTo>
                  <a:pt x="5903256" y="1603289"/>
                  <a:pt x="5898576" y="1610129"/>
                  <a:pt x="5903256" y="1616970"/>
                </a:cubicBezTo>
                <a:cubicBezTo>
                  <a:pt x="5910096" y="1612649"/>
                  <a:pt x="5914416" y="1616970"/>
                  <a:pt x="5919096" y="1612649"/>
                </a:cubicBezTo>
                <a:close/>
                <a:moveTo>
                  <a:pt x="5690201" y="1597025"/>
                </a:moveTo>
                <a:cubicBezTo>
                  <a:pt x="5692434" y="1601787"/>
                  <a:pt x="5699503" y="1608747"/>
                  <a:pt x="5694666" y="1610945"/>
                </a:cubicBezTo>
                <a:cubicBezTo>
                  <a:pt x="5690201" y="1608747"/>
                  <a:pt x="5683132" y="1610945"/>
                  <a:pt x="5676063" y="1606549"/>
                </a:cubicBezTo>
                <a:cubicBezTo>
                  <a:pt x="5685365" y="1599589"/>
                  <a:pt x="5687597" y="1606549"/>
                  <a:pt x="5690201" y="1597025"/>
                </a:cubicBezTo>
                <a:close/>
                <a:moveTo>
                  <a:pt x="5495733" y="1594288"/>
                </a:moveTo>
                <a:cubicBezTo>
                  <a:pt x="5486733" y="1601129"/>
                  <a:pt x="5484573" y="1607969"/>
                  <a:pt x="5484573" y="1616970"/>
                </a:cubicBezTo>
                <a:cubicBezTo>
                  <a:pt x="5477733" y="1621650"/>
                  <a:pt x="5479893" y="1607969"/>
                  <a:pt x="5482413" y="1605809"/>
                </a:cubicBezTo>
                <a:cubicBezTo>
                  <a:pt x="5468373" y="1607969"/>
                  <a:pt x="5470893" y="1635331"/>
                  <a:pt x="5470893" y="1646852"/>
                </a:cubicBezTo>
                <a:cubicBezTo>
                  <a:pt x="5450373" y="1649012"/>
                  <a:pt x="5475213" y="1653692"/>
                  <a:pt x="5450373" y="1658013"/>
                </a:cubicBezTo>
                <a:cubicBezTo>
                  <a:pt x="5457213" y="1680694"/>
                  <a:pt x="5475213" y="1680694"/>
                  <a:pt x="5473053" y="1705896"/>
                </a:cubicBezTo>
                <a:cubicBezTo>
                  <a:pt x="5482413" y="1699055"/>
                  <a:pt x="5489253" y="1683214"/>
                  <a:pt x="5473053" y="1676374"/>
                </a:cubicBezTo>
                <a:cubicBezTo>
                  <a:pt x="5500413" y="1673854"/>
                  <a:pt x="5482413" y="1651172"/>
                  <a:pt x="5498253" y="1637491"/>
                </a:cubicBezTo>
                <a:cubicBezTo>
                  <a:pt x="5482413" y="1633171"/>
                  <a:pt x="5491413" y="1621650"/>
                  <a:pt x="5486733" y="1612649"/>
                </a:cubicBezTo>
                <a:cubicBezTo>
                  <a:pt x="5495733" y="1607969"/>
                  <a:pt x="5505093" y="1603289"/>
                  <a:pt x="5495733" y="1594288"/>
                </a:cubicBezTo>
                <a:close/>
                <a:moveTo>
                  <a:pt x="5129607" y="1587098"/>
                </a:moveTo>
                <a:cubicBezTo>
                  <a:pt x="5129607" y="1594002"/>
                  <a:pt x="5124981" y="1612536"/>
                  <a:pt x="5109325" y="1605632"/>
                </a:cubicBezTo>
                <a:cubicBezTo>
                  <a:pt x="5120711" y="1600907"/>
                  <a:pt x="5113951" y="1582737"/>
                  <a:pt x="5129607" y="1587098"/>
                </a:cubicBezTo>
                <a:close/>
                <a:moveTo>
                  <a:pt x="5536773" y="1585288"/>
                </a:moveTo>
                <a:cubicBezTo>
                  <a:pt x="5529933" y="1587448"/>
                  <a:pt x="5532093" y="1594288"/>
                  <a:pt x="5536773" y="1598968"/>
                </a:cubicBezTo>
                <a:cubicBezTo>
                  <a:pt x="5536773" y="1598968"/>
                  <a:pt x="5536773" y="1598968"/>
                  <a:pt x="5550453" y="1592128"/>
                </a:cubicBezTo>
                <a:cubicBezTo>
                  <a:pt x="5548293" y="1580607"/>
                  <a:pt x="5538933" y="1596448"/>
                  <a:pt x="5536773" y="1585288"/>
                </a:cubicBezTo>
                <a:close/>
                <a:moveTo>
                  <a:pt x="4802761" y="1582812"/>
                </a:moveTo>
                <a:cubicBezTo>
                  <a:pt x="4807347" y="1594346"/>
                  <a:pt x="4785122" y="1587276"/>
                  <a:pt x="4787239" y="1601415"/>
                </a:cubicBezTo>
                <a:cubicBezTo>
                  <a:pt x="4775950" y="1587276"/>
                  <a:pt x="4791825" y="1577975"/>
                  <a:pt x="4802761" y="1582812"/>
                </a:cubicBezTo>
                <a:close/>
                <a:moveTo>
                  <a:pt x="5067408" y="1582737"/>
                </a:moveTo>
                <a:cubicBezTo>
                  <a:pt x="5076744" y="1582737"/>
                  <a:pt x="5074230" y="1587043"/>
                  <a:pt x="5083566" y="1593860"/>
                </a:cubicBezTo>
                <a:cubicBezTo>
                  <a:pt x="5069921" y="1605343"/>
                  <a:pt x="5067408" y="1623284"/>
                  <a:pt x="5074230" y="1634766"/>
                </a:cubicBezTo>
                <a:cubicBezTo>
                  <a:pt x="5069921" y="1630101"/>
                  <a:pt x="5063099" y="1630101"/>
                  <a:pt x="5058431" y="1625795"/>
                </a:cubicBezTo>
                <a:cubicBezTo>
                  <a:pt x="5069921" y="1618978"/>
                  <a:pt x="5076744" y="1609648"/>
                  <a:pt x="5063099" y="1596013"/>
                </a:cubicBezTo>
                <a:cubicBezTo>
                  <a:pt x="5067408" y="1589554"/>
                  <a:pt x="5081052" y="1598525"/>
                  <a:pt x="5076744" y="1591707"/>
                </a:cubicBezTo>
                <a:cubicBezTo>
                  <a:pt x="5074230" y="1587043"/>
                  <a:pt x="5053763" y="1584890"/>
                  <a:pt x="5067408" y="1582737"/>
                </a:cubicBezTo>
                <a:close/>
                <a:moveTo>
                  <a:pt x="5810460" y="1579675"/>
                </a:moveTo>
                <a:lnTo>
                  <a:pt x="5813641" y="1591950"/>
                </a:lnTo>
                <a:lnTo>
                  <a:pt x="5814959" y="1584860"/>
                </a:lnTo>
                <a:close/>
                <a:moveTo>
                  <a:pt x="5486733" y="1576287"/>
                </a:moveTo>
                <a:cubicBezTo>
                  <a:pt x="5475213" y="1589968"/>
                  <a:pt x="5502573" y="1587448"/>
                  <a:pt x="5509413" y="1598968"/>
                </a:cubicBezTo>
                <a:cubicBezTo>
                  <a:pt x="5511933" y="1594288"/>
                  <a:pt x="5511933" y="1589968"/>
                  <a:pt x="5507253" y="1585288"/>
                </a:cubicBezTo>
                <a:cubicBezTo>
                  <a:pt x="5495733" y="1592128"/>
                  <a:pt x="5500413" y="1573767"/>
                  <a:pt x="5486733" y="1576287"/>
                </a:cubicBezTo>
                <a:close/>
                <a:moveTo>
                  <a:pt x="4800187" y="1563121"/>
                </a:moveTo>
                <a:cubicBezTo>
                  <a:pt x="4801713" y="1563313"/>
                  <a:pt x="4803525" y="1564313"/>
                  <a:pt x="4805768" y="1566639"/>
                </a:cubicBezTo>
                <a:cubicBezTo>
                  <a:pt x="4803352" y="1566639"/>
                  <a:pt x="4801281" y="1566639"/>
                  <a:pt x="4799211" y="1571476"/>
                </a:cubicBezTo>
                <a:cubicBezTo>
                  <a:pt x="4799211" y="1573708"/>
                  <a:pt x="4803352" y="1578545"/>
                  <a:pt x="4799211" y="1580778"/>
                </a:cubicBezTo>
                <a:cubicBezTo>
                  <a:pt x="4790238" y="1580778"/>
                  <a:pt x="4794724" y="1576313"/>
                  <a:pt x="4790238" y="1569243"/>
                </a:cubicBezTo>
                <a:cubicBezTo>
                  <a:pt x="4793602" y="1569243"/>
                  <a:pt x="4795609" y="1562546"/>
                  <a:pt x="4800187" y="1563121"/>
                </a:cubicBezTo>
                <a:close/>
                <a:moveTo>
                  <a:pt x="1294718" y="1560462"/>
                </a:moveTo>
                <a:cubicBezTo>
                  <a:pt x="1283197" y="1574140"/>
                  <a:pt x="1278517" y="1567301"/>
                  <a:pt x="1271676" y="1565141"/>
                </a:cubicBezTo>
                <a:cubicBezTo>
                  <a:pt x="1260515" y="1583498"/>
                  <a:pt x="1235312" y="1585658"/>
                  <a:pt x="1217310" y="1603655"/>
                </a:cubicBezTo>
                <a:cubicBezTo>
                  <a:pt x="1221991" y="1610494"/>
                  <a:pt x="1224151" y="1619853"/>
                  <a:pt x="1219470" y="1631011"/>
                </a:cubicBezTo>
                <a:cubicBezTo>
                  <a:pt x="1228471" y="1619853"/>
                  <a:pt x="1244673" y="1608335"/>
                  <a:pt x="1258355" y="1599336"/>
                </a:cubicBezTo>
                <a:cubicBezTo>
                  <a:pt x="1274196" y="1587818"/>
                  <a:pt x="1287878" y="1576659"/>
                  <a:pt x="1294718" y="1560462"/>
                </a:cubicBezTo>
                <a:close/>
                <a:moveTo>
                  <a:pt x="5193331" y="1560086"/>
                </a:moveTo>
                <a:cubicBezTo>
                  <a:pt x="5181811" y="1564766"/>
                  <a:pt x="5177491" y="1576287"/>
                  <a:pt x="5186491" y="1578447"/>
                </a:cubicBezTo>
                <a:cubicBezTo>
                  <a:pt x="5193331" y="1573767"/>
                  <a:pt x="5202331" y="1569446"/>
                  <a:pt x="5193331" y="1560086"/>
                </a:cubicBezTo>
                <a:close/>
                <a:moveTo>
                  <a:pt x="5557293" y="1555766"/>
                </a:moveTo>
                <a:cubicBezTo>
                  <a:pt x="5543613" y="1560086"/>
                  <a:pt x="5559453" y="1571607"/>
                  <a:pt x="5564133" y="1571607"/>
                </a:cubicBezTo>
                <a:cubicBezTo>
                  <a:pt x="5573133" y="1569446"/>
                  <a:pt x="5566293" y="1551085"/>
                  <a:pt x="5557293" y="1555766"/>
                </a:cubicBezTo>
                <a:close/>
                <a:moveTo>
                  <a:pt x="5131682" y="1555750"/>
                </a:moveTo>
                <a:cubicBezTo>
                  <a:pt x="5136412" y="1560104"/>
                  <a:pt x="5145507" y="1555750"/>
                  <a:pt x="5150236" y="1564821"/>
                </a:cubicBezTo>
                <a:cubicBezTo>
                  <a:pt x="5138595" y="1566998"/>
                  <a:pt x="5150236" y="1580787"/>
                  <a:pt x="5138595" y="1573893"/>
                </a:cubicBezTo>
                <a:cubicBezTo>
                  <a:pt x="5141141" y="1571715"/>
                  <a:pt x="5138595" y="1560104"/>
                  <a:pt x="5134229" y="1562644"/>
                </a:cubicBezTo>
                <a:cubicBezTo>
                  <a:pt x="5131682" y="1566998"/>
                  <a:pt x="5122587" y="1576433"/>
                  <a:pt x="5115675" y="1569538"/>
                </a:cubicBezTo>
                <a:cubicBezTo>
                  <a:pt x="5120404" y="1564821"/>
                  <a:pt x="5124770" y="1560104"/>
                  <a:pt x="5131682" y="1555750"/>
                </a:cubicBezTo>
                <a:close/>
                <a:moveTo>
                  <a:pt x="4993998" y="1555750"/>
                </a:moveTo>
                <a:cubicBezTo>
                  <a:pt x="4996239" y="1562847"/>
                  <a:pt x="4989142" y="1567329"/>
                  <a:pt x="4984660" y="1574426"/>
                </a:cubicBezTo>
                <a:cubicBezTo>
                  <a:pt x="4977563" y="1565088"/>
                  <a:pt x="4984660" y="1560232"/>
                  <a:pt x="4993998" y="1555750"/>
                </a:cubicBezTo>
                <a:close/>
                <a:moveTo>
                  <a:pt x="5381972" y="1553605"/>
                </a:moveTo>
                <a:cubicBezTo>
                  <a:pt x="5370812" y="1557926"/>
                  <a:pt x="5377652" y="1566926"/>
                  <a:pt x="5375132" y="1573767"/>
                </a:cubicBezTo>
                <a:cubicBezTo>
                  <a:pt x="5388812" y="1578447"/>
                  <a:pt x="5386652" y="1560086"/>
                  <a:pt x="5381972" y="1553605"/>
                </a:cubicBezTo>
                <a:close/>
                <a:moveTo>
                  <a:pt x="5926977" y="1552452"/>
                </a:moveTo>
                <a:cubicBezTo>
                  <a:pt x="5919907" y="1553786"/>
                  <a:pt x="5916126" y="1567016"/>
                  <a:pt x="5921256" y="1573767"/>
                </a:cubicBezTo>
                <a:cubicBezTo>
                  <a:pt x="5930257" y="1566926"/>
                  <a:pt x="5928097" y="1560086"/>
                  <a:pt x="5934937" y="1555766"/>
                </a:cubicBezTo>
                <a:cubicBezTo>
                  <a:pt x="5932057" y="1552886"/>
                  <a:pt x="5929334" y="1552008"/>
                  <a:pt x="5926977" y="1552452"/>
                </a:cubicBezTo>
                <a:close/>
                <a:moveTo>
                  <a:pt x="6167271" y="1547748"/>
                </a:moveTo>
                <a:cubicBezTo>
                  <a:pt x="6167804" y="1546915"/>
                  <a:pt x="6168872" y="1546915"/>
                  <a:pt x="6171007" y="1549193"/>
                </a:cubicBezTo>
                <a:cubicBezTo>
                  <a:pt x="6166737" y="1555853"/>
                  <a:pt x="6166737" y="1564615"/>
                  <a:pt x="6159977" y="1571274"/>
                </a:cubicBezTo>
                <a:cubicBezTo>
                  <a:pt x="6157486" y="1566718"/>
                  <a:pt x="6150725" y="1560058"/>
                  <a:pt x="6155351" y="1555853"/>
                </a:cubicBezTo>
                <a:cubicBezTo>
                  <a:pt x="6157486" y="1557956"/>
                  <a:pt x="6162111" y="1555853"/>
                  <a:pt x="6166737" y="1551296"/>
                </a:cubicBezTo>
                <a:cubicBezTo>
                  <a:pt x="6166737" y="1550245"/>
                  <a:pt x="6166737" y="1548580"/>
                  <a:pt x="6167271" y="1547748"/>
                </a:cubicBezTo>
                <a:close/>
                <a:moveTo>
                  <a:pt x="5900736" y="1546765"/>
                </a:moveTo>
                <a:cubicBezTo>
                  <a:pt x="5889576" y="1553605"/>
                  <a:pt x="5893896" y="1562606"/>
                  <a:pt x="5884896" y="1571607"/>
                </a:cubicBezTo>
                <a:cubicBezTo>
                  <a:pt x="5896416" y="1576287"/>
                  <a:pt x="5907576" y="1555766"/>
                  <a:pt x="5900736" y="1546765"/>
                </a:cubicBezTo>
                <a:close/>
                <a:moveTo>
                  <a:pt x="4814901" y="1535112"/>
                </a:moveTo>
                <a:cubicBezTo>
                  <a:pt x="4826391" y="1546328"/>
                  <a:pt x="4814901" y="1552987"/>
                  <a:pt x="4808078" y="1561749"/>
                </a:cubicBezTo>
                <a:cubicBezTo>
                  <a:pt x="4801256" y="1557193"/>
                  <a:pt x="4814901" y="1543874"/>
                  <a:pt x="4801256" y="1546328"/>
                </a:cubicBezTo>
                <a:cubicBezTo>
                  <a:pt x="4796588" y="1539668"/>
                  <a:pt x="4812746" y="1541771"/>
                  <a:pt x="4814901" y="1535112"/>
                </a:cubicBezTo>
                <a:close/>
                <a:moveTo>
                  <a:pt x="1317401" y="1533465"/>
                </a:moveTo>
                <a:cubicBezTo>
                  <a:pt x="1305880" y="1542464"/>
                  <a:pt x="1296879" y="1549303"/>
                  <a:pt x="1299039" y="1558302"/>
                </a:cubicBezTo>
                <a:cubicBezTo>
                  <a:pt x="1305880" y="1558302"/>
                  <a:pt x="1319561" y="1542464"/>
                  <a:pt x="1317401" y="1533465"/>
                </a:cubicBezTo>
                <a:close/>
                <a:moveTo>
                  <a:pt x="5834855" y="1523723"/>
                </a:moveTo>
                <a:cubicBezTo>
                  <a:pt x="5830175" y="1530564"/>
                  <a:pt x="5821175" y="1537404"/>
                  <a:pt x="5816495" y="1546765"/>
                </a:cubicBezTo>
                <a:cubicBezTo>
                  <a:pt x="5816495" y="1546765"/>
                  <a:pt x="5816495" y="1546765"/>
                  <a:pt x="5825855" y="1560086"/>
                </a:cubicBezTo>
                <a:cubicBezTo>
                  <a:pt x="5832695" y="1555766"/>
                  <a:pt x="5837015" y="1555766"/>
                  <a:pt x="5839535" y="1560086"/>
                </a:cubicBezTo>
                <a:cubicBezTo>
                  <a:pt x="5839535" y="1548925"/>
                  <a:pt x="5834855" y="1535244"/>
                  <a:pt x="5834855" y="1523723"/>
                </a:cubicBezTo>
                <a:close/>
                <a:moveTo>
                  <a:pt x="5018267" y="1523514"/>
                </a:moveTo>
                <a:lnTo>
                  <a:pt x="5018238" y="1523652"/>
                </a:lnTo>
                <a:lnTo>
                  <a:pt x="5018150" y="1523650"/>
                </a:lnTo>
                <a:close/>
                <a:moveTo>
                  <a:pt x="1290038" y="1521947"/>
                </a:moveTo>
                <a:lnTo>
                  <a:pt x="1274196" y="1535625"/>
                </a:lnTo>
                <a:cubicBezTo>
                  <a:pt x="1278517" y="1549303"/>
                  <a:pt x="1301559" y="1530946"/>
                  <a:pt x="1290038" y="1521947"/>
                </a:cubicBezTo>
                <a:close/>
                <a:moveTo>
                  <a:pt x="5709822" y="1519237"/>
                </a:moveTo>
                <a:cubicBezTo>
                  <a:pt x="5721728" y="1523470"/>
                  <a:pt x="5714659" y="1543578"/>
                  <a:pt x="5716891" y="1556984"/>
                </a:cubicBezTo>
                <a:cubicBezTo>
                  <a:pt x="5709822" y="1550281"/>
                  <a:pt x="5709822" y="1550281"/>
                  <a:pt x="5698288" y="1543578"/>
                </a:cubicBezTo>
                <a:cubicBezTo>
                  <a:pt x="5702753" y="1530173"/>
                  <a:pt x="5714659" y="1532642"/>
                  <a:pt x="5709822" y="1519237"/>
                </a:cubicBezTo>
                <a:close/>
                <a:moveTo>
                  <a:pt x="5921256" y="1512563"/>
                </a:moveTo>
                <a:cubicBezTo>
                  <a:pt x="5916936" y="1516883"/>
                  <a:pt x="5912256" y="1519403"/>
                  <a:pt x="5910096" y="1516883"/>
                </a:cubicBezTo>
                <a:cubicBezTo>
                  <a:pt x="5905416" y="1533084"/>
                  <a:pt x="5900736" y="1539924"/>
                  <a:pt x="5910096" y="1553605"/>
                </a:cubicBezTo>
                <a:cubicBezTo>
                  <a:pt x="5905416" y="1539924"/>
                  <a:pt x="5925937" y="1528404"/>
                  <a:pt x="5921256" y="1512563"/>
                </a:cubicBezTo>
                <a:close/>
                <a:moveTo>
                  <a:pt x="5020529" y="1512563"/>
                </a:moveTo>
                <a:cubicBezTo>
                  <a:pt x="5026109" y="1514723"/>
                  <a:pt x="5023229" y="1518143"/>
                  <a:pt x="5020664" y="1520708"/>
                </a:cubicBezTo>
                <a:lnTo>
                  <a:pt x="5018267" y="1523514"/>
                </a:lnTo>
                <a:close/>
                <a:moveTo>
                  <a:pt x="4876025" y="1500187"/>
                </a:moveTo>
                <a:cubicBezTo>
                  <a:pt x="4885138" y="1511828"/>
                  <a:pt x="4863056" y="1520923"/>
                  <a:pt x="4865159" y="1534748"/>
                </a:cubicBezTo>
                <a:cubicBezTo>
                  <a:pt x="4858500" y="1523106"/>
                  <a:pt x="4873922" y="1504916"/>
                  <a:pt x="4876025" y="1500187"/>
                </a:cubicBezTo>
                <a:close/>
                <a:moveTo>
                  <a:pt x="1512902" y="1499270"/>
                </a:moveTo>
                <a:cubicBezTo>
                  <a:pt x="1506061" y="1508269"/>
                  <a:pt x="1485899" y="1515108"/>
                  <a:pt x="1488059" y="1521947"/>
                </a:cubicBezTo>
                <a:cubicBezTo>
                  <a:pt x="1499220" y="1521947"/>
                  <a:pt x="1510741" y="1508269"/>
                  <a:pt x="1512902" y="1499270"/>
                </a:cubicBezTo>
                <a:close/>
                <a:moveTo>
                  <a:pt x="5980297" y="1496361"/>
                </a:moveTo>
                <a:cubicBezTo>
                  <a:pt x="5950777" y="1505722"/>
                  <a:pt x="5953297" y="1546765"/>
                  <a:pt x="5953297" y="1560086"/>
                </a:cubicBezTo>
                <a:cubicBezTo>
                  <a:pt x="5946457" y="1551085"/>
                  <a:pt x="5939617" y="1555766"/>
                  <a:pt x="5934937" y="1573767"/>
                </a:cubicBezTo>
                <a:cubicBezTo>
                  <a:pt x="5939617" y="1576287"/>
                  <a:pt x="5943937" y="1576287"/>
                  <a:pt x="5950777" y="1571607"/>
                </a:cubicBezTo>
                <a:cubicBezTo>
                  <a:pt x="5941777" y="1589968"/>
                  <a:pt x="5923417" y="1616970"/>
                  <a:pt x="5934937" y="1628491"/>
                </a:cubicBezTo>
                <a:cubicBezTo>
                  <a:pt x="5948617" y="1612649"/>
                  <a:pt x="5948617" y="1598968"/>
                  <a:pt x="5969137" y="1589968"/>
                </a:cubicBezTo>
                <a:cubicBezTo>
                  <a:pt x="5971297" y="1576287"/>
                  <a:pt x="5980297" y="1564766"/>
                  <a:pt x="5964457" y="1548925"/>
                </a:cubicBezTo>
                <a:cubicBezTo>
                  <a:pt x="5971297" y="1551085"/>
                  <a:pt x="5978137" y="1555766"/>
                  <a:pt x="5987137" y="1553605"/>
                </a:cubicBezTo>
                <a:cubicBezTo>
                  <a:pt x="5991817" y="1546765"/>
                  <a:pt x="5993977" y="1539924"/>
                  <a:pt x="5993977" y="1530564"/>
                </a:cubicBezTo>
                <a:cubicBezTo>
                  <a:pt x="5987137" y="1526244"/>
                  <a:pt x="5982817" y="1519403"/>
                  <a:pt x="5975977" y="1519403"/>
                </a:cubicBezTo>
                <a:cubicBezTo>
                  <a:pt x="5980297" y="1507882"/>
                  <a:pt x="5971297" y="1510042"/>
                  <a:pt x="5980297" y="1496361"/>
                </a:cubicBezTo>
                <a:close/>
                <a:moveTo>
                  <a:pt x="5165499" y="1495425"/>
                </a:moveTo>
                <a:cubicBezTo>
                  <a:pt x="5170261" y="1497915"/>
                  <a:pt x="5174657" y="1497915"/>
                  <a:pt x="5177222" y="1502185"/>
                </a:cubicBezTo>
                <a:cubicBezTo>
                  <a:pt x="5170261" y="1506811"/>
                  <a:pt x="5167697" y="1515706"/>
                  <a:pt x="5158538" y="1508946"/>
                </a:cubicBezTo>
                <a:cubicBezTo>
                  <a:pt x="5163301" y="1506811"/>
                  <a:pt x="5167697" y="1506811"/>
                  <a:pt x="5170261" y="1506811"/>
                </a:cubicBezTo>
                <a:cubicBezTo>
                  <a:pt x="5167697" y="1502185"/>
                  <a:pt x="5161102" y="1497915"/>
                  <a:pt x="5165499" y="1495425"/>
                </a:cubicBezTo>
                <a:close/>
                <a:moveTo>
                  <a:pt x="5629116" y="1479550"/>
                </a:moveTo>
                <a:cubicBezTo>
                  <a:pt x="5631256" y="1489223"/>
                  <a:pt x="5620197" y="1493688"/>
                  <a:pt x="5624835" y="1502990"/>
                </a:cubicBezTo>
                <a:cubicBezTo>
                  <a:pt x="5608782" y="1491456"/>
                  <a:pt x="5599863" y="1491456"/>
                  <a:pt x="5629116" y="1479550"/>
                </a:cubicBezTo>
                <a:close/>
                <a:moveTo>
                  <a:pt x="5810345" y="1474623"/>
                </a:moveTo>
                <a:lnTo>
                  <a:pt x="5807354" y="1486502"/>
                </a:lnTo>
                <a:lnTo>
                  <a:pt x="5811995" y="1490646"/>
                </a:lnTo>
                <a:cubicBezTo>
                  <a:pt x="5815955" y="1492671"/>
                  <a:pt x="5819915" y="1494381"/>
                  <a:pt x="5823335" y="1498882"/>
                </a:cubicBezTo>
                <a:cubicBezTo>
                  <a:pt x="5837015" y="1496361"/>
                  <a:pt x="5819015" y="1487361"/>
                  <a:pt x="5832695" y="1485201"/>
                </a:cubicBezTo>
                <a:cubicBezTo>
                  <a:pt x="5830175" y="1476200"/>
                  <a:pt x="5821175" y="1487361"/>
                  <a:pt x="5816495" y="1483041"/>
                </a:cubicBezTo>
                <a:close/>
                <a:moveTo>
                  <a:pt x="4899223" y="1468437"/>
                </a:moveTo>
                <a:cubicBezTo>
                  <a:pt x="4905780" y="1479685"/>
                  <a:pt x="4896807" y="1489120"/>
                  <a:pt x="4892666" y="1493474"/>
                </a:cubicBezTo>
                <a:cubicBezTo>
                  <a:pt x="4890250" y="1484402"/>
                  <a:pt x="4899223" y="1477508"/>
                  <a:pt x="4899223" y="1468437"/>
                </a:cubicBezTo>
                <a:close/>
                <a:moveTo>
                  <a:pt x="5934937" y="1464679"/>
                </a:moveTo>
                <a:cubicBezTo>
                  <a:pt x="5914416" y="1464679"/>
                  <a:pt x="5925937" y="1494201"/>
                  <a:pt x="5914416" y="1503202"/>
                </a:cubicBezTo>
                <a:cubicBezTo>
                  <a:pt x="5928097" y="1512563"/>
                  <a:pt x="5928097" y="1466839"/>
                  <a:pt x="5943937" y="1492041"/>
                </a:cubicBezTo>
                <a:cubicBezTo>
                  <a:pt x="5953297" y="1487361"/>
                  <a:pt x="5946457" y="1480520"/>
                  <a:pt x="5953297" y="1476200"/>
                </a:cubicBezTo>
                <a:cubicBezTo>
                  <a:pt x="5943937" y="1476200"/>
                  <a:pt x="5934937" y="1476200"/>
                  <a:pt x="5928097" y="1471520"/>
                </a:cubicBezTo>
                <a:close/>
                <a:moveTo>
                  <a:pt x="5817247" y="1455764"/>
                </a:moveTo>
                <a:lnTo>
                  <a:pt x="5815940" y="1458664"/>
                </a:lnTo>
                <a:lnTo>
                  <a:pt x="5817553" y="1457012"/>
                </a:lnTo>
                <a:close/>
                <a:moveTo>
                  <a:pt x="5170567" y="1454803"/>
                </a:moveTo>
                <a:cubicBezTo>
                  <a:pt x="5179511" y="1452562"/>
                  <a:pt x="5186308" y="1452562"/>
                  <a:pt x="5193105" y="1457044"/>
                </a:cubicBezTo>
                <a:cubicBezTo>
                  <a:pt x="5177364" y="1461900"/>
                  <a:pt x="5193105" y="1468997"/>
                  <a:pt x="5181657" y="1471238"/>
                </a:cubicBezTo>
                <a:cubicBezTo>
                  <a:pt x="5168063" y="1468997"/>
                  <a:pt x="5184162" y="1461900"/>
                  <a:pt x="5170567" y="1454803"/>
                </a:cubicBezTo>
                <a:close/>
                <a:moveTo>
                  <a:pt x="5126924" y="1450677"/>
                </a:moveTo>
                <a:cubicBezTo>
                  <a:pt x="5124434" y="1453281"/>
                  <a:pt x="5131194" y="1469653"/>
                  <a:pt x="5117673" y="1464816"/>
                </a:cubicBezTo>
                <a:cubicBezTo>
                  <a:pt x="5122299" y="1462583"/>
                  <a:pt x="5110913" y="1446212"/>
                  <a:pt x="5126924" y="1450677"/>
                </a:cubicBezTo>
                <a:close/>
                <a:moveTo>
                  <a:pt x="5922517" y="1447353"/>
                </a:moveTo>
                <a:cubicBezTo>
                  <a:pt x="5920266" y="1448208"/>
                  <a:pt x="5918016" y="1449918"/>
                  <a:pt x="5916936" y="1450998"/>
                </a:cubicBezTo>
                <a:cubicBezTo>
                  <a:pt x="5916936" y="1450998"/>
                  <a:pt x="5916936" y="1450998"/>
                  <a:pt x="5923417" y="1464679"/>
                </a:cubicBezTo>
                <a:cubicBezTo>
                  <a:pt x="5939617" y="1455679"/>
                  <a:pt x="5923417" y="1453519"/>
                  <a:pt x="5928097" y="1448838"/>
                </a:cubicBezTo>
                <a:cubicBezTo>
                  <a:pt x="5927017" y="1446498"/>
                  <a:pt x="5924767" y="1446498"/>
                  <a:pt x="5922517" y="1447353"/>
                </a:cubicBezTo>
                <a:close/>
                <a:moveTo>
                  <a:pt x="6439405" y="1443633"/>
                </a:moveTo>
                <a:cubicBezTo>
                  <a:pt x="6439405" y="1450545"/>
                  <a:pt x="6432607" y="1453091"/>
                  <a:pt x="6432607" y="1459640"/>
                </a:cubicBezTo>
                <a:cubicBezTo>
                  <a:pt x="6441551" y="1457457"/>
                  <a:pt x="6444055" y="1462186"/>
                  <a:pt x="6444055" y="1466552"/>
                </a:cubicBezTo>
                <a:cubicBezTo>
                  <a:pt x="6425810" y="1476011"/>
                  <a:pt x="6419013" y="1441450"/>
                  <a:pt x="6439405" y="1443633"/>
                </a:cubicBezTo>
                <a:close/>
                <a:moveTo>
                  <a:pt x="6294965" y="1435100"/>
                </a:moveTo>
                <a:cubicBezTo>
                  <a:pt x="6309103" y="1435100"/>
                  <a:pt x="6306871" y="1448656"/>
                  <a:pt x="6306871" y="1462212"/>
                </a:cubicBezTo>
                <a:cubicBezTo>
                  <a:pt x="6285663" y="1466493"/>
                  <a:pt x="6287895" y="1444018"/>
                  <a:pt x="6294965" y="1435100"/>
                </a:cubicBezTo>
                <a:close/>
                <a:moveTo>
                  <a:pt x="3923751" y="1429210"/>
                </a:moveTo>
                <a:cubicBezTo>
                  <a:pt x="3918924" y="1430610"/>
                  <a:pt x="3914806" y="1440059"/>
                  <a:pt x="3912916" y="1447078"/>
                </a:cubicBezTo>
                <a:cubicBezTo>
                  <a:pt x="3919757" y="1439879"/>
                  <a:pt x="3926597" y="1449238"/>
                  <a:pt x="3928758" y="1430880"/>
                </a:cubicBezTo>
                <a:cubicBezTo>
                  <a:pt x="3927048" y="1429171"/>
                  <a:pt x="3925360" y="1428743"/>
                  <a:pt x="3923751" y="1429210"/>
                </a:cubicBezTo>
                <a:close/>
                <a:moveTo>
                  <a:pt x="1958989" y="1408204"/>
                </a:moveTo>
                <a:cubicBezTo>
                  <a:pt x="1947468" y="1424041"/>
                  <a:pt x="1933786" y="1408204"/>
                  <a:pt x="1929466" y="1419722"/>
                </a:cubicBezTo>
                <a:cubicBezTo>
                  <a:pt x="1933786" y="1417202"/>
                  <a:pt x="1938467" y="1417202"/>
                  <a:pt x="1940627" y="1424041"/>
                </a:cubicBezTo>
                <a:cubicBezTo>
                  <a:pt x="1954309" y="1408204"/>
                  <a:pt x="1958989" y="1424041"/>
                  <a:pt x="1965830" y="1412883"/>
                </a:cubicBezTo>
                <a:cubicBezTo>
                  <a:pt x="1961149" y="1412883"/>
                  <a:pt x="1958989" y="1412883"/>
                  <a:pt x="1958989" y="1408204"/>
                </a:cubicBezTo>
                <a:close/>
                <a:moveTo>
                  <a:pt x="2081762" y="1401365"/>
                </a:moveTo>
                <a:cubicBezTo>
                  <a:pt x="2072761" y="1403524"/>
                  <a:pt x="2065920" y="1408204"/>
                  <a:pt x="2063760" y="1412883"/>
                </a:cubicBezTo>
                <a:cubicBezTo>
                  <a:pt x="2065920" y="1419722"/>
                  <a:pt x="2070601" y="1424041"/>
                  <a:pt x="2077442" y="1424041"/>
                </a:cubicBezTo>
                <a:cubicBezTo>
                  <a:pt x="2074921" y="1415043"/>
                  <a:pt x="2088603" y="1410363"/>
                  <a:pt x="2081762" y="1401365"/>
                </a:cubicBezTo>
                <a:close/>
                <a:moveTo>
                  <a:pt x="5591396" y="1400175"/>
                </a:moveTo>
                <a:cubicBezTo>
                  <a:pt x="5582577" y="1411629"/>
                  <a:pt x="5609035" y="1427380"/>
                  <a:pt x="5595630" y="1436329"/>
                </a:cubicBezTo>
                <a:cubicBezTo>
                  <a:pt x="5591396" y="1434181"/>
                  <a:pt x="5589280" y="1429528"/>
                  <a:pt x="5584694" y="1434181"/>
                </a:cubicBezTo>
                <a:cubicBezTo>
                  <a:pt x="5571288" y="1422726"/>
                  <a:pt x="5577991" y="1402323"/>
                  <a:pt x="5591396" y="1400175"/>
                </a:cubicBezTo>
                <a:close/>
                <a:moveTo>
                  <a:pt x="5885278" y="1398587"/>
                </a:moveTo>
                <a:cubicBezTo>
                  <a:pt x="5890011" y="1402868"/>
                  <a:pt x="5862339" y="1441396"/>
                  <a:pt x="5869257" y="1454952"/>
                </a:cubicBezTo>
                <a:cubicBezTo>
                  <a:pt x="5850688" y="1461730"/>
                  <a:pt x="5878360" y="1405365"/>
                  <a:pt x="5885278" y="1398587"/>
                </a:cubicBezTo>
                <a:close/>
                <a:moveTo>
                  <a:pt x="3727496" y="1396325"/>
                </a:moveTo>
                <a:cubicBezTo>
                  <a:pt x="3725786" y="1395155"/>
                  <a:pt x="3724076" y="1394526"/>
                  <a:pt x="3721736" y="1396685"/>
                </a:cubicBezTo>
                <a:cubicBezTo>
                  <a:pt x="3719575" y="1412883"/>
                  <a:pt x="3731097" y="1408204"/>
                  <a:pt x="3733257" y="1399205"/>
                </a:cubicBezTo>
                <a:cubicBezTo>
                  <a:pt x="3730917" y="1399205"/>
                  <a:pt x="3729206" y="1397495"/>
                  <a:pt x="3727496" y="1396325"/>
                </a:cubicBezTo>
                <a:close/>
                <a:moveTo>
                  <a:pt x="2122806" y="1390206"/>
                </a:moveTo>
                <a:cubicBezTo>
                  <a:pt x="2124967" y="1399205"/>
                  <a:pt x="2106965" y="1401365"/>
                  <a:pt x="2109125" y="1410363"/>
                </a:cubicBezTo>
                <a:cubicBezTo>
                  <a:pt x="2115966" y="1410363"/>
                  <a:pt x="2118126" y="1412883"/>
                  <a:pt x="2120286" y="1415043"/>
                </a:cubicBezTo>
                <a:cubicBezTo>
                  <a:pt x="2134328" y="1412883"/>
                  <a:pt x="2129647" y="1406044"/>
                  <a:pt x="2141168" y="1403524"/>
                </a:cubicBezTo>
                <a:cubicBezTo>
                  <a:pt x="2141168" y="1392366"/>
                  <a:pt x="2124967" y="1403524"/>
                  <a:pt x="2122806" y="1394526"/>
                </a:cubicBezTo>
                <a:cubicBezTo>
                  <a:pt x="2124967" y="1392366"/>
                  <a:pt x="2127127" y="1390206"/>
                  <a:pt x="2122806" y="1390206"/>
                </a:cubicBezTo>
                <a:close/>
                <a:moveTo>
                  <a:pt x="2168171" y="1387687"/>
                </a:moveTo>
                <a:cubicBezTo>
                  <a:pt x="2159170" y="1383367"/>
                  <a:pt x="2138648" y="1392366"/>
                  <a:pt x="2145489" y="1403524"/>
                </a:cubicBezTo>
                <a:cubicBezTo>
                  <a:pt x="2157010" y="1399205"/>
                  <a:pt x="2170692" y="1396685"/>
                  <a:pt x="2168171" y="1387687"/>
                </a:cubicBezTo>
                <a:close/>
                <a:moveTo>
                  <a:pt x="6293614" y="1384300"/>
                </a:moveTo>
                <a:cubicBezTo>
                  <a:pt x="6323404" y="1391101"/>
                  <a:pt x="6293614" y="1406851"/>
                  <a:pt x="6305100" y="1420454"/>
                </a:cubicBezTo>
                <a:cubicBezTo>
                  <a:pt x="6289307" y="1420454"/>
                  <a:pt x="6289307" y="1420454"/>
                  <a:pt x="6289307" y="1420454"/>
                </a:cubicBezTo>
                <a:cubicBezTo>
                  <a:pt x="6291461" y="1411505"/>
                  <a:pt x="6282488" y="1388953"/>
                  <a:pt x="6293614" y="1384300"/>
                </a:cubicBezTo>
                <a:close/>
                <a:moveTo>
                  <a:pt x="4891566" y="1384300"/>
                </a:moveTo>
                <a:cubicBezTo>
                  <a:pt x="4901000" y="1408483"/>
                  <a:pt x="4871246" y="1401824"/>
                  <a:pt x="4854917" y="1410936"/>
                </a:cubicBezTo>
                <a:cubicBezTo>
                  <a:pt x="4850563" y="1395165"/>
                  <a:pt x="4880317" y="1393062"/>
                  <a:pt x="4891566" y="1384300"/>
                </a:cubicBezTo>
                <a:close/>
                <a:moveTo>
                  <a:pt x="4044819" y="1379537"/>
                </a:moveTo>
                <a:cubicBezTo>
                  <a:pt x="4046935" y="1391260"/>
                  <a:pt x="4035646" y="1389062"/>
                  <a:pt x="4031413" y="1393458"/>
                </a:cubicBezTo>
                <a:cubicBezTo>
                  <a:pt x="4031413" y="1382101"/>
                  <a:pt x="4038116" y="1384299"/>
                  <a:pt x="4044819" y="1379537"/>
                </a:cubicBezTo>
                <a:close/>
                <a:moveTo>
                  <a:pt x="5061210" y="1378273"/>
                </a:moveTo>
                <a:cubicBezTo>
                  <a:pt x="5072730" y="1391954"/>
                  <a:pt x="5040689" y="1409956"/>
                  <a:pt x="5063730" y="1419316"/>
                </a:cubicBezTo>
                <a:cubicBezTo>
                  <a:pt x="5050049" y="1423636"/>
                  <a:pt x="5047529" y="1432637"/>
                  <a:pt x="5052209" y="1439478"/>
                </a:cubicBezTo>
                <a:cubicBezTo>
                  <a:pt x="5043209" y="1441998"/>
                  <a:pt x="5047529" y="1453519"/>
                  <a:pt x="5038529" y="1446678"/>
                </a:cubicBezTo>
                <a:cubicBezTo>
                  <a:pt x="5050049" y="1426157"/>
                  <a:pt x="5047529" y="1403115"/>
                  <a:pt x="5061210" y="1378273"/>
                </a:cubicBezTo>
                <a:close/>
                <a:moveTo>
                  <a:pt x="3884997" y="1377950"/>
                </a:moveTo>
                <a:cubicBezTo>
                  <a:pt x="3884997" y="1388725"/>
                  <a:pt x="3880601" y="1386368"/>
                  <a:pt x="3878036" y="1388725"/>
                </a:cubicBezTo>
                <a:cubicBezTo>
                  <a:pt x="3875838" y="1377950"/>
                  <a:pt x="3880601" y="1379970"/>
                  <a:pt x="3884997" y="1377950"/>
                </a:cubicBezTo>
                <a:close/>
                <a:moveTo>
                  <a:pt x="3900898" y="1375751"/>
                </a:moveTo>
                <a:cubicBezTo>
                  <a:pt x="3898517" y="1380147"/>
                  <a:pt x="3900898" y="1391870"/>
                  <a:pt x="3896475" y="1391870"/>
                </a:cubicBezTo>
                <a:cubicBezTo>
                  <a:pt x="3896475" y="1382712"/>
                  <a:pt x="3896475" y="1373187"/>
                  <a:pt x="3900898" y="1375751"/>
                </a:cubicBezTo>
                <a:close/>
                <a:moveTo>
                  <a:pt x="6417061" y="1371600"/>
                </a:moveTo>
                <a:cubicBezTo>
                  <a:pt x="6412332" y="1394159"/>
                  <a:pt x="6412332" y="1426028"/>
                  <a:pt x="6412332" y="1466492"/>
                </a:cubicBezTo>
                <a:cubicBezTo>
                  <a:pt x="6407966" y="1464343"/>
                  <a:pt x="6382500" y="1380552"/>
                  <a:pt x="6417061" y="1371600"/>
                </a:cubicBezTo>
                <a:close/>
                <a:moveTo>
                  <a:pt x="5884744" y="1368425"/>
                </a:moveTo>
                <a:cubicBezTo>
                  <a:pt x="5896651" y="1372786"/>
                  <a:pt x="5894046" y="1377510"/>
                  <a:pt x="5901116" y="1389138"/>
                </a:cubicBezTo>
                <a:cubicBezTo>
                  <a:pt x="5884744" y="1398223"/>
                  <a:pt x="5877675" y="1379690"/>
                  <a:pt x="5884744" y="1368425"/>
                </a:cubicBezTo>
                <a:close/>
                <a:moveTo>
                  <a:pt x="5586022" y="1366837"/>
                </a:moveTo>
                <a:cubicBezTo>
                  <a:pt x="5588526" y="1375950"/>
                  <a:pt x="5604267" y="1386815"/>
                  <a:pt x="5590673" y="1393474"/>
                </a:cubicBezTo>
                <a:cubicBezTo>
                  <a:pt x="5579225" y="1384712"/>
                  <a:pt x="5588526" y="1375950"/>
                  <a:pt x="5586022" y="1366837"/>
                </a:cubicBezTo>
                <a:close/>
                <a:moveTo>
                  <a:pt x="5949669" y="1364176"/>
                </a:moveTo>
                <a:cubicBezTo>
                  <a:pt x="5945984" y="1362500"/>
                  <a:pt x="5941687" y="1362342"/>
                  <a:pt x="5937097" y="1364592"/>
                </a:cubicBezTo>
                <a:cubicBezTo>
                  <a:pt x="5948617" y="1371433"/>
                  <a:pt x="5955457" y="1382954"/>
                  <a:pt x="5939617" y="1380433"/>
                </a:cubicBezTo>
                <a:cubicBezTo>
                  <a:pt x="5941777" y="1387274"/>
                  <a:pt x="5946457" y="1396275"/>
                  <a:pt x="5957617" y="1396275"/>
                </a:cubicBezTo>
                <a:cubicBezTo>
                  <a:pt x="5966257" y="1387904"/>
                  <a:pt x="5960722" y="1369205"/>
                  <a:pt x="5949669" y="1364176"/>
                </a:cubicBezTo>
                <a:close/>
                <a:moveTo>
                  <a:pt x="3994900" y="1362075"/>
                </a:moveTo>
                <a:cubicBezTo>
                  <a:pt x="3997098" y="1366281"/>
                  <a:pt x="4001861" y="1362075"/>
                  <a:pt x="4004059" y="1375393"/>
                </a:cubicBezTo>
                <a:cubicBezTo>
                  <a:pt x="3994900" y="1375393"/>
                  <a:pt x="3994900" y="1388711"/>
                  <a:pt x="3987940" y="1379599"/>
                </a:cubicBezTo>
                <a:cubicBezTo>
                  <a:pt x="3985375" y="1366281"/>
                  <a:pt x="3999296" y="1379599"/>
                  <a:pt x="3994900" y="1362075"/>
                </a:cubicBezTo>
                <a:close/>
                <a:moveTo>
                  <a:pt x="3558909" y="1361231"/>
                </a:moveTo>
                <a:cubicBezTo>
                  <a:pt x="3553508" y="1360961"/>
                  <a:pt x="3547838" y="1362670"/>
                  <a:pt x="3542077" y="1367170"/>
                </a:cubicBezTo>
                <a:cubicBezTo>
                  <a:pt x="3553598" y="1374009"/>
                  <a:pt x="3562599" y="1371849"/>
                  <a:pt x="3574120" y="1367170"/>
                </a:cubicBezTo>
                <a:cubicBezTo>
                  <a:pt x="3569440" y="1363750"/>
                  <a:pt x="3564309" y="1361501"/>
                  <a:pt x="3558909" y="1361231"/>
                </a:cubicBezTo>
                <a:close/>
                <a:moveTo>
                  <a:pt x="2183788" y="1355111"/>
                </a:moveTo>
                <a:cubicBezTo>
                  <a:pt x="2178973" y="1354841"/>
                  <a:pt x="2175012" y="1357091"/>
                  <a:pt x="2175012" y="1365010"/>
                </a:cubicBezTo>
                <a:cubicBezTo>
                  <a:pt x="2179692" y="1362850"/>
                  <a:pt x="2200215" y="1367170"/>
                  <a:pt x="2197694" y="1360331"/>
                </a:cubicBezTo>
                <a:cubicBezTo>
                  <a:pt x="2194274" y="1358171"/>
                  <a:pt x="2188604" y="1355381"/>
                  <a:pt x="2183788" y="1355111"/>
                </a:cubicBezTo>
                <a:close/>
                <a:moveTo>
                  <a:pt x="3836135" y="1352428"/>
                </a:moveTo>
                <a:cubicBezTo>
                  <a:pt x="3838745" y="1353893"/>
                  <a:pt x="3841035" y="1356824"/>
                  <a:pt x="3842134" y="1357923"/>
                </a:cubicBezTo>
                <a:cubicBezTo>
                  <a:pt x="3839936" y="1369645"/>
                  <a:pt x="3837738" y="1350962"/>
                  <a:pt x="3828213" y="1355725"/>
                </a:cubicBezTo>
                <a:cubicBezTo>
                  <a:pt x="3830595" y="1350962"/>
                  <a:pt x="3833525" y="1350962"/>
                  <a:pt x="3836135" y="1352428"/>
                </a:cubicBezTo>
                <a:close/>
                <a:moveTo>
                  <a:pt x="5769227" y="1350962"/>
                </a:moveTo>
                <a:cubicBezTo>
                  <a:pt x="5771404" y="1355724"/>
                  <a:pt x="5776121" y="1357922"/>
                  <a:pt x="5780475" y="1360120"/>
                </a:cubicBezTo>
                <a:cubicBezTo>
                  <a:pt x="5776121" y="1362685"/>
                  <a:pt x="5773581" y="1367081"/>
                  <a:pt x="5773581" y="1369645"/>
                </a:cubicBezTo>
                <a:cubicBezTo>
                  <a:pt x="5771404" y="1362685"/>
                  <a:pt x="5755438" y="1355724"/>
                  <a:pt x="5769227" y="1350962"/>
                </a:cubicBezTo>
                <a:close/>
                <a:moveTo>
                  <a:pt x="1519620" y="1350962"/>
                </a:moveTo>
                <a:cubicBezTo>
                  <a:pt x="1517414" y="1362591"/>
                  <a:pt x="1494254" y="1369496"/>
                  <a:pt x="1489474" y="1380761"/>
                </a:cubicBezTo>
                <a:cubicBezTo>
                  <a:pt x="1485063" y="1366952"/>
                  <a:pt x="1508224" y="1355686"/>
                  <a:pt x="1519620" y="1350962"/>
                </a:cubicBezTo>
                <a:close/>
                <a:moveTo>
                  <a:pt x="3675904" y="1348334"/>
                </a:moveTo>
                <a:cubicBezTo>
                  <a:pt x="3672208" y="1344740"/>
                  <a:pt x="3661069" y="1357091"/>
                  <a:pt x="3662689" y="1360331"/>
                </a:cubicBezTo>
                <a:cubicBezTo>
                  <a:pt x="3667370" y="1351332"/>
                  <a:pt x="3671690" y="1358171"/>
                  <a:pt x="3676371" y="1358171"/>
                </a:cubicBezTo>
                <a:cubicBezTo>
                  <a:pt x="3677541" y="1352502"/>
                  <a:pt x="3677136" y="1349532"/>
                  <a:pt x="3675904" y="1348334"/>
                </a:cubicBezTo>
                <a:close/>
                <a:moveTo>
                  <a:pt x="5441113" y="1345707"/>
                </a:moveTo>
                <a:cubicBezTo>
                  <a:pt x="5447816" y="1341437"/>
                  <a:pt x="5452049" y="1341437"/>
                  <a:pt x="5456635" y="1345707"/>
                </a:cubicBezTo>
                <a:cubicBezTo>
                  <a:pt x="5452049" y="1348197"/>
                  <a:pt x="5452049" y="1361719"/>
                  <a:pt x="5445346" y="1357093"/>
                </a:cubicBezTo>
                <a:cubicBezTo>
                  <a:pt x="5449932" y="1350332"/>
                  <a:pt x="5447816" y="1345707"/>
                  <a:pt x="5441113" y="1345707"/>
                </a:cubicBezTo>
                <a:close/>
                <a:moveTo>
                  <a:pt x="4060672" y="1344612"/>
                </a:moveTo>
                <a:cubicBezTo>
                  <a:pt x="4062807" y="1369654"/>
                  <a:pt x="4053911" y="1358206"/>
                  <a:pt x="4042525" y="1360353"/>
                </a:cubicBezTo>
                <a:cubicBezTo>
                  <a:pt x="4045016" y="1349262"/>
                  <a:pt x="4058537" y="1353555"/>
                  <a:pt x="4060672" y="1344612"/>
                </a:cubicBezTo>
                <a:close/>
                <a:moveTo>
                  <a:pt x="4096781" y="1341276"/>
                </a:moveTo>
                <a:cubicBezTo>
                  <a:pt x="4099367" y="1341019"/>
                  <a:pt x="4101800" y="1342138"/>
                  <a:pt x="4104074" y="1346075"/>
                </a:cubicBezTo>
                <a:cubicBezTo>
                  <a:pt x="4097162" y="1355382"/>
                  <a:pt x="4085520" y="1366479"/>
                  <a:pt x="4072060" y="1357530"/>
                </a:cubicBezTo>
                <a:cubicBezTo>
                  <a:pt x="4072060" y="1352876"/>
                  <a:pt x="4072060" y="1348581"/>
                  <a:pt x="4069513" y="1341779"/>
                </a:cubicBezTo>
                <a:cubicBezTo>
                  <a:pt x="4079881" y="1355203"/>
                  <a:pt x="4089022" y="1342048"/>
                  <a:pt x="4096781" y="1341276"/>
                </a:cubicBezTo>
                <a:close/>
                <a:moveTo>
                  <a:pt x="3406207" y="1340218"/>
                </a:moveTo>
                <a:cubicBezTo>
                  <a:pt x="3402202" y="1341073"/>
                  <a:pt x="3398781" y="1344493"/>
                  <a:pt x="3398781" y="1351332"/>
                </a:cubicBezTo>
                <a:cubicBezTo>
                  <a:pt x="3405622" y="1349172"/>
                  <a:pt x="3417143" y="1358171"/>
                  <a:pt x="3417143" y="1344493"/>
                </a:cubicBezTo>
                <a:cubicBezTo>
                  <a:pt x="3414803" y="1341073"/>
                  <a:pt x="3410213" y="1339364"/>
                  <a:pt x="3406207" y="1340218"/>
                </a:cubicBezTo>
                <a:close/>
                <a:moveTo>
                  <a:pt x="1969457" y="1339850"/>
                </a:moveTo>
                <a:cubicBezTo>
                  <a:pt x="1973663" y="1351573"/>
                  <a:pt x="1973663" y="1351573"/>
                  <a:pt x="1973663" y="1351573"/>
                </a:cubicBezTo>
                <a:cubicBezTo>
                  <a:pt x="1960344" y="1363295"/>
                  <a:pt x="1962797" y="1339850"/>
                  <a:pt x="1949479" y="1349375"/>
                </a:cubicBezTo>
                <a:cubicBezTo>
                  <a:pt x="1947025" y="1342414"/>
                  <a:pt x="1967003" y="1339850"/>
                  <a:pt x="1969457" y="1339850"/>
                </a:cubicBezTo>
                <a:close/>
                <a:moveTo>
                  <a:pt x="1876913" y="1339850"/>
                </a:moveTo>
                <a:cubicBezTo>
                  <a:pt x="1881579" y="1360317"/>
                  <a:pt x="1854302" y="1353494"/>
                  <a:pt x="1843176" y="1369653"/>
                </a:cubicBezTo>
                <a:cubicBezTo>
                  <a:pt x="1840663" y="1356008"/>
                  <a:pt x="1870094" y="1351340"/>
                  <a:pt x="1876913" y="1339850"/>
                </a:cubicBezTo>
                <a:close/>
                <a:moveTo>
                  <a:pt x="3889023" y="1338228"/>
                </a:moveTo>
                <a:cubicBezTo>
                  <a:pt x="3891008" y="1338850"/>
                  <a:pt x="3893301" y="1341163"/>
                  <a:pt x="3894535" y="1341163"/>
                </a:cubicBezTo>
                <a:cubicBezTo>
                  <a:pt x="3892066" y="1352194"/>
                  <a:pt x="3887833" y="1338672"/>
                  <a:pt x="3885363" y="1345433"/>
                </a:cubicBezTo>
                <a:cubicBezTo>
                  <a:pt x="3885363" y="1338673"/>
                  <a:pt x="3887039" y="1337605"/>
                  <a:pt x="3889023" y="1338228"/>
                </a:cubicBezTo>
                <a:close/>
                <a:moveTo>
                  <a:pt x="2382214" y="1335764"/>
                </a:moveTo>
                <a:cubicBezTo>
                  <a:pt x="2373123" y="1337204"/>
                  <a:pt x="2364032" y="1342333"/>
                  <a:pt x="2364032" y="1349172"/>
                </a:cubicBezTo>
                <a:cubicBezTo>
                  <a:pt x="2379874" y="1349172"/>
                  <a:pt x="2382034" y="1342333"/>
                  <a:pt x="2400396" y="1344493"/>
                </a:cubicBezTo>
                <a:cubicBezTo>
                  <a:pt x="2400396" y="1336574"/>
                  <a:pt x="2391305" y="1334324"/>
                  <a:pt x="2382214" y="1335764"/>
                </a:cubicBezTo>
                <a:close/>
                <a:moveTo>
                  <a:pt x="6478871" y="1335087"/>
                </a:moveTo>
                <a:cubicBezTo>
                  <a:pt x="6510730" y="1335087"/>
                  <a:pt x="6481376" y="1346352"/>
                  <a:pt x="6485672" y="1362706"/>
                </a:cubicBezTo>
                <a:cubicBezTo>
                  <a:pt x="6474575" y="1364886"/>
                  <a:pt x="6483524" y="1344172"/>
                  <a:pt x="6478871" y="1335087"/>
                </a:cubicBezTo>
                <a:close/>
                <a:moveTo>
                  <a:pt x="3995783" y="1331912"/>
                </a:moveTo>
                <a:cubicBezTo>
                  <a:pt x="3995783" y="1338709"/>
                  <a:pt x="3993666" y="1345506"/>
                  <a:pt x="3997899" y="1348010"/>
                </a:cubicBezTo>
                <a:cubicBezTo>
                  <a:pt x="4002485" y="1356954"/>
                  <a:pt x="3991197" y="1343360"/>
                  <a:pt x="3989080" y="1348010"/>
                </a:cubicBezTo>
                <a:cubicBezTo>
                  <a:pt x="3986963" y="1336562"/>
                  <a:pt x="3993666" y="1334416"/>
                  <a:pt x="3995783" y="1331912"/>
                </a:cubicBezTo>
                <a:close/>
                <a:moveTo>
                  <a:pt x="4904456" y="1328737"/>
                </a:moveTo>
                <a:cubicBezTo>
                  <a:pt x="4906946" y="1335631"/>
                  <a:pt x="4913707" y="1342525"/>
                  <a:pt x="4909081" y="1351597"/>
                </a:cubicBezTo>
                <a:cubicBezTo>
                  <a:pt x="4904456" y="1351597"/>
                  <a:pt x="4900186" y="1351597"/>
                  <a:pt x="4895560" y="1353774"/>
                </a:cubicBezTo>
                <a:cubicBezTo>
                  <a:pt x="4893425" y="1342525"/>
                  <a:pt x="4897695" y="1333091"/>
                  <a:pt x="4904456" y="1328737"/>
                </a:cubicBezTo>
                <a:close/>
                <a:moveTo>
                  <a:pt x="3742438" y="1324471"/>
                </a:moveTo>
                <a:cubicBezTo>
                  <a:pt x="3739017" y="1323616"/>
                  <a:pt x="3735597" y="1324156"/>
                  <a:pt x="3733257" y="1328655"/>
                </a:cubicBezTo>
                <a:cubicBezTo>
                  <a:pt x="3737937" y="1328655"/>
                  <a:pt x="3746938" y="1339814"/>
                  <a:pt x="3751619" y="1328655"/>
                </a:cubicBezTo>
                <a:cubicBezTo>
                  <a:pt x="3749279" y="1327576"/>
                  <a:pt x="3745858" y="1325326"/>
                  <a:pt x="3742438" y="1324471"/>
                </a:cubicBezTo>
                <a:close/>
                <a:moveTo>
                  <a:pt x="2473123" y="1323976"/>
                </a:moveTo>
                <a:cubicBezTo>
                  <a:pt x="2461602" y="1319657"/>
                  <a:pt x="2434599" y="1326496"/>
                  <a:pt x="2434599" y="1339814"/>
                </a:cubicBezTo>
                <a:cubicBezTo>
                  <a:pt x="2450441" y="1332975"/>
                  <a:pt x="2457282" y="1339814"/>
                  <a:pt x="2470963" y="1335494"/>
                </a:cubicBezTo>
                <a:cubicBezTo>
                  <a:pt x="2468443" y="1330815"/>
                  <a:pt x="2475284" y="1328655"/>
                  <a:pt x="2473123" y="1323976"/>
                </a:cubicBezTo>
                <a:close/>
                <a:moveTo>
                  <a:pt x="2059080" y="1323976"/>
                </a:moveTo>
                <a:cubicBezTo>
                  <a:pt x="2052239" y="1321816"/>
                  <a:pt x="2043238" y="1326496"/>
                  <a:pt x="2038558" y="1332975"/>
                </a:cubicBezTo>
                <a:cubicBezTo>
                  <a:pt x="2040718" y="1349172"/>
                  <a:pt x="2065920" y="1335494"/>
                  <a:pt x="2059080" y="1323976"/>
                </a:cubicBezTo>
                <a:close/>
                <a:moveTo>
                  <a:pt x="3653688" y="1321816"/>
                </a:moveTo>
                <a:cubicBezTo>
                  <a:pt x="3660529" y="1319657"/>
                  <a:pt x="3646848" y="1335494"/>
                  <a:pt x="3653688" y="1337654"/>
                </a:cubicBezTo>
                <a:cubicBezTo>
                  <a:pt x="3658009" y="1326496"/>
                  <a:pt x="3671690" y="1339814"/>
                  <a:pt x="3671690" y="1323976"/>
                </a:cubicBezTo>
                <a:cubicBezTo>
                  <a:pt x="3667370" y="1323976"/>
                  <a:pt x="3658009" y="1319657"/>
                  <a:pt x="3653688" y="1321816"/>
                </a:cubicBezTo>
                <a:close/>
                <a:moveTo>
                  <a:pt x="4038997" y="1317157"/>
                </a:moveTo>
                <a:cubicBezTo>
                  <a:pt x="4034411" y="1337562"/>
                  <a:pt x="4012186" y="1319663"/>
                  <a:pt x="4010070" y="1349017"/>
                </a:cubicBezTo>
                <a:cubicBezTo>
                  <a:pt x="4007953" y="1339710"/>
                  <a:pt x="4003367" y="1344363"/>
                  <a:pt x="4001250" y="1332908"/>
                </a:cubicBezTo>
                <a:cubicBezTo>
                  <a:pt x="4014656" y="1337562"/>
                  <a:pt x="4012186" y="1315010"/>
                  <a:pt x="4023475" y="1326465"/>
                </a:cubicBezTo>
                <a:cubicBezTo>
                  <a:pt x="4023475" y="1312862"/>
                  <a:pt x="4034411" y="1319663"/>
                  <a:pt x="4038997" y="1317157"/>
                </a:cubicBezTo>
                <a:close/>
                <a:moveTo>
                  <a:pt x="2885277" y="1316687"/>
                </a:moveTo>
                <a:cubicBezTo>
                  <a:pt x="2880417" y="1317767"/>
                  <a:pt x="2875826" y="1320556"/>
                  <a:pt x="2873486" y="1323976"/>
                </a:cubicBezTo>
                <a:cubicBezTo>
                  <a:pt x="2875646" y="1328655"/>
                  <a:pt x="2903009" y="1332975"/>
                  <a:pt x="2898689" y="1319657"/>
                </a:cubicBezTo>
                <a:cubicBezTo>
                  <a:pt x="2895269" y="1316237"/>
                  <a:pt x="2890138" y="1315607"/>
                  <a:pt x="2885277" y="1316687"/>
                </a:cubicBezTo>
                <a:close/>
                <a:moveTo>
                  <a:pt x="6328124" y="1312862"/>
                </a:moveTo>
                <a:cubicBezTo>
                  <a:pt x="6353562" y="1321787"/>
                  <a:pt x="6346657" y="1362485"/>
                  <a:pt x="6353562" y="1387118"/>
                </a:cubicBezTo>
                <a:cubicBezTo>
                  <a:pt x="6323763" y="1384976"/>
                  <a:pt x="6341933" y="1332854"/>
                  <a:pt x="6328124" y="1312862"/>
                </a:cubicBezTo>
                <a:close/>
                <a:moveTo>
                  <a:pt x="5528289" y="1312862"/>
                </a:moveTo>
                <a:cubicBezTo>
                  <a:pt x="5532558" y="1312862"/>
                  <a:pt x="5539319" y="1314978"/>
                  <a:pt x="5543944" y="1321681"/>
                </a:cubicBezTo>
                <a:cubicBezTo>
                  <a:pt x="5537184" y="1328384"/>
                  <a:pt x="5532558" y="1323798"/>
                  <a:pt x="5528289" y="1323798"/>
                </a:cubicBezTo>
                <a:cubicBezTo>
                  <a:pt x="5530423" y="1326267"/>
                  <a:pt x="5528289" y="1328384"/>
                  <a:pt x="5526154" y="1326267"/>
                </a:cubicBezTo>
                <a:cubicBezTo>
                  <a:pt x="5532558" y="1321681"/>
                  <a:pt x="5523663" y="1317095"/>
                  <a:pt x="5528289" y="1312862"/>
                </a:cubicBezTo>
                <a:close/>
                <a:moveTo>
                  <a:pt x="4052447" y="1312862"/>
                </a:moveTo>
                <a:cubicBezTo>
                  <a:pt x="4054828" y="1321914"/>
                  <a:pt x="4054828" y="1328793"/>
                  <a:pt x="4052447" y="1333138"/>
                </a:cubicBezTo>
                <a:cubicBezTo>
                  <a:pt x="4049669" y="1328793"/>
                  <a:pt x="4054828" y="1321914"/>
                  <a:pt x="4049669" y="1321914"/>
                </a:cubicBezTo>
                <a:cubicBezTo>
                  <a:pt x="4047288" y="1315034"/>
                  <a:pt x="4049669" y="1312862"/>
                  <a:pt x="4052447" y="1312862"/>
                </a:cubicBezTo>
                <a:close/>
                <a:moveTo>
                  <a:pt x="2973576" y="1312818"/>
                </a:moveTo>
                <a:cubicBezTo>
                  <a:pt x="2950894" y="1314977"/>
                  <a:pt x="2916690" y="1308138"/>
                  <a:pt x="2907689" y="1323976"/>
                </a:cubicBezTo>
                <a:cubicBezTo>
                  <a:pt x="2932532" y="1321816"/>
                  <a:pt x="2939373" y="1321816"/>
                  <a:pt x="2966736" y="1328655"/>
                </a:cubicBezTo>
                <a:cubicBezTo>
                  <a:pt x="2976097" y="1319657"/>
                  <a:pt x="2964576" y="1321816"/>
                  <a:pt x="2973576" y="1312818"/>
                </a:cubicBezTo>
                <a:close/>
                <a:moveTo>
                  <a:pt x="3570212" y="1312766"/>
                </a:moveTo>
                <a:cubicBezTo>
                  <a:pt x="3565906" y="1330711"/>
                  <a:pt x="3577029" y="1308100"/>
                  <a:pt x="3574876" y="1321738"/>
                </a:cubicBezTo>
                <a:cubicBezTo>
                  <a:pt x="3568059" y="1335377"/>
                  <a:pt x="3545453" y="1317073"/>
                  <a:pt x="3536124" y="1335377"/>
                </a:cubicBezTo>
                <a:cubicBezTo>
                  <a:pt x="3533971" y="1339684"/>
                  <a:pt x="3540788" y="1339684"/>
                  <a:pt x="3542941" y="1339684"/>
                </a:cubicBezTo>
                <a:cubicBezTo>
                  <a:pt x="3542941" y="1344350"/>
                  <a:pt x="3538456" y="1344350"/>
                  <a:pt x="3534509" y="1341524"/>
                </a:cubicBezTo>
                <a:lnTo>
                  <a:pt x="3531989" y="1338364"/>
                </a:lnTo>
                <a:lnTo>
                  <a:pt x="3529599" y="1334780"/>
                </a:lnTo>
                <a:lnTo>
                  <a:pt x="3529306" y="1326404"/>
                </a:lnTo>
                <a:cubicBezTo>
                  <a:pt x="3536124" y="1328558"/>
                  <a:pt x="3540788" y="1330711"/>
                  <a:pt x="3538635" y="1314919"/>
                </a:cubicBezTo>
                <a:cubicBezTo>
                  <a:pt x="3545453" y="1326404"/>
                  <a:pt x="3559088" y="1317073"/>
                  <a:pt x="3570212" y="1312766"/>
                </a:cubicBezTo>
                <a:close/>
                <a:moveTo>
                  <a:pt x="3599535" y="1311648"/>
                </a:moveTo>
                <a:cubicBezTo>
                  <a:pt x="3601934" y="1314263"/>
                  <a:pt x="3604039" y="1318932"/>
                  <a:pt x="3604039" y="1323601"/>
                </a:cubicBezTo>
                <a:cubicBezTo>
                  <a:pt x="3597641" y="1323601"/>
                  <a:pt x="3597641" y="1314263"/>
                  <a:pt x="3593263" y="1312022"/>
                </a:cubicBezTo>
                <a:cubicBezTo>
                  <a:pt x="3594442" y="1308473"/>
                  <a:pt x="3597136" y="1309034"/>
                  <a:pt x="3599535" y="1311648"/>
                </a:cubicBezTo>
                <a:close/>
                <a:moveTo>
                  <a:pt x="3524646" y="1310216"/>
                </a:moveTo>
                <a:cubicBezTo>
                  <a:pt x="3522521" y="1323622"/>
                  <a:pt x="3522521" y="1323622"/>
                  <a:pt x="3522521" y="1323622"/>
                </a:cubicBezTo>
                <a:cubicBezTo>
                  <a:pt x="3517916" y="1316919"/>
                  <a:pt x="3482138" y="1321505"/>
                  <a:pt x="3509060" y="1316919"/>
                </a:cubicBezTo>
                <a:cubicBezTo>
                  <a:pt x="3513311" y="1314803"/>
                  <a:pt x="3517916" y="1308100"/>
                  <a:pt x="3524646" y="1310216"/>
                </a:cubicBezTo>
                <a:close/>
                <a:moveTo>
                  <a:pt x="3384306" y="1309194"/>
                </a:moveTo>
                <a:cubicBezTo>
                  <a:pt x="3393391" y="1304925"/>
                  <a:pt x="3395935" y="1322715"/>
                  <a:pt x="3400296" y="1311685"/>
                </a:cubicBezTo>
                <a:cubicBezTo>
                  <a:pt x="3411925" y="1320580"/>
                  <a:pt x="3386486" y="1315955"/>
                  <a:pt x="3389030" y="1325206"/>
                </a:cubicBezTo>
                <a:cubicBezTo>
                  <a:pt x="3382125" y="1325206"/>
                  <a:pt x="3382125" y="1318446"/>
                  <a:pt x="3384306" y="1309194"/>
                </a:cubicBezTo>
                <a:close/>
                <a:moveTo>
                  <a:pt x="5597813" y="1303337"/>
                </a:moveTo>
                <a:cubicBezTo>
                  <a:pt x="5604701" y="1305697"/>
                  <a:pt x="5613854" y="1311506"/>
                  <a:pt x="5619835" y="1317542"/>
                </a:cubicBezTo>
                <a:lnTo>
                  <a:pt x="5620308" y="1318248"/>
                </a:lnTo>
                <a:lnTo>
                  <a:pt x="5629667" y="1316447"/>
                </a:lnTo>
                <a:cubicBezTo>
                  <a:pt x="5629130" y="1319828"/>
                  <a:pt x="5627318" y="1321940"/>
                  <a:pt x="5624723" y="1323208"/>
                </a:cubicBezTo>
                <a:lnTo>
                  <a:pt x="5623748" y="1323379"/>
                </a:lnTo>
                <a:lnTo>
                  <a:pt x="5625748" y="1326363"/>
                </a:lnTo>
                <a:cubicBezTo>
                  <a:pt x="5626473" y="1329092"/>
                  <a:pt x="5625725" y="1331474"/>
                  <a:pt x="5622825" y="1333108"/>
                </a:cubicBezTo>
                <a:cubicBezTo>
                  <a:pt x="5613763" y="1321853"/>
                  <a:pt x="5618475" y="1363242"/>
                  <a:pt x="5604700" y="1358522"/>
                </a:cubicBezTo>
                <a:cubicBezTo>
                  <a:pt x="5606875" y="1370140"/>
                  <a:pt x="5615938" y="1367599"/>
                  <a:pt x="5609050" y="1377038"/>
                </a:cubicBezTo>
                <a:cubicBezTo>
                  <a:pt x="5604700" y="1372319"/>
                  <a:pt x="5606875" y="1381395"/>
                  <a:pt x="5599988" y="1383937"/>
                </a:cubicBezTo>
                <a:cubicBezTo>
                  <a:pt x="5594369" y="1368870"/>
                  <a:pt x="5593825" y="1356162"/>
                  <a:pt x="5594686" y="1343501"/>
                </a:cubicBezTo>
                <a:lnTo>
                  <a:pt x="5596249" y="1323423"/>
                </a:lnTo>
                <a:lnTo>
                  <a:pt x="5593513" y="1323208"/>
                </a:lnTo>
                <a:lnTo>
                  <a:pt x="5596468" y="1320609"/>
                </a:lnTo>
                <a:close/>
                <a:moveTo>
                  <a:pt x="2193374" y="1301299"/>
                </a:moveTo>
                <a:cubicBezTo>
                  <a:pt x="2181853" y="1296620"/>
                  <a:pt x="2170692" y="1308138"/>
                  <a:pt x="2170692" y="1317137"/>
                </a:cubicBezTo>
                <a:cubicBezTo>
                  <a:pt x="2181853" y="1314977"/>
                  <a:pt x="2190854" y="1310298"/>
                  <a:pt x="2193374" y="1301299"/>
                </a:cubicBezTo>
                <a:close/>
                <a:moveTo>
                  <a:pt x="3951061" y="1298079"/>
                </a:moveTo>
                <a:cubicBezTo>
                  <a:pt x="3951061" y="1300261"/>
                  <a:pt x="3953259" y="1302444"/>
                  <a:pt x="3953259" y="1302444"/>
                </a:cubicBezTo>
                <a:lnTo>
                  <a:pt x="3951061" y="1298159"/>
                </a:lnTo>
                <a:close/>
                <a:moveTo>
                  <a:pt x="5271325" y="1297964"/>
                </a:moveTo>
                <a:cubicBezTo>
                  <a:pt x="5289928" y="1295400"/>
                  <a:pt x="5271325" y="1307123"/>
                  <a:pt x="5289928" y="1309321"/>
                </a:cubicBezTo>
                <a:cubicBezTo>
                  <a:pt x="5285463" y="1314083"/>
                  <a:pt x="5282859" y="1316281"/>
                  <a:pt x="5282859" y="1318845"/>
                </a:cubicBezTo>
                <a:cubicBezTo>
                  <a:pt x="5278394" y="1307123"/>
                  <a:pt x="5266488" y="1307123"/>
                  <a:pt x="5271325" y="1297964"/>
                </a:cubicBezTo>
                <a:close/>
                <a:moveTo>
                  <a:pt x="2234418" y="1296620"/>
                </a:moveTo>
                <a:cubicBezTo>
                  <a:pt x="2220737" y="1305978"/>
                  <a:pt x="2207055" y="1294460"/>
                  <a:pt x="2204535" y="1310298"/>
                </a:cubicBezTo>
                <a:cubicBezTo>
                  <a:pt x="2216056" y="1310298"/>
                  <a:pt x="2227578" y="1305978"/>
                  <a:pt x="2234418" y="1296620"/>
                </a:cubicBezTo>
                <a:close/>
                <a:moveTo>
                  <a:pt x="3949075" y="1294287"/>
                </a:moveTo>
                <a:lnTo>
                  <a:pt x="3951061" y="1298159"/>
                </a:lnTo>
                <a:lnTo>
                  <a:pt x="3951061" y="1302444"/>
                </a:lnTo>
                <a:cubicBezTo>
                  <a:pt x="3951061" y="1311903"/>
                  <a:pt x="3941536" y="1304991"/>
                  <a:pt x="3939338" y="1314086"/>
                </a:cubicBezTo>
                <a:cubicBezTo>
                  <a:pt x="3939338" y="1312449"/>
                  <a:pt x="3944490" y="1293827"/>
                  <a:pt x="3949075" y="1294287"/>
                </a:cubicBezTo>
                <a:close/>
                <a:moveTo>
                  <a:pt x="3094732" y="1292393"/>
                </a:moveTo>
                <a:cubicBezTo>
                  <a:pt x="3099152" y="1293244"/>
                  <a:pt x="3106824" y="1300450"/>
                  <a:pt x="3111894" y="1298848"/>
                </a:cubicBezTo>
                <a:cubicBezTo>
                  <a:pt x="3111894" y="1307744"/>
                  <a:pt x="3096239" y="1300983"/>
                  <a:pt x="3091613" y="1303118"/>
                </a:cubicBezTo>
                <a:cubicBezTo>
                  <a:pt x="3093748" y="1298848"/>
                  <a:pt x="3096239" y="1296357"/>
                  <a:pt x="3091613" y="1294222"/>
                </a:cubicBezTo>
                <a:cubicBezTo>
                  <a:pt x="3092147" y="1292532"/>
                  <a:pt x="3093259" y="1292110"/>
                  <a:pt x="3094732" y="1292393"/>
                </a:cubicBezTo>
                <a:close/>
                <a:moveTo>
                  <a:pt x="3906000" y="1292225"/>
                </a:moveTo>
                <a:cubicBezTo>
                  <a:pt x="3908779" y="1294457"/>
                  <a:pt x="3911160" y="1306363"/>
                  <a:pt x="3913541" y="1306363"/>
                </a:cubicBezTo>
                <a:cubicBezTo>
                  <a:pt x="3913541" y="1315665"/>
                  <a:pt x="3911160" y="1315665"/>
                  <a:pt x="3908779" y="1315665"/>
                </a:cubicBezTo>
                <a:cubicBezTo>
                  <a:pt x="3906000" y="1303759"/>
                  <a:pt x="3908779" y="1301526"/>
                  <a:pt x="3906000" y="1292225"/>
                </a:cubicBezTo>
                <a:close/>
                <a:moveTo>
                  <a:pt x="3900841" y="1292225"/>
                </a:moveTo>
                <a:cubicBezTo>
                  <a:pt x="3900841" y="1299003"/>
                  <a:pt x="3903222" y="1305781"/>
                  <a:pt x="3905603" y="1303284"/>
                </a:cubicBezTo>
                <a:cubicBezTo>
                  <a:pt x="3903222" y="1307921"/>
                  <a:pt x="3905603" y="1323618"/>
                  <a:pt x="3900841" y="1323618"/>
                </a:cubicBezTo>
                <a:cubicBezTo>
                  <a:pt x="3898063" y="1310062"/>
                  <a:pt x="3903222" y="1312559"/>
                  <a:pt x="3903222" y="1307921"/>
                </a:cubicBezTo>
                <a:cubicBezTo>
                  <a:pt x="3900841" y="1303284"/>
                  <a:pt x="3900841" y="1301143"/>
                  <a:pt x="3898063" y="1296506"/>
                </a:cubicBezTo>
                <a:cubicBezTo>
                  <a:pt x="3898063" y="1292225"/>
                  <a:pt x="3900841" y="1294365"/>
                  <a:pt x="3900841" y="1292225"/>
                </a:cubicBezTo>
                <a:close/>
                <a:moveTo>
                  <a:pt x="5465887" y="1290780"/>
                </a:moveTo>
                <a:lnTo>
                  <a:pt x="5463610" y="1290828"/>
                </a:lnTo>
                <a:lnTo>
                  <a:pt x="5466213" y="1291867"/>
                </a:lnTo>
                <a:close/>
                <a:moveTo>
                  <a:pt x="4841094" y="1280782"/>
                </a:moveTo>
                <a:cubicBezTo>
                  <a:pt x="4834613" y="1290141"/>
                  <a:pt x="4838934" y="1292300"/>
                  <a:pt x="4832093" y="1299139"/>
                </a:cubicBezTo>
                <a:cubicBezTo>
                  <a:pt x="4847935" y="1310298"/>
                  <a:pt x="4845775" y="1287621"/>
                  <a:pt x="4841094" y="1280782"/>
                </a:cubicBezTo>
                <a:close/>
                <a:moveTo>
                  <a:pt x="5445693" y="1280347"/>
                </a:moveTo>
                <a:lnTo>
                  <a:pt x="5445457" y="1281013"/>
                </a:lnTo>
                <a:lnTo>
                  <a:pt x="5445962" y="1281046"/>
                </a:lnTo>
                <a:close/>
                <a:moveTo>
                  <a:pt x="5345612" y="1280347"/>
                </a:moveTo>
                <a:cubicBezTo>
                  <a:pt x="5336612" y="1287187"/>
                  <a:pt x="5343452" y="1291867"/>
                  <a:pt x="5343452" y="1298708"/>
                </a:cubicBezTo>
                <a:cubicBezTo>
                  <a:pt x="5345612" y="1296188"/>
                  <a:pt x="5359292" y="1291867"/>
                  <a:pt x="5345612" y="1280347"/>
                </a:cubicBezTo>
                <a:close/>
                <a:moveTo>
                  <a:pt x="6021337" y="1276026"/>
                </a:moveTo>
                <a:cubicBezTo>
                  <a:pt x="6019177" y="1291867"/>
                  <a:pt x="6010177" y="1280347"/>
                  <a:pt x="6000817" y="1289707"/>
                </a:cubicBezTo>
                <a:cubicBezTo>
                  <a:pt x="6014497" y="1298708"/>
                  <a:pt x="5989657" y="1305548"/>
                  <a:pt x="5998657" y="1314549"/>
                </a:cubicBezTo>
                <a:cubicBezTo>
                  <a:pt x="6005497" y="1298708"/>
                  <a:pt x="6039697" y="1296188"/>
                  <a:pt x="6021337" y="1276026"/>
                </a:cubicBezTo>
                <a:close/>
                <a:moveTo>
                  <a:pt x="2440845" y="1273175"/>
                </a:moveTo>
                <a:cubicBezTo>
                  <a:pt x="2440845" y="1277937"/>
                  <a:pt x="2442994" y="1280135"/>
                  <a:pt x="2445142" y="1280135"/>
                </a:cubicBezTo>
                <a:cubicBezTo>
                  <a:pt x="2434042" y="1287096"/>
                  <a:pt x="2417928" y="1287096"/>
                  <a:pt x="2397875" y="1291858"/>
                </a:cubicBezTo>
                <a:cubicBezTo>
                  <a:pt x="2404321" y="1282700"/>
                  <a:pt x="2431535" y="1282700"/>
                  <a:pt x="2440845" y="1273175"/>
                </a:cubicBezTo>
                <a:close/>
                <a:moveTo>
                  <a:pt x="1829589" y="1271587"/>
                </a:moveTo>
                <a:cubicBezTo>
                  <a:pt x="1833950" y="1280349"/>
                  <a:pt x="1833950" y="1280349"/>
                  <a:pt x="1833950" y="1280349"/>
                </a:cubicBezTo>
                <a:cubicBezTo>
                  <a:pt x="1827045" y="1273690"/>
                  <a:pt x="1806694" y="1298224"/>
                  <a:pt x="1804150" y="1282803"/>
                </a:cubicBezTo>
                <a:close/>
                <a:moveTo>
                  <a:pt x="3918198" y="1270576"/>
                </a:moveTo>
                <a:cubicBezTo>
                  <a:pt x="3923933" y="1268598"/>
                  <a:pt x="3930214" y="1271475"/>
                  <a:pt x="3933673" y="1284064"/>
                </a:cubicBezTo>
                <a:cubicBezTo>
                  <a:pt x="3938406" y="1284064"/>
                  <a:pt x="3938406" y="1281906"/>
                  <a:pt x="3945324" y="1284064"/>
                </a:cubicBezTo>
                <a:cubicBezTo>
                  <a:pt x="3940591" y="1299889"/>
                  <a:pt x="3924570" y="1304565"/>
                  <a:pt x="3915467" y="1304565"/>
                </a:cubicBezTo>
                <a:cubicBezTo>
                  <a:pt x="3915467" y="1290898"/>
                  <a:pt x="3931488" y="1297731"/>
                  <a:pt x="3935857" y="1295214"/>
                </a:cubicBezTo>
                <a:cubicBezTo>
                  <a:pt x="3935857" y="1284064"/>
                  <a:pt x="3926755" y="1281906"/>
                  <a:pt x="3924570" y="1275072"/>
                </a:cubicBezTo>
                <a:cubicBezTo>
                  <a:pt x="3926755" y="1286222"/>
                  <a:pt x="3912918" y="1284064"/>
                  <a:pt x="3906000" y="1286222"/>
                </a:cubicBezTo>
                <a:cubicBezTo>
                  <a:pt x="3907275" y="1279388"/>
                  <a:pt x="3912463" y="1272554"/>
                  <a:pt x="3918198" y="1270576"/>
                </a:cubicBezTo>
                <a:close/>
                <a:moveTo>
                  <a:pt x="4370164" y="1267104"/>
                </a:moveTo>
                <a:cubicBezTo>
                  <a:pt x="4370164" y="1273943"/>
                  <a:pt x="4372685" y="1280782"/>
                  <a:pt x="4365844" y="1285461"/>
                </a:cubicBezTo>
                <a:cubicBezTo>
                  <a:pt x="4374845" y="1294460"/>
                  <a:pt x="4379525" y="1280782"/>
                  <a:pt x="4377005" y="1276463"/>
                </a:cubicBezTo>
                <a:cubicBezTo>
                  <a:pt x="4370164" y="1278622"/>
                  <a:pt x="4377005" y="1271783"/>
                  <a:pt x="4370164" y="1267104"/>
                </a:cubicBezTo>
                <a:close/>
                <a:moveTo>
                  <a:pt x="4917104" y="1266825"/>
                </a:moveTo>
                <a:cubicBezTo>
                  <a:pt x="4919608" y="1273785"/>
                  <a:pt x="4926405" y="1278548"/>
                  <a:pt x="4921755" y="1285508"/>
                </a:cubicBezTo>
                <a:cubicBezTo>
                  <a:pt x="4912811" y="1280746"/>
                  <a:pt x="4910307" y="1290270"/>
                  <a:pt x="4901363" y="1283310"/>
                </a:cubicBezTo>
                <a:cubicBezTo>
                  <a:pt x="4912811" y="1280746"/>
                  <a:pt x="4919608" y="1280746"/>
                  <a:pt x="4917104" y="1266825"/>
                </a:cubicBezTo>
                <a:close/>
                <a:moveTo>
                  <a:pt x="4888133" y="1266825"/>
                </a:moveTo>
                <a:cubicBezTo>
                  <a:pt x="4899422" y="1282933"/>
                  <a:pt x="4883547" y="1298683"/>
                  <a:pt x="4876844" y="1302979"/>
                </a:cubicBezTo>
                <a:cubicBezTo>
                  <a:pt x="4868025" y="1294030"/>
                  <a:pt x="4888133" y="1280427"/>
                  <a:pt x="4888133" y="1266825"/>
                </a:cubicBezTo>
                <a:close/>
                <a:moveTo>
                  <a:pt x="2474446" y="1266825"/>
                </a:moveTo>
                <a:cubicBezTo>
                  <a:pt x="2472344" y="1271587"/>
                  <a:pt x="2472344" y="1276350"/>
                  <a:pt x="2476900" y="1276350"/>
                </a:cubicBezTo>
                <a:cubicBezTo>
                  <a:pt x="2467787" y="1285508"/>
                  <a:pt x="2467787" y="1269389"/>
                  <a:pt x="2450263" y="1280746"/>
                </a:cubicBezTo>
                <a:cubicBezTo>
                  <a:pt x="2450263" y="1271587"/>
                  <a:pt x="2463582" y="1269389"/>
                  <a:pt x="2474446" y="1266825"/>
                </a:cubicBezTo>
                <a:close/>
                <a:moveTo>
                  <a:pt x="2446729" y="1262062"/>
                </a:moveTo>
                <a:cubicBezTo>
                  <a:pt x="2430900" y="1275618"/>
                  <a:pt x="2392409" y="1273121"/>
                  <a:pt x="2374063" y="1293455"/>
                </a:cubicBezTo>
                <a:cubicBezTo>
                  <a:pt x="2383416" y="1270980"/>
                  <a:pt x="2421907" y="1268840"/>
                  <a:pt x="2446729" y="1262062"/>
                </a:cubicBezTo>
                <a:close/>
                <a:moveTo>
                  <a:pt x="3939923" y="1257862"/>
                </a:moveTo>
                <a:cubicBezTo>
                  <a:pt x="3946802" y="1260045"/>
                  <a:pt x="3948974" y="1264774"/>
                  <a:pt x="3955854" y="1266957"/>
                </a:cubicBezTo>
                <a:cubicBezTo>
                  <a:pt x="3958026" y="1285511"/>
                  <a:pt x="3937750" y="1250950"/>
                  <a:pt x="3946802" y="1280782"/>
                </a:cubicBezTo>
                <a:cubicBezTo>
                  <a:pt x="3944630" y="1276416"/>
                  <a:pt x="3939923" y="1264774"/>
                  <a:pt x="3939923" y="1257862"/>
                </a:cubicBezTo>
                <a:close/>
                <a:moveTo>
                  <a:pt x="2571476" y="1257847"/>
                </a:moveTo>
                <a:cubicBezTo>
                  <a:pt x="2578363" y="1255712"/>
                  <a:pt x="2580538" y="1262472"/>
                  <a:pt x="2589601" y="1259982"/>
                </a:cubicBezTo>
                <a:cubicBezTo>
                  <a:pt x="2580538" y="1273503"/>
                  <a:pt x="2573651" y="1269233"/>
                  <a:pt x="2555525" y="1275994"/>
                </a:cubicBezTo>
                <a:cubicBezTo>
                  <a:pt x="2543925" y="1273503"/>
                  <a:pt x="2578363" y="1271368"/>
                  <a:pt x="2571476" y="1257847"/>
                </a:cubicBezTo>
                <a:close/>
                <a:moveTo>
                  <a:pt x="3969897" y="1257300"/>
                </a:moveTo>
                <a:cubicBezTo>
                  <a:pt x="3972278" y="1268075"/>
                  <a:pt x="3967516" y="1263698"/>
                  <a:pt x="3964738" y="1265718"/>
                </a:cubicBezTo>
                <a:cubicBezTo>
                  <a:pt x="3964738" y="1259320"/>
                  <a:pt x="3967516" y="1257300"/>
                  <a:pt x="3969897" y="1257300"/>
                </a:cubicBezTo>
                <a:close/>
                <a:moveTo>
                  <a:pt x="3960372" y="1255712"/>
                </a:moveTo>
                <a:cubicBezTo>
                  <a:pt x="3962753" y="1269633"/>
                  <a:pt x="3960372" y="1269633"/>
                  <a:pt x="3957594" y="1269633"/>
                </a:cubicBezTo>
                <a:cubicBezTo>
                  <a:pt x="3955213" y="1262673"/>
                  <a:pt x="3955213" y="1255712"/>
                  <a:pt x="3960372" y="1255712"/>
                </a:cubicBezTo>
                <a:close/>
                <a:moveTo>
                  <a:pt x="2099408" y="1252026"/>
                </a:moveTo>
                <a:cubicBezTo>
                  <a:pt x="2110642" y="1247775"/>
                  <a:pt x="2106293" y="1265486"/>
                  <a:pt x="2119701" y="1256631"/>
                </a:cubicBezTo>
                <a:cubicBezTo>
                  <a:pt x="2110642" y="1270091"/>
                  <a:pt x="2067158" y="1290283"/>
                  <a:pt x="2053388" y="1283552"/>
                </a:cubicBezTo>
                <a:cubicBezTo>
                  <a:pt x="2055925" y="1274696"/>
                  <a:pt x="2062810" y="1270091"/>
                  <a:pt x="2074043" y="1265486"/>
                </a:cubicBezTo>
                <a:cubicBezTo>
                  <a:pt x="2058099" y="1281427"/>
                  <a:pt x="2117527" y="1265486"/>
                  <a:pt x="2099408" y="1252026"/>
                </a:cubicBezTo>
                <a:close/>
                <a:moveTo>
                  <a:pt x="4411209" y="1249107"/>
                </a:moveTo>
                <a:cubicBezTo>
                  <a:pt x="4413369" y="1253426"/>
                  <a:pt x="4406888" y="1258105"/>
                  <a:pt x="4404368" y="1258105"/>
                </a:cubicBezTo>
                <a:cubicBezTo>
                  <a:pt x="4415889" y="1271783"/>
                  <a:pt x="4418049" y="1249107"/>
                  <a:pt x="4411209" y="1249107"/>
                </a:cubicBezTo>
                <a:close/>
                <a:moveTo>
                  <a:pt x="5515372" y="1247775"/>
                </a:moveTo>
                <a:cubicBezTo>
                  <a:pt x="5495264" y="1268123"/>
                  <a:pt x="5506553" y="1292756"/>
                  <a:pt x="5477625" y="1322030"/>
                </a:cubicBezTo>
                <a:cubicBezTo>
                  <a:pt x="5482211" y="1306322"/>
                  <a:pt x="5486444" y="1247775"/>
                  <a:pt x="5515372" y="1247775"/>
                </a:cubicBezTo>
                <a:close/>
                <a:moveTo>
                  <a:pt x="3982536" y="1247568"/>
                </a:moveTo>
                <a:cubicBezTo>
                  <a:pt x="3984683" y="1243012"/>
                  <a:pt x="3987187" y="1251774"/>
                  <a:pt x="3989333" y="1249671"/>
                </a:cubicBezTo>
                <a:cubicBezTo>
                  <a:pt x="3996131" y="1269649"/>
                  <a:pt x="3982536" y="1245115"/>
                  <a:pt x="3989333" y="1260887"/>
                </a:cubicBezTo>
                <a:cubicBezTo>
                  <a:pt x="3991480" y="1269649"/>
                  <a:pt x="3984683" y="1262990"/>
                  <a:pt x="3984683" y="1258433"/>
                </a:cubicBezTo>
                <a:cubicBezTo>
                  <a:pt x="3971088" y="1267546"/>
                  <a:pt x="3978243" y="1251774"/>
                  <a:pt x="3984683" y="1254228"/>
                </a:cubicBezTo>
                <a:cubicBezTo>
                  <a:pt x="3984683" y="1254228"/>
                  <a:pt x="3984683" y="1249671"/>
                  <a:pt x="3982536" y="1247568"/>
                </a:cubicBezTo>
                <a:close/>
                <a:moveTo>
                  <a:pt x="3996125" y="1242339"/>
                </a:moveTo>
                <a:cubicBezTo>
                  <a:pt x="3998282" y="1240958"/>
                  <a:pt x="4001561" y="1242080"/>
                  <a:pt x="4004839" y="1244323"/>
                </a:cubicBezTo>
                <a:cubicBezTo>
                  <a:pt x="4004839" y="1246394"/>
                  <a:pt x="4004839" y="1250880"/>
                  <a:pt x="4007255" y="1255367"/>
                </a:cubicBezTo>
                <a:cubicBezTo>
                  <a:pt x="3998282" y="1246394"/>
                  <a:pt x="4000698" y="1250880"/>
                  <a:pt x="3994141" y="1255367"/>
                </a:cubicBezTo>
                <a:cubicBezTo>
                  <a:pt x="3992933" y="1247602"/>
                  <a:pt x="3993969" y="1243719"/>
                  <a:pt x="3996125" y="1242339"/>
                </a:cubicBezTo>
                <a:close/>
                <a:moveTo>
                  <a:pt x="2173680" y="1239837"/>
                </a:moveTo>
                <a:cubicBezTo>
                  <a:pt x="2173680" y="1258520"/>
                  <a:pt x="2151128" y="1246797"/>
                  <a:pt x="2137525" y="1253758"/>
                </a:cubicBezTo>
                <a:cubicBezTo>
                  <a:pt x="2140031" y="1242401"/>
                  <a:pt x="2160077" y="1251560"/>
                  <a:pt x="2173680" y="1239837"/>
                </a:cubicBezTo>
                <a:close/>
                <a:moveTo>
                  <a:pt x="5360108" y="1238696"/>
                </a:moveTo>
                <a:cubicBezTo>
                  <a:pt x="5357515" y="1238989"/>
                  <a:pt x="5354252" y="1240564"/>
                  <a:pt x="5350292" y="1243984"/>
                </a:cubicBezTo>
                <a:cubicBezTo>
                  <a:pt x="5366132" y="1248664"/>
                  <a:pt x="5343452" y="1246144"/>
                  <a:pt x="5336612" y="1250825"/>
                </a:cubicBezTo>
                <a:cubicBezTo>
                  <a:pt x="5338772" y="1252985"/>
                  <a:pt x="5341292" y="1255505"/>
                  <a:pt x="5338772" y="1257665"/>
                </a:cubicBezTo>
                <a:cubicBezTo>
                  <a:pt x="5336612" y="1255325"/>
                  <a:pt x="5334362" y="1254785"/>
                  <a:pt x="5332112" y="1254245"/>
                </a:cubicBezTo>
                <a:lnTo>
                  <a:pt x="5329326" y="1252814"/>
                </a:lnTo>
                <a:lnTo>
                  <a:pt x="5329022" y="1256188"/>
                </a:lnTo>
                <a:lnTo>
                  <a:pt x="5325974" y="1259952"/>
                </a:lnTo>
                <a:lnTo>
                  <a:pt x="5336612" y="1259825"/>
                </a:lnTo>
                <a:cubicBezTo>
                  <a:pt x="5336612" y="1266666"/>
                  <a:pt x="5341292" y="1282867"/>
                  <a:pt x="5352452" y="1276026"/>
                </a:cubicBezTo>
                <a:cubicBezTo>
                  <a:pt x="5354792" y="1273686"/>
                  <a:pt x="5351372" y="1270806"/>
                  <a:pt x="5348222" y="1267656"/>
                </a:cubicBezTo>
                <a:lnTo>
                  <a:pt x="5345967" y="1264727"/>
                </a:lnTo>
                <a:lnTo>
                  <a:pt x="5344418" y="1264209"/>
                </a:lnTo>
                <a:lnTo>
                  <a:pt x="5344552" y="1262890"/>
                </a:lnTo>
                <a:lnTo>
                  <a:pt x="5344453" y="1262762"/>
                </a:lnTo>
                <a:lnTo>
                  <a:pt x="5344655" y="1261877"/>
                </a:lnTo>
                <a:lnTo>
                  <a:pt x="5344936" y="1259104"/>
                </a:lnTo>
                <a:cubicBezTo>
                  <a:pt x="5346377" y="1255290"/>
                  <a:pt x="5348703" y="1251198"/>
                  <a:pt x="5344052" y="1250081"/>
                </a:cubicBezTo>
                <a:cubicBezTo>
                  <a:pt x="5346377" y="1248314"/>
                  <a:pt x="5348424" y="1247872"/>
                  <a:pt x="5350075" y="1248349"/>
                </a:cubicBezTo>
                <a:cubicBezTo>
                  <a:pt x="5352552" y="1249064"/>
                  <a:pt x="5354139" y="1251846"/>
                  <a:pt x="5354444" y="1255321"/>
                </a:cubicBezTo>
                <a:lnTo>
                  <a:pt x="5353610" y="1258113"/>
                </a:lnTo>
                <a:lnTo>
                  <a:pt x="5356817" y="1255640"/>
                </a:lnTo>
                <a:cubicBezTo>
                  <a:pt x="5359922" y="1252535"/>
                  <a:pt x="5362712" y="1249745"/>
                  <a:pt x="5366132" y="1255505"/>
                </a:cubicBezTo>
                <a:cubicBezTo>
                  <a:pt x="5369642" y="1248484"/>
                  <a:pt x="5367887" y="1237819"/>
                  <a:pt x="5360108" y="1238696"/>
                </a:cubicBezTo>
                <a:close/>
                <a:moveTo>
                  <a:pt x="5795547" y="1236662"/>
                </a:moveTo>
                <a:cubicBezTo>
                  <a:pt x="5802616" y="1243463"/>
                  <a:pt x="5793315" y="1252412"/>
                  <a:pt x="5807453" y="1259214"/>
                </a:cubicBezTo>
                <a:cubicBezTo>
                  <a:pt x="5788850" y="1272817"/>
                  <a:pt x="5784013" y="1243463"/>
                  <a:pt x="5795547" y="1236662"/>
                </a:cubicBezTo>
                <a:close/>
                <a:moveTo>
                  <a:pt x="2388850" y="1235622"/>
                </a:moveTo>
                <a:cubicBezTo>
                  <a:pt x="2392230" y="1234204"/>
                  <a:pt x="2396767" y="1234204"/>
                  <a:pt x="2400147" y="1236508"/>
                </a:cubicBezTo>
                <a:cubicBezTo>
                  <a:pt x="2402282" y="1243243"/>
                  <a:pt x="2386626" y="1268057"/>
                  <a:pt x="2384491" y="1252105"/>
                </a:cubicBezTo>
                <a:lnTo>
                  <a:pt x="2393387" y="1249979"/>
                </a:lnTo>
                <a:cubicBezTo>
                  <a:pt x="2393387" y="1243243"/>
                  <a:pt x="2388761" y="1243243"/>
                  <a:pt x="2384491" y="1243243"/>
                </a:cubicBezTo>
                <a:cubicBezTo>
                  <a:pt x="2383246" y="1239876"/>
                  <a:pt x="2385470" y="1237040"/>
                  <a:pt x="2388850" y="1235622"/>
                </a:cubicBezTo>
                <a:close/>
                <a:moveTo>
                  <a:pt x="5570594" y="1231900"/>
                </a:moveTo>
                <a:cubicBezTo>
                  <a:pt x="5582042" y="1238860"/>
                  <a:pt x="5563797" y="1255345"/>
                  <a:pt x="5557000" y="1252781"/>
                </a:cubicBezTo>
                <a:cubicBezTo>
                  <a:pt x="5559146" y="1245821"/>
                  <a:pt x="5557000" y="1238860"/>
                  <a:pt x="5570594" y="1231900"/>
                </a:cubicBezTo>
                <a:close/>
                <a:moveTo>
                  <a:pt x="2842016" y="1231900"/>
                </a:moveTo>
                <a:cubicBezTo>
                  <a:pt x="2828357" y="1238860"/>
                  <a:pt x="2805713" y="1255345"/>
                  <a:pt x="2785225" y="1245821"/>
                </a:cubicBezTo>
                <a:cubicBezTo>
                  <a:pt x="2798884" y="1236662"/>
                  <a:pt x="2826201" y="1238860"/>
                  <a:pt x="2842016" y="1231900"/>
                </a:cubicBezTo>
                <a:close/>
                <a:moveTo>
                  <a:pt x="2202690" y="1230902"/>
                </a:moveTo>
                <a:cubicBezTo>
                  <a:pt x="2211775" y="1242513"/>
                  <a:pt x="2188880" y="1239973"/>
                  <a:pt x="2197965" y="1249408"/>
                </a:cubicBezTo>
                <a:cubicBezTo>
                  <a:pt x="2186700" y="1253762"/>
                  <a:pt x="2188880" y="1239973"/>
                  <a:pt x="2181975" y="1242513"/>
                </a:cubicBezTo>
                <a:cubicBezTo>
                  <a:pt x="2181975" y="1228725"/>
                  <a:pt x="2188880" y="1237796"/>
                  <a:pt x="2202690" y="1230902"/>
                </a:cubicBezTo>
                <a:close/>
                <a:moveTo>
                  <a:pt x="2445589" y="1227242"/>
                </a:moveTo>
                <a:cubicBezTo>
                  <a:pt x="2449656" y="1227005"/>
                  <a:pt x="2452941" y="1227137"/>
                  <a:pt x="2454663" y="1227666"/>
                </a:cubicBezTo>
                <a:cubicBezTo>
                  <a:pt x="2450313" y="1236486"/>
                  <a:pt x="2418051" y="1241072"/>
                  <a:pt x="2408988" y="1238603"/>
                </a:cubicBezTo>
                <a:cubicBezTo>
                  <a:pt x="2414154" y="1231988"/>
                  <a:pt x="2433389" y="1227953"/>
                  <a:pt x="2445589" y="1227242"/>
                </a:cubicBezTo>
                <a:close/>
                <a:moveTo>
                  <a:pt x="5132212" y="1223962"/>
                </a:moveTo>
                <a:cubicBezTo>
                  <a:pt x="5139124" y="1232911"/>
                  <a:pt x="5127846" y="1246514"/>
                  <a:pt x="5130029" y="1255821"/>
                </a:cubicBezTo>
                <a:cubicBezTo>
                  <a:pt x="5118387" y="1260117"/>
                  <a:pt x="5118387" y="1253315"/>
                  <a:pt x="5104563" y="1249020"/>
                </a:cubicBezTo>
                <a:cubicBezTo>
                  <a:pt x="5125300" y="1244366"/>
                  <a:pt x="5118387" y="1237565"/>
                  <a:pt x="5132212" y="1223962"/>
                </a:cubicBezTo>
                <a:close/>
                <a:moveTo>
                  <a:pt x="5632609" y="1221316"/>
                </a:moveTo>
                <a:cubicBezTo>
                  <a:pt x="5637262" y="1232540"/>
                  <a:pt x="5646211" y="1214437"/>
                  <a:pt x="5648717" y="1226023"/>
                </a:cubicBezTo>
                <a:cubicBezTo>
                  <a:pt x="5641916" y="1232540"/>
                  <a:pt x="5644064" y="1237247"/>
                  <a:pt x="5632609" y="1244126"/>
                </a:cubicBezTo>
                <a:cubicBezTo>
                  <a:pt x="5639410" y="1251005"/>
                  <a:pt x="5635115" y="1264763"/>
                  <a:pt x="5648717" y="1266936"/>
                </a:cubicBezTo>
                <a:cubicBezTo>
                  <a:pt x="5648717" y="1276349"/>
                  <a:pt x="5641916" y="1269470"/>
                  <a:pt x="5632609" y="1278522"/>
                </a:cubicBezTo>
                <a:cubicBezTo>
                  <a:pt x="5630461" y="1287573"/>
                  <a:pt x="5648717" y="1285401"/>
                  <a:pt x="5639410" y="1296625"/>
                </a:cubicBezTo>
                <a:cubicBezTo>
                  <a:pt x="5630461" y="1290108"/>
                  <a:pt x="5621512" y="1296625"/>
                  <a:pt x="5612563" y="1285401"/>
                </a:cubicBezTo>
                <a:cubicBezTo>
                  <a:pt x="5626166" y="1264763"/>
                  <a:pt x="5616859" y="1246298"/>
                  <a:pt x="5632609" y="1226023"/>
                </a:cubicBezTo>
                <a:cubicBezTo>
                  <a:pt x="5630461" y="1223488"/>
                  <a:pt x="5630461" y="1223488"/>
                  <a:pt x="5632609" y="1221316"/>
                </a:cubicBezTo>
                <a:close/>
                <a:moveTo>
                  <a:pt x="5837015" y="1221303"/>
                </a:moveTo>
                <a:cubicBezTo>
                  <a:pt x="5831435" y="1225803"/>
                  <a:pt x="5826935" y="1234894"/>
                  <a:pt x="5825225" y="1245154"/>
                </a:cubicBezTo>
                <a:lnTo>
                  <a:pt x="5829705" y="1273094"/>
                </a:lnTo>
                <a:lnTo>
                  <a:pt x="5831099" y="1271876"/>
                </a:lnTo>
                <a:lnTo>
                  <a:pt x="5836295" y="1248530"/>
                </a:lnTo>
                <a:lnTo>
                  <a:pt x="5836337" y="1246929"/>
                </a:lnTo>
                <a:lnTo>
                  <a:pt x="5836161" y="1238402"/>
                </a:lnTo>
                <a:lnTo>
                  <a:pt x="5836608" y="1236707"/>
                </a:lnTo>
                <a:close/>
                <a:moveTo>
                  <a:pt x="4417175" y="1220611"/>
                </a:moveTo>
                <a:cubicBezTo>
                  <a:pt x="4419310" y="1216025"/>
                  <a:pt x="4430696" y="1229430"/>
                  <a:pt x="4430696" y="1220611"/>
                </a:cubicBezTo>
                <a:cubicBezTo>
                  <a:pt x="4437457" y="1227314"/>
                  <a:pt x="4426071" y="1231547"/>
                  <a:pt x="4417175" y="1220611"/>
                </a:cubicBezTo>
                <a:close/>
                <a:moveTo>
                  <a:pt x="4391341" y="1220431"/>
                </a:moveTo>
                <a:cubicBezTo>
                  <a:pt x="4393876" y="1219268"/>
                  <a:pt x="4398946" y="1221035"/>
                  <a:pt x="4405707" y="1229221"/>
                </a:cubicBezTo>
                <a:cubicBezTo>
                  <a:pt x="4405707" y="1236290"/>
                  <a:pt x="4392186" y="1222151"/>
                  <a:pt x="4392186" y="1229221"/>
                </a:cubicBezTo>
                <a:cubicBezTo>
                  <a:pt x="4388805" y="1225686"/>
                  <a:pt x="4388805" y="1221593"/>
                  <a:pt x="4391341" y="1220431"/>
                </a:cubicBezTo>
                <a:close/>
                <a:moveTo>
                  <a:pt x="4950750" y="1220419"/>
                </a:moveTo>
                <a:cubicBezTo>
                  <a:pt x="4950972" y="1221331"/>
                  <a:pt x="4950528" y="1223154"/>
                  <a:pt x="4949641" y="1225112"/>
                </a:cubicBezTo>
                <a:lnTo>
                  <a:pt x="4946349" y="1229908"/>
                </a:lnTo>
                <a:lnTo>
                  <a:pt x="4949422" y="1230652"/>
                </a:lnTo>
                <a:cubicBezTo>
                  <a:pt x="4953463" y="1233126"/>
                  <a:pt x="4957895" y="1236555"/>
                  <a:pt x="4962922" y="1239085"/>
                </a:cubicBezTo>
                <a:cubicBezTo>
                  <a:pt x="4953750" y="1245832"/>
                  <a:pt x="4944931" y="1245832"/>
                  <a:pt x="4931525" y="1234824"/>
                </a:cubicBezTo>
                <a:lnTo>
                  <a:pt x="4937704" y="1228522"/>
                </a:lnTo>
                <a:lnTo>
                  <a:pt x="4936288" y="1225823"/>
                </a:lnTo>
                <a:cubicBezTo>
                  <a:pt x="4938529" y="1223332"/>
                  <a:pt x="4947867" y="1227958"/>
                  <a:pt x="4947867" y="1221197"/>
                </a:cubicBezTo>
                <a:cubicBezTo>
                  <a:pt x="4949641" y="1219507"/>
                  <a:pt x="4950528" y="1219507"/>
                  <a:pt x="4950750" y="1220419"/>
                </a:cubicBezTo>
                <a:close/>
                <a:moveTo>
                  <a:pt x="5495339" y="1220355"/>
                </a:moveTo>
                <a:cubicBezTo>
                  <a:pt x="5496899" y="1219538"/>
                  <a:pt x="5498329" y="1219538"/>
                  <a:pt x="5499492" y="1221238"/>
                </a:cubicBezTo>
                <a:cubicBezTo>
                  <a:pt x="5490549" y="1230187"/>
                  <a:pt x="5488402" y="1241643"/>
                  <a:pt x="5483751" y="1250592"/>
                </a:cubicBezTo>
                <a:cubicBezTo>
                  <a:pt x="5474450" y="1241643"/>
                  <a:pt x="5481605" y="1234841"/>
                  <a:pt x="5481605" y="1225892"/>
                </a:cubicBezTo>
                <a:cubicBezTo>
                  <a:pt x="5484825" y="1232604"/>
                  <a:pt x="5490661" y="1222804"/>
                  <a:pt x="5495339" y="1220355"/>
                </a:cubicBezTo>
                <a:close/>
                <a:moveTo>
                  <a:pt x="5941290" y="1216025"/>
                </a:moveTo>
                <a:cubicBezTo>
                  <a:pt x="5955100" y="1229849"/>
                  <a:pt x="5948195" y="1238944"/>
                  <a:pt x="5941290" y="1250586"/>
                </a:cubicBezTo>
                <a:cubicBezTo>
                  <a:pt x="5932205" y="1243674"/>
                  <a:pt x="5939110" y="1238944"/>
                  <a:pt x="5932205" y="1234579"/>
                </a:cubicBezTo>
                <a:cubicBezTo>
                  <a:pt x="5929661" y="1234579"/>
                  <a:pt x="5927480" y="1238944"/>
                  <a:pt x="5925300" y="1236761"/>
                </a:cubicBezTo>
                <a:cubicBezTo>
                  <a:pt x="5939110" y="1232032"/>
                  <a:pt x="5932205" y="1227666"/>
                  <a:pt x="5941290" y="1216025"/>
                </a:cubicBezTo>
                <a:close/>
                <a:moveTo>
                  <a:pt x="2809797" y="1212850"/>
                </a:moveTo>
                <a:cubicBezTo>
                  <a:pt x="2816616" y="1212850"/>
                  <a:pt x="2814463" y="1222041"/>
                  <a:pt x="2816616" y="1229026"/>
                </a:cubicBezTo>
                <a:cubicBezTo>
                  <a:pt x="2802978" y="1229026"/>
                  <a:pt x="2775700" y="1247407"/>
                  <a:pt x="2780366" y="1224246"/>
                </a:cubicBezTo>
                <a:cubicBezTo>
                  <a:pt x="2794005" y="1226820"/>
                  <a:pt x="2812309" y="1236011"/>
                  <a:pt x="2809797" y="1212850"/>
                </a:cubicBezTo>
                <a:close/>
                <a:moveTo>
                  <a:pt x="3391750" y="1207950"/>
                </a:moveTo>
                <a:cubicBezTo>
                  <a:pt x="3400813" y="1216846"/>
                  <a:pt x="3366376" y="1205815"/>
                  <a:pt x="3371088" y="1223606"/>
                </a:cubicBezTo>
                <a:cubicBezTo>
                  <a:pt x="3355138" y="1214711"/>
                  <a:pt x="3377976" y="1203325"/>
                  <a:pt x="3391750" y="1207950"/>
                </a:cubicBezTo>
                <a:close/>
                <a:moveTo>
                  <a:pt x="3303988" y="1207028"/>
                </a:moveTo>
                <a:cubicBezTo>
                  <a:pt x="3301885" y="1220434"/>
                  <a:pt x="3301885" y="1220434"/>
                  <a:pt x="3301885" y="1220434"/>
                </a:cubicBezTo>
                <a:cubicBezTo>
                  <a:pt x="3297328" y="1215848"/>
                  <a:pt x="3286113" y="1215848"/>
                  <a:pt x="3277350" y="1215848"/>
                </a:cubicBezTo>
                <a:cubicBezTo>
                  <a:pt x="3279453" y="1204912"/>
                  <a:pt x="3295225" y="1209145"/>
                  <a:pt x="3303988" y="1207028"/>
                </a:cubicBezTo>
                <a:close/>
                <a:moveTo>
                  <a:pt x="4849736" y="1204912"/>
                </a:moveTo>
                <a:cubicBezTo>
                  <a:pt x="4878784" y="1220862"/>
                  <a:pt x="4845131" y="1241525"/>
                  <a:pt x="4840526" y="1250587"/>
                </a:cubicBezTo>
                <a:cubicBezTo>
                  <a:pt x="4836275" y="1232100"/>
                  <a:pt x="4851862" y="1220862"/>
                  <a:pt x="4849736" y="1204912"/>
                </a:cubicBezTo>
                <a:close/>
                <a:moveTo>
                  <a:pt x="6269334" y="1198562"/>
                </a:moveTo>
                <a:cubicBezTo>
                  <a:pt x="6275993" y="1198562"/>
                  <a:pt x="6275993" y="1205221"/>
                  <a:pt x="6269334" y="1207324"/>
                </a:cubicBezTo>
                <a:cubicBezTo>
                  <a:pt x="6273890" y="1209427"/>
                  <a:pt x="6275993" y="1213983"/>
                  <a:pt x="6280550" y="1213983"/>
                </a:cubicBezTo>
                <a:cubicBezTo>
                  <a:pt x="6278096" y="1220643"/>
                  <a:pt x="6271437" y="1222746"/>
                  <a:pt x="6260572" y="1225199"/>
                </a:cubicBezTo>
                <a:cubicBezTo>
                  <a:pt x="6253913" y="1209427"/>
                  <a:pt x="6271437" y="1209427"/>
                  <a:pt x="6269334" y="1198562"/>
                </a:cubicBezTo>
                <a:close/>
                <a:moveTo>
                  <a:pt x="6046537" y="1196101"/>
                </a:moveTo>
                <a:cubicBezTo>
                  <a:pt x="6037177" y="1207622"/>
                  <a:pt x="6057697" y="1214462"/>
                  <a:pt x="6037177" y="1219142"/>
                </a:cubicBezTo>
                <a:cubicBezTo>
                  <a:pt x="6050857" y="1237144"/>
                  <a:pt x="6064537" y="1193941"/>
                  <a:pt x="6046537" y="1196101"/>
                </a:cubicBezTo>
                <a:close/>
                <a:moveTo>
                  <a:pt x="5647091" y="1194941"/>
                </a:moveTo>
                <a:cubicBezTo>
                  <a:pt x="5647903" y="1193912"/>
                  <a:pt x="5648516" y="1194021"/>
                  <a:pt x="5649152" y="1196212"/>
                </a:cubicBezTo>
                <a:cubicBezTo>
                  <a:pt x="5637523" y="1207427"/>
                  <a:pt x="5658237" y="1202871"/>
                  <a:pt x="5649152" y="1214086"/>
                </a:cubicBezTo>
                <a:cubicBezTo>
                  <a:pt x="5642247" y="1211983"/>
                  <a:pt x="5635343" y="1214086"/>
                  <a:pt x="5628438" y="1209530"/>
                </a:cubicBezTo>
                <a:cubicBezTo>
                  <a:pt x="5640430" y="1211370"/>
                  <a:pt x="5644655" y="1198030"/>
                  <a:pt x="5647091" y="1194941"/>
                </a:cubicBezTo>
                <a:close/>
                <a:moveTo>
                  <a:pt x="2191138" y="1194347"/>
                </a:moveTo>
                <a:cubicBezTo>
                  <a:pt x="2184250" y="1207868"/>
                  <a:pt x="2161413" y="1198972"/>
                  <a:pt x="2152351" y="1212494"/>
                </a:cubicBezTo>
                <a:cubicBezTo>
                  <a:pt x="2145463" y="1192212"/>
                  <a:pt x="2177725" y="1201107"/>
                  <a:pt x="2191138" y="1194347"/>
                </a:cubicBezTo>
                <a:close/>
                <a:moveTo>
                  <a:pt x="6398016" y="1192212"/>
                </a:moveTo>
                <a:cubicBezTo>
                  <a:pt x="6398016" y="1215131"/>
                  <a:pt x="6398016" y="1215131"/>
                  <a:pt x="6398016" y="1215131"/>
                </a:cubicBezTo>
                <a:cubicBezTo>
                  <a:pt x="6393350" y="1212948"/>
                  <a:pt x="6389043" y="1210402"/>
                  <a:pt x="6382224" y="1212948"/>
                </a:cubicBezTo>
                <a:lnTo>
                  <a:pt x="6382224" y="1226773"/>
                </a:lnTo>
                <a:cubicBezTo>
                  <a:pt x="6357100" y="1226773"/>
                  <a:pt x="6386531" y="1194395"/>
                  <a:pt x="6398016" y="1192212"/>
                </a:cubicBezTo>
                <a:close/>
                <a:moveTo>
                  <a:pt x="5578696" y="1192212"/>
                </a:moveTo>
                <a:cubicBezTo>
                  <a:pt x="5589985" y="1196577"/>
                  <a:pt x="5583282" y="1212948"/>
                  <a:pt x="5578696" y="1226773"/>
                </a:cubicBezTo>
                <a:cubicBezTo>
                  <a:pt x="5558588" y="1226773"/>
                  <a:pt x="5576580" y="1203490"/>
                  <a:pt x="5578696" y="1192212"/>
                </a:cubicBezTo>
                <a:close/>
                <a:moveTo>
                  <a:pt x="4976345" y="1191925"/>
                </a:moveTo>
                <a:cubicBezTo>
                  <a:pt x="4977458" y="1196521"/>
                  <a:pt x="4969875" y="1215619"/>
                  <a:pt x="4965982" y="1234717"/>
                </a:cubicBezTo>
                <a:cubicBezTo>
                  <a:pt x="4947400" y="1232216"/>
                  <a:pt x="4970718" y="1218992"/>
                  <a:pt x="4952136" y="1214346"/>
                </a:cubicBezTo>
                <a:cubicBezTo>
                  <a:pt x="4961973" y="1202462"/>
                  <a:pt x="4968190" y="1195672"/>
                  <a:pt x="4971874" y="1192701"/>
                </a:cubicBezTo>
                <a:cubicBezTo>
                  <a:pt x="4974637" y="1190473"/>
                  <a:pt x="4975974" y="1190393"/>
                  <a:pt x="4976345" y="1191925"/>
                </a:cubicBezTo>
                <a:close/>
                <a:moveTo>
                  <a:pt x="6321198" y="1189037"/>
                </a:moveTo>
                <a:cubicBezTo>
                  <a:pt x="6335119" y="1207015"/>
                  <a:pt x="6337684" y="1238657"/>
                  <a:pt x="6337684" y="1272815"/>
                </a:cubicBezTo>
                <a:cubicBezTo>
                  <a:pt x="6325961" y="1248005"/>
                  <a:pt x="6319000" y="1225353"/>
                  <a:pt x="6321198" y="1189037"/>
                </a:cubicBezTo>
                <a:close/>
                <a:moveTo>
                  <a:pt x="3495273" y="1181021"/>
                </a:moveTo>
                <a:cubicBezTo>
                  <a:pt x="3498667" y="1182756"/>
                  <a:pt x="3502650" y="1185068"/>
                  <a:pt x="3507176" y="1184001"/>
                </a:cubicBezTo>
                <a:cubicBezTo>
                  <a:pt x="3498124" y="1195031"/>
                  <a:pt x="3493418" y="1186136"/>
                  <a:pt x="3486900" y="1181510"/>
                </a:cubicBezTo>
                <a:cubicBezTo>
                  <a:pt x="3489073" y="1178130"/>
                  <a:pt x="3491879" y="1179286"/>
                  <a:pt x="3495273" y="1181021"/>
                </a:cubicBezTo>
                <a:close/>
                <a:moveTo>
                  <a:pt x="3597657" y="1177894"/>
                </a:moveTo>
                <a:cubicBezTo>
                  <a:pt x="3602075" y="1179634"/>
                  <a:pt x="3606819" y="1183115"/>
                  <a:pt x="3610353" y="1185496"/>
                </a:cubicBezTo>
                <a:cubicBezTo>
                  <a:pt x="3605516" y="1190258"/>
                  <a:pt x="3593610" y="1180733"/>
                  <a:pt x="3586913" y="1180733"/>
                </a:cubicBezTo>
                <a:cubicBezTo>
                  <a:pt x="3589146" y="1176154"/>
                  <a:pt x="3593238" y="1176154"/>
                  <a:pt x="3597657" y="1177894"/>
                </a:cubicBezTo>
                <a:close/>
                <a:moveTo>
                  <a:pt x="5648926" y="1168400"/>
                </a:moveTo>
                <a:lnTo>
                  <a:pt x="5658228" y="1179848"/>
                </a:lnTo>
                <a:cubicBezTo>
                  <a:pt x="5651159" y="1186645"/>
                  <a:pt x="5641857" y="1193442"/>
                  <a:pt x="5634788" y="1184498"/>
                </a:cubicBezTo>
                <a:cubicBezTo>
                  <a:pt x="5644090" y="1179848"/>
                  <a:pt x="5637020" y="1173050"/>
                  <a:pt x="5648926" y="1168400"/>
                </a:cubicBezTo>
                <a:close/>
                <a:moveTo>
                  <a:pt x="3531042" y="1168091"/>
                </a:moveTo>
                <a:cubicBezTo>
                  <a:pt x="3533820" y="1168664"/>
                  <a:pt x="3536642" y="1170340"/>
                  <a:pt x="3538935" y="1170340"/>
                </a:cubicBezTo>
                <a:cubicBezTo>
                  <a:pt x="3536466" y="1179159"/>
                  <a:pt x="3527647" y="1177042"/>
                  <a:pt x="3523413" y="1172456"/>
                </a:cubicBezTo>
                <a:cubicBezTo>
                  <a:pt x="3525530" y="1168047"/>
                  <a:pt x="3528264" y="1167517"/>
                  <a:pt x="3531042" y="1168091"/>
                </a:cubicBezTo>
                <a:close/>
                <a:moveTo>
                  <a:pt x="2156282" y="1167933"/>
                </a:moveTo>
                <a:cubicBezTo>
                  <a:pt x="2162323" y="1167119"/>
                  <a:pt x="2168138" y="1170015"/>
                  <a:pt x="2170500" y="1177980"/>
                </a:cubicBezTo>
                <a:cubicBezTo>
                  <a:pt x="2163595" y="1173273"/>
                  <a:pt x="2149785" y="1182325"/>
                  <a:pt x="2140700" y="1180152"/>
                </a:cubicBezTo>
                <a:cubicBezTo>
                  <a:pt x="2143971" y="1173273"/>
                  <a:pt x="2150240" y="1168748"/>
                  <a:pt x="2156282" y="1167933"/>
                </a:cubicBezTo>
                <a:close/>
                <a:moveTo>
                  <a:pt x="2543562" y="1164166"/>
                </a:moveTo>
                <a:cubicBezTo>
                  <a:pt x="2541381" y="1172986"/>
                  <a:pt x="2527572" y="1175103"/>
                  <a:pt x="2513763" y="1177572"/>
                </a:cubicBezTo>
                <a:cubicBezTo>
                  <a:pt x="2525029" y="1170869"/>
                  <a:pt x="2529753" y="1162050"/>
                  <a:pt x="2543562" y="1164166"/>
                </a:cubicBezTo>
                <a:close/>
                <a:moveTo>
                  <a:pt x="3395803" y="1161479"/>
                </a:moveTo>
                <a:cubicBezTo>
                  <a:pt x="3407159" y="1158875"/>
                  <a:pt x="3404961" y="1168176"/>
                  <a:pt x="3416684" y="1165944"/>
                </a:cubicBezTo>
                <a:cubicBezTo>
                  <a:pt x="3411922" y="1182315"/>
                  <a:pt x="3404961" y="1163712"/>
                  <a:pt x="3393238" y="1173013"/>
                </a:cubicBezTo>
                <a:cubicBezTo>
                  <a:pt x="3395803" y="1161479"/>
                  <a:pt x="3395803" y="1161479"/>
                  <a:pt x="3395803" y="1161479"/>
                </a:cubicBezTo>
                <a:close/>
                <a:moveTo>
                  <a:pt x="4922103" y="1158875"/>
                </a:moveTo>
                <a:cubicBezTo>
                  <a:pt x="4937525" y="1165672"/>
                  <a:pt x="4930865" y="1179266"/>
                  <a:pt x="4924206" y="1183917"/>
                </a:cubicBezTo>
                <a:cubicBezTo>
                  <a:pt x="4910888" y="1174616"/>
                  <a:pt x="4930865" y="1170323"/>
                  <a:pt x="4922103" y="1158875"/>
                </a:cubicBezTo>
                <a:close/>
                <a:moveTo>
                  <a:pt x="3490747" y="1158089"/>
                </a:moveTo>
                <a:cubicBezTo>
                  <a:pt x="3493037" y="1156993"/>
                  <a:pt x="3494777" y="1158133"/>
                  <a:pt x="3496059" y="1163740"/>
                </a:cubicBezTo>
                <a:cubicBezTo>
                  <a:pt x="3489099" y="1165843"/>
                  <a:pt x="3482138" y="1179161"/>
                  <a:pt x="3482138" y="1165843"/>
                </a:cubicBezTo>
                <a:cubicBezTo>
                  <a:pt x="3485619" y="1162514"/>
                  <a:pt x="3488458" y="1159184"/>
                  <a:pt x="3490747" y="1158089"/>
                </a:cubicBezTo>
                <a:close/>
                <a:moveTo>
                  <a:pt x="6411121" y="1155700"/>
                </a:moveTo>
                <a:cubicBezTo>
                  <a:pt x="6440875" y="1175728"/>
                  <a:pt x="6411121" y="1219005"/>
                  <a:pt x="6433981" y="1245829"/>
                </a:cubicBezTo>
                <a:cubicBezTo>
                  <a:pt x="6390438" y="1232238"/>
                  <a:pt x="6427087" y="1191823"/>
                  <a:pt x="6411121" y="1155700"/>
                </a:cubicBezTo>
                <a:close/>
                <a:moveTo>
                  <a:pt x="4981112" y="1155700"/>
                </a:moveTo>
                <a:cubicBezTo>
                  <a:pt x="4994668" y="1164771"/>
                  <a:pt x="4990387" y="1166948"/>
                  <a:pt x="4983609" y="1180737"/>
                </a:cubicBezTo>
                <a:cubicBezTo>
                  <a:pt x="4963275" y="1178560"/>
                  <a:pt x="4981112" y="1162594"/>
                  <a:pt x="4981112" y="1155700"/>
                </a:cubicBezTo>
                <a:close/>
                <a:moveTo>
                  <a:pt x="5592544" y="1152525"/>
                </a:moveTo>
                <a:cubicBezTo>
                  <a:pt x="5605863" y="1152525"/>
                  <a:pt x="5590441" y="1179161"/>
                  <a:pt x="5579225" y="1172502"/>
                </a:cubicBezTo>
                <a:cubicBezTo>
                  <a:pt x="5581678" y="1161637"/>
                  <a:pt x="5590441" y="1161637"/>
                  <a:pt x="5592544" y="1152525"/>
                </a:cubicBezTo>
                <a:close/>
                <a:moveTo>
                  <a:pt x="5167938" y="1150937"/>
                </a:moveTo>
                <a:cubicBezTo>
                  <a:pt x="5174740" y="1150937"/>
                  <a:pt x="5179393" y="1155616"/>
                  <a:pt x="5186194" y="1159936"/>
                </a:cubicBezTo>
                <a:cubicBezTo>
                  <a:pt x="5179393" y="1166775"/>
                  <a:pt x="5177245" y="1171454"/>
                  <a:pt x="5184047" y="1178294"/>
                </a:cubicBezTo>
                <a:cubicBezTo>
                  <a:pt x="5179393" y="1180453"/>
                  <a:pt x="5177245" y="1180453"/>
                  <a:pt x="5172592" y="1180453"/>
                </a:cubicBezTo>
                <a:cubicBezTo>
                  <a:pt x="5179393" y="1189812"/>
                  <a:pt x="5172592" y="1194132"/>
                  <a:pt x="5188342" y="1194132"/>
                </a:cubicBezTo>
                <a:cubicBezTo>
                  <a:pt x="5174740" y="1200971"/>
                  <a:pt x="5177245" y="1207810"/>
                  <a:pt x="5177245" y="1212490"/>
                </a:cubicBezTo>
                <a:cubicBezTo>
                  <a:pt x="5170444" y="1200971"/>
                  <a:pt x="5174740" y="1187293"/>
                  <a:pt x="5152188" y="1187293"/>
                </a:cubicBezTo>
                <a:cubicBezTo>
                  <a:pt x="5158989" y="1178294"/>
                  <a:pt x="5163643" y="1171454"/>
                  <a:pt x="5174740" y="1168935"/>
                </a:cubicBezTo>
                <a:cubicBezTo>
                  <a:pt x="5172592" y="1164615"/>
                  <a:pt x="5156841" y="1159936"/>
                  <a:pt x="5163643" y="1155616"/>
                </a:cubicBezTo>
                <a:cubicBezTo>
                  <a:pt x="5170444" y="1159936"/>
                  <a:pt x="5165791" y="1153097"/>
                  <a:pt x="5167938" y="1150937"/>
                </a:cubicBezTo>
                <a:close/>
                <a:moveTo>
                  <a:pt x="4880353" y="1150937"/>
                </a:moveTo>
                <a:cubicBezTo>
                  <a:pt x="4880353" y="1175995"/>
                  <a:pt x="4873284" y="1194516"/>
                  <a:pt x="4861378" y="1206137"/>
                </a:cubicBezTo>
                <a:cubicBezTo>
                  <a:pt x="4856913" y="1187616"/>
                  <a:pt x="4866215" y="1166916"/>
                  <a:pt x="4880353" y="1150937"/>
                </a:cubicBezTo>
                <a:close/>
                <a:moveTo>
                  <a:pt x="4506785" y="1149963"/>
                </a:moveTo>
                <a:cubicBezTo>
                  <a:pt x="4509320" y="1148869"/>
                  <a:pt x="4514389" y="1149374"/>
                  <a:pt x="4520001" y="1152573"/>
                </a:cubicBezTo>
                <a:cubicBezTo>
                  <a:pt x="4517829" y="1156950"/>
                  <a:pt x="4510949" y="1152573"/>
                  <a:pt x="4508777" y="1156950"/>
                </a:cubicBezTo>
                <a:cubicBezTo>
                  <a:pt x="4504251" y="1153751"/>
                  <a:pt x="4504251" y="1151057"/>
                  <a:pt x="4506785" y="1149963"/>
                </a:cubicBezTo>
                <a:close/>
                <a:moveTo>
                  <a:pt x="6053377" y="1146057"/>
                </a:moveTo>
                <a:cubicBezTo>
                  <a:pt x="6041857" y="1152898"/>
                  <a:pt x="6048697" y="1159738"/>
                  <a:pt x="6055537" y="1168739"/>
                </a:cubicBezTo>
                <a:cubicBezTo>
                  <a:pt x="6062377" y="1164419"/>
                  <a:pt x="6059857" y="1159738"/>
                  <a:pt x="6064537" y="1155418"/>
                </a:cubicBezTo>
                <a:cubicBezTo>
                  <a:pt x="6062377" y="1146057"/>
                  <a:pt x="6057697" y="1148578"/>
                  <a:pt x="6053377" y="1146057"/>
                </a:cubicBezTo>
                <a:close/>
                <a:moveTo>
                  <a:pt x="3348245" y="1143707"/>
                </a:moveTo>
                <a:cubicBezTo>
                  <a:pt x="3352664" y="1143190"/>
                  <a:pt x="3358524" y="1144311"/>
                  <a:pt x="3364291" y="1144311"/>
                </a:cubicBezTo>
                <a:cubicBezTo>
                  <a:pt x="3364291" y="1148798"/>
                  <a:pt x="3359826" y="1146382"/>
                  <a:pt x="3354989" y="1146382"/>
                </a:cubicBezTo>
                <a:cubicBezTo>
                  <a:pt x="3352757" y="1148798"/>
                  <a:pt x="3352757" y="1150868"/>
                  <a:pt x="3354989" y="1150868"/>
                </a:cubicBezTo>
                <a:cubicBezTo>
                  <a:pt x="3352757" y="1155355"/>
                  <a:pt x="3345687" y="1152939"/>
                  <a:pt x="3340850" y="1152939"/>
                </a:cubicBezTo>
                <a:cubicBezTo>
                  <a:pt x="3340850" y="1146382"/>
                  <a:pt x="3343827" y="1144225"/>
                  <a:pt x="3348245" y="1143707"/>
                </a:cubicBezTo>
                <a:close/>
                <a:moveTo>
                  <a:pt x="3476398" y="1143000"/>
                </a:moveTo>
                <a:cubicBezTo>
                  <a:pt x="3481161" y="1143000"/>
                  <a:pt x="3478596" y="1147586"/>
                  <a:pt x="3483359" y="1147586"/>
                </a:cubicBezTo>
                <a:cubicBezTo>
                  <a:pt x="3481161" y="1158522"/>
                  <a:pt x="3481161" y="1158522"/>
                  <a:pt x="3481161" y="1158522"/>
                </a:cubicBezTo>
                <a:cubicBezTo>
                  <a:pt x="3478596" y="1154289"/>
                  <a:pt x="3474200" y="1154289"/>
                  <a:pt x="3476398" y="1143000"/>
                </a:cubicBezTo>
                <a:close/>
                <a:moveTo>
                  <a:pt x="2628824" y="1143000"/>
                </a:moveTo>
                <a:cubicBezTo>
                  <a:pt x="2628824" y="1147625"/>
                  <a:pt x="2630977" y="1149760"/>
                  <a:pt x="2635641" y="1149760"/>
                </a:cubicBezTo>
                <a:cubicBezTo>
                  <a:pt x="2619854" y="1163281"/>
                  <a:pt x="2601554" y="1158655"/>
                  <a:pt x="2583613" y="1154386"/>
                </a:cubicBezTo>
                <a:cubicBezTo>
                  <a:pt x="2594737" y="1143000"/>
                  <a:pt x="2613036" y="1151895"/>
                  <a:pt x="2628824" y="1143000"/>
                </a:cubicBezTo>
                <a:close/>
                <a:moveTo>
                  <a:pt x="3053845" y="1135255"/>
                </a:moveTo>
                <a:cubicBezTo>
                  <a:pt x="3049036" y="1136421"/>
                  <a:pt x="3045080" y="1138754"/>
                  <a:pt x="3042743" y="1142162"/>
                </a:cubicBezTo>
                <a:cubicBezTo>
                  <a:pt x="3049575" y="1148980"/>
                  <a:pt x="3072230" y="1146468"/>
                  <a:pt x="3070072" y="1135345"/>
                </a:cubicBezTo>
                <a:cubicBezTo>
                  <a:pt x="3064319" y="1134089"/>
                  <a:pt x="3058655" y="1134089"/>
                  <a:pt x="3053845" y="1135255"/>
                </a:cubicBezTo>
                <a:close/>
                <a:moveTo>
                  <a:pt x="3149822" y="1135062"/>
                </a:moveTo>
                <a:cubicBezTo>
                  <a:pt x="3158994" y="1135062"/>
                  <a:pt x="3158994" y="1135062"/>
                  <a:pt x="3158994" y="1135062"/>
                </a:cubicBezTo>
                <a:cubicBezTo>
                  <a:pt x="3156524" y="1139332"/>
                  <a:pt x="3158994" y="1139332"/>
                  <a:pt x="3161110" y="1139332"/>
                </a:cubicBezTo>
                <a:cubicBezTo>
                  <a:pt x="3152291" y="1143957"/>
                  <a:pt x="3143119" y="1152853"/>
                  <a:pt x="3129713" y="1155344"/>
                </a:cubicBezTo>
                <a:cubicBezTo>
                  <a:pt x="3129713" y="1141822"/>
                  <a:pt x="3147705" y="1150718"/>
                  <a:pt x="3149822" y="1135062"/>
                </a:cubicBezTo>
                <a:close/>
                <a:moveTo>
                  <a:pt x="4822577" y="1131887"/>
                </a:moveTo>
                <a:cubicBezTo>
                  <a:pt x="4827294" y="1134451"/>
                  <a:pt x="4829471" y="1134451"/>
                  <a:pt x="4829471" y="1131887"/>
                </a:cubicBezTo>
                <a:cubicBezTo>
                  <a:pt x="4834189" y="1134451"/>
                  <a:pt x="4834189" y="1138848"/>
                  <a:pt x="4836366" y="1136649"/>
                </a:cubicBezTo>
                <a:cubicBezTo>
                  <a:pt x="4845437" y="1143610"/>
                  <a:pt x="4829471" y="1145808"/>
                  <a:pt x="4822577" y="1141412"/>
                </a:cubicBezTo>
                <a:cubicBezTo>
                  <a:pt x="4820400" y="1138848"/>
                  <a:pt x="4820400" y="1134451"/>
                  <a:pt x="4822577" y="1131887"/>
                </a:cubicBezTo>
                <a:close/>
                <a:moveTo>
                  <a:pt x="2792281" y="1131887"/>
                </a:moveTo>
                <a:cubicBezTo>
                  <a:pt x="2794397" y="1147659"/>
                  <a:pt x="2794397" y="1147659"/>
                  <a:pt x="2794397" y="1147659"/>
                </a:cubicBezTo>
                <a:cubicBezTo>
                  <a:pt x="2794397" y="1136443"/>
                  <a:pt x="2765470" y="1134340"/>
                  <a:pt x="2778875" y="1145206"/>
                </a:cubicBezTo>
                <a:cubicBezTo>
                  <a:pt x="2774289" y="1158524"/>
                  <a:pt x="2767939" y="1138546"/>
                  <a:pt x="2756650" y="1143103"/>
                </a:cubicBezTo>
                <a:cubicBezTo>
                  <a:pt x="2763353" y="1136443"/>
                  <a:pt x="2776759" y="1131887"/>
                  <a:pt x="2792281" y="1131887"/>
                </a:cubicBezTo>
                <a:close/>
                <a:moveTo>
                  <a:pt x="5039067" y="1131590"/>
                </a:moveTo>
                <a:cubicBezTo>
                  <a:pt x="5050679" y="1127125"/>
                  <a:pt x="5059750" y="1138659"/>
                  <a:pt x="5055033" y="1150565"/>
                </a:cubicBezTo>
                <a:cubicBezTo>
                  <a:pt x="5043784" y="1148332"/>
                  <a:pt x="5034713" y="1143496"/>
                  <a:pt x="5039067" y="1131590"/>
                </a:cubicBezTo>
                <a:close/>
                <a:moveTo>
                  <a:pt x="4773047" y="1130684"/>
                </a:moveTo>
                <a:cubicBezTo>
                  <a:pt x="4775207" y="1137523"/>
                  <a:pt x="4773047" y="1142202"/>
                  <a:pt x="4784208" y="1149041"/>
                </a:cubicBezTo>
                <a:cubicBezTo>
                  <a:pt x="4786728" y="1142202"/>
                  <a:pt x="4788889" y="1137523"/>
                  <a:pt x="4782048" y="1132844"/>
                </a:cubicBezTo>
                <a:cubicBezTo>
                  <a:pt x="4779887" y="1132844"/>
                  <a:pt x="4777367" y="1132844"/>
                  <a:pt x="4773047" y="1130684"/>
                </a:cubicBezTo>
                <a:close/>
                <a:moveTo>
                  <a:pt x="5181721" y="1127125"/>
                </a:moveTo>
                <a:cubicBezTo>
                  <a:pt x="5193107" y="1134194"/>
                  <a:pt x="5186346" y="1143496"/>
                  <a:pt x="5184211" y="1150565"/>
                </a:cubicBezTo>
                <a:cubicBezTo>
                  <a:pt x="5186346" y="1143496"/>
                  <a:pt x="5172825" y="1136426"/>
                  <a:pt x="5181721" y="1127125"/>
                </a:cubicBezTo>
                <a:close/>
                <a:moveTo>
                  <a:pt x="5529899" y="1124913"/>
                </a:moveTo>
                <a:cubicBezTo>
                  <a:pt x="5532235" y="1124092"/>
                  <a:pt x="5534775" y="1124247"/>
                  <a:pt x="5537587" y="1125934"/>
                </a:cubicBezTo>
                <a:cubicBezTo>
                  <a:pt x="5523799" y="1130195"/>
                  <a:pt x="5521621" y="1145820"/>
                  <a:pt x="5512550" y="1143689"/>
                </a:cubicBezTo>
                <a:cubicBezTo>
                  <a:pt x="5517720" y="1138629"/>
                  <a:pt x="5522892" y="1127377"/>
                  <a:pt x="5529899" y="1124913"/>
                </a:cubicBezTo>
                <a:close/>
                <a:moveTo>
                  <a:pt x="5982674" y="1123950"/>
                </a:moveTo>
                <a:cubicBezTo>
                  <a:pt x="5991617" y="1135239"/>
                  <a:pt x="5971226" y="1144058"/>
                  <a:pt x="5973372" y="1155347"/>
                </a:cubicBezTo>
                <a:cubicBezTo>
                  <a:pt x="5966575" y="1144058"/>
                  <a:pt x="5969079" y="1135239"/>
                  <a:pt x="5982674" y="1123950"/>
                </a:cubicBezTo>
                <a:close/>
                <a:moveTo>
                  <a:pt x="3226186" y="1116012"/>
                </a:moveTo>
                <a:cubicBezTo>
                  <a:pt x="3212350" y="1120598"/>
                  <a:pt x="3200699" y="1127301"/>
                  <a:pt x="3186863" y="1131534"/>
                </a:cubicBezTo>
                <a:cubicBezTo>
                  <a:pt x="3193781" y="1118481"/>
                  <a:pt x="3207617" y="1116012"/>
                  <a:pt x="3226186" y="1116012"/>
                </a:cubicBezTo>
                <a:close/>
                <a:moveTo>
                  <a:pt x="3145229" y="1108075"/>
                </a:moveTo>
                <a:cubicBezTo>
                  <a:pt x="3140554" y="1126374"/>
                  <a:pt x="3115382" y="1108075"/>
                  <a:pt x="3111067" y="1114892"/>
                </a:cubicBezTo>
                <a:cubicBezTo>
                  <a:pt x="3111067" y="1126374"/>
                  <a:pt x="3122214" y="1123863"/>
                  <a:pt x="3133721" y="1123863"/>
                </a:cubicBezTo>
                <a:cubicBezTo>
                  <a:pt x="3129047" y="1126374"/>
                  <a:pt x="3126889" y="1135345"/>
                  <a:pt x="3131564" y="1135345"/>
                </a:cubicBezTo>
                <a:cubicBezTo>
                  <a:pt x="3113224" y="1151133"/>
                  <a:pt x="3101717" y="1123863"/>
                  <a:pt x="3074747" y="1135345"/>
                </a:cubicBezTo>
                <a:cubicBezTo>
                  <a:pt x="3088412" y="1139650"/>
                  <a:pt x="3090569" y="1148980"/>
                  <a:pt x="3115382" y="1151133"/>
                </a:cubicBezTo>
                <a:cubicBezTo>
                  <a:pt x="3099559" y="1155797"/>
                  <a:pt x="3083737" y="1155797"/>
                  <a:pt x="3070072" y="1155797"/>
                </a:cubicBezTo>
                <a:cubicBezTo>
                  <a:pt x="3051733" y="1153285"/>
                  <a:pt x="3033753" y="1151133"/>
                  <a:pt x="3015413" y="1144315"/>
                </a:cubicBezTo>
                <a:cubicBezTo>
                  <a:pt x="3035910" y="1160103"/>
                  <a:pt x="3001748" y="1142162"/>
                  <a:pt x="2992758" y="1153285"/>
                </a:cubicBezTo>
                <a:cubicBezTo>
                  <a:pt x="2983768" y="1148980"/>
                  <a:pt x="3004265" y="1146468"/>
                  <a:pt x="2988443" y="1139650"/>
                </a:cubicBezTo>
                <a:cubicBezTo>
                  <a:pt x="2983768" y="1144315"/>
                  <a:pt x="2979093" y="1148980"/>
                  <a:pt x="2974778" y="1153285"/>
                </a:cubicBezTo>
                <a:cubicBezTo>
                  <a:pt x="2954281" y="1137498"/>
                  <a:pt x="2922277" y="1146468"/>
                  <a:pt x="2895307" y="1148980"/>
                </a:cubicBezTo>
                <a:cubicBezTo>
                  <a:pt x="2908612" y="1119557"/>
                  <a:pt x="2958596" y="1139650"/>
                  <a:pt x="2974778" y="1130680"/>
                </a:cubicBezTo>
                <a:cubicBezTo>
                  <a:pt x="2961113" y="1108075"/>
                  <a:pt x="2911129" y="1135345"/>
                  <a:pt x="2881642" y="1121710"/>
                </a:cubicBezTo>
                <a:cubicBezTo>
                  <a:pt x="2863302" y="1126374"/>
                  <a:pt x="2883799" y="1137498"/>
                  <a:pt x="2872292" y="1146468"/>
                </a:cubicBezTo>
                <a:cubicBezTo>
                  <a:pt x="2858627" y="1142162"/>
                  <a:pt x="2838130" y="1135345"/>
                  <a:pt x="2831657" y="1148980"/>
                </a:cubicBezTo>
                <a:cubicBezTo>
                  <a:pt x="2820150" y="1142162"/>
                  <a:pt x="2847480" y="1132833"/>
                  <a:pt x="2863302" y="1135345"/>
                </a:cubicBezTo>
                <a:cubicBezTo>
                  <a:pt x="2863302" y="1130680"/>
                  <a:pt x="2858627" y="1132833"/>
                  <a:pt x="2854312" y="1130680"/>
                </a:cubicBezTo>
                <a:cubicBezTo>
                  <a:pt x="2854312" y="1128527"/>
                  <a:pt x="2858627" y="1128527"/>
                  <a:pt x="2863302" y="1126374"/>
                </a:cubicBezTo>
                <a:cubicBezTo>
                  <a:pt x="2856470" y="1121710"/>
                  <a:pt x="2842805" y="1121710"/>
                  <a:pt x="2835973" y="1117045"/>
                </a:cubicBezTo>
                <a:cubicBezTo>
                  <a:pt x="2892789" y="1114892"/>
                  <a:pt x="2944931" y="1112739"/>
                  <a:pt x="2997433" y="1112739"/>
                </a:cubicBezTo>
                <a:cubicBezTo>
                  <a:pt x="3044900" y="1110228"/>
                  <a:pt x="3092727" y="1110228"/>
                  <a:pt x="3145229" y="1108075"/>
                </a:cubicBezTo>
                <a:close/>
                <a:moveTo>
                  <a:pt x="5559803" y="1091537"/>
                </a:moveTo>
                <a:cubicBezTo>
                  <a:pt x="5552734" y="1102663"/>
                  <a:pt x="5545665" y="1114149"/>
                  <a:pt x="5543432" y="1129941"/>
                </a:cubicBezTo>
                <a:cubicBezTo>
                  <a:pt x="5538595" y="1116302"/>
                  <a:pt x="5536363" y="1089025"/>
                  <a:pt x="5559803" y="1091537"/>
                </a:cubicBezTo>
                <a:close/>
                <a:moveTo>
                  <a:pt x="5163324" y="1087437"/>
                </a:moveTo>
                <a:cubicBezTo>
                  <a:pt x="5183583" y="1092154"/>
                  <a:pt x="5156571" y="1121908"/>
                  <a:pt x="5156571" y="1137874"/>
                </a:cubicBezTo>
                <a:cubicBezTo>
                  <a:pt x="5136313" y="1124085"/>
                  <a:pt x="5170077" y="1101225"/>
                  <a:pt x="5163324" y="1087437"/>
                </a:cubicBezTo>
                <a:close/>
                <a:moveTo>
                  <a:pt x="5920166" y="1070803"/>
                </a:moveTo>
                <a:cubicBezTo>
                  <a:pt x="5915329" y="1074944"/>
                  <a:pt x="5917933" y="1079430"/>
                  <a:pt x="5915329" y="1083917"/>
                </a:cubicBezTo>
                <a:cubicBezTo>
                  <a:pt x="5908259" y="1079430"/>
                  <a:pt x="5901190" y="1083917"/>
                  <a:pt x="5896725" y="1077360"/>
                </a:cubicBezTo>
                <a:cubicBezTo>
                  <a:pt x="5903794" y="1070803"/>
                  <a:pt x="5913096" y="1068387"/>
                  <a:pt x="5920166" y="1070803"/>
                </a:cubicBezTo>
                <a:close/>
                <a:moveTo>
                  <a:pt x="5197709" y="1068387"/>
                </a:moveTo>
                <a:lnTo>
                  <a:pt x="5208975" y="1077360"/>
                </a:lnTo>
                <a:cubicBezTo>
                  <a:pt x="5199889" y="1081501"/>
                  <a:pt x="5188260" y="1083917"/>
                  <a:pt x="5179175" y="1081501"/>
                </a:cubicBezTo>
                <a:cubicBezTo>
                  <a:pt x="5188260" y="1077360"/>
                  <a:pt x="5197709" y="1077360"/>
                  <a:pt x="5197709" y="1068387"/>
                </a:cubicBezTo>
                <a:close/>
                <a:moveTo>
                  <a:pt x="5130890" y="1066800"/>
                </a:moveTo>
                <a:cubicBezTo>
                  <a:pt x="5137550" y="1075895"/>
                  <a:pt x="5130890" y="1089719"/>
                  <a:pt x="5130890" y="1101361"/>
                </a:cubicBezTo>
                <a:cubicBezTo>
                  <a:pt x="5110913" y="1099178"/>
                  <a:pt x="5130890" y="1078441"/>
                  <a:pt x="5130890" y="1066800"/>
                </a:cubicBezTo>
                <a:close/>
                <a:moveTo>
                  <a:pt x="5481583" y="1063625"/>
                </a:moveTo>
                <a:cubicBezTo>
                  <a:pt x="5488380" y="1072696"/>
                  <a:pt x="5483730" y="1079590"/>
                  <a:pt x="5479079" y="1088662"/>
                </a:cubicBezTo>
                <a:cubicBezTo>
                  <a:pt x="5463338" y="1079590"/>
                  <a:pt x="5479079" y="1072696"/>
                  <a:pt x="5481583" y="1063625"/>
                </a:cubicBezTo>
                <a:close/>
                <a:moveTo>
                  <a:pt x="5043167" y="1057275"/>
                </a:moveTo>
                <a:cubicBezTo>
                  <a:pt x="5061337" y="1064094"/>
                  <a:pt x="5031538" y="1075220"/>
                  <a:pt x="5052252" y="1077733"/>
                </a:cubicBezTo>
                <a:cubicBezTo>
                  <a:pt x="5045347" y="1098191"/>
                  <a:pt x="5045347" y="1098191"/>
                  <a:pt x="5045347" y="1098191"/>
                </a:cubicBezTo>
                <a:cubicBezTo>
                  <a:pt x="5036262" y="1084552"/>
                  <a:pt x="5034082" y="1070913"/>
                  <a:pt x="5043167" y="1057275"/>
                </a:cubicBezTo>
                <a:close/>
                <a:moveTo>
                  <a:pt x="4815275" y="1057241"/>
                </a:moveTo>
                <a:cubicBezTo>
                  <a:pt x="4796741" y="1059424"/>
                  <a:pt x="4801465" y="1073248"/>
                  <a:pt x="4796741" y="1087073"/>
                </a:cubicBezTo>
                <a:cubicBezTo>
                  <a:pt x="4787655" y="1075431"/>
                  <a:pt x="4785475" y="1052512"/>
                  <a:pt x="4815275" y="1057241"/>
                </a:cubicBezTo>
                <a:close/>
                <a:moveTo>
                  <a:pt x="4497762" y="1055780"/>
                </a:moveTo>
                <a:cubicBezTo>
                  <a:pt x="4501973" y="1055246"/>
                  <a:pt x="4507303" y="1056216"/>
                  <a:pt x="4513645" y="1059567"/>
                </a:cubicBezTo>
                <a:cubicBezTo>
                  <a:pt x="4502249" y="1059567"/>
                  <a:pt x="4495264" y="1066270"/>
                  <a:pt x="4493058" y="1077559"/>
                </a:cubicBezTo>
                <a:cubicBezTo>
                  <a:pt x="4482580" y="1072532"/>
                  <a:pt x="4485131" y="1057385"/>
                  <a:pt x="4497762" y="1055780"/>
                </a:cubicBezTo>
                <a:close/>
                <a:moveTo>
                  <a:pt x="5900828" y="1042987"/>
                </a:moveTo>
                <a:cubicBezTo>
                  <a:pt x="5907488" y="1049881"/>
                  <a:pt x="5898725" y="1058952"/>
                  <a:pt x="5894169" y="1068024"/>
                </a:cubicBezTo>
                <a:cubicBezTo>
                  <a:pt x="5880850" y="1058952"/>
                  <a:pt x="5894169" y="1049881"/>
                  <a:pt x="5900828" y="1042987"/>
                </a:cubicBezTo>
                <a:close/>
                <a:moveTo>
                  <a:pt x="5620615" y="1042987"/>
                </a:moveTo>
                <a:cubicBezTo>
                  <a:pt x="5631881" y="1052072"/>
                  <a:pt x="5634425" y="1056796"/>
                  <a:pt x="5622795" y="1070606"/>
                </a:cubicBezTo>
                <a:cubicBezTo>
                  <a:pt x="5604625" y="1072786"/>
                  <a:pt x="5620615" y="1054616"/>
                  <a:pt x="5620615" y="1042987"/>
                </a:cubicBezTo>
                <a:close/>
                <a:moveTo>
                  <a:pt x="4965582" y="1041074"/>
                </a:moveTo>
                <a:cubicBezTo>
                  <a:pt x="4968426" y="1039292"/>
                  <a:pt x="4972363" y="1038782"/>
                  <a:pt x="4978189" y="1041085"/>
                </a:cubicBezTo>
                <a:cubicBezTo>
                  <a:pt x="4980374" y="1067652"/>
                  <a:pt x="4950517" y="1058796"/>
                  <a:pt x="4954886" y="1074383"/>
                </a:cubicBezTo>
                <a:cubicBezTo>
                  <a:pt x="4941050" y="1072257"/>
                  <a:pt x="4941050" y="1072257"/>
                  <a:pt x="4941050" y="1072257"/>
                </a:cubicBezTo>
                <a:cubicBezTo>
                  <a:pt x="4947968" y="1049941"/>
                  <a:pt x="4947968" y="1049941"/>
                  <a:pt x="4947968" y="1049941"/>
                </a:cubicBezTo>
                <a:cubicBezTo>
                  <a:pt x="4958345" y="1063224"/>
                  <a:pt x="4957048" y="1046420"/>
                  <a:pt x="4965582" y="1041074"/>
                </a:cubicBezTo>
                <a:close/>
                <a:moveTo>
                  <a:pt x="5920959" y="1038772"/>
                </a:moveTo>
                <a:cubicBezTo>
                  <a:pt x="5916494" y="1045532"/>
                  <a:pt x="5932866" y="1052293"/>
                  <a:pt x="5916494" y="1056919"/>
                </a:cubicBezTo>
                <a:cubicBezTo>
                  <a:pt x="5909425" y="1052293"/>
                  <a:pt x="5911657" y="1036637"/>
                  <a:pt x="5920959" y="1038772"/>
                </a:cubicBezTo>
                <a:close/>
                <a:moveTo>
                  <a:pt x="5207601" y="1038225"/>
                </a:moveTo>
                <a:cubicBezTo>
                  <a:pt x="5216903" y="1044985"/>
                  <a:pt x="5216903" y="1051746"/>
                  <a:pt x="5204997" y="1058506"/>
                </a:cubicBezTo>
                <a:cubicBezTo>
                  <a:pt x="5198300" y="1056371"/>
                  <a:pt x="5204997" y="1051746"/>
                  <a:pt x="5193463" y="1047476"/>
                </a:cubicBezTo>
                <a:cubicBezTo>
                  <a:pt x="5198300" y="1044985"/>
                  <a:pt x="5202765" y="1040715"/>
                  <a:pt x="5207601" y="1038225"/>
                </a:cubicBezTo>
                <a:close/>
                <a:moveTo>
                  <a:pt x="4805936" y="1031875"/>
                </a:moveTo>
                <a:cubicBezTo>
                  <a:pt x="4808053" y="1036637"/>
                  <a:pt x="4816872" y="1055320"/>
                  <a:pt x="4801350" y="1050558"/>
                </a:cubicBezTo>
                <a:cubicBezTo>
                  <a:pt x="4808053" y="1043598"/>
                  <a:pt x="4803467" y="1041400"/>
                  <a:pt x="4805936" y="1031875"/>
                </a:cubicBezTo>
                <a:close/>
                <a:moveTo>
                  <a:pt x="4717566" y="1025525"/>
                </a:moveTo>
                <a:cubicBezTo>
                  <a:pt x="4724269" y="1027781"/>
                  <a:pt x="4717566" y="1034924"/>
                  <a:pt x="4726385" y="1037180"/>
                </a:cubicBezTo>
                <a:cubicBezTo>
                  <a:pt x="4724269" y="1039436"/>
                  <a:pt x="4715449" y="1034924"/>
                  <a:pt x="4710863" y="1032292"/>
                </a:cubicBezTo>
                <a:cubicBezTo>
                  <a:pt x="4715449" y="1032292"/>
                  <a:pt x="4717566" y="1030036"/>
                  <a:pt x="4717566" y="1025525"/>
                </a:cubicBezTo>
                <a:close/>
                <a:moveTo>
                  <a:pt x="5379076" y="1020762"/>
                </a:moveTo>
                <a:cubicBezTo>
                  <a:pt x="5399480" y="1031862"/>
                  <a:pt x="5381224" y="1050125"/>
                  <a:pt x="5376928" y="1068029"/>
                </a:cubicBezTo>
                <a:cubicBezTo>
                  <a:pt x="5363325" y="1054780"/>
                  <a:pt x="5381224" y="1038666"/>
                  <a:pt x="5379076" y="1020762"/>
                </a:cubicBezTo>
                <a:close/>
                <a:moveTo>
                  <a:pt x="4686637" y="1012621"/>
                </a:moveTo>
                <a:cubicBezTo>
                  <a:pt x="4681957" y="1012621"/>
                  <a:pt x="4675117" y="1021620"/>
                  <a:pt x="4681957" y="1023779"/>
                </a:cubicBezTo>
                <a:cubicBezTo>
                  <a:pt x="4684117" y="1023779"/>
                  <a:pt x="4686637" y="1023779"/>
                  <a:pt x="4690958" y="1026299"/>
                </a:cubicBezTo>
                <a:cubicBezTo>
                  <a:pt x="4688798" y="1028459"/>
                  <a:pt x="4688798" y="1030618"/>
                  <a:pt x="4690958" y="1030618"/>
                </a:cubicBezTo>
                <a:cubicBezTo>
                  <a:pt x="4690958" y="1023779"/>
                  <a:pt x="4700319" y="1026299"/>
                  <a:pt x="4700319" y="1021620"/>
                </a:cubicBezTo>
                <a:cubicBezTo>
                  <a:pt x="4688798" y="1019460"/>
                  <a:pt x="4693479" y="1014781"/>
                  <a:pt x="4686637" y="1012621"/>
                </a:cubicBezTo>
                <a:close/>
                <a:moveTo>
                  <a:pt x="4732779" y="1009650"/>
                </a:moveTo>
                <a:cubicBezTo>
                  <a:pt x="4739088" y="1016610"/>
                  <a:pt x="4717006" y="1014412"/>
                  <a:pt x="4721563" y="1023570"/>
                </a:cubicBezTo>
                <a:cubicBezTo>
                  <a:pt x="4712450" y="1016610"/>
                  <a:pt x="4725769" y="1009650"/>
                  <a:pt x="4732779" y="1009650"/>
                </a:cubicBezTo>
                <a:close/>
                <a:moveTo>
                  <a:pt x="5490855" y="993775"/>
                </a:moveTo>
                <a:cubicBezTo>
                  <a:pt x="5504260" y="993775"/>
                  <a:pt x="5499674" y="1007296"/>
                  <a:pt x="5497557" y="1014056"/>
                </a:cubicBezTo>
                <a:cubicBezTo>
                  <a:pt x="5490855" y="1007296"/>
                  <a:pt x="5488738" y="1000535"/>
                  <a:pt x="5490855" y="993775"/>
                </a:cubicBezTo>
                <a:close/>
                <a:moveTo>
                  <a:pt x="4813257" y="993775"/>
                </a:moveTo>
                <a:cubicBezTo>
                  <a:pt x="4824791" y="1011766"/>
                  <a:pt x="4817721" y="1009297"/>
                  <a:pt x="4815489" y="1031522"/>
                </a:cubicBezTo>
                <a:cubicBezTo>
                  <a:pt x="4801350" y="1022703"/>
                  <a:pt x="4810652" y="1007180"/>
                  <a:pt x="4813257" y="993775"/>
                </a:cubicBezTo>
                <a:close/>
                <a:moveTo>
                  <a:pt x="4914286" y="989224"/>
                </a:moveTo>
                <a:cubicBezTo>
                  <a:pt x="4910525" y="990345"/>
                  <a:pt x="4907081" y="993126"/>
                  <a:pt x="4903637" y="995278"/>
                </a:cubicBezTo>
                <a:cubicBezTo>
                  <a:pt x="4908350" y="1004607"/>
                  <a:pt x="4924300" y="1004607"/>
                  <a:pt x="4926837" y="993125"/>
                </a:cubicBezTo>
                <a:cubicBezTo>
                  <a:pt x="4922125" y="988641"/>
                  <a:pt x="4918047" y="988102"/>
                  <a:pt x="4914286" y="989224"/>
                </a:cubicBezTo>
                <a:close/>
                <a:moveTo>
                  <a:pt x="5612011" y="987425"/>
                </a:moveTo>
                <a:cubicBezTo>
                  <a:pt x="5616152" y="996398"/>
                  <a:pt x="5618568" y="1021521"/>
                  <a:pt x="5609595" y="1028341"/>
                </a:cubicBezTo>
                <a:cubicBezTo>
                  <a:pt x="5605454" y="1016856"/>
                  <a:pt x="5603038" y="994244"/>
                  <a:pt x="5612011" y="987425"/>
                </a:cubicBezTo>
                <a:close/>
                <a:moveTo>
                  <a:pt x="5570639" y="987425"/>
                </a:moveTo>
                <a:cubicBezTo>
                  <a:pt x="5597916" y="996504"/>
                  <a:pt x="5565973" y="1019745"/>
                  <a:pt x="5579612" y="1040082"/>
                </a:cubicBezTo>
                <a:cubicBezTo>
                  <a:pt x="5572792" y="1042624"/>
                  <a:pt x="5565973" y="1042624"/>
                  <a:pt x="5557000" y="1040082"/>
                </a:cubicBezTo>
                <a:cubicBezTo>
                  <a:pt x="5565973" y="1017203"/>
                  <a:pt x="5565973" y="1012845"/>
                  <a:pt x="5570639" y="987425"/>
                </a:cubicBezTo>
                <a:close/>
                <a:moveTo>
                  <a:pt x="4994669" y="975857"/>
                </a:moveTo>
                <a:cubicBezTo>
                  <a:pt x="4985774" y="994161"/>
                  <a:pt x="4990399" y="1000981"/>
                  <a:pt x="4979014" y="1012466"/>
                </a:cubicBezTo>
                <a:cubicBezTo>
                  <a:pt x="4974388" y="1007800"/>
                  <a:pt x="4976879" y="971550"/>
                  <a:pt x="4994669" y="975857"/>
                </a:cubicBezTo>
                <a:close/>
                <a:moveTo>
                  <a:pt x="6083047" y="973137"/>
                </a:moveTo>
                <a:cubicBezTo>
                  <a:pt x="6098979" y="984592"/>
                  <a:pt x="6096806" y="995689"/>
                  <a:pt x="6101151" y="1009292"/>
                </a:cubicBezTo>
                <a:cubicBezTo>
                  <a:pt x="6087392" y="993541"/>
                  <a:pt x="6080875" y="982086"/>
                  <a:pt x="6083047" y="973137"/>
                </a:cubicBezTo>
                <a:close/>
                <a:moveTo>
                  <a:pt x="4816248" y="973137"/>
                </a:moveTo>
                <a:cubicBezTo>
                  <a:pt x="4823209" y="973137"/>
                  <a:pt x="4827972" y="988659"/>
                  <a:pt x="4814050" y="984426"/>
                </a:cubicBezTo>
                <a:cubicBezTo>
                  <a:pt x="4821011" y="979840"/>
                  <a:pt x="4816248" y="979840"/>
                  <a:pt x="4816248" y="973137"/>
                </a:cubicBezTo>
                <a:close/>
                <a:moveTo>
                  <a:pt x="4593161" y="973137"/>
                </a:moveTo>
                <a:cubicBezTo>
                  <a:pt x="4620017" y="973137"/>
                  <a:pt x="4590654" y="989508"/>
                  <a:pt x="4595309" y="996578"/>
                </a:cubicBezTo>
                <a:cubicBezTo>
                  <a:pt x="4572750" y="989508"/>
                  <a:pt x="4604261" y="977974"/>
                  <a:pt x="4593161" y="973137"/>
                </a:cubicBezTo>
                <a:close/>
                <a:moveTo>
                  <a:pt x="4523064" y="953847"/>
                </a:moveTo>
                <a:cubicBezTo>
                  <a:pt x="4526826" y="956547"/>
                  <a:pt x="4525512" y="968956"/>
                  <a:pt x="4530506" y="962248"/>
                </a:cubicBezTo>
                <a:cubicBezTo>
                  <a:pt x="4543825" y="964395"/>
                  <a:pt x="4528403" y="971192"/>
                  <a:pt x="4528403" y="971192"/>
                </a:cubicBezTo>
                <a:cubicBezTo>
                  <a:pt x="4517188" y="968688"/>
                  <a:pt x="4528403" y="959744"/>
                  <a:pt x="4517188" y="955451"/>
                </a:cubicBezTo>
                <a:cubicBezTo>
                  <a:pt x="4519992" y="953126"/>
                  <a:pt x="4521810" y="952947"/>
                  <a:pt x="4523064" y="953847"/>
                </a:cubicBezTo>
                <a:close/>
                <a:moveTo>
                  <a:pt x="5450373" y="950564"/>
                </a:moveTo>
                <a:cubicBezTo>
                  <a:pt x="5432013" y="957404"/>
                  <a:pt x="5459373" y="964245"/>
                  <a:pt x="5441373" y="971085"/>
                </a:cubicBezTo>
                <a:cubicBezTo>
                  <a:pt x="5445693" y="975406"/>
                  <a:pt x="5452533" y="973246"/>
                  <a:pt x="5448213" y="977926"/>
                </a:cubicBezTo>
                <a:cubicBezTo>
                  <a:pt x="5459373" y="977926"/>
                  <a:pt x="5464053" y="957404"/>
                  <a:pt x="5450373" y="950564"/>
                </a:cubicBezTo>
                <a:close/>
                <a:moveTo>
                  <a:pt x="4536736" y="946150"/>
                </a:moveTo>
                <a:cubicBezTo>
                  <a:pt x="4550162" y="948714"/>
                  <a:pt x="4545808" y="957872"/>
                  <a:pt x="4538914" y="960070"/>
                </a:cubicBezTo>
                <a:cubicBezTo>
                  <a:pt x="4525125" y="957872"/>
                  <a:pt x="4529842" y="948714"/>
                  <a:pt x="4536736" y="946150"/>
                </a:cubicBezTo>
                <a:close/>
                <a:moveTo>
                  <a:pt x="5673017" y="943611"/>
                </a:moveTo>
                <a:cubicBezTo>
                  <a:pt x="5683251" y="945743"/>
                  <a:pt x="5693686" y="959181"/>
                  <a:pt x="5690475" y="971186"/>
                </a:cubicBezTo>
                <a:cubicBezTo>
                  <a:pt x="5674779" y="968639"/>
                  <a:pt x="5674779" y="968639"/>
                  <a:pt x="5674779" y="968639"/>
                </a:cubicBezTo>
                <a:cubicBezTo>
                  <a:pt x="5681557" y="952632"/>
                  <a:pt x="5670141" y="952632"/>
                  <a:pt x="5663363" y="945720"/>
                </a:cubicBezTo>
                <a:cubicBezTo>
                  <a:pt x="5666217" y="943446"/>
                  <a:pt x="5669606" y="942900"/>
                  <a:pt x="5673017" y="943611"/>
                </a:cubicBezTo>
                <a:close/>
                <a:moveTo>
                  <a:pt x="4748089" y="942975"/>
                </a:moveTo>
                <a:cubicBezTo>
                  <a:pt x="4764474" y="947692"/>
                  <a:pt x="4750638" y="963658"/>
                  <a:pt x="4745904" y="968012"/>
                </a:cubicBezTo>
                <a:cubicBezTo>
                  <a:pt x="4725150" y="961480"/>
                  <a:pt x="4750638" y="956763"/>
                  <a:pt x="4748089" y="942975"/>
                </a:cubicBezTo>
                <a:close/>
                <a:moveTo>
                  <a:pt x="5424739" y="940703"/>
                </a:moveTo>
                <a:cubicBezTo>
                  <a:pt x="5413127" y="944972"/>
                  <a:pt x="5435987" y="951733"/>
                  <a:pt x="5424739" y="958494"/>
                </a:cubicBezTo>
                <a:cubicBezTo>
                  <a:pt x="5410950" y="954224"/>
                  <a:pt x="5415304" y="938212"/>
                  <a:pt x="5424739" y="940703"/>
                </a:cubicBezTo>
                <a:close/>
                <a:moveTo>
                  <a:pt x="6083182" y="936625"/>
                </a:moveTo>
                <a:cubicBezTo>
                  <a:pt x="6094716" y="943284"/>
                  <a:pt x="6090251" y="952046"/>
                  <a:pt x="6099553" y="952046"/>
                </a:cubicBezTo>
                <a:cubicBezTo>
                  <a:pt x="6092484" y="956602"/>
                  <a:pt x="6094716" y="963261"/>
                  <a:pt x="6090251" y="961158"/>
                </a:cubicBezTo>
                <a:cubicBezTo>
                  <a:pt x="6087647" y="954499"/>
                  <a:pt x="6076113" y="954499"/>
                  <a:pt x="6083182" y="936625"/>
                </a:cubicBezTo>
                <a:close/>
                <a:moveTo>
                  <a:pt x="5645537" y="935037"/>
                </a:moveTo>
                <a:cubicBezTo>
                  <a:pt x="5645537" y="975971"/>
                  <a:pt x="5638632" y="1008211"/>
                  <a:pt x="5627367" y="1042625"/>
                </a:cubicBezTo>
                <a:cubicBezTo>
                  <a:pt x="5615738" y="1006037"/>
                  <a:pt x="5638632" y="966915"/>
                  <a:pt x="5645537" y="935037"/>
                </a:cubicBezTo>
                <a:close/>
                <a:moveTo>
                  <a:pt x="4859725" y="934850"/>
                </a:moveTo>
                <a:cubicBezTo>
                  <a:pt x="4865394" y="934850"/>
                  <a:pt x="4872198" y="936016"/>
                  <a:pt x="4876734" y="934939"/>
                </a:cubicBezTo>
                <a:cubicBezTo>
                  <a:pt x="4870202" y="957545"/>
                  <a:pt x="4893062" y="984815"/>
                  <a:pt x="4858591" y="1002756"/>
                </a:cubicBezTo>
                <a:cubicBezTo>
                  <a:pt x="4860768" y="1009574"/>
                  <a:pt x="4865485" y="1002756"/>
                  <a:pt x="4874556" y="1005268"/>
                </a:cubicBezTo>
                <a:cubicBezTo>
                  <a:pt x="4876734" y="1014238"/>
                  <a:pt x="4849519" y="1014238"/>
                  <a:pt x="4860768" y="1018903"/>
                </a:cubicBezTo>
                <a:cubicBezTo>
                  <a:pt x="4856414" y="1025720"/>
                  <a:pt x="4853874" y="1012085"/>
                  <a:pt x="4840085" y="1014238"/>
                </a:cubicBezTo>
                <a:cubicBezTo>
                  <a:pt x="4837908" y="1021056"/>
                  <a:pt x="4837908" y="1021056"/>
                  <a:pt x="4837908" y="1021056"/>
                </a:cubicBezTo>
                <a:cubicBezTo>
                  <a:pt x="4840085" y="1025720"/>
                  <a:pt x="4846979" y="1021056"/>
                  <a:pt x="4851696" y="1030026"/>
                </a:cubicBezTo>
                <a:cubicBezTo>
                  <a:pt x="4828836" y="1034691"/>
                  <a:pt x="4817225" y="1012085"/>
                  <a:pt x="4835731" y="991633"/>
                </a:cubicBezTo>
                <a:cubicBezTo>
                  <a:pt x="4837908" y="993786"/>
                  <a:pt x="4842625" y="995939"/>
                  <a:pt x="4849519" y="998450"/>
                </a:cubicBezTo>
                <a:cubicBezTo>
                  <a:pt x="4860768" y="995939"/>
                  <a:pt x="4858591" y="980151"/>
                  <a:pt x="4867662" y="975486"/>
                </a:cubicBezTo>
                <a:cubicBezTo>
                  <a:pt x="4863308" y="966515"/>
                  <a:pt x="4858591" y="962210"/>
                  <a:pt x="4842625" y="964363"/>
                </a:cubicBezTo>
                <a:cubicBezTo>
                  <a:pt x="4840085" y="950727"/>
                  <a:pt x="4853874" y="950727"/>
                  <a:pt x="4863308" y="946063"/>
                </a:cubicBezTo>
                <a:cubicBezTo>
                  <a:pt x="4867662" y="934939"/>
                  <a:pt x="4844802" y="950727"/>
                  <a:pt x="4849519" y="941757"/>
                </a:cubicBezTo>
                <a:cubicBezTo>
                  <a:pt x="4849519" y="936016"/>
                  <a:pt x="4854055" y="934850"/>
                  <a:pt x="4859725" y="934850"/>
                </a:cubicBezTo>
                <a:close/>
                <a:moveTo>
                  <a:pt x="5401202" y="930275"/>
                </a:moveTo>
                <a:cubicBezTo>
                  <a:pt x="5413108" y="932421"/>
                  <a:pt x="5403434" y="946016"/>
                  <a:pt x="5415341" y="946016"/>
                </a:cubicBezTo>
                <a:cubicBezTo>
                  <a:pt x="5413108" y="955317"/>
                  <a:pt x="5403434" y="955317"/>
                  <a:pt x="5391900" y="952813"/>
                </a:cubicBezTo>
                <a:cubicBezTo>
                  <a:pt x="5391900" y="941723"/>
                  <a:pt x="5396365" y="937072"/>
                  <a:pt x="5401202" y="930275"/>
                </a:cubicBezTo>
                <a:close/>
                <a:moveTo>
                  <a:pt x="4981350" y="927662"/>
                </a:moveTo>
                <a:cubicBezTo>
                  <a:pt x="4988238" y="925115"/>
                  <a:pt x="4990775" y="943669"/>
                  <a:pt x="4995125" y="932028"/>
                </a:cubicBezTo>
                <a:cubicBezTo>
                  <a:pt x="5002013" y="934574"/>
                  <a:pt x="4997663" y="941486"/>
                  <a:pt x="5004188" y="941486"/>
                </a:cubicBezTo>
                <a:cubicBezTo>
                  <a:pt x="4995125" y="955311"/>
                  <a:pt x="4983888" y="920750"/>
                  <a:pt x="4981350" y="945852"/>
                </a:cubicBezTo>
                <a:cubicBezTo>
                  <a:pt x="4958513" y="943669"/>
                  <a:pt x="4972288" y="932028"/>
                  <a:pt x="4981350" y="927662"/>
                </a:cubicBezTo>
                <a:close/>
                <a:moveTo>
                  <a:pt x="4564606" y="922866"/>
                </a:moveTo>
                <a:cubicBezTo>
                  <a:pt x="4573369" y="920750"/>
                  <a:pt x="4586688" y="927453"/>
                  <a:pt x="4586688" y="936272"/>
                </a:cubicBezTo>
                <a:cubicBezTo>
                  <a:pt x="4571266" y="934155"/>
                  <a:pt x="4560050" y="929569"/>
                  <a:pt x="4564606" y="922866"/>
                </a:cubicBezTo>
                <a:close/>
                <a:moveTo>
                  <a:pt x="4951850" y="915987"/>
                </a:moveTo>
                <a:cubicBezTo>
                  <a:pt x="4956563" y="947919"/>
                  <a:pt x="4944963" y="984156"/>
                  <a:pt x="4931187" y="1029363"/>
                </a:cubicBezTo>
                <a:cubicBezTo>
                  <a:pt x="4917413" y="1065600"/>
                  <a:pt x="4906175" y="1113318"/>
                  <a:pt x="4878625" y="1147403"/>
                </a:cubicBezTo>
                <a:cubicBezTo>
                  <a:pt x="4864850" y="1138075"/>
                  <a:pt x="4892400" y="1106502"/>
                  <a:pt x="4892400" y="1079234"/>
                </a:cubicBezTo>
                <a:cubicBezTo>
                  <a:pt x="4894575" y="1058783"/>
                  <a:pt x="4889863" y="1063447"/>
                  <a:pt x="4899287" y="1047661"/>
                </a:cubicBezTo>
                <a:cubicBezTo>
                  <a:pt x="4899287" y="1042997"/>
                  <a:pt x="4892400" y="1020393"/>
                  <a:pt x="4885513" y="1040844"/>
                </a:cubicBezTo>
                <a:cubicBezTo>
                  <a:pt x="4880800" y="1018240"/>
                  <a:pt x="4913063" y="993125"/>
                  <a:pt x="4899287" y="972675"/>
                </a:cubicBezTo>
                <a:cubicBezTo>
                  <a:pt x="4913063" y="979492"/>
                  <a:pt x="4913063" y="974827"/>
                  <a:pt x="4924300" y="981644"/>
                </a:cubicBezTo>
                <a:cubicBezTo>
                  <a:pt x="4924300" y="981644"/>
                  <a:pt x="4924300" y="981644"/>
                  <a:pt x="4926837" y="968011"/>
                </a:cubicBezTo>
                <a:cubicBezTo>
                  <a:pt x="4929013" y="963705"/>
                  <a:pt x="4919950" y="963705"/>
                  <a:pt x="4913063" y="961552"/>
                </a:cubicBezTo>
                <a:cubicBezTo>
                  <a:pt x="4944963" y="959041"/>
                  <a:pt x="4938075" y="927468"/>
                  <a:pt x="4951850" y="915987"/>
                </a:cubicBezTo>
                <a:close/>
                <a:moveTo>
                  <a:pt x="5031086" y="911783"/>
                </a:moveTo>
                <a:cubicBezTo>
                  <a:pt x="5056574" y="914287"/>
                  <a:pt x="5028902" y="930028"/>
                  <a:pt x="5026717" y="934679"/>
                </a:cubicBezTo>
                <a:cubicBezTo>
                  <a:pt x="5017250" y="932175"/>
                  <a:pt x="5024168" y="909637"/>
                  <a:pt x="5031086" y="911783"/>
                </a:cubicBezTo>
                <a:close/>
                <a:moveTo>
                  <a:pt x="4615083" y="911225"/>
                </a:moveTo>
                <a:cubicBezTo>
                  <a:pt x="4632722" y="918185"/>
                  <a:pt x="4610497" y="922948"/>
                  <a:pt x="4621786" y="927710"/>
                </a:cubicBezTo>
                <a:cubicBezTo>
                  <a:pt x="4619317" y="929908"/>
                  <a:pt x="4617200" y="927710"/>
                  <a:pt x="4617200" y="927710"/>
                </a:cubicBezTo>
                <a:cubicBezTo>
                  <a:pt x="4608381" y="925146"/>
                  <a:pt x="4606264" y="927710"/>
                  <a:pt x="4594975" y="925146"/>
                </a:cubicBezTo>
                <a:cubicBezTo>
                  <a:pt x="4599561" y="918185"/>
                  <a:pt x="4612614" y="920750"/>
                  <a:pt x="4615083" y="911225"/>
                </a:cubicBezTo>
                <a:close/>
                <a:moveTo>
                  <a:pt x="5420853" y="902681"/>
                </a:moveTo>
                <a:lnTo>
                  <a:pt x="5420123" y="903142"/>
                </a:lnTo>
                <a:lnTo>
                  <a:pt x="5420767" y="903528"/>
                </a:lnTo>
                <a:close/>
                <a:moveTo>
                  <a:pt x="5445693" y="891520"/>
                </a:moveTo>
                <a:lnTo>
                  <a:pt x="5453609" y="901168"/>
                </a:lnTo>
                <a:lnTo>
                  <a:pt x="5454884" y="900000"/>
                </a:lnTo>
                <a:cubicBezTo>
                  <a:pt x="5459245" y="902147"/>
                  <a:pt x="5466150" y="906798"/>
                  <a:pt x="5463969" y="913595"/>
                </a:cubicBezTo>
                <a:lnTo>
                  <a:pt x="5456977" y="914300"/>
                </a:lnTo>
                <a:lnTo>
                  <a:pt x="5457213" y="916362"/>
                </a:lnTo>
                <a:cubicBezTo>
                  <a:pt x="5459373" y="914201"/>
                  <a:pt x="5461893" y="916362"/>
                  <a:pt x="5466213" y="914201"/>
                </a:cubicBezTo>
                <a:cubicBezTo>
                  <a:pt x="5473053" y="907361"/>
                  <a:pt x="5457213" y="895840"/>
                  <a:pt x="5470893" y="895840"/>
                </a:cubicBezTo>
                <a:cubicBezTo>
                  <a:pt x="5477733" y="911681"/>
                  <a:pt x="5464053" y="927882"/>
                  <a:pt x="5473053" y="943724"/>
                </a:cubicBezTo>
                <a:cubicBezTo>
                  <a:pt x="5477733" y="945884"/>
                  <a:pt x="5484573" y="934723"/>
                  <a:pt x="5489253" y="939043"/>
                </a:cubicBezTo>
                <a:cubicBezTo>
                  <a:pt x="5479893" y="945884"/>
                  <a:pt x="5491413" y="950564"/>
                  <a:pt x="5477733" y="957404"/>
                </a:cubicBezTo>
                <a:cubicBezTo>
                  <a:pt x="5473053" y="955244"/>
                  <a:pt x="5470893" y="950564"/>
                  <a:pt x="5466213" y="952724"/>
                </a:cubicBezTo>
                <a:cubicBezTo>
                  <a:pt x="5466213" y="962085"/>
                  <a:pt x="5473053" y="984766"/>
                  <a:pt x="5484573" y="977926"/>
                </a:cubicBezTo>
                <a:cubicBezTo>
                  <a:pt x="5473053" y="984766"/>
                  <a:pt x="5479893" y="989087"/>
                  <a:pt x="5468373" y="995927"/>
                </a:cubicBezTo>
                <a:cubicBezTo>
                  <a:pt x="5457213" y="989087"/>
                  <a:pt x="5479893" y="980086"/>
                  <a:pt x="5466213" y="973246"/>
                </a:cubicBezTo>
                <a:cubicBezTo>
                  <a:pt x="5455053" y="986926"/>
                  <a:pt x="5459373" y="991607"/>
                  <a:pt x="5438853" y="1002768"/>
                </a:cubicBezTo>
                <a:cubicBezTo>
                  <a:pt x="5441373" y="1007448"/>
                  <a:pt x="5443533" y="1009608"/>
                  <a:pt x="5443533" y="1012128"/>
                </a:cubicBezTo>
                <a:cubicBezTo>
                  <a:pt x="5452533" y="1012128"/>
                  <a:pt x="5448213" y="1009608"/>
                  <a:pt x="5455053" y="1002768"/>
                </a:cubicBezTo>
                <a:cubicBezTo>
                  <a:pt x="5459373" y="1007448"/>
                  <a:pt x="5464053" y="1007448"/>
                  <a:pt x="5468373" y="1005288"/>
                </a:cubicBezTo>
                <a:cubicBezTo>
                  <a:pt x="5479893" y="1012128"/>
                  <a:pt x="5470893" y="1021129"/>
                  <a:pt x="5477733" y="1027969"/>
                </a:cubicBezTo>
                <a:cubicBezTo>
                  <a:pt x="5493573" y="1023289"/>
                  <a:pt x="5479893" y="1005288"/>
                  <a:pt x="5493573" y="1016448"/>
                </a:cubicBezTo>
                <a:cubicBezTo>
                  <a:pt x="5491413" y="1027969"/>
                  <a:pt x="5489253" y="1052811"/>
                  <a:pt x="5479893" y="1057491"/>
                </a:cubicBezTo>
                <a:cubicBezTo>
                  <a:pt x="5484573" y="1052811"/>
                  <a:pt x="5477733" y="1045971"/>
                  <a:pt x="5470893" y="1041650"/>
                </a:cubicBezTo>
                <a:cubicBezTo>
                  <a:pt x="5455053" y="1059651"/>
                  <a:pt x="5470893" y="1084853"/>
                  <a:pt x="5457213" y="1093854"/>
                </a:cubicBezTo>
                <a:cubicBezTo>
                  <a:pt x="5461893" y="1098534"/>
                  <a:pt x="5466213" y="1096014"/>
                  <a:pt x="5470893" y="1091694"/>
                </a:cubicBezTo>
                <a:cubicBezTo>
                  <a:pt x="5482413" y="1098534"/>
                  <a:pt x="5479893" y="1105375"/>
                  <a:pt x="5479893" y="1114375"/>
                </a:cubicBezTo>
                <a:cubicBezTo>
                  <a:pt x="5455053" y="1130216"/>
                  <a:pt x="5464053" y="1155418"/>
                  <a:pt x="5468373" y="1182420"/>
                </a:cubicBezTo>
                <a:cubicBezTo>
                  <a:pt x="5464053" y="1178100"/>
                  <a:pt x="5468373" y="1164419"/>
                  <a:pt x="5457213" y="1168739"/>
                </a:cubicBezTo>
                <a:cubicBezTo>
                  <a:pt x="5443533" y="1178100"/>
                  <a:pt x="5464053" y="1189620"/>
                  <a:pt x="5459373" y="1198621"/>
                </a:cubicBezTo>
                <a:cubicBezTo>
                  <a:pt x="5452533" y="1198621"/>
                  <a:pt x="5448213" y="1189620"/>
                  <a:pt x="5441373" y="1198621"/>
                </a:cubicBezTo>
                <a:cubicBezTo>
                  <a:pt x="5441373" y="1198621"/>
                  <a:pt x="5441373" y="1198621"/>
                  <a:pt x="5452533" y="1207622"/>
                </a:cubicBezTo>
                <a:cubicBezTo>
                  <a:pt x="5432013" y="1221303"/>
                  <a:pt x="5466213" y="1237144"/>
                  <a:pt x="5461893" y="1252985"/>
                </a:cubicBezTo>
                <a:cubicBezTo>
                  <a:pt x="5451633" y="1258745"/>
                  <a:pt x="5448213" y="1268466"/>
                  <a:pt x="5449608" y="1276746"/>
                </a:cubicBezTo>
                <a:lnTo>
                  <a:pt x="5452007" y="1281441"/>
                </a:lnTo>
                <a:lnTo>
                  <a:pt x="5463307" y="1282181"/>
                </a:lnTo>
                <a:lnTo>
                  <a:pt x="5463108" y="1281517"/>
                </a:lnTo>
                <a:cubicBezTo>
                  <a:pt x="5461713" y="1278097"/>
                  <a:pt x="5461713" y="1275846"/>
                  <a:pt x="5468373" y="1278186"/>
                </a:cubicBezTo>
                <a:cubicBezTo>
                  <a:pt x="5461893" y="1287187"/>
                  <a:pt x="5479893" y="1273506"/>
                  <a:pt x="5482413" y="1280347"/>
                </a:cubicBezTo>
                <a:lnTo>
                  <a:pt x="5475630" y="1287844"/>
                </a:lnTo>
                <a:lnTo>
                  <a:pt x="5477261" y="1290544"/>
                </a:lnTo>
                <a:lnTo>
                  <a:pt x="5473110" y="1290630"/>
                </a:lnTo>
                <a:lnTo>
                  <a:pt x="5461893" y="1303028"/>
                </a:lnTo>
                <a:cubicBezTo>
                  <a:pt x="5455053" y="1297448"/>
                  <a:pt x="5452173" y="1295198"/>
                  <a:pt x="5450418" y="1292633"/>
                </a:cubicBezTo>
                <a:lnTo>
                  <a:pt x="5449119" y="1289254"/>
                </a:lnTo>
                <a:lnTo>
                  <a:pt x="5446156" y="1288338"/>
                </a:lnTo>
                <a:lnTo>
                  <a:pt x="5444293" y="1284292"/>
                </a:lnTo>
                <a:lnTo>
                  <a:pt x="5434353" y="1312299"/>
                </a:lnTo>
                <a:cubicBezTo>
                  <a:pt x="5433813" y="1322560"/>
                  <a:pt x="5436693" y="1331650"/>
                  <a:pt x="5443533" y="1337231"/>
                </a:cubicBezTo>
                <a:cubicBezTo>
                  <a:pt x="5436693" y="1332550"/>
                  <a:pt x="5427693" y="1348751"/>
                  <a:pt x="5425533" y="1350911"/>
                </a:cubicBezTo>
                <a:cubicBezTo>
                  <a:pt x="5445693" y="1355592"/>
                  <a:pt x="5418693" y="1371433"/>
                  <a:pt x="5423013" y="1380433"/>
                </a:cubicBezTo>
                <a:cubicBezTo>
                  <a:pt x="5427693" y="1382954"/>
                  <a:pt x="5443533" y="1394114"/>
                  <a:pt x="5438853" y="1398795"/>
                </a:cubicBezTo>
                <a:cubicBezTo>
                  <a:pt x="5429853" y="1396275"/>
                  <a:pt x="5423013" y="1394114"/>
                  <a:pt x="5414013" y="1398795"/>
                </a:cubicBezTo>
                <a:cubicBezTo>
                  <a:pt x="5427693" y="1414636"/>
                  <a:pt x="5395652" y="1414636"/>
                  <a:pt x="5411853" y="1430477"/>
                </a:cubicBezTo>
                <a:cubicBezTo>
                  <a:pt x="5414013" y="1421476"/>
                  <a:pt x="5418693" y="1428317"/>
                  <a:pt x="5425533" y="1430477"/>
                </a:cubicBezTo>
                <a:cubicBezTo>
                  <a:pt x="5420853" y="1441998"/>
                  <a:pt x="5420853" y="1464679"/>
                  <a:pt x="5407173" y="1448838"/>
                </a:cubicBezTo>
                <a:cubicBezTo>
                  <a:pt x="5414013" y="1464679"/>
                  <a:pt x="5418693" y="1489881"/>
                  <a:pt x="5402493" y="1507882"/>
                </a:cubicBezTo>
                <a:cubicBezTo>
                  <a:pt x="5402493" y="1507882"/>
                  <a:pt x="5402493" y="1507882"/>
                  <a:pt x="5411853" y="1516883"/>
                </a:cubicBezTo>
                <a:cubicBezTo>
                  <a:pt x="5400332" y="1528404"/>
                  <a:pt x="5400332" y="1507882"/>
                  <a:pt x="5393492" y="1512563"/>
                </a:cubicBezTo>
                <a:cubicBezTo>
                  <a:pt x="5391332" y="1530564"/>
                  <a:pt x="5402493" y="1542085"/>
                  <a:pt x="5393492" y="1562606"/>
                </a:cubicBezTo>
                <a:cubicBezTo>
                  <a:pt x="5405013" y="1557926"/>
                  <a:pt x="5393492" y="1551085"/>
                  <a:pt x="5405013" y="1546765"/>
                </a:cubicBezTo>
                <a:cubicBezTo>
                  <a:pt x="5398172" y="1557926"/>
                  <a:pt x="5407173" y="1583127"/>
                  <a:pt x="5391332" y="1585288"/>
                </a:cubicBezTo>
                <a:cubicBezTo>
                  <a:pt x="5395652" y="1583127"/>
                  <a:pt x="5395652" y="1566926"/>
                  <a:pt x="5391332" y="1571607"/>
                </a:cubicBezTo>
                <a:cubicBezTo>
                  <a:pt x="5386652" y="1580607"/>
                  <a:pt x="5377652" y="1589968"/>
                  <a:pt x="5386652" y="1603289"/>
                </a:cubicBezTo>
                <a:cubicBezTo>
                  <a:pt x="5391332" y="1596448"/>
                  <a:pt x="5391332" y="1587448"/>
                  <a:pt x="5400332" y="1596448"/>
                </a:cubicBezTo>
                <a:cubicBezTo>
                  <a:pt x="5393492" y="1603289"/>
                  <a:pt x="5398172" y="1614810"/>
                  <a:pt x="5384492" y="1607969"/>
                </a:cubicBezTo>
                <a:cubicBezTo>
                  <a:pt x="5402493" y="1614810"/>
                  <a:pt x="5388812" y="1619490"/>
                  <a:pt x="5391332" y="1630651"/>
                </a:cubicBezTo>
                <a:cubicBezTo>
                  <a:pt x="5395832" y="1628491"/>
                  <a:pt x="5398622" y="1625700"/>
                  <a:pt x="5401727" y="1622865"/>
                </a:cubicBezTo>
                <a:lnTo>
                  <a:pt x="5408220" y="1618608"/>
                </a:lnTo>
                <a:lnTo>
                  <a:pt x="5410031" y="1612904"/>
                </a:lnTo>
                <a:lnTo>
                  <a:pt x="5412279" y="1610086"/>
                </a:lnTo>
                <a:lnTo>
                  <a:pt x="5411403" y="1607699"/>
                </a:lnTo>
                <a:cubicBezTo>
                  <a:pt x="5411673" y="1605179"/>
                  <a:pt x="5411673" y="1602389"/>
                  <a:pt x="5407173" y="1598968"/>
                </a:cubicBezTo>
                <a:cubicBezTo>
                  <a:pt x="5448213" y="1589968"/>
                  <a:pt x="5411853" y="1546765"/>
                  <a:pt x="5448213" y="1528404"/>
                </a:cubicBezTo>
                <a:cubicBezTo>
                  <a:pt x="5438853" y="1512563"/>
                  <a:pt x="5466213" y="1501042"/>
                  <a:pt x="5452533" y="1485201"/>
                </a:cubicBezTo>
                <a:cubicBezTo>
                  <a:pt x="5464053" y="1462519"/>
                  <a:pt x="5475213" y="1437317"/>
                  <a:pt x="5475213" y="1412476"/>
                </a:cubicBezTo>
                <a:cubicBezTo>
                  <a:pt x="5482413" y="1414636"/>
                  <a:pt x="5489253" y="1407795"/>
                  <a:pt x="5495733" y="1412476"/>
                </a:cubicBezTo>
                <a:cubicBezTo>
                  <a:pt x="5495733" y="1405635"/>
                  <a:pt x="5505093" y="1400955"/>
                  <a:pt x="5498253" y="1394114"/>
                </a:cubicBezTo>
                <a:cubicBezTo>
                  <a:pt x="5509413" y="1385114"/>
                  <a:pt x="5518773" y="1387274"/>
                  <a:pt x="5527773" y="1385114"/>
                </a:cubicBezTo>
                <a:cubicBezTo>
                  <a:pt x="5520933" y="1378273"/>
                  <a:pt x="5516253" y="1371433"/>
                  <a:pt x="5509413" y="1369273"/>
                </a:cubicBezTo>
                <a:cubicBezTo>
                  <a:pt x="5511933" y="1355592"/>
                  <a:pt x="5525613" y="1350911"/>
                  <a:pt x="5529933" y="1348751"/>
                </a:cubicBezTo>
                <a:cubicBezTo>
                  <a:pt x="5520933" y="1341911"/>
                  <a:pt x="5516253" y="1341911"/>
                  <a:pt x="5520933" y="1332550"/>
                </a:cubicBezTo>
                <a:cubicBezTo>
                  <a:pt x="5534613" y="1335070"/>
                  <a:pt x="5529933" y="1350911"/>
                  <a:pt x="5543613" y="1346231"/>
                </a:cubicBezTo>
                <a:cubicBezTo>
                  <a:pt x="5541453" y="1337231"/>
                  <a:pt x="5534613" y="1321389"/>
                  <a:pt x="5552613" y="1323550"/>
                </a:cubicBezTo>
                <a:cubicBezTo>
                  <a:pt x="5548293" y="1316709"/>
                  <a:pt x="5550453" y="1312389"/>
                  <a:pt x="5548293" y="1305548"/>
                </a:cubicBezTo>
                <a:cubicBezTo>
                  <a:pt x="5538933" y="1307708"/>
                  <a:pt x="5532093" y="1307708"/>
                  <a:pt x="5525613" y="1296188"/>
                </a:cubicBezTo>
                <a:cubicBezTo>
                  <a:pt x="5534613" y="1289707"/>
                  <a:pt x="5529933" y="1303028"/>
                  <a:pt x="5543613" y="1296188"/>
                </a:cubicBezTo>
                <a:cubicBezTo>
                  <a:pt x="5534613" y="1280347"/>
                  <a:pt x="5552613" y="1273506"/>
                  <a:pt x="5552613" y="1255505"/>
                </a:cubicBezTo>
                <a:cubicBezTo>
                  <a:pt x="5564133" y="1266666"/>
                  <a:pt x="5561973" y="1271346"/>
                  <a:pt x="5575653" y="1269186"/>
                </a:cubicBezTo>
                <a:cubicBezTo>
                  <a:pt x="5568813" y="1273506"/>
                  <a:pt x="5582493" y="1278186"/>
                  <a:pt x="5584653" y="1282867"/>
                </a:cubicBezTo>
                <a:cubicBezTo>
                  <a:pt x="5577813" y="1291867"/>
                  <a:pt x="5579973" y="1300868"/>
                  <a:pt x="5577813" y="1309869"/>
                </a:cubicBezTo>
                <a:cubicBezTo>
                  <a:pt x="5568813" y="1305548"/>
                  <a:pt x="5577813" y="1291867"/>
                  <a:pt x="5566293" y="1296188"/>
                </a:cubicBezTo>
                <a:cubicBezTo>
                  <a:pt x="5577813" y="1307708"/>
                  <a:pt x="5548293" y="1319229"/>
                  <a:pt x="5570973" y="1323550"/>
                </a:cubicBezTo>
                <a:cubicBezTo>
                  <a:pt x="5552613" y="1339391"/>
                  <a:pt x="5548293" y="1350911"/>
                  <a:pt x="5538933" y="1369273"/>
                </a:cubicBezTo>
                <a:lnTo>
                  <a:pt x="5542511" y="1372068"/>
                </a:lnTo>
                <a:lnTo>
                  <a:pt x="5548694" y="1361765"/>
                </a:lnTo>
                <a:cubicBezTo>
                  <a:pt x="5553811" y="1359517"/>
                  <a:pt x="5561262" y="1358370"/>
                  <a:pt x="5569341" y="1357312"/>
                </a:cubicBezTo>
                <a:lnTo>
                  <a:pt x="5542884" y="1372360"/>
                </a:lnTo>
                <a:lnTo>
                  <a:pt x="5550453" y="1378273"/>
                </a:lnTo>
                <a:cubicBezTo>
                  <a:pt x="5548293" y="1380433"/>
                  <a:pt x="5543613" y="1385114"/>
                  <a:pt x="5550453" y="1387274"/>
                </a:cubicBezTo>
                <a:cubicBezTo>
                  <a:pt x="5541453" y="1400955"/>
                  <a:pt x="5538933" y="1380433"/>
                  <a:pt x="5532093" y="1387274"/>
                </a:cubicBezTo>
                <a:cubicBezTo>
                  <a:pt x="5525613" y="1396275"/>
                  <a:pt x="5532093" y="1405635"/>
                  <a:pt x="5543613" y="1405635"/>
                </a:cubicBezTo>
                <a:cubicBezTo>
                  <a:pt x="5536773" y="1412476"/>
                  <a:pt x="5532093" y="1405635"/>
                  <a:pt x="5525613" y="1412476"/>
                </a:cubicBezTo>
                <a:cubicBezTo>
                  <a:pt x="5520933" y="1428317"/>
                  <a:pt x="5536773" y="1435157"/>
                  <a:pt x="5511933" y="1448838"/>
                </a:cubicBezTo>
                <a:cubicBezTo>
                  <a:pt x="5516253" y="1455679"/>
                  <a:pt x="5523093" y="1448838"/>
                  <a:pt x="5525613" y="1455679"/>
                </a:cubicBezTo>
                <a:cubicBezTo>
                  <a:pt x="5518773" y="1469360"/>
                  <a:pt x="5516253" y="1471520"/>
                  <a:pt x="5529933" y="1466839"/>
                </a:cubicBezTo>
                <a:cubicBezTo>
                  <a:pt x="5529933" y="1473680"/>
                  <a:pt x="5518773" y="1480520"/>
                  <a:pt x="5516253" y="1487361"/>
                </a:cubicBezTo>
                <a:cubicBezTo>
                  <a:pt x="5527773" y="1514723"/>
                  <a:pt x="5495733" y="1535244"/>
                  <a:pt x="5491413" y="1553605"/>
                </a:cubicBezTo>
                <a:cubicBezTo>
                  <a:pt x="5498253" y="1564766"/>
                  <a:pt x="5505093" y="1580607"/>
                  <a:pt x="5518773" y="1573767"/>
                </a:cubicBezTo>
                <a:cubicBezTo>
                  <a:pt x="5514093" y="1566926"/>
                  <a:pt x="5507253" y="1569446"/>
                  <a:pt x="5509413" y="1560086"/>
                </a:cubicBezTo>
                <a:cubicBezTo>
                  <a:pt x="5516253" y="1551085"/>
                  <a:pt x="5518773" y="1566926"/>
                  <a:pt x="5525613" y="1557926"/>
                </a:cubicBezTo>
                <a:cubicBezTo>
                  <a:pt x="5538933" y="1521563"/>
                  <a:pt x="5548293" y="1485201"/>
                  <a:pt x="5570973" y="1448838"/>
                </a:cubicBezTo>
                <a:cubicBezTo>
                  <a:pt x="5582493" y="1457839"/>
                  <a:pt x="5568813" y="1464679"/>
                  <a:pt x="5573133" y="1471520"/>
                </a:cubicBezTo>
                <a:cubicBezTo>
                  <a:pt x="5584653" y="1476200"/>
                  <a:pt x="5584653" y="1462519"/>
                  <a:pt x="5593653" y="1471520"/>
                </a:cubicBezTo>
                <a:cubicBezTo>
                  <a:pt x="5589333" y="1476200"/>
                  <a:pt x="5584653" y="1476200"/>
                  <a:pt x="5579973" y="1476200"/>
                </a:cubicBezTo>
                <a:cubicBezTo>
                  <a:pt x="5586813" y="1492041"/>
                  <a:pt x="5593653" y="1494201"/>
                  <a:pt x="5591493" y="1507882"/>
                </a:cubicBezTo>
                <a:cubicBezTo>
                  <a:pt x="5589333" y="1492041"/>
                  <a:pt x="5579973" y="1503202"/>
                  <a:pt x="5570973" y="1494201"/>
                </a:cubicBezTo>
                <a:cubicBezTo>
                  <a:pt x="5575653" y="1492041"/>
                  <a:pt x="5584653" y="1487361"/>
                  <a:pt x="5582493" y="1483041"/>
                </a:cubicBezTo>
                <a:cubicBezTo>
                  <a:pt x="5575653" y="1483041"/>
                  <a:pt x="5568813" y="1473680"/>
                  <a:pt x="5559453" y="1480520"/>
                </a:cubicBezTo>
                <a:cubicBezTo>
                  <a:pt x="5582493" y="1483041"/>
                  <a:pt x="5557293" y="1492041"/>
                  <a:pt x="5566293" y="1505722"/>
                </a:cubicBezTo>
                <a:cubicBezTo>
                  <a:pt x="5575653" y="1498882"/>
                  <a:pt x="5579973" y="1516883"/>
                  <a:pt x="5582493" y="1521563"/>
                </a:cubicBezTo>
                <a:cubicBezTo>
                  <a:pt x="5568813" y="1542085"/>
                  <a:pt x="5573133" y="1601129"/>
                  <a:pt x="5550453" y="1612649"/>
                </a:cubicBezTo>
                <a:cubicBezTo>
                  <a:pt x="5555133" y="1616970"/>
                  <a:pt x="5564133" y="1607969"/>
                  <a:pt x="5568813" y="1619490"/>
                </a:cubicBezTo>
                <a:cubicBezTo>
                  <a:pt x="5543613" y="1628491"/>
                  <a:pt x="5545773" y="1633171"/>
                  <a:pt x="5536773" y="1649012"/>
                </a:cubicBezTo>
                <a:cubicBezTo>
                  <a:pt x="5536773" y="1635331"/>
                  <a:pt x="5523093" y="1635331"/>
                  <a:pt x="5532093" y="1626330"/>
                </a:cubicBezTo>
                <a:cubicBezTo>
                  <a:pt x="5534613" y="1630651"/>
                  <a:pt x="5536773" y="1633171"/>
                  <a:pt x="5543613" y="1628491"/>
                </a:cubicBezTo>
                <a:cubicBezTo>
                  <a:pt x="5538933" y="1623810"/>
                  <a:pt x="5538933" y="1610129"/>
                  <a:pt x="5529933" y="1607969"/>
                </a:cubicBezTo>
                <a:cubicBezTo>
                  <a:pt x="5534613" y="1619490"/>
                  <a:pt x="5507253" y="1646852"/>
                  <a:pt x="5538933" y="1658013"/>
                </a:cubicBezTo>
                <a:cubicBezTo>
                  <a:pt x="5532093" y="1667013"/>
                  <a:pt x="5534613" y="1676374"/>
                  <a:pt x="5527773" y="1685374"/>
                </a:cubicBezTo>
                <a:cubicBezTo>
                  <a:pt x="5516253" y="1676374"/>
                  <a:pt x="5525613" y="1660173"/>
                  <a:pt x="5511933" y="1664853"/>
                </a:cubicBezTo>
                <a:cubicBezTo>
                  <a:pt x="5500413" y="1671693"/>
                  <a:pt x="5520933" y="1687535"/>
                  <a:pt x="5509413" y="1694375"/>
                </a:cubicBezTo>
                <a:cubicBezTo>
                  <a:pt x="5536773" y="1694375"/>
                  <a:pt x="5507253" y="1728577"/>
                  <a:pt x="5520933" y="1735418"/>
                </a:cubicBezTo>
                <a:cubicBezTo>
                  <a:pt x="5511933" y="1735418"/>
                  <a:pt x="5516253" y="1730738"/>
                  <a:pt x="5509413" y="1728577"/>
                </a:cubicBezTo>
                <a:cubicBezTo>
                  <a:pt x="5502573" y="1735418"/>
                  <a:pt x="5495733" y="1746939"/>
                  <a:pt x="5507253" y="1749099"/>
                </a:cubicBezTo>
                <a:cubicBezTo>
                  <a:pt x="5491413" y="1755939"/>
                  <a:pt x="5505093" y="1762780"/>
                  <a:pt x="5489253" y="1762780"/>
                </a:cubicBezTo>
                <a:cubicBezTo>
                  <a:pt x="5486733" y="1773941"/>
                  <a:pt x="5489253" y="1785461"/>
                  <a:pt x="5500413" y="1787621"/>
                </a:cubicBezTo>
                <a:cubicBezTo>
                  <a:pt x="5500413" y="1801302"/>
                  <a:pt x="5484573" y="1783301"/>
                  <a:pt x="5484573" y="1794462"/>
                </a:cubicBezTo>
                <a:cubicBezTo>
                  <a:pt x="5493573" y="1796982"/>
                  <a:pt x="5500413" y="1803823"/>
                  <a:pt x="5486733" y="1817503"/>
                </a:cubicBezTo>
                <a:cubicBezTo>
                  <a:pt x="5482413" y="1819664"/>
                  <a:pt x="5479893" y="1810663"/>
                  <a:pt x="5475213" y="1810663"/>
                </a:cubicBezTo>
                <a:cubicBezTo>
                  <a:pt x="5470893" y="1821824"/>
                  <a:pt x="5479893" y="1817503"/>
                  <a:pt x="5484573" y="1821824"/>
                </a:cubicBezTo>
                <a:cubicBezTo>
                  <a:pt x="5477733" y="1823984"/>
                  <a:pt x="5479893" y="1828664"/>
                  <a:pt x="5473053" y="1830824"/>
                </a:cubicBezTo>
                <a:cubicBezTo>
                  <a:pt x="5459373" y="1830824"/>
                  <a:pt x="5479893" y="1814983"/>
                  <a:pt x="5464053" y="1814983"/>
                </a:cubicBezTo>
                <a:cubicBezTo>
                  <a:pt x="5452533" y="1826504"/>
                  <a:pt x="5457213" y="1844505"/>
                  <a:pt x="5475213" y="1847026"/>
                </a:cubicBezTo>
                <a:cubicBezTo>
                  <a:pt x="5457213" y="1849186"/>
                  <a:pt x="5438853" y="1860346"/>
                  <a:pt x="5459373" y="1867187"/>
                </a:cubicBezTo>
                <a:cubicBezTo>
                  <a:pt x="5455053" y="1876548"/>
                  <a:pt x="5452533" y="1869707"/>
                  <a:pt x="5443533" y="1869707"/>
                </a:cubicBezTo>
                <a:cubicBezTo>
                  <a:pt x="5438853" y="1903909"/>
                  <a:pt x="5420853" y="1912910"/>
                  <a:pt x="5418693" y="1947112"/>
                </a:cubicBezTo>
                <a:cubicBezTo>
                  <a:pt x="5407173" y="1953953"/>
                  <a:pt x="5405013" y="1944592"/>
                  <a:pt x="5398172" y="1947112"/>
                </a:cubicBezTo>
                <a:cubicBezTo>
                  <a:pt x="5395652" y="1965114"/>
                  <a:pt x="5407173" y="1981315"/>
                  <a:pt x="5386652" y="1981315"/>
                </a:cubicBezTo>
                <a:cubicBezTo>
                  <a:pt x="5391332" y="1994636"/>
                  <a:pt x="5377652" y="1999316"/>
                  <a:pt x="5384492" y="2006156"/>
                </a:cubicBezTo>
                <a:cubicBezTo>
                  <a:pt x="5381972" y="2003996"/>
                  <a:pt x="5377652" y="2006156"/>
                  <a:pt x="5372972" y="2006156"/>
                </a:cubicBezTo>
                <a:cubicBezTo>
                  <a:pt x="5377652" y="2015157"/>
                  <a:pt x="5372972" y="2060880"/>
                  <a:pt x="5352452" y="2049359"/>
                </a:cubicBezTo>
                <a:lnTo>
                  <a:pt x="5354735" y="2071448"/>
                </a:lnTo>
                <a:lnTo>
                  <a:pt x="5355247" y="2071804"/>
                </a:lnTo>
                <a:lnTo>
                  <a:pt x="5354899" y="2073029"/>
                </a:lnTo>
                <a:lnTo>
                  <a:pt x="5355062" y="2074606"/>
                </a:lnTo>
                <a:cubicBezTo>
                  <a:pt x="5355332" y="2082842"/>
                  <a:pt x="5355872" y="2090222"/>
                  <a:pt x="5359292" y="2094723"/>
                </a:cubicBezTo>
                <a:cubicBezTo>
                  <a:pt x="5329772" y="2097243"/>
                  <a:pt x="5322932" y="2156287"/>
                  <a:pt x="5309251" y="2131085"/>
                </a:cubicBezTo>
                <a:cubicBezTo>
                  <a:pt x="5295571" y="2138286"/>
                  <a:pt x="5318611" y="2149446"/>
                  <a:pt x="5298091" y="2151606"/>
                </a:cubicBezTo>
                <a:cubicBezTo>
                  <a:pt x="5286571" y="2154127"/>
                  <a:pt x="5311771" y="2138286"/>
                  <a:pt x="5295571" y="2138286"/>
                </a:cubicBezTo>
                <a:cubicBezTo>
                  <a:pt x="5284411" y="2145126"/>
                  <a:pt x="5268211" y="2163127"/>
                  <a:pt x="5288731" y="2172128"/>
                </a:cubicBezTo>
                <a:cubicBezTo>
                  <a:pt x="5288731" y="2165287"/>
                  <a:pt x="5300251" y="2151606"/>
                  <a:pt x="5304571" y="2158447"/>
                </a:cubicBezTo>
                <a:cubicBezTo>
                  <a:pt x="5291251" y="2172128"/>
                  <a:pt x="5279731" y="2192649"/>
                  <a:pt x="5261731" y="2194809"/>
                </a:cubicBezTo>
                <a:cubicBezTo>
                  <a:pt x="5259211" y="2206330"/>
                  <a:pt x="5272891" y="2194809"/>
                  <a:pt x="5270731" y="2208490"/>
                </a:cubicBezTo>
                <a:cubicBezTo>
                  <a:pt x="5252371" y="2211011"/>
                  <a:pt x="5263891" y="2217851"/>
                  <a:pt x="5254891" y="2224691"/>
                </a:cubicBezTo>
                <a:lnTo>
                  <a:pt x="5267986" y="2224691"/>
                </a:lnTo>
                <a:lnTo>
                  <a:pt x="5266401" y="2223500"/>
                </a:lnTo>
                <a:cubicBezTo>
                  <a:pt x="5262492" y="2215795"/>
                  <a:pt x="5276452" y="2209456"/>
                  <a:pt x="5281553" y="2204330"/>
                </a:cubicBezTo>
                <a:lnTo>
                  <a:pt x="5289665" y="2208092"/>
                </a:lnTo>
                <a:lnTo>
                  <a:pt x="5294363" y="2206646"/>
                </a:lnTo>
                <a:lnTo>
                  <a:pt x="5306611" y="2199654"/>
                </a:lnTo>
                <a:cubicBezTo>
                  <a:pt x="5288355" y="2190662"/>
                  <a:pt x="5301957" y="2211164"/>
                  <a:pt x="5284059" y="2199654"/>
                </a:cubicBezTo>
                <a:cubicBezTo>
                  <a:pt x="5290860" y="2192821"/>
                  <a:pt x="5297662" y="2185987"/>
                  <a:pt x="5315560" y="2190662"/>
                </a:cubicBezTo>
                <a:cubicBezTo>
                  <a:pt x="5324867" y="2199654"/>
                  <a:pt x="5297662" y="2206488"/>
                  <a:pt x="5320213" y="2217998"/>
                </a:cubicBezTo>
                <a:cubicBezTo>
                  <a:pt x="5315739" y="2216739"/>
                  <a:pt x="5305537" y="2216739"/>
                  <a:pt x="5297303" y="2215885"/>
                </a:cubicBezTo>
                <a:lnTo>
                  <a:pt x="5293414" y="2215027"/>
                </a:lnTo>
                <a:lnTo>
                  <a:pt x="5286571" y="2226852"/>
                </a:lnTo>
                <a:lnTo>
                  <a:pt x="5277110" y="2228525"/>
                </a:lnTo>
                <a:lnTo>
                  <a:pt x="5277258" y="2231665"/>
                </a:lnTo>
                <a:lnTo>
                  <a:pt x="5273426" y="2228783"/>
                </a:lnTo>
                <a:lnTo>
                  <a:pt x="5264476" y="2227977"/>
                </a:lnTo>
                <a:cubicBezTo>
                  <a:pt x="5258221" y="2227392"/>
                  <a:pt x="5253631" y="2227932"/>
                  <a:pt x="5252371" y="2235852"/>
                </a:cubicBezTo>
                <a:cubicBezTo>
                  <a:pt x="5252371" y="2241613"/>
                  <a:pt x="5254711" y="2243953"/>
                  <a:pt x="5257321" y="2246248"/>
                </a:cubicBezTo>
                <a:lnTo>
                  <a:pt x="5259631" y="2249808"/>
                </a:lnTo>
                <a:lnTo>
                  <a:pt x="5261836" y="2246704"/>
                </a:lnTo>
                <a:cubicBezTo>
                  <a:pt x="5266102" y="2242139"/>
                  <a:pt x="5270890" y="2238103"/>
                  <a:pt x="5275387" y="2235200"/>
                </a:cubicBezTo>
                <a:cubicBezTo>
                  <a:pt x="5282222" y="2237740"/>
                  <a:pt x="5289057" y="2242094"/>
                  <a:pt x="5291575" y="2239917"/>
                </a:cubicBezTo>
                <a:cubicBezTo>
                  <a:pt x="5307403" y="2248988"/>
                  <a:pt x="5293734" y="2253705"/>
                  <a:pt x="5293734" y="2255883"/>
                </a:cubicBezTo>
                <a:cubicBezTo>
                  <a:pt x="5282222" y="2258060"/>
                  <a:pt x="5277905" y="2248988"/>
                  <a:pt x="5286899" y="2246811"/>
                </a:cubicBezTo>
                <a:cubicBezTo>
                  <a:pt x="5282222" y="2246811"/>
                  <a:pt x="5280064" y="2248988"/>
                  <a:pt x="5271071" y="2244634"/>
                </a:cubicBezTo>
                <a:cubicBezTo>
                  <a:pt x="5268553" y="2251165"/>
                  <a:pt x="5275387" y="2255883"/>
                  <a:pt x="5275387" y="2260600"/>
                </a:cubicBezTo>
                <a:cubicBezTo>
                  <a:pt x="5289057" y="2253705"/>
                  <a:pt x="5300568" y="2269671"/>
                  <a:pt x="5300568" y="2278743"/>
                </a:cubicBezTo>
                <a:lnTo>
                  <a:pt x="5290124" y="2273957"/>
                </a:lnTo>
                <a:lnTo>
                  <a:pt x="5284411" y="2279055"/>
                </a:lnTo>
                <a:cubicBezTo>
                  <a:pt x="5298091" y="2274735"/>
                  <a:pt x="5291251" y="2285896"/>
                  <a:pt x="5288731" y="2290576"/>
                </a:cubicBezTo>
                <a:cubicBezTo>
                  <a:pt x="5298091" y="2279055"/>
                  <a:pt x="5309251" y="2274735"/>
                  <a:pt x="5320772" y="2279055"/>
                </a:cubicBezTo>
                <a:cubicBezTo>
                  <a:pt x="5309251" y="2274735"/>
                  <a:pt x="5309251" y="2292736"/>
                  <a:pt x="5316091" y="2290576"/>
                </a:cubicBezTo>
                <a:cubicBezTo>
                  <a:pt x="5336612" y="2279055"/>
                  <a:pt x="5329772" y="2251693"/>
                  <a:pt x="5341292" y="2238372"/>
                </a:cubicBezTo>
                <a:cubicBezTo>
                  <a:pt x="5343452" y="2247373"/>
                  <a:pt x="5341292" y="2261054"/>
                  <a:pt x="5357132" y="2254213"/>
                </a:cubicBezTo>
                <a:cubicBezTo>
                  <a:pt x="5348132" y="2238372"/>
                  <a:pt x="5345612" y="2211011"/>
                  <a:pt x="5366132" y="2211011"/>
                </a:cubicBezTo>
                <a:cubicBezTo>
                  <a:pt x="5359292" y="2211011"/>
                  <a:pt x="5354972" y="2222171"/>
                  <a:pt x="5363972" y="2222171"/>
                </a:cubicBezTo>
                <a:cubicBezTo>
                  <a:pt x="5370812" y="2211011"/>
                  <a:pt x="5381972" y="2201650"/>
                  <a:pt x="5384492" y="2185809"/>
                </a:cubicBezTo>
                <a:cubicBezTo>
                  <a:pt x="5393492" y="2183649"/>
                  <a:pt x="5400332" y="2183649"/>
                  <a:pt x="5405013" y="2185809"/>
                </a:cubicBezTo>
                <a:cubicBezTo>
                  <a:pt x="5407173" y="2172128"/>
                  <a:pt x="5402493" y="2176808"/>
                  <a:pt x="5400332" y="2163127"/>
                </a:cubicBezTo>
                <a:cubicBezTo>
                  <a:pt x="5407173" y="2163127"/>
                  <a:pt x="5407173" y="2158447"/>
                  <a:pt x="5414013" y="2156287"/>
                </a:cubicBezTo>
                <a:cubicBezTo>
                  <a:pt x="5420853" y="2156287"/>
                  <a:pt x="5418693" y="2163127"/>
                  <a:pt x="5423013" y="2160967"/>
                </a:cubicBezTo>
                <a:cubicBezTo>
                  <a:pt x="5450373" y="2140446"/>
                  <a:pt x="5443533" y="2113084"/>
                  <a:pt x="5455053" y="2087882"/>
                </a:cubicBezTo>
                <a:cubicBezTo>
                  <a:pt x="5459373" y="2094723"/>
                  <a:pt x="5466213" y="2101563"/>
                  <a:pt x="5475213" y="2104083"/>
                </a:cubicBezTo>
                <a:cubicBezTo>
                  <a:pt x="5477733" y="2094723"/>
                  <a:pt x="5489253" y="2087882"/>
                  <a:pt x="5482413" y="2074561"/>
                </a:cubicBezTo>
                <a:cubicBezTo>
                  <a:pt x="5473053" y="2078881"/>
                  <a:pt x="5477733" y="2101563"/>
                  <a:pt x="5466213" y="2087882"/>
                </a:cubicBezTo>
                <a:cubicBezTo>
                  <a:pt x="5468373" y="2074561"/>
                  <a:pt x="5482413" y="2069881"/>
                  <a:pt x="5500413" y="2060880"/>
                </a:cubicBezTo>
                <a:cubicBezTo>
                  <a:pt x="5495733" y="2042519"/>
                  <a:pt x="5486733" y="2065201"/>
                  <a:pt x="5477733" y="2056200"/>
                </a:cubicBezTo>
                <a:cubicBezTo>
                  <a:pt x="5505093" y="2033518"/>
                  <a:pt x="5505093" y="1999316"/>
                  <a:pt x="5511933" y="1974474"/>
                </a:cubicBezTo>
                <a:cubicBezTo>
                  <a:pt x="5518773" y="1983475"/>
                  <a:pt x="5507253" y="1983475"/>
                  <a:pt x="5509413" y="1990315"/>
                </a:cubicBezTo>
                <a:cubicBezTo>
                  <a:pt x="5518053" y="1985185"/>
                  <a:pt x="5520213" y="1991598"/>
                  <a:pt x="5524550" y="1992239"/>
                </a:cubicBezTo>
                <a:lnTo>
                  <a:pt x="5526506" y="1991540"/>
                </a:lnTo>
                <a:lnTo>
                  <a:pt x="5530859" y="1965456"/>
                </a:lnTo>
                <a:lnTo>
                  <a:pt x="5530895" y="1964489"/>
                </a:lnTo>
                <a:lnTo>
                  <a:pt x="5531076" y="1964153"/>
                </a:lnTo>
                <a:lnTo>
                  <a:pt x="5537473" y="1925825"/>
                </a:lnTo>
                <a:lnTo>
                  <a:pt x="5532145" y="1928454"/>
                </a:lnTo>
                <a:cubicBezTo>
                  <a:pt x="5531079" y="1925053"/>
                  <a:pt x="5533389" y="1920579"/>
                  <a:pt x="5536233" y="1914672"/>
                </a:cubicBezTo>
                <a:lnTo>
                  <a:pt x="5542594" y="1895141"/>
                </a:lnTo>
                <a:lnTo>
                  <a:pt x="5544055" y="1886384"/>
                </a:lnTo>
                <a:lnTo>
                  <a:pt x="5539081" y="1887807"/>
                </a:lnTo>
                <a:cubicBezTo>
                  <a:pt x="5539081" y="1885650"/>
                  <a:pt x="5541593" y="1885650"/>
                  <a:pt x="5543746" y="1885650"/>
                </a:cubicBezTo>
                <a:cubicBezTo>
                  <a:pt x="5548410" y="1871992"/>
                  <a:pt x="5534775" y="1860490"/>
                  <a:pt x="5550563" y="1847191"/>
                </a:cubicBezTo>
                <a:lnTo>
                  <a:pt x="5550595" y="1847196"/>
                </a:lnTo>
                <a:lnTo>
                  <a:pt x="5557077" y="1808358"/>
                </a:lnTo>
                <a:cubicBezTo>
                  <a:pt x="5557077" y="1794679"/>
                  <a:pt x="5543399" y="1780999"/>
                  <a:pt x="5570755" y="1769840"/>
                </a:cubicBezTo>
                <a:cubicBezTo>
                  <a:pt x="5581013" y="1782259"/>
                  <a:pt x="5587852" y="1796479"/>
                  <a:pt x="5592127" y="1811823"/>
                </a:cubicBezTo>
                <a:lnTo>
                  <a:pt x="5593821" y="1825625"/>
                </a:lnTo>
                <a:lnTo>
                  <a:pt x="5602091" y="1825625"/>
                </a:lnTo>
                <a:lnTo>
                  <a:pt x="5603888" y="1825625"/>
                </a:lnTo>
                <a:lnTo>
                  <a:pt x="5605545" y="1820716"/>
                </a:lnTo>
                <a:cubicBezTo>
                  <a:pt x="5606749" y="1814556"/>
                  <a:pt x="5606884" y="1808143"/>
                  <a:pt x="5605174" y="1801302"/>
                </a:cubicBezTo>
                <a:cubicBezTo>
                  <a:pt x="5607334" y="1808143"/>
                  <a:pt x="5612014" y="1808143"/>
                  <a:pt x="5618854" y="1808143"/>
                </a:cubicBezTo>
                <a:cubicBezTo>
                  <a:pt x="5623174" y="1767100"/>
                  <a:pt x="5630014" y="1773941"/>
                  <a:pt x="5650534" y="1746939"/>
                </a:cubicBezTo>
                <a:cubicBezTo>
                  <a:pt x="5652694" y="1753779"/>
                  <a:pt x="5657374" y="1758099"/>
                  <a:pt x="5664215" y="1755939"/>
                </a:cubicBezTo>
                <a:cubicBezTo>
                  <a:pt x="5652694" y="1740098"/>
                  <a:pt x="5675735" y="1749099"/>
                  <a:pt x="5671055" y="1735418"/>
                </a:cubicBezTo>
                <a:cubicBezTo>
                  <a:pt x="5666375" y="1726417"/>
                  <a:pt x="5662055" y="1721737"/>
                  <a:pt x="5657374" y="1721737"/>
                </a:cubicBezTo>
                <a:cubicBezTo>
                  <a:pt x="5664215" y="1717417"/>
                  <a:pt x="5668895" y="1712736"/>
                  <a:pt x="5668895" y="1705896"/>
                </a:cubicBezTo>
                <a:cubicBezTo>
                  <a:pt x="5664215" y="1701216"/>
                  <a:pt x="5657374" y="1710576"/>
                  <a:pt x="5655214" y="1705896"/>
                </a:cubicBezTo>
                <a:lnTo>
                  <a:pt x="5658633" y="1701163"/>
                </a:lnTo>
                <a:lnTo>
                  <a:pt x="5658237" y="1701182"/>
                </a:lnTo>
                <a:cubicBezTo>
                  <a:pt x="5652794" y="1701447"/>
                  <a:pt x="5652794" y="1701447"/>
                  <a:pt x="5652794" y="1701447"/>
                </a:cubicBezTo>
                <a:cubicBezTo>
                  <a:pt x="5651071" y="1697566"/>
                  <a:pt x="5652794" y="1694943"/>
                  <a:pt x="5656383" y="1693328"/>
                </a:cubicBezTo>
                <a:lnTo>
                  <a:pt x="5667337" y="1691796"/>
                </a:lnTo>
                <a:lnTo>
                  <a:pt x="5670149" y="1688885"/>
                </a:lnTo>
                <a:cubicBezTo>
                  <a:pt x="5671640" y="1686792"/>
                  <a:pt x="5673395" y="1683664"/>
                  <a:pt x="5675735" y="1678534"/>
                </a:cubicBezTo>
                <a:cubicBezTo>
                  <a:pt x="5668895" y="1680694"/>
                  <a:pt x="5659534" y="1690055"/>
                  <a:pt x="5657374" y="1678534"/>
                </a:cubicBezTo>
                <a:cubicBezTo>
                  <a:pt x="5684735" y="1662693"/>
                  <a:pt x="5686895" y="1614810"/>
                  <a:pt x="5709575" y="1635331"/>
                </a:cubicBezTo>
                <a:cubicBezTo>
                  <a:pt x="5721095" y="1623810"/>
                  <a:pt x="5712095" y="1607969"/>
                  <a:pt x="5718935" y="1596448"/>
                </a:cubicBezTo>
                <a:cubicBezTo>
                  <a:pt x="5721095" y="1598968"/>
                  <a:pt x="5723255" y="1605809"/>
                  <a:pt x="5727935" y="1603289"/>
                </a:cubicBezTo>
                <a:cubicBezTo>
                  <a:pt x="5723255" y="1587448"/>
                  <a:pt x="5746295" y="1592128"/>
                  <a:pt x="5743775" y="1576287"/>
                </a:cubicBezTo>
                <a:cubicBezTo>
                  <a:pt x="5732615" y="1566926"/>
                  <a:pt x="5718935" y="1573767"/>
                  <a:pt x="5709575" y="1566926"/>
                </a:cubicBezTo>
                <a:cubicBezTo>
                  <a:pt x="5727935" y="1564766"/>
                  <a:pt x="5746295" y="1539924"/>
                  <a:pt x="5725775" y="1533084"/>
                </a:cubicBezTo>
                <a:lnTo>
                  <a:pt x="5738193" y="1498416"/>
                </a:lnTo>
                <a:lnTo>
                  <a:pt x="5738088" y="1497582"/>
                </a:lnTo>
                <a:cubicBezTo>
                  <a:pt x="5737722" y="1488891"/>
                  <a:pt x="5738037" y="1479059"/>
                  <a:pt x="5739207" y="1467090"/>
                </a:cubicBezTo>
                <a:cubicBezTo>
                  <a:pt x="5741367" y="1444410"/>
                  <a:pt x="5761884" y="1428571"/>
                  <a:pt x="5768723" y="1412731"/>
                </a:cubicBezTo>
                <a:cubicBezTo>
                  <a:pt x="5770883" y="1408052"/>
                  <a:pt x="5761884" y="1403372"/>
                  <a:pt x="5764043" y="1396532"/>
                </a:cubicBezTo>
                <a:cubicBezTo>
                  <a:pt x="5766293" y="1391492"/>
                  <a:pt x="5770252" y="1386002"/>
                  <a:pt x="5775072" y="1380175"/>
                </a:cubicBezTo>
                <a:lnTo>
                  <a:pt x="5779424" y="1375234"/>
                </a:lnTo>
                <a:lnTo>
                  <a:pt x="5802815" y="1291867"/>
                </a:lnTo>
                <a:cubicBezTo>
                  <a:pt x="5814335" y="1300868"/>
                  <a:pt x="5795975" y="1307708"/>
                  <a:pt x="5802815" y="1316709"/>
                </a:cubicBezTo>
                <a:cubicBezTo>
                  <a:pt x="5812175" y="1316709"/>
                  <a:pt x="5805335" y="1328230"/>
                  <a:pt x="5816495" y="1321389"/>
                </a:cubicBezTo>
                <a:cubicBezTo>
                  <a:pt x="5814335" y="1319229"/>
                  <a:pt x="5821175" y="1314549"/>
                  <a:pt x="5819015" y="1312389"/>
                </a:cubicBezTo>
                <a:cubicBezTo>
                  <a:pt x="5814335" y="1307708"/>
                  <a:pt x="5809655" y="1309869"/>
                  <a:pt x="5807495" y="1303028"/>
                </a:cubicBezTo>
                <a:cubicBezTo>
                  <a:pt x="5810915" y="1297448"/>
                  <a:pt x="5813795" y="1296908"/>
                  <a:pt x="5816360" y="1297493"/>
                </a:cubicBezTo>
                <a:lnTo>
                  <a:pt x="5819653" y="1298066"/>
                </a:lnTo>
                <a:lnTo>
                  <a:pt x="5819249" y="1292675"/>
                </a:lnTo>
                <a:cubicBezTo>
                  <a:pt x="5819227" y="1288131"/>
                  <a:pt x="5819913" y="1283721"/>
                  <a:pt x="5822449" y="1279435"/>
                </a:cubicBezTo>
                <a:lnTo>
                  <a:pt x="5822748" y="1279174"/>
                </a:lnTo>
                <a:lnTo>
                  <a:pt x="5816495" y="1278186"/>
                </a:lnTo>
                <a:cubicBezTo>
                  <a:pt x="5805335" y="1289707"/>
                  <a:pt x="5793815" y="1289707"/>
                  <a:pt x="5782655" y="1294028"/>
                </a:cubicBezTo>
                <a:cubicBezTo>
                  <a:pt x="5789495" y="1287187"/>
                  <a:pt x="5780135" y="1280347"/>
                  <a:pt x="5791655" y="1273506"/>
                </a:cubicBezTo>
                <a:cubicBezTo>
                  <a:pt x="5795975" y="1278186"/>
                  <a:pt x="5800655" y="1289707"/>
                  <a:pt x="5807495" y="1278186"/>
                </a:cubicBezTo>
                <a:cubicBezTo>
                  <a:pt x="5802815" y="1259825"/>
                  <a:pt x="5834855" y="1239304"/>
                  <a:pt x="5819015" y="1219142"/>
                </a:cubicBezTo>
                <a:cubicBezTo>
                  <a:pt x="5830175" y="1214462"/>
                  <a:pt x="5832695" y="1212302"/>
                  <a:pt x="5821175" y="1207622"/>
                </a:cubicBezTo>
                <a:cubicBezTo>
                  <a:pt x="5832695" y="1202941"/>
                  <a:pt x="5830175" y="1193941"/>
                  <a:pt x="5834855" y="1187100"/>
                </a:cubicBezTo>
                <a:cubicBezTo>
                  <a:pt x="5838275" y="1192861"/>
                  <a:pt x="5838275" y="1198531"/>
                  <a:pt x="5838275" y="1203931"/>
                </a:cubicBezTo>
                <a:lnTo>
                  <a:pt x="5841485" y="1218207"/>
                </a:lnTo>
                <a:lnTo>
                  <a:pt x="5843906" y="1209023"/>
                </a:lnTo>
                <a:lnTo>
                  <a:pt x="5854080" y="1194580"/>
                </a:lnTo>
                <a:lnTo>
                  <a:pt x="5854205" y="1193671"/>
                </a:lnTo>
                <a:cubicBezTo>
                  <a:pt x="5853665" y="1184850"/>
                  <a:pt x="5850875" y="1175760"/>
                  <a:pt x="5853215" y="1166579"/>
                </a:cubicBezTo>
                <a:cubicBezTo>
                  <a:pt x="5869056" y="1168739"/>
                  <a:pt x="5862216" y="1150738"/>
                  <a:pt x="5869056" y="1143897"/>
                </a:cubicBezTo>
                <a:cubicBezTo>
                  <a:pt x="5880216" y="1146057"/>
                  <a:pt x="5887056" y="1164419"/>
                  <a:pt x="5898576" y="1157578"/>
                </a:cubicBezTo>
                <a:cubicBezTo>
                  <a:pt x="5884896" y="1146057"/>
                  <a:pt x="5896416" y="1134897"/>
                  <a:pt x="5893896" y="1123376"/>
                </a:cubicBezTo>
                <a:cubicBezTo>
                  <a:pt x="5882736" y="1112215"/>
                  <a:pt x="5884896" y="1116535"/>
                  <a:pt x="5873376" y="1112215"/>
                </a:cubicBezTo>
                <a:cubicBezTo>
                  <a:pt x="5887056" y="1102854"/>
                  <a:pt x="5884896" y="1102854"/>
                  <a:pt x="5896416" y="1091694"/>
                </a:cubicBezTo>
                <a:cubicBezTo>
                  <a:pt x="5905416" y="1098534"/>
                  <a:pt x="5907576" y="1096014"/>
                  <a:pt x="5921256" y="1098534"/>
                </a:cubicBezTo>
                <a:cubicBezTo>
                  <a:pt x="5923417" y="1107535"/>
                  <a:pt x="5912256" y="1116535"/>
                  <a:pt x="5923417" y="1125896"/>
                </a:cubicBezTo>
                <a:cubicBezTo>
                  <a:pt x="5908296" y="1142907"/>
                  <a:pt x="5909579" y="1159919"/>
                  <a:pt x="5905394" y="1179816"/>
                </a:cubicBezTo>
                <a:lnTo>
                  <a:pt x="5900701" y="1194247"/>
                </a:lnTo>
                <a:lnTo>
                  <a:pt x="5899938" y="1198865"/>
                </a:lnTo>
                <a:cubicBezTo>
                  <a:pt x="5900439" y="1203826"/>
                  <a:pt x="5903431" y="1207358"/>
                  <a:pt x="5911979" y="1207898"/>
                </a:cubicBezTo>
                <a:lnTo>
                  <a:pt x="5907385" y="1213224"/>
                </a:lnTo>
                <a:lnTo>
                  <a:pt x="5905326" y="1224588"/>
                </a:lnTo>
                <a:cubicBezTo>
                  <a:pt x="5901906" y="1232553"/>
                  <a:pt x="5896236" y="1240564"/>
                  <a:pt x="5898576" y="1248664"/>
                </a:cubicBezTo>
                <a:cubicBezTo>
                  <a:pt x="5903256" y="1246144"/>
                  <a:pt x="5905416" y="1243984"/>
                  <a:pt x="5910096" y="1248664"/>
                </a:cubicBezTo>
                <a:cubicBezTo>
                  <a:pt x="5901456" y="1253795"/>
                  <a:pt x="5905776" y="1260140"/>
                  <a:pt x="5901642" y="1265878"/>
                </a:cubicBezTo>
                <a:lnTo>
                  <a:pt x="5899764" y="1267204"/>
                </a:lnTo>
                <a:lnTo>
                  <a:pt x="5899871" y="1268416"/>
                </a:lnTo>
                <a:lnTo>
                  <a:pt x="5896047" y="1285358"/>
                </a:lnTo>
                <a:lnTo>
                  <a:pt x="5903256" y="1291867"/>
                </a:lnTo>
                <a:cubicBezTo>
                  <a:pt x="5891736" y="1300868"/>
                  <a:pt x="5891736" y="1305548"/>
                  <a:pt x="5900736" y="1316709"/>
                </a:cubicBezTo>
                <a:cubicBezTo>
                  <a:pt x="5898576" y="1321389"/>
                  <a:pt x="5893896" y="1321389"/>
                  <a:pt x="5889576" y="1321389"/>
                </a:cubicBezTo>
                <a:cubicBezTo>
                  <a:pt x="5891736" y="1328230"/>
                  <a:pt x="5900736" y="1337231"/>
                  <a:pt x="5896416" y="1344071"/>
                </a:cubicBezTo>
                <a:cubicBezTo>
                  <a:pt x="5879136" y="1344071"/>
                  <a:pt x="5885144" y="1331312"/>
                  <a:pt x="5888316" y="1319162"/>
                </a:cubicBezTo>
                <a:lnTo>
                  <a:pt x="5888969" y="1313229"/>
                </a:lnTo>
                <a:lnTo>
                  <a:pt x="5873314" y="1349222"/>
                </a:lnTo>
                <a:lnTo>
                  <a:pt x="5866210" y="1362587"/>
                </a:lnTo>
                <a:lnTo>
                  <a:pt x="5869056" y="1366753"/>
                </a:lnTo>
                <a:lnTo>
                  <a:pt x="5862598" y="1369380"/>
                </a:lnTo>
                <a:lnTo>
                  <a:pt x="5855151" y="1383390"/>
                </a:lnTo>
                <a:lnTo>
                  <a:pt x="5856950" y="1386329"/>
                </a:lnTo>
                <a:cubicBezTo>
                  <a:pt x="5857536" y="1389704"/>
                  <a:pt x="5857536" y="1393035"/>
                  <a:pt x="5859696" y="1396275"/>
                </a:cubicBezTo>
                <a:cubicBezTo>
                  <a:pt x="5857536" y="1398615"/>
                  <a:pt x="5851865" y="1399785"/>
                  <a:pt x="5847320" y="1401495"/>
                </a:cubicBezTo>
                <a:lnTo>
                  <a:pt x="5843645" y="1403664"/>
                </a:lnTo>
                <a:lnTo>
                  <a:pt x="5841833" y="1406806"/>
                </a:lnTo>
                <a:lnTo>
                  <a:pt x="5841695" y="1409956"/>
                </a:lnTo>
                <a:cubicBezTo>
                  <a:pt x="5850695" y="1407795"/>
                  <a:pt x="5862216" y="1400955"/>
                  <a:pt x="5871216" y="1416796"/>
                </a:cubicBezTo>
                <a:cubicBezTo>
                  <a:pt x="5843855" y="1419316"/>
                  <a:pt x="5864376" y="1430477"/>
                  <a:pt x="5839535" y="1435157"/>
                </a:cubicBezTo>
                <a:cubicBezTo>
                  <a:pt x="5850695" y="1446678"/>
                  <a:pt x="5846375" y="1444158"/>
                  <a:pt x="5850695" y="1457839"/>
                </a:cubicBezTo>
                <a:cubicBezTo>
                  <a:pt x="5857536" y="1450998"/>
                  <a:pt x="5850695" y="1428317"/>
                  <a:pt x="5866536" y="1432637"/>
                </a:cubicBezTo>
                <a:cubicBezTo>
                  <a:pt x="5866536" y="1448838"/>
                  <a:pt x="5853215" y="1464679"/>
                  <a:pt x="5850695" y="1480520"/>
                </a:cubicBezTo>
                <a:cubicBezTo>
                  <a:pt x="5871216" y="1483041"/>
                  <a:pt x="5846375" y="1519403"/>
                  <a:pt x="5848535" y="1537404"/>
                </a:cubicBezTo>
                <a:cubicBezTo>
                  <a:pt x="5862216" y="1523723"/>
                  <a:pt x="5878056" y="1483041"/>
                  <a:pt x="5900736" y="1496361"/>
                </a:cubicBezTo>
                <a:cubicBezTo>
                  <a:pt x="5903256" y="1489881"/>
                  <a:pt x="5903256" y="1485201"/>
                  <a:pt x="5898576" y="1478360"/>
                </a:cubicBezTo>
                <a:cubicBezTo>
                  <a:pt x="5893896" y="1483041"/>
                  <a:pt x="5889576" y="1483041"/>
                  <a:pt x="5884896" y="1478360"/>
                </a:cubicBezTo>
                <a:cubicBezTo>
                  <a:pt x="5898576" y="1457839"/>
                  <a:pt x="5866536" y="1464679"/>
                  <a:pt x="5875896" y="1444158"/>
                </a:cubicBezTo>
                <a:cubicBezTo>
                  <a:pt x="5880216" y="1453519"/>
                  <a:pt x="5884896" y="1459999"/>
                  <a:pt x="5891736" y="1455679"/>
                </a:cubicBezTo>
                <a:cubicBezTo>
                  <a:pt x="5896416" y="1450998"/>
                  <a:pt x="5898576" y="1446678"/>
                  <a:pt x="5898576" y="1441998"/>
                </a:cubicBezTo>
                <a:cubicBezTo>
                  <a:pt x="5898576" y="1441998"/>
                  <a:pt x="5898576" y="1441998"/>
                  <a:pt x="5889576" y="1428317"/>
                </a:cubicBezTo>
                <a:cubicBezTo>
                  <a:pt x="5898576" y="1421476"/>
                  <a:pt x="5898576" y="1414636"/>
                  <a:pt x="5907576" y="1405635"/>
                </a:cubicBezTo>
                <a:cubicBezTo>
                  <a:pt x="5921256" y="1416796"/>
                  <a:pt x="5910096" y="1423636"/>
                  <a:pt x="5916936" y="1432637"/>
                </a:cubicBezTo>
                <a:cubicBezTo>
                  <a:pt x="5923417" y="1428317"/>
                  <a:pt x="5925937" y="1421476"/>
                  <a:pt x="5925937" y="1416796"/>
                </a:cubicBezTo>
                <a:cubicBezTo>
                  <a:pt x="5925937" y="1416796"/>
                  <a:pt x="5925937" y="1416796"/>
                  <a:pt x="5912256" y="1398795"/>
                </a:cubicBezTo>
                <a:cubicBezTo>
                  <a:pt x="5910096" y="1405635"/>
                  <a:pt x="5907576" y="1407795"/>
                  <a:pt x="5900736" y="1403115"/>
                </a:cubicBezTo>
                <a:cubicBezTo>
                  <a:pt x="5912256" y="1387274"/>
                  <a:pt x="5912256" y="1369273"/>
                  <a:pt x="5919096" y="1350911"/>
                </a:cubicBezTo>
                <a:cubicBezTo>
                  <a:pt x="5873376" y="1323550"/>
                  <a:pt x="5946457" y="1276026"/>
                  <a:pt x="5923417" y="1246144"/>
                </a:cubicBezTo>
                <a:cubicBezTo>
                  <a:pt x="5930257" y="1259825"/>
                  <a:pt x="5937097" y="1259825"/>
                  <a:pt x="5946457" y="1262345"/>
                </a:cubicBezTo>
                <a:cubicBezTo>
                  <a:pt x="5930257" y="1278186"/>
                  <a:pt x="5910096" y="1303028"/>
                  <a:pt x="5930257" y="1314549"/>
                </a:cubicBezTo>
                <a:cubicBezTo>
                  <a:pt x="5914416" y="1323550"/>
                  <a:pt x="5916936" y="1332550"/>
                  <a:pt x="5916936" y="1344071"/>
                </a:cubicBezTo>
                <a:cubicBezTo>
                  <a:pt x="5930257" y="1341911"/>
                  <a:pt x="5921256" y="1326070"/>
                  <a:pt x="5939617" y="1330390"/>
                </a:cubicBezTo>
                <a:cubicBezTo>
                  <a:pt x="5916936" y="1316709"/>
                  <a:pt x="5962297" y="1303028"/>
                  <a:pt x="5932777" y="1296188"/>
                </a:cubicBezTo>
                <a:cubicBezTo>
                  <a:pt x="5955457" y="1282867"/>
                  <a:pt x="5943937" y="1269186"/>
                  <a:pt x="5955457" y="1252985"/>
                </a:cubicBezTo>
                <a:cubicBezTo>
                  <a:pt x="5962297" y="1262345"/>
                  <a:pt x="5957617" y="1269186"/>
                  <a:pt x="5969137" y="1262345"/>
                </a:cubicBezTo>
                <a:cubicBezTo>
                  <a:pt x="5962297" y="1255505"/>
                  <a:pt x="5978137" y="1252985"/>
                  <a:pt x="5980297" y="1252985"/>
                </a:cubicBezTo>
                <a:cubicBezTo>
                  <a:pt x="5966617" y="1252985"/>
                  <a:pt x="5982817" y="1241824"/>
                  <a:pt x="5969137" y="1232463"/>
                </a:cubicBezTo>
                <a:cubicBezTo>
                  <a:pt x="5966617" y="1239304"/>
                  <a:pt x="5964457" y="1241824"/>
                  <a:pt x="5957617" y="1237144"/>
                </a:cubicBezTo>
                <a:cubicBezTo>
                  <a:pt x="5966617" y="1225983"/>
                  <a:pt x="5957617" y="1214462"/>
                  <a:pt x="5975977" y="1202941"/>
                </a:cubicBezTo>
                <a:cubicBezTo>
                  <a:pt x="5980297" y="1205461"/>
                  <a:pt x="5984977" y="1214462"/>
                  <a:pt x="5989657" y="1212302"/>
                </a:cubicBezTo>
                <a:cubicBezTo>
                  <a:pt x="5991817" y="1196101"/>
                  <a:pt x="5980297" y="1196101"/>
                  <a:pt x="5975977" y="1182420"/>
                </a:cubicBezTo>
                <a:cubicBezTo>
                  <a:pt x="6000817" y="1175579"/>
                  <a:pt x="5984977" y="1157578"/>
                  <a:pt x="6010177" y="1148578"/>
                </a:cubicBezTo>
                <a:cubicBezTo>
                  <a:pt x="6005497" y="1134897"/>
                  <a:pt x="6026017" y="1116535"/>
                  <a:pt x="6026017" y="1109695"/>
                </a:cubicBezTo>
                <a:cubicBezTo>
                  <a:pt x="6019177" y="1116535"/>
                  <a:pt x="6035017" y="1119056"/>
                  <a:pt x="6039697" y="1119056"/>
                </a:cubicBezTo>
                <a:cubicBezTo>
                  <a:pt x="6039697" y="1107535"/>
                  <a:pt x="6059857" y="1089173"/>
                  <a:pt x="6041857" y="1096014"/>
                </a:cubicBezTo>
                <a:cubicBezTo>
                  <a:pt x="6046537" y="1080173"/>
                  <a:pt x="6048697" y="1091694"/>
                  <a:pt x="6059857" y="1087013"/>
                </a:cubicBezTo>
                <a:cubicBezTo>
                  <a:pt x="6053377" y="1080173"/>
                  <a:pt x="6069217" y="1073332"/>
                  <a:pt x="6064537" y="1068652"/>
                </a:cubicBezTo>
                <a:cubicBezTo>
                  <a:pt x="6050857" y="1064332"/>
                  <a:pt x="6057697" y="1073332"/>
                  <a:pt x="6050857" y="1082333"/>
                </a:cubicBezTo>
                <a:cubicBezTo>
                  <a:pt x="6039697" y="1082333"/>
                  <a:pt x="6048697" y="1075493"/>
                  <a:pt x="6037177" y="1068652"/>
                </a:cubicBezTo>
                <a:cubicBezTo>
                  <a:pt x="6046537" y="1062172"/>
                  <a:pt x="6048697" y="1057491"/>
                  <a:pt x="6039697" y="1050651"/>
                </a:cubicBezTo>
                <a:cubicBezTo>
                  <a:pt x="6050857" y="1050651"/>
                  <a:pt x="6048697" y="1030129"/>
                  <a:pt x="6062377" y="1039130"/>
                </a:cubicBezTo>
                <a:cubicBezTo>
                  <a:pt x="6059857" y="1043810"/>
                  <a:pt x="6039697" y="1048491"/>
                  <a:pt x="6057697" y="1064332"/>
                </a:cubicBezTo>
                <a:cubicBezTo>
                  <a:pt x="6067057" y="1043810"/>
                  <a:pt x="6071377" y="1057491"/>
                  <a:pt x="6087217" y="1048491"/>
                </a:cubicBezTo>
                <a:cubicBezTo>
                  <a:pt x="6071377" y="1036970"/>
                  <a:pt x="6100897" y="1023289"/>
                  <a:pt x="6091897" y="1012128"/>
                </a:cubicBezTo>
                <a:cubicBezTo>
                  <a:pt x="6103417" y="1018969"/>
                  <a:pt x="6094057" y="1025809"/>
                  <a:pt x="6105577" y="1030129"/>
                </a:cubicBezTo>
                <a:cubicBezTo>
                  <a:pt x="6089737" y="1041650"/>
                  <a:pt x="6091897" y="1050651"/>
                  <a:pt x="6094057" y="1062172"/>
                </a:cubicBezTo>
                <a:cubicBezTo>
                  <a:pt x="6098737" y="1059651"/>
                  <a:pt x="6105577" y="1059651"/>
                  <a:pt x="6100897" y="1064332"/>
                </a:cubicBezTo>
                <a:cubicBezTo>
                  <a:pt x="6089737" y="1068652"/>
                  <a:pt x="6096577" y="1098534"/>
                  <a:pt x="6105577" y="1112215"/>
                </a:cubicBezTo>
                <a:cubicBezTo>
                  <a:pt x="6098737" y="1121216"/>
                  <a:pt x="6094057" y="1114375"/>
                  <a:pt x="6087217" y="1123376"/>
                </a:cubicBezTo>
                <a:cubicBezTo>
                  <a:pt x="6094057" y="1134897"/>
                  <a:pt x="6094057" y="1157578"/>
                  <a:pt x="6080737" y="1159738"/>
                </a:cubicBezTo>
                <a:cubicBezTo>
                  <a:pt x="6067057" y="1152898"/>
                  <a:pt x="6094057" y="1148578"/>
                  <a:pt x="6085057" y="1141737"/>
                </a:cubicBezTo>
                <a:cubicBezTo>
                  <a:pt x="6076057" y="1141737"/>
                  <a:pt x="6069217" y="1119056"/>
                  <a:pt x="6059857" y="1130216"/>
                </a:cubicBezTo>
                <a:cubicBezTo>
                  <a:pt x="6057697" y="1139217"/>
                  <a:pt x="6067057" y="1132376"/>
                  <a:pt x="6071377" y="1143897"/>
                </a:cubicBezTo>
                <a:cubicBezTo>
                  <a:pt x="6062377" y="1150738"/>
                  <a:pt x="6071377" y="1159738"/>
                  <a:pt x="6067057" y="1168739"/>
                </a:cubicBezTo>
                <a:cubicBezTo>
                  <a:pt x="6059857" y="1180260"/>
                  <a:pt x="6055537" y="1162259"/>
                  <a:pt x="6048697" y="1173419"/>
                </a:cubicBezTo>
                <a:cubicBezTo>
                  <a:pt x="6064537" y="1175579"/>
                  <a:pt x="6067057" y="1193941"/>
                  <a:pt x="6062377" y="1202941"/>
                </a:cubicBezTo>
                <a:cubicBezTo>
                  <a:pt x="6076057" y="1202941"/>
                  <a:pt x="6078217" y="1205461"/>
                  <a:pt x="6085057" y="1212302"/>
                </a:cubicBezTo>
                <a:cubicBezTo>
                  <a:pt x="6076057" y="1228143"/>
                  <a:pt x="6085057" y="1243984"/>
                  <a:pt x="6071377" y="1259825"/>
                </a:cubicBezTo>
                <a:cubicBezTo>
                  <a:pt x="6064537" y="1257665"/>
                  <a:pt x="6073897" y="1241824"/>
                  <a:pt x="6062377" y="1248664"/>
                </a:cubicBezTo>
                <a:cubicBezTo>
                  <a:pt x="6067057" y="1264506"/>
                  <a:pt x="6048697" y="1264506"/>
                  <a:pt x="6057697" y="1282867"/>
                </a:cubicBezTo>
                <a:cubicBezTo>
                  <a:pt x="6048697" y="1282867"/>
                  <a:pt x="6035017" y="1307708"/>
                  <a:pt x="6039697" y="1321389"/>
                </a:cubicBezTo>
                <a:cubicBezTo>
                  <a:pt x="6028177" y="1332550"/>
                  <a:pt x="6023497" y="1314549"/>
                  <a:pt x="6010177" y="1330390"/>
                </a:cubicBezTo>
                <a:cubicBezTo>
                  <a:pt x="6026017" y="1332550"/>
                  <a:pt x="6014497" y="1350911"/>
                  <a:pt x="6028177" y="1355592"/>
                </a:cubicBezTo>
                <a:cubicBezTo>
                  <a:pt x="6019177" y="1359912"/>
                  <a:pt x="6026017" y="1366753"/>
                  <a:pt x="6019177" y="1371433"/>
                </a:cubicBezTo>
                <a:cubicBezTo>
                  <a:pt x="6017017" y="1366753"/>
                  <a:pt x="6012337" y="1359912"/>
                  <a:pt x="6007657" y="1366753"/>
                </a:cubicBezTo>
                <a:cubicBezTo>
                  <a:pt x="6012337" y="1371433"/>
                  <a:pt x="6007657" y="1376113"/>
                  <a:pt x="6012337" y="1382954"/>
                </a:cubicBezTo>
                <a:cubicBezTo>
                  <a:pt x="6003337" y="1391954"/>
                  <a:pt x="5998657" y="1380433"/>
                  <a:pt x="5989657" y="1385114"/>
                </a:cubicBezTo>
                <a:cubicBezTo>
                  <a:pt x="6007657" y="1398795"/>
                  <a:pt x="5989657" y="1407795"/>
                  <a:pt x="5993977" y="1421476"/>
                </a:cubicBezTo>
                <a:cubicBezTo>
                  <a:pt x="6003337" y="1409956"/>
                  <a:pt x="6007657" y="1400955"/>
                  <a:pt x="6014497" y="1391954"/>
                </a:cubicBezTo>
                <a:cubicBezTo>
                  <a:pt x="6019177" y="1412476"/>
                  <a:pt x="5993977" y="1428317"/>
                  <a:pt x="6000817" y="1450998"/>
                </a:cubicBezTo>
                <a:cubicBezTo>
                  <a:pt x="6012337" y="1426157"/>
                  <a:pt x="6032857" y="1405635"/>
                  <a:pt x="6032857" y="1380433"/>
                </a:cubicBezTo>
                <a:cubicBezTo>
                  <a:pt x="6026017" y="1385114"/>
                  <a:pt x="6021337" y="1389794"/>
                  <a:pt x="6019177" y="1382954"/>
                </a:cubicBezTo>
                <a:cubicBezTo>
                  <a:pt x="6030337" y="1373593"/>
                  <a:pt x="6030337" y="1378273"/>
                  <a:pt x="6037177" y="1366753"/>
                </a:cubicBezTo>
                <a:cubicBezTo>
                  <a:pt x="6044017" y="1369273"/>
                  <a:pt x="6048697" y="1376113"/>
                  <a:pt x="6055537" y="1376113"/>
                </a:cubicBezTo>
                <a:cubicBezTo>
                  <a:pt x="6030337" y="1400955"/>
                  <a:pt x="6017017" y="1428317"/>
                  <a:pt x="6032857" y="1448838"/>
                </a:cubicBezTo>
                <a:cubicBezTo>
                  <a:pt x="6028177" y="1441998"/>
                  <a:pt x="6017017" y="1457839"/>
                  <a:pt x="6028177" y="1462519"/>
                </a:cubicBezTo>
                <a:cubicBezTo>
                  <a:pt x="6019177" y="1473680"/>
                  <a:pt x="6014497" y="1455679"/>
                  <a:pt x="6005497" y="1459999"/>
                </a:cubicBezTo>
                <a:cubicBezTo>
                  <a:pt x="6010177" y="1466839"/>
                  <a:pt x="6000817" y="1473680"/>
                  <a:pt x="6000817" y="1483041"/>
                </a:cubicBezTo>
                <a:cubicBezTo>
                  <a:pt x="6007657" y="1478360"/>
                  <a:pt x="6012337" y="1457839"/>
                  <a:pt x="6019177" y="1473680"/>
                </a:cubicBezTo>
                <a:cubicBezTo>
                  <a:pt x="6028177" y="1480520"/>
                  <a:pt x="6003337" y="1483041"/>
                  <a:pt x="6010177" y="1489881"/>
                </a:cubicBezTo>
                <a:cubicBezTo>
                  <a:pt x="6023497" y="1498882"/>
                  <a:pt x="6023497" y="1494201"/>
                  <a:pt x="6026017" y="1512563"/>
                </a:cubicBezTo>
                <a:cubicBezTo>
                  <a:pt x="6035017" y="1501042"/>
                  <a:pt x="6039697" y="1510042"/>
                  <a:pt x="6044017" y="1512563"/>
                </a:cubicBezTo>
                <a:cubicBezTo>
                  <a:pt x="6030337" y="1521563"/>
                  <a:pt x="6050857" y="1528404"/>
                  <a:pt x="6053377" y="1535244"/>
                </a:cubicBezTo>
                <a:cubicBezTo>
                  <a:pt x="6041857" y="1544245"/>
                  <a:pt x="6037177" y="1521563"/>
                  <a:pt x="6026017" y="1530564"/>
                </a:cubicBezTo>
                <a:cubicBezTo>
                  <a:pt x="6030337" y="1544245"/>
                  <a:pt x="6026017" y="1555766"/>
                  <a:pt x="6021337" y="1569446"/>
                </a:cubicBezTo>
                <a:cubicBezTo>
                  <a:pt x="6017017" y="1560086"/>
                  <a:pt x="6021337" y="1553605"/>
                  <a:pt x="6010177" y="1557926"/>
                </a:cubicBezTo>
                <a:cubicBezTo>
                  <a:pt x="6007657" y="1569446"/>
                  <a:pt x="5998657" y="1562606"/>
                  <a:pt x="5989657" y="1571607"/>
                </a:cubicBezTo>
                <a:cubicBezTo>
                  <a:pt x="6005497" y="1576287"/>
                  <a:pt x="5987137" y="1589968"/>
                  <a:pt x="5973457" y="1596448"/>
                </a:cubicBezTo>
                <a:cubicBezTo>
                  <a:pt x="5978137" y="1610129"/>
                  <a:pt x="5980297" y="1621650"/>
                  <a:pt x="5991817" y="1621650"/>
                </a:cubicBezTo>
                <a:cubicBezTo>
                  <a:pt x="5980297" y="1635331"/>
                  <a:pt x="5971297" y="1630651"/>
                  <a:pt x="5962297" y="1628491"/>
                </a:cubicBezTo>
                <a:cubicBezTo>
                  <a:pt x="5975977" y="1642171"/>
                  <a:pt x="5953297" y="1660173"/>
                  <a:pt x="5969137" y="1667013"/>
                </a:cubicBezTo>
                <a:cubicBezTo>
                  <a:pt x="5964457" y="1671693"/>
                  <a:pt x="5948617" y="1673854"/>
                  <a:pt x="5953297" y="1680694"/>
                </a:cubicBezTo>
                <a:cubicBezTo>
                  <a:pt x="5982817" y="1687535"/>
                  <a:pt x="5980297" y="1633171"/>
                  <a:pt x="6005497" y="1635331"/>
                </a:cubicBezTo>
                <a:cubicBezTo>
                  <a:pt x="5998657" y="1651172"/>
                  <a:pt x="5987137" y="1662693"/>
                  <a:pt x="5980297" y="1678534"/>
                </a:cubicBezTo>
                <a:cubicBezTo>
                  <a:pt x="6007657" y="1673854"/>
                  <a:pt x="6012337" y="1696895"/>
                  <a:pt x="6035017" y="1701216"/>
                </a:cubicBezTo>
                <a:cubicBezTo>
                  <a:pt x="6014497" y="1712736"/>
                  <a:pt x="6023497" y="1746939"/>
                  <a:pt x="6014497" y="1776461"/>
                </a:cubicBezTo>
                <a:cubicBezTo>
                  <a:pt x="6012337" y="1762780"/>
                  <a:pt x="6005497" y="1760260"/>
                  <a:pt x="6003337" y="1742258"/>
                </a:cubicBezTo>
                <a:cubicBezTo>
                  <a:pt x="5990737" y="1753599"/>
                  <a:pt x="5979847" y="1765570"/>
                  <a:pt x="5972692" y="1778396"/>
                </a:cubicBezTo>
                <a:lnTo>
                  <a:pt x="5969085" y="1787749"/>
                </a:lnTo>
                <a:lnTo>
                  <a:pt x="6007364" y="1817718"/>
                </a:lnTo>
                <a:lnTo>
                  <a:pt x="6029303" y="1840862"/>
                </a:lnTo>
                <a:lnTo>
                  <a:pt x="6046537" y="1817503"/>
                </a:lnTo>
                <a:cubicBezTo>
                  <a:pt x="6039697" y="1803823"/>
                  <a:pt x="6044017" y="1808143"/>
                  <a:pt x="6055537" y="1803823"/>
                </a:cubicBezTo>
                <a:cubicBezTo>
                  <a:pt x="6055537" y="1780781"/>
                  <a:pt x="6064537" y="1746939"/>
                  <a:pt x="6082897" y="1740098"/>
                </a:cubicBezTo>
                <a:cubicBezTo>
                  <a:pt x="6077137" y="1730918"/>
                  <a:pt x="6082807" y="1720117"/>
                  <a:pt x="6091042" y="1711296"/>
                </a:cubicBezTo>
                <a:lnTo>
                  <a:pt x="6096182" y="1706887"/>
                </a:lnTo>
                <a:lnTo>
                  <a:pt x="6098948" y="1681162"/>
                </a:lnTo>
                <a:lnTo>
                  <a:pt x="6103108" y="1700946"/>
                </a:lnTo>
                <a:lnTo>
                  <a:pt x="6104210" y="1700000"/>
                </a:lnTo>
                <a:cubicBezTo>
                  <a:pt x="6108502" y="1697030"/>
                  <a:pt x="6112327" y="1695005"/>
                  <a:pt x="6114577" y="1694375"/>
                </a:cubicBezTo>
                <a:cubicBezTo>
                  <a:pt x="6110257" y="1696895"/>
                  <a:pt x="6110257" y="1714896"/>
                  <a:pt x="6114577" y="1708056"/>
                </a:cubicBezTo>
                <a:cubicBezTo>
                  <a:pt x="6121418" y="1701216"/>
                  <a:pt x="6123578" y="1692215"/>
                  <a:pt x="6121418" y="1683214"/>
                </a:cubicBezTo>
                <a:cubicBezTo>
                  <a:pt x="6117098" y="1687535"/>
                  <a:pt x="6114577" y="1690055"/>
                  <a:pt x="6112417" y="1680694"/>
                </a:cubicBezTo>
                <a:cubicBezTo>
                  <a:pt x="6121418" y="1669533"/>
                  <a:pt x="6117098" y="1655852"/>
                  <a:pt x="6119258" y="1642171"/>
                </a:cubicBezTo>
                <a:cubicBezTo>
                  <a:pt x="6128258" y="1678534"/>
                  <a:pt x="6148778" y="1680694"/>
                  <a:pt x="6126098" y="1701216"/>
                </a:cubicBezTo>
                <a:cubicBezTo>
                  <a:pt x="6132938" y="1719577"/>
                  <a:pt x="6119258" y="1735418"/>
                  <a:pt x="6121418" y="1753779"/>
                </a:cubicBezTo>
                <a:cubicBezTo>
                  <a:pt x="6112417" y="1762780"/>
                  <a:pt x="6103417" y="1753779"/>
                  <a:pt x="6100897" y="1767100"/>
                </a:cubicBezTo>
                <a:lnTo>
                  <a:pt x="6099749" y="1760179"/>
                </a:lnTo>
                <a:lnTo>
                  <a:pt x="6092253" y="1760179"/>
                </a:lnTo>
                <a:lnTo>
                  <a:pt x="6081322" y="1798962"/>
                </a:lnTo>
                <a:cubicBezTo>
                  <a:pt x="6078757" y="1813453"/>
                  <a:pt x="6079297" y="1826504"/>
                  <a:pt x="6087217" y="1835505"/>
                </a:cubicBezTo>
                <a:cubicBezTo>
                  <a:pt x="6076057" y="1844505"/>
                  <a:pt x="6073897" y="1828664"/>
                  <a:pt x="6059857" y="1837665"/>
                </a:cubicBezTo>
                <a:cubicBezTo>
                  <a:pt x="6066877" y="1847926"/>
                  <a:pt x="6062917" y="1857646"/>
                  <a:pt x="6056932" y="1866197"/>
                </a:cubicBezTo>
                <a:lnTo>
                  <a:pt x="6053633" y="1870372"/>
                </a:lnTo>
                <a:lnTo>
                  <a:pt x="6075753" y="1913115"/>
                </a:lnTo>
                <a:cubicBezTo>
                  <a:pt x="6066035" y="1930214"/>
                  <a:pt x="6053909" y="1944884"/>
                  <a:pt x="6040091" y="1957731"/>
                </a:cubicBezTo>
                <a:lnTo>
                  <a:pt x="6004049" y="1984225"/>
                </a:lnTo>
                <a:lnTo>
                  <a:pt x="6000817" y="1992476"/>
                </a:lnTo>
                <a:cubicBezTo>
                  <a:pt x="5991817" y="2001476"/>
                  <a:pt x="5989657" y="1992476"/>
                  <a:pt x="5980297" y="1999316"/>
                </a:cubicBezTo>
                <a:cubicBezTo>
                  <a:pt x="5982817" y="2010837"/>
                  <a:pt x="5982817" y="2024158"/>
                  <a:pt x="5980297" y="2033518"/>
                </a:cubicBezTo>
                <a:cubicBezTo>
                  <a:pt x="5974717" y="2033518"/>
                  <a:pt x="5971927" y="2027848"/>
                  <a:pt x="5969362" y="2021593"/>
                </a:cubicBezTo>
                <a:lnTo>
                  <a:pt x="5960452" y="2007244"/>
                </a:lnTo>
                <a:lnTo>
                  <a:pt x="5958310" y="2008247"/>
                </a:lnTo>
                <a:lnTo>
                  <a:pt x="5952577" y="2016417"/>
                </a:lnTo>
                <a:cubicBezTo>
                  <a:pt x="5951497" y="2020378"/>
                  <a:pt x="5950957" y="2024338"/>
                  <a:pt x="5948617" y="2026678"/>
                </a:cubicBezTo>
                <a:cubicBezTo>
                  <a:pt x="5964457" y="2028838"/>
                  <a:pt x="5950777" y="2047199"/>
                  <a:pt x="5946457" y="2051520"/>
                </a:cubicBezTo>
                <a:cubicBezTo>
                  <a:pt x="5962297" y="2054040"/>
                  <a:pt x="5948617" y="2067721"/>
                  <a:pt x="5955457" y="2069881"/>
                </a:cubicBezTo>
                <a:cubicBezTo>
                  <a:pt x="5957617" y="2069881"/>
                  <a:pt x="5959777" y="2067721"/>
                  <a:pt x="5962297" y="2072041"/>
                </a:cubicBezTo>
                <a:cubicBezTo>
                  <a:pt x="5948617" y="2083562"/>
                  <a:pt x="5950777" y="2060880"/>
                  <a:pt x="5939617" y="2069881"/>
                </a:cubicBezTo>
                <a:cubicBezTo>
                  <a:pt x="5923417" y="2085722"/>
                  <a:pt x="5948617" y="2110924"/>
                  <a:pt x="5932777" y="2119924"/>
                </a:cubicBezTo>
                <a:cubicBezTo>
                  <a:pt x="5932777" y="2108403"/>
                  <a:pt x="5928097" y="2104083"/>
                  <a:pt x="5921256" y="2106243"/>
                </a:cubicBezTo>
                <a:cubicBezTo>
                  <a:pt x="5896416" y="2126765"/>
                  <a:pt x="5919096" y="2154127"/>
                  <a:pt x="5921256" y="2163127"/>
                </a:cubicBezTo>
                <a:cubicBezTo>
                  <a:pt x="5916936" y="2154127"/>
                  <a:pt x="5907576" y="2160967"/>
                  <a:pt x="5900736" y="2158447"/>
                </a:cubicBezTo>
                <a:cubicBezTo>
                  <a:pt x="5898576" y="2147286"/>
                  <a:pt x="5907576" y="2124245"/>
                  <a:pt x="5898576" y="2122084"/>
                </a:cubicBezTo>
                <a:cubicBezTo>
                  <a:pt x="5873376" y="2149446"/>
                  <a:pt x="5896416" y="2158447"/>
                  <a:pt x="5889576" y="2185809"/>
                </a:cubicBezTo>
                <a:cubicBezTo>
                  <a:pt x="5882736" y="2190489"/>
                  <a:pt x="5880216" y="2185809"/>
                  <a:pt x="5873376" y="2190489"/>
                </a:cubicBezTo>
                <a:cubicBezTo>
                  <a:pt x="5875896" y="2199490"/>
                  <a:pt x="5875896" y="2206330"/>
                  <a:pt x="5878056" y="2215331"/>
                </a:cubicBezTo>
                <a:cubicBezTo>
                  <a:pt x="5884896" y="2213171"/>
                  <a:pt x="5887056" y="2187969"/>
                  <a:pt x="5896416" y="2197330"/>
                </a:cubicBezTo>
                <a:cubicBezTo>
                  <a:pt x="5889576" y="2208490"/>
                  <a:pt x="5878056" y="2220011"/>
                  <a:pt x="5875896" y="2233692"/>
                </a:cubicBezTo>
                <a:cubicBezTo>
                  <a:pt x="5903256" y="2201650"/>
                  <a:pt x="5921256" y="2165287"/>
                  <a:pt x="5943937" y="2131085"/>
                </a:cubicBezTo>
                <a:cubicBezTo>
                  <a:pt x="5946457" y="2169968"/>
                  <a:pt x="5878056" y="2215331"/>
                  <a:pt x="5898576" y="2238372"/>
                </a:cubicBezTo>
                <a:lnTo>
                  <a:pt x="5897028" y="2245267"/>
                </a:lnTo>
                <a:lnTo>
                  <a:pt x="5902653" y="2251681"/>
                </a:lnTo>
                <a:cubicBezTo>
                  <a:pt x="5903602" y="2263094"/>
                  <a:pt x="5888408" y="2281600"/>
                  <a:pt x="5888408" y="2293574"/>
                </a:cubicBezTo>
                <a:cubicBezTo>
                  <a:pt x="5878279" y="2286680"/>
                  <a:pt x="5881655" y="2277517"/>
                  <a:pt x="5886720" y="2268355"/>
                </a:cubicBezTo>
                <a:lnTo>
                  <a:pt x="5893432" y="2256124"/>
                </a:lnTo>
                <a:lnTo>
                  <a:pt x="5884896" y="2267894"/>
                </a:lnTo>
                <a:cubicBezTo>
                  <a:pt x="5884896" y="2263214"/>
                  <a:pt x="5884896" y="2254213"/>
                  <a:pt x="5880216" y="2256374"/>
                </a:cubicBezTo>
                <a:cubicBezTo>
                  <a:pt x="5866536" y="2274735"/>
                  <a:pt x="5846375" y="2288056"/>
                  <a:pt x="5834855" y="2308577"/>
                </a:cubicBezTo>
                <a:cubicBezTo>
                  <a:pt x="5832695" y="2301737"/>
                  <a:pt x="5832695" y="2294896"/>
                  <a:pt x="5828015" y="2297416"/>
                </a:cubicBezTo>
                <a:cubicBezTo>
                  <a:pt x="5830175" y="2308577"/>
                  <a:pt x="5812175" y="2311097"/>
                  <a:pt x="5814335" y="2324778"/>
                </a:cubicBezTo>
                <a:cubicBezTo>
                  <a:pt x="5821175" y="2320098"/>
                  <a:pt x="5823335" y="2311097"/>
                  <a:pt x="5834855" y="2308577"/>
                </a:cubicBezTo>
                <a:cubicBezTo>
                  <a:pt x="5832695" y="2333779"/>
                  <a:pt x="5823335" y="2342780"/>
                  <a:pt x="5830175" y="2367981"/>
                </a:cubicBezTo>
                <a:cubicBezTo>
                  <a:pt x="5812175" y="2379142"/>
                  <a:pt x="5832695" y="2381302"/>
                  <a:pt x="5802815" y="2402184"/>
                </a:cubicBezTo>
                <a:cubicBezTo>
                  <a:pt x="5805335" y="2431706"/>
                  <a:pt x="5762135" y="2465548"/>
                  <a:pt x="5739455" y="2492910"/>
                </a:cubicBezTo>
                <a:cubicBezTo>
                  <a:pt x="5739455" y="2488590"/>
                  <a:pt x="5739455" y="2479229"/>
                  <a:pt x="5734775" y="2479229"/>
                </a:cubicBezTo>
                <a:cubicBezTo>
                  <a:pt x="5734775" y="2483909"/>
                  <a:pt x="5732615" y="2486069"/>
                  <a:pt x="5725775" y="2488590"/>
                </a:cubicBezTo>
                <a:cubicBezTo>
                  <a:pt x="5736935" y="2492910"/>
                  <a:pt x="5734775" y="2511271"/>
                  <a:pt x="5716415" y="2518112"/>
                </a:cubicBezTo>
                <a:cubicBezTo>
                  <a:pt x="5712095" y="2520272"/>
                  <a:pt x="5712095" y="2511271"/>
                  <a:pt x="5707415" y="2511271"/>
                </a:cubicBezTo>
                <a:cubicBezTo>
                  <a:pt x="5707415" y="2522432"/>
                  <a:pt x="5714255" y="2518112"/>
                  <a:pt x="5707415" y="2529272"/>
                </a:cubicBezTo>
                <a:cubicBezTo>
                  <a:pt x="5698415" y="2533953"/>
                  <a:pt x="5698415" y="2524952"/>
                  <a:pt x="5695895" y="2524952"/>
                </a:cubicBezTo>
                <a:cubicBezTo>
                  <a:pt x="5693735" y="2533953"/>
                  <a:pt x="5700575" y="2531793"/>
                  <a:pt x="5698415" y="2540793"/>
                </a:cubicBezTo>
                <a:lnTo>
                  <a:pt x="5693085" y="2546840"/>
                </a:lnTo>
                <a:lnTo>
                  <a:pt x="5690284" y="2562101"/>
                </a:lnTo>
                <a:cubicBezTo>
                  <a:pt x="5688838" y="2571174"/>
                  <a:pt x="5688006" y="2580713"/>
                  <a:pt x="5689175" y="2590973"/>
                </a:cubicBezTo>
                <a:cubicBezTo>
                  <a:pt x="5686656" y="2602493"/>
                  <a:pt x="5670819" y="2586293"/>
                  <a:pt x="5666139" y="2595653"/>
                </a:cubicBezTo>
                <a:cubicBezTo>
                  <a:pt x="5672978" y="2615812"/>
                  <a:pt x="5670819" y="2632012"/>
                  <a:pt x="5666139" y="2650011"/>
                </a:cubicBezTo>
                <a:cubicBezTo>
                  <a:pt x="5659301" y="2668370"/>
                  <a:pt x="5648142" y="2684210"/>
                  <a:pt x="5636624" y="2700049"/>
                </a:cubicBezTo>
                <a:cubicBezTo>
                  <a:pt x="5616107" y="2732088"/>
                  <a:pt x="5586592" y="2756927"/>
                  <a:pt x="5579753" y="2791126"/>
                </a:cubicBezTo>
                <a:cubicBezTo>
                  <a:pt x="5563916" y="2802646"/>
                  <a:pt x="5545559" y="2813806"/>
                  <a:pt x="5529721" y="2829645"/>
                </a:cubicBezTo>
                <a:lnTo>
                  <a:pt x="5511952" y="2848674"/>
                </a:lnTo>
                <a:lnTo>
                  <a:pt x="5512453" y="2849139"/>
                </a:lnTo>
                <a:cubicBezTo>
                  <a:pt x="5514134" y="2854397"/>
                  <a:pt x="5513498" y="2860530"/>
                  <a:pt x="5510045" y="2865086"/>
                </a:cubicBezTo>
                <a:lnTo>
                  <a:pt x="5503956" y="2857238"/>
                </a:lnTo>
                <a:lnTo>
                  <a:pt x="5494275" y="2867606"/>
                </a:lnTo>
                <a:lnTo>
                  <a:pt x="5495070" y="2876181"/>
                </a:lnTo>
                <a:cubicBezTo>
                  <a:pt x="5497264" y="2885120"/>
                  <a:pt x="5500300" y="2890403"/>
                  <a:pt x="5494400" y="2886870"/>
                </a:cubicBezTo>
                <a:lnTo>
                  <a:pt x="5483043" y="2878369"/>
                </a:lnTo>
                <a:lnTo>
                  <a:pt x="5445000" y="2911092"/>
                </a:lnTo>
                <a:cubicBezTo>
                  <a:pt x="5430197" y="2921892"/>
                  <a:pt x="5414900" y="2929902"/>
                  <a:pt x="5397983" y="2932242"/>
                </a:cubicBezTo>
                <a:cubicBezTo>
                  <a:pt x="5384305" y="2943401"/>
                  <a:pt x="5368107" y="2952761"/>
                  <a:pt x="5352270" y="2963921"/>
                </a:cubicBezTo>
                <a:cubicBezTo>
                  <a:pt x="5338592" y="2973280"/>
                  <a:pt x="5322755" y="2982280"/>
                  <a:pt x="5306917" y="2991280"/>
                </a:cubicBezTo>
                <a:cubicBezTo>
                  <a:pt x="5291080" y="3000280"/>
                  <a:pt x="5274883" y="3011799"/>
                  <a:pt x="5261565" y="3018639"/>
                </a:cubicBezTo>
                <a:cubicBezTo>
                  <a:pt x="5245367" y="3027639"/>
                  <a:pt x="5229530" y="3034478"/>
                  <a:pt x="5215852" y="3043478"/>
                </a:cubicBezTo>
                <a:cubicBezTo>
                  <a:pt x="5206853" y="3048158"/>
                  <a:pt x="5197855" y="3054638"/>
                  <a:pt x="5188497" y="3063637"/>
                </a:cubicBezTo>
                <a:cubicBezTo>
                  <a:pt x="5179498" y="3072997"/>
                  <a:pt x="5172659" y="3079477"/>
                  <a:pt x="5165820" y="3088837"/>
                </a:cubicBezTo>
                <a:cubicBezTo>
                  <a:pt x="5149983" y="3106836"/>
                  <a:pt x="5134145" y="3125195"/>
                  <a:pt x="5115788" y="3138875"/>
                </a:cubicBezTo>
                <a:cubicBezTo>
                  <a:pt x="5104270" y="3145715"/>
                  <a:pt x="5074755" y="3143195"/>
                  <a:pt x="5061077" y="3147875"/>
                </a:cubicBezTo>
                <a:cubicBezTo>
                  <a:pt x="5049919" y="3152555"/>
                  <a:pt x="5040560" y="3166234"/>
                  <a:pt x="5031562" y="3166234"/>
                </a:cubicBezTo>
                <a:cubicBezTo>
                  <a:pt x="5020224" y="3166234"/>
                  <a:pt x="5010303" y="3161104"/>
                  <a:pt x="5000944" y="3153623"/>
                </a:cubicBezTo>
                <a:lnTo>
                  <a:pt x="4975480" y="3128650"/>
                </a:lnTo>
                <a:lnTo>
                  <a:pt x="4975138" y="3128756"/>
                </a:lnTo>
                <a:cubicBezTo>
                  <a:pt x="4971784" y="3128962"/>
                  <a:pt x="4969205" y="3127956"/>
                  <a:pt x="4968038" y="3125094"/>
                </a:cubicBezTo>
                <a:lnTo>
                  <a:pt x="4970532" y="3124266"/>
                </a:lnTo>
                <a:lnTo>
                  <a:pt x="4952620" y="3109346"/>
                </a:lnTo>
                <a:lnTo>
                  <a:pt x="4932329" y="3109407"/>
                </a:lnTo>
                <a:cubicBezTo>
                  <a:pt x="4918649" y="3111972"/>
                  <a:pt x="4908929" y="3118273"/>
                  <a:pt x="4911089" y="3131954"/>
                </a:cubicBezTo>
                <a:cubicBezTo>
                  <a:pt x="4897409" y="3125113"/>
                  <a:pt x="4895248" y="3145635"/>
                  <a:pt x="4881568" y="3138794"/>
                </a:cubicBezTo>
                <a:cubicBezTo>
                  <a:pt x="4881568" y="3130153"/>
                  <a:pt x="4893111" y="3127993"/>
                  <a:pt x="4895085" y="3125631"/>
                </a:cubicBezTo>
                <a:lnTo>
                  <a:pt x="4893544" y="3123564"/>
                </a:lnTo>
                <a:lnTo>
                  <a:pt x="4885420" y="3124249"/>
                </a:lnTo>
                <a:lnTo>
                  <a:pt x="4876573" y="3125743"/>
                </a:lnTo>
                <a:lnTo>
                  <a:pt x="4864177" y="3138183"/>
                </a:lnTo>
                <a:lnTo>
                  <a:pt x="4859833" y="3134744"/>
                </a:lnTo>
                <a:lnTo>
                  <a:pt x="4863575" y="3126088"/>
                </a:lnTo>
                <a:lnTo>
                  <a:pt x="4856000" y="3126726"/>
                </a:lnTo>
                <a:lnTo>
                  <a:pt x="4848889" y="3125715"/>
                </a:lnTo>
                <a:lnTo>
                  <a:pt x="4839358" y="3141854"/>
                </a:lnTo>
                <a:cubicBezTo>
                  <a:pt x="4828288" y="3155805"/>
                  <a:pt x="4813528" y="3167236"/>
                  <a:pt x="4799848" y="3172997"/>
                </a:cubicBezTo>
                <a:cubicBezTo>
                  <a:pt x="4811008" y="3159316"/>
                  <a:pt x="4786167" y="3163636"/>
                  <a:pt x="4783647" y="3166156"/>
                </a:cubicBezTo>
                <a:cubicBezTo>
                  <a:pt x="4781487" y="3184157"/>
                  <a:pt x="4747287" y="3179837"/>
                  <a:pt x="4731447" y="3184157"/>
                </a:cubicBezTo>
                <a:cubicBezTo>
                  <a:pt x="4733967" y="3179837"/>
                  <a:pt x="4742967" y="3170476"/>
                  <a:pt x="4738287" y="3168316"/>
                </a:cubicBezTo>
                <a:cubicBezTo>
                  <a:pt x="4719927" y="3166156"/>
                  <a:pt x="4722447" y="3195678"/>
                  <a:pt x="4708767" y="3195678"/>
                </a:cubicBezTo>
                <a:cubicBezTo>
                  <a:pt x="4710927" y="3175157"/>
                  <a:pt x="4692927" y="3200358"/>
                  <a:pt x="4686087" y="3200358"/>
                </a:cubicBezTo>
                <a:cubicBezTo>
                  <a:pt x="4692927" y="3190998"/>
                  <a:pt x="4672407" y="3190998"/>
                  <a:pt x="4667727" y="3186678"/>
                </a:cubicBezTo>
                <a:cubicBezTo>
                  <a:pt x="4663407" y="3193518"/>
                  <a:pt x="4656567" y="3190998"/>
                  <a:pt x="4651887" y="3197838"/>
                </a:cubicBezTo>
                <a:cubicBezTo>
                  <a:pt x="4660887" y="3193518"/>
                  <a:pt x="4672407" y="3193518"/>
                  <a:pt x="4667727" y="3204679"/>
                </a:cubicBezTo>
                <a:cubicBezTo>
                  <a:pt x="4651887" y="3202519"/>
                  <a:pt x="4633526" y="3204679"/>
                  <a:pt x="4640367" y="3220520"/>
                </a:cubicBezTo>
                <a:cubicBezTo>
                  <a:pt x="4624526" y="3220520"/>
                  <a:pt x="4645047" y="3209359"/>
                  <a:pt x="4631366" y="3206839"/>
                </a:cubicBezTo>
                <a:cubicBezTo>
                  <a:pt x="4619846" y="3227360"/>
                  <a:pt x="4619846" y="3211519"/>
                  <a:pt x="4608686" y="3216200"/>
                </a:cubicBezTo>
                <a:cubicBezTo>
                  <a:pt x="4601846" y="3225200"/>
                  <a:pt x="4606526" y="3229880"/>
                  <a:pt x="4608686" y="3234201"/>
                </a:cubicBezTo>
                <a:cubicBezTo>
                  <a:pt x="4608686" y="3220520"/>
                  <a:pt x="4636047" y="3229880"/>
                  <a:pt x="4647207" y="3225200"/>
                </a:cubicBezTo>
                <a:cubicBezTo>
                  <a:pt x="4638207" y="3232041"/>
                  <a:pt x="4649727" y="3234201"/>
                  <a:pt x="4645047" y="3243201"/>
                </a:cubicBezTo>
                <a:cubicBezTo>
                  <a:pt x="4639287" y="3243201"/>
                  <a:pt x="4634156" y="3243201"/>
                  <a:pt x="4629341" y="3244371"/>
                </a:cubicBezTo>
                <a:lnTo>
                  <a:pt x="4615723" y="3252445"/>
                </a:lnTo>
                <a:lnTo>
                  <a:pt x="4646992" y="3249579"/>
                </a:lnTo>
                <a:cubicBezTo>
                  <a:pt x="4653833" y="3256420"/>
                  <a:pt x="4653833" y="3267940"/>
                  <a:pt x="4649513" y="3276941"/>
                </a:cubicBezTo>
                <a:cubicBezTo>
                  <a:pt x="4649513" y="3276941"/>
                  <a:pt x="4649513" y="3276941"/>
                  <a:pt x="4660674" y="3274780"/>
                </a:cubicBezTo>
                <a:cubicBezTo>
                  <a:pt x="4663194" y="3258940"/>
                  <a:pt x="4653833" y="3258940"/>
                  <a:pt x="4651673" y="3249579"/>
                </a:cubicBezTo>
                <a:cubicBezTo>
                  <a:pt x="4653833" y="3236259"/>
                  <a:pt x="4660674" y="3261100"/>
                  <a:pt x="4665354" y="3263260"/>
                </a:cubicBezTo>
                <a:cubicBezTo>
                  <a:pt x="4676515" y="3258940"/>
                  <a:pt x="4685877" y="3254259"/>
                  <a:pt x="4697037" y="3249579"/>
                </a:cubicBezTo>
                <a:cubicBezTo>
                  <a:pt x="4690197" y="3281621"/>
                  <a:pt x="4717560" y="3254259"/>
                  <a:pt x="4733761" y="3263260"/>
                </a:cubicBezTo>
                <a:cubicBezTo>
                  <a:pt x="4726561" y="3283781"/>
                  <a:pt x="4708559" y="3263260"/>
                  <a:pt x="4703878" y="3290621"/>
                </a:cubicBezTo>
                <a:cubicBezTo>
                  <a:pt x="4681196" y="3286301"/>
                  <a:pt x="4672195" y="3286301"/>
                  <a:pt x="4653833" y="3302142"/>
                </a:cubicBezTo>
                <a:cubicBezTo>
                  <a:pt x="4660674" y="3317983"/>
                  <a:pt x="4670035" y="3293141"/>
                  <a:pt x="4674355" y="3304302"/>
                </a:cubicBezTo>
                <a:cubicBezTo>
                  <a:pt x="4670035" y="3352184"/>
                  <a:pt x="4685877" y="3336343"/>
                  <a:pt x="4710719" y="3304302"/>
                </a:cubicBezTo>
                <a:cubicBezTo>
                  <a:pt x="4694877" y="3324823"/>
                  <a:pt x="4706399" y="3347504"/>
                  <a:pt x="4717560" y="3361185"/>
                </a:cubicBezTo>
                <a:cubicBezTo>
                  <a:pt x="4701718" y="3368025"/>
                  <a:pt x="4701718" y="3352184"/>
                  <a:pt x="4694877" y="3343184"/>
                </a:cubicBezTo>
                <a:cubicBezTo>
                  <a:pt x="4688037" y="3354344"/>
                  <a:pt x="4685877" y="3368025"/>
                  <a:pt x="4674355" y="3372705"/>
                </a:cubicBezTo>
                <a:cubicBezTo>
                  <a:pt x="4665354" y="3372705"/>
                  <a:pt x="4672195" y="3350024"/>
                  <a:pt x="4660674" y="3354344"/>
                </a:cubicBezTo>
                <a:cubicBezTo>
                  <a:pt x="4649513" y="3363705"/>
                  <a:pt x="4653833" y="3402227"/>
                  <a:pt x="4631151" y="3393226"/>
                </a:cubicBezTo>
                <a:cubicBezTo>
                  <a:pt x="4631151" y="3386386"/>
                  <a:pt x="4644832" y="3390706"/>
                  <a:pt x="4642672" y="3381706"/>
                </a:cubicBezTo>
                <a:cubicBezTo>
                  <a:pt x="4624310" y="3372705"/>
                  <a:pt x="4624310" y="3388546"/>
                  <a:pt x="4626470" y="3404387"/>
                </a:cubicBezTo>
                <a:cubicBezTo>
                  <a:pt x="4610629" y="3406547"/>
                  <a:pt x="4615309" y="3397546"/>
                  <a:pt x="4617469" y="3386386"/>
                </a:cubicBezTo>
                <a:cubicBezTo>
                  <a:pt x="4612789" y="3400066"/>
                  <a:pt x="4594787" y="3400066"/>
                  <a:pt x="4590106" y="3413387"/>
                </a:cubicBezTo>
                <a:cubicBezTo>
                  <a:pt x="4592627" y="3420227"/>
                  <a:pt x="4601627" y="3418067"/>
                  <a:pt x="4608468" y="3418067"/>
                </a:cubicBezTo>
                <a:cubicBezTo>
                  <a:pt x="4603788" y="3424908"/>
                  <a:pt x="4601627" y="3433908"/>
                  <a:pt x="4590106" y="3436428"/>
                </a:cubicBezTo>
                <a:lnTo>
                  <a:pt x="4596039" y="3444964"/>
                </a:lnTo>
                <a:lnTo>
                  <a:pt x="4606769" y="3441721"/>
                </a:lnTo>
                <a:lnTo>
                  <a:pt x="4606803" y="3441588"/>
                </a:lnTo>
                <a:cubicBezTo>
                  <a:pt x="4607954" y="3439542"/>
                  <a:pt x="4609105" y="3437814"/>
                  <a:pt x="4609105" y="3434358"/>
                </a:cubicBezTo>
                <a:cubicBezTo>
                  <a:pt x="4614596" y="3433266"/>
                  <a:pt x="4617961" y="3434994"/>
                  <a:pt x="4621636" y="3436449"/>
                </a:cubicBezTo>
                <a:lnTo>
                  <a:pt x="4622023" y="3436462"/>
                </a:lnTo>
                <a:lnTo>
                  <a:pt x="4639449" y="3423989"/>
                </a:lnTo>
                <a:lnTo>
                  <a:pt x="4639005" y="3422562"/>
                </a:lnTo>
                <a:cubicBezTo>
                  <a:pt x="4637437" y="3419804"/>
                  <a:pt x="4635302" y="3418669"/>
                  <a:pt x="4631885" y="3420360"/>
                </a:cubicBezTo>
                <a:cubicBezTo>
                  <a:pt x="4620375" y="3411460"/>
                  <a:pt x="4640876" y="3400425"/>
                  <a:pt x="4650228" y="3406832"/>
                </a:cubicBezTo>
                <a:lnTo>
                  <a:pt x="4652040" y="3413341"/>
                </a:lnTo>
                <a:lnTo>
                  <a:pt x="4667122" y="3398708"/>
                </a:lnTo>
                <a:lnTo>
                  <a:pt x="4665429" y="3390688"/>
                </a:lnTo>
                <a:cubicBezTo>
                  <a:pt x="4649843" y="3383924"/>
                  <a:pt x="4665429" y="3413115"/>
                  <a:pt x="4649843" y="3406351"/>
                </a:cubicBezTo>
                <a:cubicBezTo>
                  <a:pt x="4647363" y="3386416"/>
                  <a:pt x="4647363" y="3386416"/>
                  <a:pt x="4647363" y="3386416"/>
                </a:cubicBezTo>
                <a:cubicBezTo>
                  <a:pt x="4658698" y="3388552"/>
                  <a:pt x="4658698" y="3375025"/>
                  <a:pt x="4670034" y="3379653"/>
                </a:cubicBezTo>
                <a:lnTo>
                  <a:pt x="4674296" y="3391524"/>
                </a:lnTo>
                <a:lnTo>
                  <a:pt x="4688177" y="3377547"/>
                </a:lnTo>
                <a:cubicBezTo>
                  <a:pt x="4695016" y="3386907"/>
                  <a:pt x="4704015" y="3393747"/>
                  <a:pt x="4710854" y="3400587"/>
                </a:cubicBezTo>
                <a:cubicBezTo>
                  <a:pt x="4707434" y="3409676"/>
                  <a:pt x="4702598" y="3417056"/>
                  <a:pt x="4696912" y="3423260"/>
                </a:cubicBezTo>
                <a:lnTo>
                  <a:pt x="4689839" y="3429063"/>
                </a:lnTo>
                <a:lnTo>
                  <a:pt x="4689871" y="3429134"/>
                </a:lnTo>
                <a:lnTo>
                  <a:pt x="4689709" y="3429170"/>
                </a:lnTo>
                <a:lnTo>
                  <a:pt x="4677874" y="3438880"/>
                </a:lnTo>
                <a:lnTo>
                  <a:pt x="4658667" y="3449953"/>
                </a:lnTo>
                <a:lnTo>
                  <a:pt x="4657062" y="3458806"/>
                </a:lnTo>
                <a:lnTo>
                  <a:pt x="4652054" y="3453766"/>
                </a:lnTo>
                <a:lnTo>
                  <a:pt x="4638145" y="3461785"/>
                </a:lnTo>
                <a:cubicBezTo>
                  <a:pt x="4627887" y="3468624"/>
                  <a:pt x="4618259" y="3477174"/>
                  <a:pt x="4605481" y="3482889"/>
                </a:cubicBezTo>
                <a:lnTo>
                  <a:pt x="4598596" y="3484728"/>
                </a:lnTo>
                <a:lnTo>
                  <a:pt x="4599467" y="3486471"/>
                </a:lnTo>
                <a:cubicBezTo>
                  <a:pt x="4608468" y="3483950"/>
                  <a:pt x="4615309" y="3481790"/>
                  <a:pt x="4619629" y="3474950"/>
                </a:cubicBezTo>
                <a:cubicBezTo>
                  <a:pt x="4626470" y="3474950"/>
                  <a:pt x="4619629" y="3497631"/>
                  <a:pt x="4637991" y="3486471"/>
                </a:cubicBezTo>
                <a:cubicBezTo>
                  <a:pt x="4632231" y="3496551"/>
                  <a:pt x="4632231" y="3503301"/>
                  <a:pt x="4632546" y="3510412"/>
                </a:cubicBezTo>
                <a:lnTo>
                  <a:pt x="4631568" y="3517588"/>
                </a:lnTo>
                <a:lnTo>
                  <a:pt x="4639351" y="3518573"/>
                </a:lnTo>
                <a:lnTo>
                  <a:pt x="4643730" y="3517881"/>
                </a:lnTo>
                <a:lnTo>
                  <a:pt x="4643720" y="3517872"/>
                </a:lnTo>
                <a:cubicBezTo>
                  <a:pt x="4646426" y="3509305"/>
                  <a:pt x="4669305" y="3492171"/>
                  <a:pt x="4652146" y="3475037"/>
                </a:cubicBezTo>
                <a:cubicBezTo>
                  <a:pt x="4657956" y="3484284"/>
                  <a:pt x="4664221" y="3492262"/>
                  <a:pt x="4669623" y="3501373"/>
                </a:cubicBezTo>
                <a:lnTo>
                  <a:pt x="4676794" y="3520687"/>
                </a:lnTo>
                <a:lnTo>
                  <a:pt x="4687351" y="3523042"/>
                </a:lnTo>
                <a:lnTo>
                  <a:pt x="4694382" y="3496235"/>
                </a:lnTo>
                <a:cubicBezTo>
                  <a:pt x="4712219" y="3507332"/>
                  <a:pt x="4718997" y="3498382"/>
                  <a:pt x="4746109" y="3494087"/>
                </a:cubicBezTo>
                <a:cubicBezTo>
                  <a:pt x="4748606" y="3505184"/>
                  <a:pt x="4743969" y="3509837"/>
                  <a:pt x="4732910" y="3511985"/>
                </a:cubicBezTo>
                <a:cubicBezTo>
                  <a:pt x="4732910" y="3516639"/>
                  <a:pt x="4735050" y="3516639"/>
                  <a:pt x="4737191" y="3516639"/>
                </a:cubicBezTo>
                <a:cubicBezTo>
                  <a:pt x="4731483" y="3514312"/>
                  <a:pt x="4721940" y="3517086"/>
                  <a:pt x="4712130" y="3520755"/>
                </a:cubicBezTo>
                <a:lnTo>
                  <a:pt x="4698629" y="3525558"/>
                </a:lnTo>
                <a:lnTo>
                  <a:pt x="4705740" y="3527144"/>
                </a:lnTo>
                <a:cubicBezTo>
                  <a:pt x="4721573" y="3529664"/>
                  <a:pt x="4739565" y="3529664"/>
                  <a:pt x="4757916" y="3529664"/>
                </a:cubicBezTo>
                <a:cubicBezTo>
                  <a:pt x="4796418" y="3527144"/>
                  <a:pt x="4835280" y="3524985"/>
                  <a:pt x="4873782" y="3518146"/>
                </a:cubicBezTo>
                <a:cubicBezTo>
                  <a:pt x="4955824" y="3506628"/>
                  <a:pt x="5039665" y="3486472"/>
                  <a:pt x="5126385" y="3470275"/>
                </a:cubicBezTo>
                <a:cubicBezTo>
                  <a:pt x="5137540" y="3490791"/>
                  <a:pt x="5121707" y="3497630"/>
                  <a:pt x="5114871" y="3509148"/>
                </a:cubicBezTo>
                <a:cubicBezTo>
                  <a:pt x="5080687" y="3513467"/>
                  <a:pt x="5053339" y="3527144"/>
                  <a:pt x="5026352" y="3543341"/>
                </a:cubicBezTo>
                <a:lnTo>
                  <a:pt x="5006317" y="3551957"/>
                </a:lnTo>
                <a:lnTo>
                  <a:pt x="5009704" y="3556904"/>
                </a:lnTo>
                <a:cubicBezTo>
                  <a:pt x="5010459" y="3561786"/>
                  <a:pt x="5009533" y="3567140"/>
                  <a:pt x="5007019" y="3570551"/>
                </a:cubicBezTo>
                <a:cubicBezTo>
                  <a:pt x="4998200" y="3573098"/>
                  <a:pt x="4998200" y="3559273"/>
                  <a:pt x="4984794" y="3566186"/>
                </a:cubicBezTo>
                <a:lnTo>
                  <a:pt x="4985052" y="3561102"/>
                </a:lnTo>
                <a:lnTo>
                  <a:pt x="4983666" y="3561698"/>
                </a:lnTo>
                <a:lnTo>
                  <a:pt x="4961178" y="3564852"/>
                </a:lnTo>
                <a:lnTo>
                  <a:pt x="4980376" y="3572257"/>
                </a:lnTo>
                <a:cubicBezTo>
                  <a:pt x="4948136" y="3581260"/>
                  <a:pt x="4902492" y="3622315"/>
                  <a:pt x="4874961" y="3603948"/>
                </a:cubicBezTo>
                <a:cubicBezTo>
                  <a:pt x="4873874" y="3600527"/>
                  <a:pt x="4874418" y="3598276"/>
                  <a:pt x="4875233" y="3596025"/>
                </a:cubicBezTo>
                <a:lnTo>
                  <a:pt x="4876381" y="3591245"/>
                </a:lnTo>
                <a:lnTo>
                  <a:pt x="4874356" y="3591752"/>
                </a:lnTo>
                <a:cubicBezTo>
                  <a:pt x="4808540" y="3601673"/>
                  <a:pt x="4736956" y="3577175"/>
                  <a:pt x="4680552" y="3577175"/>
                </a:cubicBezTo>
                <a:cubicBezTo>
                  <a:pt x="4665798" y="3567097"/>
                  <a:pt x="4644748" y="3560888"/>
                  <a:pt x="4621404" y="3558054"/>
                </a:cubicBezTo>
                <a:lnTo>
                  <a:pt x="4592278" y="3558503"/>
                </a:lnTo>
                <a:lnTo>
                  <a:pt x="4585859" y="3561185"/>
                </a:lnTo>
                <a:cubicBezTo>
                  <a:pt x="4582073" y="3563649"/>
                  <a:pt x="4578765" y="3567205"/>
                  <a:pt x="4576425" y="3572875"/>
                </a:cubicBezTo>
                <a:lnTo>
                  <a:pt x="4566282" y="3558904"/>
                </a:lnTo>
                <a:lnTo>
                  <a:pt x="4551520" y="3559132"/>
                </a:lnTo>
                <a:lnTo>
                  <a:pt x="4553743" y="3575035"/>
                </a:lnTo>
                <a:cubicBezTo>
                  <a:pt x="4531060" y="3584035"/>
                  <a:pt x="4515219" y="3563874"/>
                  <a:pt x="4501537" y="3595556"/>
                </a:cubicBezTo>
                <a:cubicBezTo>
                  <a:pt x="4496857" y="3590875"/>
                  <a:pt x="4492536" y="3586555"/>
                  <a:pt x="4490016" y="3579715"/>
                </a:cubicBezTo>
                <a:cubicBezTo>
                  <a:pt x="4439971" y="3588715"/>
                  <a:pt x="4406127" y="3597716"/>
                  <a:pt x="4369403" y="3604556"/>
                </a:cubicBezTo>
                <a:cubicBezTo>
                  <a:pt x="4335560" y="3609236"/>
                  <a:pt x="4298836" y="3613917"/>
                  <a:pt x="4251311" y="3611396"/>
                </a:cubicBezTo>
                <a:cubicBezTo>
                  <a:pt x="4253471" y="3602396"/>
                  <a:pt x="4251311" y="3593396"/>
                  <a:pt x="4244470" y="3590875"/>
                </a:cubicBezTo>
                <a:cubicBezTo>
                  <a:pt x="4230789" y="3597716"/>
                  <a:pt x="4251311" y="3609236"/>
                  <a:pt x="4246630" y="3622917"/>
                </a:cubicBezTo>
                <a:cubicBezTo>
                  <a:pt x="4169222" y="3607076"/>
                  <a:pt x="4108016" y="3622917"/>
                  <a:pt x="4030608" y="3620757"/>
                </a:cubicBezTo>
                <a:cubicBezTo>
                  <a:pt x="4028087" y="3629757"/>
                  <a:pt x="4030608" y="3634078"/>
                  <a:pt x="4037448" y="3636598"/>
                </a:cubicBezTo>
                <a:cubicBezTo>
                  <a:pt x="4030608" y="3643438"/>
                  <a:pt x="4028087" y="3638758"/>
                  <a:pt x="4012246" y="3640918"/>
                </a:cubicBezTo>
                <a:cubicBezTo>
                  <a:pt x="4021247" y="3625077"/>
                  <a:pt x="4019087" y="3625077"/>
                  <a:pt x="4007925" y="3618237"/>
                </a:cubicBezTo>
                <a:cubicBezTo>
                  <a:pt x="4001085" y="3620757"/>
                  <a:pt x="4001085" y="3631917"/>
                  <a:pt x="3998564" y="3638758"/>
                </a:cubicBezTo>
                <a:cubicBezTo>
                  <a:pt x="3991724" y="3636598"/>
                  <a:pt x="3989563" y="3629757"/>
                  <a:pt x="3994244" y="3618237"/>
                </a:cubicBezTo>
                <a:cubicBezTo>
                  <a:pt x="3994244" y="3618237"/>
                  <a:pt x="3994244" y="3618237"/>
                  <a:pt x="3930517" y="3611396"/>
                </a:cubicBezTo>
                <a:cubicBezTo>
                  <a:pt x="3930517" y="3631917"/>
                  <a:pt x="3944199" y="3620757"/>
                  <a:pt x="3948519" y="3634078"/>
                </a:cubicBezTo>
                <a:cubicBezTo>
                  <a:pt x="3930517" y="3652438"/>
                  <a:pt x="3927997" y="3640918"/>
                  <a:pt x="3925837" y="3625077"/>
                </a:cubicBezTo>
                <a:cubicBezTo>
                  <a:pt x="3921156" y="3611396"/>
                  <a:pt x="3916836" y="3595556"/>
                  <a:pt x="3896314" y="3604556"/>
                </a:cubicBezTo>
                <a:cubicBezTo>
                  <a:pt x="3891633" y="3622917"/>
                  <a:pt x="3909995" y="3618237"/>
                  <a:pt x="3914676" y="3627597"/>
                </a:cubicBezTo>
                <a:cubicBezTo>
                  <a:pt x="3911255" y="3631557"/>
                  <a:pt x="3909388" y="3634797"/>
                  <a:pt x="3908443" y="3637751"/>
                </a:cubicBezTo>
                <a:lnTo>
                  <a:pt x="3908141" y="3641398"/>
                </a:lnTo>
                <a:lnTo>
                  <a:pt x="3926181" y="3648258"/>
                </a:lnTo>
                <a:cubicBezTo>
                  <a:pt x="3921681" y="3653388"/>
                  <a:pt x="3917879" y="3655683"/>
                  <a:pt x="3914494" y="3656201"/>
                </a:cubicBezTo>
                <a:lnTo>
                  <a:pt x="3907778" y="3654211"/>
                </a:lnTo>
                <a:lnTo>
                  <a:pt x="3907835" y="3668279"/>
                </a:lnTo>
                <a:cubicBezTo>
                  <a:pt x="3912155" y="3663959"/>
                  <a:pt x="3918996" y="3666119"/>
                  <a:pt x="3921156" y="3659279"/>
                </a:cubicBezTo>
                <a:cubicBezTo>
                  <a:pt x="3921156" y="3668279"/>
                  <a:pt x="3918996" y="3670440"/>
                  <a:pt x="3918996" y="3672960"/>
                </a:cubicBezTo>
                <a:cubicBezTo>
                  <a:pt x="3918996" y="3672960"/>
                  <a:pt x="3918996" y="3672960"/>
                  <a:pt x="3934838" y="3670440"/>
                </a:cubicBezTo>
                <a:cubicBezTo>
                  <a:pt x="3923677" y="3690960"/>
                  <a:pt x="3900994" y="3677280"/>
                  <a:pt x="3887313" y="3688800"/>
                </a:cubicBezTo>
                <a:cubicBezTo>
                  <a:pt x="3882632" y="3686640"/>
                  <a:pt x="3889473" y="3672960"/>
                  <a:pt x="3882632" y="3672960"/>
                </a:cubicBezTo>
                <a:cubicBezTo>
                  <a:pt x="3848429" y="3688800"/>
                  <a:pt x="3798383" y="3688800"/>
                  <a:pt x="3768860" y="3668279"/>
                </a:cubicBezTo>
                <a:cubicBezTo>
                  <a:pt x="3768860" y="3647758"/>
                  <a:pt x="3782542" y="3675120"/>
                  <a:pt x="3789382" y="3659279"/>
                </a:cubicBezTo>
                <a:cubicBezTo>
                  <a:pt x="3787222" y="3650278"/>
                  <a:pt x="3777861" y="3650278"/>
                  <a:pt x="3777861" y="3636598"/>
                </a:cubicBezTo>
                <a:cubicBezTo>
                  <a:pt x="3762020" y="3650278"/>
                  <a:pt x="3757339" y="3640918"/>
                  <a:pt x="3734657" y="3640918"/>
                </a:cubicBezTo>
                <a:cubicBezTo>
                  <a:pt x="3741497" y="3645598"/>
                  <a:pt x="3762020" y="3657119"/>
                  <a:pt x="3737177" y="3657119"/>
                </a:cubicBezTo>
                <a:cubicBezTo>
                  <a:pt x="3737177" y="3668279"/>
                  <a:pt x="3746178" y="3668279"/>
                  <a:pt x="3741497" y="3684120"/>
                </a:cubicBezTo>
                <a:cubicBezTo>
                  <a:pt x="3734657" y="3677280"/>
                  <a:pt x="3730336" y="3670440"/>
                  <a:pt x="3725656" y="3661439"/>
                </a:cubicBezTo>
                <a:cubicBezTo>
                  <a:pt x="3716655" y="3663959"/>
                  <a:pt x="3718815" y="3681960"/>
                  <a:pt x="3707294" y="3677280"/>
                </a:cubicBezTo>
                <a:cubicBezTo>
                  <a:pt x="3707294" y="3677280"/>
                  <a:pt x="3707294" y="3677280"/>
                  <a:pt x="3709814" y="3657119"/>
                </a:cubicBezTo>
                <a:cubicBezTo>
                  <a:pt x="3691452" y="3661439"/>
                  <a:pt x="3682451" y="3657119"/>
                  <a:pt x="3670930" y="3670440"/>
                </a:cubicBezTo>
                <a:cubicBezTo>
                  <a:pt x="3643927" y="3675120"/>
                  <a:pt x="3648248" y="3645598"/>
                  <a:pt x="3620885" y="3661439"/>
                </a:cubicBezTo>
                <a:cubicBezTo>
                  <a:pt x="3616564" y="3650278"/>
                  <a:pt x="3623405" y="3654599"/>
                  <a:pt x="3623405" y="3638758"/>
                </a:cubicBezTo>
                <a:cubicBezTo>
                  <a:pt x="3609724" y="3640918"/>
                  <a:pt x="3598202" y="3645598"/>
                  <a:pt x="3596042" y="3661439"/>
                </a:cubicBezTo>
                <a:cubicBezTo>
                  <a:pt x="3587041" y="3622917"/>
                  <a:pt x="3554998" y="3659279"/>
                  <a:pt x="3529795" y="3647758"/>
                </a:cubicBezTo>
                <a:cubicBezTo>
                  <a:pt x="3529795" y="3652438"/>
                  <a:pt x="3529795" y="3654599"/>
                  <a:pt x="3529795" y="3659279"/>
                </a:cubicBezTo>
                <a:cubicBezTo>
                  <a:pt x="3529795" y="3670440"/>
                  <a:pt x="3543477" y="3659279"/>
                  <a:pt x="3548157" y="3661439"/>
                </a:cubicBezTo>
                <a:cubicBezTo>
                  <a:pt x="3543657" y="3667200"/>
                  <a:pt x="3543117" y="3669450"/>
                  <a:pt x="3542847" y="3671970"/>
                </a:cubicBezTo>
                <a:lnTo>
                  <a:pt x="3542493" y="3673135"/>
                </a:lnTo>
                <a:lnTo>
                  <a:pt x="3558363" y="3671361"/>
                </a:lnTo>
                <a:lnTo>
                  <a:pt x="3558976" y="3667505"/>
                </a:lnTo>
                <a:cubicBezTo>
                  <a:pt x="3559294" y="3665504"/>
                  <a:pt x="3559294" y="3665504"/>
                  <a:pt x="3559294" y="3665504"/>
                </a:cubicBezTo>
                <a:cubicBezTo>
                  <a:pt x="3575284" y="3660775"/>
                  <a:pt x="3575284" y="3665504"/>
                  <a:pt x="3589093" y="3660775"/>
                </a:cubicBezTo>
                <a:lnTo>
                  <a:pt x="3590563" y="3667762"/>
                </a:lnTo>
                <a:lnTo>
                  <a:pt x="3600793" y="3666618"/>
                </a:lnTo>
                <a:lnTo>
                  <a:pt x="3596115" y="3678908"/>
                </a:lnTo>
                <a:lnTo>
                  <a:pt x="3609807" y="3665504"/>
                </a:lnTo>
                <a:cubicBezTo>
                  <a:pt x="3614168" y="3667687"/>
                  <a:pt x="3609807" y="3681512"/>
                  <a:pt x="3616712" y="3681512"/>
                </a:cubicBezTo>
                <a:cubicBezTo>
                  <a:pt x="3614350" y="3688424"/>
                  <a:pt x="3607445" y="3691334"/>
                  <a:pt x="3600858" y="3690470"/>
                </a:cubicBezTo>
                <a:lnTo>
                  <a:pt x="3594201" y="3683935"/>
                </a:lnTo>
                <a:lnTo>
                  <a:pt x="3588656" y="3698499"/>
                </a:lnTo>
                <a:cubicBezTo>
                  <a:pt x="3574450" y="3722326"/>
                  <a:pt x="3554271" y="3725296"/>
                  <a:pt x="3530245" y="3737176"/>
                </a:cubicBezTo>
                <a:cubicBezTo>
                  <a:pt x="3519086" y="3732496"/>
                  <a:pt x="3507568" y="3730336"/>
                  <a:pt x="3500729" y="3718816"/>
                </a:cubicBezTo>
                <a:lnTo>
                  <a:pt x="3425690" y="3735591"/>
                </a:lnTo>
                <a:lnTo>
                  <a:pt x="3425384" y="3736683"/>
                </a:lnTo>
                <a:lnTo>
                  <a:pt x="3424297" y="3735903"/>
                </a:lnTo>
                <a:lnTo>
                  <a:pt x="3420012" y="3736860"/>
                </a:lnTo>
                <a:lnTo>
                  <a:pt x="3401802" y="3740852"/>
                </a:lnTo>
                <a:lnTo>
                  <a:pt x="3400182" y="3745683"/>
                </a:lnTo>
                <a:lnTo>
                  <a:pt x="3395375" y="3742261"/>
                </a:lnTo>
                <a:lnTo>
                  <a:pt x="3370631" y="3747685"/>
                </a:lnTo>
                <a:lnTo>
                  <a:pt x="3370659" y="3747843"/>
                </a:lnTo>
                <a:cubicBezTo>
                  <a:pt x="3363818" y="3750363"/>
                  <a:pt x="3356977" y="3750363"/>
                  <a:pt x="3350136" y="3752523"/>
                </a:cubicBezTo>
                <a:cubicBezTo>
                  <a:pt x="3350136" y="3761524"/>
                  <a:pt x="3352657" y="3768364"/>
                  <a:pt x="3359497" y="3766204"/>
                </a:cubicBezTo>
                <a:cubicBezTo>
                  <a:pt x="3352657" y="3778805"/>
                  <a:pt x="3348066" y="3774214"/>
                  <a:pt x="3343476" y="3765079"/>
                </a:cubicBezTo>
                <a:lnTo>
                  <a:pt x="3338351" y="3753972"/>
                </a:lnTo>
                <a:lnTo>
                  <a:pt x="3310539" y="3757316"/>
                </a:lnTo>
                <a:lnTo>
                  <a:pt x="3313773" y="3759364"/>
                </a:lnTo>
                <a:cubicBezTo>
                  <a:pt x="3327454" y="3770524"/>
                  <a:pt x="3296131" y="3757204"/>
                  <a:pt x="3309812" y="3766204"/>
                </a:cubicBezTo>
                <a:cubicBezTo>
                  <a:pt x="3307922" y="3778085"/>
                  <a:pt x="3302387" y="3765664"/>
                  <a:pt x="3296851" y="3760686"/>
                </a:cubicBezTo>
                <a:lnTo>
                  <a:pt x="3292125" y="3759529"/>
                </a:lnTo>
                <a:lnTo>
                  <a:pt x="3291499" y="3759605"/>
                </a:lnTo>
                <a:lnTo>
                  <a:pt x="3293116" y="3767644"/>
                </a:lnTo>
                <a:cubicBezTo>
                  <a:pt x="3295951" y="3770794"/>
                  <a:pt x="3299371" y="3775384"/>
                  <a:pt x="3298291" y="3784565"/>
                </a:cubicBezTo>
                <a:cubicBezTo>
                  <a:pt x="3293610" y="3784565"/>
                  <a:pt x="3293610" y="3786725"/>
                  <a:pt x="3293610" y="3791405"/>
                </a:cubicBezTo>
                <a:cubicBezTo>
                  <a:pt x="3290190" y="3787985"/>
                  <a:pt x="3287940" y="3782765"/>
                  <a:pt x="3286275" y="3776420"/>
                </a:cubicBezTo>
                <a:lnTo>
                  <a:pt x="3283485" y="3760568"/>
                </a:lnTo>
                <a:lnTo>
                  <a:pt x="3271446" y="3762015"/>
                </a:lnTo>
                <a:lnTo>
                  <a:pt x="3263906" y="3761813"/>
                </a:lnTo>
                <a:lnTo>
                  <a:pt x="3264087" y="3766204"/>
                </a:lnTo>
                <a:cubicBezTo>
                  <a:pt x="3266248" y="3773044"/>
                  <a:pt x="3268768" y="3759364"/>
                  <a:pt x="3270928" y="3768364"/>
                </a:cubicBezTo>
                <a:cubicBezTo>
                  <a:pt x="3272008" y="3780964"/>
                  <a:pt x="3262377" y="3769624"/>
                  <a:pt x="3253331" y="3761929"/>
                </a:cubicBezTo>
                <a:lnTo>
                  <a:pt x="3252404" y="3761505"/>
                </a:lnTo>
                <a:lnTo>
                  <a:pt x="3239348" y="3761155"/>
                </a:lnTo>
                <a:lnTo>
                  <a:pt x="3238731" y="3762404"/>
                </a:lnTo>
                <a:cubicBezTo>
                  <a:pt x="3238277" y="3765726"/>
                  <a:pt x="3238390" y="3770570"/>
                  <a:pt x="3239245" y="3777365"/>
                </a:cubicBezTo>
                <a:cubicBezTo>
                  <a:pt x="3227724" y="3777365"/>
                  <a:pt x="3218723" y="3768364"/>
                  <a:pt x="3205041" y="3777365"/>
                </a:cubicBezTo>
                <a:cubicBezTo>
                  <a:pt x="3207201" y="3782045"/>
                  <a:pt x="3209362" y="3784565"/>
                  <a:pt x="3207201" y="3786725"/>
                </a:cubicBezTo>
                <a:cubicBezTo>
                  <a:pt x="3218723" y="3795726"/>
                  <a:pt x="3214042" y="3797886"/>
                  <a:pt x="3229884" y="3818406"/>
                </a:cubicBezTo>
                <a:cubicBezTo>
                  <a:pt x="3223043" y="3818406"/>
                  <a:pt x="3211882" y="3795726"/>
                  <a:pt x="3209362" y="3814086"/>
                </a:cubicBezTo>
                <a:cubicBezTo>
                  <a:pt x="3207201" y="3804726"/>
                  <a:pt x="3202521" y="3793565"/>
                  <a:pt x="3196040" y="3795726"/>
                </a:cubicBezTo>
                <a:cubicBezTo>
                  <a:pt x="3193520" y="3797886"/>
                  <a:pt x="3198200" y="3809406"/>
                  <a:pt x="3200361" y="3816246"/>
                </a:cubicBezTo>
                <a:cubicBezTo>
                  <a:pt x="3193520" y="3811566"/>
                  <a:pt x="3184519" y="3809406"/>
                  <a:pt x="3193520" y="3818406"/>
                </a:cubicBezTo>
                <a:cubicBezTo>
                  <a:pt x="3184519" y="3832087"/>
                  <a:pt x="3172998" y="3797886"/>
                  <a:pt x="3170838" y="3788885"/>
                </a:cubicBezTo>
                <a:cubicBezTo>
                  <a:pt x="3157156" y="3816246"/>
                  <a:pt x="3186679" y="3832087"/>
                  <a:pt x="3196040" y="3861609"/>
                </a:cubicBezTo>
                <a:cubicBezTo>
                  <a:pt x="3189200" y="3854768"/>
                  <a:pt x="3186679" y="3866289"/>
                  <a:pt x="3193520" y="3868449"/>
                </a:cubicBezTo>
                <a:cubicBezTo>
                  <a:pt x="3186679" y="3893650"/>
                  <a:pt x="3184519" y="3845768"/>
                  <a:pt x="3172998" y="3854768"/>
                </a:cubicBezTo>
                <a:cubicBezTo>
                  <a:pt x="3170838" y="3884650"/>
                  <a:pt x="3189200" y="3895810"/>
                  <a:pt x="3179839" y="3904811"/>
                </a:cubicBezTo>
                <a:cubicBezTo>
                  <a:pt x="3191360" y="3918491"/>
                  <a:pt x="3205041" y="3893650"/>
                  <a:pt x="3216202" y="3921011"/>
                </a:cubicBezTo>
                <a:cubicBezTo>
                  <a:pt x="3216202" y="3932172"/>
                  <a:pt x="3202521" y="3921011"/>
                  <a:pt x="3198200" y="3909491"/>
                </a:cubicBezTo>
                <a:cubicBezTo>
                  <a:pt x="3191360" y="3916331"/>
                  <a:pt x="3198200" y="3936852"/>
                  <a:pt x="3186679" y="3936852"/>
                </a:cubicBezTo>
                <a:cubicBezTo>
                  <a:pt x="3182359" y="3921011"/>
                  <a:pt x="3177678" y="3925332"/>
                  <a:pt x="3175518" y="3911651"/>
                </a:cubicBezTo>
                <a:cubicBezTo>
                  <a:pt x="3172998" y="3927852"/>
                  <a:pt x="3182359" y="3954853"/>
                  <a:pt x="3175518" y="3961693"/>
                </a:cubicBezTo>
                <a:cubicBezTo>
                  <a:pt x="3175518" y="3948013"/>
                  <a:pt x="3172998" y="3939012"/>
                  <a:pt x="3163997" y="3941172"/>
                </a:cubicBezTo>
                <a:cubicBezTo>
                  <a:pt x="3161837" y="3936852"/>
                  <a:pt x="3168677" y="3923172"/>
                  <a:pt x="3170838" y="3932172"/>
                </a:cubicBezTo>
                <a:cubicBezTo>
                  <a:pt x="3170838" y="3930012"/>
                  <a:pt x="3168677" y="3921011"/>
                  <a:pt x="3170838" y="3921011"/>
                </a:cubicBezTo>
                <a:cubicBezTo>
                  <a:pt x="3168677" y="3907331"/>
                  <a:pt x="3163997" y="3914171"/>
                  <a:pt x="3159676" y="3902650"/>
                </a:cubicBezTo>
                <a:cubicBezTo>
                  <a:pt x="3154996" y="3902650"/>
                  <a:pt x="3163997" y="3927852"/>
                  <a:pt x="3166157" y="3916331"/>
                </a:cubicBezTo>
                <a:cubicBezTo>
                  <a:pt x="3168677" y="3932172"/>
                  <a:pt x="3154996" y="3921011"/>
                  <a:pt x="3152836" y="3918491"/>
                </a:cubicBezTo>
                <a:cubicBezTo>
                  <a:pt x="3154996" y="3895810"/>
                  <a:pt x="3132314" y="3904811"/>
                  <a:pt x="3132314" y="3888970"/>
                </a:cubicBezTo>
                <a:cubicBezTo>
                  <a:pt x="3127633" y="3893650"/>
                  <a:pt x="3122953" y="3882130"/>
                  <a:pt x="3116112" y="3888970"/>
                </a:cubicBezTo>
                <a:cubicBezTo>
                  <a:pt x="3132314" y="3897970"/>
                  <a:pt x="3132314" y="3909491"/>
                  <a:pt x="3145995" y="3927852"/>
                </a:cubicBezTo>
                <a:cubicBezTo>
                  <a:pt x="3143475" y="3932172"/>
                  <a:pt x="3141314" y="3934332"/>
                  <a:pt x="3136634" y="3936852"/>
                </a:cubicBezTo>
                <a:cubicBezTo>
                  <a:pt x="3141314" y="3927852"/>
                  <a:pt x="3132314" y="3925332"/>
                  <a:pt x="3132314" y="3916331"/>
                </a:cubicBezTo>
                <a:cubicBezTo>
                  <a:pt x="3127633" y="3909491"/>
                  <a:pt x="3118632" y="3909491"/>
                  <a:pt x="3118632" y="3916331"/>
                </a:cubicBezTo>
                <a:cubicBezTo>
                  <a:pt x="3122953" y="3930012"/>
                  <a:pt x="3125473" y="3923172"/>
                  <a:pt x="3129793" y="3927852"/>
                </a:cubicBezTo>
                <a:cubicBezTo>
                  <a:pt x="3132314" y="3945853"/>
                  <a:pt x="3109271" y="3925332"/>
                  <a:pt x="3118632" y="3945853"/>
                </a:cubicBezTo>
                <a:cubicBezTo>
                  <a:pt x="3102430" y="3934332"/>
                  <a:pt x="3100270" y="3950533"/>
                  <a:pt x="3079748" y="3954853"/>
                </a:cubicBezTo>
                <a:cubicBezTo>
                  <a:pt x="3077588" y="3950533"/>
                  <a:pt x="3082268" y="3950533"/>
                  <a:pt x="3082268" y="3948013"/>
                </a:cubicBezTo>
                <a:cubicBezTo>
                  <a:pt x="3079748" y="3943692"/>
                  <a:pt x="3077588" y="3945853"/>
                  <a:pt x="3075428" y="3945853"/>
                </a:cubicBezTo>
                <a:cubicBezTo>
                  <a:pt x="3070747" y="3930012"/>
                  <a:pt x="3086589" y="3948013"/>
                  <a:pt x="3089109" y="3939012"/>
                </a:cubicBezTo>
                <a:cubicBezTo>
                  <a:pt x="3089109" y="3939012"/>
                  <a:pt x="3089109" y="3939012"/>
                  <a:pt x="3084429" y="3930012"/>
                </a:cubicBezTo>
                <a:cubicBezTo>
                  <a:pt x="3077588" y="3923172"/>
                  <a:pt x="3070747" y="3932172"/>
                  <a:pt x="3061746" y="3918491"/>
                </a:cubicBezTo>
                <a:cubicBezTo>
                  <a:pt x="3066067" y="3934332"/>
                  <a:pt x="3079748" y="3964214"/>
                  <a:pt x="3095950" y="3975374"/>
                </a:cubicBezTo>
                <a:cubicBezTo>
                  <a:pt x="3091269" y="3977894"/>
                  <a:pt x="3079748" y="3973214"/>
                  <a:pt x="3089109" y="3980054"/>
                </a:cubicBezTo>
                <a:cubicBezTo>
                  <a:pt x="3093429" y="3991575"/>
                  <a:pt x="3077588" y="3971054"/>
                  <a:pt x="3072907" y="3973214"/>
                </a:cubicBezTo>
                <a:cubicBezTo>
                  <a:pt x="3077588" y="3980054"/>
                  <a:pt x="3084429" y="3986894"/>
                  <a:pt x="3086589" y="3986894"/>
                </a:cubicBezTo>
                <a:cubicBezTo>
                  <a:pt x="3089109" y="3998055"/>
                  <a:pt x="3075428" y="4000575"/>
                  <a:pt x="3086589" y="4018576"/>
                </a:cubicBezTo>
                <a:cubicBezTo>
                  <a:pt x="3084429" y="4018576"/>
                  <a:pt x="3079748" y="4009576"/>
                  <a:pt x="3082268" y="4009576"/>
                </a:cubicBezTo>
                <a:cubicBezTo>
                  <a:pt x="3075428" y="4000575"/>
                  <a:pt x="3072907" y="4014256"/>
                  <a:pt x="3066067" y="3995895"/>
                </a:cubicBezTo>
                <a:cubicBezTo>
                  <a:pt x="3063906" y="3984734"/>
                  <a:pt x="3070747" y="3995895"/>
                  <a:pt x="3075428" y="3989055"/>
                </a:cubicBezTo>
                <a:cubicBezTo>
                  <a:pt x="3070747" y="3982214"/>
                  <a:pt x="3068587" y="3984734"/>
                  <a:pt x="3063906" y="3977894"/>
                </a:cubicBezTo>
                <a:cubicBezTo>
                  <a:pt x="3054905" y="3977894"/>
                  <a:pt x="3068587" y="3998055"/>
                  <a:pt x="3057066" y="3989055"/>
                </a:cubicBezTo>
                <a:cubicBezTo>
                  <a:pt x="3068587" y="4011736"/>
                  <a:pt x="3072907" y="4025416"/>
                  <a:pt x="3061746" y="4023256"/>
                </a:cubicBezTo>
                <a:cubicBezTo>
                  <a:pt x="3050225" y="4009576"/>
                  <a:pt x="3052385" y="4000575"/>
                  <a:pt x="3052385" y="3991575"/>
                </a:cubicBezTo>
                <a:cubicBezTo>
                  <a:pt x="3050225" y="3989055"/>
                  <a:pt x="3045544" y="3986894"/>
                  <a:pt x="3043384" y="3980054"/>
                </a:cubicBezTo>
                <a:cubicBezTo>
                  <a:pt x="3048065" y="3991575"/>
                  <a:pt x="3048065" y="3998055"/>
                  <a:pt x="3050225" y="4007416"/>
                </a:cubicBezTo>
                <a:cubicBezTo>
                  <a:pt x="3045544" y="4009576"/>
                  <a:pt x="3038704" y="3998055"/>
                  <a:pt x="3032223" y="3989055"/>
                </a:cubicBezTo>
                <a:cubicBezTo>
                  <a:pt x="3036544" y="3998055"/>
                  <a:pt x="3041224" y="4011736"/>
                  <a:pt x="3027543" y="4004895"/>
                </a:cubicBezTo>
                <a:cubicBezTo>
                  <a:pt x="3032223" y="4011736"/>
                  <a:pt x="3038704" y="4021096"/>
                  <a:pt x="3041224" y="4018576"/>
                </a:cubicBezTo>
                <a:cubicBezTo>
                  <a:pt x="3050225" y="4032257"/>
                  <a:pt x="3036544" y="4023256"/>
                  <a:pt x="3032223" y="4014256"/>
                </a:cubicBezTo>
                <a:cubicBezTo>
                  <a:pt x="3029703" y="4016416"/>
                  <a:pt x="3043384" y="4034417"/>
                  <a:pt x="3029703" y="4023256"/>
                </a:cubicBezTo>
                <a:cubicBezTo>
                  <a:pt x="3032223" y="4025416"/>
                  <a:pt x="3057066" y="4048458"/>
                  <a:pt x="3052385" y="4057458"/>
                </a:cubicBezTo>
                <a:cubicBezTo>
                  <a:pt x="3061746" y="4068618"/>
                  <a:pt x="3063906" y="4055298"/>
                  <a:pt x="3070747" y="4059618"/>
                </a:cubicBezTo>
                <a:cubicBezTo>
                  <a:pt x="3072907" y="4057458"/>
                  <a:pt x="3068587" y="4050618"/>
                  <a:pt x="3061746" y="4041617"/>
                </a:cubicBezTo>
                <a:cubicBezTo>
                  <a:pt x="3070747" y="4048458"/>
                  <a:pt x="3068587" y="4048458"/>
                  <a:pt x="3070747" y="4041617"/>
                </a:cubicBezTo>
                <a:cubicBezTo>
                  <a:pt x="3082268" y="4057458"/>
                  <a:pt x="3072907" y="4059618"/>
                  <a:pt x="3091269" y="4077979"/>
                </a:cubicBezTo>
                <a:cubicBezTo>
                  <a:pt x="3089109" y="4084819"/>
                  <a:pt x="3077588" y="4066458"/>
                  <a:pt x="3077588" y="4061778"/>
                </a:cubicBezTo>
                <a:cubicBezTo>
                  <a:pt x="3072907" y="4071138"/>
                  <a:pt x="3075428" y="4073299"/>
                  <a:pt x="3075428" y="4082299"/>
                </a:cubicBezTo>
                <a:cubicBezTo>
                  <a:pt x="3079748" y="4086979"/>
                  <a:pt x="3082268" y="4084819"/>
                  <a:pt x="3086589" y="4091660"/>
                </a:cubicBezTo>
                <a:cubicBezTo>
                  <a:pt x="3079748" y="4093820"/>
                  <a:pt x="3070747" y="4089139"/>
                  <a:pt x="3070747" y="4100660"/>
                </a:cubicBezTo>
                <a:cubicBezTo>
                  <a:pt x="3068587" y="4091660"/>
                  <a:pt x="3070747" y="4093820"/>
                  <a:pt x="3059226" y="4084819"/>
                </a:cubicBezTo>
                <a:cubicBezTo>
                  <a:pt x="3066067" y="4093820"/>
                  <a:pt x="3059226" y="4095980"/>
                  <a:pt x="3070747" y="4107500"/>
                </a:cubicBezTo>
                <a:cubicBezTo>
                  <a:pt x="3066067" y="4104980"/>
                  <a:pt x="3059226" y="4098140"/>
                  <a:pt x="3052385" y="4091660"/>
                </a:cubicBezTo>
                <a:cubicBezTo>
                  <a:pt x="3050225" y="4102820"/>
                  <a:pt x="3038704" y="4104980"/>
                  <a:pt x="3022862" y="4098140"/>
                </a:cubicBezTo>
                <a:cubicBezTo>
                  <a:pt x="3022862" y="4102820"/>
                  <a:pt x="3043384" y="4116501"/>
                  <a:pt x="3045544" y="4109660"/>
                </a:cubicBezTo>
                <a:cubicBezTo>
                  <a:pt x="3057066" y="4125501"/>
                  <a:pt x="3041224" y="4125501"/>
                  <a:pt x="3027543" y="4107500"/>
                </a:cubicBezTo>
                <a:cubicBezTo>
                  <a:pt x="3022862" y="4111820"/>
                  <a:pt x="3018542" y="4114341"/>
                  <a:pt x="3020702" y="4121181"/>
                </a:cubicBezTo>
                <a:cubicBezTo>
                  <a:pt x="3032223" y="4125501"/>
                  <a:pt x="3020702" y="4114341"/>
                  <a:pt x="3034383" y="4123341"/>
                </a:cubicBezTo>
                <a:cubicBezTo>
                  <a:pt x="3038704" y="4137022"/>
                  <a:pt x="3029703" y="4146022"/>
                  <a:pt x="3013861" y="4152862"/>
                </a:cubicBezTo>
                <a:cubicBezTo>
                  <a:pt x="2995499" y="4134862"/>
                  <a:pt x="3020702" y="4139182"/>
                  <a:pt x="3018542" y="4125501"/>
                </a:cubicBezTo>
                <a:cubicBezTo>
                  <a:pt x="2993339" y="4109660"/>
                  <a:pt x="3009181" y="4107500"/>
                  <a:pt x="2995499" y="4095980"/>
                </a:cubicBezTo>
                <a:cubicBezTo>
                  <a:pt x="2998019" y="4109660"/>
                  <a:pt x="2989019" y="4093820"/>
                  <a:pt x="2984338" y="4102820"/>
                </a:cubicBezTo>
                <a:cubicBezTo>
                  <a:pt x="3002340" y="4111820"/>
                  <a:pt x="3004860" y="4123341"/>
                  <a:pt x="3009181" y="4134862"/>
                </a:cubicBezTo>
                <a:cubicBezTo>
                  <a:pt x="2998019" y="4128021"/>
                  <a:pt x="2993339" y="4134862"/>
                  <a:pt x="2986498" y="4139182"/>
                </a:cubicBezTo>
                <a:cubicBezTo>
                  <a:pt x="2995499" y="4141702"/>
                  <a:pt x="3007020" y="4152862"/>
                  <a:pt x="3013861" y="4152862"/>
                </a:cubicBezTo>
                <a:cubicBezTo>
                  <a:pt x="3029703" y="4152862"/>
                  <a:pt x="3016021" y="4166543"/>
                  <a:pt x="3032223" y="4178064"/>
                </a:cubicBezTo>
                <a:cubicBezTo>
                  <a:pt x="3027543" y="4180224"/>
                  <a:pt x="3016021" y="4168703"/>
                  <a:pt x="3011701" y="4171223"/>
                </a:cubicBezTo>
                <a:cubicBezTo>
                  <a:pt x="3007020" y="4164383"/>
                  <a:pt x="3016021" y="4168703"/>
                  <a:pt x="3013861" y="4161863"/>
                </a:cubicBezTo>
                <a:cubicBezTo>
                  <a:pt x="3000180" y="4152862"/>
                  <a:pt x="3000180" y="4171223"/>
                  <a:pt x="3000180" y="4178064"/>
                </a:cubicBezTo>
                <a:cubicBezTo>
                  <a:pt x="3009181" y="4184904"/>
                  <a:pt x="2998019" y="4168703"/>
                  <a:pt x="3007020" y="4168703"/>
                </a:cubicBezTo>
                <a:cubicBezTo>
                  <a:pt x="3022862" y="4189224"/>
                  <a:pt x="3013861" y="4191744"/>
                  <a:pt x="3011701" y="4205065"/>
                </a:cubicBezTo>
                <a:cubicBezTo>
                  <a:pt x="3004860" y="4200745"/>
                  <a:pt x="2995499" y="4191744"/>
                  <a:pt x="2993339" y="4193904"/>
                </a:cubicBezTo>
                <a:cubicBezTo>
                  <a:pt x="2986498" y="4189224"/>
                  <a:pt x="3002340" y="4191744"/>
                  <a:pt x="2984338" y="4180224"/>
                </a:cubicBezTo>
                <a:cubicBezTo>
                  <a:pt x="2982178" y="4182384"/>
                  <a:pt x="2982178" y="4187064"/>
                  <a:pt x="2979658" y="4189224"/>
                </a:cubicBezTo>
                <a:cubicBezTo>
                  <a:pt x="2972817" y="4191744"/>
                  <a:pt x="2975337" y="4178064"/>
                  <a:pt x="2959135" y="4173383"/>
                </a:cubicBezTo>
                <a:cubicBezTo>
                  <a:pt x="2975337" y="4193904"/>
                  <a:pt x="2965976" y="4189224"/>
                  <a:pt x="2984338" y="4207585"/>
                </a:cubicBezTo>
                <a:cubicBezTo>
                  <a:pt x="2982178" y="4211905"/>
                  <a:pt x="2979658" y="4221266"/>
                  <a:pt x="2977497" y="4225586"/>
                </a:cubicBezTo>
                <a:cubicBezTo>
                  <a:pt x="2972817" y="4232426"/>
                  <a:pt x="2968496" y="4234946"/>
                  <a:pt x="2952295" y="4228106"/>
                </a:cubicBezTo>
                <a:cubicBezTo>
                  <a:pt x="2950134" y="4232426"/>
                  <a:pt x="2970657" y="4239266"/>
                  <a:pt x="2977497" y="4243947"/>
                </a:cubicBezTo>
                <a:cubicBezTo>
                  <a:pt x="2970657" y="4246107"/>
                  <a:pt x="2959135" y="4248627"/>
                  <a:pt x="2952295" y="4239266"/>
                </a:cubicBezTo>
                <a:cubicBezTo>
                  <a:pt x="2950134" y="4243947"/>
                  <a:pt x="2956975" y="4250787"/>
                  <a:pt x="2945454" y="4248627"/>
                </a:cubicBezTo>
                <a:cubicBezTo>
                  <a:pt x="2931773" y="4243947"/>
                  <a:pt x="2936453" y="4239266"/>
                  <a:pt x="2925292" y="4234946"/>
                </a:cubicBezTo>
                <a:cubicBezTo>
                  <a:pt x="2920611" y="4241787"/>
                  <a:pt x="2936453" y="4248627"/>
                  <a:pt x="2947974" y="4255467"/>
                </a:cubicBezTo>
                <a:cubicBezTo>
                  <a:pt x="2963816" y="4264468"/>
                  <a:pt x="2943294" y="4243947"/>
                  <a:pt x="2954815" y="4252947"/>
                </a:cubicBezTo>
                <a:cubicBezTo>
                  <a:pt x="2968496" y="4255467"/>
                  <a:pt x="2959135" y="4266628"/>
                  <a:pt x="2950134" y="4259788"/>
                </a:cubicBezTo>
                <a:cubicBezTo>
                  <a:pt x="2952295" y="4266628"/>
                  <a:pt x="2959135" y="4271308"/>
                  <a:pt x="2959135" y="4275628"/>
                </a:cubicBezTo>
                <a:cubicBezTo>
                  <a:pt x="2954815" y="4284989"/>
                  <a:pt x="2938613" y="4278148"/>
                  <a:pt x="2931773" y="4282469"/>
                </a:cubicBezTo>
                <a:cubicBezTo>
                  <a:pt x="2943294" y="4282469"/>
                  <a:pt x="2961656" y="4291829"/>
                  <a:pt x="2959135" y="4287149"/>
                </a:cubicBezTo>
                <a:cubicBezTo>
                  <a:pt x="2975337" y="4289309"/>
                  <a:pt x="2963816" y="4309830"/>
                  <a:pt x="2952295" y="4309830"/>
                </a:cubicBezTo>
                <a:cubicBezTo>
                  <a:pt x="2943294" y="4305510"/>
                  <a:pt x="2963816" y="4305510"/>
                  <a:pt x="2952295" y="4296149"/>
                </a:cubicBezTo>
                <a:cubicBezTo>
                  <a:pt x="2936453" y="4298669"/>
                  <a:pt x="2956975" y="4321350"/>
                  <a:pt x="2931773" y="4316670"/>
                </a:cubicBezTo>
                <a:cubicBezTo>
                  <a:pt x="2931773" y="4325671"/>
                  <a:pt x="2950134" y="4321350"/>
                  <a:pt x="2952295" y="4328191"/>
                </a:cubicBezTo>
                <a:cubicBezTo>
                  <a:pt x="2943294" y="4328191"/>
                  <a:pt x="2936453" y="4330351"/>
                  <a:pt x="2927452" y="4332511"/>
                </a:cubicBezTo>
                <a:cubicBezTo>
                  <a:pt x="2938613" y="4337191"/>
                  <a:pt x="2927452" y="4346192"/>
                  <a:pt x="2943294" y="4350872"/>
                </a:cubicBezTo>
                <a:cubicBezTo>
                  <a:pt x="2927452" y="4366713"/>
                  <a:pt x="2913771" y="4371393"/>
                  <a:pt x="2915931" y="4391914"/>
                </a:cubicBezTo>
                <a:cubicBezTo>
                  <a:pt x="2913771" y="4389394"/>
                  <a:pt x="2906930" y="4385074"/>
                  <a:pt x="2897929" y="4382553"/>
                </a:cubicBezTo>
                <a:cubicBezTo>
                  <a:pt x="2925292" y="4409915"/>
                  <a:pt x="2888928" y="4439436"/>
                  <a:pt x="2879567" y="4464637"/>
                </a:cubicBezTo>
                <a:cubicBezTo>
                  <a:pt x="2879567" y="4471478"/>
                  <a:pt x="2897929" y="4471478"/>
                  <a:pt x="2877407" y="4473638"/>
                </a:cubicBezTo>
                <a:cubicBezTo>
                  <a:pt x="2877407" y="4475798"/>
                  <a:pt x="2882087" y="4478318"/>
                  <a:pt x="2879567" y="4480478"/>
                </a:cubicBezTo>
                <a:cubicBezTo>
                  <a:pt x="2886408" y="4480478"/>
                  <a:pt x="2888928" y="4478318"/>
                  <a:pt x="2893248" y="4475798"/>
                </a:cubicBezTo>
                <a:cubicBezTo>
                  <a:pt x="2893248" y="4487318"/>
                  <a:pt x="2868046" y="4505679"/>
                  <a:pt x="2891088" y="4521520"/>
                </a:cubicBezTo>
                <a:cubicBezTo>
                  <a:pt x="2877407" y="4525840"/>
                  <a:pt x="2859045" y="4539521"/>
                  <a:pt x="2874887" y="4555722"/>
                </a:cubicBezTo>
                <a:cubicBezTo>
                  <a:pt x="2850044" y="4564722"/>
                  <a:pt x="2843203" y="4610084"/>
                  <a:pt x="2843203" y="4637445"/>
                </a:cubicBezTo>
                <a:cubicBezTo>
                  <a:pt x="2836362" y="4635285"/>
                  <a:pt x="2836362" y="4630605"/>
                  <a:pt x="2829522" y="4628445"/>
                </a:cubicBezTo>
                <a:cubicBezTo>
                  <a:pt x="2829522" y="4639606"/>
                  <a:pt x="2820521" y="4642126"/>
                  <a:pt x="2815840" y="4651126"/>
                </a:cubicBezTo>
                <a:cubicBezTo>
                  <a:pt x="2818361" y="4655806"/>
                  <a:pt x="2822681" y="4651126"/>
                  <a:pt x="2832042" y="4653286"/>
                </a:cubicBezTo>
                <a:cubicBezTo>
                  <a:pt x="2845363" y="4673807"/>
                  <a:pt x="2804679" y="4696488"/>
                  <a:pt x="2804679" y="4726010"/>
                </a:cubicBezTo>
                <a:cubicBezTo>
                  <a:pt x="2793158" y="4721689"/>
                  <a:pt x="2786317" y="4721689"/>
                  <a:pt x="2779477" y="4723850"/>
                </a:cubicBezTo>
                <a:cubicBezTo>
                  <a:pt x="2786317" y="4737530"/>
                  <a:pt x="2765795" y="4740050"/>
                  <a:pt x="2784157" y="4746891"/>
                </a:cubicBezTo>
                <a:cubicBezTo>
                  <a:pt x="2781637" y="4755891"/>
                  <a:pt x="2768315" y="4749051"/>
                  <a:pt x="2765795" y="4755891"/>
                </a:cubicBezTo>
                <a:cubicBezTo>
                  <a:pt x="2768315" y="4764892"/>
                  <a:pt x="2781637" y="4749051"/>
                  <a:pt x="2795318" y="4755891"/>
                </a:cubicBezTo>
                <a:cubicBezTo>
                  <a:pt x="2784157" y="4764892"/>
                  <a:pt x="2795318" y="4767052"/>
                  <a:pt x="2786317" y="4778572"/>
                </a:cubicBezTo>
                <a:cubicBezTo>
                  <a:pt x="2752114" y="4753371"/>
                  <a:pt x="2761475" y="4808094"/>
                  <a:pt x="2747793" y="4823934"/>
                </a:cubicBezTo>
                <a:cubicBezTo>
                  <a:pt x="2752114" y="4817094"/>
                  <a:pt x="2770476" y="4823934"/>
                  <a:pt x="2777316" y="4814934"/>
                </a:cubicBezTo>
                <a:cubicBezTo>
                  <a:pt x="2784157" y="4817094"/>
                  <a:pt x="2774796" y="4819614"/>
                  <a:pt x="2768315" y="4819614"/>
                </a:cubicBezTo>
                <a:cubicBezTo>
                  <a:pt x="2758954" y="4846976"/>
                  <a:pt x="2781637" y="4846976"/>
                  <a:pt x="2754634" y="4855976"/>
                </a:cubicBezTo>
                <a:cubicBezTo>
                  <a:pt x="2754634" y="4862816"/>
                  <a:pt x="2761475" y="4855976"/>
                  <a:pt x="2770476" y="4858136"/>
                </a:cubicBezTo>
                <a:cubicBezTo>
                  <a:pt x="2770476" y="4876497"/>
                  <a:pt x="2754634" y="4873977"/>
                  <a:pt x="2747793" y="4883337"/>
                </a:cubicBezTo>
                <a:cubicBezTo>
                  <a:pt x="2756794" y="4887657"/>
                  <a:pt x="2774796" y="4903498"/>
                  <a:pt x="2743113" y="4906018"/>
                </a:cubicBezTo>
                <a:cubicBezTo>
                  <a:pt x="2745273" y="4908178"/>
                  <a:pt x="2752114" y="4926539"/>
                  <a:pt x="2734112" y="4919699"/>
                </a:cubicBezTo>
                <a:cubicBezTo>
                  <a:pt x="2734112" y="4928699"/>
                  <a:pt x="2745273" y="4928699"/>
                  <a:pt x="2745273" y="4937700"/>
                </a:cubicBezTo>
                <a:cubicBezTo>
                  <a:pt x="2756794" y="4940220"/>
                  <a:pt x="2752114" y="4924019"/>
                  <a:pt x="2754634" y="4919699"/>
                </a:cubicBezTo>
                <a:cubicBezTo>
                  <a:pt x="2788477" y="4930859"/>
                  <a:pt x="2802159" y="4919699"/>
                  <a:pt x="2829522" y="4926539"/>
                </a:cubicBezTo>
                <a:cubicBezTo>
                  <a:pt x="2807920" y="4937879"/>
                  <a:pt x="2782897" y="4946340"/>
                  <a:pt x="2757874" y="4955116"/>
                </a:cubicBezTo>
                <a:lnTo>
                  <a:pt x="2691823" y="4983202"/>
                </a:lnTo>
                <a:lnTo>
                  <a:pt x="2691621" y="4988380"/>
                </a:lnTo>
                <a:lnTo>
                  <a:pt x="2693405" y="4989306"/>
                </a:lnTo>
                <a:cubicBezTo>
                  <a:pt x="2703261" y="4988057"/>
                  <a:pt x="2718180" y="4976581"/>
                  <a:pt x="2711429" y="4997102"/>
                </a:cubicBezTo>
                <a:cubicBezTo>
                  <a:pt x="2720430" y="4994582"/>
                  <a:pt x="2718270" y="4985582"/>
                  <a:pt x="2734112" y="4992422"/>
                </a:cubicBezTo>
                <a:cubicBezTo>
                  <a:pt x="2738432" y="4978742"/>
                  <a:pt x="2727271" y="4978742"/>
                  <a:pt x="2738432" y="4971901"/>
                </a:cubicBezTo>
                <a:cubicBezTo>
                  <a:pt x="2749953" y="4974062"/>
                  <a:pt x="2747793" y="4983422"/>
                  <a:pt x="2743113" y="4992422"/>
                </a:cubicBezTo>
                <a:cubicBezTo>
                  <a:pt x="2749953" y="4990262"/>
                  <a:pt x="2774796" y="4980902"/>
                  <a:pt x="2781637" y="4992422"/>
                </a:cubicBezTo>
                <a:cubicBezTo>
                  <a:pt x="2793158" y="4987742"/>
                  <a:pt x="2813680" y="4971901"/>
                  <a:pt x="2825201" y="4983422"/>
                </a:cubicBezTo>
                <a:cubicBezTo>
                  <a:pt x="2820521" y="4992422"/>
                  <a:pt x="2818361" y="5001423"/>
                  <a:pt x="2809000" y="5008263"/>
                </a:cubicBezTo>
                <a:cubicBezTo>
                  <a:pt x="2772636" y="5006103"/>
                  <a:pt x="2763635" y="5028784"/>
                  <a:pt x="2734112" y="5015103"/>
                </a:cubicBezTo>
                <a:cubicBezTo>
                  <a:pt x="2722591" y="5026624"/>
                  <a:pt x="2708909" y="5026624"/>
                  <a:pt x="2693067" y="5026624"/>
                </a:cubicBezTo>
                <a:cubicBezTo>
                  <a:pt x="2694778" y="5030044"/>
                  <a:pt x="2694778" y="5033734"/>
                  <a:pt x="2694063" y="5037486"/>
                </a:cubicBezTo>
                <a:lnTo>
                  <a:pt x="2693543" y="5039263"/>
                </a:lnTo>
                <a:lnTo>
                  <a:pt x="2695469" y="5066073"/>
                </a:lnTo>
                <a:lnTo>
                  <a:pt x="2694324" y="5066078"/>
                </a:lnTo>
                <a:lnTo>
                  <a:pt x="2695228" y="5067306"/>
                </a:lnTo>
                <a:cubicBezTo>
                  <a:pt x="2706749" y="5062986"/>
                  <a:pt x="2693067" y="5051465"/>
                  <a:pt x="2706749" y="5044625"/>
                </a:cubicBezTo>
                <a:cubicBezTo>
                  <a:pt x="2727271" y="5040304"/>
                  <a:pt x="2752114" y="5069826"/>
                  <a:pt x="2763635" y="5051465"/>
                </a:cubicBezTo>
                <a:cubicBezTo>
                  <a:pt x="2781637" y="5056145"/>
                  <a:pt x="2761475" y="5060466"/>
                  <a:pt x="2763635" y="5074146"/>
                </a:cubicBezTo>
                <a:cubicBezTo>
                  <a:pt x="2736272" y="5074146"/>
                  <a:pt x="2722591" y="5065146"/>
                  <a:pt x="2708909" y="5085667"/>
                </a:cubicBezTo>
                <a:cubicBezTo>
                  <a:pt x="2702068" y="5078826"/>
                  <a:pt x="2711429" y="5078826"/>
                  <a:pt x="2699908" y="5071986"/>
                </a:cubicBezTo>
                <a:cubicBezTo>
                  <a:pt x="2688387" y="5083506"/>
                  <a:pt x="2668225" y="5085667"/>
                  <a:pt x="2656704" y="5099347"/>
                </a:cubicBezTo>
                <a:cubicBezTo>
                  <a:pt x="2658864" y="5104028"/>
                  <a:pt x="2672545" y="5101508"/>
                  <a:pt x="2681546" y="5110868"/>
                </a:cubicBezTo>
                <a:cubicBezTo>
                  <a:pt x="2674706" y="5119868"/>
                  <a:pt x="2668225" y="5131029"/>
                  <a:pt x="2686227" y="5135709"/>
                </a:cubicBezTo>
                <a:cubicBezTo>
                  <a:pt x="2697748" y="5135709"/>
                  <a:pt x="2693067" y="5117348"/>
                  <a:pt x="2697748" y="5113028"/>
                </a:cubicBezTo>
                <a:cubicBezTo>
                  <a:pt x="2720430" y="5094667"/>
                  <a:pt x="2740952" y="5128869"/>
                  <a:pt x="2752114" y="5106188"/>
                </a:cubicBezTo>
                <a:cubicBezTo>
                  <a:pt x="2754634" y="5117348"/>
                  <a:pt x="2763635" y="5122028"/>
                  <a:pt x="2781637" y="5117348"/>
                </a:cubicBezTo>
                <a:cubicBezTo>
                  <a:pt x="2779477" y="5122028"/>
                  <a:pt x="2777316" y="5128869"/>
                  <a:pt x="2784157" y="5128869"/>
                </a:cubicBezTo>
                <a:cubicBezTo>
                  <a:pt x="2756794" y="5144710"/>
                  <a:pt x="2640862" y="5144710"/>
                  <a:pt x="2693067" y="5181071"/>
                </a:cubicBezTo>
                <a:cubicBezTo>
                  <a:pt x="2713590" y="5174591"/>
                  <a:pt x="2725111" y="5178911"/>
                  <a:pt x="2745273" y="5190432"/>
                </a:cubicBezTo>
                <a:cubicBezTo>
                  <a:pt x="2756794" y="5183591"/>
                  <a:pt x="2781637" y="5169911"/>
                  <a:pt x="2799999" y="5183591"/>
                </a:cubicBezTo>
                <a:cubicBezTo>
                  <a:pt x="2752114" y="5228954"/>
                  <a:pt x="2636181" y="5192592"/>
                  <a:pt x="2610979" y="5247314"/>
                </a:cubicBezTo>
                <a:cubicBezTo>
                  <a:pt x="2610979" y="5256315"/>
                  <a:pt x="2631501" y="5254155"/>
                  <a:pt x="2634021" y="5263155"/>
                </a:cubicBezTo>
                <a:cubicBezTo>
                  <a:pt x="2665705" y="5247314"/>
                  <a:pt x="2738432" y="5260995"/>
                  <a:pt x="2774796" y="5251634"/>
                </a:cubicBezTo>
                <a:cubicBezTo>
                  <a:pt x="2761475" y="5283676"/>
                  <a:pt x="2718270" y="5249474"/>
                  <a:pt x="2704589" y="5283676"/>
                </a:cubicBezTo>
                <a:cubicBezTo>
                  <a:pt x="2665705" y="5276836"/>
                  <a:pt x="2647703" y="5294837"/>
                  <a:pt x="2608819" y="5290516"/>
                </a:cubicBezTo>
                <a:cubicBezTo>
                  <a:pt x="2606658" y="5297357"/>
                  <a:pt x="2613499" y="5299517"/>
                  <a:pt x="2608819" y="5306357"/>
                </a:cubicBezTo>
                <a:cubicBezTo>
                  <a:pt x="2604498" y="5304197"/>
                  <a:pt x="2606658" y="5297357"/>
                  <a:pt x="2595137" y="5297357"/>
                </a:cubicBezTo>
                <a:cubicBezTo>
                  <a:pt x="2586136" y="5308517"/>
                  <a:pt x="2570295" y="5313198"/>
                  <a:pt x="2568134" y="5331198"/>
                </a:cubicBezTo>
                <a:cubicBezTo>
                  <a:pt x="2604498" y="5342719"/>
                  <a:pt x="2622500" y="5317518"/>
                  <a:pt x="2652023" y="5335878"/>
                </a:cubicBezTo>
                <a:cubicBezTo>
                  <a:pt x="2674706" y="5320038"/>
                  <a:pt x="2695228" y="5324358"/>
                  <a:pt x="2727271" y="5335878"/>
                </a:cubicBezTo>
                <a:cubicBezTo>
                  <a:pt x="2704589" y="5365400"/>
                  <a:pt x="2617820" y="5370080"/>
                  <a:pt x="2599818" y="5361080"/>
                </a:cubicBezTo>
                <a:cubicBezTo>
                  <a:pt x="2588296" y="5361080"/>
                  <a:pt x="2586136" y="5370080"/>
                  <a:pt x="2581456" y="5376920"/>
                </a:cubicBezTo>
                <a:cubicBezTo>
                  <a:pt x="2556613" y="5356400"/>
                  <a:pt x="2501887" y="5388081"/>
                  <a:pt x="2488206" y="5363240"/>
                </a:cubicBezTo>
                <a:cubicBezTo>
                  <a:pt x="2474525" y="5376920"/>
                  <a:pt x="2477045" y="5372240"/>
                  <a:pt x="2460843" y="5365400"/>
                </a:cubicBezTo>
                <a:lnTo>
                  <a:pt x="2449554" y="5374677"/>
                </a:lnTo>
                <a:lnTo>
                  <a:pt x="2433311" y="5421222"/>
                </a:lnTo>
                <a:lnTo>
                  <a:pt x="2449052" y="5417197"/>
                </a:lnTo>
                <a:cubicBezTo>
                  <a:pt x="2454722" y="5417242"/>
                  <a:pt x="2458683" y="5420123"/>
                  <a:pt x="2458683" y="5429123"/>
                </a:cubicBezTo>
                <a:cubicBezTo>
                  <a:pt x="2465524" y="5426963"/>
                  <a:pt x="2470204" y="5420122"/>
                  <a:pt x="2472364" y="5413282"/>
                </a:cubicBezTo>
                <a:cubicBezTo>
                  <a:pt x="2490726" y="5411122"/>
                  <a:pt x="2481365" y="5424443"/>
                  <a:pt x="2490726" y="5426963"/>
                </a:cubicBezTo>
                <a:cubicBezTo>
                  <a:pt x="2504408" y="5426963"/>
                  <a:pt x="2486046" y="5420122"/>
                  <a:pt x="2499727" y="5415442"/>
                </a:cubicBezTo>
                <a:cubicBezTo>
                  <a:pt x="2510888" y="5415442"/>
                  <a:pt x="2501887" y="5429123"/>
                  <a:pt x="2510888" y="5429123"/>
                </a:cubicBezTo>
                <a:cubicBezTo>
                  <a:pt x="2492886" y="5447484"/>
                  <a:pt x="2474525" y="5438484"/>
                  <a:pt x="2454002" y="5449644"/>
                </a:cubicBezTo>
                <a:cubicBezTo>
                  <a:pt x="2449682" y="5435963"/>
                  <a:pt x="2440681" y="5447484"/>
                  <a:pt x="2431320" y="5438484"/>
                </a:cubicBezTo>
                <a:cubicBezTo>
                  <a:pt x="2436000" y="5444964"/>
                  <a:pt x="2433840" y="5454324"/>
                  <a:pt x="2431320" y="5465485"/>
                </a:cubicBezTo>
                <a:cubicBezTo>
                  <a:pt x="2421059" y="5458644"/>
                  <a:pt x="2413138" y="5457564"/>
                  <a:pt x="2406072" y="5457024"/>
                </a:cubicBezTo>
                <a:lnTo>
                  <a:pt x="2401495" y="5455836"/>
                </a:lnTo>
                <a:lnTo>
                  <a:pt x="2384640" y="5472949"/>
                </a:lnTo>
                <a:lnTo>
                  <a:pt x="2356470" y="5491182"/>
                </a:lnTo>
                <a:lnTo>
                  <a:pt x="2357860" y="5491992"/>
                </a:lnTo>
                <a:cubicBezTo>
                  <a:pt x="2378361" y="5496214"/>
                  <a:pt x="2404076" y="5483549"/>
                  <a:pt x="2434853" y="5483549"/>
                </a:cubicBezTo>
                <a:cubicBezTo>
                  <a:pt x="2443853" y="5483549"/>
                  <a:pt x="2443853" y="5492484"/>
                  <a:pt x="2448172" y="5492484"/>
                </a:cubicBezTo>
                <a:cubicBezTo>
                  <a:pt x="2491728" y="5497130"/>
                  <a:pt x="2548603" y="5472112"/>
                  <a:pt x="2569121" y="5474614"/>
                </a:cubicBezTo>
                <a:cubicBezTo>
                  <a:pt x="2587120" y="5476758"/>
                  <a:pt x="2580281" y="5483549"/>
                  <a:pt x="2605478" y="5472112"/>
                </a:cubicBezTo>
                <a:cubicBezTo>
                  <a:pt x="2602958" y="5492484"/>
                  <a:pt x="2582440" y="5492484"/>
                  <a:pt x="2587120" y="5519646"/>
                </a:cubicBezTo>
                <a:cubicBezTo>
                  <a:pt x="2571281" y="5519646"/>
                  <a:pt x="2584960" y="5501419"/>
                  <a:pt x="2573441" y="5499274"/>
                </a:cubicBezTo>
                <a:cubicBezTo>
                  <a:pt x="2557603" y="5501419"/>
                  <a:pt x="2543924" y="5519646"/>
                  <a:pt x="2530245" y="5508209"/>
                </a:cubicBezTo>
                <a:cubicBezTo>
                  <a:pt x="2518726" y="5508209"/>
                  <a:pt x="2534925" y="5521790"/>
                  <a:pt x="2521246" y="5526436"/>
                </a:cubicBezTo>
                <a:cubicBezTo>
                  <a:pt x="2500728" y="5512855"/>
                  <a:pt x="2505407" y="5537873"/>
                  <a:pt x="2487049" y="5540018"/>
                </a:cubicBezTo>
                <a:cubicBezTo>
                  <a:pt x="2471210" y="5537873"/>
                  <a:pt x="2475530" y="5526436"/>
                  <a:pt x="2468690" y="5519646"/>
                </a:cubicBezTo>
                <a:cubicBezTo>
                  <a:pt x="2461851" y="5540018"/>
                  <a:pt x="2409656" y="5515000"/>
                  <a:pt x="2404976" y="5515000"/>
                </a:cubicBezTo>
                <a:cubicBezTo>
                  <a:pt x="2382838" y="5515000"/>
                  <a:pt x="2347944" y="5520227"/>
                  <a:pt x="2338562" y="5504596"/>
                </a:cubicBezTo>
                <a:lnTo>
                  <a:pt x="2338748" y="5496464"/>
                </a:lnTo>
                <a:lnTo>
                  <a:pt x="2318321" y="5502198"/>
                </a:lnTo>
                <a:cubicBezTo>
                  <a:pt x="2311482" y="5515878"/>
                  <a:pt x="2314001" y="5527397"/>
                  <a:pt x="2290965" y="5532077"/>
                </a:cubicBezTo>
                <a:cubicBezTo>
                  <a:pt x="2272968" y="5509038"/>
                  <a:pt x="2259290" y="5525237"/>
                  <a:pt x="2225096" y="5513718"/>
                </a:cubicBezTo>
                <a:lnTo>
                  <a:pt x="2225237" y="5510213"/>
                </a:lnTo>
                <a:lnTo>
                  <a:pt x="2224172" y="5509763"/>
                </a:lnTo>
                <a:cubicBezTo>
                  <a:pt x="2221105" y="5507249"/>
                  <a:pt x="2218828" y="5504028"/>
                  <a:pt x="2217415" y="5500661"/>
                </a:cubicBezTo>
                <a:lnTo>
                  <a:pt x="2219795" y="5483836"/>
                </a:lnTo>
                <a:lnTo>
                  <a:pt x="2199787" y="5474007"/>
                </a:lnTo>
                <a:cubicBezTo>
                  <a:pt x="2186290" y="5469619"/>
                  <a:pt x="2171285" y="5466109"/>
                  <a:pt x="2156077" y="5462239"/>
                </a:cubicBezTo>
                <a:lnTo>
                  <a:pt x="2116987" y="5450121"/>
                </a:lnTo>
                <a:lnTo>
                  <a:pt x="2106708" y="5451028"/>
                </a:lnTo>
                <a:lnTo>
                  <a:pt x="2106605" y="5451402"/>
                </a:lnTo>
                <a:cubicBezTo>
                  <a:pt x="2105205" y="5456161"/>
                  <a:pt x="2104867" y="5452313"/>
                  <a:pt x="2092987" y="5452313"/>
                </a:cubicBezTo>
                <a:cubicBezTo>
                  <a:pt x="2092987" y="5452313"/>
                  <a:pt x="2092987" y="5452313"/>
                  <a:pt x="2110987" y="5477515"/>
                </a:cubicBezTo>
                <a:cubicBezTo>
                  <a:pt x="2101987" y="5484356"/>
                  <a:pt x="2099827" y="5491196"/>
                  <a:pt x="2104147" y="5500196"/>
                </a:cubicBezTo>
                <a:cubicBezTo>
                  <a:pt x="2117827" y="5498036"/>
                  <a:pt x="2108827" y="5491196"/>
                  <a:pt x="2113507" y="5486516"/>
                </a:cubicBezTo>
                <a:cubicBezTo>
                  <a:pt x="2119987" y="5498036"/>
                  <a:pt x="2126827" y="5500196"/>
                  <a:pt x="2134027" y="5500196"/>
                </a:cubicBezTo>
                <a:cubicBezTo>
                  <a:pt x="2129347" y="5507037"/>
                  <a:pt x="2138347" y="5516038"/>
                  <a:pt x="2122507" y="5520718"/>
                </a:cubicBezTo>
                <a:cubicBezTo>
                  <a:pt x="2115667" y="5516038"/>
                  <a:pt x="2110987" y="5509197"/>
                  <a:pt x="2099827" y="5518558"/>
                </a:cubicBezTo>
                <a:cubicBezTo>
                  <a:pt x="2113507" y="5529718"/>
                  <a:pt x="2126827" y="5543400"/>
                  <a:pt x="2138347" y="5554920"/>
                </a:cubicBezTo>
                <a:cubicBezTo>
                  <a:pt x="2113507" y="5561760"/>
                  <a:pt x="2158868" y="5579762"/>
                  <a:pt x="2136187" y="5586602"/>
                </a:cubicBezTo>
                <a:cubicBezTo>
                  <a:pt x="2124667" y="5584442"/>
                  <a:pt x="2131507" y="5575442"/>
                  <a:pt x="2117827" y="5577602"/>
                </a:cubicBezTo>
                <a:cubicBezTo>
                  <a:pt x="2126827" y="5572922"/>
                  <a:pt x="2115667" y="5563921"/>
                  <a:pt x="2117827" y="5559240"/>
                </a:cubicBezTo>
                <a:cubicBezTo>
                  <a:pt x="2113507" y="5561760"/>
                  <a:pt x="2108827" y="5559240"/>
                  <a:pt x="2101987" y="5563921"/>
                </a:cubicBezTo>
                <a:cubicBezTo>
                  <a:pt x="2101987" y="5563921"/>
                  <a:pt x="2101987" y="5563921"/>
                  <a:pt x="2115667" y="5579762"/>
                </a:cubicBezTo>
                <a:cubicBezTo>
                  <a:pt x="2095147" y="5579762"/>
                  <a:pt x="2110987" y="5595603"/>
                  <a:pt x="2101987" y="5604964"/>
                </a:cubicBezTo>
                <a:cubicBezTo>
                  <a:pt x="2088307" y="5584442"/>
                  <a:pt x="2104147" y="5559240"/>
                  <a:pt x="2067787" y="5550240"/>
                </a:cubicBezTo>
                <a:cubicBezTo>
                  <a:pt x="2054107" y="5568601"/>
                  <a:pt x="2101987" y="5609284"/>
                  <a:pt x="2056627" y="5613964"/>
                </a:cubicBezTo>
                <a:cubicBezTo>
                  <a:pt x="2054107" y="5620804"/>
                  <a:pt x="2060947" y="5625485"/>
                  <a:pt x="2065627" y="5632326"/>
                </a:cubicBezTo>
                <a:cubicBezTo>
                  <a:pt x="2070307" y="5629806"/>
                  <a:pt x="2074627" y="5625485"/>
                  <a:pt x="2077147" y="5629806"/>
                </a:cubicBezTo>
                <a:cubicBezTo>
                  <a:pt x="2063467" y="5661848"/>
                  <a:pt x="2081467" y="5700370"/>
                  <a:pt x="2063467" y="5732412"/>
                </a:cubicBezTo>
                <a:cubicBezTo>
                  <a:pt x="2067787" y="5729892"/>
                  <a:pt x="2072467" y="5736732"/>
                  <a:pt x="2077147" y="5736732"/>
                </a:cubicBezTo>
                <a:cubicBezTo>
                  <a:pt x="2063467" y="5741413"/>
                  <a:pt x="2077147" y="5750414"/>
                  <a:pt x="2067787" y="5757254"/>
                </a:cubicBezTo>
                <a:cubicBezTo>
                  <a:pt x="2058787" y="5748254"/>
                  <a:pt x="2065627" y="5739253"/>
                  <a:pt x="2051947" y="5743573"/>
                </a:cubicBezTo>
                <a:cubicBezTo>
                  <a:pt x="2049787" y="5757254"/>
                  <a:pt x="2045107" y="5770935"/>
                  <a:pt x="2047267" y="5784616"/>
                </a:cubicBezTo>
                <a:cubicBezTo>
                  <a:pt x="2040427" y="5793616"/>
                  <a:pt x="2036107" y="5786776"/>
                  <a:pt x="2029267" y="5793616"/>
                </a:cubicBezTo>
                <a:cubicBezTo>
                  <a:pt x="2033587" y="5796136"/>
                  <a:pt x="2038267" y="5796136"/>
                  <a:pt x="2040427" y="5800457"/>
                </a:cubicBezTo>
                <a:cubicBezTo>
                  <a:pt x="2033587" y="5805138"/>
                  <a:pt x="2026747" y="5802977"/>
                  <a:pt x="2019907" y="5809458"/>
                </a:cubicBezTo>
                <a:cubicBezTo>
                  <a:pt x="2026747" y="5820978"/>
                  <a:pt x="2022427" y="5820978"/>
                  <a:pt x="2031427" y="5825658"/>
                </a:cubicBezTo>
                <a:cubicBezTo>
                  <a:pt x="2019907" y="5829979"/>
                  <a:pt x="2010906" y="5823138"/>
                  <a:pt x="1999746" y="5827819"/>
                </a:cubicBezTo>
                <a:cubicBezTo>
                  <a:pt x="2001906" y="5836820"/>
                  <a:pt x="2008746" y="5848340"/>
                  <a:pt x="1997226" y="5855181"/>
                </a:cubicBezTo>
                <a:cubicBezTo>
                  <a:pt x="1997226" y="5855181"/>
                  <a:pt x="1997226" y="5855181"/>
                  <a:pt x="1992906" y="5850500"/>
                </a:cubicBezTo>
                <a:cubicBezTo>
                  <a:pt x="1990386" y="5850500"/>
                  <a:pt x="1988226" y="5852660"/>
                  <a:pt x="1988226" y="5850500"/>
                </a:cubicBezTo>
                <a:cubicBezTo>
                  <a:pt x="1999746" y="5845820"/>
                  <a:pt x="1997226" y="5829979"/>
                  <a:pt x="1988226" y="5832499"/>
                </a:cubicBezTo>
                <a:cubicBezTo>
                  <a:pt x="1986066" y="5850500"/>
                  <a:pt x="1983546" y="5862021"/>
                  <a:pt x="1995066" y="5877862"/>
                </a:cubicBezTo>
                <a:cubicBezTo>
                  <a:pt x="1979226" y="5877862"/>
                  <a:pt x="1988226" y="5889383"/>
                  <a:pt x="1974546" y="5889383"/>
                </a:cubicBezTo>
                <a:cubicBezTo>
                  <a:pt x="1981386" y="5889383"/>
                  <a:pt x="1988226" y="5896224"/>
                  <a:pt x="1981386" y="5903064"/>
                </a:cubicBezTo>
                <a:cubicBezTo>
                  <a:pt x="1972386" y="5891544"/>
                  <a:pt x="1960866" y="5889383"/>
                  <a:pt x="1947186" y="5898384"/>
                </a:cubicBezTo>
                <a:cubicBezTo>
                  <a:pt x="1947186" y="5886863"/>
                  <a:pt x="1947186" y="5877862"/>
                  <a:pt x="1945026" y="5868862"/>
                </a:cubicBezTo>
                <a:cubicBezTo>
                  <a:pt x="1936026" y="5873182"/>
                  <a:pt x="1931346" y="5859501"/>
                  <a:pt x="1922346" y="5871022"/>
                </a:cubicBezTo>
                <a:cubicBezTo>
                  <a:pt x="1940346" y="5884703"/>
                  <a:pt x="1938186" y="5898384"/>
                  <a:pt x="1938186" y="5916385"/>
                </a:cubicBezTo>
                <a:cubicBezTo>
                  <a:pt x="1949706" y="5916385"/>
                  <a:pt x="1967706" y="5925746"/>
                  <a:pt x="1956546" y="5936906"/>
                </a:cubicBezTo>
                <a:cubicBezTo>
                  <a:pt x="1949706" y="5930066"/>
                  <a:pt x="1954026" y="5925746"/>
                  <a:pt x="1945026" y="5918905"/>
                </a:cubicBezTo>
                <a:cubicBezTo>
                  <a:pt x="1936026" y="5918905"/>
                  <a:pt x="1926666" y="5927906"/>
                  <a:pt x="1926666" y="5932586"/>
                </a:cubicBezTo>
                <a:cubicBezTo>
                  <a:pt x="1929186" y="5934746"/>
                  <a:pt x="1947186" y="5932586"/>
                  <a:pt x="1940346" y="5943747"/>
                </a:cubicBezTo>
                <a:cubicBezTo>
                  <a:pt x="1938186" y="5939426"/>
                  <a:pt x="1922346" y="5939426"/>
                  <a:pt x="1929186" y="5946267"/>
                </a:cubicBezTo>
                <a:cubicBezTo>
                  <a:pt x="1933506" y="5955268"/>
                  <a:pt x="1945026" y="5948427"/>
                  <a:pt x="1949706" y="5962108"/>
                </a:cubicBezTo>
                <a:cubicBezTo>
                  <a:pt x="1942866" y="5966788"/>
                  <a:pt x="1924506" y="5964268"/>
                  <a:pt x="1929186" y="5971108"/>
                </a:cubicBezTo>
                <a:cubicBezTo>
                  <a:pt x="1936026" y="5968948"/>
                  <a:pt x="1956546" y="5977949"/>
                  <a:pt x="1951866" y="5986950"/>
                </a:cubicBezTo>
                <a:cubicBezTo>
                  <a:pt x="1940346" y="5991630"/>
                  <a:pt x="1942866" y="5980110"/>
                  <a:pt x="1936026" y="5982630"/>
                </a:cubicBezTo>
                <a:cubicBezTo>
                  <a:pt x="1942866" y="5991630"/>
                  <a:pt x="1917666" y="5984790"/>
                  <a:pt x="1926666" y="5991630"/>
                </a:cubicBezTo>
                <a:cubicBezTo>
                  <a:pt x="1949706" y="5986950"/>
                  <a:pt x="1954026" y="6021152"/>
                  <a:pt x="1942866" y="6032673"/>
                </a:cubicBezTo>
                <a:cubicBezTo>
                  <a:pt x="1949706" y="6036993"/>
                  <a:pt x="1958706" y="6036993"/>
                  <a:pt x="1965546" y="6036993"/>
                </a:cubicBezTo>
                <a:cubicBezTo>
                  <a:pt x="1956546" y="6043834"/>
                  <a:pt x="1958706" y="6050674"/>
                  <a:pt x="1970226" y="6048514"/>
                </a:cubicBezTo>
                <a:cubicBezTo>
                  <a:pt x="1963386" y="6055354"/>
                  <a:pt x="1970226" y="6062195"/>
                  <a:pt x="1960866" y="6066876"/>
                </a:cubicBezTo>
                <a:cubicBezTo>
                  <a:pt x="1947186" y="6060035"/>
                  <a:pt x="1938186" y="6034833"/>
                  <a:pt x="1938186" y="6021152"/>
                </a:cubicBezTo>
                <a:cubicBezTo>
                  <a:pt x="1936026" y="6023312"/>
                  <a:pt x="1933506" y="6021152"/>
                  <a:pt x="1929186" y="6021152"/>
                </a:cubicBezTo>
                <a:cubicBezTo>
                  <a:pt x="1942866" y="6064355"/>
                  <a:pt x="1926666" y="6087036"/>
                  <a:pt x="1949706" y="6132760"/>
                </a:cubicBezTo>
                <a:cubicBezTo>
                  <a:pt x="1938186" y="6134920"/>
                  <a:pt x="1942866" y="6141760"/>
                  <a:pt x="1933506" y="6146440"/>
                </a:cubicBezTo>
                <a:cubicBezTo>
                  <a:pt x="1917666" y="6130600"/>
                  <a:pt x="1922346" y="6102878"/>
                  <a:pt x="1894986" y="6089557"/>
                </a:cubicBezTo>
                <a:cubicBezTo>
                  <a:pt x="1894986" y="6089557"/>
                  <a:pt x="1894986" y="6089557"/>
                  <a:pt x="1888145" y="6091717"/>
                </a:cubicBezTo>
                <a:cubicBezTo>
                  <a:pt x="1901826" y="6121239"/>
                  <a:pt x="1931346" y="6153281"/>
                  <a:pt x="1901826" y="6178123"/>
                </a:cubicBezTo>
                <a:cubicBezTo>
                  <a:pt x="1906506" y="6203324"/>
                  <a:pt x="1917666" y="6239687"/>
                  <a:pt x="1894986" y="6253368"/>
                </a:cubicBezTo>
                <a:cubicBezTo>
                  <a:pt x="1901826" y="6253368"/>
                  <a:pt x="1903986" y="6260208"/>
                  <a:pt x="1899666" y="6264529"/>
                </a:cubicBezTo>
                <a:cubicBezTo>
                  <a:pt x="1894986" y="6257688"/>
                  <a:pt x="1890306" y="6253368"/>
                  <a:pt x="1881305" y="6260208"/>
                </a:cubicBezTo>
                <a:cubicBezTo>
                  <a:pt x="1881305" y="6267049"/>
                  <a:pt x="1876625" y="6273530"/>
                  <a:pt x="1865465" y="6278210"/>
                </a:cubicBezTo>
                <a:cubicBezTo>
                  <a:pt x="1869785" y="6285050"/>
                  <a:pt x="1865465" y="6291890"/>
                  <a:pt x="1876625" y="6287210"/>
                </a:cubicBezTo>
                <a:cubicBezTo>
                  <a:pt x="1876625" y="6285050"/>
                  <a:pt x="1872305" y="6280370"/>
                  <a:pt x="1874465" y="6278210"/>
                </a:cubicBezTo>
                <a:cubicBezTo>
                  <a:pt x="1890306" y="6280370"/>
                  <a:pt x="1881305" y="6298731"/>
                  <a:pt x="1894986" y="6310252"/>
                </a:cubicBezTo>
                <a:cubicBezTo>
                  <a:pt x="1858625" y="6312412"/>
                  <a:pt x="1856105" y="6346614"/>
                  <a:pt x="1838105" y="6367136"/>
                </a:cubicBezTo>
                <a:cubicBezTo>
                  <a:pt x="1826585" y="6360296"/>
                  <a:pt x="1815425" y="6376136"/>
                  <a:pt x="1803905" y="6382977"/>
                </a:cubicBezTo>
                <a:cubicBezTo>
                  <a:pt x="1767545" y="6376136"/>
                  <a:pt x="1747024" y="6335094"/>
                  <a:pt x="1735864" y="6294051"/>
                </a:cubicBezTo>
                <a:cubicBezTo>
                  <a:pt x="1749544" y="6294051"/>
                  <a:pt x="1744864" y="6303412"/>
                  <a:pt x="1753864" y="6303412"/>
                </a:cubicBezTo>
                <a:cubicBezTo>
                  <a:pt x="1765385" y="6289730"/>
                  <a:pt x="1742704" y="6280370"/>
                  <a:pt x="1751704" y="6262368"/>
                </a:cubicBezTo>
                <a:cubicBezTo>
                  <a:pt x="1705984" y="6253368"/>
                  <a:pt x="1742704" y="6184964"/>
                  <a:pt x="1722184" y="6162282"/>
                </a:cubicBezTo>
                <a:cubicBezTo>
                  <a:pt x="1747024" y="6134920"/>
                  <a:pt x="1735864" y="6091717"/>
                  <a:pt x="1726504" y="6073356"/>
                </a:cubicBezTo>
                <a:cubicBezTo>
                  <a:pt x="1724344" y="6080196"/>
                  <a:pt x="1733344" y="6100718"/>
                  <a:pt x="1715344" y="6098558"/>
                </a:cubicBezTo>
                <a:cubicBezTo>
                  <a:pt x="1712824" y="6078036"/>
                  <a:pt x="1722184" y="6062195"/>
                  <a:pt x="1708504" y="6046354"/>
                </a:cubicBezTo>
                <a:cubicBezTo>
                  <a:pt x="1717504" y="6027992"/>
                  <a:pt x="1722184" y="5996310"/>
                  <a:pt x="1703824" y="5991630"/>
                </a:cubicBezTo>
                <a:cubicBezTo>
                  <a:pt x="1708504" y="5977949"/>
                  <a:pt x="1710664" y="5993790"/>
                  <a:pt x="1719664" y="5984790"/>
                </a:cubicBezTo>
                <a:cubicBezTo>
                  <a:pt x="1719664" y="5971108"/>
                  <a:pt x="1699144" y="5957428"/>
                  <a:pt x="1712824" y="5946267"/>
                </a:cubicBezTo>
                <a:cubicBezTo>
                  <a:pt x="1719664" y="5950588"/>
                  <a:pt x="1703824" y="5964268"/>
                  <a:pt x="1717504" y="5962108"/>
                </a:cubicBezTo>
                <a:cubicBezTo>
                  <a:pt x="1722184" y="5950588"/>
                  <a:pt x="1733344" y="5930066"/>
                  <a:pt x="1710664" y="5934746"/>
                </a:cubicBezTo>
                <a:cubicBezTo>
                  <a:pt x="1724344" y="5907384"/>
                  <a:pt x="1722184" y="5875702"/>
                  <a:pt x="1722184" y="5845820"/>
                </a:cubicBezTo>
                <a:cubicBezTo>
                  <a:pt x="1701664" y="5839340"/>
                  <a:pt x="1685823" y="5807298"/>
                  <a:pt x="1685823" y="5789296"/>
                </a:cubicBezTo>
                <a:cubicBezTo>
                  <a:pt x="1674303" y="5789296"/>
                  <a:pt x="1662783" y="5789296"/>
                  <a:pt x="1651623" y="5793616"/>
                </a:cubicBezTo>
                <a:cubicBezTo>
                  <a:pt x="1651623" y="5798297"/>
                  <a:pt x="1653783" y="5802977"/>
                  <a:pt x="1658463" y="5809458"/>
                </a:cubicBezTo>
                <a:cubicBezTo>
                  <a:pt x="1667463" y="5805138"/>
                  <a:pt x="1674303" y="5805138"/>
                  <a:pt x="1681143" y="5811978"/>
                </a:cubicBezTo>
                <a:cubicBezTo>
                  <a:pt x="1674303" y="5827819"/>
                  <a:pt x="1667463" y="5843660"/>
                  <a:pt x="1674303" y="5859501"/>
                </a:cubicBezTo>
                <a:cubicBezTo>
                  <a:pt x="1669623" y="5864182"/>
                  <a:pt x="1665303" y="5862021"/>
                  <a:pt x="1658463" y="5864182"/>
                </a:cubicBezTo>
                <a:cubicBezTo>
                  <a:pt x="1674303" y="5871022"/>
                  <a:pt x="1660623" y="5875702"/>
                  <a:pt x="1665303" y="5884703"/>
                </a:cubicBezTo>
                <a:cubicBezTo>
                  <a:pt x="1669623" y="5884703"/>
                  <a:pt x="1672143" y="5882542"/>
                  <a:pt x="1674303" y="5884703"/>
                </a:cubicBezTo>
                <a:cubicBezTo>
                  <a:pt x="1667463" y="5886863"/>
                  <a:pt x="1665303" y="5891544"/>
                  <a:pt x="1662783" y="5896224"/>
                </a:cubicBezTo>
                <a:cubicBezTo>
                  <a:pt x="1655943" y="5884703"/>
                  <a:pt x="1651623" y="5859501"/>
                  <a:pt x="1633263" y="5864182"/>
                </a:cubicBezTo>
                <a:cubicBezTo>
                  <a:pt x="1635783" y="5886863"/>
                  <a:pt x="1653783" y="5898384"/>
                  <a:pt x="1642623" y="5916385"/>
                </a:cubicBezTo>
                <a:cubicBezTo>
                  <a:pt x="1633263" y="5923226"/>
                  <a:pt x="1631103" y="5907384"/>
                  <a:pt x="1622103" y="5916385"/>
                </a:cubicBezTo>
                <a:cubicBezTo>
                  <a:pt x="1615263" y="5927906"/>
                  <a:pt x="1626423" y="5943747"/>
                  <a:pt x="1612743" y="5955268"/>
                </a:cubicBezTo>
                <a:cubicBezTo>
                  <a:pt x="1608423" y="5948427"/>
                  <a:pt x="1603743" y="5941586"/>
                  <a:pt x="1594743" y="5946267"/>
                </a:cubicBezTo>
                <a:cubicBezTo>
                  <a:pt x="1585743" y="5955268"/>
                  <a:pt x="1601583" y="5966788"/>
                  <a:pt x="1581063" y="5975789"/>
                </a:cubicBezTo>
                <a:cubicBezTo>
                  <a:pt x="1583223" y="5977949"/>
                  <a:pt x="1587903" y="5975789"/>
                  <a:pt x="1590063" y="5980110"/>
                </a:cubicBezTo>
                <a:cubicBezTo>
                  <a:pt x="1572063" y="5991630"/>
                  <a:pt x="1569543" y="6005311"/>
                  <a:pt x="1572063" y="6021152"/>
                </a:cubicBezTo>
                <a:cubicBezTo>
                  <a:pt x="1549382" y="6030153"/>
                  <a:pt x="1558383" y="6043834"/>
                  <a:pt x="1542182" y="6055354"/>
                </a:cubicBezTo>
                <a:cubicBezTo>
                  <a:pt x="1522022" y="5996310"/>
                  <a:pt x="1544702" y="5939426"/>
                  <a:pt x="1519502" y="5877862"/>
                </a:cubicBezTo>
                <a:cubicBezTo>
                  <a:pt x="1533182" y="5862021"/>
                  <a:pt x="1524182" y="5841500"/>
                  <a:pt x="1512662" y="5820978"/>
                </a:cubicBezTo>
                <a:cubicBezTo>
                  <a:pt x="1531022" y="5807298"/>
                  <a:pt x="1528502" y="5777776"/>
                  <a:pt x="1503662" y="5766254"/>
                </a:cubicBezTo>
                <a:cubicBezTo>
                  <a:pt x="1508342" y="5782456"/>
                  <a:pt x="1526342" y="5798297"/>
                  <a:pt x="1515182" y="5811978"/>
                </a:cubicBezTo>
                <a:cubicBezTo>
                  <a:pt x="1505822" y="5786776"/>
                  <a:pt x="1487822" y="5761934"/>
                  <a:pt x="1501502" y="5739253"/>
                </a:cubicBezTo>
                <a:cubicBezTo>
                  <a:pt x="1487822" y="5743573"/>
                  <a:pt x="1485662" y="5725572"/>
                  <a:pt x="1487822" y="5716211"/>
                </a:cubicBezTo>
                <a:cubicBezTo>
                  <a:pt x="1496822" y="5723052"/>
                  <a:pt x="1501502" y="5741413"/>
                  <a:pt x="1512662" y="5741413"/>
                </a:cubicBezTo>
                <a:cubicBezTo>
                  <a:pt x="1510502" y="5720892"/>
                  <a:pt x="1483142" y="5714051"/>
                  <a:pt x="1478822" y="5693530"/>
                </a:cubicBezTo>
                <a:cubicBezTo>
                  <a:pt x="1485662" y="5689210"/>
                  <a:pt x="1489982" y="5691370"/>
                  <a:pt x="1494662" y="5686689"/>
                </a:cubicBezTo>
                <a:cubicBezTo>
                  <a:pt x="1494662" y="5677688"/>
                  <a:pt x="1485662" y="5657167"/>
                  <a:pt x="1501502" y="5664008"/>
                </a:cubicBezTo>
                <a:cubicBezTo>
                  <a:pt x="1498982" y="5661848"/>
                  <a:pt x="1501502" y="5659328"/>
                  <a:pt x="1498982" y="5657167"/>
                </a:cubicBezTo>
                <a:cubicBezTo>
                  <a:pt x="1489982" y="5655007"/>
                  <a:pt x="1483142" y="5643486"/>
                  <a:pt x="1474142" y="5643486"/>
                </a:cubicBezTo>
                <a:cubicBezTo>
                  <a:pt x="1471982" y="5645646"/>
                  <a:pt x="1471982" y="5648166"/>
                  <a:pt x="1471982" y="5652487"/>
                </a:cubicBezTo>
                <a:cubicBezTo>
                  <a:pt x="1476302" y="5659328"/>
                  <a:pt x="1483142" y="5655007"/>
                  <a:pt x="1487822" y="5664008"/>
                </a:cubicBezTo>
                <a:cubicBezTo>
                  <a:pt x="1469462" y="5668688"/>
                  <a:pt x="1494662" y="5677688"/>
                  <a:pt x="1485662" y="5682369"/>
                </a:cubicBezTo>
                <a:cubicBezTo>
                  <a:pt x="1469462" y="5670848"/>
                  <a:pt x="1480982" y="5670848"/>
                  <a:pt x="1471982" y="5657167"/>
                </a:cubicBezTo>
                <a:cubicBezTo>
                  <a:pt x="1462622" y="5655007"/>
                  <a:pt x="1451462" y="5664008"/>
                  <a:pt x="1453622" y="5673008"/>
                </a:cubicBezTo>
                <a:cubicBezTo>
                  <a:pt x="1446782" y="5664008"/>
                  <a:pt x="1439942" y="5652487"/>
                  <a:pt x="1428422" y="5659328"/>
                </a:cubicBezTo>
                <a:cubicBezTo>
                  <a:pt x="1444622" y="5673008"/>
                  <a:pt x="1478822" y="5705050"/>
                  <a:pt x="1451462" y="5714051"/>
                </a:cubicBezTo>
                <a:cubicBezTo>
                  <a:pt x="1453622" y="5720892"/>
                  <a:pt x="1455782" y="5727732"/>
                  <a:pt x="1455782" y="5736732"/>
                </a:cubicBezTo>
                <a:cubicBezTo>
                  <a:pt x="1460462" y="5734572"/>
                  <a:pt x="1465142" y="5734572"/>
                  <a:pt x="1469462" y="5734572"/>
                </a:cubicBezTo>
                <a:cubicBezTo>
                  <a:pt x="1462622" y="5741413"/>
                  <a:pt x="1458302" y="5745734"/>
                  <a:pt x="1460462" y="5752574"/>
                </a:cubicBezTo>
                <a:cubicBezTo>
                  <a:pt x="1483142" y="5823138"/>
                  <a:pt x="1474142" y="5900544"/>
                  <a:pt x="1469462" y="5957428"/>
                </a:cubicBezTo>
                <a:cubicBezTo>
                  <a:pt x="1451462" y="5936906"/>
                  <a:pt x="1451462" y="5930066"/>
                  <a:pt x="1439942" y="5914225"/>
                </a:cubicBezTo>
                <a:cubicBezTo>
                  <a:pt x="1437782" y="5930066"/>
                  <a:pt x="1437782" y="5946267"/>
                  <a:pt x="1437782" y="5962108"/>
                </a:cubicBezTo>
                <a:cubicBezTo>
                  <a:pt x="1433102" y="5966788"/>
                  <a:pt x="1415101" y="5971108"/>
                  <a:pt x="1419421" y="5975789"/>
                </a:cubicBezTo>
                <a:cubicBezTo>
                  <a:pt x="1439942" y="5982630"/>
                  <a:pt x="1408261" y="6000630"/>
                  <a:pt x="1426261" y="6014312"/>
                </a:cubicBezTo>
                <a:cubicBezTo>
                  <a:pt x="1412581" y="6018992"/>
                  <a:pt x="1421941" y="6025832"/>
                  <a:pt x="1415101" y="6036993"/>
                </a:cubicBezTo>
                <a:cubicBezTo>
                  <a:pt x="1408261" y="6030153"/>
                  <a:pt x="1415101" y="6023312"/>
                  <a:pt x="1408261" y="6016472"/>
                </a:cubicBezTo>
                <a:cubicBezTo>
                  <a:pt x="1398901" y="6021152"/>
                  <a:pt x="1389901" y="6018992"/>
                  <a:pt x="1387741" y="6027992"/>
                </a:cubicBezTo>
                <a:cubicBezTo>
                  <a:pt x="1364701" y="6000630"/>
                  <a:pt x="1353541" y="5968948"/>
                  <a:pt x="1337701" y="5934746"/>
                </a:cubicBezTo>
                <a:cubicBezTo>
                  <a:pt x="1328341" y="5912064"/>
                  <a:pt x="1305661" y="5864182"/>
                  <a:pt x="1312501" y="5839340"/>
                </a:cubicBezTo>
                <a:cubicBezTo>
                  <a:pt x="1285140" y="5807298"/>
                  <a:pt x="1287660" y="5757254"/>
                  <a:pt x="1287660" y="5720892"/>
                </a:cubicBezTo>
                <a:cubicBezTo>
                  <a:pt x="1269300" y="5691370"/>
                  <a:pt x="1271460" y="5657167"/>
                  <a:pt x="1269300" y="5622965"/>
                </a:cubicBezTo>
                <a:cubicBezTo>
                  <a:pt x="1273980" y="5625485"/>
                  <a:pt x="1276140" y="5625485"/>
                  <a:pt x="1280820" y="5622965"/>
                </a:cubicBezTo>
                <a:cubicBezTo>
                  <a:pt x="1273980" y="5611804"/>
                  <a:pt x="1282980" y="5586602"/>
                  <a:pt x="1264620" y="5588762"/>
                </a:cubicBezTo>
                <a:cubicBezTo>
                  <a:pt x="1264620" y="5588762"/>
                  <a:pt x="1264620" y="5588762"/>
                  <a:pt x="1282980" y="5577602"/>
                </a:cubicBezTo>
                <a:cubicBezTo>
                  <a:pt x="1276140" y="5536559"/>
                  <a:pt x="1262460" y="5495516"/>
                  <a:pt x="1228260" y="5459154"/>
                </a:cubicBezTo>
                <a:cubicBezTo>
                  <a:pt x="1237620" y="5445472"/>
                  <a:pt x="1235100" y="5429632"/>
                  <a:pt x="1217100" y="5422791"/>
                </a:cubicBezTo>
                <a:cubicBezTo>
                  <a:pt x="1251300" y="5386428"/>
                  <a:pt x="1262460" y="5334225"/>
                  <a:pt x="1251300" y="5300022"/>
                </a:cubicBezTo>
                <a:cubicBezTo>
                  <a:pt x="1244460" y="5304703"/>
                  <a:pt x="1255620" y="5311544"/>
                  <a:pt x="1246620" y="5313704"/>
                </a:cubicBezTo>
                <a:cubicBezTo>
                  <a:pt x="1235100" y="5306863"/>
                  <a:pt x="1237620" y="5302183"/>
                  <a:pt x="1223940" y="5295342"/>
                </a:cubicBezTo>
                <a:cubicBezTo>
                  <a:pt x="1223940" y="5288502"/>
                  <a:pt x="1232940" y="5281662"/>
                  <a:pt x="1221780" y="5272661"/>
                </a:cubicBezTo>
                <a:cubicBezTo>
                  <a:pt x="1232940" y="5265820"/>
                  <a:pt x="1239780" y="5258980"/>
                  <a:pt x="1237620" y="5249979"/>
                </a:cubicBezTo>
                <a:cubicBezTo>
                  <a:pt x="1228260" y="5252140"/>
                  <a:pt x="1221780" y="5243139"/>
                  <a:pt x="1214940" y="5236298"/>
                </a:cubicBezTo>
                <a:cubicBezTo>
                  <a:pt x="1251300" y="5188415"/>
                  <a:pt x="1260300" y="5138372"/>
                  <a:pt x="1241940" y="5081488"/>
                </a:cubicBezTo>
                <a:cubicBezTo>
                  <a:pt x="1264620" y="5072487"/>
                  <a:pt x="1237620" y="5051966"/>
                  <a:pt x="1241940" y="5040805"/>
                </a:cubicBezTo>
                <a:cubicBezTo>
                  <a:pt x="1210260" y="5038285"/>
                  <a:pt x="1239780" y="4988241"/>
                  <a:pt x="1200900" y="4999762"/>
                </a:cubicBezTo>
                <a:cubicBezTo>
                  <a:pt x="1255620" y="4942878"/>
                  <a:pt x="1208100" y="4849632"/>
                  <a:pt x="1230780" y="4801748"/>
                </a:cubicBezTo>
                <a:cubicBezTo>
                  <a:pt x="1217100" y="4783747"/>
                  <a:pt x="1214940" y="4747385"/>
                  <a:pt x="1223940" y="4724343"/>
                </a:cubicBezTo>
                <a:cubicBezTo>
                  <a:pt x="1208100" y="4681140"/>
                  <a:pt x="1219260" y="4642618"/>
                  <a:pt x="1228260" y="4603735"/>
                </a:cubicBezTo>
                <a:cubicBezTo>
                  <a:pt x="1219260" y="4567372"/>
                  <a:pt x="1223940" y="4549371"/>
                  <a:pt x="1214940" y="4517329"/>
                </a:cubicBezTo>
                <a:cubicBezTo>
                  <a:pt x="1221780" y="4510488"/>
                  <a:pt x="1235100" y="4517329"/>
                  <a:pt x="1232940" y="4508328"/>
                </a:cubicBezTo>
                <a:cubicBezTo>
                  <a:pt x="1210260" y="4501488"/>
                  <a:pt x="1219260" y="4469446"/>
                  <a:pt x="1221780" y="4451444"/>
                </a:cubicBezTo>
                <a:cubicBezTo>
                  <a:pt x="1223940" y="4456125"/>
                  <a:pt x="1226100" y="4465126"/>
                  <a:pt x="1230780" y="4462605"/>
                </a:cubicBezTo>
                <a:cubicBezTo>
                  <a:pt x="1217100" y="4430923"/>
                  <a:pt x="1221780" y="4380880"/>
                  <a:pt x="1244460" y="4353518"/>
                </a:cubicBezTo>
                <a:cubicBezTo>
                  <a:pt x="1244460" y="4362518"/>
                  <a:pt x="1260300" y="4408242"/>
                  <a:pt x="1232940" y="4401401"/>
                </a:cubicBezTo>
                <a:cubicBezTo>
                  <a:pt x="1232940" y="4417242"/>
                  <a:pt x="1244460" y="4435603"/>
                  <a:pt x="1246620" y="4451444"/>
                </a:cubicBezTo>
                <a:cubicBezTo>
                  <a:pt x="1253460" y="4449284"/>
                  <a:pt x="1253460" y="4442444"/>
                  <a:pt x="1260300" y="4439924"/>
                </a:cubicBezTo>
                <a:cubicBezTo>
                  <a:pt x="1267140" y="4451444"/>
                  <a:pt x="1248780" y="4469446"/>
                  <a:pt x="1264620" y="4474126"/>
                </a:cubicBezTo>
                <a:cubicBezTo>
                  <a:pt x="1264620" y="4458285"/>
                  <a:pt x="1278300" y="4430923"/>
                  <a:pt x="1255620" y="4417242"/>
                </a:cubicBezTo>
                <a:cubicBezTo>
                  <a:pt x="1276140" y="4401401"/>
                  <a:pt x="1277310" y="4378090"/>
                  <a:pt x="1277625" y="4353608"/>
                </a:cubicBezTo>
                <a:lnTo>
                  <a:pt x="1279209" y="4326402"/>
                </a:lnTo>
                <a:lnTo>
                  <a:pt x="1278808" y="4325916"/>
                </a:lnTo>
                <a:lnTo>
                  <a:pt x="1279351" y="4323970"/>
                </a:lnTo>
                <a:lnTo>
                  <a:pt x="1279768" y="4316795"/>
                </a:lnTo>
                <a:lnTo>
                  <a:pt x="1292062" y="4288555"/>
                </a:lnTo>
                <a:lnTo>
                  <a:pt x="1258586" y="4280447"/>
                </a:lnTo>
                <a:lnTo>
                  <a:pt x="1259615" y="4290503"/>
                </a:lnTo>
                <a:lnTo>
                  <a:pt x="1257799" y="4299596"/>
                </a:lnTo>
                <a:lnTo>
                  <a:pt x="1268893" y="4298792"/>
                </a:lnTo>
                <a:cubicBezTo>
                  <a:pt x="1262063" y="4316504"/>
                  <a:pt x="1273565" y="4323235"/>
                  <a:pt x="1273565" y="4336696"/>
                </a:cubicBezTo>
                <a:cubicBezTo>
                  <a:pt x="1267814" y="4332268"/>
                  <a:pt x="1260985" y="4332268"/>
                  <a:pt x="1253617" y="4333109"/>
                </a:cubicBezTo>
                <a:lnTo>
                  <a:pt x="1248532" y="4333430"/>
                </a:lnTo>
                <a:lnTo>
                  <a:pt x="1245961" y="4347812"/>
                </a:lnTo>
                <a:lnTo>
                  <a:pt x="1241667" y="4333862"/>
                </a:lnTo>
                <a:lnTo>
                  <a:pt x="1230433" y="4334570"/>
                </a:lnTo>
                <a:cubicBezTo>
                  <a:pt x="1227917" y="4318984"/>
                  <a:pt x="1216775" y="4309774"/>
                  <a:pt x="1216775" y="4294187"/>
                </a:cubicBezTo>
                <a:cubicBezTo>
                  <a:pt x="1230433" y="4298792"/>
                  <a:pt x="1246248" y="4303043"/>
                  <a:pt x="1244092" y="4318984"/>
                </a:cubicBezTo>
                <a:cubicBezTo>
                  <a:pt x="1250292" y="4318364"/>
                  <a:pt x="1253235" y="4316504"/>
                  <a:pt x="1254589" y="4314135"/>
                </a:cubicBezTo>
                <a:lnTo>
                  <a:pt x="1255340" y="4307951"/>
                </a:lnTo>
                <a:lnTo>
                  <a:pt x="1244679" y="4316055"/>
                </a:lnTo>
                <a:cubicBezTo>
                  <a:pt x="1258273" y="4298218"/>
                  <a:pt x="1242175" y="4271106"/>
                  <a:pt x="1255769" y="4252912"/>
                </a:cubicBezTo>
                <a:lnTo>
                  <a:pt x="1258253" y="4277187"/>
                </a:lnTo>
                <a:lnTo>
                  <a:pt x="1260843" y="4258437"/>
                </a:lnTo>
                <a:cubicBezTo>
                  <a:pt x="1262239" y="4251372"/>
                  <a:pt x="1264489" y="4245162"/>
                  <a:pt x="1268990" y="4241742"/>
                </a:cubicBezTo>
                <a:cubicBezTo>
                  <a:pt x="1268990" y="4239222"/>
                  <a:pt x="1264309" y="4237061"/>
                  <a:pt x="1266830" y="4232381"/>
                </a:cubicBezTo>
                <a:cubicBezTo>
                  <a:pt x="1262149" y="4232381"/>
                  <a:pt x="1262149" y="4237061"/>
                  <a:pt x="1259988" y="4241742"/>
                </a:cubicBezTo>
                <a:cubicBezTo>
                  <a:pt x="1246306" y="4234901"/>
                  <a:pt x="1268990" y="4225541"/>
                  <a:pt x="1273671" y="4221220"/>
                </a:cubicBezTo>
                <a:cubicBezTo>
                  <a:pt x="1246306" y="4214380"/>
                  <a:pt x="1227943" y="4202860"/>
                  <a:pt x="1200578" y="4214380"/>
                </a:cubicBezTo>
                <a:cubicBezTo>
                  <a:pt x="1200578" y="4230221"/>
                  <a:pt x="1207779" y="4241742"/>
                  <a:pt x="1198417" y="4252902"/>
                </a:cubicBezTo>
                <a:cubicBezTo>
                  <a:pt x="1150889" y="4246062"/>
                  <a:pt x="1118843" y="4214380"/>
                  <a:pt x="1070954" y="4196019"/>
                </a:cubicBezTo>
                <a:cubicBezTo>
                  <a:pt x="1064113" y="4200700"/>
                  <a:pt x="1068794" y="4228061"/>
                  <a:pt x="1075635" y="4237061"/>
                </a:cubicBezTo>
                <a:cubicBezTo>
                  <a:pt x="1066633" y="4250742"/>
                  <a:pt x="1043949" y="4250742"/>
                  <a:pt x="1037108" y="4266583"/>
                </a:cubicBezTo>
                <a:cubicBezTo>
                  <a:pt x="1011903" y="4264422"/>
                  <a:pt x="1016584" y="4261902"/>
                  <a:pt x="996061" y="4264422"/>
                </a:cubicBezTo>
                <a:cubicBezTo>
                  <a:pt x="982378" y="4243902"/>
                  <a:pt x="957173" y="4230221"/>
                  <a:pt x="948172" y="4207540"/>
                </a:cubicBezTo>
                <a:cubicBezTo>
                  <a:pt x="950332" y="4198180"/>
                  <a:pt x="964015" y="4200700"/>
                  <a:pt x="966535" y="4191699"/>
                </a:cubicBezTo>
                <a:cubicBezTo>
                  <a:pt x="957173" y="4180178"/>
                  <a:pt x="952853" y="4152817"/>
                  <a:pt x="966535" y="4139137"/>
                </a:cubicBezTo>
                <a:cubicBezTo>
                  <a:pt x="943491" y="4145977"/>
                  <a:pt x="939170" y="4116456"/>
                  <a:pt x="950332" y="4102775"/>
                </a:cubicBezTo>
                <a:cubicBezTo>
                  <a:pt x="925488" y="4118616"/>
                  <a:pt x="895962" y="4104935"/>
                  <a:pt x="886961" y="4139137"/>
                </a:cubicBezTo>
                <a:cubicBezTo>
                  <a:pt x="904964" y="4127976"/>
                  <a:pt x="902804" y="4139137"/>
                  <a:pt x="884440" y="4143817"/>
                </a:cubicBezTo>
                <a:cubicBezTo>
                  <a:pt x="886961" y="4150657"/>
                  <a:pt x="891282" y="4143817"/>
                  <a:pt x="900283" y="4145977"/>
                </a:cubicBezTo>
                <a:cubicBezTo>
                  <a:pt x="900283" y="4152817"/>
                  <a:pt x="893442" y="4152817"/>
                  <a:pt x="893442" y="4157498"/>
                </a:cubicBezTo>
                <a:cubicBezTo>
                  <a:pt x="900283" y="4168658"/>
                  <a:pt x="916486" y="4175498"/>
                  <a:pt x="930169" y="4182339"/>
                </a:cubicBezTo>
                <a:cubicBezTo>
                  <a:pt x="920807" y="4189179"/>
                  <a:pt x="913966" y="4200700"/>
                  <a:pt x="913966" y="4216540"/>
                </a:cubicBezTo>
                <a:cubicBezTo>
                  <a:pt x="886961" y="4214380"/>
                  <a:pt x="898123" y="4182339"/>
                  <a:pt x="870758" y="4191699"/>
                </a:cubicBezTo>
                <a:cubicBezTo>
                  <a:pt x="870758" y="4180178"/>
                  <a:pt x="875439" y="4164338"/>
                  <a:pt x="859596" y="4164338"/>
                </a:cubicBezTo>
                <a:cubicBezTo>
                  <a:pt x="870758" y="4161818"/>
                  <a:pt x="863917" y="4139137"/>
                  <a:pt x="875439" y="4139137"/>
                </a:cubicBezTo>
                <a:cubicBezTo>
                  <a:pt x="866437" y="4134816"/>
                  <a:pt x="857075" y="4127976"/>
                  <a:pt x="845913" y="4123296"/>
                </a:cubicBezTo>
                <a:cubicBezTo>
                  <a:pt x="850234" y="4114296"/>
                  <a:pt x="873278" y="4123296"/>
                  <a:pt x="884440" y="4123296"/>
                </a:cubicBezTo>
                <a:cubicBezTo>
                  <a:pt x="891282" y="4118616"/>
                  <a:pt x="893442" y="4107455"/>
                  <a:pt x="902804" y="4107455"/>
                </a:cubicBezTo>
                <a:cubicBezTo>
                  <a:pt x="895962" y="4068573"/>
                  <a:pt x="845913" y="4075414"/>
                  <a:pt x="832231" y="4036892"/>
                </a:cubicBezTo>
                <a:cubicBezTo>
                  <a:pt x="818548" y="4039052"/>
                  <a:pt x="827550" y="4061733"/>
                  <a:pt x="816388" y="4061733"/>
                </a:cubicBezTo>
                <a:cubicBezTo>
                  <a:pt x="816388" y="4068573"/>
                  <a:pt x="825390" y="4064253"/>
                  <a:pt x="827550" y="4059573"/>
                </a:cubicBezTo>
                <a:cubicBezTo>
                  <a:pt x="843393" y="4059573"/>
                  <a:pt x="811707" y="4071094"/>
                  <a:pt x="829710" y="4073254"/>
                </a:cubicBezTo>
                <a:cubicBezTo>
                  <a:pt x="827550" y="4082254"/>
                  <a:pt x="809547" y="4075414"/>
                  <a:pt x="807026" y="4084774"/>
                </a:cubicBezTo>
                <a:cubicBezTo>
                  <a:pt x="800185" y="4066413"/>
                  <a:pt x="784342" y="4073254"/>
                  <a:pt x="756977" y="4066413"/>
                </a:cubicBezTo>
                <a:cubicBezTo>
                  <a:pt x="759498" y="4048412"/>
                  <a:pt x="750136" y="4039052"/>
                  <a:pt x="725291" y="4041572"/>
                </a:cubicBezTo>
                <a:cubicBezTo>
                  <a:pt x="725291" y="4021051"/>
                  <a:pt x="697926" y="4018531"/>
                  <a:pt x="706928" y="3993690"/>
                </a:cubicBezTo>
                <a:cubicBezTo>
                  <a:pt x="706928" y="3993690"/>
                  <a:pt x="706928" y="3993690"/>
                  <a:pt x="679563" y="3991530"/>
                </a:cubicBezTo>
                <a:cubicBezTo>
                  <a:pt x="677403" y="3980009"/>
                  <a:pt x="672722" y="3966328"/>
                  <a:pt x="679563" y="3945808"/>
                </a:cubicBezTo>
                <a:cubicBezTo>
                  <a:pt x="686404" y="3941127"/>
                  <a:pt x="697926" y="3943647"/>
                  <a:pt x="711609" y="3945808"/>
                </a:cubicBezTo>
                <a:cubicBezTo>
                  <a:pt x="706928" y="3954808"/>
                  <a:pt x="709449" y="3961648"/>
                  <a:pt x="711609" y="3968488"/>
                </a:cubicBezTo>
                <a:cubicBezTo>
                  <a:pt x="720611" y="3968488"/>
                  <a:pt x="732133" y="3950488"/>
                  <a:pt x="727452" y="3968488"/>
                </a:cubicBezTo>
                <a:cubicBezTo>
                  <a:pt x="736453" y="3966328"/>
                  <a:pt x="741134" y="3959488"/>
                  <a:pt x="743295" y="3947968"/>
                </a:cubicBezTo>
                <a:cubicBezTo>
                  <a:pt x="741134" y="3941127"/>
                  <a:pt x="736453" y="3950488"/>
                  <a:pt x="727452" y="3945808"/>
                </a:cubicBezTo>
                <a:cubicBezTo>
                  <a:pt x="754817" y="3929967"/>
                  <a:pt x="700087" y="3925286"/>
                  <a:pt x="723131" y="3909446"/>
                </a:cubicBezTo>
                <a:cubicBezTo>
                  <a:pt x="711609" y="3911786"/>
                  <a:pt x="705308" y="3911246"/>
                  <a:pt x="701617" y="3907826"/>
                </a:cubicBezTo>
                <a:lnTo>
                  <a:pt x="699646" y="3901458"/>
                </a:lnTo>
                <a:lnTo>
                  <a:pt x="687943" y="3904240"/>
                </a:lnTo>
                <a:lnTo>
                  <a:pt x="687035" y="3912866"/>
                </a:lnTo>
                <a:cubicBezTo>
                  <a:pt x="687035" y="3921416"/>
                  <a:pt x="687665" y="3929967"/>
                  <a:pt x="682084" y="3936807"/>
                </a:cubicBezTo>
                <a:cubicBezTo>
                  <a:pt x="674072" y="3931677"/>
                  <a:pt x="671349" y="3923284"/>
                  <a:pt x="671023" y="3913434"/>
                </a:cubicBezTo>
                <a:lnTo>
                  <a:pt x="671571" y="3908131"/>
                </a:lnTo>
                <a:lnTo>
                  <a:pt x="655291" y="3912000"/>
                </a:lnTo>
                <a:cubicBezTo>
                  <a:pt x="648450" y="3921359"/>
                  <a:pt x="666812" y="3914520"/>
                  <a:pt x="659971" y="3923518"/>
                </a:cubicBezTo>
                <a:cubicBezTo>
                  <a:pt x="632608" y="3937196"/>
                  <a:pt x="621087" y="3946195"/>
                  <a:pt x="586883" y="3939356"/>
                </a:cubicBezTo>
                <a:cubicBezTo>
                  <a:pt x="566361" y="3957714"/>
                  <a:pt x="557360" y="3985070"/>
                  <a:pt x="529997" y="3994068"/>
                </a:cubicBezTo>
                <a:cubicBezTo>
                  <a:pt x="536838" y="3962033"/>
                  <a:pt x="555200" y="3932517"/>
                  <a:pt x="568882" y="3909840"/>
                </a:cubicBezTo>
                <a:cubicBezTo>
                  <a:pt x="573202" y="3903002"/>
                  <a:pt x="562041" y="3903002"/>
                  <a:pt x="562041" y="3898322"/>
                </a:cubicBezTo>
                <a:cubicBezTo>
                  <a:pt x="546199" y="3898322"/>
                  <a:pt x="543679" y="3898322"/>
                  <a:pt x="541519" y="3889324"/>
                </a:cubicBezTo>
                <a:cubicBezTo>
                  <a:pt x="525677" y="3887164"/>
                  <a:pt x="523157" y="3907681"/>
                  <a:pt x="507315" y="3896162"/>
                </a:cubicBezTo>
                <a:cubicBezTo>
                  <a:pt x="509475" y="3907681"/>
                  <a:pt x="500474" y="3909840"/>
                  <a:pt x="493634" y="3914520"/>
                </a:cubicBezTo>
                <a:cubicBezTo>
                  <a:pt x="491473" y="3923518"/>
                  <a:pt x="500474" y="3930358"/>
                  <a:pt x="500474" y="3939356"/>
                </a:cubicBezTo>
                <a:cubicBezTo>
                  <a:pt x="491473" y="3941516"/>
                  <a:pt x="489313" y="3937196"/>
                  <a:pt x="484633" y="3937196"/>
                </a:cubicBezTo>
                <a:cubicBezTo>
                  <a:pt x="457270" y="3959873"/>
                  <a:pt x="427747" y="3980390"/>
                  <a:pt x="391383" y="3996228"/>
                </a:cubicBezTo>
                <a:cubicBezTo>
                  <a:pt x="391383" y="4003067"/>
                  <a:pt x="391383" y="4012066"/>
                  <a:pt x="384542" y="4014585"/>
                </a:cubicBezTo>
                <a:cubicBezTo>
                  <a:pt x="352499" y="3987229"/>
                  <a:pt x="429907" y="3968872"/>
                  <a:pt x="434587" y="3934677"/>
                </a:cubicBezTo>
                <a:cubicBezTo>
                  <a:pt x="423066" y="3925678"/>
                  <a:pt x="411905" y="3934677"/>
                  <a:pt x="405064" y="3925678"/>
                </a:cubicBezTo>
                <a:cubicBezTo>
                  <a:pt x="407224" y="3921359"/>
                  <a:pt x="432427" y="3912000"/>
                  <a:pt x="407224" y="3909840"/>
                </a:cubicBezTo>
                <a:cubicBezTo>
                  <a:pt x="409385" y="3900842"/>
                  <a:pt x="423066" y="3903002"/>
                  <a:pt x="425586" y="3894003"/>
                </a:cubicBezTo>
                <a:cubicBezTo>
                  <a:pt x="436748" y="3896162"/>
                  <a:pt x="420906" y="3903002"/>
                  <a:pt x="423066" y="3907681"/>
                </a:cubicBezTo>
                <a:cubicBezTo>
                  <a:pt x="441428" y="3907681"/>
                  <a:pt x="438908" y="3891843"/>
                  <a:pt x="438908" y="3882484"/>
                </a:cubicBezTo>
                <a:cubicBezTo>
                  <a:pt x="464110" y="3875646"/>
                  <a:pt x="482472" y="3880325"/>
                  <a:pt x="507315" y="3871326"/>
                </a:cubicBezTo>
                <a:cubicBezTo>
                  <a:pt x="514156" y="3875646"/>
                  <a:pt x="514156" y="3882484"/>
                  <a:pt x="520996" y="3885004"/>
                </a:cubicBezTo>
                <a:cubicBezTo>
                  <a:pt x="534678" y="3875646"/>
                  <a:pt x="525677" y="3857648"/>
                  <a:pt x="511996" y="3855128"/>
                </a:cubicBezTo>
                <a:cubicBezTo>
                  <a:pt x="527837" y="3846130"/>
                  <a:pt x="532518" y="3821294"/>
                  <a:pt x="553040" y="3816614"/>
                </a:cubicBezTo>
                <a:cubicBezTo>
                  <a:pt x="582563" y="3816614"/>
                  <a:pt x="591564" y="3828132"/>
                  <a:pt x="609566" y="3832452"/>
                </a:cubicBezTo>
                <a:cubicBezTo>
                  <a:pt x="625768" y="3828132"/>
                  <a:pt x="632608" y="3814454"/>
                  <a:pt x="639449" y="3800776"/>
                </a:cubicBezTo>
                <a:cubicBezTo>
                  <a:pt x="650790" y="3801316"/>
                  <a:pt x="659431" y="3797739"/>
                  <a:pt x="666761" y="3791963"/>
                </a:cubicBezTo>
                <a:lnTo>
                  <a:pt x="680352" y="3776584"/>
                </a:lnTo>
                <a:lnTo>
                  <a:pt x="670111" y="3744558"/>
                </a:lnTo>
                <a:cubicBezTo>
                  <a:pt x="664710" y="3702571"/>
                  <a:pt x="677943" y="3648433"/>
                  <a:pt x="700087" y="3595511"/>
                </a:cubicBezTo>
                <a:cubicBezTo>
                  <a:pt x="688925" y="3593351"/>
                  <a:pt x="697926" y="3618192"/>
                  <a:pt x="682084" y="3607031"/>
                </a:cubicBezTo>
                <a:cubicBezTo>
                  <a:pt x="688925" y="3577150"/>
                  <a:pt x="688925" y="3554469"/>
                  <a:pt x="688925" y="3515947"/>
                </a:cubicBezTo>
                <a:cubicBezTo>
                  <a:pt x="693246" y="3520267"/>
                  <a:pt x="700087" y="3524947"/>
                  <a:pt x="711609" y="3524947"/>
                </a:cubicBezTo>
                <a:cubicBezTo>
                  <a:pt x="711609" y="3524947"/>
                  <a:pt x="711609" y="3524947"/>
                  <a:pt x="713769" y="3515947"/>
                </a:cubicBezTo>
                <a:cubicBezTo>
                  <a:pt x="713769" y="3500106"/>
                  <a:pt x="702607" y="3518107"/>
                  <a:pt x="693246" y="3511267"/>
                </a:cubicBezTo>
                <a:cubicBezTo>
                  <a:pt x="697926" y="3497586"/>
                  <a:pt x="716290" y="3506586"/>
                  <a:pt x="725291" y="3497586"/>
                </a:cubicBezTo>
                <a:cubicBezTo>
                  <a:pt x="724751" y="3493086"/>
                  <a:pt x="723064" y="3490701"/>
                  <a:pt x="720763" y="3489367"/>
                </a:cubicBezTo>
                <a:lnTo>
                  <a:pt x="715509" y="3488147"/>
                </a:lnTo>
                <a:lnTo>
                  <a:pt x="698495" y="3498060"/>
                </a:lnTo>
                <a:cubicBezTo>
                  <a:pt x="600565" y="3509579"/>
                  <a:pt x="555200" y="3523257"/>
                  <a:pt x="466631" y="3525416"/>
                </a:cubicBezTo>
                <a:cubicBezTo>
                  <a:pt x="459790" y="3525416"/>
                  <a:pt x="461950" y="3534415"/>
                  <a:pt x="457270" y="3536935"/>
                </a:cubicBezTo>
                <a:cubicBezTo>
                  <a:pt x="450429" y="3530096"/>
                  <a:pt x="434587" y="3530096"/>
                  <a:pt x="436748" y="3520737"/>
                </a:cubicBezTo>
                <a:cubicBezTo>
                  <a:pt x="429907" y="3520737"/>
                  <a:pt x="432427" y="3530096"/>
                  <a:pt x="425586" y="3530096"/>
                </a:cubicBezTo>
                <a:cubicBezTo>
                  <a:pt x="409385" y="3511738"/>
                  <a:pt x="386702" y="3513898"/>
                  <a:pt x="355019" y="3513898"/>
                </a:cubicBezTo>
                <a:cubicBezTo>
                  <a:pt x="352499" y="3509579"/>
                  <a:pt x="352499" y="3504899"/>
                  <a:pt x="352499" y="3500580"/>
                </a:cubicBezTo>
                <a:cubicBezTo>
                  <a:pt x="316135" y="3511738"/>
                  <a:pt x="307134" y="3480063"/>
                  <a:pt x="270770" y="3486902"/>
                </a:cubicBezTo>
                <a:cubicBezTo>
                  <a:pt x="286612" y="3416352"/>
                  <a:pt x="202363" y="3375318"/>
                  <a:pt x="220725" y="3302609"/>
                </a:cubicBezTo>
                <a:cubicBezTo>
                  <a:pt x="241247" y="3304768"/>
                  <a:pt x="250248" y="3291090"/>
                  <a:pt x="261769" y="3284251"/>
                </a:cubicBezTo>
                <a:cubicBezTo>
                  <a:pt x="284451" y="3323126"/>
                  <a:pt x="293452" y="3370639"/>
                  <a:pt x="318655" y="3406993"/>
                </a:cubicBezTo>
                <a:cubicBezTo>
                  <a:pt x="329816" y="3411673"/>
                  <a:pt x="336657" y="3404834"/>
                  <a:pt x="341337" y="3400514"/>
                </a:cubicBezTo>
                <a:cubicBezTo>
                  <a:pt x="343498" y="3393675"/>
                  <a:pt x="322976" y="3400514"/>
                  <a:pt x="332337" y="3388996"/>
                </a:cubicBezTo>
                <a:cubicBezTo>
                  <a:pt x="375541" y="3397995"/>
                  <a:pt x="352499" y="3338963"/>
                  <a:pt x="357179" y="3313767"/>
                </a:cubicBezTo>
                <a:cubicBezTo>
                  <a:pt x="361860" y="3306928"/>
                  <a:pt x="373021" y="3306928"/>
                  <a:pt x="377701" y="3300449"/>
                </a:cubicBezTo>
                <a:cubicBezTo>
                  <a:pt x="368700" y="3279932"/>
                  <a:pt x="373021" y="3247897"/>
                  <a:pt x="386702" y="3234219"/>
                </a:cubicBezTo>
                <a:cubicBezTo>
                  <a:pt x="382382" y="3216221"/>
                  <a:pt x="379862" y="3195704"/>
                  <a:pt x="382382" y="3175187"/>
                </a:cubicBezTo>
                <a:cubicBezTo>
                  <a:pt x="384542" y="3156830"/>
                  <a:pt x="389223" y="3138832"/>
                  <a:pt x="405064" y="3127314"/>
                </a:cubicBezTo>
                <a:cubicBezTo>
                  <a:pt x="382382" y="3166188"/>
                  <a:pt x="384542" y="3213702"/>
                  <a:pt x="402904" y="3245737"/>
                </a:cubicBezTo>
                <a:cubicBezTo>
                  <a:pt x="425586" y="3238898"/>
                  <a:pt x="407224" y="3218381"/>
                  <a:pt x="409385" y="3204703"/>
                </a:cubicBezTo>
                <a:cubicBezTo>
                  <a:pt x="420906" y="3211542"/>
                  <a:pt x="423066" y="3223060"/>
                  <a:pt x="423066" y="3227380"/>
                </a:cubicBezTo>
                <a:cubicBezTo>
                  <a:pt x="452949" y="3220541"/>
                  <a:pt x="425586" y="3200383"/>
                  <a:pt x="423066" y="3186705"/>
                </a:cubicBezTo>
                <a:cubicBezTo>
                  <a:pt x="455110" y="3173027"/>
                  <a:pt x="455110" y="3131993"/>
                  <a:pt x="448269" y="3113636"/>
                </a:cubicBezTo>
                <a:cubicBezTo>
                  <a:pt x="438908" y="3118315"/>
                  <a:pt x="434587" y="3122995"/>
                  <a:pt x="425586" y="3125154"/>
                </a:cubicBezTo>
                <a:cubicBezTo>
                  <a:pt x="420906" y="3118315"/>
                  <a:pt x="418746" y="3113636"/>
                  <a:pt x="414065" y="3106797"/>
                </a:cubicBezTo>
                <a:cubicBezTo>
                  <a:pt x="405064" y="3109317"/>
                  <a:pt x="398223" y="3113636"/>
                  <a:pt x="396063" y="3125154"/>
                </a:cubicBezTo>
                <a:cubicBezTo>
                  <a:pt x="379862" y="3111476"/>
                  <a:pt x="366180" y="3131993"/>
                  <a:pt x="355019" y="3143152"/>
                </a:cubicBezTo>
                <a:cubicBezTo>
                  <a:pt x="339177" y="3136673"/>
                  <a:pt x="368700" y="3116156"/>
                  <a:pt x="373021" y="3125154"/>
                </a:cubicBezTo>
                <a:cubicBezTo>
                  <a:pt x="375541" y="3118315"/>
                  <a:pt x="373021" y="3111476"/>
                  <a:pt x="370861" y="3118315"/>
                </a:cubicBezTo>
                <a:cubicBezTo>
                  <a:pt x="366180" y="3116156"/>
                  <a:pt x="368700" y="3106797"/>
                  <a:pt x="373021" y="3106797"/>
                </a:cubicBezTo>
                <a:cubicBezTo>
                  <a:pt x="366180" y="3102478"/>
                  <a:pt x="357179" y="3093479"/>
                  <a:pt x="334497" y="3095639"/>
                </a:cubicBezTo>
                <a:cubicBezTo>
                  <a:pt x="348178" y="3072962"/>
                  <a:pt x="313975" y="3061444"/>
                  <a:pt x="318655" y="3036967"/>
                </a:cubicBezTo>
                <a:cubicBezTo>
                  <a:pt x="309294" y="3027608"/>
                  <a:pt x="300293" y="3045966"/>
                  <a:pt x="300293" y="3036967"/>
                </a:cubicBezTo>
                <a:cubicBezTo>
                  <a:pt x="300293" y="3030128"/>
                  <a:pt x="304974" y="3030128"/>
                  <a:pt x="309294" y="3030128"/>
                </a:cubicBezTo>
                <a:cubicBezTo>
                  <a:pt x="311814" y="3004932"/>
                  <a:pt x="318655" y="2993413"/>
                  <a:pt x="320815" y="2968577"/>
                </a:cubicBezTo>
                <a:cubicBezTo>
                  <a:pt x="311814" y="2952739"/>
                  <a:pt x="293452" y="2939061"/>
                  <a:pt x="309294" y="2907026"/>
                </a:cubicBezTo>
                <a:cubicBezTo>
                  <a:pt x="286612" y="2902707"/>
                  <a:pt x="282291" y="2911705"/>
                  <a:pt x="261769" y="2900187"/>
                </a:cubicBezTo>
                <a:cubicBezTo>
                  <a:pt x="257089" y="2870671"/>
                  <a:pt x="279771" y="2841156"/>
                  <a:pt x="302813" y="2806961"/>
                </a:cubicBezTo>
                <a:cubicBezTo>
                  <a:pt x="322976" y="2773125"/>
                  <a:pt x="336657" y="2743250"/>
                  <a:pt x="309294" y="2718413"/>
                </a:cubicBezTo>
                <a:cubicBezTo>
                  <a:pt x="325496" y="2706895"/>
                  <a:pt x="334497" y="2711574"/>
                  <a:pt x="343498" y="2725252"/>
                </a:cubicBezTo>
                <a:cubicBezTo>
                  <a:pt x="393543" y="2670540"/>
                  <a:pt x="448269" y="2584153"/>
                  <a:pt x="477792" y="2513603"/>
                </a:cubicBezTo>
                <a:cubicBezTo>
                  <a:pt x="468791" y="2515763"/>
                  <a:pt x="455110" y="2508924"/>
                  <a:pt x="445749" y="2522602"/>
                </a:cubicBezTo>
                <a:cubicBezTo>
                  <a:pt x="438908" y="2504604"/>
                  <a:pt x="425586" y="2513603"/>
                  <a:pt x="407224" y="2506764"/>
                </a:cubicBezTo>
                <a:cubicBezTo>
                  <a:pt x="418746" y="2499925"/>
                  <a:pt x="429907" y="2488767"/>
                  <a:pt x="438908" y="2475089"/>
                </a:cubicBezTo>
                <a:cubicBezTo>
                  <a:pt x="441428" y="2479408"/>
                  <a:pt x="445749" y="2490926"/>
                  <a:pt x="452949" y="2475089"/>
                </a:cubicBezTo>
                <a:cubicBezTo>
                  <a:pt x="455110" y="2479408"/>
                  <a:pt x="457270" y="2486247"/>
                  <a:pt x="455110" y="2493086"/>
                </a:cubicBezTo>
                <a:cubicBezTo>
                  <a:pt x="464110" y="2484087"/>
                  <a:pt x="464110" y="2479408"/>
                  <a:pt x="475632" y="2468250"/>
                </a:cubicBezTo>
                <a:cubicBezTo>
                  <a:pt x="479952" y="2458891"/>
                  <a:pt x="466631" y="2458891"/>
                  <a:pt x="466631" y="2452052"/>
                </a:cubicBezTo>
                <a:cubicBezTo>
                  <a:pt x="475632" y="2440894"/>
                  <a:pt x="484633" y="2438734"/>
                  <a:pt x="493634" y="2447733"/>
                </a:cubicBezTo>
                <a:cubicBezTo>
                  <a:pt x="498314" y="2427216"/>
                  <a:pt x="500474" y="2438734"/>
                  <a:pt x="511996" y="2431895"/>
                </a:cubicBezTo>
                <a:cubicBezTo>
                  <a:pt x="516316" y="2427216"/>
                  <a:pt x="498314" y="2418217"/>
                  <a:pt x="498314" y="2425056"/>
                </a:cubicBezTo>
                <a:cubicBezTo>
                  <a:pt x="509475" y="2415697"/>
                  <a:pt x="523157" y="2377183"/>
                  <a:pt x="525677" y="2351987"/>
                </a:cubicBezTo>
                <a:cubicBezTo>
                  <a:pt x="525677" y="2377183"/>
                  <a:pt x="555200" y="2318152"/>
                  <a:pt x="543679" y="2349827"/>
                </a:cubicBezTo>
                <a:cubicBezTo>
                  <a:pt x="586883" y="2292955"/>
                  <a:pt x="603085" y="2265599"/>
                  <a:pt x="643769" y="2229244"/>
                </a:cubicBezTo>
                <a:cubicBezTo>
                  <a:pt x="648450" y="2218086"/>
                  <a:pt x="636929" y="2231764"/>
                  <a:pt x="636929" y="2218086"/>
                </a:cubicBezTo>
                <a:cubicBezTo>
                  <a:pt x="659971" y="2206568"/>
                  <a:pt x="680133" y="2170213"/>
                  <a:pt x="705336" y="2181731"/>
                </a:cubicBezTo>
                <a:cubicBezTo>
                  <a:pt x="723698" y="2151856"/>
                  <a:pt x="732699" y="2138538"/>
                  <a:pt x="741700" y="2120180"/>
                </a:cubicBezTo>
                <a:cubicBezTo>
                  <a:pt x="737019" y="2113341"/>
                  <a:pt x="732699" y="2118021"/>
                  <a:pt x="728018" y="2124500"/>
                </a:cubicBezTo>
                <a:cubicBezTo>
                  <a:pt x="725858" y="2106502"/>
                  <a:pt x="748541" y="2111182"/>
                  <a:pt x="755381" y="2111182"/>
                </a:cubicBezTo>
                <a:cubicBezTo>
                  <a:pt x="771223" y="2076987"/>
                  <a:pt x="798586" y="2058629"/>
                  <a:pt x="805427" y="2026954"/>
                </a:cubicBezTo>
                <a:cubicBezTo>
                  <a:pt x="814428" y="2038112"/>
                  <a:pt x="823789" y="2024434"/>
                  <a:pt x="832790" y="2029113"/>
                </a:cubicBezTo>
                <a:cubicBezTo>
                  <a:pt x="832790" y="2022274"/>
                  <a:pt x="839630" y="2015435"/>
                  <a:pt x="834950" y="2011116"/>
                </a:cubicBezTo>
                <a:cubicBezTo>
                  <a:pt x="823789" y="2008596"/>
                  <a:pt x="832790" y="2024434"/>
                  <a:pt x="821268" y="2024434"/>
                </a:cubicBezTo>
                <a:cubicBezTo>
                  <a:pt x="841790" y="1990599"/>
                  <a:pt x="887515" y="1942726"/>
                  <a:pt x="889676" y="1904212"/>
                </a:cubicBezTo>
                <a:cubicBezTo>
                  <a:pt x="903357" y="1894853"/>
                  <a:pt x="898676" y="1904212"/>
                  <a:pt x="905517" y="1911051"/>
                </a:cubicBezTo>
                <a:cubicBezTo>
                  <a:pt x="921359" y="1890534"/>
                  <a:pt x="910198" y="1879015"/>
                  <a:pt x="930720" y="1858498"/>
                </a:cubicBezTo>
                <a:cubicBezTo>
                  <a:pt x="930720" y="1870017"/>
                  <a:pt x="919199" y="1888014"/>
                  <a:pt x="923879" y="1899532"/>
                </a:cubicBezTo>
                <a:cubicBezTo>
                  <a:pt x="939721" y="1883695"/>
                  <a:pt x="953402" y="1890534"/>
                  <a:pt x="967084" y="1870017"/>
                </a:cubicBezTo>
                <a:cubicBezTo>
                  <a:pt x="973924" y="1860658"/>
                  <a:pt x="955563" y="1870017"/>
                  <a:pt x="971404" y="1854179"/>
                </a:cubicBezTo>
                <a:cubicBezTo>
                  <a:pt x="964563" y="1844820"/>
                  <a:pt x="953402" y="1856339"/>
                  <a:pt x="946562" y="1844820"/>
                </a:cubicBezTo>
                <a:cubicBezTo>
                  <a:pt x="955563" y="1840501"/>
                  <a:pt x="976085" y="1835822"/>
                  <a:pt x="976085" y="1849500"/>
                </a:cubicBezTo>
                <a:cubicBezTo>
                  <a:pt x="980765" y="1842661"/>
                  <a:pt x="987606" y="1837981"/>
                  <a:pt x="991926" y="1842661"/>
                </a:cubicBezTo>
                <a:cubicBezTo>
                  <a:pt x="994447" y="1831142"/>
                  <a:pt x="998767" y="1817824"/>
                  <a:pt x="1007768" y="1804146"/>
                </a:cubicBezTo>
                <a:cubicBezTo>
                  <a:pt x="996607" y="1799467"/>
                  <a:pt x="996607" y="1817824"/>
                  <a:pt x="989766" y="1822144"/>
                </a:cubicBezTo>
                <a:cubicBezTo>
                  <a:pt x="982925" y="1804146"/>
                  <a:pt x="1010288" y="1781110"/>
                  <a:pt x="1021449" y="1760592"/>
                </a:cubicBezTo>
                <a:cubicBezTo>
                  <a:pt x="1021449" y="1772111"/>
                  <a:pt x="1017129" y="1785789"/>
                  <a:pt x="1010288" y="1799467"/>
                </a:cubicBezTo>
                <a:cubicBezTo>
                  <a:pt x="1023970" y="1797307"/>
                  <a:pt x="1030810" y="1787949"/>
                  <a:pt x="1037651" y="1776790"/>
                </a:cubicBezTo>
                <a:cubicBezTo>
                  <a:pt x="1037651" y="1781110"/>
                  <a:pt x="1037651" y="1783629"/>
                  <a:pt x="1041972" y="1787949"/>
                </a:cubicBezTo>
                <a:cubicBezTo>
                  <a:pt x="1060334" y="1763112"/>
                  <a:pt x="1071495" y="1754113"/>
                  <a:pt x="1089857" y="1726757"/>
                </a:cubicBezTo>
                <a:cubicBezTo>
                  <a:pt x="1096697" y="1726757"/>
                  <a:pt x="1101018" y="1726757"/>
                  <a:pt x="1107859" y="1724238"/>
                </a:cubicBezTo>
                <a:cubicBezTo>
                  <a:pt x="1114699" y="1710920"/>
                  <a:pt x="1112539" y="1706240"/>
                  <a:pt x="1130901" y="1704081"/>
                </a:cubicBezTo>
                <a:cubicBezTo>
                  <a:pt x="1130901" y="1699401"/>
                  <a:pt x="1133061" y="1694722"/>
                  <a:pt x="1133061" y="1690403"/>
                </a:cubicBezTo>
                <a:cubicBezTo>
                  <a:pt x="1126221" y="1685723"/>
                  <a:pt x="1114699" y="1706240"/>
                  <a:pt x="1107859" y="1704081"/>
                </a:cubicBezTo>
                <a:cubicBezTo>
                  <a:pt x="1105698" y="1697242"/>
                  <a:pt x="1130901" y="1683564"/>
                  <a:pt x="1137742" y="1681044"/>
                </a:cubicBezTo>
                <a:cubicBezTo>
                  <a:pt x="1128381" y="1674205"/>
                  <a:pt x="1160424" y="1663047"/>
                  <a:pt x="1155744" y="1642530"/>
                </a:cubicBezTo>
                <a:cubicBezTo>
                  <a:pt x="1160424" y="1644689"/>
                  <a:pt x="1158264" y="1647209"/>
                  <a:pt x="1155744" y="1649369"/>
                </a:cubicBezTo>
                <a:cubicBezTo>
                  <a:pt x="1183107" y="1631011"/>
                  <a:pt x="1205789" y="1601496"/>
                  <a:pt x="1230992" y="1569820"/>
                </a:cubicBezTo>
                <a:cubicBezTo>
                  <a:pt x="1258355" y="1540304"/>
                  <a:pt x="1285357" y="1512948"/>
                  <a:pt x="1317401" y="1499270"/>
                </a:cubicBezTo>
                <a:cubicBezTo>
                  <a:pt x="1324242" y="1490272"/>
                  <a:pt x="1328562" y="1480913"/>
                  <a:pt x="1340083" y="1471914"/>
                </a:cubicBezTo>
                <a:cubicBezTo>
                  <a:pt x="1346924" y="1471914"/>
                  <a:pt x="1351604" y="1474074"/>
                  <a:pt x="1353765" y="1480913"/>
                </a:cubicBezTo>
                <a:cubicBezTo>
                  <a:pt x="1360605" y="1476594"/>
                  <a:pt x="1367446" y="1467235"/>
                  <a:pt x="1371767" y="1471914"/>
                </a:cubicBezTo>
                <a:cubicBezTo>
                  <a:pt x="1376447" y="1467235"/>
                  <a:pt x="1385808" y="1447078"/>
                  <a:pt x="1371767" y="1453917"/>
                </a:cubicBezTo>
                <a:cubicBezTo>
                  <a:pt x="1369606" y="1444558"/>
                  <a:pt x="1394809" y="1442399"/>
                  <a:pt x="1387968" y="1456077"/>
                </a:cubicBezTo>
                <a:cubicBezTo>
                  <a:pt x="1394809" y="1465075"/>
                  <a:pt x="1410651" y="1447078"/>
                  <a:pt x="1424332" y="1439879"/>
                </a:cubicBezTo>
                <a:cubicBezTo>
                  <a:pt x="1422172" y="1426561"/>
                  <a:pt x="1408490" y="1444558"/>
                  <a:pt x="1401650" y="1442399"/>
                </a:cubicBezTo>
                <a:cubicBezTo>
                  <a:pt x="1431173" y="1419722"/>
                  <a:pt x="1442334" y="1415043"/>
                  <a:pt x="1467537" y="1383367"/>
                </a:cubicBezTo>
                <a:cubicBezTo>
                  <a:pt x="1483378" y="1378688"/>
                  <a:pt x="1451695" y="1396685"/>
                  <a:pt x="1453855" y="1401365"/>
                </a:cubicBezTo>
                <a:cubicBezTo>
                  <a:pt x="1472217" y="1410363"/>
                  <a:pt x="1497060" y="1403524"/>
                  <a:pt x="1522263" y="1394526"/>
                </a:cubicBezTo>
                <a:cubicBezTo>
                  <a:pt x="1508581" y="1412883"/>
                  <a:pt x="1479058" y="1403524"/>
                  <a:pt x="1458536" y="1415043"/>
                </a:cubicBezTo>
                <a:cubicBezTo>
                  <a:pt x="1465377" y="1433040"/>
                  <a:pt x="1412811" y="1453917"/>
                  <a:pt x="1385808" y="1471914"/>
                </a:cubicBezTo>
                <a:cubicBezTo>
                  <a:pt x="1381128" y="1474074"/>
                  <a:pt x="1383288" y="1476594"/>
                  <a:pt x="1378967" y="1480913"/>
                </a:cubicBezTo>
                <a:cubicBezTo>
                  <a:pt x="1381128" y="1485592"/>
                  <a:pt x="1385808" y="1483433"/>
                  <a:pt x="1392289" y="1480913"/>
                </a:cubicBezTo>
                <a:cubicBezTo>
                  <a:pt x="1378967" y="1501430"/>
                  <a:pt x="1328562" y="1501430"/>
                  <a:pt x="1335403" y="1533465"/>
                </a:cubicBezTo>
                <a:cubicBezTo>
                  <a:pt x="1351604" y="1533465"/>
                  <a:pt x="1349084" y="1506109"/>
                  <a:pt x="1367446" y="1521947"/>
                </a:cubicBezTo>
                <a:cubicBezTo>
                  <a:pt x="1371767" y="1517268"/>
                  <a:pt x="1378967" y="1496751"/>
                  <a:pt x="1387968" y="1501430"/>
                </a:cubicBezTo>
                <a:cubicBezTo>
                  <a:pt x="1353765" y="1565141"/>
                  <a:pt x="1262675" y="1596816"/>
                  <a:pt x="1237832" y="1642530"/>
                </a:cubicBezTo>
                <a:cubicBezTo>
                  <a:pt x="1260515" y="1628852"/>
                  <a:pt x="1281037" y="1617333"/>
                  <a:pt x="1303719" y="1613014"/>
                </a:cubicBezTo>
                <a:cubicBezTo>
                  <a:pt x="1310560" y="1617333"/>
                  <a:pt x="1283197" y="1624172"/>
                  <a:pt x="1299039" y="1631011"/>
                </a:cubicBezTo>
                <a:cubicBezTo>
                  <a:pt x="1308400" y="1633531"/>
                  <a:pt x="1326402" y="1603655"/>
                  <a:pt x="1340083" y="1610494"/>
                </a:cubicBezTo>
                <a:cubicBezTo>
                  <a:pt x="1349084" y="1599336"/>
                  <a:pt x="1328562" y="1613014"/>
                  <a:pt x="1326402" y="1601496"/>
                </a:cubicBezTo>
                <a:cubicBezTo>
                  <a:pt x="1335403" y="1606175"/>
                  <a:pt x="1353765" y="1580979"/>
                  <a:pt x="1340083" y="1587818"/>
                </a:cubicBezTo>
                <a:cubicBezTo>
                  <a:pt x="1364926" y="1571980"/>
                  <a:pt x="1444854" y="1542464"/>
                  <a:pt x="1460696" y="1508269"/>
                </a:cubicBezTo>
                <a:cubicBezTo>
                  <a:pt x="1476538" y="1506109"/>
                  <a:pt x="1458536" y="1524107"/>
                  <a:pt x="1462856" y="1530946"/>
                </a:cubicBezTo>
                <a:cubicBezTo>
                  <a:pt x="1474377" y="1512948"/>
                  <a:pt x="1497060" y="1494591"/>
                  <a:pt x="1515422" y="1476594"/>
                </a:cubicBezTo>
                <a:cubicBezTo>
                  <a:pt x="1526583" y="1471914"/>
                  <a:pt x="1512902" y="1483433"/>
                  <a:pt x="1526583" y="1483433"/>
                </a:cubicBezTo>
                <a:cubicBezTo>
                  <a:pt x="1535584" y="1476594"/>
                  <a:pt x="1538104" y="1471914"/>
                  <a:pt x="1531263" y="1465075"/>
                </a:cubicBezTo>
                <a:cubicBezTo>
                  <a:pt x="1540264" y="1471914"/>
                  <a:pt x="1562947" y="1460396"/>
                  <a:pt x="1560787" y="1471914"/>
                </a:cubicBezTo>
                <a:cubicBezTo>
                  <a:pt x="1569788" y="1458236"/>
                  <a:pt x="1581309" y="1444558"/>
                  <a:pt x="1597150" y="1430880"/>
                </a:cubicBezTo>
                <a:cubicBezTo>
                  <a:pt x="1599311" y="1437719"/>
                  <a:pt x="1592470" y="1442399"/>
                  <a:pt x="1594990" y="1447078"/>
                </a:cubicBezTo>
                <a:cubicBezTo>
                  <a:pt x="1617673" y="1412883"/>
                  <a:pt x="1654036" y="1408204"/>
                  <a:pt x="1676719" y="1383367"/>
                </a:cubicBezTo>
                <a:cubicBezTo>
                  <a:pt x="1679239" y="1387687"/>
                  <a:pt x="1674559" y="1390206"/>
                  <a:pt x="1676719" y="1392366"/>
                </a:cubicBezTo>
                <a:cubicBezTo>
                  <a:pt x="1715603" y="1367170"/>
                  <a:pt x="1749807" y="1353492"/>
                  <a:pt x="1781490" y="1339814"/>
                </a:cubicBezTo>
                <a:cubicBezTo>
                  <a:pt x="1811013" y="1326496"/>
                  <a:pt x="1840537" y="1312818"/>
                  <a:pt x="1876900" y="1290141"/>
                </a:cubicBezTo>
                <a:cubicBezTo>
                  <a:pt x="1876900" y="1299139"/>
                  <a:pt x="1870060" y="1308138"/>
                  <a:pt x="1854218" y="1312818"/>
                </a:cubicBezTo>
                <a:cubicBezTo>
                  <a:pt x="1879421" y="1326496"/>
                  <a:pt x="1915785" y="1290141"/>
                  <a:pt x="1945308" y="1280782"/>
                </a:cubicBezTo>
                <a:cubicBezTo>
                  <a:pt x="1952148" y="1278622"/>
                  <a:pt x="1961149" y="1285461"/>
                  <a:pt x="1967990" y="1285461"/>
                </a:cubicBezTo>
                <a:cubicBezTo>
                  <a:pt x="1974831" y="1283302"/>
                  <a:pt x="1972671" y="1269624"/>
                  <a:pt x="1972671" y="1269624"/>
                </a:cubicBezTo>
                <a:cubicBezTo>
                  <a:pt x="1986352" y="1264944"/>
                  <a:pt x="2024876" y="1249107"/>
                  <a:pt x="2033877" y="1255946"/>
                </a:cubicBezTo>
                <a:cubicBezTo>
                  <a:pt x="2018035" y="1264944"/>
                  <a:pt x="1995353" y="1269624"/>
                  <a:pt x="1988512" y="1280782"/>
                </a:cubicBezTo>
                <a:cubicBezTo>
                  <a:pt x="2004354" y="1290141"/>
                  <a:pt x="2038558" y="1273943"/>
                  <a:pt x="2052239" y="1290141"/>
                </a:cubicBezTo>
                <a:cubicBezTo>
                  <a:pt x="2018035" y="1296620"/>
                  <a:pt x="2018035" y="1294460"/>
                  <a:pt x="1997513" y="1305978"/>
                </a:cubicBezTo>
                <a:cubicBezTo>
                  <a:pt x="1990672" y="1296620"/>
                  <a:pt x="1993193" y="1292300"/>
                  <a:pt x="2006874" y="1290141"/>
                </a:cubicBezTo>
                <a:cubicBezTo>
                  <a:pt x="2004354" y="1285461"/>
                  <a:pt x="1997513" y="1290141"/>
                  <a:pt x="1995353" y="1285461"/>
                </a:cubicBezTo>
                <a:cubicBezTo>
                  <a:pt x="1979511" y="1314977"/>
                  <a:pt x="1940627" y="1319657"/>
                  <a:pt x="1902103" y="1328655"/>
                </a:cubicBezTo>
                <a:cubicBezTo>
                  <a:pt x="1865739" y="1335494"/>
                  <a:pt x="1826855" y="1349172"/>
                  <a:pt x="1811013" y="1390206"/>
                </a:cubicBezTo>
                <a:cubicBezTo>
                  <a:pt x="1781490" y="1383367"/>
                  <a:pt x="1726765" y="1424041"/>
                  <a:pt x="1695081" y="1444558"/>
                </a:cubicBezTo>
                <a:cubicBezTo>
                  <a:pt x="1692561" y="1435560"/>
                  <a:pt x="1701922" y="1430880"/>
                  <a:pt x="1699401" y="1424041"/>
                </a:cubicBezTo>
                <a:cubicBezTo>
                  <a:pt x="1674559" y="1435560"/>
                  <a:pt x="1686080" y="1439879"/>
                  <a:pt x="1686080" y="1449238"/>
                </a:cubicBezTo>
                <a:cubicBezTo>
                  <a:pt x="1669878" y="1449238"/>
                  <a:pt x="1672398" y="1451397"/>
                  <a:pt x="1651876" y="1465075"/>
                </a:cubicBezTo>
                <a:cubicBezTo>
                  <a:pt x="1636035" y="1451397"/>
                  <a:pt x="1617673" y="1483433"/>
                  <a:pt x="1597150" y="1476594"/>
                </a:cubicBezTo>
                <a:cubicBezTo>
                  <a:pt x="1592470" y="1478753"/>
                  <a:pt x="1594990" y="1480913"/>
                  <a:pt x="1590310" y="1485592"/>
                </a:cubicBezTo>
                <a:cubicBezTo>
                  <a:pt x="1594990" y="1494591"/>
                  <a:pt x="1606151" y="1487752"/>
                  <a:pt x="1615512" y="1487752"/>
                </a:cubicBezTo>
                <a:cubicBezTo>
                  <a:pt x="1579149" y="1501430"/>
                  <a:pt x="1519742" y="1547143"/>
                  <a:pt x="1476538" y="1549303"/>
                </a:cubicBezTo>
                <a:cubicBezTo>
                  <a:pt x="1469697" y="1556142"/>
                  <a:pt x="1474377" y="1565141"/>
                  <a:pt x="1469697" y="1571980"/>
                </a:cubicBezTo>
                <a:cubicBezTo>
                  <a:pt x="1451695" y="1558302"/>
                  <a:pt x="1440174" y="1596816"/>
                  <a:pt x="1438014" y="1578819"/>
                </a:cubicBezTo>
                <a:cubicBezTo>
                  <a:pt x="1428653" y="1594657"/>
                  <a:pt x="1417491" y="1606175"/>
                  <a:pt x="1415331" y="1628852"/>
                </a:cubicBezTo>
                <a:cubicBezTo>
                  <a:pt x="1394809" y="1647209"/>
                  <a:pt x="1419652" y="1606175"/>
                  <a:pt x="1399129" y="1624172"/>
                </a:cubicBezTo>
                <a:cubicBezTo>
                  <a:pt x="1394809" y="1619853"/>
                  <a:pt x="1412811" y="1613014"/>
                  <a:pt x="1417491" y="1606175"/>
                </a:cubicBezTo>
                <a:cubicBezTo>
                  <a:pt x="1390129" y="1608335"/>
                  <a:pt x="1369606" y="1619853"/>
                  <a:pt x="1349084" y="1651528"/>
                </a:cubicBezTo>
                <a:cubicBezTo>
                  <a:pt x="1360605" y="1656208"/>
                  <a:pt x="1374287" y="1642530"/>
                  <a:pt x="1387968" y="1640370"/>
                </a:cubicBezTo>
                <a:cubicBezTo>
                  <a:pt x="1394809" y="1649369"/>
                  <a:pt x="1378967" y="1658367"/>
                  <a:pt x="1390129" y="1667366"/>
                </a:cubicBezTo>
                <a:cubicBezTo>
                  <a:pt x="1355925" y="1685723"/>
                  <a:pt x="1383288" y="1692562"/>
                  <a:pt x="1360605" y="1699401"/>
                </a:cubicBezTo>
                <a:cubicBezTo>
                  <a:pt x="1367446" y="1701561"/>
                  <a:pt x="1374287" y="1699401"/>
                  <a:pt x="1381128" y="1692562"/>
                </a:cubicBezTo>
                <a:cubicBezTo>
                  <a:pt x="1378967" y="1708400"/>
                  <a:pt x="1355925" y="1722078"/>
                  <a:pt x="1337923" y="1737916"/>
                </a:cubicBezTo>
                <a:cubicBezTo>
                  <a:pt x="1355925" y="1754113"/>
                  <a:pt x="1349084" y="1724238"/>
                  <a:pt x="1374287" y="1713079"/>
                </a:cubicBezTo>
                <a:cubicBezTo>
                  <a:pt x="1374287" y="1717759"/>
                  <a:pt x="1369606" y="1724238"/>
                  <a:pt x="1374287" y="1728917"/>
                </a:cubicBezTo>
                <a:cubicBezTo>
                  <a:pt x="1419652" y="1708400"/>
                  <a:pt x="1451695" y="1699401"/>
                  <a:pt x="1494900" y="1678884"/>
                </a:cubicBezTo>
                <a:cubicBezTo>
                  <a:pt x="1488059" y="1649369"/>
                  <a:pt x="1526583" y="1672045"/>
                  <a:pt x="1551786" y="1656208"/>
                </a:cubicBezTo>
                <a:cubicBezTo>
                  <a:pt x="1543145" y="1662957"/>
                  <a:pt x="1529441" y="1672338"/>
                  <a:pt x="1529812" y="1681466"/>
                </a:cubicBezTo>
                <a:lnTo>
                  <a:pt x="1535431" y="1690166"/>
                </a:lnTo>
                <a:lnTo>
                  <a:pt x="1535227" y="1690630"/>
                </a:lnTo>
                <a:lnTo>
                  <a:pt x="1528687" y="1694789"/>
                </a:lnTo>
                <a:cubicBezTo>
                  <a:pt x="1523050" y="1695869"/>
                  <a:pt x="1520553" y="1689053"/>
                  <a:pt x="1515422" y="1692562"/>
                </a:cubicBezTo>
                <a:cubicBezTo>
                  <a:pt x="1517582" y="1704081"/>
                  <a:pt x="1526583" y="1697242"/>
                  <a:pt x="1533424" y="1694722"/>
                </a:cubicBezTo>
                <a:lnTo>
                  <a:pt x="1535227" y="1690630"/>
                </a:lnTo>
                <a:lnTo>
                  <a:pt x="1535584" y="1690403"/>
                </a:lnTo>
                <a:lnTo>
                  <a:pt x="1535431" y="1690166"/>
                </a:lnTo>
                <a:lnTo>
                  <a:pt x="1541030" y="1677461"/>
                </a:lnTo>
                <a:cubicBezTo>
                  <a:pt x="1544742" y="1673496"/>
                  <a:pt x="1549445" y="1670943"/>
                  <a:pt x="1554576" y="1668671"/>
                </a:cubicBezTo>
                <a:lnTo>
                  <a:pt x="1567593" y="1662932"/>
                </a:lnTo>
                <a:lnTo>
                  <a:pt x="1567627" y="1663047"/>
                </a:lnTo>
                <a:lnTo>
                  <a:pt x="1567846" y="1662821"/>
                </a:lnTo>
                <a:lnTo>
                  <a:pt x="1570688" y="1661568"/>
                </a:lnTo>
                <a:cubicBezTo>
                  <a:pt x="1576111" y="1658727"/>
                  <a:pt x="1581399" y="1655038"/>
                  <a:pt x="1585989" y="1649369"/>
                </a:cubicBezTo>
                <a:cubicBezTo>
                  <a:pt x="1581309" y="1645949"/>
                  <a:pt x="1579599" y="1648739"/>
                  <a:pt x="1577619" y="1652698"/>
                </a:cubicBezTo>
                <a:lnTo>
                  <a:pt x="1567846" y="1662821"/>
                </a:lnTo>
                <a:lnTo>
                  <a:pt x="1567593" y="1662932"/>
                </a:lnTo>
                <a:lnTo>
                  <a:pt x="1562947" y="1647209"/>
                </a:lnTo>
                <a:cubicBezTo>
                  <a:pt x="1583469" y="1631011"/>
                  <a:pt x="1588149" y="1642530"/>
                  <a:pt x="1597150" y="1651528"/>
                </a:cubicBezTo>
                <a:cubicBezTo>
                  <a:pt x="1615512" y="1626692"/>
                  <a:pt x="1629194" y="1619853"/>
                  <a:pt x="1663037" y="1601496"/>
                </a:cubicBezTo>
                <a:cubicBezTo>
                  <a:pt x="1674559" y="1592497"/>
                  <a:pt x="1654036" y="1596816"/>
                  <a:pt x="1656197" y="1590337"/>
                </a:cubicBezTo>
                <a:cubicBezTo>
                  <a:pt x="1667718" y="1587818"/>
                  <a:pt x="1681399" y="1578819"/>
                  <a:pt x="1688240" y="1592497"/>
                </a:cubicBezTo>
                <a:cubicBezTo>
                  <a:pt x="1701922" y="1585658"/>
                  <a:pt x="1697241" y="1578819"/>
                  <a:pt x="1708763" y="1574140"/>
                </a:cubicBezTo>
                <a:cubicBezTo>
                  <a:pt x="1704082" y="1569820"/>
                  <a:pt x="1699401" y="1569820"/>
                  <a:pt x="1692561" y="1571980"/>
                </a:cubicBezTo>
                <a:cubicBezTo>
                  <a:pt x="1701922" y="1556142"/>
                  <a:pt x="1749807" y="1569820"/>
                  <a:pt x="1747287" y="1537785"/>
                </a:cubicBezTo>
                <a:cubicBezTo>
                  <a:pt x="1779330" y="1535625"/>
                  <a:pt x="1826855" y="1517268"/>
                  <a:pt x="1856378" y="1483433"/>
                </a:cubicBezTo>
                <a:cubicBezTo>
                  <a:pt x="1854218" y="1496751"/>
                  <a:pt x="1854218" y="1496751"/>
                  <a:pt x="1865739" y="1501430"/>
                </a:cubicBezTo>
                <a:cubicBezTo>
                  <a:pt x="1881581" y="1483433"/>
                  <a:pt x="1911104" y="1467235"/>
                  <a:pt x="1926946" y="1483433"/>
                </a:cubicBezTo>
                <a:cubicBezTo>
                  <a:pt x="1938467" y="1469755"/>
                  <a:pt x="1956829" y="1458236"/>
                  <a:pt x="1970510" y="1447078"/>
                </a:cubicBezTo>
                <a:cubicBezTo>
                  <a:pt x="1963670" y="1439879"/>
                  <a:pt x="1945308" y="1458236"/>
                  <a:pt x="1943147" y="1442399"/>
                </a:cubicBezTo>
                <a:cubicBezTo>
                  <a:pt x="1952148" y="1447078"/>
                  <a:pt x="1974831" y="1439879"/>
                  <a:pt x="1977351" y="1428721"/>
                </a:cubicBezTo>
                <a:cubicBezTo>
                  <a:pt x="1988512" y="1433040"/>
                  <a:pt x="1995353" y="1433040"/>
                  <a:pt x="1993193" y="1444558"/>
                </a:cubicBezTo>
                <a:cubicBezTo>
                  <a:pt x="2006874" y="1437719"/>
                  <a:pt x="2018035" y="1428721"/>
                  <a:pt x="2031717" y="1421882"/>
                </a:cubicBezTo>
                <a:cubicBezTo>
                  <a:pt x="2020196" y="1410363"/>
                  <a:pt x="2009034" y="1430880"/>
                  <a:pt x="2004354" y="1412883"/>
                </a:cubicBezTo>
                <a:cubicBezTo>
                  <a:pt x="1961149" y="1435560"/>
                  <a:pt x="1908944" y="1421882"/>
                  <a:pt x="1890582" y="1458236"/>
                </a:cubicBezTo>
                <a:cubicBezTo>
                  <a:pt x="1879421" y="1453917"/>
                  <a:pt x="1845217" y="1469755"/>
                  <a:pt x="1845217" y="1480913"/>
                </a:cubicBezTo>
                <a:cubicBezTo>
                  <a:pt x="1829375" y="1462916"/>
                  <a:pt x="1813534" y="1476594"/>
                  <a:pt x="1795172" y="1494591"/>
                </a:cubicBezTo>
                <a:cubicBezTo>
                  <a:pt x="1781490" y="1471914"/>
                  <a:pt x="1788331" y="1462916"/>
                  <a:pt x="1769969" y="1433040"/>
                </a:cubicBezTo>
                <a:cubicBezTo>
                  <a:pt x="1779330" y="1424041"/>
                  <a:pt x="1781490" y="1412883"/>
                  <a:pt x="1786171" y="1403524"/>
                </a:cubicBezTo>
                <a:cubicBezTo>
                  <a:pt x="1813534" y="1410363"/>
                  <a:pt x="1822535" y="1394526"/>
                  <a:pt x="1849898" y="1383367"/>
                </a:cubicBezTo>
                <a:cubicBezTo>
                  <a:pt x="1843057" y="1415043"/>
                  <a:pt x="1908944" y="1374009"/>
                  <a:pt x="1890582" y="1367170"/>
                </a:cubicBezTo>
                <a:cubicBezTo>
                  <a:pt x="1906784" y="1367170"/>
                  <a:pt x="1920105" y="1378688"/>
                  <a:pt x="1936307" y="1380848"/>
                </a:cubicBezTo>
                <a:cubicBezTo>
                  <a:pt x="1949988" y="1376528"/>
                  <a:pt x="1938467" y="1365010"/>
                  <a:pt x="1947468" y="1358171"/>
                </a:cubicBezTo>
                <a:cubicBezTo>
                  <a:pt x="1954309" y="1371849"/>
                  <a:pt x="1977351" y="1358171"/>
                  <a:pt x="1995353" y="1351332"/>
                </a:cubicBezTo>
                <a:cubicBezTo>
                  <a:pt x="1993193" y="1344493"/>
                  <a:pt x="1988512" y="1346653"/>
                  <a:pt x="1983832" y="1346653"/>
                </a:cubicBezTo>
                <a:cubicBezTo>
                  <a:pt x="2011195" y="1335494"/>
                  <a:pt x="2061240" y="1305978"/>
                  <a:pt x="2095444" y="1312818"/>
                </a:cubicBezTo>
                <a:cubicBezTo>
                  <a:pt x="2100124" y="1310298"/>
                  <a:pt x="2095444" y="1303459"/>
                  <a:pt x="2095444" y="1299139"/>
                </a:cubicBezTo>
                <a:cubicBezTo>
                  <a:pt x="2152330" y="1305978"/>
                  <a:pt x="2190854" y="1287621"/>
                  <a:pt x="2257101" y="1269624"/>
                </a:cubicBezTo>
                <a:cubicBezTo>
                  <a:pt x="2254580" y="1273943"/>
                  <a:pt x="2254580" y="1278622"/>
                  <a:pt x="2254580" y="1283302"/>
                </a:cubicBezTo>
                <a:cubicBezTo>
                  <a:pt x="2275103" y="1278622"/>
                  <a:pt x="2286624" y="1269624"/>
                  <a:pt x="2309306" y="1276463"/>
                </a:cubicBezTo>
                <a:cubicBezTo>
                  <a:pt x="2275103" y="1287621"/>
                  <a:pt x="2261421" y="1305978"/>
                  <a:pt x="2213896" y="1319657"/>
                </a:cubicBezTo>
                <a:cubicBezTo>
                  <a:pt x="2234418" y="1332975"/>
                  <a:pt x="2263941" y="1303459"/>
                  <a:pt x="2284104" y="1321816"/>
                </a:cubicBezTo>
                <a:cubicBezTo>
                  <a:pt x="2259261" y="1305978"/>
                  <a:pt x="2297785" y="1305978"/>
                  <a:pt x="2311466" y="1314977"/>
                </a:cubicBezTo>
                <a:cubicBezTo>
                  <a:pt x="2325148" y="1299139"/>
                  <a:pt x="2343510" y="1305978"/>
                  <a:pt x="2361512" y="1290141"/>
                </a:cubicBezTo>
                <a:cubicBezTo>
                  <a:pt x="2368352" y="1296620"/>
                  <a:pt x="2352511" y="1308138"/>
                  <a:pt x="2364032" y="1305978"/>
                </a:cubicBezTo>
                <a:cubicBezTo>
                  <a:pt x="2354671" y="1317137"/>
                  <a:pt x="2293465" y="1314977"/>
                  <a:pt x="2295625" y="1342333"/>
                </a:cubicBezTo>
                <a:cubicBezTo>
                  <a:pt x="2277263" y="1349172"/>
                  <a:pt x="2293465" y="1337654"/>
                  <a:pt x="2286624" y="1328655"/>
                </a:cubicBezTo>
                <a:cubicBezTo>
                  <a:pt x="2272942" y="1335494"/>
                  <a:pt x="2279783" y="1349172"/>
                  <a:pt x="2270782" y="1358171"/>
                </a:cubicBezTo>
                <a:cubicBezTo>
                  <a:pt x="2290944" y="1342333"/>
                  <a:pt x="2325148" y="1353492"/>
                  <a:pt x="2334509" y="1332975"/>
                </a:cubicBezTo>
                <a:cubicBezTo>
                  <a:pt x="2388875" y="1332975"/>
                  <a:pt x="2454762" y="1321816"/>
                  <a:pt x="2484645" y="1294460"/>
                </a:cubicBezTo>
                <a:cubicBezTo>
                  <a:pt x="2482124" y="1305978"/>
                  <a:pt x="2493646" y="1301299"/>
                  <a:pt x="2495806" y="1308138"/>
                </a:cubicBezTo>
                <a:cubicBezTo>
                  <a:pt x="2530010" y="1287621"/>
                  <a:pt x="2586896" y="1299139"/>
                  <a:pt x="2598417" y="1262785"/>
                </a:cubicBezTo>
                <a:cubicBezTo>
                  <a:pt x="2607418" y="1260265"/>
                  <a:pt x="2600577" y="1273943"/>
                  <a:pt x="2605257" y="1280782"/>
                </a:cubicBezTo>
                <a:cubicBezTo>
                  <a:pt x="2555212" y="1310298"/>
                  <a:pt x="2511648" y="1294460"/>
                  <a:pt x="2477804" y="1326496"/>
                </a:cubicBezTo>
                <a:cubicBezTo>
                  <a:pt x="2479964" y="1335494"/>
                  <a:pt x="2507327" y="1323976"/>
                  <a:pt x="2498326" y="1337654"/>
                </a:cubicBezTo>
                <a:cubicBezTo>
                  <a:pt x="2552692" y="1317137"/>
                  <a:pt x="2636941" y="1314977"/>
                  <a:pt x="2682306" y="1301299"/>
                </a:cubicBezTo>
                <a:cubicBezTo>
                  <a:pt x="2689146" y="1314977"/>
                  <a:pt x="2664304" y="1303459"/>
                  <a:pt x="2666464" y="1314977"/>
                </a:cubicBezTo>
                <a:cubicBezTo>
                  <a:pt x="2728030" y="1296620"/>
                  <a:pt x="2802918" y="1314977"/>
                  <a:pt x="2848643" y="1278622"/>
                </a:cubicBezTo>
                <a:cubicBezTo>
                  <a:pt x="2850803" y="1292300"/>
                  <a:pt x="2832802" y="1285461"/>
                  <a:pt x="2834962" y="1296620"/>
                </a:cubicBezTo>
                <a:cubicBezTo>
                  <a:pt x="2866645" y="1283302"/>
                  <a:pt x="2889688" y="1323976"/>
                  <a:pt x="2921371" y="1294460"/>
                </a:cubicBezTo>
                <a:cubicBezTo>
                  <a:pt x="2928212" y="1299139"/>
                  <a:pt x="2930372" y="1305978"/>
                  <a:pt x="2935052" y="1310298"/>
                </a:cubicBezTo>
                <a:cubicBezTo>
                  <a:pt x="2950894" y="1308138"/>
                  <a:pt x="2978257" y="1294460"/>
                  <a:pt x="2989778" y="1301299"/>
                </a:cubicBezTo>
                <a:cubicBezTo>
                  <a:pt x="2989778" y="1305978"/>
                  <a:pt x="2982937" y="1303459"/>
                  <a:pt x="2978257" y="1305978"/>
                </a:cubicBezTo>
                <a:cubicBezTo>
                  <a:pt x="2978257" y="1308138"/>
                  <a:pt x="2982937" y="1308138"/>
                  <a:pt x="2985098" y="1308138"/>
                </a:cubicBezTo>
                <a:cubicBezTo>
                  <a:pt x="2971416" y="1332975"/>
                  <a:pt x="3000939" y="1330815"/>
                  <a:pt x="3037303" y="1326496"/>
                </a:cubicBezTo>
                <a:cubicBezTo>
                  <a:pt x="3041984" y="1323976"/>
                  <a:pt x="3048824" y="1323976"/>
                  <a:pt x="3053145" y="1321816"/>
                </a:cubicBezTo>
                <a:cubicBezTo>
                  <a:pt x="3053145" y="1321816"/>
                  <a:pt x="3053145" y="1321816"/>
                  <a:pt x="3064666" y="1319657"/>
                </a:cubicBezTo>
                <a:cubicBezTo>
                  <a:pt x="3073667" y="1319657"/>
                  <a:pt x="3080508" y="1317137"/>
                  <a:pt x="3089869" y="1314977"/>
                </a:cubicBezTo>
                <a:cubicBezTo>
                  <a:pt x="3103190" y="1310298"/>
                  <a:pt x="3116872" y="1308138"/>
                  <a:pt x="3123712" y="1308138"/>
                </a:cubicBezTo>
                <a:cubicBezTo>
                  <a:pt x="3128393" y="1308138"/>
                  <a:pt x="3121552" y="1310298"/>
                  <a:pt x="3121552" y="1314977"/>
                </a:cubicBezTo>
                <a:cubicBezTo>
                  <a:pt x="3148915" y="1314977"/>
                  <a:pt x="3176278" y="1314977"/>
                  <a:pt x="3201121" y="1314977"/>
                </a:cubicBezTo>
                <a:cubicBezTo>
                  <a:pt x="3214802" y="1312818"/>
                  <a:pt x="3228483" y="1312818"/>
                  <a:pt x="3242165" y="1314977"/>
                </a:cubicBezTo>
                <a:cubicBezTo>
                  <a:pt x="3255846" y="1314977"/>
                  <a:pt x="3267008" y="1317137"/>
                  <a:pt x="3280689" y="1319657"/>
                </a:cubicBezTo>
                <a:cubicBezTo>
                  <a:pt x="3285369" y="1319657"/>
                  <a:pt x="3283209" y="1312818"/>
                  <a:pt x="3278529" y="1312818"/>
                </a:cubicBezTo>
                <a:cubicBezTo>
                  <a:pt x="3290050" y="1312818"/>
                  <a:pt x="3323894" y="1346653"/>
                  <a:pt x="3346576" y="1319657"/>
                </a:cubicBezTo>
                <a:cubicBezTo>
                  <a:pt x="3344056" y="1323976"/>
                  <a:pt x="3339735" y="1326496"/>
                  <a:pt x="3337215" y="1330815"/>
                </a:cubicBezTo>
                <a:cubicBezTo>
                  <a:pt x="3348736" y="1330815"/>
                  <a:pt x="3350896" y="1312818"/>
                  <a:pt x="3364578" y="1312818"/>
                </a:cubicBezTo>
                <a:cubicBezTo>
                  <a:pt x="3364578" y="1321816"/>
                  <a:pt x="3360257" y="1323976"/>
                  <a:pt x="3357737" y="1328655"/>
                </a:cubicBezTo>
                <a:cubicBezTo>
                  <a:pt x="3378259" y="1344493"/>
                  <a:pt x="3403462" y="1321816"/>
                  <a:pt x="3414623" y="1335494"/>
                </a:cubicBezTo>
                <a:cubicBezTo>
                  <a:pt x="3421464" y="1335494"/>
                  <a:pt x="3423984" y="1328655"/>
                  <a:pt x="3432985" y="1330815"/>
                </a:cubicBezTo>
                <a:cubicBezTo>
                  <a:pt x="3439826" y="1314977"/>
                  <a:pt x="3423984" y="1321816"/>
                  <a:pt x="3428305" y="1310298"/>
                </a:cubicBezTo>
                <a:cubicBezTo>
                  <a:pt x="3430465" y="1312818"/>
                  <a:pt x="3432985" y="1312818"/>
                  <a:pt x="3435145" y="1314977"/>
                </a:cubicBezTo>
                <a:cubicBezTo>
                  <a:pt x="3437306" y="1314977"/>
                  <a:pt x="3439826" y="1314977"/>
                  <a:pt x="3441986" y="1314977"/>
                </a:cubicBezTo>
                <a:cubicBezTo>
                  <a:pt x="3439826" y="1317137"/>
                  <a:pt x="3437306" y="1326496"/>
                  <a:pt x="3435145" y="1326496"/>
                </a:cubicBezTo>
                <a:cubicBezTo>
                  <a:pt x="3435145" y="1332975"/>
                  <a:pt x="3441986" y="1319657"/>
                  <a:pt x="3439826" y="1332975"/>
                </a:cubicBezTo>
                <a:cubicBezTo>
                  <a:pt x="3444146" y="1328655"/>
                  <a:pt x="3448827" y="1328655"/>
                  <a:pt x="3453507" y="1319657"/>
                </a:cubicBezTo>
                <a:cubicBezTo>
                  <a:pt x="3455667" y="1319657"/>
                  <a:pt x="3453507" y="1328655"/>
                  <a:pt x="3453507" y="1335494"/>
                </a:cubicBezTo>
                <a:cubicBezTo>
                  <a:pt x="3476190" y="1344493"/>
                  <a:pt x="3496712" y="1335494"/>
                  <a:pt x="3524075" y="1326496"/>
                </a:cubicBezTo>
                <a:lnTo>
                  <a:pt x="3529599" y="1334780"/>
                </a:lnTo>
                <a:lnTo>
                  <a:pt x="3529620" y="1335394"/>
                </a:lnTo>
                <a:lnTo>
                  <a:pt x="3531989" y="1338364"/>
                </a:lnTo>
                <a:lnTo>
                  <a:pt x="3539016" y="1348902"/>
                </a:lnTo>
                <a:cubicBezTo>
                  <a:pt x="3546667" y="1352592"/>
                  <a:pt x="3555758" y="1352592"/>
                  <a:pt x="3562599" y="1349172"/>
                </a:cubicBezTo>
                <a:cubicBezTo>
                  <a:pt x="3555758" y="1362850"/>
                  <a:pt x="3574120" y="1356011"/>
                  <a:pt x="3576280" y="1367170"/>
                </a:cubicBezTo>
                <a:cubicBezTo>
                  <a:pt x="3578440" y="1367170"/>
                  <a:pt x="3578440" y="1362850"/>
                  <a:pt x="3580961" y="1362850"/>
                </a:cubicBezTo>
                <a:cubicBezTo>
                  <a:pt x="3585281" y="1349172"/>
                  <a:pt x="3576280" y="1356011"/>
                  <a:pt x="3578440" y="1344493"/>
                </a:cubicBezTo>
                <a:cubicBezTo>
                  <a:pt x="3585281" y="1349172"/>
                  <a:pt x="3589962" y="1360331"/>
                  <a:pt x="3592122" y="1371849"/>
                </a:cubicBezTo>
                <a:cubicBezTo>
                  <a:pt x="3587801" y="1358171"/>
                  <a:pt x="3587801" y="1374009"/>
                  <a:pt x="3578440" y="1371849"/>
                </a:cubicBezTo>
                <a:cubicBezTo>
                  <a:pt x="3580961" y="1380848"/>
                  <a:pt x="3592122" y="1371849"/>
                  <a:pt x="3598963" y="1371849"/>
                </a:cubicBezTo>
                <a:cubicBezTo>
                  <a:pt x="3601123" y="1360331"/>
                  <a:pt x="3596802" y="1360331"/>
                  <a:pt x="3592122" y="1360331"/>
                </a:cubicBezTo>
                <a:cubicBezTo>
                  <a:pt x="3601123" y="1365010"/>
                  <a:pt x="3633166" y="1349172"/>
                  <a:pt x="3637847" y="1371849"/>
                </a:cubicBezTo>
                <a:cubicBezTo>
                  <a:pt x="3646848" y="1362850"/>
                  <a:pt x="3635326" y="1360331"/>
                  <a:pt x="3644687" y="1344493"/>
                </a:cubicBezTo>
                <a:cubicBezTo>
                  <a:pt x="3630646" y="1349172"/>
                  <a:pt x="3610484" y="1356011"/>
                  <a:pt x="3603643" y="1328655"/>
                </a:cubicBezTo>
                <a:cubicBezTo>
                  <a:pt x="3612644" y="1332975"/>
                  <a:pt x="3617325" y="1323976"/>
                  <a:pt x="3619485" y="1312818"/>
                </a:cubicBezTo>
                <a:cubicBezTo>
                  <a:pt x="3628486" y="1312818"/>
                  <a:pt x="3640007" y="1310298"/>
                  <a:pt x="3642167" y="1321816"/>
                </a:cubicBezTo>
                <a:cubicBezTo>
                  <a:pt x="3646848" y="1317137"/>
                  <a:pt x="3651528" y="1314977"/>
                  <a:pt x="3655849" y="1310298"/>
                </a:cubicBezTo>
                <a:cubicBezTo>
                  <a:pt x="3674211" y="1317137"/>
                  <a:pt x="3696893" y="1294460"/>
                  <a:pt x="3708054" y="1321816"/>
                </a:cubicBezTo>
                <a:cubicBezTo>
                  <a:pt x="3701213" y="1323976"/>
                  <a:pt x="3703734" y="1310298"/>
                  <a:pt x="3699053" y="1319657"/>
                </a:cubicBezTo>
                <a:cubicBezTo>
                  <a:pt x="3701213" y="1328655"/>
                  <a:pt x="3705894" y="1323976"/>
                  <a:pt x="3712735" y="1321816"/>
                </a:cubicBezTo>
                <a:cubicBezTo>
                  <a:pt x="3712735" y="1317137"/>
                  <a:pt x="3712735" y="1314977"/>
                  <a:pt x="3712735" y="1314977"/>
                </a:cubicBezTo>
                <a:cubicBezTo>
                  <a:pt x="3724256" y="1317137"/>
                  <a:pt x="3751619" y="1290141"/>
                  <a:pt x="3760620" y="1312818"/>
                </a:cubicBezTo>
                <a:cubicBezTo>
                  <a:pt x="3771781" y="1292300"/>
                  <a:pt x="3792303" y="1319657"/>
                  <a:pt x="3799144" y="1292300"/>
                </a:cubicBezTo>
                <a:cubicBezTo>
                  <a:pt x="3801304" y="1301299"/>
                  <a:pt x="3803824" y="1310298"/>
                  <a:pt x="3810665" y="1314977"/>
                </a:cubicBezTo>
                <a:cubicBezTo>
                  <a:pt x="3810665" y="1305978"/>
                  <a:pt x="3817506" y="1294460"/>
                  <a:pt x="3817506" y="1314977"/>
                </a:cubicBezTo>
                <a:cubicBezTo>
                  <a:pt x="3833347" y="1303459"/>
                  <a:pt x="3842348" y="1305978"/>
                  <a:pt x="3853870" y="1303459"/>
                </a:cubicBezTo>
                <a:cubicBezTo>
                  <a:pt x="3865031" y="1303459"/>
                  <a:pt x="3874392" y="1301299"/>
                  <a:pt x="3881233" y="1280782"/>
                </a:cubicBezTo>
                <a:cubicBezTo>
                  <a:pt x="3883393" y="1283302"/>
                  <a:pt x="3883393" y="1292300"/>
                  <a:pt x="3885553" y="1292300"/>
                </a:cubicBezTo>
                <a:cubicBezTo>
                  <a:pt x="3885553" y="1285461"/>
                  <a:pt x="3883393" y="1285461"/>
                  <a:pt x="3883393" y="1276463"/>
                </a:cubicBezTo>
                <a:cubicBezTo>
                  <a:pt x="3888073" y="1292300"/>
                  <a:pt x="3890233" y="1280782"/>
                  <a:pt x="3892394" y="1287621"/>
                </a:cubicBezTo>
                <a:cubicBezTo>
                  <a:pt x="3894914" y="1287621"/>
                  <a:pt x="3888073" y="1301299"/>
                  <a:pt x="3894914" y="1301299"/>
                </a:cubicBezTo>
                <a:cubicBezTo>
                  <a:pt x="3892394" y="1308138"/>
                  <a:pt x="3888073" y="1290141"/>
                  <a:pt x="3883393" y="1296620"/>
                </a:cubicBezTo>
                <a:cubicBezTo>
                  <a:pt x="3883393" y="1303459"/>
                  <a:pt x="3888073" y="1301299"/>
                  <a:pt x="3890233" y="1303459"/>
                </a:cubicBezTo>
                <a:cubicBezTo>
                  <a:pt x="3890233" y="1314977"/>
                  <a:pt x="3885553" y="1303459"/>
                  <a:pt x="3883393" y="1303459"/>
                </a:cubicBezTo>
                <a:cubicBezTo>
                  <a:pt x="3888073" y="1317137"/>
                  <a:pt x="3894914" y="1314977"/>
                  <a:pt x="3899234" y="1317137"/>
                </a:cubicBezTo>
                <a:cubicBezTo>
                  <a:pt x="3888073" y="1323976"/>
                  <a:pt x="3871872" y="1319657"/>
                  <a:pt x="3858190" y="1317137"/>
                </a:cubicBezTo>
                <a:cubicBezTo>
                  <a:pt x="3851709" y="1317137"/>
                  <a:pt x="3844869" y="1317137"/>
                  <a:pt x="3838028" y="1319657"/>
                </a:cubicBezTo>
                <a:cubicBezTo>
                  <a:pt x="3831187" y="1321816"/>
                  <a:pt x="3817506" y="1326496"/>
                  <a:pt x="3808505" y="1335494"/>
                </a:cubicBezTo>
                <a:cubicBezTo>
                  <a:pt x="3803824" y="1332975"/>
                  <a:pt x="3801304" y="1323976"/>
                  <a:pt x="3796984" y="1319657"/>
                </a:cubicBezTo>
                <a:cubicBezTo>
                  <a:pt x="3792303" y="1321816"/>
                  <a:pt x="3794463" y="1335494"/>
                  <a:pt x="3790143" y="1332975"/>
                </a:cubicBezTo>
                <a:cubicBezTo>
                  <a:pt x="3787983" y="1308138"/>
                  <a:pt x="3776461" y="1349172"/>
                  <a:pt x="3778622" y="1321816"/>
                </a:cubicBezTo>
                <a:cubicBezTo>
                  <a:pt x="3774301" y="1335494"/>
                  <a:pt x="3767460" y="1339814"/>
                  <a:pt x="3764940" y="1346653"/>
                </a:cubicBezTo>
                <a:cubicBezTo>
                  <a:pt x="3760620" y="1349172"/>
                  <a:pt x="3758099" y="1342333"/>
                  <a:pt x="3758099" y="1335494"/>
                </a:cubicBezTo>
                <a:cubicBezTo>
                  <a:pt x="3760620" y="1360331"/>
                  <a:pt x="3724256" y="1339814"/>
                  <a:pt x="3721736" y="1353492"/>
                </a:cubicBezTo>
                <a:cubicBezTo>
                  <a:pt x="3714895" y="1346653"/>
                  <a:pt x="3703734" y="1351332"/>
                  <a:pt x="3690052" y="1353492"/>
                </a:cubicBezTo>
                <a:cubicBezTo>
                  <a:pt x="3690052" y="1378688"/>
                  <a:pt x="3714895" y="1369689"/>
                  <a:pt x="3719575" y="1360331"/>
                </a:cubicBezTo>
                <a:cubicBezTo>
                  <a:pt x="3728576" y="1378688"/>
                  <a:pt x="3746938" y="1371849"/>
                  <a:pt x="3753779" y="1371849"/>
                </a:cubicBezTo>
                <a:cubicBezTo>
                  <a:pt x="3755939" y="1383367"/>
                  <a:pt x="3749099" y="1376528"/>
                  <a:pt x="3749099" y="1387687"/>
                </a:cubicBezTo>
                <a:cubicBezTo>
                  <a:pt x="3749099" y="1390206"/>
                  <a:pt x="3749099" y="1394526"/>
                  <a:pt x="3749099" y="1399205"/>
                </a:cubicBezTo>
                <a:cubicBezTo>
                  <a:pt x="3758099" y="1396685"/>
                  <a:pt x="3769621" y="1399205"/>
                  <a:pt x="3771781" y="1385527"/>
                </a:cubicBezTo>
                <a:cubicBezTo>
                  <a:pt x="3790143" y="1392366"/>
                  <a:pt x="3803824" y="1380848"/>
                  <a:pt x="3821826" y="1408204"/>
                </a:cubicBezTo>
                <a:cubicBezTo>
                  <a:pt x="3826507" y="1403524"/>
                  <a:pt x="3831187" y="1394526"/>
                  <a:pt x="3838028" y="1396685"/>
                </a:cubicBezTo>
                <a:cubicBezTo>
                  <a:pt x="3842348" y="1401365"/>
                  <a:pt x="3835508" y="1403524"/>
                  <a:pt x="3831187" y="1403524"/>
                </a:cubicBezTo>
                <a:cubicBezTo>
                  <a:pt x="3838028" y="1410363"/>
                  <a:pt x="3844869" y="1415043"/>
                  <a:pt x="3853870" y="1406044"/>
                </a:cubicBezTo>
                <a:cubicBezTo>
                  <a:pt x="3853870" y="1396685"/>
                  <a:pt x="3849189" y="1406044"/>
                  <a:pt x="3844869" y="1403524"/>
                </a:cubicBezTo>
                <a:cubicBezTo>
                  <a:pt x="3847029" y="1380848"/>
                  <a:pt x="3856030" y="1399205"/>
                  <a:pt x="3862871" y="1392366"/>
                </a:cubicBezTo>
                <a:cubicBezTo>
                  <a:pt x="3860710" y="1399205"/>
                  <a:pt x="3860710" y="1401365"/>
                  <a:pt x="3858190" y="1401365"/>
                </a:cubicBezTo>
                <a:cubicBezTo>
                  <a:pt x="3867551" y="1412883"/>
                  <a:pt x="3876552" y="1417202"/>
                  <a:pt x="3885553" y="1408204"/>
                </a:cubicBezTo>
                <a:cubicBezTo>
                  <a:pt x="3885553" y="1396685"/>
                  <a:pt x="3881233" y="1406044"/>
                  <a:pt x="3881233" y="1394526"/>
                </a:cubicBezTo>
                <a:cubicBezTo>
                  <a:pt x="3883393" y="1396685"/>
                  <a:pt x="3890233" y="1410363"/>
                  <a:pt x="3888073" y="1392366"/>
                </a:cubicBezTo>
                <a:cubicBezTo>
                  <a:pt x="3894914" y="1403524"/>
                  <a:pt x="3901755" y="1403524"/>
                  <a:pt x="3903915" y="1390206"/>
                </a:cubicBezTo>
                <a:cubicBezTo>
                  <a:pt x="3906075" y="1399205"/>
                  <a:pt x="3910756" y="1399205"/>
                  <a:pt x="3915436" y="1396685"/>
                </a:cubicBezTo>
                <a:cubicBezTo>
                  <a:pt x="3908595" y="1406044"/>
                  <a:pt x="3901755" y="1401365"/>
                  <a:pt x="3890233" y="1412883"/>
                </a:cubicBezTo>
                <a:cubicBezTo>
                  <a:pt x="3897074" y="1426561"/>
                  <a:pt x="3903915" y="1426561"/>
                  <a:pt x="3908595" y="1417202"/>
                </a:cubicBezTo>
                <a:cubicBezTo>
                  <a:pt x="3908595" y="1437719"/>
                  <a:pt x="3928758" y="1401365"/>
                  <a:pt x="3938119" y="1437719"/>
                </a:cubicBezTo>
                <a:cubicBezTo>
                  <a:pt x="3953960" y="1424041"/>
                  <a:pt x="3965121" y="1449238"/>
                  <a:pt x="3983483" y="1430880"/>
                </a:cubicBezTo>
                <a:cubicBezTo>
                  <a:pt x="3974482" y="1449238"/>
                  <a:pt x="3995005" y="1437719"/>
                  <a:pt x="4001845" y="1435560"/>
                </a:cubicBezTo>
                <a:cubicBezTo>
                  <a:pt x="3999325" y="1421882"/>
                  <a:pt x="3997165" y="1426561"/>
                  <a:pt x="3992484" y="1421882"/>
                </a:cubicBezTo>
                <a:cubicBezTo>
                  <a:pt x="3995005" y="1428721"/>
                  <a:pt x="3992484" y="1433040"/>
                  <a:pt x="3988164" y="1433040"/>
                </a:cubicBezTo>
                <a:cubicBezTo>
                  <a:pt x="3983483" y="1415043"/>
                  <a:pt x="3997165" y="1410363"/>
                  <a:pt x="4004006" y="1428721"/>
                </a:cubicBezTo>
                <a:cubicBezTo>
                  <a:pt x="4022007" y="1421882"/>
                  <a:pt x="4033529" y="1415043"/>
                  <a:pt x="4056211" y="1433040"/>
                </a:cubicBezTo>
                <a:cubicBezTo>
                  <a:pt x="4058731" y="1428721"/>
                  <a:pt x="4049370" y="1426561"/>
                  <a:pt x="4047210" y="1424041"/>
                </a:cubicBezTo>
                <a:cubicBezTo>
                  <a:pt x="4056211" y="1424041"/>
                  <a:pt x="4079253" y="1410363"/>
                  <a:pt x="4095095" y="1410363"/>
                </a:cubicBezTo>
                <a:cubicBezTo>
                  <a:pt x="4104096" y="1396685"/>
                  <a:pt x="4117777" y="1403524"/>
                  <a:pt x="4135779" y="1399205"/>
                </a:cubicBezTo>
                <a:cubicBezTo>
                  <a:pt x="4133619" y="1396685"/>
                  <a:pt x="4133619" y="1396685"/>
                  <a:pt x="4131459" y="1396685"/>
                </a:cubicBezTo>
                <a:cubicBezTo>
                  <a:pt x="4165663" y="1376528"/>
                  <a:pt x="4202026" y="1365010"/>
                  <a:pt x="4226869" y="1339814"/>
                </a:cubicBezTo>
                <a:cubicBezTo>
                  <a:pt x="4231549" y="1346653"/>
                  <a:pt x="4226869" y="1346653"/>
                  <a:pt x="4233710" y="1353492"/>
                </a:cubicBezTo>
                <a:cubicBezTo>
                  <a:pt x="4245231" y="1362850"/>
                  <a:pt x="4243071" y="1344493"/>
                  <a:pt x="4236230" y="1337654"/>
                </a:cubicBezTo>
                <a:cubicBezTo>
                  <a:pt x="4247391" y="1344493"/>
                  <a:pt x="4256392" y="1332975"/>
                  <a:pt x="4265753" y="1319657"/>
                </a:cubicBezTo>
                <a:cubicBezTo>
                  <a:pt x="4274754" y="1308138"/>
                  <a:pt x="4283755" y="1292300"/>
                  <a:pt x="4297437" y="1294460"/>
                </a:cubicBezTo>
                <a:lnTo>
                  <a:pt x="4302117" y="1299139"/>
                </a:lnTo>
                <a:cubicBezTo>
                  <a:pt x="4302117" y="1299139"/>
                  <a:pt x="4302117" y="1285461"/>
                  <a:pt x="4308958" y="1299139"/>
                </a:cubicBezTo>
                <a:cubicBezTo>
                  <a:pt x="4306437" y="1278622"/>
                  <a:pt x="4322639" y="1276463"/>
                  <a:pt x="4326959" y="1262785"/>
                </a:cubicBezTo>
                <a:cubicBezTo>
                  <a:pt x="4331640" y="1262785"/>
                  <a:pt x="4338481" y="1267104"/>
                  <a:pt x="4340641" y="1273943"/>
                </a:cubicBezTo>
                <a:cubicBezTo>
                  <a:pt x="4343161" y="1271783"/>
                  <a:pt x="4343161" y="1269624"/>
                  <a:pt x="4345321" y="1267104"/>
                </a:cubicBezTo>
                <a:cubicBezTo>
                  <a:pt x="4347482" y="1262785"/>
                  <a:pt x="4340641" y="1262785"/>
                  <a:pt x="4333800" y="1255946"/>
                </a:cubicBezTo>
                <a:cubicBezTo>
                  <a:pt x="4347482" y="1253426"/>
                  <a:pt x="4365844" y="1255946"/>
                  <a:pt x="4365844" y="1242268"/>
                </a:cubicBezTo>
                <a:cubicBezTo>
                  <a:pt x="4372685" y="1249107"/>
                  <a:pt x="4374845" y="1249107"/>
                  <a:pt x="4379525" y="1251266"/>
                </a:cubicBezTo>
                <a:cubicBezTo>
                  <a:pt x="4379525" y="1244427"/>
                  <a:pt x="4390686" y="1239748"/>
                  <a:pt x="4393207" y="1235429"/>
                </a:cubicBezTo>
                <a:cubicBezTo>
                  <a:pt x="4402207" y="1244427"/>
                  <a:pt x="4393207" y="1244427"/>
                  <a:pt x="4400047" y="1251266"/>
                </a:cubicBezTo>
                <a:cubicBezTo>
                  <a:pt x="4409049" y="1237588"/>
                  <a:pt x="4445412" y="1242268"/>
                  <a:pt x="4445412" y="1214912"/>
                </a:cubicBezTo>
                <a:cubicBezTo>
                  <a:pt x="4463414" y="1223910"/>
                  <a:pt x="4440731" y="1223910"/>
                  <a:pt x="4452253" y="1232909"/>
                </a:cubicBezTo>
                <a:cubicBezTo>
                  <a:pt x="4468095" y="1228590"/>
                  <a:pt x="4452253" y="1192235"/>
                  <a:pt x="4477095" y="1194395"/>
                </a:cubicBezTo>
                <a:cubicBezTo>
                  <a:pt x="4481776" y="1192235"/>
                  <a:pt x="4470255" y="1187556"/>
                  <a:pt x="4470255" y="1185396"/>
                </a:cubicBezTo>
                <a:cubicBezTo>
                  <a:pt x="4493297" y="1185396"/>
                  <a:pt x="4497617" y="1171718"/>
                  <a:pt x="4495457" y="1155880"/>
                </a:cubicBezTo>
                <a:cubicBezTo>
                  <a:pt x="4540822" y="1180717"/>
                  <a:pt x="4520300" y="1132844"/>
                  <a:pt x="4554503" y="1135363"/>
                </a:cubicBezTo>
                <a:lnTo>
                  <a:pt x="4558539" y="1119306"/>
                </a:lnTo>
                <a:lnTo>
                  <a:pt x="4554193" y="1117418"/>
                </a:lnTo>
                <a:cubicBezTo>
                  <a:pt x="4549067" y="1116874"/>
                  <a:pt x="4544480" y="1116330"/>
                  <a:pt x="4544480" y="1111794"/>
                </a:cubicBezTo>
                <a:cubicBezTo>
                  <a:pt x="4526134" y="1109254"/>
                  <a:pt x="4523976" y="1123043"/>
                  <a:pt x="4526134" y="1129937"/>
                </a:cubicBezTo>
                <a:cubicBezTo>
                  <a:pt x="4501313" y="1120865"/>
                  <a:pt x="4523976" y="1088571"/>
                  <a:pt x="4542322" y="1079500"/>
                </a:cubicBezTo>
                <a:cubicBezTo>
                  <a:pt x="4548797" y="1081677"/>
                  <a:pt x="4555632" y="1086394"/>
                  <a:pt x="4558150" y="1081677"/>
                </a:cubicBezTo>
                <a:cubicBezTo>
                  <a:pt x="4573978" y="1093288"/>
                  <a:pt x="4558150" y="1095465"/>
                  <a:pt x="4560309" y="1100183"/>
                </a:cubicBezTo>
                <a:cubicBezTo>
                  <a:pt x="4548797" y="1102360"/>
                  <a:pt x="4544480" y="1093288"/>
                  <a:pt x="4553474" y="1091111"/>
                </a:cubicBezTo>
                <a:cubicBezTo>
                  <a:pt x="4548797" y="1088571"/>
                  <a:pt x="4546639" y="1093288"/>
                  <a:pt x="4537646" y="1088571"/>
                </a:cubicBezTo>
                <a:cubicBezTo>
                  <a:pt x="4532969" y="1095465"/>
                  <a:pt x="4542322" y="1100183"/>
                  <a:pt x="4542322" y="1104900"/>
                </a:cubicBezTo>
                <a:cubicBezTo>
                  <a:pt x="4548977" y="1101453"/>
                  <a:pt x="4554643" y="1103720"/>
                  <a:pt x="4558915" y="1107984"/>
                </a:cubicBezTo>
                <a:lnTo>
                  <a:pt x="4562676" y="1114869"/>
                </a:lnTo>
                <a:lnTo>
                  <a:pt x="4577186" y="1105848"/>
                </a:lnTo>
                <a:cubicBezTo>
                  <a:pt x="4577186" y="1101168"/>
                  <a:pt x="4572865" y="1099009"/>
                  <a:pt x="4570705" y="1094329"/>
                </a:cubicBezTo>
                <a:cubicBezTo>
                  <a:pt x="4572865" y="1087490"/>
                  <a:pt x="4572865" y="1094329"/>
                  <a:pt x="4581867" y="1096489"/>
                </a:cubicBezTo>
                <a:cubicBezTo>
                  <a:pt x="4584027" y="1094329"/>
                  <a:pt x="4575026" y="1089650"/>
                  <a:pt x="4577186" y="1085331"/>
                </a:cubicBezTo>
                <a:cubicBezTo>
                  <a:pt x="4572865" y="1082811"/>
                  <a:pt x="4572865" y="1087490"/>
                  <a:pt x="4572865" y="1087490"/>
                </a:cubicBezTo>
                <a:cubicBezTo>
                  <a:pt x="4570525" y="1080651"/>
                  <a:pt x="4572775" y="1074982"/>
                  <a:pt x="4576196" y="1069583"/>
                </a:cubicBezTo>
                <a:lnTo>
                  <a:pt x="4581096" y="1061873"/>
                </a:lnTo>
                <a:lnTo>
                  <a:pt x="4565466" y="1060420"/>
                </a:lnTo>
                <a:cubicBezTo>
                  <a:pt x="4557233" y="1059559"/>
                  <a:pt x="4550969" y="1057837"/>
                  <a:pt x="4554370" y="1053124"/>
                </a:cubicBezTo>
                <a:cubicBezTo>
                  <a:pt x="4540767" y="1053124"/>
                  <a:pt x="4545421" y="1071612"/>
                  <a:pt x="4545421" y="1075962"/>
                </a:cubicBezTo>
                <a:cubicBezTo>
                  <a:pt x="4520363" y="1064725"/>
                  <a:pt x="4543273" y="1055662"/>
                  <a:pt x="4549716" y="1046237"/>
                </a:cubicBezTo>
                <a:cubicBezTo>
                  <a:pt x="4556518" y="1048774"/>
                  <a:pt x="4559023" y="1050949"/>
                  <a:pt x="4559023" y="1053124"/>
                </a:cubicBezTo>
                <a:cubicBezTo>
                  <a:pt x="4567972" y="1053124"/>
                  <a:pt x="4572626" y="1050949"/>
                  <a:pt x="4574774" y="1044062"/>
                </a:cubicBezTo>
                <a:cubicBezTo>
                  <a:pt x="4556518" y="1034999"/>
                  <a:pt x="4567972" y="1053124"/>
                  <a:pt x="4552222" y="1044062"/>
                </a:cubicBezTo>
                <a:cubicBezTo>
                  <a:pt x="4559023" y="1037174"/>
                  <a:pt x="4565825" y="1030287"/>
                  <a:pt x="4583723" y="1034999"/>
                </a:cubicBezTo>
                <a:cubicBezTo>
                  <a:pt x="4590703" y="1041796"/>
                  <a:pt x="4575937" y="1047370"/>
                  <a:pt x="4578538" y="1054625"/>
                </a:cubicBezTo>
                <a:lnTo>
                  <a:pt x="4583276" y="1058442"/>
                </a:lnTo>
                <a:lnTo>
                  <a:pt x="4586547" y="1053295"/>
                </a:lnTo>
                <a:lnTo>
                  <a:pt x="4587511" y="1061853"/>
                </a:lnTo>
                <a:lnTo>
                  <a:pt x="4588376" y="1062550"/>
                </a:lnTo>
                <a:lnTo>
                  <a:pt x="4587581" y="1062476"/>
                </a:lnTo>
                <a:lnTo>
                  <a:pt x="4588482" y="1070483"/>
                </a:lnTo>
                <a:cubicBezTo>
                  <a:pt x="4586457" y="1076152"/>
                  <a:pt x="4581867" y="1080651"/>
                  <a:pt x="4575026" y="1080651"/>
                </a:cubicBezTo>
                <a:cubicBezTo>
                  <a:pt x="4575026" y="1082811"/>
                  <a:pt x="4581867" y="1085331"/>
                  <a:pt x="4581867" y="1087490"/>
                </a:cubicBezTo>
                <a:cubicBezTo>
                  <a:pt x="4595548" y="1092170"/>
                  <a:pt x="4604549" y="1085331"/>
                  <a:pt x="4593388" y="1075972"/>
                </a:cubicBezTo>
                <a:cubicBezTo>
                  <a:pt x="4600229" y="1071653"/>
                  <a:pt x="4611389" y="1071653"/>
                  <a:pt x="4618231" y="1069133"/>
                </a:cubicBezTo>
                <a:cubicBezTo>
                  <a:pt x="4622911" y="1062654"/>
                  <a:pt x="4600229" y="1057975"/>
                  <a:pt x="4602389" y="1053295"/>
                </a:cubicBezTo>
                <a:cubicBezTo>
                  <a:pt x="4643433" y="1064814"/>
                  <a:pt x="4618231" y="1026299"/>
                  <a:pt x="4647753" y="1030618"/>
                </a:cubicBezTo>
                <a:cubicBezTo>
                  <a:pt x="4645593" y="1016940"/>
                  <a:pt x="4657115" y="1001103"/>
                  <a:pt x="4668275" y="987425"/>
                </a:cubicBezTo>
                <a:cubicBezTo>
                  <a:pt x="4677277" y="996423"/>
                  <a:pt x="4684117" y="996423"/>
                  <a:pt x="4688798" y="989584"/>
                </a:cubicBezTo>
                <a:cubicBezTo>
                  <a:pt x="4688798" y="1003262"/>
                  <a:pt x="4668275" y="994264"/>
                  <a:pt x="4681957" y="1010101"/>
                </a:cubicBezTo>
                <a:cubicBezTo>
                  <a:pt x="4690958" y="1010101"/>
                  <a:pt x="4700319" y="1012621"/>
                  <a:pt x="4700319" y="1005782"/>
                </a:cubicBezTo>
                <a:cubicBezTo>
                  <a:pt x="4688798" y="1010101"/>
                  <a:pt x="4690958" y="1003262"/>
                  <a:pt x="4695639" y="996423"/>
                </a:cubicBezTo>
                <a:cubicBezTo>
                  <a:pt x="4697799" y="998943"/>
                  <a:pt x="4704639" y="1003262"/>
                  <a:pt x="4711481" y="1005782"/>
                </a:cubicBezTo>
                <a:cubicBezTo>
                  <a:pt x="4704639" y="1019460"/>
                  <a:pt x="4695639" y="1046456"/>
                  <a:pt x="4711481" y="1066973"/>
                </a:cubicBezTo>
                <a:cubicBezTo>
                  <a:pt x="4716161" y="1060134"/>
                  <a:pt x="4720481" y="1051135"/>
                  <a:pt x="4723001" y="1046456"/>
                </a:cubicBezTo>
                <a:cubicBezTo>
                  <a:pt x="4716161" y="1044296"/>
                  <a:pt x="4711481" y="1044296"/>
                  <a:pt x="4709320" y="1048976"/>
                </a:cubicBezTo>
                <a:cubicBezTo>
                  <a:pt x="4702479" y="1046456"/>
                  <a:pt x="4711481" y="1042137"/>
                  <a:pt x="4709320" y="1039617"/>
                </a:cubicBezTo>
                <a:cubicBezTo>
                  <a:pt x="4718321" y="1048976"/>
                  <a:pt x="4720481" y="1039617"/>
                  <a:pt x="4732003" y="1042137"/>
                </a:cubicBezTo>
                <a:cubicBezTo>
                  <a:pt x="4732003" y="1042137"/>
                  <a:pt x="4732003" y="1042137"/>
                  <a:pt x="4729842" y="1053295"/>
                </a:cubicBezTo>
                <a:lnTo>
                  <a:pt x="4737887" y="1053625"/>
                </a:lnTo>
                <a:lnTo>
                  <a:pt x="4744856" y="1036845"/>
                </a:lnTo>
                <a:cubicBezTo>
                  <a:pt x="4746549" y="1029764"/>
                  <a:pt x="4746549" y="1023540"/>
                  <a:pt x="4744232" y="1019030"/>
                </a:cubicBezTo>
                <a:cubicBezTo>
                  <a:pt x="4757775" y="1014340"/>
                  <a:pt x="4757775" y="1009650"/>
                  <a:pt x="4769179" y="1009650"/>
                </a:cubicBezTo>
                <a:cubicBezTo>
                  <a:pt x="4755636" y="1012175"/>
                  <a:pt x="4775594" y="1034905"/>
                  <a:pt x="4751004" y="1032380"/>
                </a:cubicBezTo>
                <a:lnTo>
                  <a:pt x="4750899" y="1035591"/>
                </a:lnTo>
                <a:lnTo>
                  <a:pt x="4755175" y="1037941"/>
                </a:lnTo>
                <a:cubicBezTo>
                  <a:pt x="4755281" y="1038695"/>
                  <a:pt x="4754212" y="1039392"/>
                  <a:pt x="4752930" y="1040247"/>
                </a:cubicBezTo>
                <a:lnTo>
                  <a:pt x="4750474" y="1048606"/>
                </a:lnTo>
                <a:lnTo>
                  <a:pt x="4750462" y="1048978"/>
                </a:lnTo>
                <a:lnTo>
                  <a:pt x="4761824" y="1049268"/>
                </a:lnTo>
                <a:cubicBezTo>
                  <a:pt x="4768591" y="1047041"/>
                  <a:pt x="4763866" y="1038537"/>
                  <a:pt x="4770887" y="1035298"/>
                </a:cubicBezTo>
                <a:cubicBezTo>
                  <a:pt x="4791049" y="1046456"/>
                  <a:pt x="4773047" y="1057975"/>
                  <a:pt x="4773047" y="1066973"/>
                </a:cubicBezTo>
                <a:cubicBezTo>
                  <a:pt x="4773047" y="1073812"/>
                  <a:pt x="4784208" y="1075972"/>
                  <a:pt x="4770887" y="1080651"/>
                </a:cubicBezTo>
                <a:cubicBezTo>
                  <a:pt x="4777367" y="1085331"/>
                  <a:pt x="4782048" y="1099009"/>
                  <a:pt x="4782048" y="1110167"/>
                </a:cubicBezTo>
                <a:cubicBezTo>
                  <a:pt x="4777367" y="1108007"/>
                  <a:pt x="4777367" y="1105848"/>
                  <a:pt x="4773047" y="1103328"/>
                </a:cubicBezTo>
                <a:cubicBezTo>
                  <a:pt x="4769626" y="1109087"/>
                  <a:pt x="4771877" y="1114846"/>
                  <a:pt x="4776962" y="1120291"/>
                </a:cubicBezTo>
                <a:lnTo>
                  <a:pt x="4785899" y="1126727"/>
                </a:lnTo>
                <a:lnTo>
                  <a:pt x="4788468" y="1120865"/>
                </a:lnTo>
                <a:cubicBezTo>
                  <a:pt x="4792732" y="1115423"/>
                  <a:pt x="4800170" y="1109163"/>
                  <a:pt x="4802529" y="1108075"/>
                </a:cubicBezTo>
                <a:cubicBezTo>
                  <a:pt x="4823212" y="1119686"/>
                  <a:pt x="4786564" y="1121863"/>
                  <a:pt x="4793458" y="1128758"/>
                </a:cubicBezTo>
                <a:lnTo>
                  <a:pt x="4787609" y="1127959"/>
                </a:lnTo>
                <a:lnTo>
                  <a:pt x="4797889" y="1135363"/>
                </a:lnTo>
                <a:cubicBezTo>
                  <a:pt x="4804730" y="1135363"/>
                  <a:pt x="4795729" y="1128524"/>
                  <a:pt x="4804730" y="1126365"/>
                </a:cubicBezTo>
                <a:cubicBezTo>
                  <a:pt x="4802570" y="1142202"/>
                  <a:pt x="4816251" y="1135363"/>
                  <a:pt x="4827773" y="1151201"/>
                </a:cubicBezTo>
                <a:cubicBezTo>
                  <a:pt x="4823092" y="1164879"/>
                  <a:pt x="4809411" y="1180717"/>
                  <a:pt x="4829933" y="1185396"/>
                </a:cubicBezTo>
                <a:cubicBezTo>
                  <a:pt x="4827773" y="1205913"/>
                  <a:pt x="4814091" y="1214912"/>
                  <a:pt x="4827773" y="1230749"/>
                </a:cubicBezTo>
                <a:cubicBezTo>
                  <a:pt x="4800409" y="1235429"/>
                  <a:pt x="4814091" y="1260265"/>
                  <a:pt x="4816251" y="1276463"/>
                </a:cubicBezTo>
                <a:lnTo>
                  <a:pt x="4821104" y="1273483"/>
                </a:lnTo>
                <a:lnTo>
                  <a:pt x="4820420" y="1271903"/>
                </a:lnTo>
                <a:cubicBezTo>
                  <a:pt x="4820889" y="1268172"/>
                  <a:pt x="4823326" y="1264868"/>
                  <a:pt x="4827713" y="1264030"/>
                </a:cubicBezTo>
                <a:lnTo>
                  <a:pt x="4831952" y="1264855"/>
                </a:lnTo>
                <a:lnTo>
                  <a:pt x="4836773" y="1253426"/>
                </a:lnTo>
                <a:cubicBezTo>
                  <a:pt x="4847935" y="1258105"/>
                  <a:pt x="4847935" y="1271783"/>
                  <a:pt x="4841094" y="1271783"/>
                </a:cubicBezTo>
                <a:cubicBezTo>
                  <a:pt x="4841094" y="1276463"/>
                  <a:pt x="4847935" y="1280782"/>
                  <a:pt x="4854775" y="1285461"/>
                </a:cubicBezTo>
                <a:cubicBezTo>
                  <a:pt x="4870977" y="1278622"/>
                  <a:pt x="4854775" y="1255946"/>
                  <a:pt x="4875297" y="1255946"/>
                </a:cubicBezTo>
                <a:cubicBezTo>
                  <a:pt x="4875297" y="1267104"/>
                  <a:pt x="4875297" y="1294460"/>
                  <a:pt x="4866297" y="1312818"/>
                </a:cubicBezTo>
                <a:cubicBezTo>
                  <a:pt x="4864137" y="1321816"/>
                  <a:pt x="4836773" y="1339814"/>
                  <a:pt x="4857295" y="1339814"/>
                </a:cubicBezTo>
                <a:cubicBezTo>
                  <a:pt x="4861616" y="1351332"/>
                  <a:pt x="4823092" y="1358171"/>
                  <a:pt x="4854775" y="1376528"/>
                </a:cubicBezTo>
                <a:cubicBezTo>
                  <a:pt x="4834613" y="1417202"/>
                  <a:pt x="4820932" y="1453917"/>
                  <a:pt x="4795729" y="1501430"/>
                </a:cubicBezTo>
                <a:cubicBezTo>
                  <a:pt x="4802570" y="1506109"/>
                  <a:pt x="4802570" y="1494591"/>
                  <a:pt x="4807251" y="1492431"/>
                </a:cubicBezTo>
                <a:cubicBezTo>
                  <a:pt x="4811571" y="1503590"/>
                  <a:pt x="4811571" y="1490272"/>
                  <a:pt x="4820932" y="1499270"/>
                </a:cubicBezTo>
                <a:cubicBezTo>
                  <a:pt x="4811571" y="1501430"/>
                  <a:pt x="4804730" y="1506109"/>
                  <a:pt x="4793569" y="1506109"/>
                </a:cubicBezTo>
                <a:cubicBezTo>
                  <a:pt x="4795729" y="1533465"/>
                  <a:pt x="4750365" y="1542464"/>
                  <a:pt x="4766206" y="1571980"/>
                </a:cubicBezTo>
                <a:cubicBezTo>
                  <a:pt x="4754685" y="1576659"/>
                  <a:pt x="4750365" y="1578819"/>
                  <a:pt x="4761525" y="1587818"/>
                </a:cubicBezTo>
                <a:cubicBezTo>
                  <a:pt x="4741003" y="1592497"/>
                  <a:pt x="4750365" y="1617333"/>
                  <a:pt x="4734523" y="1624172"/>
                </a:cubicBezTo>
                <a:cubicBezTo>
                  <a:pt x="4761525" y="1647209"/>
                  <a:pt x="4766206" y="1606175"/>
                  <a:pt x="4784208" y="1601496"/>
                </a:cubicBezTo>
                <a:cubicBezTo>
                  <a:pt x="4780967" y="1620393"/>
                  <a:pt x="4760918" y="1635241"/>
                  <a:pt x="4749121" y="1653935"/>
                </a:cubicBezTo>
                <a:lnTo>
                  <a:pt x="4744285" y="1666011"/>
                </a:lnTo>
                <a:lnTo>
                  <a:pt x="4748827" y="1670769"/>
                </a:lnTo>
                <a:cubicBezTo>
                  <a:pt x="4750703" y="1679393"/>
                  <a:pt x="4736106" y="1687149"/>
                  <a:pt x="4729285" y="1687149"/>
                </a:cubicBezTo>
                <a:lnTo>
                  <a:pt x="4731410" y="1680267"/>
                </a:lnTo>
                <a:lnTo>
                  <a:pt x="4709320" y="1694227"/>
                </a:lnTo>
                <a:cubicBezTo>
                  <a:pt x="4698519" y="1702821"/>
                  <a:pt x="4688798" y="1712000"/>
                  <a:pt x="4684117" y="1717759"/>
                </a:cubicBezTo>
                <a:cubicBezTo>
                  <a:pt x="4693479" y="1726757"/>
                  <a:pt x="4702479" y="1726757"/>
                  <a:pt x="4711481" y="1717759"/>
                </a:cubicBezTo>
                <a:cubicBezTo>
                  <a:pt x="4716161" y="1724238"/>
                  <a:pt x="4702479" y="1726757"/>
                  <a:pt x="4702479" y="1731077"/>
                </a:cubicBezTo>
                <a:lnTo>
                  <a:pt x="4696137" y="1728970"/>
                </a:lnTo>
                <a:lnTo>
                  <a:pt x="4684673" y="1744540"/>
                </a:lnTo>
                <a:cubicBezTo>
                  <a:pt x="4682167" y="1749978"/>
                  <a:pt x="4679393" y="1755144"/>
                  <a:pt x="4671518" y="1758587"/>
                </a:cubicBezTo>
                <a:lnTo>
                  <a:pt x="4666572" y="1747872"/>
                </a:lnTo>
                <a:lnTo>
                  <a:pt x="4659185" y="1753124"/>
                </a:lnTo>
                <a:cubicBezTo>
                  <a:pt x="4649554" y="1758523"/>
                  <a:pt x="4638752" y="1764192"/>
                  <a:pt x="4634072" y="1778950"/>
                </a:cubicBezTo>
                <a:cubicBezTo>
                  <a:pt x="4634072" y="1778950"/>
                  <a:pt x="4634072" y="1778950"/>
                  <a:pt x="4629751" y="1772111"/>
                </a:cubicBezTo>
                <a:cubicBezTo>
                  <a:pt x="4602389" y="1792628"/>
                  <a:pt x="4575026" y="1806306"/>
                  <a:pt x="4547663" y="1819984"/>
                </a:cubicBezTo>
                <a:cubicBezTo>
                  <a:pt x="4522821" y="1835822"/>
                  <a:pt x="4495457" y="1847340"/>
                  <a:pt x="4468095" y="1860658"/>
                </a:cubicBezTo>
                <a:cubicBezTo>
                  <a:pt x="4433891" y="1881175"/>
                  <a:pt x="4388526" y="1915370"/>
                  <a:pt x="4340641" y="1920049"/>
                </a:cubicBezTo>
                <a:cubicBezTo>
                  <a:pt x="4336321" y="1931208"/>
                  <a:pt x="4352162" y="1935887"/>
                  <a:pt x="4356483" y="1933727"/>
                </a:cubicBezTo>
                <a:cubicBezTo>
                  <a:pt x="4349642" y="1940566"/>
                  <a:pt x="4329480" y="1951725"/>
                  <a:pt x="4317959" y="1954244"/>
                </a:cubicBezTo>
                <a:cubicBezTo>
                  <a:pt x="4311118" y="1940566"/>
                  <a:pt x="4324799" y="1954244"/>
                  <a:pt x="4322639" y="1944886"/>
                </a:cubicBezTo>
                <a:cubicBezTo>
                  <a:pt x="4320119" y="1935887"/>
                  <a:pt x="4313278" y="1947405"/>
                  <a:pt x="4308958" y="1947405"/>
                </a:cubicBezTo>
                <a:cubicBezTo>
                  <a:pt x="4304277" y="1949565"/>
                  <a:pt x="4311118" y="1951725"/>
                  <a:pt x="4311118" y="1956404"/>
                </a:cubicBezTo>
                <a:cubicBezTo>
                  <a:pt x="4256392" y="1979081"/>
                  <a:pt x="4213187" y="1985920"/>
                  <a:pt x="4160982" y="2008596"/>
                </a:cubicBezTo>
                <a:cubicBezTo>
                  <a:pt x="4176824" y="2033793"/>
                  <a:pt x="4213187" y="1981600"/>
                  <a:pt x="4224709" y="2011116"/>
                </a:cubicBezTo>
                <a:cubicBezTo>
                  <a:pt x="4206347" y="2001757"/>
                  <a:pt x="4202026" y="2024434"/>
                  <a:pt x="4188345" y="2022274"/>
                </a:cubicBezTo>
                <a:cubicBezTo>
                  <a:pt x="4197346" y="2040632"/>
                  <a:pt x="4213187" y="2017955"/>
                  <a:pt x="4215708" y="2013276"/>
                </a:cubicBezTo>
                <a:cubicBezTo>
                  <a:pt x="4215708" y="2013276"/>
                  <a:pt x="4215708" y="2013276"/>
                  <a:pt x="4220028" y="2024434"/>
                </a:cubicBezTo>
                <a:cubicBezTo>
                  <a:pt x="4220028" y="2013276"/>
                  <a:pt x="4224709" y="2015435"/>
                  <a:pt x="4233710" y="2015435"/>
                </a:cubicBezTo>
                <a:cubicBezTo>
                  <a:pt x="4229389" y="2008596"/>
                  <a:pt x="4231549" y="2008596"/>
                  <a:pt x="4231549" y="1992759"/>
                </a:cubicBezTo>
                <a:cubicBezTo>
                  <a:pt x="4243071" y="1999598"/>
                  <a:pt x="4252072" y="1983760"/>
                  <a:pt x="4256392" y="1999598"/>
                </a:cubicBezTo>
                <a:cubicBezTo>
                  <a:pt x="4270073" y="2001757"/>
                  <a:pt x="4261073" y="1985920"/>
                  <a:pt x="4272594" y="1985920"/>
                </a:cubicBezTo>
                <a:cubicBezTo>
                  <a:pt x="4279435" y="1994918"/>
                  <a:pt x="4270073" y="1994918"/>
                  <a:pt x="4272594" y="2001757"/>
                </a:cubicBezTo>
                <a:cubicBezTo>
                  <a:pt x="4281595" y="2001757"/>
                  <a:pt x="4276914" y="1994918"/>
                  <a:pt x="4283755" y="1992759"/>
                </a:cubicBezTo>
                <a:cubicBezTo>
                  <a:pt x="4281595" y="1988079"/>
                  <a:pt x="4274754" y="1992759"/>
                  <a:pt x="4274754" y="1981600"/>
                </a:cubicBezTo>
                <a:cubicBezTo>
                  <a:pt x="4285915" y="1979081"/>
                  <a:pt x="4304277" y="1981600"/>
                  <a:pt x="4313278" y="1967922"/>
                </a:cubicBezTo>
                <a:cubicBezTo>
                  <a:pt x="4313278" y="1976921"/>
                  <a:pt x="4315799" y="1972242"/>
                  <a:pt x="4320119" y="1983760"/>
                </a:cubicBezTo>
                <a:cubicBezTo>
                  <a:pt x="4324799" y="1983760"/>
                  <a:pt x="4324799" y="1980881"/>
                  <a:pt x="4324799" y="1977731"/>
                </a:cubicBezTo>
                <a:lnTo>
                  <a:pt x="4325405" y="1976741"/>
                </a:lnTo>
                <a:lnTo>
                  <a:pt x="4377410" y="1961308"/>
                </a:lnTo>
                <a:cubicBezTo>
                  <a:pt x="4393657" y="1954784"/>
                  <a:pt x="4409049" y="1947405"/>
                  <a:pt x="4424890" y="1940566"/>
                </a:cubicBezTo>
                <a:cubicBezTo>
                  <a:pt x="4456573" y="1926888"/>
                  <a:pt x="4483936" y="1908531"/>
                  <a:pt x="4515979" y="1894853"/>
                </a:cubicBezTo>
                <a:cubicBezTo>
                  <a:pt x="4520300" y="1890534"/>
                  <a:pt x="4511299" y="1892693"/>
                  <a:pt x="4513459" y="1883695"/>
                </a:cubicBezTo>
                <a:cubicBezTo>
                  <a:pt x="4524981" y="1876856"/>
                  <a:pt x="4531821" y="1860658"/>
                  <a:pt x="4545503" y="1876856"/>
                </a:cubicBezTo>
                <a:cubicBezTo>
                  <a:pt x="4554503" y="1865337"/>
                  <a:pt x="4570705" y="1867497"/>
                  <a:pt x="4568185" y="1847340"/>
                </a:cubicBezTo>
                <a:cubicBezTo>
                  <a:pt x="4579707" y="1856339"/>
                  <a:pt x="4579707" y="1835822"/>
                  <a:pt x="4588707" y="1847340"/>
                </a:cubicBezTo>
                <a:cubicBezTo>
                  <a:pt x="4593388" y="1842661"/>
                  <a:pt x="4588707" y="1835822"/>
                  <a:pt x="4586547" y="1828983"/>
                </a:cubicBezTo>
                <a:cubicBezTo>
                  <a:pt x="4595548" y="1828983"/>
                  <a:pt x="4631912" y="1824303"/>
                  <a:pt x="4622911" y="1808466"/>
                </a:cubicBezTo>
                <a:cubicBezTo>
                  <a:pt x="4645593" y="1815305"/>
                  <a:pt x="4650274" y="1790468"/>
                  <a:pt x="4663955" y="1799467"/>
                </a:cubicBezTo>
                <a:cubicBezTo>
                  <a:pt x="4666115" y="1792628"/>
                  <a:pt x="4672956" y="1787949"/>
                  <a:pt x="4661435" y="1776790"/>
                </a:cubicBezTo>
                <a:cubicBezTo>
                  <a:pt x="4663955" y="1776790"/>
                  <a:pt x="4666115" y="1781110"/>
                  <a:pt x="4670796" y="1785789"/>
                </a:cubicBezTo>
                <a:cubicBezTo>
                  <a:pt x="4684117" y="1763112"/>
                  <a:pt x="4707160" y="1744755"/>
                  <a:pt x="4729842" y="1728917"/>
                </a:cubicBezTo>
                <a:cubicBezTo>
                  <a:pt x="4743523" y="1719918"/>
                  <a:pt x="4754685" y="1710920"/>
                  <a:pt x="4766206" y="1701561"/>
                </a:cubicBezTo>
                <a:lnTo>
                  <a:pt x="4768118" y="1698929"/>
                </a:lnTo>
                <a:lnTo>
                  <a:pt x="4766408" y="1696857"/>
                </a:lnTo>
                <a:cubicBezTo>
                  <a:pt x="4762216" y="1693790"/>
                  <a:pt x="4759986" y="1690460"/>
                  <a:pt x="4767835" y="1682750"/>
                </a:cubicBezTo>
                <a:lnTo>
                  <a:pt x="4774711" y="1689855"/>
                </a:lnTo>
                <a:lnTo>
                  <a:pt x="4791049" y="1667366"/>
                </a:lnTo>
                <a:cubicBezTo>
                  <a:pt x="4800409" y="1683564"/>
                  <a:pt x="4800409" y="1658367"/>
                  <a:pt x="4809411" y="1667366"/>
                </a:cubicBezTo>
                <a:cubicBezTo>
                  <a:pt x="4861616" y="1585658"/>
                  <a:pt x="4923183" y="1517268"/>
                  <a:pt x="4971068" y="1439879"/>
                </a:cubicBezTo>
                <a:cubicBezTo>
                  <a:pt x="4948025" y="1492431"/>
                  <a:pt x="4916342" y="1547143"/>
                  <a:pt x="4877458" y="1596816"/>
                </a:cubicBezTo>
                <a:cubicBezTo>
                  <a:pt x="4859276" y="1620753"/>
                  <a:pt x="4838844" y="1643519"/>
                  <a:pt x="4817826" y="1664036"/>
                </a:cubicBezTo>
                <a:lnTo>
                  <a:pt x="4777761" y="1698125"/>
                </a:lnTo>
                <a:lnTo>
                  <a:pt x="4776753" y="1709386"/>
                </a:lnTo>
                <a:lnTo>
                  <a:pt x="4771708" y="1703276"/>
                </a:lnTo>
                <a:lnTo>
                  <a:pt x="4762374" y="1711217"/>
                </a:lnTo>
                <a:lnTo>
                  <a:pt x="4763233" y="1720481"/>
                </a:lnTo>
                <a:cubicBezTo>
                  <a:pt x="4764330" y="1724951"/>
                  <a:pt x="4765638" y="1728506"/>
                  <a:pt x="4765933" y="1730502"/>
                </a:cubicBezTo>
                <a:lnTo>
                  <a:pt x="4762947" y="1731094"/>
                </a:lnTo>
                <a:lnTo>
                  <a:pt x="4766206" y="1737916"/>
                </a:lnTo>
                <a:cubicBezTo>
                  <a:pt x="4754685" y="1733596"/>
                  <a:pt x="4745684" y="1737916"/>
                  <a:pt x="4743523" y="1744755"/>
                </a:cubicBezTo>
                <a:cubicBezTo>
                  <a:pt x="4734523" y="1737916"/>
                  <a:pt x="4725161" y="1747274"/>
                  <a:pt x="4718321" y="1758433"/>
                </a:cubicBezTo>
                <a:cubicBezTo>
                  <a:pt x="4720481" y="1763112"/>
                  <a:pt x="4725161" y="1767431"/>
                  <a:pt x="4727322" y="1765272"/>
                </a:cubicBezTo>
                <a:cubicBezTo>
                  <a:pt x="4718321" y="1765272"/>
                  <a:pt x="4709320" y="1769951"/>
                  <a:pt x="4704639" y="1778950"/>
                </a:cubicBezTo>
                <a:cubicBezTo>
                  <a:pt x="4697799" y="1785789"/>
                  <a:pt x="4693479" y="1794788"/>
                  <a:pt x="4690958" y="1806306"/>
                </a:cubicBezTo>
                <a:cubicBezTo>
                  <a:pt x="4690958" y="1806306"/>
                  <a:pt x="4690958" y="1806306"/>
                  <a:pt x="4684117" y="1797307"/>
                </a:cubicBezTo>
                <a:cubicBezTo>
                  <a:pt x="4672956" y="1817824"/>
                  <a:pt x="4650274" y="1837981"/>
                  <a:pt x="4622911" y="1837981"/>
                </a:cubicBezTo>
                <a:cubicBezTo>
                  <a:pt x="4634072" y="1851659"/>
                  <a:pt x="4634072" y="1842661"/>
                  <a:pt x="4643433" y="1856339"/>
                </a:cubicBezTo>
                <a:cubicBezTo>
                  <a:pt x="4634072" y="1854179"/>
                  <a:pt x="4627231" y="1847340"/>
                  <a:pt x="4618231" y="1844820"/>
                </a:cubicBezTo>
                <a:cubicBezTo>
                  <a:pt x="4600229" y="1858498"/>
                  <a:pt x="4581867" y="1874336"/>
                  <a:pt x="4563865" y="1888014"/>
                </a:cubicBezTo>
                <a:cubicBezTo>
                  <a:pt x="4545503" y="1899532"/>
                  <a:pt x="4522821" y="1908531"/>
                  <a:pt x="4495457" y="1913210"/>
                </a:cubicBezTo>
                <a:cubicBezTo>
                  <a:pt x="4497617" y="1920049"/>
                  <a:pt x="4502298" y="1917890"/>
                  <a:pt x="4506979" y="1915370"/>
                </a:cubicBezTo>
                <a:cubicBezTo>
                  <a:pt x="4481776" y="1926888"/>
                  <a:pt x="4456573" y="1940566"/>
                  <a:pt x="4429571" y="1954244"/>
                </a:cubicBezTo>
                <a:cubicBezTo>
                  <a:pt x="4404368" y="1970082"/>
                  <a:pt x="4379525" y="1988079"/>
                  <a:pt x="4349642" y="2001757"/>
                </a:cubicBezTo>
                <a:cubicBezTo>
                  <a:pt x="4322639" y="2015435"/>
                  <a:pt x="4295276" y="2033793"/>
                  <a:pt x="4267913" y="2044951"/>
                </a:cubicBezTo>
                <a:cubicBezTo>
                  <a:pt x="4238390" y="2056470"/>
                  <a:pt x="4208867" y="2067988"/>
                  <a:pt x="4181504" y="2074827"/>
                </a:cubicBezTo>
                <a:cubicBezTo>
                  <a:pt x="4174663" y="2074827"/>
                  <a:pt x="4174663" y="2079146"/>
                  <a:pt x="4176824" y="2088145"/>
                </a:cubicBezTo>
                <a:cubicBezTo>
                  <a:pt x="4124618" y="2079146"/>
                  <a:pt x="4069892" y="2113341"/>
                  <a:pt x="4031368" y="2136018"/>
                </a:cubicBezTo>
                <a:cubicBezTo>
                  <a:pt x="4031368" y="2136018"/>
                  <a:pt x="4031368" y="2136018"/>
                  <a:pt x="4031053" y="2134038"/>
                </a:cubicBezTo>
                <a:lnTo>
                  <a:pt x="4029177" y="2122249"/>
                </a:lnTo>
                <a:lnTo>
                  <a:pt x="4028391" y="2123711"/>
                </a:lnTo>
                <a:lnTo>
                  <a:pt x="4026927" y="2121351"/>
                </a:lnTo>
                <a:lnTo>
                  <a:pt x="3998875" y="2138448"/>
                </a:lnTo>
                <a:cubicBezTo>
                  <a:pt x="3988074" y="2143577"/>
                  <a:pt x="3976643" y="2147536"/>
                  <a:pt x="3965121" y="2149696"/>
                </a:cubicBezTo>
                <a:lnTo>
                  <a:pt x="3953971" y="2151539"/>
                </a:lnTo>
                <a:lnTo>
                  <a:pt x="3957655" y="2152844"/>
                </a:lnTo>
                <a:cubicBezTo>
                  <a:pt x="3962954" y="2153024"/>
                  <a:pt x="3968286" y="2151967"/>
                  <a:pt x="3973552" y="2150977"/>
                </a:cubicBezTo>
                <a:lnTo>
                  <a:pt x="3977365" y="2150616"/>
                </a:lnTo>
                <a:lnTo>
                  <a:pt x="3978842" y="2148962"/>
                </a:lnTo>
                <a:lnTo>
                  <a:pt x="3978092" y="2150548"/>
                </a:lnTo>
                <a:lnTo>
                  <a:pt x="3989043" y="2149514"/>
                </a:lnTo>
                <a:cubicBezTo>
                  <a:pt x="3994072" y="2149964"/>
                  <a:pt x="3998932" y="2151787"/>
                  <a:pt x="4003522" y="2156287"/>
                </a:cubicBezTo>
                <a:cubicBezTo>
                  <a:pt x="4048882" y="2133605"/>
                  <a:pt x="4094602" y="2158447"/>
                  <a:pt x="4135283" y="2135765"/>
                </a:cubicBezTo>
                <a:cubicBezTo>
                  <a:pt x="4135283" y="2135765"/>
                  <a:pt x="4135283" y="2135765"/>
                  <a:pt x="4142123" y="2147286"/>
                </a:cubicBezTo>
                <a:cubicBezTo>
                  <a:pt x="4159223" y="2138106"/>
                  <a:pt x="4177493" y="2138106"/>
                  <a:pt x="4194593" y="2137521"/>
                </a:cubicBezTo>
                <a:lnTo>
                  <a:pt x="4215963" y="2135306"/>
                </a:lnTo>
                <a:lnTo>
                  <a:pt x="4216723" y="2132623"/>
                </a:lnTo>
                <a:lnTo>
                  <a:pt x="4226729" y="2131063"/>
                </a:lnTo>
                <a:lnTo>
                  <a:pt x="4240043" y="2124245"/>
                </a:lnTo>
                <a:cubicBezTo>
                  <a:pt x="4253723" y="2142606"/>
                  <a:pt x="4262723" y="2113084"/>
                  <a:pt x="4272083" y="2133605"/>
                </a:cubicBezTo>
                <a:cubicBezTo>
                  <a:pt x="4272083" y="2133605"/>
                  <a:pt x="4272083" y="2133605"/>
                  <a:pt x="4276403" y="2119924"/>
                </a:cubicBezTo>
                <a:cubicBezTo>
                  <a:pt x="4287924" y="2133605"/>
                  <a:pt x="4294764" y="2119924"/>
                  <a:pt x="4308444" y="2117764"/>
                </a:cubicBezTo>
                <a:cubicBezTo>
                  <a:pt x="4319604" y="2117764"/>
                  <a:pt x="4333284" y="2117764"/>
                  <a:pt x="4346964" y="2115244"/>
                </a:cubicBezTo>
                <a:cubicBezTo>
                  <a:pt x="4358484" y="2115244"/>
                  <a:pt x="4369644" y="2113084"/>
                  <a:pt x="4369644" y="2104083"/>
                </a:cubicBezTo>
                <a:cubicBezTo>
                  <a:pt x="4383325" y="2104083"/>
                  <a:pt x="4394845" y="2099403"/>
                  <a:pt x="4406365" y="2097243"/>
                </a:cubicBezTo>
                <a:cubicBezTo>
                  <a:pt x="4406365" y="2097243"/>
                  <a:pt x="4406365" y="2097243"/>
                  <a:pt x="4440205" y="2085722"/>
                </a:cubicBezTo>
                <a:cubicBezTo>
                  <a:pt x="4451725" y="2081402"/>
                  <a:pt x="4460725" y="2076721"/>
                  <a:pt x="4472245" y="2074561"/>
                </a:cubicBezTo>
                <a:cubicBezTo>
                  <a:pt x="4483405" y="2069881"/>
                  <a:pt x="4494925" y="2069881"/>
                  <a:pt x="4506445" y="2067721"/>
                </a:cubicBezTo>
                <a:cubicBezTo>
                  <a:pt x="4506445" y="2063040"/>
                  <a:pt x="4503925" y="2060880"/>
                  <a:pt x="4503925" y="2058360"/>
                </a:cubicBezTo>
                <a:cubicBezTo>
                  <a:pt x="4515445" y="2056200"/>
                  <a:pt x="4529125" y="2056200"/>
                  <a:pt x="4542806" y="2051520"/>
                </a:cubicBezTo>
                <a:cubicBezTo>
                  <a:pt x="4553966" y="2047199"/>
                  <a:pt x="4563326" y="2040359"/>
                  <a:pt x="4570166" y="2028838"/>
                </a:cubicBezTo>
                <a:cubicBezTo>
                  <a:pt x="4570166" y="2028838"/>
                  <a:pt x="4570166" y="2028838"/>
                  <a:pt x="4586006" y="2040359"/>
                </a:cubicBezTo>
                <a:cubicBezTo>
                  <a:pt x="4588166" y="2024158"/>
                  <a:pt x="4599686" y="2024158"/>
                  <a:pt x="4608686" y="2026678"/>
                </a:cubicBezTo>
                <a:cubicBezTo>
                  <a:pt x="4606526" y="2021998"/>
                  <a:pt x="4604006" y="2019837"/>
                  <a:pt x="4601846" y="2017677"/>
                </a:cubicBezTo>
                <a:cubicBezTo>
                  <a:pt x="4604006" y="2012997"/>
                  <a:pt x="4622366" y="2024158"/>
                  <a:pt x="4622366" y="2017677"/>
                </a:cubicBezTo>
                <a:cubicBezTo>
                  <a:pt x="4629206" y="2008317"/>
                  <a:pt x="4636047" y="1999316"/>
                  <a:pt x="4647207" y="1992476"/>
                </a:cubicBezTo>
                <a:cubicBezTo>
                  <a:pt x="4658727" y="1987795"/>
                  <a:pt x="4670247" y="1983475"/>
                  <a:pt x="4683567" y="1978795"/>
                </a:cubicBezTo>
                <a:cubicBezTo>
                  <a:pt x="4679247" y="1983475"/>
                  <a:pt x="4676727" y="1976634"/>
                  <a:pt x="4672407" y="1969794"/>
                </a:cubicBezTo>
                <a:cubicBezTo>
                  <a:pt x="4688247" y="1967634"/>
                  <a:pt x="4701927" y="1960793"/>
                  <a:pt x="4713087" y="1949273"/>
                </a:cubicBezTo>
                <a:cubicBezTo>
                  <a:pt x="4724607" y="1940272"/>
                  <a:pt x="4733967" y="1928751"/>
                  <a:pt x="4745127" y="1917590"/>
                </a:cubicBezTo>
                <a:cubicBezTo>
                  <a:pt x="4751967" y="1917590"/>
                  <a:pt x="4754127" y="1921911"/>
                  <a:pt x="4760967" y="1921911"/>
                </a:cubicBezTo>
                <a:cubicBezTo>
                  <a:pt x="4751967" y="1908230"/>
                  <a:pt x="4765647" y="1910750"/>
                  <a:pt x="4756647" y="1899229"/>
                </a:cubicBezTo>
                <a:cubicBezTo>
                  <a:pt x="4779327" y="1903909"/>
                  <a:pt x="4772487" y="1887708"/>
                  <a:pt x="4790487" y="1887708"/>
                </a:cubicBezTo>
                <a:cubicBezTo>
                  <a:pt x="4783647" y="1869707"/>
                  <a:pt x="4813528" y="1858186"/>
                  <a:pt x="4822528" y="1842345"/>
                </a:cubicBezTo>
                <a:cubicBezTo>
                  <a:pt x="4845208" y="1851346"/>
                  <a:pt x="4834048" y="1814983"/>
                  <a:pt x="4856728" y="1812823"/>
                </a:cubicBezTo>
                <a:cubicBezTo>
                  <a:pt x="4854208" y="1805983"/>
                  <a:pt x="4847368" y="1808143"/>
                  <a:pt x="4843048" y="1803823"/>
                </a:cubicBezTo>
                <a:cubicBezTo>
                  <a:pt x="4847368" y="1801302"/>
                  <a:pt x="4865728" y="1803823"/>
                  <a:pt x="4854208" y="1790142"/>
                </a:cubicBezTo>
                <a:cubicBezTo>
                  <a:pt x="4874728" y="1780781"/>
                  <a:pt x="4881568" y="1762780"/>
                  <a:pt x="4888408" y="1749099"/>
                </a:cubicBezTo>
                <a:cubicBezTo>
                  <a:pt x="4899929" y="1744418"/>
                  <a:pt x="4899929" y="1760260"/>
                  <a:pt x="4911089" y="1755939"/>
                </a:cubicBezTo>
                <a:cubicBezTo>
                  <a:pt x="4906769" y="1735418"/>
                  <a:pt x="4904249" y="1719577"/>
                  <a:pt x="4915769" y="1699055"/>
                </a:cubicBezTo>
                <a:cubicBezTo>
                  <a:pt x="4927289" y="1703736"/>
                  <a:pt x="4915769" y="1708056"/>
                  <a:pt x="4922609" y="1714896"/>
                </a:cubicBezTo>
                <a:cubicBezTo>
                  <a:pt x="4931609" y="1710576"/>
                  <a:pt x="4934129" y="1719577"/>
                  <a:pt x="4943129" y="1717417"/>
                </a:cubicBezTo>
                <a:cubicBezTo>
                  <a:pt x="4936289" y="1703736"/>
                  <a:pt x="4934129" y="1690055"/>
                  <a:pt x="4947449" y="1687535"/>
                </a:cubicBezTo>
                <a:cubicBezTo>
                  <a:pt x="4947449" y="1690055"/>
                  <a:pt x="4938449" y="1699055"/>
                  <a:pt x="4949969" y="1701216"/>
                </a:cubicBezTo>
                <a:cubicBezTo>
                  <a:pt x="4956809" y="1692215"/>
                  <a:pt x="4963649" y="1680694"/>
                  <a:pt x="4956809" y="1667013"/>
                </a:cubicBezTo>
                <a:cubicBezTo>
                  <a:pt x="4963649" y="1664853"/>
                  <a:pt x="4965809" y="1669533"/>
                  <a:pt x="4974809" y="1664853"/>
                </a:cubicBezTo>
                <a:cubicBezTo>
                  <a:pt x="4972649" y="1655852"/>
                  <a:pt x="4984169" y="1651172"/>
                  <a:pt x="4965809" y="1642171"/>
                </a:cubicBezTo>
                <a:cubicBezTo>
                  <a:pt x="4991009" y="1633171"/>
                  <a:pt x="4979489" y="1614810"/>
                  <a:pt x="4986329" y="1601129"/>
                </a:cubicBezTo>
                <a:cubicBezTo>
                  <a:pt x="4981649" y="1594288"/>
                  <a:pt x="4970489" y="1607969"/>
                  <a:pt x="4965809" y="1598968"/>
                </a:cubicBezTo>
                <a:cubicBezTo>
                  <a:pt x="4974809" y="1589968"/>
                  <a:pt x="4991009" y="1603289"/>
                  <a:pt x="4991009" y="1592128"/>
                </a:cubicBezTo>
                <a:cubicBezTo>
                  <a:pt x="4984169" y="1592128"/>
                  <a:pt x="4965809" y="1580607"/>
                  <a:pt x="4981649" y="1576287"/>
                </a:cubicBezTo>
                <a:cubicBezTo>
                  <a:pt x="4986329" y="1580607"/>
                  <a:pt x="4988489" y="1585288"/>
                  <a:pt x="4993169" y="1585288"/>
                </a:cubicBezTo>
                <a:cubicBezTo>
                  <a:pt x="5002169" y="1573947"/>
                  <a:pt x="5008379" y="1562606"/>
                  <a:pt x="5012654" y="1550680"/>
                </a:cubicBezTo>
                <a:lnTo>
                  <a:pt x="5018238" y="1523652"/>
                </a:lnTo>
                <a:lnTo>
                  <a:pt x="5022689" y="1523723"/>
                </a:lnTo>
                <a:cubicBezTo>
                  <a:pt x="5031689" y="1510042"/>
                  <a:pt x="5052209" y="1480520"/>
                  <a:pt x="5034209" y="1476200"/>
                </a:cubicBezTo>
                <a:cubicBezTo>
                  <a:pt x="5040689" y="1473680"/>
                  <a:pt x="5038529" y="1469360"/>
                  <a:pt x="5040689" y="1466839"/>
                </a:cubicBezTo>
                <a:cubicBezTo>
                  <a:pt x="5043209" y="1469360"/>
                  <a:pt x="5047529" y="1473680"/>
                  <a:pt x="5052209" y="1469360"/>
                </a:cubicBezTo>
                <a:cubicBezTo>
                  <a:pt x="5040689" y="1462519"/>
                  <a:pt x="5059050" y="1459999"/>
                  <a:pt x="5045369" y="1453519"/>
                </a:cubicBezTo>
                <a:cubicBezTo>
                  <a:pt x="5043209" y="1457839"/>
                  <a:pt x="5040689" y="1459999"/>
                  <a:pt x="5038529" y="1464679"/>
                </a:cubicBezTo>
                <a:cubicBezTo>
                  <a:pt x="5024849" y="1450998"/>
                  <a:pt x="5063730" y="1455679"/>
                  <a:pt x="5052209" y="1439478"/>
                </a:cubicBezTo>
                <a:cubicBezTo>
                  <a:pt x="5065890" y="1437317"/>
                  <a:pt x="5054369" y="1428317"/>
                  <a:pt x="5063730" y="1423636"/>
                </a:cubicBezTo>
                <a:cubicBezTo>
                  <a:pt x="5072730" y="1428317"/>
                  <a:pt x="5063730" y="1437317"/>
                  <a:pt x="5072730" y="1432637"/>
                </a:cubicBezTo>
                <a:cubicBezTo>
                  <a:pt x="5081730" y="1416796"/>
                  <a:pt x="5086410" y="1400955"/>
                  <a:pt x="5079570" y="1382954"/>
                </a:cubicBezTo>
                <a:cubicBezTo>
                  <a:pt x="5084250" y="1385114"/>
                  <a:pt x="5088570" y="1385114"/>
                  <a:pt x="5093250" y="1385114"/>
                </a:cubicBezTo>
                <a:cubicBezTo>
                  <a:pt x="5088570" y="1380433"/>
                  <a:pt x="5097930" y="1378273"/>
                  <a:pt x="5093250" y="1371433"/>
                </a:cubicBezTo>
                <a:cubicBezTo>
                  <a:pt x="5088570" y="1369273"/>
                  <a:pt x="5084250" y="1371433"/>
                  <a:pt x="5079570" y="1369273"/>
                </a:cubicBezTo>
                <a:cubicBezTo>
                  <a:pt x="5088570" y="1362432"/>
                  <a:pt x="5091090" y="1355592"/>
                  <a:pt x="5093250" y="1348751"/>
                </a:cubicBezTo>
                <a:cubicBezTo>
                  <a:pt x="5090910" y="1349831"/>
                  <a:pt x="5086320" y="1349831"/>
                  <a:pt x="5083170" y="1348976"/>
                </a:cubicBezTo>
                <a:lnTo>
                  <a:pt x="5082085" y="1348330"/>
                </a:lnTo>
                <a:lnTo>
                  <a:pt x="5076844" y="1358537"/>
                </a:lnTo>
                <a:cubicBezTo>
                  <a:pt x="5070066" y="1352731"/>
                  <a:pt x="5072296" y="1344113"/>
                  <a:pt x="5076800" y="1334951"/>
                </a:cubicBezTo>
                <a:lnTo>
                  <a:pt x="5078858" y="1330887"/>
                </a:lnTo>
                <a:lnTo>
                  <a:pt x="5075423" y="1328560"/>
                </a:lnTo>
                <a:cubicBezTo>
                  <a:pt x="5075103" y="1325209"/>
                  <a:pt x="5077392" y="1321329"/>
                  <a:pt x="5081971" y="1319212"/>
                </a:cubicBezTo>
                <a:lnTo>
                  <a:pt x="5083132" y="1322449"/>
                </a:lnTo>
                <a:lnTo>
                  <a:pt x="5090400" y="1308100"/>
                </a:lnTo>
                <a:cubicBezTo>
                  <a:pt x="5092540" y="1316083"/>
                  <a:pt x="5091916" y="1325245"/>
                  <a:pt x="5089375" y="1334135"/>
                </a:cubicBezTo>
                <a:lnTo>
                  <a:pt x="5084232" y="1344149"/>
                </a:lnTo>
                <a:lnTo>
                  <a:pt x="5092547" y="1344408"/>
                </a:lnTo>
                <a:cubicBezTo>
                  <a:pt x="5098200" y="1340696"/>
                  <a:pt x="5091450" y="1327060"/>
                  <a:pt x="5100090" y="1323550"/>
                </a:cubicBezTo>
                <a:cubicBezTo>
                  <a:pt x="5106930" y="1321389"/>
                  <a:pt x="5111250" y="1332550"/>
                  <a:pt x="5118090" y="1330390"/>
                </a:cubicBezTo>
                <a:cubicBezTo>
                  <a:pt x="5104410" y="1319229"/>
                  <a:pt x="5118090" y="1312389"/>
                  <a:pt x="5115930" y="1303028"/>
                </a:cubicBezTo>
                <a:cubicBezTo>
                  <a:pt x="5100090" y="1309869"/>
                  <a:pt x="5104410" y="1291867"/>
                  <a:pt x="5106930" y="1287187"/>
                </a:cubicBezTo>
                <a:cubicBezTo>
                  <a:pt x="5111250" y="1294028"/>
                  <a:pt x="5118090" y="1300868"/>
                  <a:pt x="5131770" y="1294028"/>
                </a:cubicBezTo>
                <a:cubicBezTo>
                  <a:pt x="5129610" y="1289707"/>
                  <a:pt x="5115930" y="1285027"/>
                  <a:pt x="5122770" y="1280347"/>
                </a:cubicBezTo>
                <a:cubicBezTo>
                  <a:pt x="5147970" y="1289707"/>
                  <a:pt x="5147970" y="1250825"/>
                  <a:pt x="5150130" y="1237144"/>
                </a:cubicBezTo>
                <a:cubicBezTo>
                  <a:pt x="5147970" y="1239304"/>
                  <a:pt x="5143290" y="1241824"/>
                  <a:pt x="5138610" y="1237144"/>
                </a:cubicBezTo>
                <a:cubicBezTo>
                  <a:pt x="5154810" y="1228143"/>
                  <a:pt x="5141130" y="1232463"/>
                  <a:pt x="5141130" y="1223463"/>
                </a:cubicBezTo>
                <a:cubicBezTo>
                  <a:pt x="5141130" y="1223463"/>
                  <a:pt x="5141130" y="1223463"/>
                  <a:pt x="5156971" y="1214462"/>
                </a:cubicBezTo>
                <a:cubicBezTo>
                  <a:pt x="5163811" y="1223463"/>
                  <a:pt x="5170651" y="1216622"/>
                  <a:pt x="5179651" y="1219142"/>
                </a:cubicBezTo>
                <a:cubicBezTo>
                  <a:pt x="5170651" y="1232463"/>
                  <a:pt x="5165971" y="1234984"/>
                  <a:pt x="5174971" y="1248664"/>
                </a:cubicBezTo>
                <a:cubicBezTo>
                  <a:pt x="5152290" y="1257665"/>
                  <a:pt x="5168131" y="1257665"/>
                  <a:pt x="5147970" y="1271346"/>
                </a:cubicBezTo>
                <a:cubicBezTo>
                  <a:pt x="5159131" y="1269186"/>
                  <a:pt x="5163811" y="1280347"/>
                  <a:pt x="5159131" y="1287187"/>
                </a:cubicBezTo>
                <a:cubicBezTo>
                  <a:pt x="5154810" y="1285027"/>
                  <a:pt x="5152290" y="1278186"/>
                  <a:pt x="5147970" y="1280347"/>
                </a:cubicBezTo>
                <a:cubicBezTo>
                  <a:pt x="5152290" y="1285027"/>
                  <a:pt x="5131770" y="1285027"/>
                  <a:pt x="5138610" y="1291867"/>
                </a:cubicBezTo>
                <a:cubicBezTo>
                  <a:pt x="5150130" y="1296188"/>
                  <a:pt x="5159131" y="1291867"/>
                  <a:pt x="5168131" y="1300868"/>
                </a:cubicBezTo>
                <a:cubicBezTo>
                  <a:pt x="5156971" y="1307708"/>
                  <a:pt x="5150130" y="1289707"/>
                  <a:pt x="5138610" y="1300868"/>
                </a:cubicBezTo>
                <a:cubicBezTo>
                  <a:pt x="5154810" y="1312389"/>
                  <a:pt x="5115930" y="1321389"/>
                  <a:pt x="5136450" y="1332550"/>
                </a:cubicBezTo>
                <a:cubicBezTo>
                  <a:pt x="5145450" y="1330390"/>
                  <a:pt x="5156971" y="1321389"/>
                  <a:pt x="5163811" y="1328230"/>
                </a:cubicBezTo>
                <a:cubicBezTo>
                  <a:pt x="5147970" y="1335070"/>
                  <a:pt x="5150130" y="1337231"/>
                  <a:pt x="5134290" y="1335070"/>
                </a:cubicBezTo>
                <a:cubicBezTo>
                  <a:pt x="5152290" y="1355592"/>
                  <a:pt x="5134290" y="1376113"/>
                  <a:pt x="5127450" y="1396275"/>
                </a:cubicBezTo>
                <a:cubicBezTo>
                  <a:pt x="5129610" y="1394114"/>
                  <a:pt x="5131770" y="1394114"/>
                  <a:pt x="5134290" y="1398795"/>
                </a:cubicBezTo>
                <a:cubicBezTo>
                  <a:pt x="5141130" y="1394114"/>
                  <a:pt x="5131770" y="1389794"/>
                  <a:pt x="5143290" y="1387274"/>
                </a:cubicBezTo>
                <a:cubicBezTo>
                  <a:pt x="5152290" y="1398795"/>
                  <a:pt x="5124930" y="1398795"/>
                  <a:pt x="5124930" y="1407795"/>
                </a:cubicBezTo>
                <a:cubicBezTo>
                  <a:pt x="5134290" y="1407795"/>
                  <a:pt x="5141130" y="1409956"/>
                  <a:pt x="5136450" y="1419316"/>
                </a:cubicBezTo>
                <a:cubicBezTo>
                  <a:pt x="5127450" y="1405635"/>
                  <a:pt x="5127450" y="1421476"/>
                  <a:pt x="5111250" y="1423636"/>
                </a:cubicBezTo>
                <a:cubicBezTo>
                  <a:pt x="5120610" y="1439478"/>
                  <a:pt x="5093250" y="1478360"/>
                  <a:pt x="5118090" y="1489881"/>
                </a:cubicBezTo>
                <a:cubicBezTo>
                  <a:pt x="5109090" y="1496361"/>
                  <a:pt x="5106930" y="1489881"/>
                  <a:pt x="5100090" y="1489881"/>
                </a:cubicBezTo>
                <a:cubicBezTo>
                  <a:pt x="5097930" y="1503202"/>
                  <a:pt x="5084250" y="1516883"/>
                  <a:pt x="5091090" y="1530564"/>
                </a:cubicBezTo>
                <a:cubicBezTo>
                  <a:pt x="5086410" y="1526244"/>
                  <a:pt x="5081730" y="1521563"/>
                  <a:pt x="5077410" y="1523723"/>
                </a:cubicBezTo>
                <a:cubicBezTo>
                  <a:pt x="5077410" y="1530564"/>
                  <a:pt x="5072730" y="1535244"/>
                  <a:pt x="5081730" y="1542085"/>
                </a:cubicBezTo>
                <a:cubicBezTo>
                  <a:pt x="5088570" y="1539924"/>
                  <a:pt x="5093250" y="1535244"/>
                  <a:pt x="5097930" y="1537404"/>
                </a:cubicBezTo>
                <a:cubicBezTo>
                  <a:pt x="5091090" y="1542085"/>
                  <a:pt x="5100090" y="1548925"/>
                  <a:pt x="5088570" y="1553605"/>
                </a:cubicBezTo>
                <a:cubicBezTo>
                  <a:pt x="5081730" y="1544245"/>
                  <a:pt x="5074890" y="1542085"/>
                  <a:pt x="5065890" y="1548925"/>
                </a:cubicBezTo>
                <a:cubicBezTo>
                  <a:pt x="5081730" y="1566926"/>
                  <a:pt x="5034209" y="1578447"/>
                  <a:pt x="5061210" y="1594288"/>
                </a:cubicBezTo>
                <a:cubicBezTo>
                  <a:pt x="5059050" y="1598968"/>
                  <a:pt x="5056889" y="1601129"/>
                  <a:pt x="5050049" y="1598968"/>
                </a:cubicBezTo>
                <a:cubicBezTo>
                  <a:pt x="5061210" y="1605809"/>
                  <a:pt x="5045369" y="1612649"/>
                  <a:pt x="5056889" y="1612649"/>
                </a:cubicBezTo>
                <a:cubicBezTo>
                  <a:pt x="5059050" y="1610129"/>
                  <a:pt x="5059050" y="1605809"/>
                  <a:pt x="5065890" y="1607969"/>
                </a:cubicBezTo>
                <a:cubicBezTo>
                  <a:pt x="5061210" y="1619490"/>
                  <a:pt x="5045369" y="1628491"/>
                  <a:pt x="5038529" y="1637491"/>
                </a:cubicBezTo>
                <a:cubicBezTo>
                  <a:pt x="5043209" y="1635331"/>
                  <a:pt x="5045369" y="1640011"/>
                  <a:pt x="5047529" y="1640011"/>
                </a:cubicBezTo>
                <a:cubicBezTo>
                  <a:pt x="5054369" y="1637491"/>
                  <a:pt x="5054369" y="1635331"/>
                  <a:pt x="5059050" y="1633171"/>
                </a:cubicBezTo>
                <a:cubicBezTo>
                  <a:pt x="5065890" y="1660173"/>
                  <a:pt x="5022689" y="1673854"/>
                  <a:pt x="5036369" y="1705896"/>
                </a:cubicBezTo>
                <a:cubicBezTo>
                  <a:pt x="5022689" y="1710576"/>
                  <a:pt x="5036369" y="1699055"/>
                  <a:pt x="5027369" y="1701216"/>
                </a:cubicBezTo>
                <a:cubicBezTo>
                  <a:pt x="5011169" y="1712736"/>
                  <a:pt x="5011169" y="1728577"/>
                  <a:pt x="5000009" y="1740098"/>
                </a:cubicBezTo>
                <a:cubicBezTo>
                  <a:pt x="5015849" y="1762780"/>
                  <a:pt x="4958969" y="1769620"/>
                  <a:pt x="4984169" y="1787621"/>
                </a:cubicBezTo>
                <a:cubicBezTo>
                  <a:pt x="4963649" y="1783301"/>
                  <a:pt x="4981649" y="1805983"/>
                  <a:pt x="4956809" y="1805983"/>
                </a:cubicBezTo>
                <a:cubicBezTo>
                  <a:pt x="4967969" y="1819664"/>
                  <a:pt x="4954289" y="1821824"/>
                  <a:pt x="4952129" y="1828664"/>
                </a:cubicBezTo>
                <a:cubicBezTo>
                  <a:pt x="4934129" y="1821824"/>
                  <a:pt x="4924769" y="1844505"/>
                  <a:pt x="4938449" y="1860346"/>
                </a:cubicBezTo>
                <a:cubicBezTo>
                  <a:pt x="4929449" y="1865027"/>
                  <a:pt x="4929449" y="1858186"/>
                  <a:pt x="4922609" y="1856026"/>
                </a:cubicBezTo>
                <a:cubicBezTo>
                  <a:pt x="4927289" y="1865027"/>
                  <a:pt x="4906769" y="1860346"/>
                  <a:pt x="4913609" y="1867187"/>
                </a:cubicBezTo>
                <a:cubicBezTo>
                  <a:pt x="4920449" y="1869707"/>
                  <a:pt x="4929449" y="1880868"/>
                  <a:pt x="4920449" y="1880868"/>
                </a:cubicBezTo>
                <a:cubicBezTo>
                  <a:pt x="4915769" y="1878708"/>
                  <a:pt x="4915769" y="1867187"/>
                  <a:pt x="4908929" y="1867187"/>
                </a:cubicBezTo>
                <a:cubicBezTo>
                  <a:pt x="4897409" y="1869707"/>
                  <a:pt x="4913609" y="1887708"/>
                  <a:pt x="4908929" y="1892389"/>
                </a:cubicBezTo>
                <a:cubicBezTo>
                  <a:pt x="4899929" y="1887708"/>
                  <a:pt x="4899929" y="1887708"/>
                  <a:pt x="4890568" y="1890228"/>
                </a:cubicBezTo>
                <a:cubicBezTo>
                  <a:pt x="4899929" y="1903909"/>
                  <a:pt x="4888408" y="1908230"/>
                  <a:pt x="4897409" y="1921911"/>
                </a:cubicBezTo>
                <a:cubicBezTo>
                  <a:pt x="4899929" y="1919751"/>
                  <a:pt x="4904249" y="1919751"/>
                  <a:pt x="4908929" y="1924071"/>
                </a:cubicBezTo>
                <a:cubicBezTo>
                  <a:pt x="4906769" y="1924071"/>
                  <a:pt x="4902089" y="1924071"/>
                  <a:pt x="4902089" y="1926591"/>
                </a:cubicBezTo>
                <a:cubicBezTo>
                  <a:pt x="4906769" y="1930911"/>
                  <a:pt x="4915769" y="1928751"/>
                  <a:pt x="4917929" y="1933431"/>
                </a:cubicBezTo>
                <a:cubicBezTo>
                  <a:pt x="4897409" y="1937752"/>
                  <a:pt x="4917929" y="1949273"/>
                  <a:pt x="4893088" y="1951433"/>
                </a:cubicBezTo>
                <a:cubicBezTo>
                  <a:pt x="4888408" y="1944592"/>
                  <a:pt x="4906769" y="1937752"/>
                  <a:pt x="4886248" y="1937752"/>
                </a:cubicBezTo>
                <a:cubicBezTo>
                  <a:pt x="4879408" y="1928751"/>
                  <a:pt x="4899929" y="1926591"/>
                  <a:pt x="4888408" y="1921911"/>
                </a:cubicBezTo>
                <a:cubicBezTo>
                  <a:pt x="4881568" y="1924071"/>
                  <a:pt x="4886248" y="1933431"/>
                  <a:pt x="4867888" y="1928751"/>
                </a:cubicBezTo>
                <a:cubicBezTo>
                  <a:pt x="4876888" y="1942432"/>
                  <a:pt x="4861048" y="1937752"/>
                  <a:pt x="4867888" y="1947112"/>
                </a:cubicBezTo>
                <a:cubicBezTo>
                  <a:pt x="4876888" y="1949273"/>
                  <a:pt x="4872568" y="1942432"/>
                  <a:pt x="4879408" y="1942432"/>
                </a:cubicBezTo>
                <a:cubicBezTo>
                  <a:pt x="4879408" y="1949273"/>
                  <a:pt x="4888408" y="1949273"/>
                  <a:pt x="4893088" y="1951433"/>
                </a:cubicBezTo>
                <a:cubicBezTo>
                  <a:pt x="4897409" y="1960793"/>
                  <a:pt x="4893088" y="1965114"/>
                  <a:pt x="4883728" y="1965114"/>
                </a:cubicBezTo>
                <a:cubicBezTo>
                  <a:pt x="4881568" y="1960793"/>
                  <a:pt x="4881568" y="1953953"/>
                  <a:pt x="4876888" y="1953953"/>
                </a:cubicBezTo>
                <a:cubicBezTo>
                  <a:pt x="4876888" y="1956113"/>
                  <a:pt x="4872568" y="1956113"/>
                  <a:pt x="4872568" y="1958273"/>
                </a:cubicBezTo>
                <a:cubicBezTo>
                  <a:pt x="4872568" y="1962954"/>
                  <a:pt x="4875358" y="1964664"/>
                  <a:pt x="4878148" y="1966059"/>
                </a:cubicBezTo>
                <a:lnTo>
                  <a:pt x="4882006" y="1970135"/>
                </a:lnTo>
                <a:lnTo>
                  <a:pt x="4916342" y="1951725"/>
                </a:lnTo>
                <a:cubicBezTo>
                  <a:pt x="4918682" y="1946146"/>
                  <a:pt x="4922643" y="1942186"/>
                  <a:pt x="4927458" y="1941061"/>
                </a:cubicBezTo>
                <a:lnTo>
                  <a:pt x="4943071" y="1947158"/>
                </a:lnTo>
                <a:lnTo>
                  <a:pt x="4944434" y="1945582"/>
                </a:lnTo>
                <a:cubicBezTo>
                  <a:pt x="4949789" y="1941892"/>
                  <a:pt x="4957709" y="1939012"/>
                  <a:pt x="4961129" y="1937752"/>
                </a:cubicBezTo>
                <a:cubicBezTo>
                  <a:pt x="4974809" y="1928751"/>
                  <a:pt x="4965809" y="1903909"/>
                  <a:pt x="4981649" y="1908230"/>
                </a:cubicBezTo>
                <a:cubicBezTo>
                  <a:pt x="4979489" y="1912910"/>
                  <a:pt x="4981649" y="1919751"/>
                  <a:pt x="4974809" y="1921911"/>
                </a:cubicBezTo>
                <a:cubicBezTo>
                  <a:pt x="5000459" y="1925421"/>
                  <a:pt x="4990266" y="1899364"/>
                  <a:pt x="4998906" y="1886116"/>
                </a:cubicBezTo>
                <a:lnTo>
                  <a:pt x="5015305" y="1878946"/>
                </a:lnTo>
                <a:lnTo>
                  <a:pt x="5015949" y="1877475"/>
                </a:lnTo>
                <a:lnTo>
                  <a:pt x="5017419" y="1859401"/>
                </a:lnTo>
                <a:cubicBezTo>
                  <a:pt x="5026987" y="1841243"/>
                  <a:pt x="5053920" y="1826324"/>
                  <a:pt x="5038529" y="1812823"/>
                </a:cubicBezTo>
                <a:cubicBezTo>
                  <a:pt x="5047529" y="1812823"/>
                  <a:pt x="5043209" y="1805983"/>
                  <a:pt x="5052209" y="1805983"/>
                </a:cubicBezTo>
                <a:cubicBezTo>
                  <a:pt x="5043209" y="1799142"/>
                  <a:pt x="5054369" y="1778621"/>
                  <a:pt x="5072730" y="1787621"/>
                </a:cubicBezTo>
                <a:cubicBezTo>
                  <a:pt x="5079570" y="1769620"/>
                  <a:pt x="5070570" y="1746939"/>
                  <a:pt x="5091090" y="1735418"/>
                </a:cubicBezTo>
                <a:cubicBezTo>
                  <a:pt x="5097930" y="1735418"/>
                  <a:pt x="5097930" y="1746939"/>
                  <a:pt x="5104410" y="1746939"/>
                </a:cubicBezTo>
                <a:cubicBezTo>
                  <a:pt x="5104410" y="1742258"/>
                  <a:pt x="5104410" y="1730738"/>
                  <a:pt x="5093250" y="1735418"/>
                </a:cubicBezTo>
                <a:cubicBezTo>
                  <a:pt x="5093250" y="1712736"/>
                  <a:pt x="5122770" y="1699055"/>
                  <a:pt x="5115930" y="1673854"/>
                </a:cubicBezTo>
                <a:cubicBezTo>
                  <a:pt x="5127450" y="1676374"/>
                  <a:pt x="5131770" y="1664853"/>
                  <a:pt x="5118090" y="1660173"/>
                </a:cubicBezTo>
                <a:cubicBezTo>
                  <a:pt x="5124930" y="1655852"/>
                  <a:pt x="5127450" y="1660173"/>
                  <a:pt x="5131770" y="1660173"/>
                </a:cubicBezTo>
                <a:cubicBezTo>
                  <a:pt x="5131770" y="1651172"/>
                  <a:pt x="5150130" y="1640011"/>
                  <a:pt x="5131770" y="1633171"/>
                </a:cubicBezTo>
                <a:cubicBezTo>
                  <a:pt x="5138610" y="1626330"/>
                  <a:pt x="5141130" y="1616970"/>
                  <a:pt x="5145450" y="1610129"/>
                </a:cubicBezTo>
                <a:cubicBezTo>
                  <a:pt x="5177491" y="1605809"/>
                  <a:pt x="5163811" y="1553605"/>
                  <a:pt x="5198011" y="1533084"/>
                </a:cubicBezTo>
                <a:cubicBezTo>
                  <a:pt x="5179651" y="1503202"/>
                  <a:pt x="5236531" y="1483041"/>
                  <a:pt x="5211331" y="1453519"/>
                </a:cubicBezTo>
                <a:cubicBezTo>
                  <a:pt x="5227531" y="1448838"/>
                  <a:pt x="5211331" y="1441998"/>
                  <a:pt x="5222851" y="1439478"/>
                </a:cubicBezTo>
                <a:cubicBezTo>
                  <a:pt x="5231851" y="1455679"/>
                  <a:pt x="5218171" y="1476200"/>
                  <a:pt x="5220691" y="1498882"/>
                </a:cubicBezTo>
                <a:cubicBezTo>
                  <a:pt x="5225011" y="1498882"/>
                  <a:pt x="5231851" y="1503202"/>
                  <a:pt x="5238691" y="1503202"/>
                </a:cubicBezTo>
                <a:cubicBezTo>
                  <a:pt x="5243371" y="1496361"/>
                  <a:pt x="5243371" y="1492041"/>
                  <a:pt x="5234371" y="1483041"/>
                </a:cubicBezTo>
                <a:cubicBezTo>
                  <a:pt x="5245531" y="1473680"/>
                  <a:pt x="5248051" y="1498882"/>
                  <a:pt x="5259211" y="1485201"/>
                </a:cubicBezTo>
                <a:cubicBezTo>
                  <a:pt x="5245531" y="1483041"/>
                  <a:pt x="5263891" y="1459999"/>
                  <a:pt x="5241211" y="1464679"/>
                </a:cubicBezTo>
                <a:cubicBezTo>
                  <a:pt x="5257051" y="1455679"/>
                  <a:pt x="5241211" y="1444158"/>
                  <a:pt x="5252371" y="1439478"/>
                </a:cubicBezTo>
                <a:cubicBezTo>
                  <a:pt x="5236531" y="1444158"/>
                  <a:pt x="5241211" y="1435157"/>
                  <a:pt x="5227531" y="1432637"/>
                </a:cubicBezTo>
                <a:cubicBezTo>
                  <a:pt x="5245531" y="1421476"/>
                  <a:pt x="5238691" y="1409956"/>
                  <a:pt x="5231851" y="1400955"/>
                </a:cubicBezTo>
                <a:cubicBezTo>
                  <a:pt x="5238691" y="1394114"/>
                  <a:pt x="5243371" y="1403115"/>
                  <a:pt x="5250211" y="1398795"/>
                </a:cubicBezTo>
                <a:cubicBezTo>
                  <a:pt x="5248051" y="1385114"/>
                  <a:pt x="5252371" y="1359912"/>
                  <a:pt x="5266051" y="1355592"/>
                </a:cubicBezTo>
                <a:cubicBezTo>
                  <a:pt x="5259211" y="1364592"/>
                  <a:pt x="5268211" y="1376113"/>
                  <a:pt x="5263891" y="1387274"/>
                </a:cubicBezTo>
                <a:cubicBezTo>
                  <a:pt x="5272891" y="1380433"/>
                  <a:pt x="5279731" y="1389794"/>
                  <a:pt x="5288731" y="1378273"/>
                </a:cubicBezTo>
                <a:cubicBezTo>
                  <a:pt x="5277571" y="1378273"/>
                  <a:pt x="5284411" y="1371433"/>
                  <a:pt x="5275051" y="1364592"/>
                </a:cubicBezTo>
                <a:cubicBezTo>
                  <a:pt x="5295571" y="1369273"/>
                  <a:pt x="5318611" y="1319229"/>
                  <a:pt x="5302411" y="1309869"/>
                </a:cubicBezTo>
                <a:cubicBezTo>
                  <a:pt x="5311771" y="1300868"/>
                  <a:pt x="5313931" y="1314549"/>
                  <a:pt x="5320772" y="1305548"/>
                </a:cubicBezTo>
                <a:cubicBezTo>
                  <a:pt x="5318611" y="1303028"/>
                  <a:pt x="5320772" y="1300868"/>
                  <a:pt x="5318611" y="1298708"/>
                </a:cubicBezTo>
                <a:cubicBezTo>
                  <a:pt x="5307091" y="1296188"/>
                  <a:pt x="5300251" y="1291867"/>
                  <a:pt x="5288731" y="1300868"/>
                </a:cubicBezTo>
                <a:cubicBezTo>
                  <a:pt x="5293411" y="1294028"/>
                  <a:pt x="5293411" y="1287187"/>
                  <a:pt x="5293411" y="1280347"/>
                </a:cubicBezTo>
                <a:cubicBezTo>
                  <a:pt x="5281891" y="1282867"/>
                  <a:pt x="5284411" y="1296188"/>
                  <a:pt x="5275051" y="1291867"/>
                </a:cubicBezTo>
                <a:cubicBezTo>
                  <a:pt x="5291251" y="1285027"/>
                  <a:pt x="5270731" y="1276026"/>
                  <a:pt x="5286571" y="1269186"/>
                </a:cubicBezTo>
                <a:cubicBezTo>
                  <a:pt x="5300251" y="1273506"/>
                  <a:pt x="5295571" y="1282867"/>
                  <a:pt x="5307091" y="1282867"/>
                </a:cubicBezTo>
                <a:cubicBezTo>
                  <a:pt x="5316091" y="1276026"/>
                  <a:pt x="5304571" y="1266666"/>
                  <a:pt x="5313931" y="1259825"/>
                </a:cubicBezTo>
                <a:lnTo>
                  <a:pt x="5316222" y="1259853"/>
                </a:lnTo>
                <a:lnTo>
                  <a:pt x="5316893" y="1257959"/>
                </a:lnTo>
                <a:cubicBezTo>
                  <a:pt x="5319755" y="1252236"/>
                  <a:pt x="5323752" y="1245967"/>
                  <a:pt x="5323752" y="1241425"/>
                </a:cubicBezTo>
                <a:cubicBezTo>
                  <a:pt x="5327205" y="1242515"/>
                  <a:pt x="5329090" y="1244627"/>
                  <a:pt x="5329828" y="1247256"/>
                </a:cubicBezTo>
                <a:lnTo>
                  <a:pt x="5329726" y="1248385"/>
                </a:lnTo>
                <a:lnTo>
                  <a:pt x="5335307" y="1245199"/>
                </a:lnTo>
                <a:cubicBezTo>
                  <a:pt x="5340122" y="1244614"/>
                  <a:pt x="5345792" y="1243984"/>
                  <a:pt x="5350292" y="1239304"/>
                </a:cubicBezTo>
                <a:cubicBezTo>
                  <a:pt x="5348132" y="1234984"/>
                  <a:pt x="5350292" y="1230303"/>
                  <a:pt x="5343452" y="1228143"/>
                </a:cubicBezTo>
                <a:cubicBezTo>
                  <a:pt x="5336612" y="1228143"/>
                  <a:pt x="5341292" y="1241824"/>
                  <a:pt x="5331932" y="1234984"/>
                </a:cubicBezTo>
                <a:lnTo>
                  <a:pt x="5335681" y="1219274"/>
                </a:lnTo>
                <a:lnTo>
                  <a:pt x="5331417" y="1207937"/>
                </a:lnTo>
                <a:cubicBezTo>
                  <a:pt x="5329115" y="1191223"/>
                  <a:pt x="5334347" y="1166422"/>
                  <a:pt x="5350253" y="1174779"/>
                </a:cubicBezTo>
                <a:lnTo>
                  <a:pt x="5345637" y="1189682"/>
                </a:lnTo>
                <a:lnTo>
                  <a:pt x="5354522" y="1211357"/>
                </a:lnTo>
                <a:cubicBezTo>
                  <a:pt x="5357672" y="1217883"/>
                  <a:pt x="5360552" y="1224723"/>
                  <a:pt x="5361812" y="1234984"/>
                </a:cubicBezTo>
                <a:cubicBezTo>
                  <a:pt x="5366132" y="1232463"/>
                  <a:pt x="5368292" y="1232463"/>
                  <a:pt x="5370812" y="1232463"/>
                </a:cubicBezTo>
                <a:cubicBezTo>
                  <a:pt x="5370812" y="1214462"/>
                  <a:pt x="5361812" y="1193941"/>
                  <a:pt x="5363972" y="1175579"/>
                </a:cubicBezTo>
                <a:cubicBezTo>
                  <a:pt x="5370812" y="1171259"/>
                  <a:pt x="5372972" y="1175579"/>
                  <a:pt x="5377652" y="1173419"/>
                </a:cubicBezTo>
                <a:cubicBezTo>
                  <a:pt x="5375132" y="1171259"/>
                  <a:pt x="5377652" y="1168739"/>
                  <a:pt x="5377652" y="1166579"/>
                </a:cubicBezTo>
                <a:cubicBezTo>
                  <a:pt x="5372972" y="1164419"/>
                  <a:pt x="5368292" y="1168739"/>
                  <a:pt x="5366132" y="1166579"/>
                </a:cubicBezTo>
                <a:cubicBezTo>
                  <a:pt x="5363972" y="1159738"/>
                  <a:pt x="5361812" y="1143897"/>
                  <a:pt x="5377652" y="1141737"/>
                </a:cubicBezTo>
                <a:cubicBezTo>
                  <a:pt x="5372972" y="1128056"/>
                  <a:pt x="5348132" y="1102854"/>
                  <a:pt x="5368292" y="1096014"/>
                </a:cubicBezTo>
                <a:cubicBezTo>
                  <a:pt x="5368292" y="1100694"/>
                  <a:pt x="5379812" y="1112215"/>
                  <a:pt x="5388812" y="1132376"/>
                </a:cubicBezTo>
                <a:cubicBezTo>
                  <a:pt x="5393492" y="1116535"/>
                  <a:pt x="5375132" y="1100694"/>
                  <a:pt x="5391332" y="1084853"/>
                </a:cubicBezTo>
                <a:cubicBezTo>
                  <a:pt x="5379812" y="1096014"/>
                  <a:pt x="5372972" y="1082333"/>
                  <a:pt x="5363972" y="1087013"/>
                </a:cubicBezTo>
                <a:cubicBezTo>
                  <a:pt x="5368292" y="1082333"/>
                  <a:pt x="5359292" y="1078013"/>
                  <a:pt x="5366132" y="1075493"/>
                </a:cubicBezTo>
                <a:cubicBezTo>
                  <a:pt x="5370812" y="1084853"/>
                  <a:pt x="5384492" y="1087013"/>
                  <a:pt x="5398172" y="1080173"/>
                </a:cubicBezTo>
                <a:cubicBezTo>
                  <a:pt x="5379812" y="1071172"/>
                  <a:pt x="5391332" y="1064332"/>
                  <a:pt x="5405013" y="1057491"/>
                </a:cubicBezTo>
                <a:cubicBezTo>
                  <a:pt x="5394752" y="1043810"/>
                  <a:pt x="5394752" y="1033010"/>
                  <a:pt x="5396462" y="1022479"/>
                </a:cubicBezTo>
                <a:lnTo>
                  <a:pt x="5398408" y="1011333"/>
                </a:lnTo>
                <a:lnTo>
                  <a:pt x="5397457" y="1014052"/>
                </a:lnTo>
                <a:cubicBezTo>
                  <a:pt x="5381348" y="1011896"/>
                  <a:pt x="5381348" y="1011896"/>
                  <a:pt x="5381348" y="1011896"/>
                </a:cubicBezTo>
                <a:cubicBezTo>
                  <a:pt x="5379200" y="986735"/>
                  <a:pt x="5379200" y="979906"/>
                  <a:pt x="5390655" y="957262"/>
                </a:cubicBezTo>
                <a:cubicBezTo>
                  <a:pt x="5396830" y="960047"/>
                  <a:pt x="5401327" y="963417"/>
                  <a:pt x="5404353" y="967298"/>
                </a:cubicBezTo>
                <a:lnTo>
                  <a:pt x="5408294" y="977897"/>
                </a:lnTo>
                <a:lnTo>
                  <a:pt x="5416134" y="971550"/>
                </a:lnTo>
                <a:cubicBezTo>
                  <a:pt x="5428041" y="973791"/>
                  <a:pt x="5420971" y="990226"/>
                  <a:pt x="5411669" y="987985"/>
                </a:cubicBezTo>
                <a:cubicBezTo>
                  <a:pt x="5413902" y="985557"/>
                  <a:pt x="5413251" y="983783"/>
                  <a:pt x="5411483" y="982616"/>
                </a:cubicBezTo>
                <a:lnTo>
                  <a:pt x="5408695" y="981916"/>
                </a:lnTo>
                <a:lnTo>
                  <a:pt x="5404888" y="992801"/>
                </a:lnTo>
                <a:lnTo>
                  <a:pt x="5407825" y="994425"/>
                </a:lnTo>
                <a:cubicBezTo>
                  <a:pt x="5411200" y="999792"/>
                  <a:pt x="5409985" y="1007791"/>
                  <a:pt x="5413360" y="1012527"/>
                </a:cubicBezTo>
                <a:lnTo>
                  <a:pt x="5422438" y="1016215"/>
                </a:lnTo>
                <a:lnTo>
                  <a:pt x="5423399" y="1014041"/>
                </a:lnTo>
                <a:lnTo>
                  <a:pt x="5425134" y="1003229"/>
                </a:lnTo>
                <a:cubicBezTo>
                  <a:pt x="5423936" y="990234"/>
                  <a:pt x="5416713" y="977746"/>
                  <a:pt x="5438853" y="964245"/>
                </a:cubicBezTo>
                <a:cubicBezTo>
                  <a:pt x="5427693" y="950564"/>
                  <a:pt x="5434533" y="936883"/>
                  <a:pt x="5434533" y="923202"/>
                </a:cubicBezTo>
                <a:cubicBezTo>
                  <a:pt x="5431113" y="920862"/>
                  <a:pt x="5427693" y="920322"/>
                  <a:pt x="5424543" y="919512"/>
                </a:cubicBezTo>
                <a:lnTo>
                  <a:pt x="5417599" y="915106"/>
                </a:lnTo>
                <a:lnTo>
                  <a:pt x="5416246" y="917500"/>
                </a:lnTo>
                <a:cubicBezTo>
                  <a:pt x="5413111" y="920683"/>
                  <a:pt x="5409659" y="923594"/>
                  <a:pt x="5407297" y="928323"/>
                </a:cubicBezTo>
                <a:cubicBezTo>
                  <a:pt x="5393488" y="921411"/>
                  <a:pt x="5402573" y="918864"/>
                  <a:pt x="5407297" y="907586"/>
                </a:cubicBezTo>
                <a:cubicBezTo>
                  <a:pt x="5405117" y="902857"/>
                  <a:pt x="5395668" y="902857"/>
                  <a:pt x="5398212" y="893762"/>
                </a:cubicBezTo>
                <a:cubicBezTo>
                  <a:pt x="5405117" y="893762"/>
                  <a:pt x="5409114" y="896036"/>
                  <a:pt x="5412521" y="898582"/>
                </a:cubicBezTo>
                <a:lnTo>
                  <a:pt x="5413089" y="898923"/>
                </a:lnTo>
                <a:lnTo>
                  <a:pt x="5415560" y="897354"/>
                </a:lnTo>
                <a:cubicBezTo>
                  <a:pt x="5422361" y="896358"/>
                  <a:pt x="5425263" y="906551"/>
                  <a:pt x="5432013" y="911681"/>
                </a:cubicBezTo>
                <a:cubicBezTo>
                  <a:pt x="5432013" y="908351"/>
                  <a:pt x="5432598" y="907114"/>
                  <a:pt x="5433582" y="906956"/>
                </a:cubicBezTo>
                <a:lnTo>
                  <a:pt x="5437467" y="908675"/>
                </a:lnTo>
                <a:lnTo>
                  <a:pt x="5439501" y="904277"/>
                </a:lnTo>
                <a:lnTo>
                  <a:pt x="5444043" y="903859"/>
                </a:lnTo>
                <a:lnTo>
                  <a:pt x="5436693" y="897685"/>
                </a:lnTo>
                <a:cubicBezTo>
                  <a:pt x="5435523" y="894310"/>
                  <a:pt x="5437773" y="891520"/>
                  <a:pt x="5445693" y="891520"/>
                </a:cubicBezTo>
                <a:close/>
                <a:moveTo>
                  <a:pt x="4785894" y="890587"/>
                </a:moveTo>
                <a:cubicBezTo>
                  <a:pt x="4820041" y="894911"/>
                  <a:pt x="4772236" y="920133"/>
                  <a:pt x="4797037" y="931303"/>
                </a:cubicBezTo>
                <a:cubicBezTo>
                  <a:pt x="4788051" y="929141"/>
                  <a:pt x="4779065" y="942833"/>
                  <a:pt x="4792724" y="949680"/>
                </a:cubicBezTo>
                <a:cubicBezTo>
                  <a:pt x="4785894" y="949680"/>
                  <a:pt x="4774392" y="951842"/>
                  <a:pt x="4790208" y="961210"/>
                </a:cubicBezTo>
                <a:cubicBezTo>
                  <a:pt x="4767563" y="967696"/>
                  <a:pt x="4781222" y="988234"/>
                  <a:pt x="4767563" y="999764"/>
                </a:cubicBezTo>
                <a:cubicBezTo>
                  <a:pt x="4763250" y="981388"/>
                  <a:pt x="4765407" y="963372"/>
                  <a:pt x="4770079" y="944995"/>
                </a:cubicBezTo>
                <a:cubicBezTo>
                  <a:pt x="4776549" y="929141"/>
                  <a:pt x="4785894" y="910765"/>
                  <a:pt x="4785894" y="890587"/>
                </a:cubicBezTo>
                <a:close/>
                <a:moveTo>
                  <a:pt x="4864158" y="884237"/>
                </a:moveTo>
                <a:cubicBezTo>
                  <a:pt x="4884316" y="895474"/>
                  <a:pt x="4893675" y="891124"/>
                  <a:pt x="4907353" y="904537"/>
                </a:cubicBezTo>
                <a:cubicBezTo>
                  <a:pt x="4897994" y="913962"/>
                  <a:pt x="4884316" y="916137"/>
                  <a:pt x="4891155" y="929912"/>
                </a:cubicBezTo>
                <a:cubicBezTo>
                  <a:pt x="4873157" y="927737"/>
                  <a:pt x="4891155" y="916137"/>
                  <a:pt x="4879996" y="904537"/>
                </a:cubicBezTo>
                <a:cubicBezTo>
                  <a:pt x="4870997" y="909250"/>
                  <a:pt x="4868477" y="923025"/>
                  <a:pt x="4859478" y="927737"/>
                </a:cubicBezTo>
                <a:cubicBezTo>
                  <a:pt x="4845800" y="913962"/>
                  <a:pt x="4873157" y="895474"/>
                  <a:pt x="4864158" y="884237"/>
                </a:cubicBezTo>
                <a:close/>
                <a:moveTo>
                  <a:pt x="5591887" y="881624"/>
                </a:moveTo>
                <a:cubicBezTo>
                  <a:pt x="5598792" y="874712"/>
                  <a:pt x="5596248" y="886353"/>
                  <a:pt x="5596248" y="893266"/>
                </a:cubicBezTo>
                <a:cubicBezTo>
                  <a:pt x="5610057" y="895448"/>
                  <a:pt x="5607877" y="886353"/>
                  <a:pt x="5616962" y="895448"/>
                </a:cubicBezTo>
                <a:cubicBezTo>
                  <a:pt x="5610057" y="902361"/>
                  <a:pt x="5605696" y="909273"/>
                  <a:pt x="5591887" y="907090"/>
                </a:cubicBezTo>
                <a:cubicBezTo>
                  <a:pt x="5587163" y="895448"/>
                  <a:pt x="5596248" y="897995"/>
                  <a:pt x="5591887" y="881624"/>
                </a:cubicBezTo>
                <a:close/>
                <a:moveTo>
                  <a:pt x="4594975" y="863600"/>
                </a:moveTo>
                <a:cubicBezTo>
                  <a:pt x="4606617" y="867954"/>
                  <a:pt x="4617895" y="872671"/>
                  <a:pt x="4629536" y="877388"/>
                </a:cubicBezTo>
                <a:lnTo>
                  <a:pt x="4626990" y="888637"/>
                </a:lnTo>
                <a:cubicBezTo>
                  <a:pt x="4615712" y="879565"/>
                  <a:pt x="4597158" y="874848"/>
                  <a:pt x="4594975" y="863600"/>
                </a:cubicBezTo>
                <a:close/>
                <a:moveTo>
                  <a:pt x="5654814" y="853016"/>
                </a:moveTo>
                <a:cubicBezTo>
                  <a:pt x="5675697" y="850900"/>
                  <a:pt x="5657013" y="877711"/>
                  <a:pt x="5659211" y="888647"/>
                </a:cubicBezTo>
                <a:cubicBezTo>
                  <a:pt x="5652250" y="881944"/>
                  <a:pt x="5652250" y="868539"/>
                  <a:pt x="5654814" y="853016"/>
                </a:cubicBezTo>
                <a:close/>
                <a:moveTo>
                  <a:pt x="5351331" y="852487"/>
                </a:moveTo>
                <a:cubicBezTo>
                  <a:pt x="5369322" y="866043"/>
                  <a:pt x="5355917" y="895296"/>
                  <a:pt x="5349214" y="915630"/>
                </a:cubicBezTo>
                <a:cubicBezTo>
                  <a:pt x="5337925" y="902074"/>
                  <a:pt x="5349214" y="874961"/>
                  <a:pt x="5351331" y="852487"/>
                </a:cubicBezTo>
                <a:close/>
                <a:moveTo>
                  <a:pt x="5411669" y="846137"/>
                </a:moveTo>
                <a:cubicBezTo>
                  <a:pt x="5420971" y="855444"/>
                  <a:pt x="5404600" y="868689"/>
                  <a:pt x="5428041" y="871195"/>
                </a:cubicBezTo>
                <a:cubicBezTo>
                  <a:pt x="5423204" y="877996"/>
                  <a:pt x="5416134" y="873343"/>
                  <a:pt x="5411669" y="882292"/>
                </a:cubicBezTo>
                <a:cubicBezTo>
                  <a:pt x="5406832" y="871195"/>
                  <a:pt x="5404600" y="857592"/>
                  <a:pt x="5411669" y="846137"/>
                </a:cubicBezTo>
                <a:close/>
                <a:moveTo>
                  <a:pt x="5407664" y="820066"/>
                </a:moveTo>
                <a:cubicBezTo>
                  <a:pt x="5428055" y="817562"/>
                  <a:pt x="5423405" y="842604"/>
                  <a:pt x="5403013" y="837953"/>
                </a:cubicBezTo>
                <a:cubicBezTo>
                  <a:pt x="5407664" y="820066"/>
                  <a:pt x="5407664" y="820066"/>
                  <a:pt x="5407664" y="820066"/>
                </a:cubicBezTo>
                <a:close/>
                <a:moveTo>
                  <a:pt x="4599372" y="817995"/>
                </a:moveTo>
                <a:lnTo>
                  <a:pt x="4599372" y="826750"/>
                </a:lnTo>
                <a:cubicBezTo>
                  <a:pt x="4575925" y="824393"/>
                  <a:pt x="4575925" y="824393"/>
                  <a:pt x="4575925" y="824393"/>
                </a:cubicBezTo>
                <a:cubicBezTo>
                  <a:pt x="4578489" y="815975"/>
                  <a:pt x="4589846" y="817995"/>
                  <a:pt x="4599372" y="817995"/>
                </a:cubicBezTo>
                <a:close/>
                <a:moveTo>
                  <a:pt x="5451808" y="815975"/>
                </a:moveTo>
                <a:cubicBezTo>
                  <a:pt x="5458687" y="820737"/>
                  <a:pt x="5463393" y="815975"/>
                  <a:pt x="5467738" y="820737"/>
                </a:cubicBezTo>
                <a:cubicBezTo>
                  <a:pt x="5463393" y="825133"/>
                  <a:pt x="5465566" y="829896"/>
                  <a:pt x="5458687" y="834658"/>
                </a:cubicBezTo>
                <a:cubicBezTo>
                  <a:pt x="5456514" y="822935"/>
                  <a:pt x="5447463" y="822935"/>
                  <a:pt x="5451808" y="815975"/>
                </a:cubicBezTo>
                <a:close/>
                <a:moveTo>
                  <a:pt x="4804663" y="809625"/>
                </a:moveTo>
                <a:cubicBezTo>
                  <a:pt x="4839088" y="837021"/>
                  <a:pt x="4793430" y="846033"/>
                  <a:pt x="4797778" y="891814"/>
                </a:cubicBezTo>
                <a:cubicBezTo>
                  <a:pt x="4772775" y="873430"/>
                  <a:pt x="4802489" y="832335"/>
                  <a:pt x="4804663" y="809625"/>
                </a:cubicBezTo>
                <a:close/>
                <a:moveTo>
                  <a:pt x="4002838" y="803885"/>
                </a:moveTo>
                <a:cubicBezTo>
                  <a:pt x="4016759" y="808647"/>
                  <a:pt x="4009798" y="806449"/>
                  <a:pt x="4007600" y="806449"/>
                </a:cubicBezTo>
                <a:cubicBezTo>
                  <a:pt x="4007600" y="810845"/>
                  <a:pt x="3998075" y="801687"/>
                  <a:pt x="4002838" y="803885"/>
                </a:cubicBezTo>
                <a:close/>
                <a:moveTo>
                  <a:pt x="5500346" y="792747"/>
                </a:moveTo>
                <a:cubicBezTo>
                  <a:pt x="5498114" y="797454"/>
                  <a:pt x="5502579" y="797454"/>
                  <a:pt x="5507416" y="797454"/>
                </a:cubicBezTo>
                <a:cubicBezTo>
                  <a:pt x="5495509" y="803971"/>
                  <a:pt x="5502579" y="808677"/>
                  <a:pt x="5493277" y="810850"/>
                </a:cubicBezTo>
                <a:cubicBezTo>
                  <a:pt x="5483975" y="806505"/>
                  <a:pt x="5493277" y="790575"/>
                  <a:pt x="5500346" y="792747"/>
                </a:cubicBezTo>
                <a:close/>
                <a:moveTo>
                  <a:pt x="4977132" y="758825"/>
                </a:moveTo>
                <a:cubicBezTo>
                  <a:pt x="4993076" y="797811"/>
                  <a:pt x="4963362" y="850153"/>
                  <a:pt x="4960825" y="898164"/>
                </a:cubicBezTo>
                <a:cubicBezTo>
                  <a:pt x="4949592" y="893471"/>
                  <a:pt x="4937996" y="886612"/>
                  <a:pt x="4926763" y="881920"/>
                </a:cubicBezTo>
                <a:cubicBezTo>
                  <a:pt x="4928937" y="866036"/>
                  <a:pt x="4940170" y="884446"/>
                  <a:pt x="4953940" y="881920"/>
                </a:cubicBezTo>
                <a:cubicBezTo>
                  <a:pt x="4956477" y="829577"/>
                  <a:pt x="4960825" y="793118"/>
                  <a:pt x="4977132" y="758825"/>
                </a:cubicBezTo>
                <a:close/>
                <a:moveTo>
                  <a:pt x="5566847" y="755786"/>
                </a:moveTo>
                <a:lnTo>
                  <a:pt x="5566444" y="757378"/>
                </a:lnTo>
                <a:cubicBezTo>
                  <a:pt x="5565707" y="760284"/>
                  <a:pt x="5564697" y="764269"/>
                  <a:pt x="5563350" y="769583"/>
                </a:cubicBezTo>
                <a:cubicBezTo>
                  <a:pt x="5563350" y="769583"/>
                  <a:pt x="5564023" y="766926"/>
                  <a:pt x="5564865" y="763605"/>
                </a:cubicBezTo>
                <a:close/>
                <a:moveTo>
                  <a:pt x="5505231" y="755650"/>
                </a:moveTo>
                <a:cubicBezTo>
                  <a:pt x="5518550" y="759994"/>
                  <a:pt x="5505231" y="769046"/>
                  <a:pt x="5500675" y="775925"/>
                </a:cubicBezTo>
                <a:cubicBezTo>
                  <a:pt x="5491913" y="769046"/>
                  <a:pt x="5507334" y="762167"/>
                  <a:pt x="5505231" y="755650"/>
                </a:cubicBezTo>
                <a:close/>
                <a:moveTo>
                  <a:pt x="5567896" y="751650"/>
                </a:moveTo>
                <a:cubicBezTo>
                  <a:pt x="5568401" y="749657"/>
                  <a:pt x="5568064" y="750986"/>
                  <a:pt x="5567391" y="753642"/>
                </a:cubicBezTo>
                <a:lnTo>
                  <a:pt x="5566847" y="755786"/>
                </a:lnTo>
                <a:close/>
                <a:moveTo>
                  <a:pt x="5418991" y="747712"/>
                </a:moveTo>
                <a:cubicBezTo>
                  <a:pt x="5434413" y="763656"/>
                  <a:pt x="5407775" y="786485"/>
                  <a:pt x="5431959" y="800255"/>
                </a:cubicBezTo>
                <a:cubicBezTo>
                  <a:pt x="5427753" y="814024"/>
                  <a:pt x="5416537" y="798080"/>
                  <a:pt x="5414434" y="807139"/>
                </a:cubicBezTo>
                <a:cubicBezTo>
                  <a:pt x="5412331" y="798080"/>
                  <a:pt x="5414434" y="772715"/>
                  <a:pt x="5418991" y="747712"/>
                </a:cubicBezTo>
                <a:close/>
                <a:moveTo>
                  <a:pt x="5720277" y="746273"/>
                </a:moveTo>
                <a:cubicBezTo>
                  <a:pt x="5724668" y="748043"/>
                  <a:pt x="5725476" y="763851"/>
                  <a:pt x="5739204" y="757237"/>
                </a:cubicBezTo>
                <a:lnTo>
                  <a:pt x="5736692" y="772759"/>
                </a:lnTo>
                <a:cubicBezTo>
                  <a:pt x="5716234" y="761470"/>
                  <a:pt x="5698288" y="772759"/>
                  <a:pt x="5698288" y="750534"/>
                </a:cubicBezTo>
                <a:cubicBezTo>
                  <a:pt x="5698288" y="757237"/>
                  <a:pt x="5727719" y="759353"/>
                  <a:pt x="5714080" y="750534"/>
                </a:cubicBezTo>
                <a:cubicBezTo>
                  <a:pt x="5716951" y="746653"/>
                  <a:pt x="5718813" y="745683"/>
                  <a:pt x="5720277" y="746273"/>
                </a:cubicBezTo>
                <a:close/>
                <a:moveTo>
                  <a:pt x="4752138" y="741362"/>
                </a:moveTo>
                <a:cubicBezTo>
                  <a:pt x="4776321" y="741362"/>
                  <a:pt x="4778775" y="759509"/>
                  <a:pt x="4760900" y="761644"/>
                </a:cubicBezTo>
                <a:cubicBezTo>
                  <a:pt x="4770013" y="743853"/>
                  <a:pt x="4760900" y="752748"/>
                  <a:pt x="4752138" y="741362"/>
                </a:cubicBezTo>
                <a:close/>
                <a:moveTo>
                  <a:pt x="4565350" y="740419"/>
                </a:moveTo>
                <a:cubicBezTo>
                  <a:pt x="4589793" y="743024"/>
                  <a:pt x="4563225" y="750093"/>
                  <a:pt x="4574206" y="754930"/>
                </a:cubicBezTo>
                <a:cubicBezTo>
                  <a:pt x="4599003" y="738187"/>
                  <a:pt x="4578812" y="745256"/>
                  <a:pt x="4605734" y="757163"/>
                </a:cubicBezTo>
                <a:cubicBezTo>
                  <a:pt x="4596524" y="761628"/>
                  <a:pt x="4583062" y="761628"/>
                  <a:pt x="4567476" y="759395"/>
                </a:cubicBezTo>
                <a:cubicBezTo>
                  <a:pt x="4563225" y="757163"/>
                  <a:pt x="4565350" y="750093"/>
                  <a:pt x="4565350" y="740419"/>
                </a:cubicBezTo>
                <a:close/>
                <a:moveTo>
                  <a:pt x="5475408" y="738187"/>
                </a:moveTo>
                <a:cubicBezTo>
                  <a:pt x="5486794" y="742813"/>
                  <a:pt x="5473273" y="751708"/>
                  <a:pt x="5473273" y="758469"/>
                </a:cubicBezTo>
                <a:cubicBezTo>
                  <a:pt x="5466513" y="751708"/>
                  <a:pt x="5466513" y="744947"/>
                  <a:pt x="5475408" y="738187"/>
                </a:cubicBezTo>
                <a:close/>
                <a:moveTo>
                  <a:pt x="4810094" y="736600"/>
                </a:moveTo>
                <a:cubicBezTo>
                  <a:pt x="4843858" y="736600"/>
                  <a:pt x="4816846" y="748054"/>
                  <a:pt x="4826087" y="761299"/>
                </a:cubicBezTo>
                <a:cubicBezTo>
                  <a:pt x="4814714" y="763805"/>
                  <a:pt x="4807961" y="768100"/>
                  <a:pt x="4799076" y="772754"/>
                </a:cubicBezTo>
                <a:cubicBezTo>
                  <a:pt x="4796588" y="765953"/>
                  <a:pt x="4807961" y="754856"/>
                  <a:pt x="4810094" y="736600"/>
                </a:cubicBezTo>
                <a:close/>
                <a:moveTo>
                  <a:pt x="4661870" y="734511"/>
                </a:moveTo>
                <a:cubicBezTo>
                  <a:pt x="4665917" y="733659"/>
                  <a:pt x="4669373" y="733659"/>
                  <a:pt x="4672829" y="737067"/>
                </a:cubicBezTo>
                <a:cubicBezTo>
                  <a:pt x="4675012" y="743885"/>
                  <a:pt x="4670646" y="748549"/>
                  <a:pt x="4656822" y="743885"/>
                </a:cubicBezTo>
                <a:cubicBezTo>
                  <a:pt x="4681924" y="755367"/>
                  <a:pt x="4659005" y="773308"/>
                  <a:pt x="4654275" y="782278"/>
                </a:cubicBezTo>
                <a:cubicBezTo>
                  <a:pt x="4647363" y="764337"/>
                  <a:pt x="4652092" y="757520"/>
                  <a:pt x="4647363" y="737067"/>
                </a:cubicBezTo>
                <a:cubicBezTo>
                  <a:pt x="4653184" y="737067"/>
                  <a:pt x="4657822" y="735363"/>
                  <a:pt x="4661870" y="734511"/>
                </a:cubicBezTo>
                <a:close/>
                <a:moveTo>
                  <a:pt x="5383605" y="725487"/>
                </a:moveTo>
                <a:cubicBezTo>
                  <a:pt x="5370011" y="748553"/>
                  <a:pt x="5381101" y="761888"/>
                  <a:pt x="5374304" y="791801"/>
                </a:cubicBezTo>
                <a:cubicBezTo>
                  <a:pt x="5358563" y="778106"/>
                  <a:pt x="5365360" y="743867"/>
                  <a:pt x="5383605" y="725487"/>
                </a:cubicBezTo>
                <a:close/>
                <a:moveTo>
                  <a:pt x="4737369" y="725487"/>
                </a:moveTo>
                <a:cubicBezTo>
                  <a:pt x="4746287" y="730249"/>
                  <a:pt x="4764481" y="728051"/>
                  <a:pt x="4762341" y="737210"/>
                </a:cubicBezTo>
                <a:cubicBezTo>
                  <a:pt x="4753066" y="737210"/>
                  <a:pt x="4742007" y="735012"/>
                  <a:pt x="4739509" y="739408"/>
                </a:cubicBezTo>
                <a:cubicBezTo>
                  <a:pt x="4733088" y="739408"/>
                  <a:pt x="4737369" y="730249"/>
                  <a:pt x="4737369" y="725487"/>
                </a:cubicBezTo>
                <a:close/>
                <a:moveTo>
                  <a:pt x="4919213" y="715491"/>
                </a:moveTo>
                <a:cubicBezTo>
                  <a:pt x="4923063" y="714687"/>
                  <a:pt x="4927920" y="714709"/>
                  <a:pt x="4934215" y="715879"/>
                </a:cubicBezTo>
                <a:cubicBezTo>
                  <a:pt x="4931697" y="729556"/>
                  <a:pt x="4931697" y="743233"/>
                  <a:pt x="4940690" y="750071"/>
                </a:cubicBezTo>
                <a:cubicBezTo>
                  <a:pt x="4931697" y="756909"/>
                  <a:pt x="4918027" y="756909"/>
                  <a:pt x="4911192" y="765907"/>
                </a:cubicBezTo>
                <a:cubicBezTo>
                  <a:pt x="4904358" y="784263"/>
                  <a:pt x="4931697" y="802259"/>
                  <a:pt x="4904358" y="809098"/>
                </a:cubicBezTo>
                <a:cubicBezTo>
                  <a:pt x="4906876" y="815936"/>
                  <a:pt x="4911192" y="809098"/>
                  <a:pt x="4920545" y="811257"/>
                </a:cubicBezTo>
                <a:cubicBezTo>
                  <a:pt x="4897523" y="836452"/>
                  <a:pt x="4920545" y="861646"/>
                  <a:pt x="4900041" y="888640"/>
                </a:cubicBezTo>
                <a:cubicBezTo>
                  <a:pt x="4888530" y="877482"/>
                  <a:pt x="4895364" y="861646"/>
                  <a:pt x="4870543" y="854807"/>
                </a:cubicBezTo>
                <a:lnTo>
                  <a:pt x="4874983" y="831503"/>
                </a:lnTo>
                <a:lnTo>
                  <a:pt x="4869340" y="826326"/>
                </a:lnTo>
                <a:cubicBezTo>
                  <a:pt x="4867277" y="818295"/>
                  <a:pt x="4878054" y="807059"/>
                  <a:pt x="4874507" y="798512"/>
                </a:cubicBezTo>
                <a:cubicBezTo>
                  <a:pt x="4879145" y="800810"/>
                  <a:pt x="4882033" y="803245"/>
                  <a:pt x="4883648" y="805824"/>
                </a:cubicBezTo>
                <a:lnTo>
                  <a:pt x="4884387" y="809854"/>
                </a:lnTo>
                <a:lnTo>
                  <a:pt x="4887990" y="802889"/>
                </a:lnTo>
                <a:cubicBezTo>
                  <a:pt x="4895364" y="788672"/>
                  <a:pt x="4898782" y="776165"/>
                  <a:pt x="4881695" y="761228"/>
                </a:cubicBezTo>
                <a:cubicBezTo>
                  <a:pt x="4897523" y="772746"/>
                  <a:pt x="4897523" y="747911"/>
                  <a:pt x="4911192" y="743233"/>
                </a:cubicBezTo>
                <a:cubicBezTo>
                  <a:pt x="4909034" y="740713"/>
                  <a:pt x="4900041" y="740713"/>
                  <a:pt x="4900041" y="736394"/>
                </a:cubicBezTo>
                <a:cubicBezTo>
                  <a:pt x="4905167" y="727756"/>
                  <a:pt x="4907663" y="717903"/>
                  <a:pt x="4919213" y="715491"/>
                </a:cubicBezTo>
                <a:close/>
                <a:moveTo>
                  <a:pt x="4989116" y="695261"/>
                </a:moveTo>
                <a:cubicBezTo>
                  <a:pt x="4990263" y="699221"/>
                  <a:pt x="4989734" y="713817"/>
                  <a:pt x="4986382" y="736244"/>
                </a:cubicBezTo>
                <a:cubicBezTo>
                  <a:pt x="4961688" y="734108"/>
                  <a:pt x="4981796" y="720580"/>
                  <a:pt x="4981796" y="718088"/>
                </a:cubicBezTo>
                <a:cubicBezTo>
                  <a:pt x="4985147" y="697975"/>
                  <a:pt x="4987970" y="691300"/>
                  <a:pt x="4989116" y="695261"/>
                </a:cubicBezTo>
                <a:close/>
                <a:moveTo>
                  <a:pt x="5673366" y="691512"/>
                </a:moveTo>
                <a:cubicBezTo>
                  <a:pt x="5707454" y="688975"/>
                  <a:pt x="5671213" y="762200"/>
                  <a:pt x="5666548" y="780687"/>
                </a:cubicBezTo>
                <a:cubicBezTo>
                  <a:pt x="5655425" y="757850"/>
                  <a:pt x="5687001" y="721237"/>
                  <a:pt x="5673366" y="691512"/>
                </a:cubicBezTo>
                <a:close/>
                <a:moveTo>
                  <a:pt x="4814985" y="690428"/>
                </a:moveTo>
                <a:cubicBezTo>
                  <a:pt x="4837591" y="685800"/>
                  <a:pt x="4830773" y="708227"/>
                  <a:pt x="4823956" y="714990"/>
                </a:cubicBezTo>
                <a:cubicBezTo>
                  <a:pt x="4821803" y="723890"/>
                  <a:pt x="4839744" y="721754"/>
                  <a:pt x="4853379" y="721754"/>
                </a:cubicBezTo>
                <a:cubicBezTo>
                  <a:pt x="4844409" y="744181"/>
                  <a:pt x="4823956" y="717126"/>
                  <a:pt x="4806015" y="730653"/>
                </a:cubicBezTo>
                <a:cubicBezTo>
                  <a:pt x="4803503" y="728518"/>
                  <a:pt x="4808168" y="728518"/>
                  <a:pt x="4810321" y="728518"/>
                </a:cubicBezTo>
                <a:cubicBezTo>
                  <a:pt x="4814985" y="714990"/>
                  <a:pt x="4801350" y="703599"/>
                  <a:pt x="4814985" y="690428"/>
                </a:cubicBezTo>
                <a:close/>
                <a:moveTo>
                  <a:pt x="4922274" y="682625"/>
                </a:moveTo>
                <a:cubicBezTo>
                  <a:pt x="4924498" y="683251"/>
                  <a:pt x="4926032" y="685824"/>
                  <a:pt x="4926799" y="689331"/>
                </a:cubicBezTo>
                <a:lnTo>
                  <a:pt x="4926735" y="699482"/>
                </a:lnTo>
                <a:lnTo>
                  <a:pt x="4935925" y="700672"/>
                </a:lnTo>
                <a:cubicBezTo>
                  <a:pt x="4935380" y="703478"/>
                  <a:pt x="4933245" y="706013"/>
                  <a:pt x="4930417" y="707953"/>
                </a:cubicBezTo>
                <a:lnTo>
                  <a:pt x="4922684" y="710927"/>
                </a:lnTo>
                <a:lnTo>
                  <a:pt x="4921573" y="713482"/>
                </a:lnTo>
                <a:cubicBezTo>
                  <a:pt x="4918960" y="716676"/>
                  <a:pt x="4915424" y="718779"/>
                  <a:pt x="4910888" y="718779"/>
                </a:cubicBezTo>
                <a:lnTo>
                  <a:pt x="4913602" y="710160"/>
                </a:lnTo>
                <a:lnTo>
                  <a:pt x="4912314" y="709888"/>
                </a:lnTo>
                <a:cubicBezTo>
                  <a:pt x="4910304" y="708162"/>
                  <a:pt x="4909396" y="705198"/>
                  <a:pt x="4910486" y="700672"/>
                </a:cubicBezTo>
                <a:lnTo>
                  <a:pt x="4916844" y="699866"/>
                </a:lnTo>
                <a:close/>
                <a:moveTo>
                  <a:pt x="5638815" y="674687"/>
                </a:moveTo>
                <a:cubicBezTo>
                  <a:pt x="5638815" y="686196"/>
                  <a:pt x="5627834" y="681521"/>
                  <a:pt x="5625709" y="688354"/>
                </a:cubicBezTo>
                <a:cubicBezTo>
                  <a:pt x="5629960" y="702022"/>
                  <a:pt x="5641295" y="681521"/>
                  <a:pt x="5645546" y="695188"/>
                </a:cubicBezTo>
                <a:cubicBezTo>
                  <a:pt x="5632085" y="720365"/>
                  <a:pt x="5603038" y="674687"/>
                  <a:pt x="5638815" y="674687"/>
                </a:cubicBezTo>
                <a:close/>
                <a:moveTo>
                  <a:pt x="4666434" y="674687"/>
                </a:moveTo>
                <a:cubicBezTo>
                  <a:pt x="4696212" y="683994"/>
                  <a:pt x="4661713" y="692943"/>
                  <a:pt x="4671154" y="710842"/>
                </a:cubicBezTo>
                <a:cubicBezTo>
                  <a:pt x="4654813" y="708694"/>
                  <a:pt x="4671154" y="690795"/>
                  <a:pt x="4641013" y="695091"/>
                </a:cubicBezTo>
                <a:cubicBezTo>
                  <a:pt x="4654813" y="686142"/>
                  <a:pt x="4675512" y="692943"/>
                  <a:pt x="4666434" y="674687"/>
                </a:cubicBezTo>
                <a:close/>
                <a:moveTo>
                  <a:pt x="4852601" y="669925"/>
                </a:moveTo>
                <a:cubicBezTo>
                  <a:pt x="4881955" y="669925"/>
                  <a:pt x="4881955" y="669925"/>
                  <a:pt x="4881955" y="669925"/>
                </a:cubicBezTo>
                <a:cubicBezTo>
                  <a:pt x="4881955" y="674321"/>
                  <a:pt x="4845800" y="683845"/>
                  <a:pt x="4852601" y="669925"/>
                </a:cubicBezTo>
                <a:close/>
                <a:moveTo>
                  <a:pt x="4576651" y="669925"/>
                </a:moveTo>
                <a:cubicBezTo>
                  <a:pt x="4588262" y="672102"/>
                  <a:pt x="4574474" y="688068"/>
                  <a:pt x="4576651" y="694962"/>
                </a:cubicBezTo>
                <a:cubicBezTo>
                  <a:pt x="4563225" y="690608"/>
                  <a:pt x="4570119" y="678996"/>
                  <a:pt x="4576651" y="669925"/>
                </a:cubicBezTo>
                <a:close/>
                <a:moveTo>
                  <a:pt x="4948616" y="667844"/>
                </a:moveTo>
                <a:lnTo>
                  <a:pt x="4946383" y="681365"/>
                </a:lnTo>
                <a:cubicBezTo>
                  <a:pt x="4925175" y="683856"/>
                  <a:pt x="4927780" y="663575"/>
                  <a:pt x="4948616" y="667844"/>
                </a:cubicBezTo>
                <a:close/>
                <a:moveTo>
                  <a:pt x="4585147" y="627571"/>
                </a:moveTo>
                <a:cubicBezTo>
                  <a:pt x="4595086" y="629190"/>
                  <a:pt x="4602295" y="640840"/>
                  <a:pt x="4605735" y="646078"/>
                </a:cubicBezTo>
                <a:cubicBezTo>
                  <a:pt x="4599032" y="648284"/>
                  <a:pt x="4596563" y="653063"/>
                  <a:pt x="4594446" y="655269"/>
                </a:cubicBezTo>
                <a:cubicBezTo>
                  <a:pt x="4583157" y="650858"/>
                  <a:pt x="4594446" y="629903"/>
                  <a:pt x="4574338" y="629903"/>
                </a:cubicBezTo>
                <a:cubicBezTo>
                  <a:pt x="4578218" y="627605"/>
                  <a:pt x="4581834" y="627031"/>
                  <a:pt x="4585147" y="627571"/>
                </a:cubicBezTo>
                <a:close/>
                <a:moveTo>
                  <a:pt x="5522541" y="614362"/>
                </a:moveTo>
                <a:cubicBezTo>
                  <a:pt x="5529331" y="616516"/>
                  <a:pt x="5527187" y="621184"/>
                  <a:pt x="5531475" y="625493"/>
                </a:cubicBezTo>
                <a:cubicBezTo>
                  <a:pt x="5525042" y="634829"/>
                  <a:pt x="5518252" y="625493"/>
                  <a:pt x="5511461" y="630161"/>
                </a:cubicBezTo>
                <a:cubicBezTo>
                  <a:pt x="5527187" y="636984"/>
                  <a:pt x="5504671" y="650629"/>
                  <a:pt x="5518252" y="657451"/>
                </a:cubicBezTo>
                <a:cubicBezTo>
                  <a:pt x="5518252" y="652783"/>
                  <a:pt x="5525042" y="630161"/>
                  <a:pt x="5538266" y="639138"/>
                </a:cubicBezTo>
                <a:cubicBezTo>
                  <a:pt x="5527187" y="648115"/>
                  <a:pt x="5540768" y="671096"/>
                  <a:pt x="5515750" y="689050"/>
                </a:cubicBezTo>
                <a:cubicBezTo>
                  <a:pt x="5518252" y="695872"/>
                  <a:pt x="5529331" y="700540"/>
                  <a:pt x="5513606" y="709517"/>
                </a:cubicBezTo>
                <a:cubicBezTo>
                  <a:pt x="5520396" y="718494"/>
                  <a:pt x="5533977" y="725317"/>
                  <a:pt x="5529331" y="734653"/>
                </a:cubicBezTo>
                <a:cubicBezTo>
                  <a:pt x="5506815" y="725317"/>
                  <a:pt x="5508960" y="721008"/>
                  <a:pt x="5495379" y="721008"/>
                </a:cubicBezTo>
                <a:cubicBezTo>
                  <a:pt x="5497880" y="709517"/>
                  <a:pt x="5513606" y="714185"/>
                  <a:pt x="5508960" y="707363"/>
                </a:cubicBezTo>
                <a:cubicBezTo>
                  <a:pt x="5504671" y="702695"/>
                  <a:pt x="5502169" y="709517"/>
                  <a:pt x="5497880" y="707363"/>
                </a:cubicBezTo>
                <a:cubicBezTo>
                  <a:pt x="5508960" y="702695"/>
                  <a:pt x="5511461" y="698386"/>
                  <a:pt x="5500025" y="691563"/>
                </a:cubicBezTo>
                <a:cubicBezTo>
                  <a:pt x="5513606" y="668582"/>
                  <a:pt x="5506815" y="648115"/>
                  <a:pt x="5508960" y="628007"/>
                </a:cubicBezTo>
                <a:cubicBezTo>
                  <a:pt x="5472863" y="614362"/>
                  <a:pt x="5522541" y="634829"/>
                  <a:pt x="5522541" y="614362"/>
                </a:cubicBezTo>
                <a:close/>
                <a:moveTo>
                  <a:pt x="4968188" y="609600"/>
                </a:moveTo>
                <a:cubicBezTo>
                  <a:pt x="4972900" y="616401"/>
                  <a:pt x="4975075" y="625350"/>
                  <a:pt x="4981963" y="630004"/>
                </a:cubicBezTo>
                <a:cubicBezTo>
                  <a:pt x="4966013" y="627856"/>
                  <a:pt x="4950063" y="638953"/>
                  <a:pt x="4952238" y="625350"/>
                </a:cubicBezTo>
                <a:cubicBezTo>
                  <a:pt x="4938463" y="627856"/>
                  <a:pt x="4945350" y="632151"/>
                  <a:pt x="4945350" y="636805"/>
                </a:cubicBezTo>
                <a:cubicBezTo>
                  <a:pt x="4940638" y="645754"/>
                  <a:pt x="4945350" y="627856"/>
                  <a:pt x="4936288" y="630004"/>
                </a:cubicBezTo>
                <a:cubicBezTo>
                  <a:pt x="4938463" y="625350"/>
                  <a:pt x="4945350" y="623202"/>
                  <a:pt x="4943175" y="616401"/>
                </a:cubicBezTo>
                <a:cubicBezTo>
                  <a:pt x="4954413" y="618549"/>
                  <a:pt x="4970725" y="621054"/>
                  <a:pt x="4968188" y="609600"/>
                </a:cubicBezTo>
                <a:close/>
                <a:moveTo>
                  <a:pt x="5538397" y="601662"/>
                </a:moveTo>
                <a:cubicBezTo>
                  <a:pt x="5549845" y="601662"/>
                  <a:pt x="5549845" y="601662"/>
                  <a:pt x="5549845" y="601662"/>
                </a:cubicBezTo>
                <a:cubicBezTo>
                  <a:pt x="5551992" y="606248"/>
                  <a:pt x="5554496" y="610481"/>
                  <a:pt x="5554496" y="617184"/>
                </a:cubicBezTo>
                <a:cubicBezTo>
                  <a:pt x="5531600" y="612951"/>
                  <a:pt x="5556642" y="633059"/>
                  <a:pt x="5540901" y="639409"/>
                </a:cubicBezTo>
                <a:cubicBezTo>
                  <a:pt x="5534104" y="630590"/>
                  <a:pt x="5534104" y="606248"/>
                  <a:pt x="5538397" y="601662"/>
                </a:cubicBezTo>
                <a:close/>
                <a:moveTo>
                  <a:pt x="5493277" y="595312"/>
                </a:moveTo>
                <a:cubicBezTo>
                  <a:pt x="5507416" y="595312"/>
                  <a:pt x="5502579" y="615290"/>
                  <a:pt x="5495509" y="621949"/>
                </a:cubicBezTo>
                <a:cubicBezTo>
                  <a:pt x="5483975" y="619846"/>
                  <a:pt x="5495509" y="601971"/>
                  <a:pt x="5493277" y="595312"/>
                </a:cubicBezTo>
                <a:close/>
                <a:moveTo>
                  <a:pt x="5656926" y="587948"/>
                </a:moveTo>
                <a:cubicBezTo>
                  <a:pt x="5688860" y="587948"/>
                  <a:pt x="5688860" y="587948"/>
                  <a:pt x="5688860" y="587948"/>
                </a:cubicBezTo>
                <a:cubicBezTo>
                  <a:pt x="5693166" y="592631"/>
                  <a:pt x="5693166" y="599476"/>
                  <a:pt x="5691013" y="610643"/>
                </a:cubicBezTo>
                <a:cubicBezTo>
                  <a:pt x="5682043" y="606321"/>
                  <a:pt x="5691013" y="585787"/>
                  <a:pt x="5665896" y="592631"/>
                </a:cubicBezTo>
                <a:cubicBezTo>
                  <a:pt x="5688860" y="633699"/>
                  <a:pt x="5641138" y="642705"/>
                  <a:pt x="5675225" y="670083"/>
                </a:cubicBezTo>
                <a:cubicBezTo>
                  <a:pt x="5670561" y="670083"/>
                  <a:pt x="5670561" y="676928"/>
                  <a:pt x="5668408" y="679090"/>
                </a:cubicBezTo>
                <a:cubicBezTo>
                  <a:pt x="5663743" y="676928"/>
                  <a:pt x="5656926" y="674406"/>
                  <a:pt x="5647955" y="674406"/>
                </a:cubicBezTo>
                <a:cubicBezTo>
                  <a:pt x="5645444" y="633699"/>
                  <a:pt x="5659079" y="631177"/>
                  <a:pt x="5656926" y="587948"/>
                </a:cubicBezTo>
                <a:close/>
                <a:moveTo>
                  <a:pt x="5621403" y="584200"/>
                </a:moveTo>
                <a:cubicBezTo>
                  <a:pt x="5639301" y="600130"/>
                  <a:pt x="5619255" y="622940"/>
                  <a:pt x="5637154" y="641043"/>
                </a:cubicBezTo>
                <a:cubicBezTo>
                  <a:pt x="5612454" y="641043"/>
                  <a:pt x="5643955" y="650457"/>
                  <a:pt x="5635006" y="666388"/>
                </a:cubicBezTo>
                <a:cubicBezTo>
                  <a:pt x="5609948" y="657336"/>
                  <a:pt x="5623551" y="629819"/>
                  <a:pt x="5607800" y="607010"/>
                </a:cubicBezTo>
                <a:cubicBezTo>
                  <a:pt x="5632500" y="609182"/>
                  <a:pt x="5607800" y="588544"/>
                  <a:pt x="5621403" y="584200"/>
                </a:cubicBezTo>
                <a:close/>
                <a:moveTo>
                  <a:pt x="5588477" y="569912"/>
                </a:moveTo>
                <a:cubicBezTo>
                  <a:pt x="5594881" y="578861"/>
                  <a:pt x="5599507" y="599265"/>
                  <a:pt x="5590611" y="606067"/>
                </a:cubicBezTo>
                <a:cubicBezTo>
                  <a:pt x="5585986" y="599265"/>
                  <a:pt x="5579225" y="578861"/>
                  <a:pt x="5588477" y="569912"/>
                </a:cubicBezTo>
                <a:close/>
                <a:moveTo>
                  <a:pt x="4951653" y="556883"/>
                </a:moveTo>
                <a:cubicBezTo>
                  <a:pt x="4953728" y="559735"/>
                  <a:pt x="4951619" y="571144"/>
                  <a:pt x="4948081" y="571144"/>
                </a:cubicBezTo>
                <a:cubicBezTo>
                  <a:pt x="4929938" y="568653"/>
                  <a:pt x="4952798" y="566518"/>
                  <a:pt x="4948081" y="557622"/>
                </a:cubicBezTo>
                <a:cubicBezTo>
                  <a:pt x="4949804" y="555932"/>
                  <a:pt x="4950961" y="555932"/>
                  <a:pt x="4951653" y="556883"/>
                </a:cubicBezTo>
                <a:close/>
                <a:moveTo>
                  <a:pt x="4985997" y="554037"/>
                </a:moveTo>
                <a:cubicBezTo>
                  <a:pt x="4992594" y="556518"/>
                  <a:pt x="4988080" y="563254"/>
                  <a:pt x="4994678" y="563254"/>
                </a:cubicBezTo>
                <a:cubicBezTo>
                  <a:pt x="4985997" y="565381"/>
                  <a:pt x="4992594" y="590195"/>
                  <a:pt x="4983913" y="585587"/>
                </a:cubicBezTo>
                <a:cubicBezTo>
                  <a:pt x="4985997" y="576724"/>
                  <a:pt x="4985997" y="565381"/>
                  <a:pt x="4985997" y="554037"/>
                </a:cubicBezTo>
                <a:close/>
                <a:moveTo>
                  <a:pt x="5008960" y="546005"/>
                </a:moveTo>
                <a:lnTo>
                  <a:pt x="5008960" y="566473"/>
                </a:lnTo>
                <a:cubicBezTo>
                  <a:pt x="4993438" y="571141"/>
                  <a:pt x="4993438" y="541337"/>
                  <a:pt x="5008960" y="546005"/>
                </a:cubicBezTo>
                <a:close/>
                <a:moveTo>
                  <a:pt x="5586238" y="537135"/>
                </a:moveTo>
                <a:cubicBezTo>
                  <a:pt x="5613788" y="534987"/>
                  <a:pt x="5595300" y="564340"/>
                  <a:pt x="5584063" y="571142"/>
                </a:cubicBezTo>
                <a:cubicBezTo>
                  <a:pt x="5568113" y="564340"/>
                  <a:pt x="5590950" y="550737"/>
                  <a:pt x="5586238" y="537135"/>
                </a:cubicBezTo>
                <a:close/>
                <a:moveTo>
                  <a:pt x="4939191" y="535561"/>
                </a:moveTo>
                <a:cubicBezTo>
                  <a:pt x="4950621" y="535869"/>
                  <a:pt x="4963230" y="539221"/>
                  <a:pt x="4964500" y="543630"/>
                </a:cubicBezTo>
                <a:cubicBezTo>
                  <a:pt x="4920957" y="545747"/>
                  <a:pt x="4920957" y="545747"/>
                  <a:pt x="4920957" y="545747"/>
                </a:cubicBezTo>
                <a:cubicBezTo>
                  <a:pt x="4917510" y="537986"/>
                  <a:pt x="4927761" y="535252"/>
                  <a:pt x="4939191" y="535561"/>
                </a:cubicBezTo>
                <a:close/>
                <a:moveTo>
                  <a:pt x="4882812" y="527050"/>
                </a:moveTo>
                <a:cubicBezTo>
                  <a:pt x="4901006" y="529282"/>
                  <a:pt x="4889591" y="540816"/>
                  <a:pt x="4887450" y="550490"/>
                </a:cubicBezTo>
                <a:cubicBezTo>
                  <a:pt x="4869613" y="547885"/>
                  <a:pt x="4887450" y="540816"/>
                  <a:pt x="4882812" y="527050"/>
                </a:cubicBezTo>
                <a:close/>
                <a:moveTo>
                  <a:pt x="5366922" y="525462"/>
                </a:moveTo>
                <a:cubicBezTo>
                  <a:pt x="5378828" y="545842"/>
                  <a:pt x="5373991" y="575161"/>
                  <a:pt x="5371759" y="604479"/>
                </a:cubicBezTo>
                <a:cubicBezTo>
                  <a:pt x="5355388" y="604479"/>
                  <a:pt x="5355388" y="604479"/>
                  <a:pt x="5355388" y="604479"/>
                </a:cubicBezTo>
                <a:cubicBezTo>
                  <a:pt x="5366922" y="579809"/>
                  <a:pt x="5357620" y="545842"/>
                  <a:pt x="5366922" y="525462"/>
                </a:cubicBezTo>
                <a:close/>
                <a:moveTo>
                  <a:pt x="4874188" y="511175"/>
                </a:moveTo>
                <a:cubicBezTo>
                  <a:pt x="4883526" y="520482"/>
                  <a:pt x="4876429" y="543033"/>
                  <a:pt x="4864850" y="547329"/>
                </a:cubicBezTo>
                <a:cubicBezTo>
                  <a:pt x="4867091" y="540528"/>
                  <a:pt x="4869706" y="524777"/>
                  <a:pt x="4874188" y="511175"/>
                </a:cubicBezTo>
                <a:close/>
                <a:moveTo>
                  <a:pt x="5688763" y="490537"/>
                </a:moveTo>
                <a:cubicBezTo>
                  <a:pt x="5693117" y="495205"/>
                  <a:pt x="5702189" y="495205"/>
                  <a:pt x="5711623" y="495205"/>
                </a:cubicBezTo>
                <a:cubicBezTo>
                  <a:pt x="5713800" y="508850"/>
                  <a:pt x="5702189" y="508850"/>
                  <a:pt x="5697834" y="520341"/>
                </a:cubicBezTo>
                <a:cubicBezTo>
                  <a:pt x="5688763" y="515673"/>
                  <a:pt x="5688763" y="504182"/>
                  <a:pt x="5688763" y="490537"/>
                </a:cubicBezTo>
                <a:close/>
                <a:moveTo>
                  <a:pt x="4944931" y="460375"/>
                </a:moveTo>
                <a:cubicBezTo>
                  <a:pt x="4947047" y="473780"/>
                  <a:pt x="4918119" y="475897"/>
                  <a:pt x="4909300" y="469547"/>
                </a:cubicBezTo>
                <a:cubicBezTo>
                  <a:pt x="4913886" y="462844"/>
                  <a:pt x="4936111" y="464961"/>
                  <a:pt x="4944931" y="460375"/>
                </a:cubicBezTo>
                <a:close/>
                <a:moveTo>
                  <a:pt x="5663010" y="458787"/>
                </a:moveTo>
                <a:cubicBezTo>
                  <a:pt x="5674299" y="470398"/>
                  <a:pt x="5685235" y="488541"/>
                  <a:pt x="5676416" y="504507"/>
                </a:cubicBezTo>
                <a:cubicBezTo>
                  <a:pt x="5654191" y="509224"/>
                  <a:pt x="5671830" y="472575"/>
                  <a:pt x="5647488" y="476930"/>
                </a:cubicBezTo>
                <a:cubicBezTo>
                  <a:pt x="5647488" y="472575"/>
                  <a:pt x="5654191" y="474752"/>
                  <a:pt x="5658424" y="472575"/>
                </a:cubicBezTo>
                <a:cubicBezTo>
                  <a:pt x="5665127" y="472575"/>
                  <a:pt x="5663010" y="463504"/>
                  <a:pt x="5663010" y="458787"/>
                </a:cubicBezTo>
                <a:close/>
                <a:moveTo>
                  <a:pt x="5126578" y="442912"/>
                </a:moveTo>
                <a:cubicBezTo>
                  <a:pt x="5128734" y="445037"/>
                  <a:pt x="5135564" y="445037"/>
                  <a:pt x="5142393" y="445037"/>
                </a:cubicBezTo>
                <a:cubicBezTo>
                  <a:pt x="5140236" y="456373"/>
                  <a:pt x="5147066" y="458498"/>
                  <a:pt x="5144550" y="469834"/>
                </a:cubicBezTo>
                <a:cubicBezTo>
                  <a:pt x="5135564" y="467354"/>
                  <a:pt x="5119749" y="474085"/>
                  <a:pt x="5128734" y="476210"/>
                </a:cubicBezTo>
                <a:cubicBezTo>
                  <a:pt x="5124062" y="482941"/>
                  <a:pt x="5110403" y="467354"/>
                  <a:pt x="5112919" y="485421"/>
                </a:cubicBezTo>
                <a:cubicBezTo>
                  <a:pt x="5099261" y="485421"/>
                  <a:pt x="5108247" y="469834"/>
                  <a:pt x="5090275" y="471959"/>
                </a:cubicBezTo>
                <a:cubicBezTo>
                  <a:pt x="5112919" y="463103"/>
                  <a:pt x="5117233" y="458498"/>
                  <a:pt x="5126578" y="442912"/>
                </a:cubicBezTo>
                <a:close/>
                <a:moveTo>
                  <a:pt x="4949781" y="415925"/>
                </a:moveTo>
                <a:cubicBezTo>
                  <a:pt x="4967680" y="415925"/>
                  <a:pt x="4951929" y="429330"/>
                  <a:pt x="4945128" y="431447"/>
                </a:cubicBezTo>
                <a:cubicBezTo>
                  <a:pt x="4931525" y="427214"/>
                  <a:pt x="4954077" y="424744"/>
                  <a:pt x="4949781" y="415925"/>
                </a:cubicBezTo>
                <a:close/>
                <a:moveTo>
                  <a:pt x="5127012" y="388937"/>
                </a:moveTo>
                <a:cubicBezTo>
                  <a:pt x="5135955" y="395842"/>
                  <a:pt x="5135955" y="402746"/>
                  <a:pt x="5131305" y="414375"/>
                </a:cubicBezTo>
                <a:cubicBezTo>
                  <a:pt x="5110913" y="418736"/>
                  <a:pt x="5122361" y="393661"/>
                  <a:pt x="5127012" y="388937"/>
                </a:cubicBezTo>
                <a:close/>
                <a:moveTo>
                  <a:pt x="5651721" y="344487"/>
                </a:moveTo>
                <a:cubicBezTo>
                  <a:pt x="5658424" y="346622"/>
                  <a:pt x="5663010" y="358008"/>
                  <a:pt x="5656307" y="364769"/>
                </a:cubicBezTo>
                <a:cubicBezTo>
                  <a:pt x="5647488" y="362634"/>
                  <a:pt x="5654191" y="349113"/>
                  <a:pt x="5651721" y="344487"/>
                </a:cubicBezTo>
                <a:close/>
                <a:moveTo>
                  <a:pt x="4897825" y="325437"/>
                </a:moveTo>
                <a:cubicBezTo>
                  <a:pt x="4897825" y="335111"/>
                  <a:pt x="4888739" y="339576"/>
                  <a:pt x="4893464" y="348878"/>
                </a:cubicBezTo>
                <a:cubicBezTo>
                  <a:pt x="4877110" y="337343"/>
                  <a:pt x="4868025" y="337343"/>
                  <a:pt x="4897825" y="325437"/>
                </a:cubicBezTo>
                <a:close/>
                <a:moveTo>
                  <a:pt x="5705420" y="287933"/>
                </a:moveTo>
                <a:cubicBezTo>
                  <a:pt x="5707567" y="294845"/>
                  <a:pt x="5700769" y="297028"/>
                  <a:pt x="5700769" y="303940"/>
                </a:cubicBezTo>
                <a:cubicBezTo>
                  <a:pt x="5709713" y="301757"/>
                  <a:pt x="5709713" y="306486"/>
                  <a:pt x="5712217" y="310852"/>
                </a:cubicBezTo>
                <a:cubicBezTo>
                  <a:pt x="5693972" y="320311"/>
                  <a:pt x="5687175" y="285750"/>
                  <a:pt x="5705420" y="287933"/>
                </a:cubicBezTo>
                <a:close/>
                <a:moveTo>
                  <a:pt x="4972903" y="284162"/>
                </a:moveTo>
                <a:cubicBezTo>
                  <a:pt x="4988325" y="290984"/>
                  <a:pt x="4975006" y="307143"/>
                  <a:pt x="4970800" y="313966"/>
                </a:cubicBezTo>
                <a:cubicBezTo>
                  <a:pt x="4961688" y="309298"/>
                  <a:pt x="4977460" y="295652"/>
                  <a:pt x="4972903" y="284162"/>
                </a:cubicBezTo>
                <a:close/>
                <a:moveTo>
                  <a:pt x="5561763" y="279400"/>
                </a:moveTo>
                <a:cubicBezTo>
                  <a:pt x="5575684" y="279400"/>
                  <a:pt x="5573119" y="292956"/>
                  <a:pt x="5573119" y="306512"/>
                </a:cubicBezTo>
                <a:cubicBezTo>
                  <a:pt x="5552238" y="310793"/>
                  <a:pt x="5554802" y="288318"/>
                  <a:pt x="5561763" y="279400"/>
                </a:cubicBezTo>
                <a:close/>
                <a:moveTo>
                  <a:pt x="5562135" y="228600"/>
                </a:moveTo>
                <a:cubicBezTo>
                  <a:pt x="5591566" y="235401"/>
                  <a:pt x="5562135" y="251151"/>
                  <a:pt x="5573262" y="264754"/>
                </a:cubicBezTo>
                <a:cubicBezTo>
                  <a:pt x="5557469" y="264754"/>
                  <a:pt x="5557469" y="264754"/>
                  <a:pt x="5557469" y="264754"/>
                </a:cubicBezTo>
                <a:cubicBezTo>
                  <a:pt x="5559623" y="255805"/>
                  <a:pt x="5550650" y="232895"/>
                  <a:pt x="5562135" y="228600"/>
                </a:cubicBezTo>
                <a:close/>
                <a:moveTo>
                  <a:pt x="5634066" y="226545"/>
                </a:moveTo>
                <a:cubicBezTo>
                  <a:pt x="5644931" y="222250"/>
                  <a:pt x="5642828" y="244801"/>
                  <a:pt x="5649488" y="235852"/>
                </a:cubicBezTo>
                <a:cubicBezTo>
                  <a:pt x="5658250" y="235852"/>
                  <a:pt x="5651590" y="251603"/>
                  <a:pt x="5654044" y="258404"/>
                </a:cubicBezTo>
                <a:cubicBezTo>
                  <a:pt x="5647385" y="253750"/>
                  <a:pt x="5647385" y="244801"/>
                  <a:pt x="5634066" y="244801"/>
                </a:cubicBezTo>
                <a:cubicBezTo>
                  <a:pt x="5642828" y="238000"/>
                  <a:pt x="5631613" y="235852"/>
                  <a:pt x="5634066" y="226545"/>
                </a:cubicBezTo>
                <a:close/>
                <a:moveTo>
                  <a:pt x="4993301" y="220662"/>
                </a:moveTo>
                <a:cubicBezTo>
                  <a:pt x="5002196" y="227484"/>
                  <a:pt x="5008957" y="241130"/>
                  <a:pt x="5000061" y="250466"/>
                </a:cubicBezTo>
                <a:cubicBezTo>
                  <a:pt x="4988675" y="247952"/>
                  <a:pt x="5000061" y="234307"/>
                  <a:pt x="4993301" y="220662"/>
                </a:cubicBezTo>
                <a:close/>
                <a:moveTo>
                  <a:pt x="5682060" y="215900"/>
                </a:moveTo>
                <a:cubicBezTo>
                  <a:pt x="5677474" y="238459"/>
                  <a:pt x="5677474" y="270328"/>
                  <a:pt x="5679591" y="310792"/>
                </a:cubicBezTo>
                <a:cubicBezTo>
                  <a:pt x="5675357" y="308643"/>
                  <a:pt x="5650663" y="224852"/>
                  <a:pt x="5682060" y="215900"/>
                </a:cubicBezTo>
                <a:close/>
                <a:moveTo>
                  <a:pt x="4653581" y="210719"/>
                </a:moveTo>
                <a:cubicBezTo>
                  <a:pt x="4671648" y="206375"/>
                  <a:pt x="4662792" y="224477"/>
                  <a:pt x="4685109" y="215426"/>
                </a:cubicBezTo>
                <a:cubicBezTo>
                  <a:pt x="4680504" y="222305"/>
                  <a:pt x="4671648" y="226650"/>
                  <a:pt x="4660312" y="226650"/>
                </a:cubicBezTo>
                <a:cubicBezTo>
                  <a:pt x="4653581" y="222305"/>
                  <a:pt x="4642600" y="219771"/>
                  <a:pt x="4653581" y="210719"/>
                </a:cubicBezTo>
                <a:close/>
                <a:moveTo>
                  <a:pt x="6080169" y="208429"/>
                </a:moveTo>
                <a:cubicBezTo>
                  <a:pt x="6084403" y="201612"/>
                  <a:pt x="6093222" y="251488"/>
                  <a:pt x="6077700" y="253641"/>
                </a:cubicBezTo>
                <a:cubicBezTo>
                  <a:pt x="6080169" y="242517"/>
                  <a:pt x="6080169" y="228882"/>
                  <a:pt x="6080169" y="208429"/>
                </a:cubicBezTo>
                <a:close/>
                <a:moveTo>
                  <a:pt x="4995025" y="207351"/>
                </a:moveTo>
                <a:cubicBezTo>
                  <a:pt x="5008947" y="204787"/>
                  <a:pt x="5006748" y="213945"/>
                  <a:pt x="5008947" y="223470"/>
                </a:cubicBezTo>
                <a:cubicBezTo>
                  <a:pt x="5001986" y="218708"/>
                  <a:pt x="4997590" y="213945"/>
                  <a:pt x="4995025" y="207351"/>
                </a:cubicBezTo>
                <a:close/>
                <a:moveTo>
                  <a:pt x="4975318" y="206090"/>
                </a:moveTo>
                <a:cubicBezTo>
                  <a:pt x="4976920" y="208988"/>
                  <a:pt x="4976783" y="220782"/>
                  <a:pt x="4981962" y="222669"/>
                </a:cubicBezTo>
                <a:cubicBezTo>
                  <a:pt x="4968152" y="222669"/>
                  <a:pt x="4968152" y="222669"/>
                  <a:pt x="4968152" y="222669"/>
                </a:cubicBezTo>
                <a:cubicBezTo>
                  <a:pt x="4965972" y="240641"/>
                  <a:pt x="4981962" y="240641"/>
                  <a:pt x="4979781" y="256815"/>
                </a:cubicBezTo>
                <a:cubicBezTo>
                  <a:pt x="4952163" y="249986"/>
                  <a:pt x="4965972" y="222669"/>
                  <a:pt x="4972877" y="206854"/>
                </a:cubicBezTo>
                <a:cubicBezTo>
                  <a:pt x="4974058" y="205147"/>
                  <a:pt x="4974785" y="205124"/>
                  <a:pt x="4975318" y="206090"/>
                </a:cubicBezTo>
                <a:close/>
                <a:moveTo>
                  <a:pt x="4832750" y="201612"/>
                </a:moveTo>
                <a:cubicBezTo>
                  <a:pt x="4830296" y="208573"/>
                  <a:pt x="4819431" y="212969"/>
                  <a:pt x="4808216" y="215533"/>
                </a:cubicBezTo>
                <a:cubicBezTo>
                  <a:pt x="4806113" y="206374"/>
                  <a:pt x="4819431" y="203810"/>
                  <a:pt x="4832750" y="201612"/>
                </a:cubicBezTo>
                <a:close/>
                <a:moveTo>
                  <a:pt x="4991010" y="186714"/>
                </a:moveTo>
                <a:cubicBezTo>
                  <a:pt x="5002589" y="184150"/>
                  <a:pt x="4998107" y="198071"/>
                  <a:pt x="5000348" y="205031"/>
                </a:cubicBezTo>
                <a:cubicBezTo>
                  <a:pt x="4983913" y="207595"/>
                  <a:pt x="4991010" y="191110"/>
                  <a:pt x="4991010" y="186714"/>
                </a:cubicBezTo>
                <a:close/>
                <a:moveTo>
                  <a:pt x="5745879" y="179387"/>
                </a:moveTo>
                <a:cubicBezTo>
                  <a:pt x="5775711" y="179387"/>
                  <a:pt x="5748062" y="190652"/>
                  <a:pt x="5752792" y="207006"/>
                </a:cubicBezTo>
                <a:cubicBezTo>
                  <a:pt x="5741150" y="209186"/>
                  <a:pt x="5750245" y="188472"/>
                  <a:pt x="5745879" y="179387"/>
                </a:cubicBezTo>
                <a:close/>
                <a:moveTo>
                  <a:pt x="5623675" y="163512"/>
                </a:moveTo>
                <a:cubicBezTo>
                  <a:pt x="5632834" y="165628"/>
                  <a:pt x="5637597" y="170215"/>
                  <a:pt x="5637597" y="179034"/>
                </a:cubicBezTo>
                <a:cubicBezTo>
                  <a:pt x="5628438" y="176565"/>
                  <a:pt x="5626240" y="172331"/>
                  <a:pt x="5623675" y="163512"/>
                </a:cubicBezTo>
                <a:close/>
                <a:moveTo>
                  <a:pt x="4896247" y="160747"/>
                </a:moveTo>
                <a:cubicBezTo>
                  <a:pt x="4894131" y="174269"/>
                  <a:pt x="4871906" y="167508"/>
                  <a:pt x="4858500" y="167508"/>
                </a:cubicBezTo>
                <a:cubicBezTo>
                  <a:pt x="4867319" y="153987"/>
                  <a:pt x="4882842" y="167508"/>
                  <a:pt x="4896247" y="160747"/>
                </a:cubicBezTo>
                <a:close/>
                <a:moveTo>
                  <a:pt x="5596286" y="157162"/>
                </a:moveTo>
                <a:cubicBezTo>
                  <a:pt x="5619544" y="166087"/>
                  <a:pt x="5612639" y="206785"/>
                  <a:pt x="5621725" y="231418"/>
                </a:cubicBezTo>
                <a:cubicBezTo>
                  <a:pt x="5591925" y="229276"/>
                  <a:pt x="5610095" y="177154"/>
                  <a:pt x="5596286" y="157162"/>
                </a:cubicBezTo>
                <a:close/>
                <a:moveTo>
                  <a:pt x="4958786" y="152400"/>
                </a:moveTo>
                <a:cubicBezTo>
                  <a:pt x="4967682" y="152400"/>
                  <a:pt x="4960921" y="165921"/>
                  <a:pt x="4965547" y="172681"/>
                </a:cubicBezTo>
                <a:cubicBezTo>
                  <a:pt x="4958786" y="165921"/>
                  <a:pt x="4947400" y="159160"/>
                  <a:pt x="4958786" y="152400"/>
                </a:cubicBezTo>
                <a:close/>
                <a:moveTo>
                  <a:pt x="4710863" y="125412"/>
                </a:moveTo>
                <a:cubicBezTo>
                  <a:pt x="4719958" y="130175"/>
                  <a:pt x="4745424" y="120650"/>
                  <a:pt x="4745424" y="134571"/>
                </a:cubicBezTo>
                <a:cubicBezTo>
                  <a:pt x="4731600" y="134571"/>
                  <a:pt x="4710863" y="139333"/>
                  <a:pt x="4710863" y="125412"/>
                </a:cubicBezTo>
                <a:close/>
                <a:moveTo>
                  <a:pt x="5644313" y="122237"/>
                </a:moveTo>
                <a:cubicBezTo>
                  <a:pt x="5656036" y="122237"/>
                  <a:pt x="5649075" y="136431"/>
                  <a:pt x="5662997" y="131575"/>
                </a:cubicBezTo>
                <a:cubicBezTo>
                  <a:pt x="5662997" y="133816"/>
                  <a:pt x="5660432" y="133816"/>
                  <a:pt x="5658234" y="133816"/>
                </a:cubicBezTo>
                <a:cubicBezTo>
                  <a:pt x="5658234" y="140913"/>
                  <a:pt x="5658234" y="140913"/>
                  <a:pt x="5658234" y="140913"/>
                </a:cubicBezTo>
                <a:cubicBezTo>
                  <a:pt x="5649075" y="138672"/>
                  <a:pt x="5646511" y="131575"/>
                  <a:pt x="5644313" y="122237"/>
                </a:cubicBezTo>
                <a:close/>
                <a:moveTo>
                  <a:pt x="6085387" y="106362"/>
                </a:moveTo>
                <a:cubicBezTo>
                  <a:pt x="6094787" y="115311"/>
                  <a:pt x="6090275" y="131062"/>
                  <a:pt x="6090275" y="142517"/>
                </a:cubicBezTo>
                <a:cubicBezTo>
                  <a:pt x="6080875" y="137863"/>
                  <a:pt x="6087643" y="117459"/>
                  <a:pt x="6085387" y="106362"/>
                </a:cubicBezTo>
                <a:close/>
                <a:moveTo>
                  <a:pt x="4654928" y="95250"/>
                </a:moveTo>
                <a:cubicBezTo>
                  <a:pt x="4645626" y="102162"/>
                  <a:pt x="4645626" y="115986"/>
                  <a:pt x="4647859" y="129811"/>
                </a:cubicBezTo>
                <a:cubicBezTo>
                  <a:pt x="4643394" y="129811"/>
                  <a:pt x="4638557" y="127264"/>
                  <a:pt x="4631488" y="129811"/>
                </a:cubicBezTo>
                <a:cubicBezTo>
                  <a:pt x="4640790" y="115986"/>
                  <a:pt x="4640790" y="113440"/>
                  <a:pt x="4633720" y="99979"/>
                </a:cubicBezTo>
                <a:cubicBezTo>
                  <a:pt x="4654928" y="95250"/>
                  <a:pt x="4654928" y="95250"/>
                  <a:pt x="4654928" y="95250"/>
                </a:cubicBezTo>
                <a:close/>
                <a:moveTo>
                  <a:pt x="5537070" y="42862"/>
                </a:moveTo>
                <a:cubicBezTo>
                  <a:pt x="5543975" y="42862"/>
                  <a:pt x="5543975" y="49171"/>
                  <a:pt x="5537070" y="51624"/>
                </a:cubicBezTo>
                <a:cubicBezTo>
                  <a:pt x="5539251" y="53727"/>
                  <a:pt x="5543975" y="58283"/>
                  <a:pt x="5548700" y="58283"/>
                </a:cubicBezTo>
                <a:cubicBezTo>
                  <a:pt x="5546156" y="64943"/>
                  <a:pt x="5537070" y="67046"/>
                  <a:pt x="5527985" y="69499"/>
                </a:cubicBezTo>
                <a:cubicBezTo>
                  <a:pt x="5518900" y="53727"/>
                  <a:pt x="5539251" y="53727"/>
                  <a:pt x="5537070" y="42862"/>
                </a:cubicBezTo>
                <a:close/>
                <a:moveTo>
                  <a:pt x="5664004" y="36512"/>
                </a:moveTo>
                <a:cubicBezTo>
                  <a:pt x="5666176" y="59431"/>
                  <a:pt x="5666176" y="59431"/>
                  <a:pt x="5666176" y="59431"/>
                </a:cubicBezTo>
                <a:cubicBezTo>
                  <a:pt x="5661831" y="57248"/>
                  <a:pt x="5657124" y="54702"/>
                  <a:pt x="5650245" y="57248"/>
                </a:cubicBezTo>
                <a:lnTo>
                  <a:pt x="5650245" y="71073"/>
                </a:lnTo>
                <a:cubicBezTo>
                  <a:pt x="5625263" y="71073"/>
                  <a:pt x="5652418" y="38695"/>
                  <a:pt x="5664004" y="36512"/>
                </a:cubicBezTo>
                <a:close/>
                <a:moveTo>
                  <a:pt x="5589727" y="33337"/>
                </a:moveTo>
                <a:cubicBezTo>
                  <a:pt x="5603282" y="51596"/>
                  <a:pt x="5603282" y="83103"/>
                  <a:pt x="5605847" y="117117"/>
                </a:cubicBezTo>
                <a:cubicBezTo>
                  <a:pt x="5591925" y="92412"/>
                  <a:pt x="5587163" y="69856"/>
                  <a:pt x="5589727" y="33337"/>
                </a:cubicBezTo>
                <a:close/>
                <a:moveTo>
                  <a:pt x="5217443" y="31750"/>
                </a:moveTo>
                <a:cubicBezTo>
                  <a:pt x="5219977" y="33933"/>
                  <a:pt x="5231201" y="31750"/>
                  <a:pt x="5231201" y="38662"/>
                </a:cubicBezTo>
                <a:cubicBezTo>
                  <a:pt x="5213098" y="40845"/>
                  <a:pt x="5199340" y="66311"/>
                  <a:pt x="5190288" y="49940"/>
                </a:cubicBezTo>
                <a:cubicBezTo>
                  <a:pt x="5194633" y="49940"/>
                  <a:pt x="5201512" y="49940"/>
                  <a:pt x="5208391" y="47757"/>
                </a:cubicBezTo>
                <a:cubicBezTo>
                  <a:pt x="5206219" y="36479"/>
                  <a:pt x="5206219" y="36479"/>
                  <a:pt x="5206219" y="36479"/>
                </a:cubicBezTo>
                <a:cubicBezTo>
                  <a:pt x="5210563" y="33933"/>
                  <a:pt x="5217443" y="33933"/>
                  <a:pt x="5217443" y="31750"/>
                </a:cubicBezTo>
                <a:close/>
                <a:moveTo>
                  <a:pt x="5677271" y="0"/>
                </a:moveTo>
                <a:cubicBezTo>
                  <a:pt x="5704283" y="20028"/>
                  <a:pt x="5677271" y="63305"/>
                  <a:pt x="5699662" y="90129"/>
                </a:cubicBezTo>
                <a:cubicBezTo>
                  <a:pt x="5657013" y="76538"/>
                  <a:pt x="5692909" y="36123"/>
                  <a:pt x="5677271" y="0"/>
                </a:cubicBezTo>
                <a:close/>
                <a:moveTo>
                  <a:pt x="5158538" y="0"/>
                </a:moveTo>
                <a:cubicBezTo>
                  <a:pt x="5163094" y="0"/>
                  <a:pt x="5160991" y="2140"/>
                  <a:pt x="5163094" y="4281"/>
                </a:cubicBezTo>
                <a:cubicBezTo>
                  <a:pt x="5171856" y="4281"/>
                  <a:pt x="5185175" y="15696"/>
                  <a:pt x="5185175" y="31393"/>
                </a:cubicBezTo>
                <a:cubicBezTo>
                  <a:pt x="5178515" y="17837"/>
                  <a:pt x="5160991" y="15696"/>
                  <a:pt x="5158538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>
              <a:latin typeface="微软雅黑 Light" panose="020B0502040204020203" pitchFamily="34" charset="-122"/>
            </a:endParaRPr>
          </a:p>
        </p:txBody>
      </p:sp>
      <p:sp>
        <p:nvSpPr>
          <p:cNvPr id="7" name="TextBox 1214">
            <a:extLst>
              <a:ext uri="{FF2B5EF4-FFF2-40B4-BE49-F238E27FC236}">
                <a16:creationId xmlns:a16="http://schemas.microsoft.com/office/drawing/2014/main" id="{288788B3-79F6-4747-A76B-06C74A66C66D}"/>
              </a:ext>
            </a:extLst>
          </p:cNvPr>
          <p:cNvSpPr txBox="1"/>
          <p:nvPr/>
        </p:nvSpPr>
        <p:spPr>
          <a:xfrm>
            <a:off x="1070908" y="2629625"/>
            <a:ext cx="4493539" cy="830997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r"/>
            <a:r>
              <a:rPr lang="zh-CN" altLang="en-US" sz="4800" dirty="0">
                <a:latin typeface="微软雅黑" panose="020B0503020204020204" pitchFamily="34" charset="-122"/>
                <a:ea typeface="微软雅黑" panose="020B0503020204020204" pitchFamily="34" charset="-122"/>
                <a:cs typeface="Montserrat Semi" charset="0"/>
              </a:rPr>
              <a:t>交换机的自学习</a:t>
            </a:r>
            <a:endParaRPr lang="en-US" sz="4800" dirty="0">
              <a:latin typeface="微软雅黑" panose="020B0503020204020204" pitchFamily="34" charset="-122"/>
              <a:ea typeface="微软雅黑" panose="020B0503020204020204" pitchFamily="34" charset="-122"/>
              <a:cs typeface="Montserrat Semi" charset="0"/>
            </a:endParaRPr>
          </a:p>
        </p:txBody>
      </p:sp>
      <p:cxnSp>
        <p:nvCxnSpPr>
          <p:cNvPr id="9" name="Straight Connector 3">
            <a:extLst>
              <a:ext uri="{FF2B5EF4-FFF2-40B4-BE49-F238E27FC236}">
                <a16:creationId xmlns:a16="http://schemas.microsoft.com/office/drawing/2014/main" id="{EE20A837-24F5-4F47-B175-4874DB01ACFA}"/>
              </a:ext>
            </a:extLst>
          </p:cNvPr>
          <p:cNvCxnSpPr>
            <a:cxnSpLocks/>
          </p:cNvCxnSpPr>
          <p:nvPr/>
        </p:nvCxnSpPr>
        <p:spPr>
          <a:xfrm>
            <a:off x="1052093" y="3460622"/>
            <a:ext cx="4512354" cy="0"/>
          </a:xfrm>
          <a:prstGeom prst="line">
            <a:avLst/>
          </a:prstGeom>
          <a:ln w="317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BE7B3A57-F336-4E14-9A57-34076BFB4713}"/>
              </a:ext>
            </a:extLst>
          </p:cNvPr>
          <p:cNvSpPr txBox="1"/>
          <p:nvPr/>
        </p:nvSpPr>
        <p:spPr>
          <a:xfrm>
            <a:off x="3089028" y="3460622"/>
            <a:ext cx="2475421" cy="188865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2000" dirty="0">
                <a:latin typeface="IBM Plex Sans Light" panose="020B0403050203000203" pitchFamily="34" charset="0"/>
                <a:ea typeface="微软雅黑 Light" panose="020B0502040204020203" pitchFamily="34" charset="-122"/>
              </a:rPr>
              <a:t>Switch Self Learning</a:t>
            </a:r>
          </a:p>
          <a:p>
            <a:pPr algn="r">
              <a:lnSpc>
                <a:spcPct val="150000"/>
              </a:lnSpc>
            </a:pPr>
            <a:r>
              <a:rPr lang="en-US" altLang="zh-CN" sz="2000" dirty="0">
                <a:latin typeface="IBM Plex Sans Light" panose="020B0403050203000203" pitchFamily="34" charset="0"/>
                <a:ea typeface="微软雅黑 Light" panose="020B0502040204020203" pitchFamily="34" charset="-122"/>
              </a:rPr>
              <a:t>· Flooding</a:t>
            </a:r>
          </a:p>
          <a:p>
            <a:pPr algn="r">
              <a:lnSpc>
                <a:spcPct val="150000"/>
              </a:lnSpc>
            </a:pPr>
            <a:r>
              <a:rPr lang="en-US" altLang="zh-CN" sz="2000" dirty="0">
                <a:latin typeface="IBM Plex Sans Light" panose="020B0403050203000203" pitchFamily="34" charset="0"/>
                <a:ea typeface="微软雅黑 Light" panose="020B0502040204020203" pitchFamily="34" charset="-122"/>
              </a:rPr>
              <a:t>· Forwarding</a:t>
            </a:r>
          </a:p>
          <a:p>
            <a:pPr algn="r">
              <a:lnSpc>
                <a:spcPct val="150000"/>
              </a:lnSpc>
            </a:pPr>
            <a:r>
              <a:rPr lang="en-US" altLang="zh-CN" sz="2000" dirty="0">
                <a:latin typeface="IBM Plex Sans Light" panose="020B0403050203000203" pitchFamily="34" charset="0"/>
                <a:ea typeface="微软雅黑 Light" panose="020B0502040204020203" pitchFamily="34" charset="-122"/>
              </a:rPr>
              <a:t>· Filtering</a:t>
            </a:r>
          </a:p>
        </p:txBody>
      </p:sp>
    </p:spTree>
    <p:extLst>
      <p:ext uri="{BB962C8B-B14F-4D97-AF65-F5344CB8AC3E}">
        <p14:creationId xmlns:p14="http://schemas.microsoft.com/office/powerpoint/2010/main" val="3086654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2DDC20D-AF02-4C05-BC80-C967B12C5F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zh-CN" dirty="0"/>
              <a:t>概述：</a:t>
            </a:r>
          </a:p>
          <a:p>
            <a:pPr lvl="1"/>
            <a:r>
              <a:rPr lang="zh-CN" altLang="zh-CN" dirty="0"/>
              <a:t>交换机通过维护一个</a:t>
            </a:r>
            <a:r>
              <a:rPr lang="en-US" altLang="zh-CN" dirty="0"/>
              <a:t>MAC</a:t>
            </a:r>
            <a:r>
              <a:rPr lang="zh-CN" altLang="zh-CN" dirty="0"/>
              <a:t>地址表</a:t>
            </a:r>
            <a:r>
              <a:rPr lang="en-US" altLang="zh-CN" dirty="0"/>
              <a:t>/</a:t>
            </a:r>
            <a:r>
              <a:rPr lang="zh-CN" altLang="zh-CN" dirty="0"/>
              <a:t>转发表来实现链路层数据帧的通信</a:t>
            </a:r>
            <a:endParaRPr lang="en-US" altLang="zh-CN" dirty="0"/>
          </a:p>
          <a:p>
            <a:pPr lvl="1"/>
            <a:r>
              <a:rPr lang="zh-CN" altLang="en-US" dirty="0"/>
              <a:t>收到帧后，在</a:t>
            </a:r>
            <a:r>
              <a:rPr lang="en-US" altLang="zh-CN" dirty="0"/>
              <a:t>MAC</a:t>
            </a:r>
            <a:r>
              <a:rPr lang="zh-CN" altLang="en-US" dirty="0"/>
              <a:t>地址表中查找帧的目的</a:t>
            </a:r>
            <a:r>
              <a:rPr lang="en-US" altLang="zh-CN" dirty="0"/>
              <a:t>MAC</a:t>
            </a:r>
            <a:r>
              <a:rPr lang="zh-CN" altLang="en-US" dirty="0"/>
              <a:t>地址对应的端口，然后通过该端口转发出去</a:t>
            </a:r>
            <a:endParaRPr lang="en-US" altLang="zh-CN" dirty="0"/>
          </a:p>
          <a:p>
            <a:pPr lvl="1"/>
            <a:r>
              <a:rPr lang="zh-CN" altLang="en-US" dirty="0"/>
              <a:t>车位使用约定</a:t>
            </a:r>
            <a:endParaRPr lang="en-US" altLang="zh-CN" dirty="0"/>
          </a:p>
          <a:p>
            <a:r>
              <a:rPr lang="zh-CN" altLang="zh-CN" dirty="0"/>
              <a:t>内容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zh-CN" altLang="zh-CN" dirty="0"/>
              <a:t>接收数据帧的源地址和进入的端口号，所在</a:t>
            </a:r>
            <a:r>
              <a:rPr lang="en-US" altLang="zh-CN" dirty="0"/>
              <a:t>vlan</a:t>
            </a:r>
            <a:r>
              <a:rPr lang="zh-CN" altLang="zh-CN" dirty="0"/>
              <a:t>及有效时间</a:t>
            </a:r>
            <a:endParaRPr lang="en-US" altLang="zh-CN" dirty="0"/>
          </a:p>
          <a:p>
            <a:r>
              <a:rPr lang="en-US" altLang="zh-CN" dirty="0"/>
              <a:t>MAC</a:t>
            </a:r>
            <a:r>
              <a:rPr lang="zh-CN" altLang="en-US" dirty="0"/>
              <a:t>表的容量</a:t>
            </a:r>
            <a:endParaRPr lang="en-US" altLang="zh-CN" dirty="0"/>
          </a:p>
          <a:p>
            <a:pPr lvl="1"/>
            <a:r>
              <a:rPr lang="en-US" altLang="zh-CN" dirty="0"/>
              <a:t>1K</a:t>
            </a:r>
            <a:r>
              <a:rPr lang="zh-CN" altLang="en-US" dirty="0"/>
              <a:t>、</a:t>
            </a:r>
            <a:r>
              <a:rPr lang="en-US" altLang="zh-CN" dirty="0"/>
              <a:t>2k</a:t>
            </a:r>
            <a:r>
              <a:rPr lang="zh-CN" altLang="en-US" dirty="0"/>
              <a:t>、</a:t>
            </a:r>
            <a:r>
              <a:rPr lang="en-US" altLang="zh-CN" dirty="0"/>
              <a:t>4k</a:t>
            </a:r>
            <a:endParaRPr lang="zh-CN" altLang="zh-CN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08E19FDD-5B7C-40C2-AF75-D9E4C2664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500" y="3783312"/>
            <a:ext cx="4762500" cy="24955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A411BF72-93CF-40DD-ABF5-ECFABF2A6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00" y="3774766"/>
            <a:ext cx="4762500" cy="24955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7982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2DDC20D-AF02-4C05-BC80-C967B12C5F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维护过程：</a:t>
            </a:r>
            <a:endParaRPr lang="en-US" altLang="zh-CN" dirty="0"/>
          </a:p>
          <a:p>
            <a:pPr lvl="1"/>
            <a:r>
              <a:rPr lang="zh-CN" altLang="en-US" dirty="0"/>
              <a:t>转发</a:t>
            </a:r>
            <a:r>
              <a:rPr lang="en-US" altLang="zh-CN" dirty="0"/>
              <a:t>forwarding (A</a:t>
            </a:r>
            <a:r>
              <a:rPr lang="en-US" altLang="zh-CN" dirty="0">
                <a:sym typeface="Wingdings 3" panose="05040102010807070707" pitchFamily="18" charset="2"/>
              </a:rPr>
              <a:t>D)</a:t>
            </a:r>
            <a:endParaRPr lang="en-US" altLang="zh-CN" dirty="0"/>
          </a:p>
          <a:p>
            <a:pPr lvl="1"/>
            <a:r>
              <a:rPr lang="zh-CN" altLang="en-US" dirty="0"/>
              <a:t>泛洪</a:t>
            </a:r>
            <a:r>
              <a:rPr lang="en-US" altLang="zh-CN" dirty="0"/>
              <a:t>flooding (A</a:t>
            </a:r>
            <a:r>
              <a:rPr lang="en-US" altLang="zh-CN" dirty="0">
                <a:sym typeface="Wingdings 3" panose="05040102010807070707" pitchFamily="18" charset="2"/>
              </a:rPr>
              <a:t>B</a:t>
            </a:r>
            <a:r>
              <a:rPr lang="en-US" altLang="zh-CN" dirty="0"/>
              <a:t>)</a:t>
            </a:r>
          </a:p>
          <a:p>
            <a:pPr lvl="1"/>
            <a:r>
              <a:rPr lang="zh-CN" altLang="en-US" dirty="0"/>
              <a:t>过滤</a:t>
            </a:r>
            <a:r>
              <a:rPr lang="en-US" altLang="zh-CN" dirty="0"/>
              <a:t>filtering (E</a:t>
            </a:r>
            <a:r>
              <a:rPr lang="en-US" altLang="zh-CN" dirty="0">
                <a:sym typeface="Wingdings 3" panose="05040102010807070707" pitchFamily="18" charset="2"/>
              </a:rPr>
              <a:t>A</a:t>
            </a:r>
            <a:r>
              <a:rPr lang="en-US" altLang="zh-CN" dirty="0"/>
              <a:t>)</a:t>
            </a:r>
          </a:p>
        </p:txBody>
      </p:sp>
      <p:pic>
        <p:nvPicPr>
          <p:cNvPr id="4" name="图形 3" descr="监视器">
            <a:extLst>
              <a:ext uri="{FF2B5EF4-FFF2-40B4-BE49-F238E27FC236}">
                <a16:creationId xmlns:a16="http://schemas.microsoft.com/office/drawing/2014/main" id="{7F292D99-CDAA-4DA9-93E9-7294080B36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02180" y="3122213"/>
            <a:ext cx="360000" cy="360000"/>
          </a:xfrm>
          <a:prstGeom prst="rect">
            <a:avLst/>
          </a:prstGeom>
          <a:effectLst/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1713629-4DE2-41DC-9EEF-9B66AED1A08F}"/>
              </a:ext>
            </a:extLst>
          </p:cNvPr>
          <p:cNvSpPr txBox="1"/>
          <p:nvPr/>
        </p:nvSpPr>
        <p:spPr>
          <a:xfrm>
            <a:off x="3459390" y="3165185"/>
            <a:ext cx="245580" cy="215444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8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A</a:t>
            </a:r>
            <a:endParaRPr lang="zh-CN" altLang="en-US" sz="8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pic>
        <p:nvPicPr>
          <p:cNvPr id="8" name="图形 7" descr="监视器">
            <a:extLst>
              <a:ext uri="{FF2B5EF4-FFF2-40B4-BE49-F238E27FC236}">
                <a16:creationId xmlns:a16="http://schemas.microsoft.com/office/drawing/2014/main" id="{E3D170D2-36C9-4A4E-BDBD-A07295CDB3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02180" y="4456410"/>
            <a:ext cx="360000" cy="360000"/>
          </a:xfrm>
          <a:prstGeom prst="rect">
            <a:avLst/>
          </a:prstGeom>
          <a:effectLst/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2012AC5B-E9DA-4D49-9E65-33805E07FC1C}"/>
              </a:ext>
            </a:extLst>
          </p:cNvPr>
          <p:cNvSpPr txBox="1"/>
          <p:nvPr/>
        </p:nvSpPr>
        <p:spPr>
          <a:xfrm>
            <a:off x="3459390" y="4501013"/>
            <a:ext cx="245580" cy="215444"/>
          </a:xfrm>
          <a:prstGeom prst="rect">
            <a:avLst/>
          </a:prstGeom>
          <a:noFill/>
          <a:effectLst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8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B</a:t>
            </a:r>
            <a:endParaRPr lang="zh-CN" altLang="en-US" sz="8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pic>
        <p:nvPicPr>
          <p:cNvPr id="11" name="图形 10" descr="监视器">
            <a:extLst>
              <a:ext uri="{FF2B5EF4-FFF2-40B4-BE49-F238E27FC236}">
                <a16:creationId xmlns:a16="http://schemas.microsoft.com/office/drawing/2014/main" id="{7DA88ED6-A391-470E-BC06-0FC0AB7FB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51367" y="3122213"/>
            <a:ext cx="360000" cy="360000"/>
          </a:xfrm>
          <a:prstGeom prst="rect">
            <a:avLst/>
          </a:prstGeom>
          <a:effectLst/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7C70B368-BC56-4120-B8AE-2D54442ED81E}"/>
              </a:ext>
            </a:extLst>
          </p:cNvPr>
          <p:cNvSpPr txBox="1"/>
          <p:nvPr/>
        </p:nvSpPr>
        <p:spPr>
          <a:xfrm>
            <a:off x="6808577" y="3165185"/>
            <a:ext cx="245580" cy="215444"/>
          </a:xfrm>
          <a:prstGeom prst="rect">
            <a:avLst/>
          </a:prstGeom>
          <a:noFill/>
          <a:effectLst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8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C</a:t>
            </a:r>
            <a:endParaRPr lang="zh-CN" altLang="en-US" sz="8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CC0B281-C630-4CE3-A2FC-D59F38F5589E}"/>
              </a:ext>
            </a:extLst>
          </p:cNvPr>
          <p:cNvSpPr/>
          <p:nvPr/>
        </p:nvSpPr>
        <p:spPr>
          <a:xfrm>
            <a:off x="4182988" y="3156085"/>
            <a:ext cx="2160000" cy="1620000"/>
          </a:xfrm>
          <a:prstGeom prst="rect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87C150-7EBC-4302-8DB2-5EE4D9850AA8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3762180" y="3302213"/>
            <a:ext cx="204808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3D140A3C-B07B-4656-B42F-FA0FBBB98713}"/>
              </a:ext>
            </a:extLst>
          </p:cNvPr>
          <p:cNvCxnSpPr>
            <a:cxnSpLocks/>
            <a:stCxn id="37" idx="3"/>
            <a:endCxn id="11" idx="1"/>
          </p:cNvCxnSpPr>
          <p:nvPr/>
        </p:nvCxnSpPr>
        <p:spPr>
          <a:xfrm>
            <a:off x="6561441" y="3302213"/>
            <a:ext cx="189926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A125E3F-0922-47A5-8F82-D0BDC6CA2A8A}"/>
              </a:ext>
            </a:extLst>
          </p:cNvPr>
          <p:cNvCxnSpPr>
            <a:cxnSpLocks/>
            <a:stCxn id="8" idx="3"/>
            <a:endCxn id="35" idx="1"/>
          </p:cNvCxnSpPr>
          <p:nvPr/>
        </p:nvCxnSpPr>
        <p:spPr>
          <a:xfrm>
            <a:off x="3762180" y="4636410"/>
            <a:ext cx="204808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图形 24" descr="监视器">
            <a:extLst>
              <a:ext uri="{FF2B5EF4-FFF2-40B4-BE49-F238E27FC236}">
                <a16:creationId xmlns:a16="http://schemas.microsoft.com/office/drawing/2014/main" id="{460ADAB0-9D6E-4A2D-9BA4-1E1E5EDF85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02180" y="3772644"/>
            <a:ext cx="360000" cy="360000"/>
          </a:xfrm>
          <a:prstGeom prst="rect">
            <a:avLst/>
          </a:prstGeom>
          <a:effectLst/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26B5C675-E5B7-4F18-BED0-B79FB3FD95B4}"/>
              </a:ext>
            </a:extLst>
          </p:cNvPr>
          <p:cNvSpPr txBox="1"/>
          <p:nvPr/>
        </p:nvSpPr>
        <p:spPr>
          <a:xfrm>
            <a:off x="3459390" y="3829487"/>
            <a:ext cx="245580" cy="215444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8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E</a:t>
            </a:r>
            <a:endParaRPr lang="zh-CN" altLang="en-US" sz="8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pic>
        <p:nvPicPr>
          <p:cNvPr id="28" name="图形 27" descr="监视器">
            <a:extLst>
              <a:ext uri="{FF2B5EF4-FFF2-40B4-BE49-F238E27FC236}">
                <a16:creationId xmlns:a16="http://schemas.microsoft.com/office/drawing/2014/main" id="{2509996B-B79E-414F-830E-5C5049B0EE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51367" y="4456410"/>
            <a:ext cx="360000" cy="360000"/>
          </a:xfrm>
          <a:prstGeom prst="rect">
            <a:avLst/>
          </a:prstGeom>
          <a:effectLst/>
        </p:spPr>
      </p:pic>
      <p:sp>
        <p:nvSpPr>
          <p:cNvPr id="29" name="文本框 28">
            <a:extLst>
              <a:ext uri="{FF2B5EF4-FFF2-40B4-BE49-F238E27FC236}">
                <a16:creationId xmlns:a16="http://schemas.microsoft.com/office/drawing/2014/main" id="{0B1B88EB-1C84-4932-81CC-B7150B5F978F}"/>
              </a:ext>
            </a:extLst>
          </p:cNvPr>
          <p:cNvSpPr txBox="1"/>
          <p:nvPr/>
        </p:nvSpPr>
        <p:spPr>
          <a:xfrm>
            <a:off x="6808577" y="4501013"/>
            <a:ext cx="245580" cy="215444"/>
          </a:xfrm>
          <a:prstGeom prst="rect">
            <a:avLst/>
          </a:prstGeom>
          <a:noFill/>
          <a:effectLst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80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D</a:t>
            </a:r>
            <a:endParaRPr lang="zh-CN" altLang="en-US" sz="8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8D91049-4639-4970-9B25-6A51FB7E8835}"/>
              </a:ext>
            </a:extLst>
          </p:cNvPr>
          <p:cNvCxnSpPr>
            <a:cxnSpLocks/>
            <a:stCxn id="38" idx="3"/>
            <a:endCxn id="28" idx="1"/>
          </p:cNvCxnSpPr>
          <p:nvPr/>
        </p:nvCxnSpPr>
        <p:spPr>
          <a:xfrm>
            <a:off x="6561441" y="4636410"/>
            <a:ext cx="189926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连接符: 肘形 31">
            <a:extLst>
              <a:ext uri="{FF2B5EF4-FFF2-40B4-BE49-F238E27FC236}">
                <a16:creationId xmlns:a16="http://schemas.microsoft.com/office/drawing/2014/main" id="{FFC7AD0A-5BB6-4BC0-9C23-55A700A21177}"/>
              </a:ext>
            </a:extLst>
          </p:cNvPr>
          <p:cNvCxnSpPr>
            <a:cxnSpLocks/>
            <a:stCxn id="25" idx="3"/>
            <a:endCxn id="33" idx="2"/>
          </p:cNvCxnSpPr>
          <p:nvPr/>
        </p:nvCxnSpPr>
        <p:spPr>
          <a:xfrm flipV="1">
            <a:off x="3762180" y="3410213"/>
            <a:ext cx="312808" cy="542431"/>
          </a:xfrm>
          <a:prstGeom prst="bentConnector2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1" name="表格 32">
            <a:extLst>
              <a:ext uri="{FF2B5EF4-FFF2-40B4-BE49-F238E27FC236}">
                <a16:creationId xmlns:a16="http://schemas.microsoft.com/office/drawing/2014/main" id="{74782621-7BA2-4A3B-B7B1-63FC97E560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5264336"/>
              </p:ext>
            </p:extLst>
          </p:nvPr>
        </p:nvGraphicFramePr>
        <p:xfrm>
          <a:off x="4344988" y="3318085"/>
          <a:ext cx="1836000" cy="1296000"/>
        </p:xfrm>
        <a:graphic>
          <a:graphicData uri="http://schemas.openxmlformats.org/drawingml/2006/table">
            <a:tbl>
              <a:tblPr firstRow="1" bandRow="1"/>
              <a:tblGrid>
                <a:gridCol w="612000">
                  <a:extLst>
                    <a:ext uri="{9D8B030D-6E8A-4147-A177-3AD203B41FA5}">
                      <a16:colId xmlns:a16="http://schemas.microsoft.com/office/drawing/2014/main" val="40230377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539946201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746770716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aseline="0" dirty="0">
                          <a:latin typeface="+mn-lt"/>
                        </a:rPr>
                        <a:t>MAC</a:t>
                      </a:r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aseline="0" dirty="0">
                          <a:latin typeface="+mn-lt"/>
                        </a:rPr>
                        <a:t>Port</a:t>
                      </a:r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aseline="0" dirty="0">
                          <a:latin typeface="+mn-lt"/>
                        </a:rPr>
                        <a:t>Vlan</a:t>
                      </a:r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20176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aseline="0" dirty="0">
                          <a:latin typeface="+mn-lt"/>
                        </a:rPr>
                        <a:t>D</a:t>
                      </a:r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aseline="0" dirty="0">
                          <a:latin typeface="+mn-lt"/>
                        </a:rPr>
                        <a:t>4</a:t>
                      </a:r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31331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907581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934349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endParaRPr lang="zh-CN" altLang="en-US" sz="800" b="0" baseline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 b="0" baseline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 b="0" baseline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8733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800" b="0" baseline="0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7546811"/>
                  </a:ext>
                </a:extLst>
              </a:tr>
            </a:tbl>
          </a:graphicData>
        </a:graphic>
      </p:graphicFrame>
      <p:sp>
        <p:nvSpPr>
          <p:cNvPr id="33" name="矩形 32">
            <a:extLst>
              <a:ext uri="{FF2B5EF4-FFF2-40B4-BE49-F238E27FC236}">
                <a16:creationId xmlns:a16="http://schemas.microsoft.com/office/drawing/2014/main" id="{A9F14A66-3791-4F6F-B89C-6919D43C8128}"/>
              </a:ext>
            </a:extLst>
          </p:cNvPr>
          <p:cNvSpPr/>
          <p:nvPr/>
        </p:nvSpPr>
        <p:spPr>
          <a:xfrm>
            <a:off x="3966988" y="3194213"/>
            <a:ext cx="216000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sz="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zh-CN" altLang="en-US" sz="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D3CFC6B-4272-4BDB-8E5E-DA02D44ED4F4}"/>
              </a:ext>
            </a:extLst>
          </p:cNvPr>
          <p:cNvSpPr/>
          <p:nvPr/>
        </p:nvSpPr>
        <p:spPr>
          <a:xfrm>
            <a:off x="3966988" y="4528410"/>
            <a:ext cx="216000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sz="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endParaRPr lang="zh-CN" altLang="en-US" sz="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DDC4B4F-261C-4F55-AE63-C748B1087616}"/>
              </a:ext>
            </a:extLst>
          </p:cNvPr>
          <p:cNvSpPr/>
          <p:nvPr/>
        </p:nvSpPr>
        <p:spPr>
          <a:xfrm>
            <a:off x="6345441" y="3194213"/>
            <a:ext cx="216000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sz="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endParaRPr lang="zh-CN" altLang="en-US" sz="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056F4C-4F3E-41F2-B3D9-11AA4113FEA4}"/>
              </a:ext>
            </a:extLst>
          </p:cNvPr>
          <p:cNvSpPr/>
          <p:nvPr/>
        </p:nvSpPr>
        <p:spPr>
          <a:xfrm>
            <a:off x="6345441" y="4528410"/>
            <a:ext cx="216000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sz="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zh-CN" altLang="en-US" sz="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932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CEC49DC-5CB2-2378-6292-FC3046DE70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Span</a:t>
            </a:r>
            <a:endParaRPr lang="zh-CN" altLang="en-US" dirty="0"/>
          </a:p>
        </p:txBody>
      </p:sp>
      <p:pic>
        <p:nvPicPr>
          <p:cNvPr id="3" name="图形 2" descr="监视器">
            <a:extLst>
              <a:ext uri="{FF2B5EF4-FFF2-40B4-BE49-F238E27FC236}">
                <a16:creationId xmlns:a16="http://schemas.microsoft.com/office/drawing/2014/main" id="{7B259D31-55C4-DC73-2781-DBC3120020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8334" y="2988490"/>
            <a:ext cx="360000" cy="360000"/>
          </a:xfrm>
          <a:prstGeom prst="rect">
            <a:avLst/>
          </a:prstGeom>
          <a:effectLst/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EB679A12-5BC2-FC2F-747C-AD3AF0904ECA}"/>
              </a:ext>
            </a:extLst>
          </p:cNvPr>
          <p:cNvSpPr txBox="1"/>
          <p:nvPr/>
        </p:nvSpPr>
        <p:spPr>
          <a:xfrm>
            <a:off x="3485544" y="3060768"/>
            <a:ext cx="245580" cy="215444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8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A</a:t>
            </a:r>
            <a:endParaRPr lang="zh-CN" altLang="en-US" sz="8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pic>
        <p:nvPicPr>
          <p:cNvPr id="5" name="图形 4" descr="监视器">
            <a:extLst>
              <a:ext uri="{FF2B5EF4-FFF2-40B4-BE49-F238E27FC236}">
                <a16:creationId xmlns:a16="http://schemas.microsoft.com/office/drawing/2014/main" id="{3DC4A328-EBA6-CAA3-97CA-C647791B59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8334" y="4144041"/>
            <a:ext cx="360000" cy="360000"/>
          </a:xfrm>
          <a:prstGeom prst="rect">
            <a:avLst/>
          </a:prstGeom>
          <a:effectLst/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E19E282-3547-004A-9139-7CC8343B21C5}"/>
              </a:ext>
            </a:extLst>
          </p:cNvPr>
          <p:cNvSpPr txBox="1"/>
          <p:nvPr/>
        </p:nvSpPr>
        <p:spPr>
          <a:xfrm>
            <a:off x="3485544" y="4216319"/>
            <a:ext cx="245580" cy="215444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8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B</a:t>
            </a:r>
            <a:endParaRPr lang="zh-CN" altLang="en-US" sz="8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520AEAC-3B88-A407-6E31-2E9D7EFF86E1}"/>
              </a:ext>
            </a:extLst>
          </p:cNvPr>
          <p:cNvSpPr/>
          <p:nvPr/>
        </p:nvSpPr>
        <p:spPr>
          <a:xfrm>
            <a:off x="4182988" y="2919655"/>
            <a:ext cx="720000" cy="1620000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8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4992FBE-74C6-787E-E97D-6527A47B921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3788334" y="3168490"/>
            <a:ext cx="528004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17FFF25-55F0-94E4-73D3-5D0B03B47CA7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788334" y="4324041"/>
            <a:ext cx="528004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790DF5F4-8C3D-A835-F18B-7492AD593798}"/>
              </a:ext>
            </a:extLst>
          </p:cNvPr>
          <p:cNvCxnSpPr>
            <a:cxnSpLocks/>
          </p:cNvCxnSpPr>
          <p:nvPr/>
        </p:nvCxnSpPr>
        <p:spPr>
          <a:xfrm>
            <a:off x="4915429" y="3168490"/>
            <a:ext cx="364398" cy="1629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4BF1AB-8DA1-7CD0-0F0C-3D88062215B9}"/>
              </a:ext>
            </a:extLst>
          </p:cNvPr>
          <p:cNvCxnSpPr>
            <a:cxnSpLocks/>
          </p:cNvCxnSpPr>
          <p:nvPr/>
        </p:nvCxnSpPr>
        <p:spPr>
          <a:xfrm flipV="1">
            <a:off x="4915429" y="4322409"/>
            <a:ext cx="364398" cy="163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矩形 30">
            <a:extLst>
              <a:ext uri="{FF2B5EF4-FFF2-40B4-BE49-F238E27FC236}">
                <a16:creationId xmlns:a16="http://schemas.microsoft.com/office/drawing/2014/main" id="{2427C71E-3CD3-293A-36D7-DDDA26BD5846}"/>
              </a:ext>
            </a:extLst>
          </p:cNvPr>
          <p:cNvSpPr/>
          <p:nvPr/>
        </p:nvSpPr>
        <p:spPr>
          <a:xfrm>
            <a:off x="5283967" y="2919655"/>
            <a:ext cx="720000" cy="1620000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800"/>
          </a:p>
        </p:txBody>
      </p:sp>
      <p:pic>
        <p:nvPicPr>
          <p:cNvPr id="40" name="图形 39" descr="监视器">
            <a:extLst>
              <a:ext uri="{FF2B5EF4-FFF2-40B4-BE49-F238E27FC236}">
                <a16:creationId xmlns:a16="http://schemas.microsoft.com/office/drawing/2014/main" id="{F9A32D9D-410B-3580-46AA-6BB1B76472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49575" y="2988490"/>
            <a:ext cx="360000" cy="360000"/>
          </a:xfrm>
          <a:prstGeom prst="rect">
            <a:avLst/>
          </a:prstGeom>
          <a:effectLst/>
        </p:spPr>
      </p:pic>
      <p:sp>
        <p:nvSpPr>
          <p:cNvPr id="41" name="文本框 40">
            <a:extLst>
              <a:ext uri="{FF2B5EF4-FFF2-40B4-BE49-F238E27FC236}">
                <a16:creationId xmlns:a16="http://schemas.microsoft.com/office/drawing/2014/main" id="{0201E6C1-FC24-CF09-A0F5-FA1ED854EB58}"/>
              </a:ext>
            </a:extLst>
          </p:cNvPr>
          <p:cNvSpPr txBox="1"/>
          <p:nvPr/>
        </p:nvSpPr>
        <p:spPr>
          <a:xfrm>
            <a:off x="6406785" y="3060768"/>
            <a:ext cx="245580" cy="215444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8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C</a:t>
            </a:r>
            <a:endParaRPr lang="zh-CN" altLang="en-US" sz="8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85349AA-A824-95A1-71F4-80C57AE4854C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5968783" y="3168490"/>
            <a:ext cx="380792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3" name="图形 42" descr="监视器">
            <a:extLst>
              <a:ext uri="{FF2B5EF4-FFF2-40B4-BE49-F238E27FC236}">
                <a16:creationId xmlns:a16="http://schemas.microsoft.com/office/drawing/2014/main" id="{4FD7B447-8684-9BCD-87C7-00758D0CCF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49575" y="4144041"/>
            <a:ext cx="360000" cy="360000"/>
          </a:xfrm>
          <a:prstGeom prst="rect">
            <a:avLst/>
          </a:prstGeom>
          <a:effectLst/>
        </p:spPr>
      </p:pic>
      <p:sp>
        <p:nvSpPr>
          <p:cNvPr id="44" name="文本框 43">
            <a:extLst>
              <a:ext uri="{FF2B5EF4-FFF2-40B4-BE49-F238E27FC236}">
                <a16:creationId xmlns:a16="http://schemas.microsoft.com/office/drawing/2014/main" id="{4016327D-282E-C49F-5D96-D62C42FD8A0C}"/>
              </a:ext>
            </a:extLst>
          </p:cNvPr>
          <p:cNvSpPr txBox="1"/>
          <p:nvPr/>
        </p:nvSpPr>
        <p:spPr>
          <a:xfrm>
            <a:off x="6406785" y="4216319"/>
            <a:ext cx="245580" cy="215444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8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D</a:t>
            </a:r>
            <a:endParaRPr lang="zh-CN" altLang="en-US" sz="8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5AE6934C-53A3-BF94-165D-0D64E28FAC2C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5968783" y="4324041"/>
            <a:ext cx="380792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CE3277FA-D685-F18D-5666-7114AB618374}"/>
              </a:ext>
            </a:extLst>
          </p:cNvPr>
          <p:cNvCxnSpPr>
            <a:cxnSpLocks/>
          </p:cNvCxnSpPr>
          <p:nvPr/>
        </p:nvCxnSpPr>
        <p:spPr>
          <a:xfrm>
            <a:off x="3877661" y="3083030"/>
            <a:ext cx="216000" cy="0"/>
          </a:xfrm>
          <a:prstGeom prst="straightConnector1">
            <a:avLst/>
          </a:prstGeom>
          <a:ln w="38100">
            <a:solidFill>
              <a:srgbClr val="ED7D3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83EF9EBC-9E81-1FA3-6C4C-08DD453642FC}"/>
              </a:ext>
            </a:extLst>
          </p:cNvPr>
          <p:cNvCxnSpPr>
            <a:cxnSpLocks/>
          </p:cNvCxnSpPr>
          <p:nvPr/>
        </p:nvCxnSpPr>
        <p:spPr>
          <a:xfrm>
            <a:off x="4985477" y="3083030"/>
            <a:ext cx="216000" cy="0"/>
          </a:xfrm>
          <a:prstGeom prst="straightConnector1">
            <a:avLst/>
          </a:prstGeom>
          <a:ln w="38100">
            <a:solidFill>
              <a:srgbClr val="ED7D3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1592C4F0-070D-2679-2E79-37DD43D98FB8}"/>
              </a:ext>
            </a:extLst>
          </p:cNvPr>
          <p:cNvCxnSpPr>
            <a:cxnSpLocks/>
          </p:cNvCxnSpPr>
          <p:nvPr/>
        </p:nvCxnSpPr>
        <p:spPr>
          <a:xfrm rot="5400000">
            <a:off x="5265967" y="3729655"/>
            <a:ext cx="216000" cy="0"/>
          </a:xfrm>
          <a:prstGeom prst="straightConnector1">
            <a:avLst/>
          </a:prstGeom>
          <a:ln w="38100">
            <a:solidFill>
              <a:srgbClr val="ED7D3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03E72990-9FCC-7D5F-4E1C-7C5B3CD2488D}"/>
              </a:ext>
            </a:extLst>
          </p:cNvPr>
          <p:cNvCxnSpPr>
            <a:cxnSpLocks/>
          </p:cNvCxnSpPr>
          <p:nvPr/>
        </p:nvCxnSpPr>
        <p:spPr>
          <a:xfrm rot="16200000" flipV="1">
            <a:off x="4717429" y="3729656"/>
            <a:ext cx="216000" cy="0"/>
          </a:xfrm>
          <a:prstGeom prst="straightConnector1">
            <a:avLst/>
          </a:prstGeom>
          <a:ln w="38100">
            <a:solidFill>
              <a:srgbClr val="ED7D3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AA252A30-8AC5-164D-654B-EF478639718E}"/>
              </a:ext>
            </a:extLst>
          </p:cNvPr>
          <p:cNvCxnSpPr>
            <a:cxnSpLocks/>
          </p:cNvCxnSpPr>
          <p:nvPr/>
        </p:nvCxnSpPr>
        <p:spPr>
          <a:xfrm flipH="1">
            <a:off x="4985477" y="4409501"/>
            <a:ext cx="216000" cy="0"/>
          </a:xfrm>
          <a:prstGeom prst="straightConnector1">
            <a:avLst/>
          </a:prstGeom>
          <a:ln w="38100">
            <a:solidFill>
              <a:srgbClr val="ED7D3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0F23C07-5AE2-56F6-A50D-061B71F9FB9A}"/>
              </a:ext>
            </a:extLst>
          </p:cNvPr>
          <p:cNvCxnSpPr>
            <a:cxnSpLocks/>
          </p:cNvCxnSpPr>
          <p:nvPr/>
        </p:nvCxnSpPr>
        <p:spPr>
          <a:xfrm>
            <a:off x="6097376" y="4252379"/>
            <a:ext cx="216000" cy="0"/>
          </a:xfrm>
          <a:prstGeom prst="straightConnector1">
            <a:avLst/>
          </a:prstGeom>
          <a:ln w="38100">
            <a:solidFill>
              <a:srgbClr val="ED7D3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182DFE54-C755-6ACC-ABB0-E32EF30BE936}"/>
              </a:ext>
            </a:extLst>
          </p:cNvPr>
          <p:cNvSpPr/>
          <p:nvPr/>
        </p:nvSpPr>
        <p:spPr>
          <a:xfrm>
            <a:off x="4182988" y="3060490"/>
            <a:ext cx="216000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sz="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zh-CN" altLang="en-US" sz="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F0C7D83-6C38-B196-AE49-9AB61944DEAD}"/>
              </a:ext>
            </a:extLst>
          </p:cNvPr>
          <p:cNvSpPr/>
          <p:nvPr/>
        </p:nvSpPr>
        <p:spPr>
          <a:xfrm>
            <a:off x="4182988" y="4216041"/>
            <a:ext cx="216000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sz="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endParaRPr lang="zh-CN" altLang="en-US" sz="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561FAF5-596C-0FDD-6C0A-2574CB126066}"/>
              </a:ext>
            </a:extLst>
          </p:cNvPr>
          <p:cNvSpPr/>
          <p:nvPr/>
        </p:nvSpPr>
        <p:spPr>
          <a:xfrm>
            <a:off x="4686988" y="3060490"/>
            <a:ext cx="216000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sz="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endParaRPr lang="zh-CN" altLang="en-US" sz="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51C235F-D3EE-BFF6-1C5B-E3C9B79E327B}"/>
              </a:ext>
            </a:extLst>
          </p:cNvPr>
          <p:cNvSpPr/>
          <p:nvPr/>
        </p:nvSpPr>
        <p:spPr>
          <a:xfrm>
            <a:off x="4686988" y="4216041"/>
            <a:ext cx="216000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sz="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zh-CN" altLang="en-US" sz="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0C668BF-EEFF-5570-0285-B7806C7B3A83}"/>
              </a:ext>
            </a:extLst>
          </p:cNvPr>
          <p:cNvSpPr/>
          <p:nvPr/>
        </p:nvSpPr>
        <p:spPr>
          <a:xfrm>
            <a:off x="5283967" y="3060490"/>
            <a:ext cx="216000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sz="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zh-CN" altLang="en-US" sz="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2CDB738-88E6-5CA3-8C33-A166D6491C20}"/>
              </a:ext>
            </a:extLst>
          </p:cNvPr>
          <p:cNvSpPr/>
          <p:nvPr/>
        </p:nvSpPr>
        <p:spPr>
          <a:xfrm>
            <a:off x="5283967" y="4216041"/>
            <a:ext cx="216000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sz="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endParaRPr lang="zh-CN" altLang="en-US" sz="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1731171-39A9-6C10-52DF-E29319FF7664}"/>
              </a:ext>
            </a:extLst>
          </p:cNvPr>
          <p:cNvSpPr/>
          <p:nvPr/>
        </p:nvSpPr>
        <p:spPr>
          <a:xfrm>
            <a:off x="5787967" y="3060490"/>
            <a:ext cx="216000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sz="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endParaRPr lang="zh-CN" altLang="en-US" sz="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14719F8-374B-EBD0-34AD-95744D7FBC4F}"/>
              </a:ext>
            </a:extLst>
          </p:cNvPr>
          <p:cNvSpPr/>
          <p:nvPr/>
        </p:nvSpPr>
        <p:spPr>
          <a:xfrm>
            <a:off x="5787967" y="4216041"/>
            <a:ext cx="216000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sz="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zh-CN" altLang="en-US" sz="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4039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2DDC20D-AF02-4C05-BC80-C967B12C5F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登记</a:t>
            </a:r>
            <a:endParaRPr lang="en-US" altLang="zh-CN" dirty="0"/>
          </a:p>
          <a:p>
            <a:pPr lvl="1"/>
            <a:r>
              <a:rPr lang="zh-CN" altLang="zh-CN" dirty="0"/>
              <a:t>查找表中是否有与接收帧的源</a:t>
            </a:r>
            <a:r>
              <a:rPr lang="en-US" altLang="zh-CN" dirty="0"/>
              <a:t>MAC</a:t>
            </a:r>
            <a:r>
              <a:rPr lang="zh-CN" altLang="zh-CN" dirty="0"/>
              <a:t>地址匹配的项目：如果有，则更新；如果没有，则增加</a:t>
            </a:r>
            <a:endParaRPr lang="en-US" altLang="zh-CN" dirty="0"/>
          </a:p>
          <a:p>
            <a:r>
              <a:rPr lang="zh-CN" altLang="zh-CN" dirty="0"/>
              <a:t>转发</a:t>
            </a:r>
            <a:endParaRPr lang="en-US" altLang="zh-CN" dirty="0"/>
          </a:p>
          <a:p>
            <a:pPr marL="457200" lvl="1" indent="0">
              <a:buNone/>
            </a:pPr>
            <a:r>
              <a:rPr lang="zh-CN" altLang="en-US" dirty="0"/>
              <a:t>是否是广播帧：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1. </a:t>
            </a:r>
            <a:r>
              <a:rPr lang="zh-CN" altLang="en-US" dirty="0"/>
              <a:t>如果是，全端口转发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2. </a:t>
            </a:r>
            <a:r>
              <a:rPr lang="zh-CN" altLang="en-US" dirty="0"/>
              <a:t>如果不是，则</a:t>
            </a:r>
            <a:r>
              <a:rPr lang="zh-CN" altLang="zh-CN" dirty="0"/>
              <a:t>查找表中是否有与接收帧的目的</a:t>
            </a:r>
            <a:r>
              <a:rPr lang="en-US" altLang="zh-CN" dirty="0"/>
              <a:t>MAC</a:t>
            </a:r>
            <a:r>
              <a:rPr lang="zh-CN" altLang="zh-CN" dirty="0"/>
              <a:t>地址匹配的项目</a:t>
            </a:r>
            <a:r>
              <a:rPr lang="zh-CN" altLang="en-US" dirty="0"/>
              <a:t>：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2.1 </a:t>
            </a:r>
            <a:r>
              <a:rPr lang="zh-CN" altLang="zh-CN" dirty="0"/>
              <a:t>如果没有，则</a:t>
            </a:r>
            <a:r>
              <a:rPr lang="zh-CN" altLang="en-US" dirty="0"/>
              <a:t>泛洪</a:t>
            </a:r>
            <a:r>
              <a:rPr lang="en-US" altLang="zh-CN" dirty="0"/>
              <a:t>flooding</a:t>
            </a:r>
            <a:r>
              <a:rPr lang="zh-CN" altLang="zh-CN" dirty="0"/>
              <a:t>到其他所有端口上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2.2 </a:t>
            </a:r>
            <a:r>
              <a:rPr lang="zh-CN" altLang="zh-CN" dirty="0"/>
              <a:t>如果有，</a:t>
            </a:r>
            <a:r>
              <a:rPr lang="zh-CN" altLang="en-US" dirty="0"/>
              <a:t>则</a:t>
            </a:r>
            <a:r>
              <a:rPr lang="zh-CN" altLang="zh-CN" dirty="0"/>
              <a:t>比较进入的端口与登记的端口：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2.2.1 </a:t>
            </a:r>
            <a:r>
              <a:rPr lang="zh-CN" altLang="zh-CN" dirty="0"/>
              <a:t>如果不同，则按照</a:t>
            </a:r>
            <a:r>
              <a:rPr lang="zh-CN" altLang="en-US" dirty="0"/>
              <a:t>登记</a:t>
            </a:r>
            <a:r>
              <a:rPr lang="zh-CN" altLang="zh-CN" dirty="0"/>
              <a:t>的端口转发</a:t>
            </a:r>
            <a:r>
              <a:rPr lang="en-US" altLang="zh-CN" dirty="0"/>
              <a:t>forwarding</a:t>
            </a:r>
          </a:p>
          <a:p>
            <a:pPr marL="457200" lvl="1" indent="0">
              <a:buNone/>
            </a:pPr>
            <a:r>
              <a:rPr lang="en-US" altLang="zh-CN" dirty="0"/>
              <a:t>2.2.2 </a:t>
            </a:r>
            <a:r>
              <a:rPr lang="zh-CN" altLang="zh-CN" dirty="0"/>
              <a:t>如果相同，表明是同一侧的主机，不需要转发，丢弃</a:t>
            </a:r>
            <a:r>
              <a:rPr lang="en-US" altLang="zh-CN" dirty="0"/>
              <a:t>disregarding</a:t>
            </a:r>
            <a:r>
              <a:rPr lang="zh-CN" altLang="zh-CN" dirty="0"/>
              <a:t>该帧</a:t>
            </a:r>
            <a:r>
              <a:rPr lang="en-US" altLang="zh-CN" dirty="0"/>
              <a:t>/</a:t>
            </a:r>
            <a:r>
              <a:rPr lang="zh-CN" altLang="en-US" dirty="0"/>
              <a:t>过滤</a:t>
            </a:r>
            <a:r>
              <a:rPr lang="en-US" altLang="zh-CN" dirty="0"/>
              <a:t>filtering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9DBB2FA-4B2B-4531-ACB4-FFC454F7B2BC}"/>
              </a:ext>
            </a:extLst>
          </p:cNvPr>
          <p:cNvSpPr/>
          <p:nvPr/>
        </p:nvSpPr>
        <p:spPr>
          <a:xfrm>
            <a:off x="696000" y="4932732"/>
            <a:ext cx="1800000" cy="36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600" dirty="0">
                <a:solidFill>
                  <a:schemeClr val="bg1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登记参考算法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2213368-C15F-4F55-8369-AA414AD0BCD8}"/>
              </a:ext>
            </a:extLst>
          </p:cNvPr>
          <p:cNvCxnSpPr>
            <a:cxnSpLocks/>
          </p:cNvCxnSpPr>
          <p:nvPr/>
        </p:nvCxnSpPr>
        <p:spPr>
          <a:xfrm>
            <a:off x="696000" y="5292732"/>
            <a:ext cx="10800000" cy="0"/>
          </a:xfrm>
          <a:prstGeom prst="line">
            <a:avLst/>
          </a:prstGeom>
          <a:ln w="1270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75C6D92-C0E4-4314-99F6-FB37A48627A8}"/>
              </a:ext>
            </a:extLst>
          </p:cNvPr>
          <p:cNvSpPr txBox="1"/>
          <p:nvPr/>
        </p:nvSpPr>
        <p:spPr>
          <a:xfrm>
            <a:off x="696000" y="5420241"/>
            <a:ext cx="10800000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get( </a:t>
            </a: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MacList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, </a:t>
            </a: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f.srcMac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 ) ? update( </a:t>
            </a: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MacList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, </a:t>
            </a: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f.srcMac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 ) : add( </a:t>
            </a: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MacList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, </a:t>
            </a: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f.srcMac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 );</a:t>
            </a:r>
          </a:p>
        </p:txBody>
      </p:sp>
    </p:spTree>
    <p:extLst>
      <p:ext uri="{BB962C8B-B14F-4D97-AF65-F5344CB8AC3E}">
        <p14:creationId xmlns:p14="http://schemas.microsoft.com/office/powerpoint/2010/main" val="15622484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E421701-6C3A-41D4-839B-AF48DCC5F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812" y="2803216"/>
            <a:ext cx="9858375" cy="3467100"/>
          </a:xfrm>
          <a:prstGeom prst="rect">
            <a:avLst/>
          </a:prstGeom>
        </p:spPr>
      </p:pic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2DDC20D-AF02-4C05-BC80-C967B12C5F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1162251"/>
            <a:ext cx="10800000" cy="5108065"/>
          </a:xfrm>
        </p:spPr>
        <p:txBody>
          <a:bodyPr/>
          <a:lstStyle/>
          <a:p>
            <a:r>
              <a:rPr lang="zh-CN" altLang="en-US" dirty="0"/>
              <a:t>查看</a:t>
            </a:r>
            <a:r>
              <a:rPr lang="en-US" altLang="zh-CN" dirty="0"/>
              <a:t>MAC</a:t>
            </a:r>
            <a:r>
              <a:rPr lang="zh-CN" altLang="en-US" dirty="0"/>
              <a:t>表</a:t>
            </a:r>
            <a:endParaRPr lang="en-US" altLang="zh-CN" dirty="0"/>
          </a:p>
          <a:p>
            <a:pPr lvl="1"/>
            <a:r>
              <a:rPr lang="en-US" altLang="zh-CN" dirty="0"/>
              <a:t>#show mac-address-table</a:t>
            </a:r>
          </a:p>
          <a:p>
            <a:pPr lvl="1"/>
            <a:r>
              <a:rPr lang="zh-CN" altLang="en-US" dirty="0"/>
              <a:t>使用监视工具</a:t>
            </a:r>
            <a:r>
              <a:rPr lang="en-US" altLang="zh-CN" dirty="0"/>
              <a:t>inspect</a:t>
            </a:r>
          </a:p>
          <a:p>
            <a:r>
              <a:rPr lang="zh-CN" altLang="en-US" dirty="0"/>
              <a:t>清除</a:t>
            </a:r>
            <a:r>
              <a:rPr lang="en-US" altLang="zh-CN" dirty="0"/>
              <a:t>MAC</a:t>
            </a:r>
            <a:r>
              <a:rPr lang="zh-CN" altLang="en-US" dirty="0"/>
              <a:t>表</a:t>
            </a:r>
            <a:endParaRPr lang="en-US" altLang="zh-CN" dirty="0"/>
          </a:p>
          <a:p>
            <a:pPr lvl="1"/>
            <a:r>
              <a:rPr lang="en-US" altLang="zh-CN" dirty="0"/>
              <a:t>#clear mac-address-table</a:t>
            </a:r>
          </a:p>
          <a:p>
            <a:pPr lvl="1"/>
            <a:r>
              <a:rPr lang="zh-CN" altLang="en-US" dirty="0"/>
              <a:t>要在模拟模式下清除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9159246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6BD1EF-C1B1-4D95-8A35-36B256764B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8409" y="1162251"/>
            <a:ext cx="11555182" cy="5108065"/>
          </a:xfrm>
        </p:spPr>
        <p:txBody>
          <a:bodyPr/>
          <a:lstStyle/>
          <a:p>
            <a:r>
              <a:rPr lang="zh-CN" altLang="en-US" dirty="0"/>
              <a:t>请根据通信过程，给出以太网交换机</a:t>
            </a:r>
            <a:r>
              <a:rPr lang="en-US" altLang="zh-CN" dirty="0"/>
              <a:t>123</a:t>
            </a:r>
            <a:r>
              <a:rPr lang="zh-CN" altLang="en-US" dirty="0"/>
              <a:t>的自学习过程及最终各交换机的交换表</a:t>
            </a:r>
            <a:endParaRPr lang="en-US" altLang="zh-CN" dirty="0"/>
          </a:p>
          <a:p>
            <a:pPr lvl="1"/>
            <a:r>
              <a:rPr lang="en-US" altLang="zh-CN" dirty="0"/>
              <a:t>B </a:t>
            </a:r>
            <a:r>
              <a:rPr lang="en-US" altLang="zh-CN" dirty="0">
                <a:sym typeface="Wingdings 3" panose="05040102010807070707" pitchFamily="18" charset="2"/>
              </a:rPr>
              <a:t> </a:t>
            </a:r>
            <a:r>
              <a:rPr lang="en-US" altLang="zh-CN" dirty="0"/>
              <a:t>C</a:t>
            </a:r>
            <a:r>
              <a:rPr lang="zh-CN" altLang="en-US" dirty="0"/>
              <a:t>；</a:t>
            </a:r>
            <a:r>
              <a:rPr lang="en-US" altLang="zh-CN" dirty="0"/>
              <a:t>D</a:t>
            </a:r>
            <a:r>
              <a:rPr lang="en-US" altLang="zh-CN" dirty="0">
                <a:sym typeface="Wingdings 3" panose="05040102010807070707" pitchFamily="18" charset="2"/>
              </a:rPr>
              <a:t>  </a:t>
            </a:r>
            <a:r>
              <a:rPr lang="en-US" altLang="zh-CN" dirty="0"/>
              <a:t>A</a:t>
            </a:r>
            <a:r>
              <a:rPr lang="zh-CN" altLang="en-US" dirty="0"/>
              <a:t>；</a:t>
            </a:r>
            <a:r>
              <a:rPr lang="en-US" altLang="zh-CN" dirty="0"/>
              <a:t>G</a:t>
            </a:r>
            <a:r>
              <a:rPr lang="en-US" altLang="zh-CN" dirty="0">
                <a:sym typeface="Wingdings 3" panose="05040102010807070707" pitchFamily="18" charset="2"/>
              </a:rPr>
              <a:t>  </a:t>
            </a:r>
            <a:r>
              <a:rPr lang="en-US" altLang="zh-CN" dirty="0"/>
              <a:t>D</a:t>
            </a:r>
            <a:r>
              <a:rPr lang="zh-CN" altLang="en-US" dirty="0"/>
              <a:t>；</a:t>
            </a:r>
            <a:r>
              <a:rPr lang="en-US" altLang="zh-CN" dirty="0"/>
              <a:t>E</a:t>
            </a:r>
            <a:r>
              <a:rPr lang="en-US" altLang="zh-CN" dirty="0">
                <a:sym typeface="Wingdings 3" panose="05040102010807070707" pitchFamily="18" charset="2"/>
              </a:rPr>
              <a:t>  </a:t>
            </a:r>
            <a:r>
              <a:rPr lang="en-US" altLang="zh-CN" dirty="0"/>
              <a:t>H</a:t>
            </a:r>
            <a:r>
              <a:rPr lang="zh-CN" altLang="en-US" dirty="0"/>
              <a:t>；</a:t>
            </a:r>
            <a:r>
              <a:rPr lang="en-US" altLang="zh-CN" dirty="0"/>
              <a:t>C</a:t>
            </a:r>
            <a:r>
              <a:rPr lang="en-US" altLang="zh-CN" dirty="0">
                <a:sym typeface="Wingdings 3" panose="05040102010807070707" pitchFamily="18" charset="2"/>
              </a:rPr>
              <a:t>  </a:t>
            </a:r>
            <a:r>
              <a:rPr lang="en-US" altLang="zh-CN" dirty="0"/>
              <a:t>B</a:t>
            </a:r>
            <a:r>
              <a:rPr lang="zh-CN" altLang="en-US" dirty="0"/>
              <a:t>；</a:t>
            </a:r>
            <a:r>
              <a:rPr lang="en-US" altLang="zh-CN" dirty="0"/>
              <a:t>F</a:t>
            </a:r>
            <a:r>
              <a:rPr lang="en-US" altLang="zh-CN" dirty="0">
                <a:sym typeface="Wingdings 3" panose="05040102010807070707" pitchFamily="18" charset="2"/>
              </a:rPr>
              <a:t>  </a:t>
            </a:r>
            <a:r>
              <a:rPr lang="en-US" altLang="zh-CN" dirty="0"/>
              <a:t>G</a:t>
            </a:r>
            <a:endParaRPr lang="zh-CN" altLang="en-US" dirty="0"/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866168EC-9DBC-4FA5-A39C-456A319F366E}"/>
              </a:ext>
            </a:extLst>
          </p:cNvPr>
          <p:cNvGrpSpPr/>
          <p:nvPr/>
        </p:nvGrpSpPr>
        <p:grpSpPr>
          <a:xfrm>
            <a:off x="318409" y="3021107"/>
            <a:ext cx="540000" cy="540000"/>
            <a:chOff x="229230" y="2541494"/>
            <a:chExt cx="540000" cy="540000"/>
          </a:xfrm>
        </p:grpSpPr>
        <p:pic>
          <p:nvPicPr>
            <p:cNvPr id="11" name="图形 10" descr="监视器">
              <a:extLst>
                <a:ext uri="{FF2B5EF4-FFF2-40B4-BE49-F238E27FC236}">
                  <a16:creationId xmlns:a16="http://schemas.microsoft.com/office/drawing/2014/main" id="{1F05740A-CD02-4F3F-B39C-7E73831858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29230" y="2541494"/>
              <a:ext cx="540000" cy="540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E2D97AA-ED44-4F28-B9D3-1E992619B9DE}"/>
                </a:ext>
              </a:extLst>
            </p:cNvPr>
            <p:cNvSpPr txBox="1"/>
            <p:nvPr/>
          </p:nvSpPr>
          <p:spPr>
            <a:xfrm>
              <a:off x="361212" y="2657606"/>
              <a:ext cx="276037" cy="307777"/>
            </a:xfrm>
            <a:prstGeom prst="rect">
              <a:avLst/>
            </a:prstGeom>
            <a:noFill/>
          </p:spPr>
          <p:txBody>
            <a:bodyPr wrap="none" lIns="91440" tIns="45720" rIns="91440" bIns="45720" rtlCol="0">
              <a:spAutoFit/>
            </a:bodyPr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Cuprum" panose="00000500000000000000" pitchFamily="2" charset="0"/>
                  <a:ea typeface="微软雅黑 Light" panose="020B0502040204020203" pitchFamily="34" charset="-122"/>
                </a:rPr>
                <a:t>A</a:t>
              </a:r>
              <a:endParaRPr lang="zh-CN" altLang="en-US" sz="1400" dirty="0">
                <a:solidFill>
                  <a:schemeClr val="tx1"/>
                </a:solidFill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F843D5C1-2385-4594-8CBA-816CDC195F7C}"/>
              </a:ext>
            </a:extLst>
          </p:cNvPr>
          <p:cNvGrpSpPr/>
          <p:nvPr/>
        </p:nvGrpSpPr>
        <p:grpSpPr>
          <a:xfrm>
            <a:off x="318409" y="5181809"/>
            <a:ext cx="540000" cy="540000"/>
            <a:chOff x="229230" y="2541494"/>
            <a:chExt cx="540000" cy="540000"/>
          </a:xfrm>
        </p:grpSpPr>
        <p:pic>
          <p:nvPicPr>
            <p:cNvPr id="14" name="图形 13" descr="监视器">
              <a:extLst>
                <a:ext uri="{FF2B5EF4-FFF2-40B4-BE49-F238E27FC236}">
                  <a16:creationId xmlns:a16="http://schemas.microsoft.com/office/drawing/2014/main" id="{750A1F9C-D8FA-4782-AF51-62D9B07BC7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29230" y="2541494"/>
              <a:ext cx="540000" cy="540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AAA778F3-A04E-4F64-B3B5-5F369BEE60DE}"/>
                </a:ext>
              </a:extLst>
            </p:cNvPr>
            <p:cNvSpPr txBox="1"/>
            <p:nvPr/>
          </p:nvSpPr>
          <p:spPr>
            <a:xfrm>
              <a:off x="362013" y="2657606"/>
              <a:ext cx="274435" cy="307777"/>
            </a:xfrm>
            <a:prstGeom prst="rect">
              <a:avLst/>
            </a:prstGeom>
            <a:noFill/>
          </p:spPr>
          <p:txBody>
            <a:bodyPr wrap="none" lIns="91440" tIns="45720" rIns="91440" bIns="45720" rtlCol="0">
              <a:spAutoFit/>
            </a:bodyPr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Cuprum" panose="00000500000000000000" pitchFamily="2" charset="0"/>
                  <a:ea typeface="微软雅黑 Light" panose="020B0502040204020203" pitchFamily="34" charset="-122"/>
                </a:rPr>
                <a:t>B</a:t>
              </a:r>
              <a:endParaRPr lang="zh-CN" altLang="en-US" sz="1400" dirty="0">
                <a:solidFill>
                  <a:schemeClr val="tx1"/>
                </a:solidFill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49ACE454-6B54-48F6-9A02-6DB97A3211A1}"/>
              </a:ext>
            </a:extLst>
          </p:cNvPr>
          <p:cNvGrpSpPr/>
          <p:nvPr/>
        </p:nvGrpSpPr>
        <p:grpSpPr>
          <a:xfrm>
            <a:off x="3387205" y="3021107"/>
            <a:ext cx="540000" cy="540000"/>
            <a:chOff x="229230" y="2541494"/>
            <a:chExt cx="540000" cy="540000"/>
          </a:xfrm>
        </p:grpSpPr>
        <p:pic>
          <p:nvPicPr>
            <p:cNvPr id="17" name="图形 16" descr="监视器">
              <a:extLst>
                <a:ext uri="{FF2B5EF4-FFF2-40B4-BE49-F238E27FC236}">
                  <a16:creationId xmlns:a16="http://schemas.microsoft.com/office/drawing/2014/main" id="{0E493DA7-3028-4CDF-8019-1FA5573803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29230" y="2541494"/>
              <a:ext cx="540000" cy="540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33B49538-00F6-4BA3-8907-DE57CCEE6566}"/>
                </a:ext>
              </a:extLst>
            </p:cNvPr>
            <p:cNvSpPr txBox="1"/>
            <p:nvPr/>
          </p:nvSpPr>
          <p:spPr>
            <a:xfrm>
              <a:off x="367623" y="2657606"/>
              <a:ext cx="263214" cy="307777"/>
            </a:xfrm>
            <a:prstGeom prst="rect">
              <a:avLst/>
            </a:prstGeom>
            <a:noFill/>
          </p:spPr>
          <p:txBody>
            <a:bodyPr wrap="none" lIns="91440" tIns="45720" rIns="91440" bIns="45720" rtlCol="0">
              <a:spAutoFit/>
            </a:bodyPr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Cuprum" panose="00000500000000000000" pitchFamily="2" charset="0"/>
                  <a:ea typeface="微软雅黑 Light" panose="020B0502040204020203" pitchFamily="34" charset="-122"/>
                </a:rPr>
                <a:t>C</a:t>
              </a:r>
              <a:endParaRPr lang="zh-CN" altLang="en-US" sz="1400" dirty="0">
                <a:solidFill>
                  <a:schemeClr val="tx1"/>
                </a:solidFill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D741F92F-FE46-46C9-B578-2979A271D456}"/>
              </a:ext>
            </a:extLst>
          </p:cNvPr>
          <p:cNvGrpSpPr/>
          <p:nvPr/>
        </p:nvGrpSpPr>
        <p:grpSpPr>
          <a:xfrm>
            <a:off x="4291603" y="3021107"/>
            <a:ext cx="540000" cy="540000"/>
            <a:chOff x="229230" y="2541494"/>
            <a:chExt cx="540000" cy="540000"/>
          </a:xfrm>
        </p:grpSpPr>
        <p:pic>
          <p:nvPicPr>
            <p:cNvPr id="20" name="图形 19" descr="监视器">
              <a:extLst>
                <a:ext uri="{FF2B5EF4-FFF2-40B4-BE49-F238E27FC236}">
                  <a16:creationId xmlns:a16="http://schemas.microsoft.com/office/drawing/2014/main" id="{20FC37A7-CFA5-463C-8EB7-3F4FCDAEFA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29230" y="2541494"/>
              <a:ext cx="540000" cy="540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641C3D67-73A1-4676-A4B4-5AC4E4437A50}"/>
                </a:ext>
              </a:extLst>
            </p:cNvPr>
            <p:cNvSpPr txBox="1"/>
            <p:nvPr/>
          </p:nvSpPr>
          <p:spPr>
            <a:xfrm>
              <a:off x="360410" y="2657606"/>
              <a:ext cx="277640" cy="307777"/>
            </a:xfrm>
            <a:prstGeom prst="rect">
              <a:avLst/>
            </a:prstGeom>
            <a:noFill/>
          </p:spPr>
          <p:txBody>
            <a:bodyPr wrap="none" lIns="91440" tIns="45720" rIns="91440" bIns="45720" rtlCol="0">
              <a:spAutoFit/>
            </a:bodyPr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Cuprum" panose="00000500000000000000" pitchFamily="2" charset="0"/>
                  <a:ea typeface="微软雅黑 Light" panose="020B0502040204020203" pitchFamily="34" charset="-122"/>
                </a:rPr>
                <a:t>D</a:t>
              </a:r>
              <a:endParaRPr lang="zh-CN" altLang="en-US" sz="1400" dirty="0">
                <a:solidFill>
                  <a:schemeClr val="tx1"/>
                </a:solidFill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31A5489F-A24E-4B5B-BE98-2AAC5FE92D40}"/>
              </a:ext>
            </a:extLst>
          </p:cNvPr>
          <p:cNvGrpSpPr/>
          <p:nvPr/>
        </p:nvGrpSpPr>
        <p:grpSpPr>
          <a:xfrm>
            <a:off x="11333591" y="3021107"/>
            <a:ext cx="540000" cy="540000"/>
            <a:chOff x="229230" y="2541494"/>
            <a:chExt cx="540000" cy="540000"/>
          </a:xfrm>
        </p:grpSpPr>
        <p:pic>
          <p:nvPicPr>
            <p:cNvPr id="23" name="图形 22" descr="监视器">
              <a:extLst>
                <a:ext uri="{FF2B5EF4-FFF2-40B4-BE49-F238E27FC236}">
                  <a16:creationId xmlns:a16="http://schemas.microsoft.com/office/drawing/2014/main" id="{AA5A44AA-9711-43B9-9066-FB22338F22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29230" y="2541494"/>
              <a:ext cx="540000" cy="540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0336C351-F471-4357-ADB3-101750B07EC1}"/>
                </a:ext>
              </a:extLst>
            </p:cNvPr>
            <p:cNvSpPr txBox="1"/>
            <p:nvPr/>
          </p:nvSpPr>
          <p:spPr>
            <a:xfrm>
              <a:off x="359608" y="2657606"/>
              <a:ext cx="279244" cy="307777"/>
            </a:xfrm>
            <a:prstGeom prst="rect">
              <a:avLst/>
            </a:prstGeom>
            <a:noFill/>
          </p:spPr>
          <p:txBody>
            <a:bodyPr wrap="none" lIns="91440" tIns="45720" rIns="91440" bIns="45720" rtlCol="0">
              <a:spAutoFit/>
            </a:bodyPr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Cuprum" panose="00000500000000000000" pitchFamily="2" charset="0"/>
                  <a:ea typeface="微软雅黑 Light" panose="020B0502040204020203" pitchFamily="34" charset="-122"/>
                </a:rPr>
                <a:t>H</a:t>
              </a:r>
              <a:endParaRPr lang="zh-CN" altLang="en-US" sz="1400" dirty="0">
                <a:solidFill>
                  <a:schemeClr val="tx1"/>
                </a:solidFill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04AF94DC-0982-4B54-B075-4AE0912EA230}"/>
              </a:ext>
            </a:extLst>
          </p:cNvPr>
          <p:cNvGrpSpPr/>
          <p:nvPr/>
        </p:nvGrpSpPr>
        <p:grpSpPr>
          <a:xfrm>
            <a:off x="11333591" y="5190774"/>
            <a:ext cx="540000" cy="540000"/>
            <a:chOff x="229230" y="2541494"/>
            <a:chExt cx="540000" cy="540000"/>
          </a:xfrm>
        </p:grpSpPr>
        <p:pic>
          <p:nvPicPr>
            <p:cNvPr id="26" name="图形 25" descr="监视器">
              <a:extLst>
                <a:ext uri="{FF2B5EF4-FFF2-40B4-BE49-F238E27FC236}">
                  <a16:creationId xmlns:a16="http://schemas.microsoft.com/office/drawing/2014/main" id="{F2015269-4EAB-4A19-8664-ADC23E315B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29230" y="2541494"/>
              <a:ext cx="540000" cy="540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42C9162A-B542-4B9A-A397-76B764B86198}"/>
                </a:ext>
              </a:extLst>
            </p:cNvPr>
            <p:cNvSpPr txBox="1"/>
            <p:nvPr/>
          </p:nvSpPr>
          <p:spPr>
            <a:xfrm>
              <a:off x="362013" y="2657606"/>
              <a:ext cx="274435" cy="307777"/>
            </a:xfrm>
            <a:prstGeom prst="rect">
              <a:avLst/>
            </a:prstGeom>
            <a:noFill/>
          </p:spPr>
          <p:txBody>
            <a:bodyPr wrap="none" lIns="91440" tIns="45720" rIns="91440" bIns="45720" rtlCol="0">
              <a:spAutoFit/>
            </a:bodyPr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Cuprum" panose="00000500000000000000" pitchFamily="2" charset="0"/>
                  <a:ea typeface="微软雅黑 Light" panose="020B0502040204020203" pitchFamily="34" charset="-122"/>
                </a:rPr>
                <a:t>G</a:t>
              </a:r>
              <a:endParaRPr lang="zh-CN" altLang="en-US" sz="1400" dirty="0">
                <a:solidFill>
                  <a:schemeClr val="tx1"/>
                </a:solidFill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9FCB4A1D-399B-48B9-881F-46AACADCA457}"/>
              </a:ext>
            </a:extLst>
          </p:cNvPr>
          <p:cNvGrpSpPr/>
          <p:nvPr/>
        </p:nvGrpSpPr>
        <p:grpSpPr>
          <a:xfrm>
            <a:off x="7360399" y="3021107"/>
            <a:ext cx="540000" cy="540000"/>
            <a:chOff x="229230" y="2541494"/>
            <a:chExt cx="540000" cy="540000"/>
          </a:xfrm>
        </p:grpSpPr>
        <p:pic>
          <p:nvPicPr>
            <p:cNvPr id="29" name="图形 28" descr="监视器">
              <a:extLst>
                <a:ext uri="{FF2B5EF4-FFF2-40B4-BE49-F238E27FC236}">
                  <a16:creationId xmlns:a16="http://schemas.microsoft.com/office/drawing/2014/main" id="{221E24DE-45AE-4A44-BEEF-4C717790DD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29230" y="2541494"/>
              <a:ext cx="540000" cy="540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0FA6520E-89FC-4435-B3FC-74F3C8D762A1}"/>
                </a:ext>
              </a:extLst>
            </p:cNvPr>
            <p:cNvSpPr txBox="1"/>
            <p:nvPr/>
          </p:nvSpPr>
          <p:spPr>
            <a:xfrm>
              <a:off x="366822" y="2657606"/>
              <a:ext cx="264816" cy="307777"/>
            </a:xfrm>
            <a:prstGeom prst="rect">
              <a:avLst/>
            </a:prstGeom>
            <a:noFill/>
          </p:spPr>
          <p:txBody>
            <a:bodyPr wrap="none" lIns="91440" tIns="45720" rIns="91440" bIns="45720" rtlCol="0">
              <a:spAutoFit/>
            </a:bodyPr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Cuprum" panose="00000500000000000000" pitchFamily="2" charset="0"/>
                  <a:ea typeface="微软雅黑 Light" panose="020B0502040204020203" pitchFamily="34" charset="-122"/>
                </a:rPr>
                <a:t>E</a:t>
              </a:r>
              <a:endParaRPr lang="zh-CN" altLang="en-US" sz="1400" dirty="0">
                <a:solidFill>
                  <a:schemeClr val="tx1"/>
                </a:solidFill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F3445FE1-7ABE-48A6-A744-BE9220E70B04}"/>
              </a:ext>
            </a:extLst>
          </p:cNvPr>
          <p:cNvGrpSpPr/>
          <p:nvPr/>
        </p:nvGrpSpPr>
        <p:grpSpPr>
          <a:xfrm>
            <a:off x="8264797" y="3021107"/>
            <a:ext cx="540000" cy="540000"/>
            <a:chOff x="229230" y="2541494"/>
            <a:chExt cx="540000" cy="540000"/>
          </a:xfrm>
        </p:grpSpPr>
        <p:pic>
          <p:nvPicPr>
            <p:cNvPr id="32" name="图形 31" descr="监视器">
              <a:extLst>
                <a:ext uri="{FF2B5EF4-FFF2-40B4-BE49-F238E27FC236}">
                  <a16:creationId xmlns:a16="http://schemas.microsoft.com/office/drawing/2014/main" id="{B1BE1F85-4621-40B6-998A-52DCEB15D8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29230" y="2541494"/>
              <a:ext cx="540000" cy="540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9FB3FF5F-4AD5-412F-991F-EDEF85217EC2}"/>
                </a:ext>
              </a:extLst>
            </p:cNvPr>
            <p:cNvSpPr txBox="1"/>
            <p:nvPr/>
          </p:nvSpPr>
          <p:spPr>
            <a:xfrm>
              <a:off x="368425" y="2657606"/>
              <a:ext cx="261611" cy="307777"/>
            </a:xfrm>
            <a:prstGeom prst="rect">
              <a:avLst/>
            </a:prstGeom>
            <a:noFill/>
          </p:spPr>
          <p:txBody>
            <a:bodyPr wrap="none" lIns="91440" tIns="45720" rIns="91440" bIns="45720" rtlCol="0">
              <a:spAutoFit/>
            </a:bodyPr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Cuprum" panose="00000500000000000000" pitchFamily="2" charset="0"/>
                  <a:ea typeface="微软雅黑 Light" panose="020B0502040204020203" pitchFamily="34" charset="-122"/>
                </a:rPr>
                <a:t>F</a:t>
              </a:r>
              <a:endParaRPr lang="zh-CN" altLang="en-US" sz="1400" dirty="0">
                <a:solidFill>
                  <a:schemeClr val="tx1"/>
                </a:solidFill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224868C5-73D5-4BB0-8BB1-C9FB6745D8BD}"/>
              </a:ext>
            </a:extLst>
          </p:cNvPr>
          <p:cNvGrpSpPr/>
          <p:nvPr/>
        </p:nvGrpSpPr>
        <p:grpSpPr>
          <a:xfrm>
            <a:off x="1222807" y="2931459"/>
            <a:ext cx="1800000" cy="2880000"/>
            <a:chOff x="1037600" y="2931459"/>
            <a:chExt cx="1800000" cy="2880000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A388C75-63B5-431B-BC83-74692C1D9936}"/>
                </a:ext>
              </a:extLst>
            </p:cNvPr>
            <p:cNvSpPr/>
            <p:nvPr/>
          </p:nvSpPr>
          <p:spPr>
            <a:xfrm>
              <a:off x="1037600" y="2931459"/>
              <a:ext cx="1800000" cy="2880000"/>
            </a:xfrm>
            <a:prstGeom prst="rect">
              <a:avLst/>
            </a:prstGeom>
            <a:noFill/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5FF5AEC1-D2C8-4FD5-9F87-D64549E62BB7}"/>
                </a:ext>
              </a:extLst>
            </p:cNvPr>
            <p:cNvGrpSpPr/>
            <p:nvPr/>
          </p:nvGrpSpPr>
          <p:grpSpPr>
            <a:xfrm>
              <a:off x="1037600" y="3109478"/>
              <a:ext cx="374461" cy="2523963"/>
              <a:chOff x="1039273" y="3113547"/>
              <a:chExt cx="374461" cy="2523963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427072B7-A74E-4DD6-B750-D2619EA8D52C}"/>
                  </a:ext>
                </a:extLst>
              </p:cNvPr>
              <p:cNvSpPr/>
              <p:nvPr/>
            </p:nvSpPr>
            <p:spPr>
              <a:xfrm>
                <a:off x="1053734" y="3113547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latin typeface="Cuprum" panose="00000500000000000000" pitchFamily="2" charset="0"/>
                  </a:rPr>
                  <a:t>1</a:t>
                </a:r>
                <a:endParaRPr lang="zh-CN" altLang="en-US" sz="1600" dirty="0">
                  <a:latin typeface="Cuprum" panose="00000500000000000000" pitchFamily="2" charset="0"/>
                </a:endParaRP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62EB7F38-C5AE-4C28-AD7B-00989598BA94}"/>
                  </a:ext>
                </a:extLst>
              </p:cNvPr>
              <p:cNvSpPr/>
              <p:nvPr/>
            </p:nvSpPr>
            <p:spPr>
              <a:xfrm>
                <a:off x="1039273" y="5277510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latin typeface="Cuprum" panose="00000500000000000000" pitchFamily="2" charset="0"/>
                  </a:rPr>
                  <a:t>2</a:t>
                </a:r>
                <a:endParaRPr lang="zh-CN" altLang="en-US" sz="1600" dirty="0">
                  <a:latin typeface="Cuprum" panose="00000500000000000000" pitchFamily="2" charset="0"/>
                </a:endParaRPr>
              </a:p>
            </p:txBody>
          </p: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9ABB12E2-634E-4B42-9A76-9827D445B330}"/>
                </a:ext>
              </a:extLst>
            </p:cNvPr>
            <p:cNvGrpSpPr/>
            <p:nvPr/>
          </p:nvGrpSpPr>
          <p:grpSpPr>
            <a:xfrm>
              <a:off x="2463139" y="3109478"/>
              <a:ext cx="374461" cy="2523963"/>
              <a:chOff x="1039273" y="3113547"/>
              <a:chExt cx="374461" cy="2523963"/>
            </a:xfrm>
          </p:grpSpPr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4D6D1044-7BEC-4E9A-94F2-6F1BB6B7B8C0}"/>
                  </a:ext>
                </a:extLst>
              </p:cNvPr>
              <p:cNvSpPr/>
              <p:nvPr/>
            </p:nvSpPr>
            <p:spPr>
              <a:xfrm>
                <a:off x="1053734" y="3113547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latin typeface="Cuprum" panose="00000500000000000000" pitchFamily="2" charset="0"/>
                  </a:rPr>
                  <a:t>3</a:t>
                </a:r>
                <a:endParaRPr lang="zh-CN" altLang="en-US" sz="1600" dirty="0">
                  <a:latin typeface="Cuprum" panose="00000500000000000000" pitchFamily="2" charset="0"/>
                </a:endParaRPr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C234483C-6BF4-4502-8B26-C93F753A74B3}"/>
                  </a:ext>
                </a:extLst>
              </p:cNvPr>
              <p:cNvSpPr/>
              <p:nvPr/>
            </p:nvSpPr>
            <p:spPr>
              <a:xfrm>
                <a:off x="1039273" y="5277510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latin typeface="Cuprum" panose="00000500000000000000" pitchFamily="2" charset="0"/>
                  </a:rPr>
                  <a:t>4</a:t>
                </a:r>
                <a:endParaRPr lang="zh-CN" altLang="en-US" sz="1600" dirty="0">
                  <a:latin typeface="Cuprum" panose="00000500000000000000" pitchFamily="2" charset="0"/>
                </a:endParaRPr>
              </a:p>
            </p:txBody>
          </p:sp>
        </p:grp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31B52708-7468-42D4-A4DF-A70D0BE94895}"/>
              </a:ext>
            </a:extLst>
          </p:cNvPr>
          <p:cNvGrpSpPr/>
          <p:nvPr/>
        </p:nvGrpSpPr>
        <p:grpSpPr>
          <a:xfrm>
            <a:off x="5196001" y="2931459"/>
            <a:ext cx="1800000" cy="2880000"/>
            <a:chOff x="4888386" y="2931459"/>
            <a:chExt cx="1800000" cy="2880000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6A1D841E-0D07-48D5-85B4-D12C61C8CA47}"/>
                </a:ext>
              </a:extLst>
            </p:cNvPr>
            <p:cNvSpPr/>
            <p:nvPr/>
          </p:nvSpPr>
          <p:spPr>
            <a:xfrm>
              <a:off x="4888386" y="2931459"/>
              <a:ext cx="1800000" cy="2880000"/>
            </a:xfrm>
            <a:prstGeom prst="rect">
              <a:avLst/>
            </a:prstGeom>
            <a:noFill/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E8AB49C9-2690-4BFA-958B-46CB0B0CFAED}"/>
                </a:ext>
              </a:extLst>
            </p:cNvPr>
            <p:cNvGrpSpPr/>
            <p:nvPr/>
          </p:nvGrpSpPr>
          <p:grpSpPr>
            <a:xfrm>
              <a:off x="4888386" y="3109478"/>
              <a:ext cx="374461" cy="2523963"/>
              <a:chOff x="1039273" y="3113547"/>
              <a:chExt cx="374461" cy="2523963"/>
            </a:xfrm>
          </p:grpSpPr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0228FB25-C10A-4F92-AF7A-EFAF0ACF1633}"/>
                  </a:ext>
                </a:extLst>
              </p:cNvPr>
              <p:cNvSpPr/>
              <p:nvPr/>
            </p:nvSpPr>
            <p:spPr>
              <a:xfrm>
                <a:off x="1053734" y="3113547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latin typeface="Cuprum" panose="00000500000000000000" pitchFamily="2" charset="0"/>
                  </a:rPr>
                  <a:t>1</a:t>
                </a:r>
                <a:endParaRPr lang="zh-CN" altLang="en-US" sz="1600" dirty="0">
                  <a:latin typeface="Cuprum" panose="00000500000000000000" pitchFamily="2" charset="0"/>
                </a:endParaRPr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F7AE5EE8-667D-4EB6-B51E-39F945C2BB56}"/>
                  </a:ext>
                </a:extLst>
              </p:cNvPr>
              <p:cNvSpPr/>
              <p:nvPr/>
            </p:nvSpPr>
            <p:spPr>
              <a:xfrm>
                <a:off x="1039273" y="5277510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latin typeface="Cuprum" panose="00000500000000000000" pitchFamily="2" charset="0"/>
                  </a:rPr>
                  <a:t>2</a:t>
                </a:r>
                <a:endParaRPr lang="zh-CN" altLang="en-US" sz="1600" dirty="0">
                  <a:latin typeface="Cuprum" panose="00000500000000000000" pitchFamily="2" charset="0"/>
                </a:endParaRPr>
              </a:p>
            </p:txBody>
          </p:sp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4126D99B-466C-42B7-A37A-7E8AE9795F48}"/>
                </a:ext>
              </a:extLst>
            </p:cNvPr>
            <p:cNvGrpSpPr/>
            <p:nvPr/>
          </p:nvGrpSpPr>
          <p:grpSpPr>
            <a:xfrm>
              <a:off x="6313925" y="3109478"/>
              <a:ext cx="374461" cy="2523963"/>
              <a:chOff x="1039273" y="3113547"/>
              <a:chExt cx="374461" cy="2523963"/>
            </a:xfrm>
          </p:grpSpPr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812C3F48-0946-40D2-8E95-46F9D48DD506}"/>
                  </a:ext>
                </a:extLst>
              </p:cNvPr>
              <p:cNvSpPr/>
              <p:nvPr/>
            </p:nvSpPr>
            <p:spPr>
              <a:xfrm>
                <a:off x="1053734" y="3113547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latin typeface="Cuprum" panose="00000500000000000000" pitchFamily="2" charset="0"/>
                  </a:rPr>
                  <a:t>3</a:t>
                </a:r>
                <a:endParaRPr lang="zh-CN" altLang="en-US" sz="1600" dirty="0">
                  <a:latin typeface="Cuprum" panose="00000500000000000000" pitchFamily="2" charset="0"/>
                </a:endParaRPr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24009D37-5B4B-443F-AC20-8F7D720A28BD}"/>
                  </a:ext>
                </a:extLst>
              </p:cNvPr>
              <p:cNvSpPr/>
              <p:nvPr/>
            </p:nvSpPr>
            <p:spPr>
              <a:xfrm>
                <a:off x="1039273" y="5277510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latin typeface="Cuprum" panose="00000500000000000000" pitchFamily="2" charset="0"/>
                  </a:rPr>
                  <a:t>4</a:t>
                </a:r>
                <a:endParaRPr lang="zh-CN" altLang="en-US" sz="1600" dirty="0">
                  <a:latin typeface="Cuprum" panose="00000500000000000000" pitchFamily="2" charset="0"/>
                </a:endParaRPr>
              </a:p>
            </p:txBody>
          </p:sp>
        </p:grp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FAD99216-D824-4E3A-9EDB-09A5A1841AF3}"/>
              </a:ext>
            </a:extLst>
          </p:cNvPr>
          <p:cNvGrpSpPr/>
          <p:nvPr/>
        </p:nvGrpSpPr>
        <p:grpSpPr>
          <a:xfrm>
            <a:off x="9169195" y="2931459"/>
            <a:ext cx="1800000" cy="2880000"/>
            <a:chOff x="8739171" y="2931459"/>
            <a:chExt cx="1800000" cy="2880000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FB2F18DB-D9F5-4540-AF10-4263E2DD0A8A}"/>
                </a:ext>
              </a:extLst>
            </p:cNvPr>
            <p:cNvSpPr/>
            <p:nvPr/>
          </p:nvSpPr>
          <p:spPr>
            <a:xfrm>
              <a:off x="8739171" y="2931459"/>
              <a:ext cx="1800000" cy="2880000"/>
            </a:xfrm>
            <a:prstGeom prst="rect">
              <a:avLst/>
            </a:prstGeom>
            <a:noFill/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312D7984-9139-48D7-B2BC-9BE7C37B11B5}"/>
                </a:ext>
              </a:extLst>
            </p:cNvPr>
            <p:cNvGrpSpPr/>
            <p:nvPr/>
          </p:nvGrpSpPr>
          <p:grpSpPr>
            <a:xfrm>
              <a:off x="8739171" y="3109478"/>
              <a:ext cx="374461" cy="2523963"/>
              <a:chOff x="1039273" y="3113547"/>
              <a:chExt cx="374461" cy="2523963"/>
            </a:xfrm>
          </p:grpSpPr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4BE6A2A4-E84D-4132-A6CB-F9297B74B572}"/>
                  </a:ext>
                </a:extLst>
              </p:cNvPr>
              <p:cNvSpPr/>
              <p:nvPr/>
            </p:nvSpPr>
            <p:spPr>
              <a:xfrm>
                <a:off x="1053734" y="3113547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latin typeface="Cuprum" panose="00000500000000000000" pitchFamily="2" charset="0"/>
                  </a:rPr>
                  <a:t>1</a:t>
                </a:r>
                <a:endParaRPr lang="zh-CN" altLang="en-US" sz="1600" dirty="0">
                  <a:latin typeface="Cuprum" panose="00000500000000000000" pitchFamily="2" charset="0"/>
                </a:endParaRPr>
              </a:p>
            </p:txBody>
          </p: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A4E0907F-A661-4DD8-AD6D-AA69C2B84078}"/>
                  </a:ext>
                </a:extLst>
              </p:cNvPr>
              <p:cNvSpPr/>
              <p:nvPr/>
            </p:nvSpPr>
            <p:spPr>
              <a:xfrm>
                <a:off x="1039273" y="5277510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latin typeface="Cuprum" panose="00000500000000000000" pitchFamily="2" charset="0"/>
                  </a:rPr>
                  <a:t>2</a:t>
                </a:r>
                <a:endParaRPr lang="zh-CN" altLang="en-US" sz="1600" dirty="0">
                  <a:latin typeface="Cuprum" panose="00000500000000000000" pitchFamily="2" charset="0"/>
                </a:endParaRPr>
              </a:p>
            </p:txBody>
          </p:sp>
        </p:grp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DD31903B-8147-4926-903F-ECB3C85F6AC8}"/>
                </a:ext>
              </a:extLst>
            </p:cNvPr>
            <p:cNvGrpSpPr/>
            <p:nvPr/>
          </p:nvGrpSpPr>
          <p:grpSpPr>
            <a:xfrm>
              <a:off x="10164710" y="3109478"/>
              <a:ext cx="374461" cy="2523963"/>
              <a:chOff x="1039273" y="3113547"/>
              <a:chExt cx="374461" cy="2523963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89E3700E-C74C-4971-A191-18C429B80596}"/>
                  </a:ext>
                </a:extLst>
              </p:cNvPr>
              <p:cNvSpPr/>
              <p:nvPr/>
            </p:nvSpPr>
            <p:spPr>
              <a:xfrm>
                <a:off x="1053734" y="3113547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latin typeface="Cuprum" panose="00000500000000000000" pitchFamily="2" charset="0"/>
                  </a:rPr>
                  <a:t>3</a:t>
                </a:r>
                <a:endParaRPr lang="zh-CN" altLang="en-US" sz="1600" dirty="0">
                  <a:latin typeface="Cuprum" panose="00000500000000000000" pitchFamily="2" charset="0"/>
                </a:endParaRP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FDB9497E-21D7-49E3-9512-4F4867291476}"/>
                  </a:ext>
                </a:extLst>
              </p:cNvPr>
              <p:cNvSpPr/>
              <p:nvPr/>
            </p:nvSpPr>
            <p:spPr>
              <a:xfrm>
                <a:off x="1039273" y="5277510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latin typeface="Cuprum" panose="00000500000000000000" pitchFamily="2" charset="0"/>
                  </a:rPr>
                  <a:t>4</a:t>
                </a:r>
                <a:endParaRPr lang="zh-CN" altLang="en-US" sz="1600" dirty="0">
                  <a:latin typeface="Cuprum" panose="00000500000000000000" pitchFamily="2" charset="0"/>
                </a:endParaRPr>
              </a:p>
            </p:txBody>
          </p:sp>
        </p:grpSp>
      </p:grp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0B74D943-838A-4AD3-991E-8B127E2F137D}"/>
              </a:ext>
            </a:extLst>
          </p:cNvPr>
          <p:cNvCxnSpPr>
            <a:stCxn id="39" idx="3"/>
            <a:endCxn id="42" idx="1"/>
          </p:cNvCxnSpPr>
          <p:nvPr/>
        </p:nvCxnSpPr>
        <p:spPr>
          <a:xfrm>
            <a:off x="3008346" y="5453441"/>
            <a:ext cx="2187655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CE8C7BAB-B3A1-4161-AEC6-7A77F10C8C21}"/>
              </a:ext>
            </a:extLst>
          </p:cNvPr>
          <p:cNvCxnSpPr>
            <a:stCxn id="45" idx="3"/>
            <a:endCxn id="48" idx="1"/>
          </p:cNvCxnSpPr>
          <p:nvPr/>
        </p:nvCxnSpPr>
        <p:spPr>
          <a:xfrm>
            <a:off x="6981540" y="5453441"/>
            <a:ext cx="2187655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69D5350-C3A6-48CB-9EE0-C81411E5E851}"/>
              </a:ext>
            </a:extLst>
          </p:cNvPr>
          <p:cNvCxnSpPr>
            <a:cxnSpLocks/>
            <a:stCxn id="11" idx="3"/>
            <a:endCxn id="34" idx="1"/>
          </p:cNvCxnSpPr>
          <p:nvPr/>
        </p:nvCxnSpPr>
        <p:spPr>
          <a:xfrm flipV="1">
            <a:off x="858409" y="3289478"/>
            <a:ext cx="378859" cy="1629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1CE977E6-E7C3-4478-B28B-7A3EA22436C6}"/>
              </a:ext>
            </a:extLst>
          </p:cNvPr>
          <p:cNvCxnSpPr>
            <a:cxnSpLocks/>
            <a:stCxn id="38" idx="3"/>
            <a:endCxn id="17" idx="1"/>
          </p:cNvCxnSpPr>
          <p:nvPr/>
        </p:nvCxnSpPr>
        <p:spPr>
          <a:xfrm>
            <a:off x="3022807" y="3289478"/>
            <a:ext cx="364398" cy="1629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539E047-1B35-40F9-A928-A671AB4C003A}"/>
              </a:ext>
            </a:extLst>
          </p:cNvPr>
          <p:cNvCxnSpPr>
            <a:stCxn id="20" idx="3"/>
            <a:endCxn id="41" idx="1"/>
          </p:cNvCxnSpPr>
          <p:nvPr/>
        </p:nvCxnSpPr>
        <p:spPr>
          <a:xfrm flipV="1">
            <a:off x="4831603" y="3289478"/>
            <a:ext cx="378859" cy="1629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21BC0C0E-96F3-48AD-AF2C-CF1FFA7B1E3B}"/>
              </a:ext>
            </a:extLst>
          </p:cNvPr>
          <p:cNvCxnSpPr>
            <a:stCxn id="29" idx="1"/>
            <a:endCxn id="44" idx="3"/>
          </p:cNvCxnSpPr>
          <p:nvPr/>
        </p:nvCxnSpPr>
        <p:spPr>
          <a:xfrm flipH="1" flipV="1">
            <a:off x="6996001" y="3289478"/>
            <a:ext cx="364398" cy="1629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5E3A93D-78E2-448A-AE03-69D642B5DD7C}"/>
              </a:ext>
            </a:extLst>
          </p:cNvPr>
          <p:cNvCxnSpPr>
            <a:stCxn id="32" idx="3"/>
            <a:endCxn id="47" idx="1"/>
          </p:cNvCxnSpPr>
          <p:nvPr/>
        </p:nvCxnSpPr>
        <p:spPr>
          <a:xfrm flipV="1">
            <a:off x="8804797" y="3289478"/>
            <a:ext cx="378859" cy="1629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F97F0DE2-CE02-492E-9C9D-28E1E2A59891}"/>
              </a:ext>
            </a:extLst>
          </p:cNvPr>
          <p:cNvCxnSpPr>
            <a:stCxn id="50" idx="3"/>
            <a:endCxn id="23" idx="1"/>
          </p:cNvCxnSpPr>
          <p:nvPr/>
        </p:nvCxnSpPr>
        <p:spPr>
          <a:xfrm>
            <a:off x="10969195" y="3289478"/>
            <a:ext cx="364396" cy="1629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C8E20FE8-80AF-48F1-ABB4-187E9B6DD83D}"/>
              </a:ext>
            </a:extLst>
          </p:cNvPr>
          <p:cNvCxnSpPr>
            <a:stCxn id="14" idx="3"/>
            <a:endCxn id="35" idx="1"/>
          </p:cNvCxnSpPr>
          <p:nvPr/>
        </p:nvCxnSpPr>
        <p:spPr>
          <a:xfrm>
            <a:off x="858409" y="5451809"/>
            <a:ext cx="364398" cy="163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201670D5-23F7-4D5E-AE7E-EE11A183F6DC}"/>
              </a:ext>
            </a:extLst>
          </p:cNvPr>
          <p:cNvCxnSpPr>
            <a:stCxn id="51" idx="3"/>
            <a:endCxn id="26" idx="1"/>
          </p:cNvCxnSpPr>
          <p:nvPr/>
        </p:nvCxnSpPr>
        <p:spPr>
          <a:xfrm>
            <a:off x="10954734" y="5453441"/>
            <a:ext cx="378857" cy="7333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0036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2DDC20D-AF02-4C05-BC80-C967B12C5F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147B711-F20C-4710-8326-6BCC459B1B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999" y="1530545"/>
            <a:ext cx="6800850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9352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2DDC20D-AF02-4C05-BC80-C967B12C5F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以太网交换机转发决策时使用的</a:t>
            </a:r>
            <a:r>
              <a:rPr lang="en-US" altLang="zh-CN" dirty="0"/>
              <a:t>PDU</a:t>
            </a:r>
            <a:r>
              <a:rPr lang="zh-CN" altLang="en-US" dirty="0"/>
              <a:t>地址是（  ）</a:t>
            </a:r>
            <a:endParaRPr lang="en-US" altLang="zh-CN" dirty="0"/>
          </a:p>
          <a:p>
            <a:pPr lvl="1"/>
            <a:r>
              <a:rPr lang="en-US" altLang="zh-CN" dirty="0"/>
              <a:t>A</a:t>
            </a:r>
            <a:r>
              <a:rPr lang="zh-CN" altLang="en-US" dirty="0"/>
              <a:t>目的物理地址</a:t>
            </a:r>
            <a:endParaRPr lang="en-US" altLang="zh-CN" dirty="0"/>
          </a:p>
          <a:p>
            <a:pPr lvl="1"/>
            <a:r>
              <a:rPr lang="en-US" altLang="zh-CN" dirty="0"/>
              <a:t>B</a:t>
            </a:r>
            <a:r>
              <a:rPr lang="zh-CN" altLang="en-US" dirty="0"/>
              <a:t>目的</a:t>
            </a:r>
            <a:r>
              <a:rPr lang="en-US" altLang="zh-CN" dirty="0"/>
              <a:t>IP</a:t>
            </a:r>
            <a:r>
              <a:rPr lang="zh-CN" altLang="en-US" dirty="0"/>
              <a:t>地址</a:t>
            </a:r>
            <a:endParaRPr lang="en-US" altLang="zh-CN" dirty="0"/>
          </a:p>
          <a:p>
            <a:pPr lvl="1"/>
            <a:r>
              <a:rPr lang="en-US" altLang="zh-CN" dirty="0"/>
              <a:t>C</a:t>
            </a:r>
            <a:r>
              <a:rPr lang="zh-CN" altLang="en-US" dirty="0"/>
              <a:t>源物理地址</a:t>
            </a:r>
            <a:endParaRPr lang="en-US" altLang="zh-CN" dirty="0"/>
          </a:p>
          <a:p>
            <a:pPr lvl="1"/>
            <a:r>
              <a:rPr lang="en-US" altLang="zh-CN" dirty="0"/>
              <a:t>D</a:t>
            </a:r>
            <a:r>
              <a:rPr lang="zh-CN" altLang="en-US" dirty="0"/>
              <a:t>源</a:t>
            </a:r>
            <a:r>
              <a:rPr lang="en-US" altLang="zh-CN" dirty="0"/>
              <a:t>IP</a:t>
            </a:r>
            <a:r>
              <a:rPr lang="zh-CN" altLang="en-US" dirty="0"/>
              <a:t>地址</a:t>
            </a:r>
          </a:p>
        </p:txBody>
      </p:sp>
    </p:spTree>
    <p:extLst>
      <p:ext uri="{BB962C8B-B14F-4D97-AF65-F5344CB8AC3E}">
        <p14:creationId xmlns:p14="http://schemas.microsoft.com/office/powerpoint/2010/main" val="28541002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2DDC20D-AF02-4C05-BC80-C967B12C5F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使用脑图或其它工具，画出交换机自学习的流程图</a:t>
            </a:r>
            <a:endParaRPr lang="en-US" altLang="zh-CN" dirty="0"/>
          </a:p>
          <a:p>
            <a:r>
              <a:rPr lang="zh-CN" altLang="en-US" dirty="0"/>
              <a:t>用熟悉的算法设计一个数据结构，实现</a:t>
            </a:r>
            <a:r>
              <a:rPr lang="en-US" altLang="zh-CN" dirty="0"/>
              <a:t>MAC</a:t>
            </a:r>
            <a:r>
              <a:rPr lang="zh-CN" altLang="en-US" dirty="0"/>
              <a:t>表的维护过程（附加题）</a:t>
            </a:r>
            <a:endParaRPr lang="en-US" altLang="zh-CN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871DC2A-4847-479E-BC2D-02729041CD67}"/>
              </a:ext>
            </a:extLst>
          </p:cNvPr>
          <p:cNvSpPr/>
          <p:nvPr/>
        </p:nvSpPr>
        <p:spPr>
          <a:xfrm>
            <a:off x="1058672" y="2935572"/>
            <a:ext cx="1800000" cy="36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600" dirty="0">
                <a:solidFill>
                  <a:schemeClr val="bg1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参考数据结构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9FA791E-1485-4AA8-8D5C-9244252A93F1}"/>
              </a:ext>
            </a:extLst>
          </p:cNvPr>
          <p:cNvCxnSpPr>
            <a:cxnSpLocks/>
          </p:cNvCxnSpPr>
          <p:nvPr/>
        </p:nvCxnSpPr>
        <p:spPr>
          <a:xfrm>
            <a:off x="1058672" y="3295572"/>
            <a:ext cx="5040000" cy="0"/>
          </a:xfrm>
          <a:prstGeom prst="line">
            <a:avLst/>
          </a:prstGeom>
          <a:ln w="1270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536F11C4-F24A-4203-9360-A251B6C23B02}"/>
              </a:ext>
            </a:extLst>
          </p:cNvPr>
          <p:cNvSpPr txBox="1"/>
          <p:nvPr/>
        </p:nvSpPr>
        <p:spPr>
          <a:xfrm>
            <a:off x="1058672" y="3423081"/>
            <a:ext cx="5040000" cy="195438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Typedef struct{</a:t>
            </a:r>
          </a:p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    int </a:t>
            </a: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desMac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;</a:t>
            </a:r>
          </a:p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    int </a:t>
            </a: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srcMac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;</a:t>
            </a:r>
          </a:p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    int </a:t>
            </a: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inPort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;</a:t>
            </a:r>
          </a:p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    int outport;</a:t>
            </a:r>
          </a:p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} Frame</a:t>
            </a:r>
          </a:p>
        </p:txBody>
      </p:sp>
    </p:spTree>
    <p:extLst>
      <p:ext uri="{BB962C8B-B14F-4D97-AF65-F5344CB8AC3E}">
        <p14:creationId xmlns:p14="http://schemas.microsoft.com/office/powerpoint/2010/main" val="26813687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>
            <a:extLst>
              <a:ext uri="{FF2B5EF4-FFF2-40B4-BE49-F238E27FC236}">
                <a16:creationId xmlns:a16="http://schemas.microsoft.com/office/drawing/2014/main" id="{D002C112-0A3A-4968-AC8C-658608195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以太网</a:t>
            </a:r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DBBA9AB-FB7D-4449-98FD-3177BF7A72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Ethernet</a:t>
            </a:r>
            <a:endParaRPr lang="zh-CN" altLang="en-US" dirty="0"/>
          </a:p>
        </p:txBody>
      </p:sp>
      <p:pic>
        <p:nvPicPr>
          <p:cNvPr id="22" name="图片占位符 21">
            <a:extLst>
              <a:ext uri="{FF2B5EF4-FFF2-40B4-BE49-F238E27FC236}">
                <a16:creationId xmlns:a16="http://schemas.microsoft.com/office/drawing/2014/main" id="{7886C1E1-ACE3-4331-8CEA-B9D1F711E88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5" r="803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28826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以太网标准</a:t>
            </a:r>
            <a:endParaRPr lang="en-US" altLang="zh-CN" dirty="0"/>
          </a:p>
          <a:p>
            <a:pPr lvl="1"/>
            <a:r>
              <a:rPr lang="en-US" altLang="zh-CN" dirty="0"/>
              <a:t>DIX Ethernet</a:t>
            </a:r>
            <a:r>
              <a:rPr lang="zh-CN" altLang="en-US" dirty="0"/>
              <a:t>标准：由施乐</a:t>
            </a:r>
            <a:r>
              <a:rPr lang="en-US" altLang="zh-CN" dirty="0"/>
              <a:t>Xerox</a:t>
            </a:r>
            <a:r>
              <a:rPr lang="zh-CN" altLang="en-US" dirty="0"/>
              <a:t>公司创建，并联合</a:t>
            </a:r>
            <a:r>
              <a:rPr lang="en-US" altLang="zh-CN" dirty="0"/>
              <a:t>Inter</a:t>
            </a:r>
            <a:r>
              <a:rPr lang="zh-CN" altLang="en-US" dirty="0"/>
              <a:t>，</a:t>
            </a:r>
            <a:r>
              <a:rPr lang="en-US" altLang="zh-CN" dirty="0"/>
              <a:t>DEC</a:t>
            </a:r>
            <a:r>
              <a:rPr lang="zh-CN" altLang="en-US" dirty="0"/>
              <a:t>共同发布基带总线局域网标准，以历史上发现电磁波的以太</a:t>
            </a:r>
            <a:r>
              <a:rPr lang="en-US" altLang="zh-CN" dirty="0"/>
              <a:t>Ether</a:t>
            </a:r>
            <a:r>
              <a:rPr lang="zh-CN" altLang="en-US" dirty="0"/>
              <a:t>命名。</a:t>
            </a:r>
            <a:r>
              <a:rPr lang="en-US" altLang="zh-CN" dirty="0"/>
              <a:t>1982</a:t>
            </a:r>
            <a:r>
              <a:rPr lang="zh-CN" altLang="en-US" dirty="0"/>
              <a:t>年发布的第</a:t>
            </a:r>
            <a:r>
              <a:rPr lang="en-US" altLang="zh-CN" dirty="0"/>
              <a:t>2</a:t>
            </a:r>
            <a:r>
              <a:rPr lang="zh-CN" altLang="en-US" dirty="0"/>
              <a:t>个版本</a:t>
            </a:r>
            <a:r>
              <a:rPr lang="en-US" altLang="zh-CN" dirty="0"/>
              <a:t>DIX Ethernet V2</a:t>
            </a:r>
            <a:r>
              <a:rPr lang="zh-CN" altLang="en-US" dirty="0"/>
              <a:t>是世界上第一个互联网产品的规约。数据传输率达到</a:t>
            </a:r>
            <a:r>
              <a:rPr lang="en-US" altLang="zh-CN" dirty="0"/>
              <a:t>10Mbps</a:t>
            </a:r>
            <a:endParaRPr lang="zh-CN" altLang="en-US" dirty="0"/>
          </a:p>
          <a:p>
            <a:pPr lvl="1"/>
            <a:r>
              <a:rPr lang="en-US" altLang="zh-CN" dirty="0"/>
              <a:t>IEEE 802.3</a:t>
            </a:r>
            <a:r>
              <a:rPr lang="zh-CN" altLang="en-US" dirty="0"/>
              <a:t>标准：</a:t>
            </a:r>
            <a:r>
              <a:rPr lang="en-US" altLang="zh-CN" dirty="0"/>
              <a:t>802</a:t>
            </a:r>
            <a:r>
              <a:rPr lang="zh-CN" altLang="en-US" dirty="0"/>
              <a:t>委员会</a:t>
            </a:r>
            <a:r>
              <a:rPr lang="en-US" altLang="zh-CN" dirty="0"/>
              <a:t>1983</a:t>
            </a:r>
            <a:r>
              <a:rPr lang="zh-CN" altLang="en-US" dirty="0"/>
              <a:t>年发布的第一个以太网标准，数据速率达到</a:t>
            </a:r>
            <a:r>
              <a:rPr lang="en-US" altLang="zh-CN" dirty="0"/>
              <a:t>10Mbps</a:t>
            </a:r>
          </a:p>
          <a:p>
            <a:r>
              <a:rPr lang="zh-CN" altLang="en-US" dirty="0"/>
              <a:t>通常说的以太网指的是符合</a:t>
            </a:r>
            <a:r>
              <a:rPr lang="en-US" altLang="zh-CN" dirty="0"/>
              <a:t>DIX Ethernet V2</a:t>
            </a:r>
            <a:r>
              <a:rPr lang="zh-CN" altLang="en-US" dirty="0"/>
              <a:t>标准的局域网</a:t>
            </a:r>
            <a:r>
              <a:rPr lang="en-US" altLang="zh-CN" dirty="0"/>
              <a:t>[•]</a:t>
            </a:r>
          </a:p>
          <a:p>
            <a:r>
              <a:rPr lang="zh-CN" altLang="en-US" dirty="0"/>
              <a:t>常见以太网</a:t>
            </a:r>
            <a:r>
              <a:rPr lang="en-US" altLang="zh-CN" dirty="0"/>
              <a:t>[•]</a:t>
            </a:r>
          </a:p>
          <a:p>
            <a:pPr lvl="1"/>
            <a:r>
              <a:rPr lang="en-US" altLang="zh-CN" dirty="0"/>
              <a:t>10BASE-T</a:t>
            </a:r>
            <a:r>
              <a:rPr lang="zh-CN" altLang="en-US" dirty="0"/>
              <a:t>以太网</a:t>
            </a:r>
            <a:r>
              <a:rPr lang="en-US" altLang="zh-CN" dirty="0"/>
              <a:t>-</a:t>
            </a:r>
            <a:r>
              <a:rPr lang="zh-CN" altLang="en-US" dirty="0"/>
              <a:t>传统以太网</a:t>
            </a:r>
            <a:endParaRPr lang="en-US" altLang="zh-CN" dirty="0"/>
          </a:p>
          <a:p>
            <a:pPr lvl="1"/>
            <a:r>
              <a:rPr lang="en-US" altLang="zh-CN" dirty="0"/>
              <a:t>100BASE-T</a:t>
            </a:r>
            <a:r>
              <a:rPr lang="zh-CN" altLang="en-US" dirty="0"/>
              <a:t>以太网</a:t>
            </a:r>
            <a:r>
              <a:rPr lang="en-US" altLang="zh-CN" dirty="0"/>
              <a:t>-</a:t>
            </a:r>
            <a:r>
              <a:rPr lang="zh-CN" altLang="en-US" dirty="0"/>
              <a:t>快速以太网</a:t>
            </a:r>
            <a:endParaRPr lang="en-US" altLang="zh-CN" dirty="0"/>
          </a:p>
          <a:p>
            <a:pPr lvl="1"/>
            <a:r>
              <a:rPr lang="zh-CN" altLang="en-US" dirty="0"/>
              <a:t>吉比特以太网</a:t>
            </a:r>
            <a:r>
              <a:rPr lang="en-US" altLang="zh-CN" dirty="0"/>
              <a:t>-</a:t>
            </a:r>
            <a:r>
              <a:rPr lang="zh-CN" altLang="en-US" dirty="0"/>
              <a:t>主流以太网</a:t>
            </a:r>
            <a:endParaRPr lang="en-US" altLang="zh-CN" dirty="0"/>
          </a:p>
          <a:p>
            <a:pPr lvl="1"/>
            <a:r>
              <a:rPr lang="en-US" altLang="zh-CN" dirty="0"/>
              <a:t>10</a:t>
            </a:r>
            <a:r>
              <a:rPr lang="zh-CN" altLang="en-US" dirty="0"/>
              <a:t>吉比特以太网</a:t>
            </a:r>
          </a:p>
          <a:p>
            <a:pPr lvl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79177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以太网特点</a:t>
            </a:r>
            <a:endParaRPr lang="en-US" altLang="zh-CN" dirty="0"/>
          </a:p>
          <a:p>
            <a:pPr marL="800100" lvl="1" indent="-342900">
              <a:buFont typeface="+mj-lt"/>
              <a:buAutoNum type="arabicPeriod"/>
            </a:pPr>
            <a:r>
              <a:rPr lang="zh-CN" altLang="en-US" dirty="0"/>
              <a:t>可扩展</a:t>
            </a:r>
            <a:endParaRPr lang="en-US" altLang="zh-CN" dirty="0"/>
          </a:p>
          <a:p>
            <a:pPr marL="800100" lvl="1" indent="-342900">
              <a:buFont typeface="+mj-lt"/>
              <a:buAutoNum type="arabicPeriod"/>
            </a:pPr>
            <a:r>
              <a:rPr lang="zh-CN" altLang="en-US" dirty="0"/>
              <a:t>灵活性大</a:t>
            </a:r>
            <a:endParaRPr lang="en-US" altLang="zh-CN" dirty="0"/>
          </a:p>
          <a:p>
            <a:pPr marL="800100" lvl="1" indent="-342900">
              <a:buFont typeface="+mj-lt"/>
              <a:buAutoNum type="arabicPeriod"/>
            </a:pPr>
            <a:r>
              <a:rPr lang="zh-CN" altLang="en-US" dirty="0"/>
              <a:t>易于安装</a:t>
            </a:r>
            <a:endParaRPr lang="en-US" altLang="zh-CN" dirty="0"/>
          </a:p>
          <a:p>
            <a:pPr marL="800100" lvl="1" indent="-342900">
              <a:buFont typeface="+mj-lt"/>
              <a:buAutoNum type="arabicPeriod"/>
            </a:pPr>
            <a:r>
              <a:rPr lang="zh-CN" altLang="en-US" dirty="0"/>
              <a:t>稳健性高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89E75F74-D6E6-4EC6-8FF1-AB432BC86AF8}"/>
              </a:ext>
            </a:extLst>
          </p:cNvPr>
          <p:cNvGrpSpPr>
            <a:grpSpLocks noChangeAspect="1"/>
          </p:cNvGrpSpPr>
          <p:nvPr/>
        </p:nvGrpSpPr>
        <p:grpSpPr>
          <a:xfrm>
            <a:off x="238125" y="5229959"/>
            <a:ext cx="429262" cy="1080000"/>
            <a:chOff x="2502883" y="745871"/>
            <a:chExt cx="1886020" cy="4745130"/>
          </a:xfrm>
        </p:grpSpPr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3AC8E428-9DCA-4529-B8DC-F8CE0E064C06}"/>
                </a:ext>
              </a:extLst>
            </p:cNvPr>
            <p:cNvSpPr/>
            <p:nvPr/>
          </p:nvSpPr>
          <p:spPr>
            <a:xfrm>
              <a:off x="2502883" y="745871"/>
              <a:ext cx="1886020" cy="4734469"/>
            </a:xfrm>
            <a:custGeom>
              <a:avLst/>
              <a:gdLst>
                <a:gd name="connsiteX0" fmla="*/ 1884245 w 1886020"/>
                <a:gd name="connsiteY0" fmla="*/ 523393 h 4734469"/>
                <a:gd name="connsiteX1" fmla="*/ 1874265 w 1886020"/>
                <a:gd name="connsiteY1" fmla="*/ 495786 h 4734469"/>
                <a:gd name="connsiteX2" fmla="*/ 1867783 w 1886020"/>
                <a:gd name="connsiteY2" fmla="*/ 465103 h 4734469"/>
                <a:gd name="connsiteX3" fmla="*/ 1850007 w 1886020"/>
                <a:gd name="connsiteY3" fmla="*/ 460490 h 4734469"/>
                <a:gd name="connsiteX4" fmla="*/ 1844762 w 1886020"/>
                <a:gd name="connsiteY4" fmla="*/ 448260 h 4734469"/>
                <a:gd name="connsiteX5" fmla="*/ 1805863 w 1886020"/>
                <a:gd name="connsiteY5" fmla="*/ 417944 h 4734469"/>
                <a:gd name="connsiteX6" fmla="*/ 1870331 w 1886020"/>
                <a:gd name="connsiteY6" fmla="*/ 358921 h 4734469"/>
                <a:gd name="connsiteX7" fmla="*/ 1861299 w 1886020"/>
                <a:gd name="connsiteY7" fmla="*/ 324137 h 4734469"/>
                <a:gd name="connsiteX8" fmla="*/ 1851393 w 1886020"/>
                <a:gd name="connsiteY8" fmla="*/ 326774 h 4734469"/>
                <a:gd name="connsiteX9" fmla="*/ 1796830 w 1886020"/>
                <a:gd name="connsiteY9" fmla="*/ 349255 h 4734469"/>
                <a:gd name="connsiteX10" fmla="*/ 1765943 w 1886020"/>
                <a:gd name="connsiteY10" fmla="*/ 363534 h 4734469"/>
                <a:gd name="connsiteX11" fmla="*/ 1693315 w 1886020"/>
                <a:gd name="connsiteY11" fmla="*/ 436543 h 4734469"/>
                <a:gd name="connsiteX12" fmla="*/ 1648150 w 1886020"/>
                <a:gd name="connsiteY12" fmla="*/ 518706 h 4734469"/>
                <a:gd name="connsiteX13" fmla="*/ 1638535 w 1886020"/>
                <a:gd name="connsiteY13" fmla="*/ 574946 h 4734469"/>
                <a:gd name="connsiteX14" fmla="*/ 1638663 w 1886020"/>
                <a:gd name="connsiteY14" fmla="*/ 580662 h 4734469"/>
                <a:gd name="connsiteX15" fmla="*/ 1613134 w 1886020"/>
                <a:gd name="connsiteY15" fmla="*/ 587941 h 4734469"/>
                <a:gd name="connsiteX16" fmla="*/ 1591981 w 1886020"/>
                <a:gd name="connsiteY16" fmla="*/ 643937 h 4734469"/>
                <a:gd name="connsiteX17" fmla="*/ 1578159 w 1886020"/>
                <a:gd name="connsiteY17" fmla="*/ 669479 h 4734469"/>
                <a:gd name="connsiteX18" fmla="*/ 1563141 w 1886020"/>
                <a:gd name="connsiteY18" fmla="*/ 681284 h 4734469"/>
                <a:gd name="connsiteX19" fmla="*/ 1533375 w 1886020"/>
                <a:gd name="connsiteY19" fmla="*/ 756751 h 4734469"/>
                <a:gd name="connsiteX20" fmla="*/ 1485671 w 1886020"/>
                <a:gd name="connsiteY20" fmla="*/ 856861 h 4734469"/>
                <a:gd name="connsiteX21" fmla="*/ 1415921 w 1886020"/>
                <a:gd name="connsiteY21" fmla="*/ 918590 h 4734469"/>
                <a:gd name="connsiteX22" fmla="*/ 1406812 w 1886020"/>
                <a:gd name="connsiteY22" fmla="*/ 937801 h 4734469"/>
                <a:gd name="connsiteX23" fmla="*/ 1382456 w 1886020"/>
                <a:gd name="connsiteY23" fmla="*/ 945325 h 4734469"/>
                <a:gd name="connsiteX24" fmla="*/ 1315988 w 1886020"/>
                <a:gd name="connsiteY24" fmla="*/ 955470 h 4734469"/>
                <a:gd name="connsiteX25" fmla="*/ 1237040 w 1886020"/>
                <a:gd name="connsiteY25" fmla="*/ 944378 h 4734469"/>
                <a:gd name="connsiteX26" fmla="*/ 1220194 w 1886020"/>
                <a:gd name="connsiteY26" fmla="*/ 945880 h 4734469"/>
                <a:gd name="connsiteX27" fmla="*/ 1206377 w 1886020"/>
                <a:gd name="connsiteY27" fmla="*/ 941040 h 4734469"/>
                <a:gd name="connsiteX28" fmla="*/ 1175042 w 1886020"/>
                <a:gd name="connsiteY28" fmla="*/ 928647 h 4734469"/>
                <a:gd name="connsiteX29" fmla="*/ 1145313 w 1886020"/>
                <a:gd name="connsiteY29" fmla="*/ 940191 h 4734469"/>
                <a:gd name="connsiteX30" fmla="*/ 1126295 w 1886020"/>
                <a:gd name="connsiteY30" fmla="*/ 912187 h 4734469"/>
                <a:gd name="connsiteX31" fmla="*/ 1097455 w 1886020"/>
                <a:gd name="connsiteY31" fmla="*/ 898352 h 4734469"/>
                <a:gd name="connsiteX32" fmla="*/ 1087927 w 1886020"/>
                <a:gd name="connsiteY32" fmla="*/ 876721 h 4734469"/>
                <a:gd name="connsiteX33" fmla="*/ 1059155 w 1886020"/>
                <a:gd name="connsiteY33" fmla="*/ 877769 h 4734469"/>
                <a:gd name="connsiteX34" fmla="*/ 990638 w 1886020"/>
                <a:gd name="connsiteY34" fmla="*/ 848823 h 4734469"/>
                <a:gd name="connsiteX35" fmla="*/ 927078 w 1886020"/>
                <a:gd name="connsiteY35" fmla="*/ 829834 h 4734469"/>
                <a:gd name="connsiteX36" fmla="*/ 917154 w 1886020"/>
                <a:gd name="connsiteY36" fmla="*/ 810211 h 4734469"/>
                <a:gd name="connsiteX37" fmla="*/ 909914 w 1886020"/>
                <a:gd name="connsiteY37" fmla="*/ 795381 h 4734469"/>
                <a:gd name="connsiteX38" fmla="*/ 871407 w 1886020"/>
                <a:gd name="connsiteY38" fmla="*/ 783885 h 4734469"/>
                <a:gd name="connsiteX39" fmla="*/ 826658 w 1886020"/>
                <a:gd name="connsiteY39" fmla="*/ 791587 h 4734469"/>
                <a:gd name="connsiteX40" fmla="*/ 825164 w 1886020"/>
                <a:gd name="connsiteY40" fmla="*/ 785828 h 4734469"/>
                <a:gd name="connsiteX41" fmla="*/ 775558 w 1886020"/>
                <a:gd name="connsiteY41" fmla="*/ 724921 h 4734469"/>
                <a:gd name="connsiteX42" fmla="*/ 716782 w 1886020"/>
                <a:gd name="connsiteY42" fmla="*/ 701026 h 4734469"/>
                <a:gd name="connsiteX43" fmla="*/ 716446 w 1886020"/>
                <a:gd name="connsiteY43" fmla="*/ 695553 h 4734469"/>
                <a:gd name="connsiteX44" fmla="*/ 728319 w 1886020"/>
                <a:gd name="connsiteY44" fmla="*/ 619469 h 4734469"/>
                <a:gd name="connsiteX45" fmla="*/ 731107 w 1886020"/>
                <a:gd name="connsiteY45" fmla="*/ 611455 h 4734469"/>
                <a:gd name="connsiteX46" fmla="*/ 925349 w 1886020"/>
                <a:gd name="connsiteY46" fmla="*/ 278594 h 4734469"/>
                <a:gd name="connsiteX47" fmla="*/ 853616 w 1886020"/>
                <a:gd name="connsiteY47" fmla="*/ 154334 h 4734469"/>
                <a:gd name="connsiteX48" fmla="*/ 851478 w 1886020"/>
                <a:gd name="connsiteY48" fmla="*/ 137960 h 4734469"/>
                <a:gd name="connsiteX49" fmla="*/ 835001 w 1886020"/>
                <a:gd name="connsiteY49" fmla="*/ 106065 h 4734469"/>
                <a:gd name="connsiteX50" fmla="*/ 778219 w 1886020"/>
                <a:gd name="connsiteY50" fmla="*/ 54216 h 4734469"/>
                <a:gd name="connsiteX51" fmla="*/ 755492 w 1886020"/>
                <a:gd name="connsiteY51" fmla="*/ 43891 h 4734469"/>
                <a:gd name="connsiteX52" fmla="*/ 632527 w 1886020"/>
                <a:gd name="connsiteY52" fmla="*/ -120 h 4734469"/>
                <a:gd name="connsiteX53" fmla="*/ 511529 w 1886020"/>
                <a:gd name="connsiteY53" fmla="*/ 21702 h 4734469"/>
                <a:gd name="connsiteX54" fmla="*/ 508469 w 1886020"/>
                <a:gd name="connsiteY54" fmla="*/ 21555 h 4734469"/>
                <a:gd name="connsiteX55" fmla="*/ 505410 w 1886020"/>
                <a:gd name="connsiteY55" fmla="*/ 21409 h 4734469"/>
                <a:gd name="connsiteX56" fmla="*/ 501768 w 1886020"/>
                <a:gd name="connsiteY56" fmla="*/ 21043 h 4734469"/>
                <a:gd name="connsiteX57" fmla="*/ 469278 w 1886020"/>
                <a:gd name="connsiteY57" fmla="*/ 25730 h 4734469"/>
                <a:gd name="connsiteX58" fmla="*/ 463524 w 1886020"/>
                <a:gd name="connsiteY58" fmla="*/ 36933 h 4734469"/>
                <a:gd name="connsiteX59" fmla="*/ 461484 w 1886020"/>
                <a:gd name="connsiteY59" fmla="*/ 40668 h 4734469"/>
                <a:gd name="connsiteX60" fmla="*/ 461484 w 1886020"/>
                <a:gd name="connsiteY60" fmla="*/ 40668 h 4734469"/>
                <a:gd name="connsiteX61" fmla="*/ 456312 w 1886020"/>
                <a:gd name="connsiteY61" fmla="*/ 47698 h 4734469"/>
                <a:gd name="connsiteX62" fmla="*/ 456312 w 1886020"/>
                <a:gd name="connsiteY62" fmla="*/ 47698 h 4734469"/>
                <a:gd name="connsiteX63" fmla="*/ 403061 w 1886020"/>
                <a:gd name="connsiteY63" fmla="*/ 77869 h 4734469"/>
                <a:gd name="connsiteX64" fmla="*/ 324532 w 1886020"/>
                <a:gd name="connsiteY64" fmla="*/ 186540 h 4734469"/>
                <a:gd name="connsiteX65" fmla="*/ 325625 w 1886020"/>
                <a:gd name="connsiteY65" fmla="*/ 324210 h 4734469"/>
                <a:gd name="connsiteX66" fmla="*/ 354726 w 1886020"/>
                <a:gd name="connsiteY66" fmla="*/ 387041 h 4734469"/>
                <a:gd name="connsiteX67" fmla="*/ 354729 w 1886020"/>
                <a:gd name="connsiteY67" fmla="*/ 387125 h 4734469"/>
                <a:gd name="connsiteX68" fmla="*/ 354368 w 1886020"/>
                <a:gd name="connsiteY68" fmla="*/ 386850 h 4734469"/>
                <a:gd name="connsiteX69" fmla="*/ 242435 w 1886020"/>
                <a:gd name="connsiteY69" fmla="*/ 498129 h 4734469"/>
                <a:gd name="connsiteX70" fmla="*/ 361648 w 1886020"/>
                <a:gd name="connsiteY70" fmla="*/ 435424 h 4734469"/>
                <a:gd name="connsiteX71" fmla="*/ 363141 w 1886020"/>
                <a:gd name="connsiteY71" fmla="*/ 441669 h 4734469"/>
                <a:gd name="connsiteX72" fmla="*/ 385505 w 1886020"/>
                <a:gd name="connsiteY72" fmla="*/ 505671 h 4734469"/>
                <a:gd name="connsiteX73" fmla="*/ 435987 w 1886020"/>
                <a:gd name="connsiteY73" fmla="*/ 563961 h 4734469"/>
                <a:gd name="connsiteX74" fmla="*/ 453319 w 1886020"/>
                <a:gd name="connsiteY74" fmla="*/ 565943 h 4734469"/>
                <a:gd name="connsiteX75" fmla="*/ 457839 w 1886020"/>
                <a:gd name="connsiteY75" fmla="*/ 565708 h 4734469"/>
                <a:gd name="connsiteX76" fmla="*/ 446055 w 1886020"/>
                <a:gd name="connsiteY76" fmla="*/ 677019 h 4734469"/>
                <a:gd name="connsiteX77" fmla="*/ 404147 w 1886020"/>
                <a:gd name="connsiteY77" fmla="*/ 688604 h 4734469"/>
                <a:gd name="connsiteX78" fmla="*/ 387200 w 1886020"/>
                <a:gd name="connsiteY78" fmla="*/ 697652 h 4734469"/>
                <a:gd name="connsiteX79" fmla="*/ 369682 w 1886020"/>
                <a:gd name="connsiteY79" fmla="*/ 689015 h 4734469"/>
                <a:gd name="connsiteX80" fmla="*/ 245299 w 1886020"/>
                <a:gd name="connsiteY80" fmla="*/ 695605 h 4734469"/>
                <a:gd name="connsiteX81" fmla="*/ 143191 w 1886020"/>
                <a:gd name="connsiteY81" fmla="*/ 869154 h 4734469"/>
                <a:gd name="connsiteX82" fmla="*/ 97334 w 1886020"/>
                <a:gd name="connsiteY82" fmla="*/ 900423 h 4734469"/>
                <a:gd name="connsiteX83" fmla="*/ 89426 w 1886020"/>
                <a:gd name="connsiteY83" fmla="*/ 915458 h 4734469"/>
                <a:gd name="connsiteX84" fmla="*/ 75452 w 1886020"/>
                <a:gd name="connsiteY84" fmla="*/ 925468 h 4734469"/>
                <a:gd name="connsiteX85" fmla="*/ 27541 w 1886020"/>
                <a:gd name="connsiteY85" fmla="*/ 953154 h 4734469"/>
                <a:gd name="connsiteX86" fmla="*/ -34 w 1886020"/>
                <a:gd name="connsiteY86" fmla="*/ 999620 h 4734469"/>
                <a:gd name="connsiteX87" fmla="*/ 8434 w 1886020"/>
                <a:gd name="connsiteY87" fmla="*/ 1038698 h 4734469"/>
                <a:gd name="connsiteX88" fmla="*/ 40317 w 1886020"/>
                <a:gd name="connsiteY88" fmla="*/ 1099798 h 4734469"/>
                <a:gd name="connsiteX89" fmla="*/ 27433 w 1886020"/>
                <a:gd name="connsiteY89" fmla="*/ 1130006 h 4734469"/>
                <a:gd name="connsiteX90" fmla="*/ 38612 w 1886020"/>
                <a:gd name="connsiteY90" fmla="*/ 1216252 h 4734469"/>
                <a:gd name="connsiteX91" fmla="*/ 27292 w 1886020"/>
                <a:gd name="connsiteY91" fmla="*/ 1291511 h 4734469"/>
                <a:gd name="connsiteX92" fmla="*/ 78979 w 1886020"/>
                <a:gd name="connsiteY92" fmla="*/ 1580927 h 4734469"/>
                <a:gd name="connsiteX93" fmla="*/ 91251 w 1886020"/>
                <a:gd name="connsiteY93" fmla="*/ 1628525 h 4734469"/>
                <a:gd name="connsiteX94" fmla="*/ 70077 w 1886020"/>
                <a:gd name="connsiteY94" fmla="*/ 1716517 h 4734469"/>
                <a:gd name="connsiteX95" fmla="*/ 107198 w 1886020"/>
                <a:gd name="connsiteY95" fmla="*/ 1902274 h 4734469"/>
                <a:gd name="connsiteX96" fmla="*/ 105750 w 1886020"/>
                <a:gd name="connsiteY96" fmla="*/ 1989837 h 4734469"/>
                <a:gd name="connsiteX97" fmla="*/ 130737 w 1886020"/>
                <a:gd name="connsiteY97" fmla="*/ 2042751 h 4734469"/>
                <a:gd name="connsiteX98" fmla="*/ 163624 w 1886020"/>
                <a:gd name="connsiteY98" fmla="*/ 2141265 h 4734469"/>
                <a:gd name="connsiteX99" fmla="*/ 236572 w 1886020"/>
                <a:gd name="connsiteY99" fmla="*/ 2228163 h 4734469"/>
                <a:gd name="connsiteX100" fmla="*/ 236300 w 1886020"/>
                <a:gd name="connsiteY100" fmla="*/ 2412053 h 4734469"/>
                <a:gd name="connsiteX101" fmla="*/ 265444 w 1886020"/>
                <a:gd name="connsiteY101" fmla="*/ 2401299 h 4734469"/>
                <a:gd name="connsiteX102" fmla="*/ 330016 w 1886020"/>
                <a:gd name="connsiteY102" fmla="*/ 2655748 h 4734469"/>
                <a:gd name="connsiteX103" fmla="*/ 376474 w 1886020"/>
                <a:gd name="connsiteY103" fmla="*/ 2730632 h 4734469"/>
                <a:gd name="connsiteX104" fmla="*/ 394604 w 1886020"/>
                <a:gd name="connsiteY104" fmla="*/ 2789975 h 4734469"/>
                <a:gd name="connsiteX105" fmla="*/ 446089 w 1886020"/>
                <a:gd name="connsiteY105" fmla="*/ 3004200 h 4734469"/>
                <a:gd name="connsiteX106" fmla="*/ 469814 w 1886020"/>
                <a:gd name="connsiteY106" fmla="*/ 3180333 h 4734469"/>
                <a:gd name="connsiteX107" fmla="*/ 481889 w 1886020"/>
                <a:gd name="connsiteY107" fmla="*/ 3300881 h 4734469"/>
                <a:gd name="connsiteX108" fmla="*/ 497206 w 1886020"/>
                <a:gd name="connsiteY108" fmla="*/ 3322008 h 4734469"/>
                <a:gd name="connsiteX109" fmla="*/ 497458 w 1886020"/>
                <a:gd name="connsiteY109" fmla="*/ 3349846 h 4734469"/>
                <a:gd name="connsiteX110" fmla="*/ 472035 w 1886020"/>
                <a:gd name="connsiteY110" fmla="*/ 3558699 h 4734469"/>
                <a:gd name="connsiteX111" fmla="*/ 455363 w 1886020"/>
                <a:gd name="connsiteY111" fmla="*/ 3581867 h 4734469"/>
                <a:gd name="connsiteX112" fmla="*/ 376617 w 1886020"/>
                <a:gd name="connsiteY112" fmla="*/ 3789983 h 4734469"/>
                <a:gd name="connsiteX113" fmla="*/ 323803 w 1886020"/>
                <a:gd name="connsiteY113" fmla="*/ 4224670 h 4734469"/>
                <a:gd name="connsiteX114" fmla="*/ 269897 w 1886020"/>
                <a:gd name="connsiteY114" fmla="*/ 4290356 h 4734469"/>
                <a:gd name="connsiteX115" fmla="*/ 242653 w 1886020"/>
                <a:gd name="connsiteY115" fmla="*/ 4425902 h 4734469"/>
                <a:gd name="connsiteX116" fmla="*/ 245130 w 1886020"/>
                <a:gd name="connsiteY116" fmla="*/ 4448237 h 4734469"/>
                <a:gd name="connsiteX117" fmla="*/ 268367 w 1886020"/>
                <a:gd name="connsiteY117" fmla="*/ 4467643 h 4734469"/>
                <a:gd name="connsiteX118" fmla="*/ 281062 w 1886020"/>
                <a:gd name="connsiteY118" fmla="*/ 4473643 h 4734469"/>
                <a:gd name="connsiteX119" fmla="*/ 273678 w 1886020"/>
                <a:gd name="connsiteY119" fmla="*/ 4504884 h 4734469"/>
                <a:gd name="connsiteX120" fmla="*/ 223785 w 1886020"/>
                <a:gd name="connsiteY120" fmla="*/ 4478920 h 4734469"/>
                <a:gd name="connsiteX121" fmla="*/ 197562 w 1886020"/>
                <a:gd name="connsiteY121" fmla="*/ 4694067 h 4734469"/>
                <a:gd name="connsiteX122" fmla="*/ 200110 w 1886020"/>
                <a:gd name="connsiteY122" fmla="*/ 4707613 h 4734469"/>
                <a:gd name="connsiteX123" fmla="*/ 217011 w 1886020"/>
                <a:gd name="connsiteY123" fmla="*/ 4715815 h 4734469"/>
                <a:gd name="connsiteX124" fmla="*/ 430232 w 1886020"/>
                <a:gd name="connsiteY124" fmla="*/ 4734343 h 4734469"/>
                <a:gd name="connsiteX125" fmla="*/ 603607 w 1886020"/>
                <a:gd name="connsiteY125" fmla="*/ 4725262 h 4734469"/>
                <a:gd name="connsiteX126" fmla="*/ 662684 w 1886020"/>
                <a:gd name="connsiteY126" fmla="*/ 4720722 h 4734469"/>
                <a:gd name="connsiteX127" fmla="*/ 843635 w 1886020"/>
                <a:gd name="connsiteY127" fmla="*/ 4698241 h 4734469"/>
                <a:gd name="connsiteX128" fmla="*/ 916335 w 1886020"/>
                <a:gd name="connsiteY128" fmla="*/ 4666093 h 4734469"/>
                <a:gd name="connsiteX129" fmla="*/ 932144 w 1886020"/>
                <a:gd name="connsiteY129" fmla="*/ 4593231 h 4734469"/>
                <a:gd name="connsiteX130" fmla="*/ 932070 w 1886020"/>
                <a:gd name="connsiteY130" fmla="*/ 4593011 h 4734469"/>
                <a:gd name="connsiteX131" fmla="*/ 844873 w 1886020"/>
                <a:gd name="connsiteY131" fmla="*/ 4558374 h 4734469"/>
                <a:gd name="connsiteX132" fmla="*/ 753524 w 1886020"/>
                <a:gd name="connsiteY132" fmla="*/ 4529302 h 4734469"/>
                <a:gd name="connsiteX133" fmla="*/ 734593 w 1886020"/>
                <a:gd name="connsiteY133" fmla="*/ 4518606 h 4734469"/>
                <a:gd name="connsiteX134" fmla="*/ 739537 w 1886020"/>
                <a:gd name="connsiteY134" fmla="*/ 4517219 h 4734469"/>
                <a:gd name="connsiteX135" fmla="*/ 815225 w 1886020"/>
                <a:gd name="connsiteY135" fmla="*/ 4473721 h 4734469"/>
                <a:gd name="connsiteX136" fmla="*/ 913204 w 1886020"/>
                <a:gd name="connsiteY136" fmla="*/ 4451240 h 4734469"/>
                <a:gd name="connsiteX137" fmla="*/ 1008777 w 1886020"/>
                <a:gd name="connsiteY137" fmla="*/ 4421948 h 4734469"/>
                <a:gd name="connsiteX138" fmla="*/ 1047167 w 1886020"/>
                <a:gd name="connsiteY138" fmla="*/ 4341177 h 4734469"/>
                <a:gd name="connsiteX139" fmla="*/ 1045565 w 1886020"/>
                <a:gd name="connsiteY139" fmla="*/ 4334806 h 4734469"/>
                <a:gd name="connsiteX140" fmla="*/ 966018 w 1886020"/>
                <a:gd name="connsiteY140" fmla="*/ 4275418 h 4734469"/>
                <a:gd name="connsiteX141" fmla="*/ 869350 w 1886020"/>
                <a:gd name="connsiteY141" fmla="*/ 4240780 h 4734469"/>
                <a:gd name="connsiteX142" fmla="*/ 865416 w 1886020"/>
                <a:gd name="connsiteY142" fmla="*/ 4237558 h 4734469"/>
                <a:gd name="connsiteX143" fmla="*/ 858312 w 1886020"/>
                <a:gd name="connsiteY143" fmla="*/ 4231890 h 4734469"/>
                <a:gd name="connsiteX144" fmla="*/ 866202 w 1886020"/>
                <a:gd name="connsiteY144" fmla="*/ 4198483 h 4734469"/>
                <a:gd name="connsiteX145" fmla="*/ 846828 w 1886020"/>
                <a:gd name="connsiteY145" fmla="*/ 4146993 h 4734469"/>
                <a:gd name="connsiteX146" fmla="*/ 827606 w 1886020"/>
                <a:gd name="connsiteY146" fmla="*/ 4040589 h 4734469"/>
                <a:gd name="connsiteX147" fmla="*/ 769290 w 1886020"/>
                <a:gd name="connsiteY147" fmla="*/ 3774485 h 4734469"/>
                <a:gd name="connsiteX148" fmla="*/ 762475 w 1886020"/>
                <a:gd name="connsiteY148" fmla="*/ 3744253 h 4734469"/>
                <a:gd name="connsiteX149" fmla="*/ 836934 w 1886020"/>
                <a:gd name="connsiteY149" fmla="*/ 3624999 h 4734469"/>
                <a:gd name="connsiteX150" fmla="*/ 908250 w 1886020"/>
                <a:gd name="connsiteY150" fmla="*/ 3483961 h 4734469"/>
                <a:gd name="connsiteX151" fmla="*/ 919032 w 1886020"/>
                <a:gd name="connsiteY151" fmla="*/ 3436142 h 4734469"/>
                <a:gd name="connsiteX152" fmla="*/ 1024295 w 1886020"/>
                <a:gd name="connsiteY152" fmla="*/ 2880409 h 4734469"/>
                <a:gd name="connsiteX153" fmla="*/ 1033661 w 1886020"/>
                <a:gd name="connsiteY153" fmla="*/ 2800068 h 4734469"/>
                <a:gd name="connsiteX154" fmla="*/ 1047473 w 1886020"/>
                <a:gd name="connsiteY154" fmla="*/ 2724013 h 4734469"/>
                <a:gd name="connsiteX155" fmla="*/ 1058970 w 1886020"/>
                <a:gd name="connsiteY155" fmla="*/ 2622350 h 4734469"/>
                <a:gd name="connsiteX156" fmla="*/ 1047617 w 1886020"/>
                <a:gd name="connsiteY156" fmla="*/ 2488368 h 4734469"/>
                <a:gd name="connsiteX157" fmla="*/ 1042031 w 1886020"/>
                <a:gd name="connsiteY157" fmla="*/ 2396930 h 4734469"/>
                <a:gd name="connsiteX158" fmla="*/ 1038963 w 1886020"/>
                <a:gd name="connsiteY158" fmla="*/ 2381416 h 4734469"/>
                <a:gd name="connsiteX159" fmla="*/ 1037129 w 1886020"/>
                <a:gd name="connsiteY159" fmla="*/ 2373822 h 4734469"/>
                <a:gd name="connsiteX160" fmla="*/ 1019095 w 1886020"/>
                <a:gd name="connsiteY160" fmla="*/ 2324047 h 4734469"/>
                <a:gd name="connsiteX161" fmla="*/ 1005573 w 1886020"/>
                <a:gd name="connsiteY161" fmla="*/ 2296263 h 4734469"/>
                <a:gd name="connsiteX162" fmla="*/ 995240 w 1886020"/>
                <a:gd name="connsiteY162" fmla="*/ 2281142 h 4734469"/>
                <a:gd name="connsiteX163" fmla="*/ 1058914 w 1886020"/>
                <a:gd name="connsiteY163" fmla="*/ 2287002 h 4734469"/>
                <a:gd name="connsiteX164" fmla="*/ 1073548 w 1886020"/>
                <a:gd name="connsiteY164" fmla="*/ 2283943 h 4734469"/>
                <a:gd name="connsiteX165" fmla="*/ 1075497 w 1886020"/>
                <a:gd name="connsiteY165" fmla="*/ 2276255 h 4734469"/>
                <a:gd name="connsiteX166" fmla="*/ 1058910 w 1886020"/>
                <a:gd name="connsiteY166" fmla="*/ 2207029 h 4734469"/>
                <a:gd name="connsiteX167" fmla="*/ 1039680 w 1886020"/>
                <a:gd name="connsiteY167" fmla="*/ 2161643 h 4734469"/>
                <a:gd name="connsiteX168" fmla="*/ 1045298 w 1886020"/>
                <a:gd name="connsiteY168" fmla="*/ 2139108 h 4734469"/>
                <a:gd name="connsiteX169" fmla="*/ 1073729 w 1886020"/>
                <a:gd name="connsiteY169" fmla="*/ 2062887 h 4734469"/>
                <a:gd name="connsiteX170" fmla="*/ 1098774 w 1886020"/>
                <a:gd name="connsiteY170" fmla="*/ 1856238 h 4734469"/>
                <a:gd name="connsiteX171" fmla="*/ 1117459 w 1886020"/>
                <a:gd name="connsiteY171" fmla="*/ 1696376 h 4734469"/>
                <a:gd name="connsiteX172" fmla="*/ 1090811 w 1886020"/>
                <a:gd name="connsiteY172" fmla="*/ 1564235 h 4734469"/>
                <a:gd name="connsiteX173" fmla="*/ 1070016 w 1886020"/>
                <a:gd name="connsiteY173" fmla="*/ 1535166 h 4734469"/>
                <a:gd name="connsiteX174" fmla="*/ 1065064 w 1886020"/>
                <a:gd name="connsiteY174" fmla="*/ 1500401 h 4734469"/>
                <a:gd name="connsiteX175" fmla="*/ 1069409 w 1886020"/>
                <a:gd name="connsiteY175" fmla="*/ 1285230 h 4734469"/>
                <a:gd name="connsiteX176" fmla="*/ 1428401 w 1886020"/>
                <a:gd name="connsiteY176" fmla="*/ 1244648 h 4734469"/>
                <a:gd name="connsiteX177" fmla="*/ 1469267 w 1886020"/>
                <a:gd name="connsiteY177" fmla="*/ 1233637 h 4734469"/>
                <a:gd name="connsiteX178" fmla="*/ 1510569 w 1886020"/>
                <a:gd name="connsiteY178" fmla="*/ 1207741 h 4734469"/>
                <a:gd name="connsiteX179" fmla="*/ 1622232 w 1886020"/>
                <a:gd name="connsiteY179" fmla="*/ 1109831 h 4734469"/>
                <a:gd name="connsiteX180" fmla="*/ 1688425 w 1886020"/>
                <a:gd name="connsiteY180" fmla="*/ 946642 h 4734469"/>
                <a:gd name="connsiteX181" fmla="*/ 1747562 w 1886020"/>
                <a:gd name="connsiteY181" fmla="*/ 844368 h 4734469"/>
                <a:gd name="connsiteX182" fmla="*/ 1761043 w 1886020"/>
                <a:gd name="connsiteY182" fmla="*/ 794696 h 4734469"/>
                <a:gd name="connsiteX183" fmla="*/ 1753437 w 1886020"/>
                <a:gd name="connsiteY183" fmla="*/ 741358 h 4734469"/>
                <a:gd name="connsiteX184" fmla="*/ 1796361 w 1886020"/>
                <a:gd name="connsiteY184" fmla="*/ 663739 h 4734469"/>
                <a:gd name="connsiteX185" fmla="*/ 1806570 w 1886020"/>
                <a:gd name="connsiteY185" fmla="*/ 650101 h 4734469"/>
                <a:gd name="connsiteX186" fmla="*/ 1804140 w 1886020"/>
                <a:gd name="connsiteY186" fmla="*/ 636808 h 4734469"/>
                <a:gd name="connsiteX187" fmla="*/ 1803307 w 1886020"/>
                <a:gd name="connsiteY187" fmla="*/ 635266 h 4734469"/>
                <a:gd name="connsiteX188" fmla="*/ 1811545 w 1886020"/>
                <a:gd name="connsiteY188" fmla="*/ 629796 h 4734469"/>
                <a:gd name="connsiteX189" fmla="*/ 1839081 w 1886020"/>
                <a:gd name="connsiteY189" fmla="*/ 608266 h 4734469"/>
                <a:gd name="connsiteX190" fmla="*/ 1874848 w 1886020"/>
                <a:gd name="connsiteY190" fmla="*/ 572018 h 4734469"/>
                <a:gd name="connsiteX191" fmla="*/ 1884245 w 1886020"/>
                <a:gd name="connsiteY191" fmla="*/ 523393 h 4734469"/>
                <a:gd name="connsiteX192" fmla="*/ 570346 w 1886020"/>
                <a:gd name="connsiteY192" fmla="*/ 4449227 h 4734469"/>
                <a:gd name="connsiteX193" fmla="*/ 563104 w 1886020"/>
                <a:gd name="connsiteY193" fmla="*/ 4449848 h 4734469"/>
                <a:gd name="connsiteX194" fmla="*/ 537097 w 1886020"/>
                <a:gd name="connsiteY194" fmla="*/ 4457317 h 4734469"/>
                <a:gd name="connsiteX195" fmla="*/ 535135 w 1886020"/>
                <a:gd name="connsiteY195" fmla="*/ 4458333 h 4734469"/>
                <a:gd name="connsiteX196" fmla="*/ 566672 w 1886020"/>
                <a:gd name="connsiteY196" fmla="*/ 4383942 h 4734469"/>
                <a:gd name="connsiteX197" fmla="*/ 570026 w 1886020"/>
                <a:gd name="connsiteY197" fmla="*/ 4374975 h 4734469"/>
                <a:gd name="connsiteX198" fmla="*/ 568786 w 1886020"/>
                <a:gd name="connsiteY198" fmla="*/ 4391777 h 4734469"/>
                <a:gd name="connsiteX199" fmla="*/ 570346 w 1886020"/>
                <a:gd name="connsiteY199" fmla="*/ 4449227 h 4734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1886020" h="4734469">
                  <a:moveTo>
                    <a:pt x="1884245" y="523393"/>
                  </a:moveTo>
                  <a:cubicBezTo>
                    <a:pt x="1879987" y="514554"/>
                    <a:pt x="1876643" y="505304"/>
                    <a:pt x="1874265" y="495786"/>
                  </a:cubicBezTo>
                  <a:cubicBezTo>
                    <a:pt x="1873246" y="484801"/>
                    <a:pt x="1877470" y="470302"/>
                    <a:pt x="1867783" y="465103"/>
                  </a:cubicBezTo>
                  <a:cubicBezTo>
                    <a:pt x="1862319" y="462173"/>
                    <a:pt x="1854816" y="464370"/>
                    <a:pt x="1850007" y="460490"/>
                  </a:cubicBezTo>
                  <a:cubicBezTo>
                    <a:pt x="1847008" y="457071"/>
                    <a:pt x="1845172" y="452789"/>
                    <a:pt x="1844762" y="448260"/>
                  </a:cubicBezTo>
                  <a:cubicBezTo>
                    <a:pt x="1839748" y="430784"/>
                    <a:pt x="1824034" y="418538"/>
                    <a:pt x="1805863" y="417944"/>
                  </a:cubicBezTo>
                  <a:cubicBezTo>
                    <a:pt x="1816353" y="390189"/>
                    <a:pt x="1853722" y="383379"/>
                    <a:pt x="1870331" y="358921"/>
                  </a:cubicBezTo>
                  <a:cubicBezTo>
                    <a:pt x="1878637" y="346765"/>
                    <a:pt x="1875941" y="324284"/>
                    <a:pt x="1861299" y="324137"/>
                  </a:cubicBezTo>
                  <a:cubicBezTo>
                    <a:pt x="1857855" y="324356"/>
                    <a:pt x="1854489" y="325252"/>
                    <a:pt x="1851393" y="326774"/>
                  </a:cubicBezTo>
                  <a:cubicBezTo>
                    <a:pt x="1833181" y="334243"/>
                    <a:pt x="1815041" y="341785"/>
                    <a:pt x="1796830" y="349255"/>
                  </a:cubicBezTo>
                  <a:cubicBezTo>
                    <a:pt x="1786256" y="353386"/>
                    <a:pt x="1775941" y="358155"/>
                    <a:pt x="1765943" y="363534"/>
                  </a:cubicBezTo>
                  <a:cubicBezTo>
                    <a:pt x="1735930" y="380596"/>
                    <a:pt x="1713493" y="408351"/>
                    <a:pt x="1693315" y="436543"/>
                  </a:cubicBezTo>
                  <a:cubicBezTo>
                    <a:pt x="1674232" y="461516"/>
                    <a:pt x="1659007" y="489212"/>
                    <a:pt x="1648150" y="518706"/>
                  </a:cubicBezTo>
                  <a:cubicBezTo>
                    <a:pt x="1642068" y="536846"/>
                    <a:pt x="1638825" y="555816"/>
                    <a:pt x="1638535" y="574946"/>
                  </a:cubicBezTo>
                  <a:cubicBezTo>
                    <a:pt x="1638535" y="576864"/>
                    <a:pt x="1638578" y="578769"/>
                    <a:pt x="1638663" y="580662"/>
                  </a:cubicBezTo>
                  <a:cubicBezTo>
                    <a:pt x="1629777" y="582164"/>
                    <a:pt x="1622481" y="586062"/>
                    <a:pt x="1613134" y="587941"/>
                  </a:cubicBezTo>
                  <a:cubicBezTo>
                    <a:pt x="1606083" y="606606"/>
                    <a:pt x="1599032" y="625271"/>
                    <a:pt x="1591981" y="643937"/>
                  </a:cubicBezTo>
                  <a:cubicBezTo>
                    <a:pt x="1589143" y="653296"/>
                    <a:pt x="1584441" y="661984"/>
                    <a:pt x="1578159" y="669479"/>
                  </a:cubicBezTo>
                  <a:cubicBezTo>
                    <a:pt x="1573450" y="673778"/>
                    <a:pt x="1568430" y="677724"/>
                    <a:pt x="1563141" y="681284"/>
                  </a:cubicBezTo>
                  <a:cubicBezTo>
                    <a:pt x="1541319" y="699947"/>
                    <a:pt x="1530169" y="728216"/>
                    <a:pt x="1533375" y="756751"/>
                  </a:cubicBezTo>
                  <a:cubicBezTo>
                    <a:pt x="1493619" y="772381"/>
                    <a:pt x="1472768" y="816138"/>
                    <a:pt x="1485671" y="856861"/>
                  </a:cubicBezTo>
                  <a:cubicBezTo>
                    <a:pt x="1453258" y="863888"/>
                    <a:pt x="1426836" y="887272"/>
                    <a:pt x="1415921" y="918590"/>
                  </a:cubicBezTo>
                  <a:cubicBezTo>
                    <a:pt x="1414418" y="925614"/>
                    <a:pt x="1411299" y="932192"/>
                    <a:pt x="1406812" y="937801"/>
                  </a:cubicBezTo>
                  <a:cubicBezTo>
                    <a:pt x="1399842" y="943118"/>
                    <a:pt x="1391210" y="945785"/>
                    <a:pt x="1382456" y="945325"/>
                  </a:cubicBezTo>
                  <a:cubicBezTo>
                    <a:pt x="1358552" y="946811"/>
                    <a:pt x="1337650" y="965736"/>
                    <a:pt x="1315988" y="955470"/>
                  </a:cubicBezTo>
                  <a:cubicBezTo>
                    <a:pt x="1291397" y="943879"/>
                    <a:pt x="1263872" y="940012"/>
                    <a:pt x="1237040" y="944378"/>
                  </a:cubicBezTo>
                  <a:cubicBezTo>
                    <a:pt x="1231525" y="945684"/>
                    <a:pt x="1225852" y="946189"/>
                    <a:pt x="1220194" y="945880"/>
                  </a:cubicBezTo>
                  <a:cubicBezTo>
                    <a:pt x="1215352" y="945044"/>
                    <a:pt x="1210682" y="943408"/>
                    <a:pt x="1206377" y="941040"/>
                  </a:cubicBezTo>
                  <a:cubicBezTo>
                    <a:pt x="1196629" y="935328"/>
                    <a:pt x="1186061" y="931148"/>
                    <a:pt x="1175042" y="928647"/>
                  </a:cubicBezTo>
                  <a:cubicBezTo>
                    <a:pt x="1163722" y="926283"/>
                    <a:pt x="1152072" y="930807"/>
                    <a:pt x="1145313" y="940191"/>
                  </a:cubicBezTo>
                  <a:cubicBezTo>
                    <a:pt x="1137727" y="931829"/>
                    <a:pt x="1133206" y="921120"/>
                    <a:pt x="1126295" y="912187"/>
                  </a:cubicBezTo>
                  <a:cubicBezTo>
                    <a:pt x="1120075" y="902489"/>
                    <a:pt x="1108911" y="897134"/>
                    <a:pt x="1097455" y="898352"/>
                  </a:cubicBezTo>
                  <a:cubicBezTo>
                    <a:pt x="1104657" y="891903"/>
                    <a:pt x="1097285" y="879067"/>
                    <a:pt x="1087927" y="876721"/>
                  </a:cubicBezTo>
                  <a:cubicBezTo>
                    <a:pt x="1078328" y="875928"/>
                    <a:pt x="1068670" y="876280"/>
                    <a:pt x="1059155" y="877769"/>
                  </a:cubicBezTo>
                  <a:cubicBezTo>
                    <a:pt x="1034136" y="877636"/>
                    <a:pt x="1014940" y="854801"/>
                    <a:pt x="990638" y="848823"/>
                  </a:cubicBezTo>
                  <a:cubicBezTo>
                    <a:pt x="968301" y="843330"/>
                    <a:pt x="938529" y="849881"/>
                    <a:pt x="927078" y="829834"/>
                  </a:cubicBezTo>
                  <a:cubicBezTo>
                    <a:pt x="923420" y="823430"/>
                    <a:pt x="922372" y="815007"/>
                    <a:pt x="917154" y="810211"/>
                  </a:cubicBezTo>
                  <a:cubicBezTo>
                    <a:pt x="915923" y="804773"/>
                    <a:pt x="913444" y="799696"/>
                    <a:pt x="909914" y="795381"/>
                  </a:cubicBezTo>
                  <a:cubicBezTo>
                    <a:pt x="900747" y="784944"/>
                    <a:pt x="885250" y="783451"/>
                    <a:pt x="871407" y="783885"/>
                  </a:cubicBezTo>
                  <a:cubicBezTo>
                    <a:pt x="856196" y="784264"/>
                    <a:pt x="841121" y="786859"/>
                    <a:pt x="826658" y="791587"/>
                  </a:cubicBezTo>
                  <a:cubicBezTo>
                    <a:pt x="826254" y="789776"/>
                    <a:pt x="825774" y="787879"/>
                    <a:pt x="825164" y="785828"/>
                  </a:cubicBezTo>
                  <a:cubicBezTo>
                    <a:pt x="816394" y="760275"/>
                    <a:pt x="798807" y="738682"/>
                    <a:pt x="775558" y="724921"/>
                  </a:cubicBezTo>
                  <a:cubicBezTo>
                    <a:pt x="757304" y="713996"/>
                    <a:pt x="737481" y="705937"/>
                    <a:pt x="716782" y="701026"/>
                  </a:cubicBezTo>
                  <a:cubicBezTo>
                    <a:pt x="716686" y="699200"/>
                    <a:pt x="716492" y="697384"/>
                    <a:pt x="716446" y="695553"/>
                  </a:cubicBezTo>
                  <a:cubicBezTo>
                    <a:pt x="716110" y="669706"/>
                    <a:pt x="720123" y="643985"/>
                    <a:pt x="728319" y="619469"/>
                  </a:cubicBezTo>
                  <a:cubicBezTo>
                    <a:pt x="729178" y="616782"/>
                    <a:pt x="730174" y="614126"/>
                    <a:pt x="731107" y="611455"/>
                  </a:cubicBezTo>
                  <a:cubicBezTo>
                    <a:pt x="876662" y="573177"/>
                    <a:pt x="963628" y="424150"/>
                    <a:pt x="925349" y="278594"/>
                  </a:cubicBezTo>
                  <a:cubicBezTo>
                    <a:pt x="912967" y="231510"/>
                    <a:pt x="888197" y="188603"/>
                    <a:pt x="853616" y="154334"/>
                  </a:cubicBezTo>
                  <a:cubicBezTo>
                    <a:pt x="853487" y="148816"/>
                    <a:pt x="852771" y="143327"/>
                    <a:pt x="851478" y="137960"/>
                  </a:cubicBezTo>
                  <a:cubicBezTo>
                    <a:pt x="848482" y="126214"/>
                    <a:pt x="842847" y="115306"/>
                    <a:pt x="835001" y="106065"/>
                  </a:cubicBezTo>
                  <a:cubicBezTo>
                    <a:pt x="822561" y="78154"/>
                    <a:pt x="803054" y="65842"/>
                    <a:pt x="778219" y="54216"/>
                  </a:cubicBezTo>
                  <a:cubicBezTo>
                    <a:pt x="771081" y="50848"/>
                    <a:pt x="763505" y="47552"/>
                    <a:pt x="755492" y="43891"/>
                  </a:cubicBezTo>
                  <a:cubicBezTo>
                    <a:pt x="715863" y="26023"/>
                    <a:pt x="677545" y="-193"/>
                    <a:pt x="632527" y="-120"/>
                  </a:cubicBezTo>
                  <a:cubicBezTo>
                    <a:pt x="591441" y="-120"/>
                    <a:pt x="552104" y="22581"/>
                    <a:pt x="511529" y="21702"/>
                  </a:cubicBezTo>
                  <a:lnTo>
                    <a:pt x="508469" y="21555"/>
                  </a:lnTo>
                  <a:cubicBezTo>
                    <a:pt x="507449" y="21510"/>
                    <a:pt x="506430" y="21519"/>
                    <a:pt x="505410" y="21409"/>
                  </a:cubicBezTo>
                  <a:cubicBezTo>
                    <a:pt x="504172" y="21336"/>
                    <a:pt x="503006" y="21189"/>
                    <a:pt x="501768" y="21043"/>
                  </a:cubicBezTo>
                  <a:cubicBezTo>
                    <a:pt x="490404" y="19652"/>
                    <a:pt x="476781" y="17016"/>
                    <a:pt x="469278" y="25730"/>
                  </a:cubicBezTo>
                  <a:cubicBezTo>
                    <a:pt x="466903" y="29211"/>
                    <a:pt x="464970" y="32975"/>
                    <a:pt x="463524" y="36933"/>
                  </a:cubicBezTo>
                  <a:cubicBezTo>
                    <a:pt x="462960" y="38238"/>
                    <a:pt x="462278" y="39488"/>
                    <a:pt x="461484" y="40668"/>
                  </a:cubicBezTo>
                  <a:lnTo>
                    <a:pt x="461484" y="40668"/>
                  </a:lnTo>
                  <a:cubicBezTo>
                    <a:pt x="460036" y="43203"/>
                    <a:pt x="458300" y="45562"/>
                    <a:pt x="456312" y="47698"/>
                  </a:cubicBezTo>
                  <a:lnTo>
                    <a:pt x="456312" y="47698"/>
                  </a:lnTo>
                  <a:cubicBezTo>
                    <a:pt x="443200" y="62124"/>
                    <a:pt x="421200" y="68495"/>
                    <a:pt x="403061" y="77869"/>
                  </a:cubicBezTo>
                  <a:cubicBezTo>
                    <a:pt x="362121" y="98885"/>
                    <a:pt x="335241" y="141651"/>
                    <a:pt x="324532" y="186540"/>
                  </a:cubicBezTo>
                  <a:cubicBezTo>
                    <a:pt x="313824" y="231503"/>
                    <a:pt x="317613" y="278735"/>
                    <a:pt x="325625" y="324210"/>
                  </a:cubicBezTo>
                  <a:cubicBezTo>
                    <a:pt x="329668" y="346953"/>
                    <a:pt x="338554" y="372769"/>
                    <a:pt x="354726" y="387041"/>
                  </a:cubicBezTo>
                  <a:lnTo>
                    <a:pt x="354729" y="387125"/>
                  </a:lnTo>
                  <a:lnTo>
                    <a:pt x="354368" y="386850"/>
                  </a:lnTo>
                  <a:cubicBezTo>
                    <a:pt x="354368" y="386850"/>
                    <a:pt x="217449" y="484288"/>
                    <a:pt x="242435" y="498129"/>
                  </a:cubicBezTo>
                  <a:cubicBezTo>
                    <a:pt x="256026" y="505640"/>
                    <a:pt x="312750" y="469721"/>
                    <a:pt x="361648" y="435424"/>
                  </a:cubicBezTo>
                  <a:cubicBezTo>
                    <a:pt x="362144" y="437506"/>
                    <a:pt x="362603" y="439595"/>
                    <a:pt x="363141" y="441669"/>
                  </a:cubicBezTo>
                  <a:cubicBezTo>
                    <a:pt x="369008" y="463526"/>
                    <a:pt x="376482" y="484918"/>
                    <a:pt x="385505" y="505671"/>
                  </a:cubicBezTo>
                  <a:cubicBezTo>
                    <a:pt x="395922" y="530203"/>
                    <a:pt x="410492" y="556639"/>
                    <a:pt x="435987" y="563961"/>
                  </a:cubicBezTo>
                  <a:cubicBezTo>
                    <a:pt x="441630" y="565500"/>
                    <a:pt x="447474" y="566168"/>
                    <a:pt x="453319" y="565943"/>
                  </a:cubicBezTo>
                  <a:cubicBezTo>
                    <a:pt x="454827" y="565930"/>
                    <a:pt x="456330" y="565808"/>
                    <a:pt x="457839" y="565708"/>
                  </a:cubicBezTo>
                  <a:cubicBezTo>
                    <a:pt x="459132" y="603180"/>
                    <a:pt x="455165" y="640648"/>
                    <a:pt x="446055" y="677019"/>
                  </a:cubicBezTo>
                  <a:cubicBezTo>
                    <a:pt x="431197" y="676210"/>
                    <a:pt x="416481" y="680278"/>
                    <a:pt x="404147" y="688604"/>
                  </a:cubicBezTo>
                  <a:cubicBezTo>
                    <a:pt x="399500" y="693206"/>
                    <a:pt x="393610" y="696350"/>
                    <a:pt x="387200" y="697652"/>
                  </a:cubicBezTo>
                  <a:cubicBezTo>
                    <a:pt x="380552" y="696839"/>
                    <a:pt x="374375" y="693794"/>
                    <a:pt x="369682" y="689015"/>
                  </a:cubicBezTo>
                  <a:cubicBezTo>
                    <a:pt x="331815" y="661741"/>
                    <a:pt x="280072" y="664482"/>
                    <a:pt x="245299" y="695605"/>
                  </a:cubicBezTo>
                  <a:cubicBezTo>
                    <a:pt x="195703" y="742353"/>
                    <a:pt x="201316" y="833697"/>
                    <a:pt x="143191" y="869154"/>
                  </a:cubicBezTo>
                  <a:cubicBezTo>
                    <a:pt x="127169" y="878928"/>
                    <a:pt x="106687" y="884098"/>
                    <a:pt x="97334" y="900423"/>
                  </a:cubicBezTo>
                  <a:cubicBezTo>
                    <a:pt x="95070" y="905622"/>
                    <a:pt x="92427" y="910647"/>
                    <a:pt x="89426" y="915458"/>
                  </a:cubicBezTo>
                  <a:cubicBezTo>
                    <a:pt x="85537" y="919756"/>
                    <a:pt x="80772" y="923169"/>
                    <a:pt x="75452" y="925468"/>
                  </a:cubicBezTo>
                  <a:cubicBezTo>
                    <a:pt x="58580" y="933039"/>
                    <a:pt x="42526" y="942316"/>
                    <a:pt x="27541" y="953154"/>
                  </a:cubicBezTo>
                  <a:cubicBezTo>
                    <a:pt x="12411" y="964246"/>
                    <a:pt x="2454" y="981025"/>
                    <a:pt x="-34" y="999620"/>
                  </a:cubicBezTo>
                  <a:cubicBezTo>
                    <a:pt x="-249" y="1013123"/>
                    <a:pt x="2648" y="1026495"/>
                    <a:pt x="8434" y="1038698"/>
                  </a:cubicBezTo>
                  <a:cubicBezTo>
                    <a:pt x="17108" y="1060026"/>
                    <a:pt x="27783" y="1080484"/>
                    <a:pt x="40317" y="1099798"/>
                  </a:cubicBezTo>
                  <a:cubicBezTo>
                    <a:pt x="33548" y="1108622"/>
                    <a:pt x="29116" y="1119012"/>
                    <a:pt x="27433" y="1130006"/>
                  </a:cubicBezTo>
                  <a:cubicBezTo>
                    <a:pt x="23297" y="1158835"/>
                    <a:pt x="37087" y="1187166"/>
                    <a:pt x="38612" y="1216252"/>
                  </a:cubicBezTo>
                  <a:cubicBezTo>
                    <a:pt x="39943" y="1241665"/>
                    <a:pt x="31896" y="1266487"/>
                    <a:pt x="27292" y="1291511"/>
                  </a:cubicBezTo>
                  <a:cubicBezTo>
                    <a:pt x="9324" y="1389174"/>
                    <a:pt x="43846" y="1488100"/>
                    <a:pt x="78979" y="1580927"/>
                  </a:cubicBezTo>
                  <a:cubicBezTo>
                    <a:pt x="85663" y="1596009"/>
                    <a:pt x="89810" y="1612092"/>
                    <a:pt x="91251" y="1628525"/>
                  </a:cubicBezTo>
                  <a:cubicBezTo>
                    <a:pt x="92190" y="1658823"/>
                    <a:pt x="74830" y="1686583"/>
                    <a:pt x="70077" y="1716517"/>
                  </a:cubicBezTo>
                  <a:cubicBezTo>
                    <a:pt x="60087" y="1779417"/>
                    <a:pt x="106242" y="1838585"/>
                    <a:pt x="107198" y="1902274"/>
                  </a:cubicBezTo>
                  <a:cubicBezTo>
                    <a:pt x="107638" y="1931597"/>
                    <a:pt x="98452" y="1961442"/>
                    <a:pt x="105750" y="1989837"/>
                  </a:cubicBezTo>
                  <a:cubicBezTo>
                    <a:pt x="110621" y="2008787"/>
                    <a:pt x="122387" y="2025071"/>
                    <a:pt x="130737" y="2042751"/>
                  </a:cubicBezTo>
                  <a:cubicBezTo>
                    <a:pt x="145532" y="2074080"/>
                    <a:pt x="149501" y="2109624"/>
                    <a:pt x="163624" y="2141265"/>
                  </a:cubicBezTo>
                  <a:cubicBezTo>
                    <a:pt x="180520" y="2175727"/>
                    <a:pt x="205558" y="2205553"/>
                    <a:pt x="236572" y="2228163"/>
                  </a:cubicBezTo>
                  <a:cubicBezTo>
                    <a:pt x="254350" y="2284370"/>
                    <a:pt x="229127" y="2352240"/>
                    <a:pt x="236300" y="2412053"/>
                  </a:cubicBezTo>
                  <a:cubicBezTo>
                    <a:pt x="245952" y="2408302"/>
                    <a:pt x="255679" y="2404746"/>
                    <a:pt x="265444" y="2401299"/>
                  </a:cubicBezTo>
                  <a:cubicBezTo>
                    <a:pt x="259340" y="2490826"/>
                    <a:pt x="281961" y="2579965"/>
                    <a:pt x="330016" y="2655748"/>
                  </a:cubicBezTo>
                  <a:cubicBezTo>
                    <a:pt x="345907" y="2680498"/>
                    <a:pt x="364528" y="2703733"/>
                    <a:pt x="376474" y="2730632"/>
                  </a:cubicBezTo>
                  <a:cubicBezTo>
                    <a:pt x="384304" y="2749822"/>
                    <a:pt x="390373" y="2769685"/>
                    <a:pt x="394604" y="2789975"/>
                  </a:cubicBezTo>
                  <a:cubicBezTo>
                    <a:pt x="411766" y="2861384"/>
                    <a:pt x="428928" y="2932792"/>
                    <a:pt x="446089" y="3004200"/>
                  </a:cubicBezTo>
                  <a:cubicBezTo>
                    <a:pt x="459988" y="3062033"/>
                    <a:pt x="473988" y="3120985"/>
                    <a:pt x="469814" y="3180333"/>
                  </a:cubicBezTo>
                  <a:cubicBezTo>
                    <a:pt x="466905" y="3221687"/>
                    <a:pt x="456536" y="3268184"/>
                    <a:pt x="481889" y="3300881"/>
                  </a:cubicBezTo>
                  <a:cubicBezTo>
                    <a:pt x="488006" y="3307131"/>
                    <a:pt x="493168" y="3314250"/>
                    <a:pt x="497206" y="3322008"/>
                  </a:cubicBezTo>
                  <a:cubicBezTo>
                    <a:pt x="499734" y="3331104"/>
                    <a:pt x="499821" y="3340705"/>
                    <a:pt x="497458" y="3349846"/>
                  </a:cubicBezTo>
                  <a:cubicBezTo>
                    <a:pt x="485085" y="3418933"/>
                    <a:pt x="476597" y="3488660"/>
                    <a:pt x="472035" y="3558699"/>
                  </a:cubicBezTo>
                  <a:cubicBezTo>
                    <a:pt x="466299" y="3566438"/>
                    <a:pt x="460633" y="3574145"/>
                    <a:pt x="455363" y="3581867"/>
                  </a:cubicBezTo>
                  <a:cubicBezTo>
                    <a:pt x="413258" y="3643453"/>
                    <a:pt x="393008" y="3717121"/>
                    <a:pt x="376617" y="3789983"/>
                  </a:cubicBezTo>
                  <a:cubicBezTo>
                    <a:pt x="344710" y="3932487"/>
                    <a:pt x="330360" y="4078724"/>
                    <a:pt x="323803" y="4224670"/>
                  </a:cubicBezTo>
                  <a:cubicBezTo>
                    <a:pt x="302695" y="4243788"/>
                    <a:pt x="284530" y="4265923"/>
                    <a:pt x="269897" y="4290356"/>
                  </a:cubicBezTo>
                  <a:cubicBezTo>
                    <a:pt x="247824" y="4331217"/>
                    <a:pt x="244984" y="4379402"/>
                    <a:pt x="242653" y="4425902"/>
                  </a:cubicBezTo>
                  <a:cubicBezTo>
                    <a:pt x="241667" y="4433438"/>
                    <a:pt x="242517" y="4441101"/>
                    <a:pt x="245130" y="4448237"/>
                  </a:cubicBezTo>
                  <a:cubicBezTo>
                    <a:pt x="250425" y="4457176"/>
                    <a:pt x="258628" y="4464027"/>
                    <a:pt x="268367" y="4467643"/>
                  </a:cubicBezTo>
                  <a:cubicBezTo>
                    <a:pt x="272570" y="4469705"/>
                    <a:pt x="276802" y="4471705"/>
                    <a:pt x="281062" y="4473643"/>
                  </a:cubicBezTo>
                  <a:cubicBezTo>
                    <a:pt x="278285" y="4483867"/>
                    <a:pt x="275855" y="4494348"/>
                    <a:pt x="273678" y="4504884"/>
                  </a:cubicBezTo>
                  <a:cubicBezTo>
                    <a:pt x="257530" y="4486659"/>
                    <a:pt x="228677" y="4457757"/>
                    <a:pt x="223785" y="4478920"/>
                  </a:cubicBezTo>
                  <a:cubicBezTo>
                    <a:pt x="207600" y="4549531"/>
                    <a:pt x="198812" y="4621636"/>
                    <a:pt x="197562" y="4694067"/>
                  </a:cubicBezTo>
                  <a:cubicBezTo>
                    <a:pt x="197053" y="4698735"/>
                    <a:pt x="197940" y="4703449"/>
                    <a:pt x="200110" y="4707613"/>
                  </a:cubicBezTo>
                  <a:cubicBezTo>
                    <a:pt x="204357" y="4712580"/>
                    <a:pt x="210482" y="4715552"/>
                    <a:pt x="217011" y="4715815"/>
                  </a:cubicBezTo>
                  <a:cubicBezTo>
                    <a:pt x="287384" y="4728385"/>
                    <a:pt x="358747" y="4734586"/>
                    <a:pt x="430232" y="4734343"/>
                  </a:cubicBezTo>
                  <a:cubicBezTo>
                    <a:pt x="488145" y="4734123"/>
                    <a:pt x="545912" y="4729656"/>
                    <a:pt x="603607" y="4725262"/>
                  </a:cubicBezTo>
                  <a:cubicBezTo>
                    <a:pt x="623275" y="4723724"/>
                    <a:pt x="643016" y="4722186"/>
                    <a:pt x="662684" y="4720722"/>
                  </a:cubicBezTo>
                  <a:cubicBezTo>
                    <a:pt x="723452" y="4717460"/>
                    <a:pt x="783917" y="4709948"/>
                    <a:pt x="843635" y="4698241"/>
                  </a:cubicBezTo>
                  <a:cubicBezTo>
                    <a:pt x="869788" y="4692529"/>
                    <a:pt x="896740" y="4684474"/>
                    <a:pt x="916335" y="4666093"/>
                  </a:cubicBezTo>
                  <a:cubicBezTo>
                    <a:pt x="935858" y="4647786"/>
                    <a:pt x="945693" y="4616444"/>
                    <a:pt x="932144" y="4593231"/>
                  </a:cubicBezTo>
                  <a:cubicBezTo>
                    <a:pt x="932154" y="4593150"/>
                    <a:pt x="932127" y="4593070"/>
                    <a:pt x="932070" y="4593011"/>
                  </a:cubicBezTo>
                  <a:cubicBezTo>
                    <a:pt x="915534" y="4564965"/>
                    <a:pt x="877072" y="4562840"/>
                    <a:pt x="844873" y="4558374"/>
                  </a:cubicBezTo>
                  <a:cubicBezTo>
                    <a:pt x="813002" y="4553903"/>
                    <a:pt x="782117" y="4544074"/>
                    <a:pt x="753524" y="4529302"/>
                  </a:cubicBezTo>
                  <a:cubicBezTo>
                    <a:pt x="747087" y="4525966"/>
                    <a:pt x="740813" y="4522336"/>
                    <a:pt x="734593" y="4518606"/>
                  </a:cubicBezTo>
                  <a:cubicBezTo>
                    <a:pt x="736242" y="4518148"/>
                    <a:pt x="737907" y="4517766"/>
                    <a:pt x="739537" y="4517219"/>
                  </a:cubicBezTo>
                  <a:cubicBezTo>
                    <a:pt x="767146" y="4507919"/>
                    <a:pt x="789146" y="4486683"/>
                    <a:pt x="815225" y="4473721"/>
                  </a:cubicBezTo>
                  <a:cubicBezTo>
                    <a:pt x="845456" y="4458783"/>
                    <a:pt x="879766" y="4455488"/>
                    <a:pt x="913204" y="4451240"/>
                  </a:cubicBezTo>
                  <a:cubicBezTo>
                    <a:pt x="946567" y="4446919"/>
                    <a:pt x="981023" y="4440988"/>
                    <a:pt x="1008777" y="4421948"/>
                  </a:cubicBezTo>
                  <a:cubicBezTo>
                    <a:pt x="1034784" y="4404081"/>
                    <a:pt x="1053214" y="4371640"/>
                    <a:pt x="1047167" y="4341177"/>
                  </a:cubicBezTo>
                  <a:cubicBezTo>
                    <a:pt x="1046772" y="4339021"/>
                    <a:pt x="1046236" y="4336893"/>
                    <a:pt x="1045565" y="4334806"/>
                  </a:cubicBezTo>
                  <a:cubicBezTo>
                    <a:pt x="1035222" y="4301707"/>
                    <a:pt x="999454" y="4284132"/>
                    <a:pt x="966018" y="4275418"/>
                  </a:cubicBezTo>
                  <a:cubicBezTo>
                    <a:pt x="932654" y="4266703"/>
                    <a:pt x="896376" y="4262310"/>
                    <a:pt x="869350" y="4240780"/>
                  </a:cubicBezTo>
                  <a:cubicBezTo>
                    <a:pt x="868039" y="4239755"/>
                    <a:pt x="866727" y="4238657"/>
                    <a:pt x="865416" y="4237558"/>
                  </a:cubicBezTo>
                  <a:cubicBezTo>
                    <a:pt x="863105" y="4235668"/>
                    <a:pt x="860725" y="4233748"/>
                    <a:pt x="858312" y="4231890"/>
                  </a:cubicBezTo>
                  <a:cubicBezTo>
                    <a:pt x="864279" y="4221816"/>
                    <a:pt x="867032" y="4210162"/>
                    <a:pt x="866202" y="4198483"/>
                  </a:cubicBezTo>
                  <a:cubicBezTo>
                    <a:pt x="864780" y="4180079"/>
                    <a:pt x="854086" y="4163949"/>
                    <a:pt x="846828" y="4146993"/>
                  </a:cubicBezTo>
                  <a:cubicBezTo>
                    <a:pt x="832591" y="4113737"/>
                    <a:pt x="831447" y="4076588"/>
                    <a:pt x="827606" y="4040589"/>
                  </a:cubicBezTo>
                  <a:cubicBezTo>
                    <a:pt x="817962" y="3950199"/>
                    <a:pt x="790241" y="3862921"/>
                    <a:pt x="769290" y="3774485"/>
                  </a:cubicBezTo>
                  <a:cubicBezTo>
                    <a:pt x="766914" y="3764457"/>
                    <a:pt x="764642" y="3754380"/>
                    <a:pt x="762475" y="3744253"/>
                  </a:cubicBezTo>
                  <a:cubicBezTo>
                    <a:pt x="782857" y="3701898"/>
                    <a:pt x="807827" y="3661907"/>
                    <a:pt x="836934" y="3624999"/>
                  </a:cubicBezTo>
                  <a:cubicBezTo>
                    <a:pt x="870118" y="3583369"/>
                    <a:pt x="894392" y="3535363"/>
                    <a:pt x="908250" y="3483961"/>
                  </a:cubicBezTo>
                  <a:cubicBezTo>
                    <a:pt x="912548" y="3468216"/>
                    <a:pt x="915754" y="3452179"/>
                    <a:pt x="919032" y="3436142"/>
                  </a:cubicBezTo>
                  <a:cubicBezTo>
                    <a:pt x="956256" y="3251313"/>
                    <a:pt x="991344" y="3066068"/>
                    <a:pt x="1024295" y="2880409"/>
                  </a:cubicBezTo>
                  <a:cubicBezTo>
                    <a:pt x="1029738" y="2853950"/>
                    <a:pt x="1032871" y="2827069"/>
                    <a:pt x="1033661" y="2800068"/>
                  </a:cubicBezTo>
                  <a:cubicBezTo>
                    <a:pt x="1042279" y="2775612"/>
                    <a:pt x="1046942" y="2749937"/>
                    <a:pt x="1047473" y="2724013"/>
                  </a:cubicBezTo>
                  <a:cubicBezTo>
                    <a:pt x="1057058" y="2686426"/>
                    <a:pt x="1066821" y="2647000"/>
                    <a:pt x="1058970" y="2622350"/>
                  </a:cubicBezTo>
                  <a:cubicBezTo>
                    <a:pt x="1053417" y="2604945"/>
                    <a:pt x="1050620" y="2545408"/>
                    <a:pt x="1047617" y="2488368"/>
                  </a:cubicBezTo>
                  <a:cubicBezTo>
                    <a:pt x="1048457" y="2457784"/>
                    <a:pt x="1046588" y="2427185"/>
                    <a:pt x="1042031" y="2396930"/>
                  </a:cubicBezTo>
                  <a:cubicBezTo>
                    <a:pt x="1041176" y="2391759"/>
                    <a:pt x="1040122" y="2386584"/>
                    <a:pt x="1038963" y="2381416"/>
                  </a:cubicBezTo>
                  <a:cubicBezTo>
                    <a:pt x="1038502" y="2378851"/>
                    <a:pt x="1037890" y="2376315"/>
                    <a:pt x="1037129" y="2373822"/>
                  </a:cubicBezTo>
                  <a:cubicBezTo>
                    <a:pt x="1032796" y="2356670"/>
                    <a:pt x="1026755" y="2339994"/>
                    <a:pt x="1019095" y="2324047"/>
                  </a:cubicBezTo>
                  <a:cubicBezTo>
                    <a:pt x="1015187" y="2314505"/>
                    <a:pt x="1010671" y="2305225"/>
                    <a:pt x="1005573" y="2296263"/>
                  </a:cubicBezTo>
                  <a:cubicBezTo>
                    <a:pt x="1002505" y="2290975"/>
                    <a:pt x="999051" y="2285921"/>
                    <a:pt x="995240" y="2281142"/>
                  </a:cubicBezTo>
                  <a:cubicBezTo>
                    <a:pt x="1016552" y="2281989"/>
                    <a:pt x="1037805" y="2283945"/>
                    <a:pt x="1058914" y="2287002"/>
                  </a:cubicBezTo>
                  <a:cubicBezTo>
                    <a:pt x="1064109" y="2287780"/>
                    <a:pt x="1070438" y="2288199"/>
                    <a:pt x="1073548" y="2283943"/>
                  </a:cubicBezTo>
                  <a:cubicBezTo>
                    <a:pt x="1074935" y="2281626"/>
                    <a:pt x="1075613" y="2278953"/>
                    <a:pt x="1075497" y="2276255"/>
                  </a:cubicBezTo>
                  <a:cubicBezTo>
                    <a:pt x="1076487" y="2252089"/>
                    <a:pt x="1070744" y="2228123"/>
                    <a:pt x="1058910" y="2207029"/>
                  </a:cubicBezTo>
                  <a:cubicBezTo>
                    <a:pt x="1050730" y="2192516"/>
                    <a:pt x="1039366" y="2178321"/>
                    <a:pt x="1039680" y="2161643"/>
                  </a:cubicBezTo>
                  <a:cubicBezTo>
                    <a:pt x="1040270" y="2153869"/>
                    <a:pt x="1042170" y="2146250"/>
                    <a:pt x="1045298" y="2139108"/>
                  </a:cubicBezTo>
                  <a:cubicBezTo>
                    <a:pt x="1054776" y="2113701"/>
                    <a:pt x="1064253" y="2088294"/>
                    <a:pt x="1073729" y="2062887"/>
                  </a:cubicBezTo>
                  <a:cubicBezTo>
                    <a:pt x="1097730" y="1998543"/>
                    <a:pt x="1086309" y="1923804"/>
                    <a:pt x="1098774" y="1856238"/>
                  </a:cubicBezTo>
                  <a:cubicBezTo>
                    <a:pt x="1108515" y="1803420"/>
                    <a:pt x="1114758" y="1750016"/>
                    <a:pt x="1117459" y="1696376"/>
                  </a:cubicBezTo>
                  <a:cubicBezTo>
                    <a:pt x="1119767" y="1650525"/>
                    <a:pt x="1118332" y="1600871"/>
                    <a:pt x="1090811" y="1564235"/>
                  </a:cubicBezTo>
                  <a:cubicBezTo>
                    <a:pt x="1082759" y="1555397"/>
                    <a:pt x="1075779" y="1545640"/>
                    <a:pt x="1070016" y="1535166"/>
                  </a:cubicBezTo>
                  <a:cubicBezTo>
                    <a:pt x="1066065" y="1524024"/>
                    <a:pt x="1064381" y="1512204"/>
                    <a:pt x="1065064" y="1500401"/>
                  </a:cubicBezTo>
                  <a:cubicBezTo>
                    <a:pt x="1064584" y="1428655"/>
                    <a:pt x="1066033" y="1356931"/>
                    <a:pt x="1069409" y="1285230"/>
                  </a:cubicBezTo>
                  <a:cubicBezTo>
                    <a:pt x="1190013" y="1281985"/>
                    <a:pt x="1310117" y="1268408"/>
                    <a:pt x="1428401" y="1244648"/>
                  </a:cubicBezTo>
                  <a:cubicBezTo>
                    <a:pt x="1442332" y="1242237"/>
                    <a:pt x="1456011" y="1238551"/>
                    <a:pt x="1469267" y="1233637"/>
                  </a:cubicBezTo>
                  <a:cubicBezTo>
                    <a:pt x="1483972" y="1226598"/>
                    <a:pt x="1497828" y="1217910"/>
                    <a:pt x="1510569" y="1207741"/>
                  </a:cubicBezTo>
                  <a:cubicBezTo>
                    <a:pt x="1550814" y="1178656"/>
                    <a:pt x="1591632" y="1149028"/>
                    <a:pt x="1622232" y="1109831"/>
                  </a:cubicBezTo>
                  <a:cubicBezTo>
                    <a:pt x="1658666" y="1062432"/>
                    <a:pt x="1681545" y="1006028"/>
                    <a:pt x="1688425" y="946642"/>
                  </a:cubicBezTo>
                  <a:cubicBezTo>
                    <a:pt x="1717534" y="919682"/>
                    <a:pt x="1732990" y="881361"/>
                    <a:pt x="1747562" y="844368"/>
                  </a:cubicBezTo>
                  <a:cubicBezTo>
                    <a:pt x="1754761" y="828666"/>
                    <a:pt x="1759316" y="811883"/>
                    <a:pt x="1761043" y="794696"/>
                  </a:cubicBezTo>
                  <a:cubicBezTo>
                    <a:pt x="1761825" y="777107"/>
                    <a:pt x="1750231" y="758668"/>
                    <a:pt x="1753437" y="741358"/>
                  </a:cubicBezTo>
                  <a:cubicBezTo>
                    <a:pt x="1759034" y="711546"/>
                    <a:pt x="1774085" y="684329"/>
                    <a:pt x="1796361" y="663739"/>
                  </a:cubicBezTo>
                  <a:cubicBezTo>
                    <a:pt x="1801084" y="660350"/>
                    <a:pt x="1804649" y="655588"/>
                    <a:pt x="1806570" y="650101"/>
                  </a:cubicBezTo>
                  <a:cubicBezTo>
                    <a:pt x="1807169" y="645525"/>
                    <a:pt x="1806319" y="640877"/>
                    <a:pt x="1804140" y="636808"/>
                  </a:cubicBezTo>
                  <a:cubicBezTo>
                    <a:pt x="1803900" y="636270"/>
                    <a:pt x="1803559" y="635797"/>
                    <a:pt x="1803307" y="635266"/>
                  </a:cubicBezTo>
                  <a:cubicBezTo>
                    <a:pt x="1806083" y="633507"/>
                    <a:pt x="1808835" y="631696"/>
                    <a:pt x="1811545" y="629796"/>
                  </a:cubicBezTo>
                  <a:cubicBezTo>
                    <a:pt x="1821087" y="623058"/>
                    <a:pt x="1830193" y="615589"/>
                    <a:pt x="1839081" y="608266"/>
                  </a:cubicBezTo>
                  <a:cubicBezTo>
                    <a:pt x="1852739" y="598028"/>
                    <a:pt x="1864794" y="585811"/>
                    <a:pt x="1874848" y="572018"/>
                  </a:cubicBezTo>
                  <a:cubicBezTo>
                    <a:pt x="1884973" y="557978"/>
                    <a:pt x="1888409" y="540195"/>
                    <a:pt x="1884245" y="523393"/>
                  </a:cubicBezTo>
                  <a:close/>
                  <a:moveTo>
                    <a:pt x="570346" y="4449227"/>
                  </a:moveTo>
                  <a:cubicBezTo>
                    <a:pt x="567928" y="4449397"/>
                    <a:pt x="565501" y="4449516"/>
                    <a:pt x="563104" y="4449848"/>
                  </a:cubicBezTo>
                  <a:cubicBezTo>
                    <a:pt x="554121" y="4451073"/>
                    <a:pt x="545361" y="4453589"/>
                    <a:pt x="537097" y="4457317"/>
                  </a:cubicBezTo>
                  <a:cubicBezTo>
                    <a:pt x="536428" y="4457626"/>
                    <a:pt x="535797" y="4458009"/>
                    <a:pt x="535135" y="4458333"/>
                  </a:cubicBezTo>
                  <a:cubicBezTo>
                    <a:pt x="546450" y="4433898"/>
                    <a:pt x="557033" y="4409119"/>
                    <a:pt x="566672" y="4383942"/>
                  </a:cubicBezTo>
                  <a:cubicBezTo>
                    <a:pt x="567820" y="4380970"/>
                    <a:pt x="568903" y="4377961"/>
                    <a:pt x="570026" y="4374975"/>
                  </a:cubicBezTo>
                  <a:cubicBezTo>
                    <a:pt x="569608" y="4380572"/>
                    <a:pt x="569207" y="4386185"/>
                    <a:pt x="568786" y="4391777"/>
                  </a:cubicBezTo>
                  <a:cubicBezTo>
                    <a:pt x="566614" y="4410906"/>
                    <a:pt x="567139" y="4430245"/>
                    <a:pt x="570346" y="4449227"/>
                  </a:cubicBezTo>
                  <a:close/>
                </a:path>
              </a:pathLst>
            </a:custGeom>
            <a:solidFill>
              <a:srgbClr val="80808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66A81FEF-ECE0-442D-BE0D-B5CDD7BCE036}"/>
                </a:ext>
              </a:extLst>
            </p:cNvPr>
            <p:cNvSpPr/>
            <p:nvPr/>
          </p:nvSpPr>
          <p:spPr>
            <a:xfrm>
              <a:off x="2887339" y="1216911"/>
              <a:ext cx="400727" cy="364159"/>
            </a:xfrm>
            <a:custGeom>
              <a:avLst/>
              <a:gdLst>
                <a:gd name="connsiteX0" fmla="*/ 331989 w 400727"/>
                <a:gd name="connsiteY0" fmla="*/ 245607 h 364159"/>
                <a:gd name="connsiteX1" fmla="*/ 348598 w 400727"/>
                <a:gd name="connsiteY1" fmla="*/ 363618 h 364159"/>
                <a:gd name="connsiteX2" fmla="*/ -45 w 400727"/>
                <a:gd name="connsiteY2" fmla="*/ 330036 h 364159"/>
                <a:gd name="connsiteX3" fmla="*/ 59907 w 400727"/>
                <a:gd name="connsiteY3" fmla="*/ 234024 h 364159"/>
                <a:gd name="connsiteX4" fmla="*/ 71344 w 400727"/>
                <a:gd name="connsiteY4" fmla="*/ 86511 h 364159"/>
                <a:gd name="connsiteX5" fmla="*/ 69888 w 400727"/>
                <a:gd name="connsiteY5" fmla="*/ 78352 h 364159"/>
                <a:gd name="connsiteX6" fmla="*/ 57431 w 400727"/>
                <a:gd name="connsiteY6" fmla="*/ 16068 h 364159"/>
                <a:gd name="connsiteX7" fmla="*/ 97642 w 400727"/>
                <a:gd name="connsiteY7" fmla="*/ 989 h 364159"/>
                <a:gd name="connsiteX8" fmla="*/ 253971 w 400727"/>
                <a:gd name="connsiteY8" fmla="*/ 21167 h 364159"/>
                <a:gd name="connsiteX9" fmla="*/ 400683 w 400727"/>
                <a:gd name="connsiteY9" fmla="*/ 52856 h 364159"/>
                <a:gd name="connsiteX10" fmla="*/ 343863 w 400727"/>
                <a:gd name="connsiteY10" fmla="*/ 169920 h 364159"/>
                <a:gd name="connsiteX11" fmla="*/ 331989 w 400727"/>
                <a:gd name="connsiteY11" fmla="*/ 245607 h 3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0727" h="364159">
                  <a:moveTo>
                    <a:pt x="331989" y="245607"/>
                  </a:moveTo>
                  <a:cubicBezTo>
                    <a:pt x="333009" y="285382"/>
                    <a:pt x="346486" y="323917"/>
                    <a:pt x="348598" y="363618"/>
                  </a:cubicBezTo>
                  <a:cubicBezTo>
                    <a:pt x="231461" y="369446"/>
                    <a:pt x="115927" y="312626"/>
                    <a:pt x="-45" y="330036"/>
                  </a:cubicBezTo>
                  <a:cubicBezTo>
                    <a:pt x="32371" y="309057"/>
                    <a:pt x="49710" y="271249"/>
                    <a:pt x="59907" y="234024"/>
                  </a:cubicBezTo>
                  <a:cubicBezTo>
                    <a:pt x="72902" y="186000"/>
                    <a:pt x="76782" y="135964"/>
                    <a:pt x="71344" y="86511"/>
                  </a:cubicBezTo>
                  <a:cubicBezTo>
                    <a:pt x="71033" y="83763"/>
                    <a:pt x="70547" y="81038"/>
                    <a:pt x="69888" y="78352"/>
                  </a:cubicBezTo>
                  <a:cubicBezTo>
                    <a:pt x="65589" y="58902"/>
                    <a:pt x="54444" y="31366"/>
                    <a:pt x="57431" y="16068"/>
                  </a:cubicBezTo>
                  <a:cubicBezTo>
                    <a:pt x="61365" y="-4183"/>
                    <a:pt x="80451" y="-176"/>
                    <a:pt x="97642" y="989"/>
                  </a:cubicBezTo>
                  <a:cubicBezTo>
                    <a:pt x="150068" y="4982"/>
                    <a:pt x="202249" y="11718"/>
                    <a:pt x="253971" y="21167"/>
                  </a:cubicBezTo>
                  <a:cubicBezTo>
                    <a:pt x="267447" y="23499"/>
                    <a:pt x="398716" y="56280"/>
                    <a:pt x="400683" y="52856"/>
                  </a:cubicBezTo>
                  <a:cubicBezTo>
                    <a:pt x="377674" y="89768"/>
                    <a:pt x="358628" y="129007"/>
                    <a:pt x="343863" y="169920"/>
                  </a:cubicBezTo>
                  <a:cubicBezTo>
                    <a:pt x="335668" y="194300"/>
                    <a:pt x="331654" y="219889"/>
                    <a:pt x="331989" y="245607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82AB5017-9653-47A5-8759-165AC35522C9}"/>
                </a:ext>
              </a:extLst>
            </p:cNvPr>
            <p:cNvSpPr/>
            <p:nvPr/>
          </p:nvSpPr>
          <p:spPr>
            <a:xfrm>
              <a:off x="4141347" y="1093162"/>
              <a:ext cx="247553" cy="328030"/>
            </a:xfrm>
            <a:custGeom>
              <a:avLst/>
              <a:gdLst>
                <a:gd name="connsiteX0" fmla="*/ 236384 w 247553"/>
                <a:gd name="connsiteY0" fmla="*/ 246465 h 328030"/>
                <a:gd name="connsiteX1" fmla="*/ 200617 w 247553"/>
                <a:gd name="connsiteY1" fmla="*/ 282524 h 328030"/>
                <a:gd name="connsiteX2" fmla="*/ 173080 w 247553"/>
                <a:gd name="connsiteY2" fmla="*/ 303941 h 328030"/>
                <a:gd name="connsiteX3" fmla="*/ 114512 w 247553"/>
                <a:gd name="connsiteY3" fmla="*/ 327761 h 328030"/>
                <a:gd name="connsiteX4" fmla="*/ 10050 w 247553"/>
                <a:gd name="connsiteY4" fmla="*/ 289371 h 328030"/>
                <a:gd name="connsiteX5" fmla="*/ 70 w 247553"/>
                <a:gd name="connsiteY5" fmla="*/ 249379 h 328030"/>
                <a:gd name="connsiteX6" fmla="*/ 9685 w 247553"/>
                <a:gd name="connsiteY6" fmla="*/ 193432 h 328030"/>
                <a:gd name="connsiteX7" fmla="*/ 54850 w 247553"/>
                <a:gd name="connsiteY7" fmla="*/ 111699 h 328030"/>
                <a:gd name="connsiteX8" fmla="*/ 127478 w 247553"/>
                <a:gd name="connsiteY8" fmla="*/ 39071 h 328030"/>
                <a:gd name="connsiteX9" fmla="*/ 158364 w 247553"/>
                <a:gd name="connsiteY9" fmla="*/ 24866 h 328030"/>
                <a:gd name="connsiteX10" fmla="*/ 212927 w 247553"/>
                <a:gd name="connsiteY10" fmla="*/ 2503 h 328030"/>
                <a:gd name="connsiteX11" fmla="*/ 222833 w 247553"/>
                <a:gd name="connsiteY11" fmla="*/ -120 h 328030"/>
                <a:gd name="connsiteX12" fmla="*/ 231866 w 247553"/>
                <a:gd name="connsiteY12" fmla="*/ 34482 h 328030"/>
                <a:gd name="connsiteX13" fmla="*/ 167398 w 247553"/>
                <a:gd name="connsiteY13" fmla="*/ 93196 h 328030"/>
                <a:gd name="connsiteX14" fmla="*/ 206297 w 247553"/>
                <a:gd name="connsiteY14" fmla="*/ 123354 h 328030"/>
                <a:gd name="connsiteX15" fmla="*/ 211543 w 247553"/>
                <a:gd name="connsiteY15" fmla="*/ 135520 h 328030"/>
                <a:gd name="connsiteX16" fmla="*/ 229318 w 247553"/>
                <a:gd name="connsiteY16" fmla="*/ 140109 h 328030"/>
                <a:gd name="connsiteX17" fmla="*/ 235800 w 247553"/>
                <a:gd name="connsiteY17" fmla="*/ 170632 h 328030"/>
                <a:gd name="connsiteX18" fmla="*/ 245780 w 247553"/>
                <a:gd name="connsiteY18" fmla="*/ 198095 h 328030"/>
                <a:gd name="connsiteX19" fmla="*/ 236384 w 247553"/>
                <a:gd name="connsiteY19" fmla="*/ 246465 h 328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47553" h="328030">
                  <a:moveTo>
                    <a:pt x="236384" y="246465"/>
                  </a:moveTo>
                  <a:cubicBezTo>
                    <a:pt x="226320" y="260196"/>
                    <a:pt x="214265" y="272349"/>
                    <a:pt x="200617" y="282524"/>
                  </a:cubicBezTo>
                  <a:cubicBezTo>
                    <a:pt x="191728" y="289809"/>
                    <a:pt x="182622" y="297239"/>
                    <a:pt x="173080" y="303941"/>
                  </a:cubicBezTo>
                  <a:cubicBezTo>
                    <a:pt x="156086" y="317057"/>
                    <a:pt x="135837" y="325293"/>
                    <a:pt x="114512" y="327761"/>
                  </a:cubicBezTo>
                  <a:cubicBezTo>
                    <a:pt x="86611" y="329655"/>
                    <a:pt x="27387" y="313265"/>
                    <a:pt x="10050" y="289371"/>
                  </a:cubicBezTo>
                  <a:cubicBezTo>
                    <a:pt x="2741" y="277362"/>
                    <a:pt x="-740" y="263414"/>
                    <a:pt x="70" y="249379"/>
                  </a:cubicBezTo>
                  <a:cubicBezTo>
                    <a:pt x="361" y="230345"/>
                    <a:pt x="3605" y="211471"/>
                    <a:pt x="9685" y="193432"/>
                  </a:cubicBezTo>
                  <a:cubicBezTo>
                    <a:pt x="20552" y="164075"/>
                    <a:pt x="35778" y="136522"/>
                    <a:pt x="54850" y="111699"/>
                  </a:cubicBezTo>
                  <a:cubicBezTo>
                    <a:pt x="75028" y="83653"/>
                    <a:pt x="97465" y="56045"/>
                    <a:pt x="127478" y="39071"/>
                  </a:cubicBezTo>
                  <a:cubicBezTo>
                    <a:pt x="137478" y="33719"/>
                    <a:pt x="147792" y="28975"/>
                    <a:pt x="158364" y="24866"/>
                  </a:cubicBezTo>
                  <a:cubicBezTo>
                    <a:pt x="176577" y="17436"/>
                    <a:pt x="194716" y="9932"/>
                    <a:pt x="212927" y="2503"/>
                  </a:cubicBezTo>
                  <a:cubicBezTo>
                    <a:pt x="216026" y="988"/>
                    <a:pt x="219392" y="97"/>
                    <a:pt x="222833" y="-120"/>
                  </a:cubicBezTo>
                  <a:cubicBezTo>
                    <a:pt x="237476" y="25"/>
                    <a:pt x="240172" y="22389"/>
                    <a:pt x="231866" y="34482"/>
                  </a:cubicBezTo>
                  <a:cubicBezTo>
                    <a:pt x="215257" y="58812"/>
                    <a:pt x="177888" y="65587"/>
                    <a:pt x="167398" y="93196"/>
                  </a:cubicBezTo>
                  <a:cubicBezTo>
                    <a:pt x="185530" y="93757"/>
                    <a:pt x="201236" y="105934"/>
                    <a:pt x="206297" y="123354"/>
                  </a:cubicBezTo>
                  <a:cubicBezTo>
                    <a:pt x="206709" y="127864"/>
                    <a:pt x="208546" y="132125"/>
                    <a:pt x="211543" y="135520"/>
                  </a:cubicBezTo>
                  <a:cubicBezTo>
                    <a:pt x="216351" y="139381"/>
                    <a:pt x="223854" y="137195"/>
                    <a:pt x="229318" y="140109"/>
                  </a:cubicBezTo>
                  <a:cubicBezTo>
                    <a:pt x="239005" y="145281"/>
                    <a:pt x="234781" y="159705"/>
                    <a:pt x="235800" y="170632"/>
                  </a:cubicBezTo>
                  <a:cubicBezTo>
                    <a:pt x="238179" y="180103"/>
                    <a:pt x="241523" y="189306"/>
                    <a:pt x="245780" y="198095"/>
                  </a:cubicBezTo>
                  <a:cubicBezTo>
                    <a:pt x="249943" y="214815"/>
                    <a:pt x="246503" y="232519"/>
                    <a:pt x="236384" y="246465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60053894-871A-44C1-9AD4-8FB1E1DBD98E}"/>
                </a:ext>
              </a:extLst>
            </p:cNvPr>
            <p:cNvSpPr/>
            <p:nvPr/>
          </p:nvSpPr>
          <p:spPr>
            <a:xfrm>
              <a:off x="2763102" y="5142476"/>
              <a:ext cx="242428" cy="196149"/>
            </a:xfrm>
            <a:custGeom>
              <a:avLst/>
              <a:gdLst>
                <a:gd name="connsiteX0" fmla="*/ -45 w 242428"/>
                <a:gd name="connsiteY0" fmla="*/ 184990 h 196149"/>
                <a:gd name="connsiteX1" fmla="*/ 36294 w 242428"/>
                <a:gd name="connsiteY1" fmla="*/ 179502 h 196149"/>
                <a:gd name="connsiteX2" fmla="*/ 240613 w 242428"/>
                <a:gd name="connsiteY2" fmla="*/ 196030 h 196149"/>
                <a:gd name="connsiteX3" fmla="*/ 216299 w 242428"/>
                <a:gd name="connsiteY3" fmla="*/ 71594 h 196149"/>
                <a:gd name="connsiteX4" fmla="*/ 208206 w 242428"/>
                <a:gd name="connsiteY4" fmla="*/ 40131 h 196149"/>
                <a:gd name="connsiteX5" fmla="*/ 156434 w 242428"/>
                <a:gd name="connsiteY5" fmla="*/ 8883 h 196149"/>
                <a:gd name="connsiteX6" fmla="*/ 41493 w 242428"/>
                <a:gd name="connsiteY6" fmla="*/ 24640 h 196149"/>
                <a:gd name="connsiteX7" fmla="*/ -45 w 242428"/>
                <a:gd name="connsiteY7" fmla="*/ 184990 h 196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428" h="196149">
                  <a:moveTo>
                    <a:pt x="-45" y="184990"/>
                  </a:moveTo>
                  <a:cubicBezTo>
                    <a:pt x="8972" y="175980"/>
                    <a:pt x="23703" y="177511"/>
                    <a:pt x="36294" y="179502"/>
                  </a:cubicBezTo>
                  <a:cubicBezTo>
                    <a:pt x="103882" y="190188"/>
                    <a:pt x="172186" y="195713"/>
                    <a:pt x="240613" y="196030"/>
                  </a:cubicBezTo>
                  <a:cubicBezTo>
                    <a:pt x="249179" y="154196"/>
                    <a:pt x="224310" y="113537"/>
                    <a:pt x="216299" y="71594"/>
                  </a:cubicBezTo>
                  <a:cubicBezTo>
                    <a:pt x="215141" y="60769"/>
                    <a:pt x="212415" y="50171"/>
                    <a:pt x="208206" y="40131"/>
                  </a:cubicBezTo>
                  <a:cubicBezTo>
                    <a:pt x="198571" y="21643"/>
                    <a:pt x="176834" y="13186"/>
                    <a:pt x="156434" y="8883"/>
                  </a:cubicBezTo>
                  <a:cubicBezTo>
                    <a:pt x="119614" y="1117"/>
                    <a:pt x="62057" y="-12587"/>
                    <a:pt x="41493" y="24640"/>
                  </a:cubicBezTo>
                  <a:cubicBezTo>
                    <a:pt x="16818" y="69307"/>
                    <a:pt x="8924" y="135279"/>
                    <a:pt x="-45" y="184990"/>
                  </a:cubicBezTo>
                  <a:close/>
                </a:path>
              </a:pathLst>
            </a:custGeom>
            <a:solidFill>
              <a:srgbClr val="65617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6F6E6804-96EC-4E88-9AA3-8C275334DB0D}"/>
                </a:ext>
              </a:extLst>
            </p:cNvPr>
            <p:cNvSpPr/>
            <p:nvPr/>
          </p:nvSpPr>
          <p:spPr>
            <a:xfrm>
              <a:off x="3070415" y="4969907"/>
              <a:ext cx="480833" cy="300051"/>
            </a:xfrm>
            <a:custGeom>
              <a:avLst/>
              <a:gdLst>
                <a:gd name="connsiteX0" fmla="*/ 441245 w 480833"/>
                <a:gd name="connsiteY0" fmla="*/ 199544 h 300051"/>
                <a:gd name="connsiteX1" fmla="*/ 345671 w 480833"/>
                <a:gd name="connsiteY1" fmla="*/ 228682 h 300051"/>
                <a:gd name="connsiteX2" fmla="*/ 247692 w 480833"/>
                <a:gd name="connsiteY2" fmla="*/ 251046 h 300051"/>
                <a:gd name="connsiteX3" fmla="*/ 172004 w 480833"/>
                <a:gd name="connsiteY3" fmla="*/ 294317 h 300051"/>
                <a:gd name="connsiteX4" fmla="*/ 93403 w 480833"/>
                <a:gd name="connsiteY4" fmla="*/ 295555 h 300051"/>
                <a:gd name="connsiteX5" fmla="*/ 12545 w 480833"/>
                <a:gd name="connsiteY5" fmla="*/ 251629 h 300051"/>
                <a:gd name="connsiteX6" fmla="*/ 1253 w 480833"/>
                <a:gd name="connsiteY6" fmla="*/ 169531 h 300051"/>
                <a:gd name="connsiteX7" fmla="*/ 8319 w 480833"/>
                <a:gd name="connsiteY7" fmla="*/ 74321 h 300051"/>
                <a:gd name="connsiteX8" fmla="*/ 14220 w 480833"/>
                <a:gd name="connsiteY8" fmla="*/ 51301 h 300051"/>
                <a:gd name="connsiteX9" fmla="*/ 120429 w 480833"/>
                <a:gd name="connsiteY9" fmla="*/ 64924 h 300051"/>
                <a:gd name="connsiteX10" fmla="*/ 249731 w 480833"/>
                <a:gd name="connsiteY10" fmla="*/ 9123 h 300051"/>
                <a:gd name="connsiteX11" fmla="*/ 259784 w 480833"/>
                <a:gd name="connsiteY11" fmla="*/ 1547 h 300051"/>
                <a:gd name="connsiteX12" fmla="*/ 297883 w 480833"/>
                <a:gd name="connsiteY12" fmla="*/ 16117 h 300051"/>
                <a:gd name="connsiteX13" fmla="*/ 301817 w 480833"/>
                <a:gd name="connsiteY13" fmla="*/ 19322 h 300051"/>
                <a:gd name="connsiteX14" fmla="*/ 398484 w 480833"/>
                <a:gd name="connsiteY14" fmla="*/ 53778 h 300051"/>
                <a:gd name="connsiteX15" fmla="*/ 478032 w 480833"/>
                <a:gd name="connsiteY15" fmla="*/ 112857 h 300051"/>
                <a:gd name="connsiteX16" fmla="*/ 479634 w 480833"/>
                <a:gd name="connsiteY16" fmla="*/ 119194 h 300051"/>
                <a:gd name="connsiteX17" fmla="*/ 441245 w 480833"/>
                <a:gd name="connsiteY17" fmla="*/ 199544 h 30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0833" h="300051">
                  <a:moveTo>
                    <a:pt x="441245" y="199544"/>
                  </a:moveTo>
                  <a:cubicBezTo>
                    <a:pt x="413491" y="218484"/>
                    <a:pt x="379035" y="224385"/>
                    <a:pt x="345671" y="228682"/>
                  </a:cubicBezTo>
                  <a:cubicBezTo>
                    <a:pt x="312233" y="232907"/>
                    <a:pt x="277923" y="236186"/>
                    <a:pt x="247692" y="251046"/>
                  </a:cubicBezTo>
                  <a:cubicBezTo>
                    <a:pt x="221613" y="263940"/>
                    <a:pt x="199614" y="285065"/>
                    <a:pt x="172004" y="294317"/>
                  </a:cubicBezTo>
                  <a:cubicBezTo>
                    <a:pt x="146329" y="301358"/>
                    <a:pt x="119288" y="301784"/>
                    <a:pt x="93403" y="295555"/>
                  </a:cubicBezTo>
                  <a:cubicBezTo>
                    <a:pt x="62371" y="289727"/>
                    <a:pt x="29299" y="278436"/>
                    <a:pt x="12545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7"/>
                    <a:pt x="8319" y="74321"/>
                  </a:cubicBezTo>
                  <a:cubicBezTo>
                    <a:pt x="8204" y="66260"/>
                    <a:pt x="10241" y="58313"/>
                    <a:pt x="14220" y="51301"/>
                  </a:cubicBezTo>
                  <a:cubicBezTo>
                    <a:pt x="36656" y="18594"/>
                    <a:pt x="91218" y="64997"/>
                    <a:pt x="120429" y="64924"/>
                  </a:cubicBezTo>
                  <a:cubicBezTo>
                    <a:pt x="166687" y="64851"/>
                    <a:pt x="216368" y="39792"/>
                    <a:pt x="249731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7"/>
                  </a:cubicBezTo>
                  <a:cubicBezTo>
                    <a:pt x="299194" y="17210"/>
                    <a:pt x="300505" y="18302"/>
                    <a:pt x="301817" y="19322"/>
                  </a:cubicBezTo>
                  <a:cubicBezTo>
                    <a:pt x="328842" y="40739"/>
                    <a:pt x="365120" y="45109"/>
                    <a:pt x="398484" y="53778"/>
                  </a:cubicBezTo>
                  <a:cubicBezTo>
                    <a:pt x="431920" y="62447"/>
                    <a:pt x="467688" y="79930"/>
                    <a:pt x="478032" y="112857"/>
                  </a:cubicBezTo>
                  <a:cubicBezTo>
                    <a:pt x="478702" y="114932"/>
                    <a:pt x="479238" y="117049"/>
                    <a:pt x="479634" y="119194"/>
                  </a:cubicBezTo>
                  <a:cubicBezTo>
                    <a:pt x="485682" y="149498"/>
                    <a:pt x="467251" y="181769"/>
                    <a:pt x="441245" y="199544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A48AFF8A-3C45-4570-949F-9E222D706DBA}"/>
                </a:ext>
              </a:extLst>
            </p:cNvPr>
            <p:cNvSpPr/>
            <p:nvPr/>
          </p:nvSpPr>
          <p:spPr>
            <a:xfrm>
              <a:off x="3070415" y="4969907"/>
              <a:ext cx="480833" cy="300051"/>
            </a:xfrm>
            <a:custGeom>
              <a:avLst/>
              <a:gdLst>
                <a:gd name="connsiteX0" fmla="*/ 441245 w 480833"/>
                <a:gd name="connsiteY0" fmla="*/ 199544 h 300051"/>
                <a:gd name="connsiteX1" fmla="*/ 345671 w 480833"/>
                <a:gd name="connsiteY1" fmla="*/ 228682 h 300051"/>
                <a:gd name="connsiteX2" fmla="*/ 247692 w 480833"/>
                <a:gd name="connsiteY2" fmla="*/ 251046 h 300051"/>
                <a:gd name="connsiteX3" fmla="*/ 172004 w 480833"/>
                <a:gd name="connsiteY3" fmla="*/ 294317 h 300051"/>
                <a:gd name="connsiteX4" fmla="*/ 93403 w 480833"/>
                <a:gd name="connsiteY4" fmla="*/ 295555 h 300051"/>
                <a:gd name="connsiteX5" fmla="*/ 12545 w 480833"/>
                <a:gd name="connsiteY5" fmla="*/ 251629 h 300051"/>
                <a:gd name="connsiteX6" fmla="*/ 1253 w 480833"/>
                <a:gd name="connsiteY6" fmla="*/ 169531 h 300051"/>
                <a:gd name="connsiteX7" fmla="*/ 8319 w 480833"/>
                <a:gd name="connsiteY7" fmla="*/ 74321 h 300051"/>
                <a:gd name="connsiteX8" fmla="*/ 14220 w 480833"/>
                <a:gd name="connsiteY8" fmla="*/ 51301 h 300051"/>
                <a:gd name="connsiteX9" fmla="*/ 120429 w 480833"/>
                <a:gd name="connsiteY9" fmla="*/ 64924 h 300051"/>
                <a:gd name="connsiteX10" fmla="*/ 249731 w 480833"/>
                <a:gd name="connsiteY10" fmla="*/ 9123 h 300051"/>
                <a:gd name="connsiteX11" fmla="*/ 259784 w 480833"/>
                <a:gd name="connsiteY11" fmla="*/ 1547 h 300051"/>
                <a:gd name="connsiteX12" fmla="*/ 297883 w 480833"/>
                <a:gd name="connsiteY12" fmla="*/ 16117 h 300051"/>
                <a:gd name="connsiteX13" fmla="*/ 301817 w 480833"/>
                <a:gd name="connsiteY13" fmla="*/ 19322 h 300051"/>
                <a:gd name="connsiteX14" fmla="*/ 398484 w 480833"/>
                <a:gd name="connsiteY14" fmla="*/ 53778 h 300051"/>
                <a:gd name="connsiteX15" fmla="*/ 478032 w 480833"/>
                <a:gd name="connsiteY15" fmla="*/ 112857 h 300051"/>
                <a:gd name="connsiteX16" fmla="*/ 479634 w 480833"/>
                <a:gd name="connsiteY16" fmla="*/ 119194 h 300051"/>
                <a:gd name="connsiteX17" fmla="*/ 441245 w 480833"/>
                <a:gd name="connsiteY17" fmla="*/ 199544 h 30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0833" h="300051">
                  <a:moveTo>
                    <a:pt x="441245" y="199544"/>
                  </a:moveTo>
                  <a:cubicBezTo>
                    <a:pt x="413491" y="218484"/>
                    <a:pt x="379035" y="224385"/>
                    <a:pt x="345671" y="228682"/>
                  </a:cubicBezTo>
                  <a:cubicBezTo>
                    <a:pt x="312233" y="232907"/>
                    <a:pt x="277923" y="236186"/>
                    <a:pt x="247692" y="251046"/>
                  </a:cubicBezTo>
                  <a:cubicBezTo>
                    <a:pt x="221613" y="263940"/>
                    <a:pt x="199614" y="285065"/>
                    <a:pt x="172004" y="294317"/>
                  </a:cubicBezTo>
                  <a:cubicBezTo>
                    <a:pt x="146329" y="301358"/>
                    <a:pt x="119288" y="301784"/>
                    <a:pt x="93403" y="295555"/>
                  </a:cubicBezTo>
                  <a:cubicBezTo>
                    <a:pt x="62371" y="289727"/>
                    <a:pt x="29299" y="278436"/>
                    <a:pt x="12545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7"/>
                    <a:pt x="8319" y="74321"/>
                  </a:cubicBezTo>
                  <a:cubicBezTo>
                    <a:pt x="8204" y="66260"/>
                    <a:pt x="10241" y="58313"/>
                    <a:pt x="14220" y="51301"/>
                  </a:cubicBezTo>
                  <a:cubicBezTo>
                    <a:pt x="36656" y="18594"/>
                    <a:pt x="91218" y="64997"/>
                    <a:pt x="120429" y="64924"/>
                  </a:cubicBezTo>
                  <a:cubicBezTo>
                    <a:pt x="166687" y="64851"/>
                    <a:pt x="216368" y="39792"/>
                    <a:pt x="249731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7"/>
                  </a:cubicBezTo>
                  <a:cubicBezTo>
                    <a:pt x="299194" y="17210"/>
                    <a:pt x="300505" y="18302"/>
                    <a:pt x="301817" y="19322"/>
                  </a:cubicBezTo>
                  <a:cubicBezTo>
                    <a:pt x="328842" y="40739"/>
                    <a:pt x="365120" y="45109"/>
                    <a:pt x="398484" y="53778"/>
                  </a:cubicBezTo>
                  <a:cubicBezTo>
                    <a:pt x="431920" y="62447"/>
                    <a:pt x="467688" y="79930"/>
                    <a:pt x="478032" y="112857"/>
                  </a:cubicBezTo>
                  <a:cubicBezTo>
                    <a:pt x="478702" y="114932"/>
                    <a:pt x="479238" y="117049"/>
                    <a:pt x="479634" y="119194"/>
                  </a:cubicBezTo>
                  <a:cubicBezTo>
                    <a:pt x="485682" y="149498"/>
                    <a:pt x="467251" y="181769"/>
                    <a:pt x="441245" y="199544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19A08365-6079-42A1-A09B-27788EE3E028}"/>
                </a:ext>
              </a:extLst>
            </p:cNvPr>
            <p:cNvSpPr/>
            <p:nvPr/>
          </p:nvSpPr>
          <p:spPr>
            <a:xfrm>
              <a:off x="3070415" y="4969907"/>
              <a:ext cx="483817" cy="310713"/>
            </a:xfrm>
            <a:custGeom>
              <a:avLst/>
              <a:gdLst>
                <a:gd name="connsiteX0" fmla="*/ 441245 w 483817"/>
                <a:gd name="connsiteY0" fmla="*/ 210205 h 310713"/>
                <a:gd name="connsiteX1" fmla="*/ 345671 w 483817"/>
                <a:gd name="connsiteY1" fmla="*/ 239344 h 310713"/>
                <a:gd name="connsiteX2" fmla="*/ 247692 w 483817"/>
                <a:gd name="connsiteY2" fmla="*/ 261708 h 310713"/>
                <a:gd name="connsiteX3" fmla="*/ 172004 w 483817"/>
                <a:gd name="connsiteY3" fmla="*/ 304978 h 310713"/>
                <a:gd name="connsiteX4" fmla="*/ 93403 w 483817"/>
                <a:gd name="connsiteY4" fmla="*/ 306217 h 310713"/>
                <a:gd name="connsiteX5" fmla="*/ 12544 w 483817"/>
                <a:gd name="connsiteY5" fmla="*/ 251629 h 310713"/>
                <a:gd name="connsiteX6" fmla="*/ 1253 w 483817"/>
                <a:gd name="connsiteY6" fmla="*/ 169531 h 310713"/>
                <a:gd name="connsiteX7" fmla="*/ 8319 w 483817"/>
                <a:gd name="connsiteY7" fmla="*/ 74321 h 310713"/>
                <a:gd name="connsiteX8" fmla="*/ 14220 w 483817"/>
                <a:gd name="connsiteY8" fmla="*/ 51301 h 310713"/>
                <a:gd name="connsiteX9" fmla="*/ 120430 w 483817"/>
                <a:gd name="connsiteY9" fmla="*/ 64924 h 310713"/>
                <a:gd name="connsiteX10" fmla="*/ 249732 w 483817"/>
                <a:gd name="connsiteY10" fmla="*/ 9123 h 310713"/>
                <a:gd name="connsiteX11" fmla="*/ 259784 w 483817"/>
                <a:gd name="connsiteY11" fmla="*/ 1547 h 310713"/>
                <a:gd name="connsiteX12" fmla="*/ 297883 w 483817"/>
                <a:gd name="connsiteY12" fmla="*/ 16116 h 310713"/>
                <a:gd name="connsiteX13" fmla="*/ 265393 w 483817"/>
                <a:gd name="connsiteY13" fmla="*/ 83280 h 310713"/>
                <a:gd name="connsiteX14" fmla="*/ 163482 w 483817"/>
                <a:gd name="connsiteY14" fmla="*/ 147021 h 310713"/>
                <a:gd name="connsiteX15" fmla="*/ 101562 w 483817"/>
                <a:gd name="connsiteY15" fmla="*/ 149790 h 310713"/>
                <a:gd name="connsiteX16" fmla="*/ 70019 w 483817"/>
                <a:gd name="connsiteY16" fmla="*/ 195027 h 310713"/>
                <a:gd name="connsiteX17" fmla="*/ 121595 w 483817"/>
                <a:gd name="connsiteY17" fmla="*/ 219212 h 310713"/>
                <a:gd name="connsiteX18" fmla="*/ 205660 w 483817"/>
                <a:gd name="connsiteY18" fmla="*/ 213312 h 310713"/>
                <a:gd name="connsiteX19" fmla="*/ 253010 w 483817"/>
                <a:gd name="connsiteY19" fmla="*/ 192186 h 310713"/>
                <a:gd name="connsiteX20" fmla="*/ 462516 w 483817"/>
                <a:gd name="connsiteY20" fmla="*/ 132307 h 310713"/>
                <a:gd name="connsiteX21" fmla="*/ 479634 w 483817"/>
                <a:gd name="connsiteY21" fmla="*/ 119194 h 310713"/>
                <a:gd name="connsiteX22" fmla="*/ 441245 w 483817"/>
                <a:gd name="connsiteY22" fmla="*/ 210205 h 3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3817" h="310713">
                  <a:moveTo>
                    <a:pt x="441245" y="210205"/>
                  </a:moveTo>
                  <a:cubicBezTo>
                    <a:pt x="413491" y="229146"/>
                    <a:pt x="379035" y="235047"/>
                    <a:pt x="345671" y="239344"/>
                  </a:cubicBezTo>
                  <a:cubicBezTo>
                    <a:pt x="312234" y="243569"/>
                    <a:pt x="277923" y="246847"/>
                    <a:pt x="247692" y="261708"/>
                  </a:cubicBezTo>
                  <a:cubicBezTo>
                    <a:pt x="221613" y="274602"/>
                    <a:pt x="199614" y="295727"/>
                    <a:pt x="172004" y="304978"/>
                  </a:cubicBezTo>
                  <a:cubicBezTo>
                    <a:pt x="146329" y="312020"/>
                    <a:pt x="119288" y="312446"/>
                    <a:pt x="93403" y="306217"/>
                  </a:cubicBezTo>
                  <a:cubicBezTo>
                    <a:pt x="60376" y="299230"/>
                    <a:pt x="31372" y="279649"/>
                    <a:pt x="12544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6"/>
                    <a:pt x="8319" y="74321"/>
                  </a:cubicBezTo>
                  <a:cubicBezTo>
                    <a:pt x="8204" y="66260"/>
                    <a:pt x="10241" y="58314"/>
                    <a:pt x="14220" y="51301"/>
                  </a:cubicBezTo>
                  <a:cubicBezTo>
                    <a:pt x="36656" y="18593"/>
                    <a:pt x="91219" y="64996"/>
                    <a:pt x="120430" y="64924"/>
                  </a:cubicBezTo>
                  <a:cubicBezTo>
                    <a:pt x="166687" y="64851"/>
                    <a:pt x="216368" y="39792"/>
                    <a:pt x="249732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6"/>
                  </a:cubicBezTo>
                  <a:cubicBezTo>
                    <a:pt x="290170" y="39882"/>
                    <a:pt x="279238" y="62480"/>
                    <a:pt x="265393" y="83280"/>
                  </a:cubicBezTo>
                  <a:cubicBezTo>
                    <a:pt x="242759" y="118795"/>
                    <a:pt x="205320" y="142212"/>
                    <a:pt x="163482" y="147021"/>
                  </a:cubicBezTo>
                  <a:cubicBezTo>
                    <a:pt x="142793" y="148551"/>
                    <a:pt x="121595" y="144472"/>
                    <a:pt x="101562" y="149790"/>
                  </a:cubicBezTo>
                  <a:cubicBezTo>
                    <a:pt x="81602" y="155108"/>
                    <a:pt x="62953" y="175577"/>
                    <a:pt x="70019" y="195027"/>
                  </a:cubicBezTo>
                  <a:cubicBezTo>
                    <a:pt x="76939" y="213967"/>
                    <a:pt x="101417" y="218119"/>
                    <a:pt x="121595" y="219212"/>
                  </a:cubicBezTo>
                  <a:cubicBezTo>
                    <a:pt x="149859" y="220742"/>
                    <a:pt x="178852" y="222126"/>
                    <a:pt x="205660" y="213312"/>
                  </a:cubicBezTo>
                  <a:cubicBezTo>
                    <a:pt x="222051" y="207848"/>
                    <a:pt x="237056" y="198815"/>
                    <a:pt x="253010" y="192186"/>
                  </a:cubicBezTo>
                  <a:cubicBezTo>
                    <a:pt x="320830" y="164067"/>
                    <a:pt x="406497" y="179802"/>
                    <a:pt x="462516" y="132307"/>
                  </a:cubicBezTo>
                  <a:cubicBezTo>
                    <a:pt x="467830" y="127447"/>
                    <a:pt x="473558" y="123060"/>
                    <a:pt x="479634" y="119194"/>
                  </a:cubicBezTo>
                  <a:cubicBezTo>
                    <a:pt x="494301" y="149898"/>
                    <a:pt x="467251" y="192431"/>
                    <a:pt x="441245" y="210205"/>
                  </a:cubicBezTo>
                  <a:close/>
                </a:path>
              </a:pathLst>
            </a:custGeom>
            <a:solidFill>
              <a:srgbClr val="E8EAF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719C66A3-7537-4B7B-BDCF-3D237A565EC6}"/>
                </a:ext>
              </a:extLst>
            </p:cNvPr>
            <p:cNvSpPr/>
            <p:nvPr/>
          </p:nvSpPr>
          <p:spPr>
            <a:xfrm>
              <a:off x="3070415" y="4969907"/>
              <a:ext cx="483817" cy="310713"/>
            </a:xfrm>
            <a:custGeom>
              <a:avLst/>
              <a:gdLst>
                <a:gd name="connsiteX0" fmla="*/ 441245 w 483817"/>
                <a:gd name="connsiteY0" fmla="*/ 210205 h 310713"/>
                <a:gd name="connsiteX1" fmla="*/ 345671 w 483817"/>
                <a:gd name="connsiteY1" fmla="*/ 239344 h 310713"/>
                <a:gd name="connsiteX2" fmla="*/ 247692 w 483817"/>
                <a:gd name="connsiteY2" fmla="*/ 261708 h 310713"/>
                <a:gd name="connsiteX3" fmla="*/ 172004 w 483817"/>
                <a:gd name="connsiteY3" fmla="*/ 304978 h 310713"/>
                <a:gd name="connsiteX4" fmla="*/ 93403 w 483817"/>
                <a:gd name="connsiteY4" fmla="*/ 306217 h 310713"/>
                <a:gd name="connsiteX5" fmla="*/ 12544 w 483817"/>
                <a:gd name="connsiteY5" fmla="*/ 251629 h 310713"/>
                <a:gd name="connsiteX6" fmla="*/ 1253 w 483817"/>
                <a:gd name="connsiteY6" fmla="*/ 169531 h 310713"/>
                <a:gd name="connsiteX7" fmla="*/ 8319 w 483817"/>
                <a:gd name="connsiteY7" fmla="*/ 74321 h 310713"/>
                <a:gd name="connsiteX8" fmla="*/ 14220 w 483817"/>
                <a:gd name="connsiteY8" fmla="*/ 51301 h 310713"/>
                <a:gd name="connsiteX9" fmla="*/ 120430 w 483817"/>
                <a:gd name="connsiteY9" fmla="*/ 64924 h 310713"/>
                <a:gd name="connsiteX10" fmla="*/ 249732 w 483817"/>
                <a:gd name="connsiteY10" fmla="*/ 9123 h 310713"/>
                <a:gd name="connsiteX11" fmla="*/ 259784 w 483817"/>
                <a:gd name="connsiteY11" fmla="*/ 1547 h 310713"/>
                <a:gd name="connsiteX12" fmla="*/ 297883 w 483817"/>
                <a:gd name="connsiteY12" fmla="*/ 16116 h 310713"/>
                <a:gd name="connsiteX13" fmla="*/ 265393 w 483817"/>
                <a:gd name="connsiteY13" fmla="*/ 83280 h 310713"/>
                <a:gd name="connsiteX14" fmla="*/ 163482 w 483817"/>
                <a:gd name="connsiteY14" fmla="*/ 147021 h 310713"/>
                <a:gd name="connsiteX15" fmla="*/ 101562 w 483817"/>
                <a:gd name="connsiteY15" fmla="*/ 149790 h 310713"/>
                <a:gd name="connsiteX16" fmla="*/ 70019 w 483817"/>
                <a:gd name="connsiteY16" fmla="*/ 195027 h 310713"/>
                <a:gd name="connsiteX17" fmla="*/ 121595 w 483817"/>
                <a:gd name="connsiteY17" fmla="*/ 219212 h 310713"/>
                <a:gd name="connsiteX18" fmla="*/ 205660 w 483817"/>
                <a:gd name="connsiteY18" fmla="*/ 213312 h 310713"/>
                <a:gd name="connsiteX19" fmla="*/ 253010 w 483817"/>
                <a:gd name="connsiteY19" fmla="*/ 192186 h 310713"/>
                <a:gd name="connsiteX20" fmla="*/ 462516 w 483817"/>
                <a:gd name="connsiteY20" fmla="*/ 132307 h 310713"/>
                <a:gd name="connsiteX21" fmla="*/ 479634 w 483817"/>
                <a:gd name="connsiteY21" fmla="*/ 119194 h 310713"/>
                <a:gd name="connsiteX22" fmla="*/ 441245 w 483817"/>
                <a:gd name="connsiteY22" fmla="*/ 210205 h 3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3817" h="310713">
                  <a:moveTo>
                    <a:pt x="441245" y="210205"/>
                  </a:moveTo>
                  <a:cubicBezTo>
                    <a:pt x="413491" y="229146"/>
                    <a:pt x="379035" y="235047"/>
                    <a:pt x="345671" y="239344"/>
                  </a:cubicBezTo>
                  <a:cubicBezTo>
                    <a:pt x="312234" y="243569"/>
                    <a:pt x="277923" y="246847"/>
                    <a:pt x="247692" y="261708"/>
                  </a:cubicBezTo>
                  <a:cubicBezTo>
                    <a:pt x="221613" y="274602"/>
                    <a:pt x="199614" y="295727"/>
                    <a:pt x="172004" y="304978"/>
                  </a:cubicBezTo>
                  <a:cubicBezTo>
                    <a:pt x="146329" y="312020"/>
                    <a:pt x="119288" y="312446"/>
                    <a:pt x="93403" y="306217"/>
                  </a:cubicBezTo>
                  <a:cubicBezTo>
                    <a:pt x="60376" y="299230"/>
                    <a:pt x="31372" y="279649"/>
                    <a:pt x="12544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6"/>
                    <a:pt x="8319" y="74321"/>
                  </a:cubicBezTo>
                  <a:cubicBezTo>
                    <a:pt x="8204" y="66260"/>
                    <a:pt x="10241" y="58314"/>
                    <a:pt x="14220" y="51301"/>
                  </a:cubicBezTo>
                  <a:cubicBezTo>
                    <a:pt x="36656" y="18593"/>
                    <a:pt x="91219" y="64996"/>
                    <a:pt x="120430" y="64924"/>
                  </a:cubicBezTo>
                  <a:cubicBezTo>
                    <a:pt x="166687" y="64851"/>
                    <a:pt x="216368" y="39792"/>
                    <a:pt x="249732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6"/>
                  </a:cubicBezTo>
                  <a:cubicBezTo>
                    <a:pt x="290170" y="39882"/>
                    <a:pt x="279238" y="62480"/>
                    <a:pt x="265393" y="83280"/>
                  </a:cubicBezTo>
                  <a:cubicBezTo>
                    <a:pt x="242759" y="118795"/>
                    <a:pt x="205320" y="142212"/>
                    <a:pt x="163482" y="147021"/>
                  </a:cubicBezTo>
                  <a:cubicBezTo>
                    <a:pt x="142793" y="148551"/>
                    <a:pt x="121595" y="144472"/>
                    <a:pt x="101562" y="149790"/>
                  </a:cubicBezTo>
                  <a:cubicBezTo>
                    <a:pt x="81602" y="155108"/>
                    <a:pt x="62953" y="175577"/>
                    <a:pt x="70019" y="195027"/>
                  </a:cubicBezTo>
                  <a:cubicBezTo>
                    <a:pt x="76939" y="213967"/>
                    <a:pt x="101417" y="218119"/>
                    <a:pt x="121595" y="219212"/>
                  </a:cubicBezTo>
                  <a:cubicBezTo>
                    <a:pt x="149859" y="220742"/>
                    <a:pt x="178852" y="222126"/>
                    <a:pt x="205660" y="213312"/>
                  </a:cubicBezTo>
                  <a:cubicBezTo>
                    <a:pt x="222051" y="207848"/>
                    <a:pt x="237056" y="198815"/>
                    <a:pt x="253010" y="192186"/>
                  </a:cubicBezTo>
                  <a:cubicBezTo>
                    <a:pt x="320830" y="164067"/>
                    <a:pt x="406497" y="179802"/>
                    <a:pt x="462516" y="132307"/>
                  </a:cubicBezTo>
                  <a:cubicBezTo>
                    <a:pt x="467830" y="127447"/>
                    <a:pt x="473558" y="123060"/>
                    <a:pt x="479634" y="119194"/>
                  </a:cubicBezTo>
                  <a:cubicBezTo>
                    <a:pt x="494301" y="149898"/>
                    <a:pt x="467251" y="192431"/>
                    <a:pt x="441245" y="210205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C4AB652E-1D83-4CDB-BEC2-FCAB362FD00F}"/>
                </a:ext>
              </a:extLst>
            </p:cNvPr>
            <p:cNvSpPr/>
            <p:nvPr/>
          </p:nvSpPr>
          <p:spPr>
            <a:xfrm>
              <a:off x="2767389" y="2982388"/>
              <a:ext cx="783410" cy="2077996"/>
            </a:xfrm>
            <a:custGeom>
              <a:avLst/>
              <a:gdLst>
                <a:gd name="connsiteX0" fmla="*/ 8352 w 783410"/>
                <a:gd name="connsiteY0" fmla="*/ 122376 h 2077996"/>
                <a:gd name="connsiteX1" fmla="*/ 65510 w 783410"/>
                <a:gd name="connsiteY1" fmla="*/ 430087 h 2077996"/>
                <a:gd name="connsiteX2" fmla="*/ 111968 w 783410"/>
                <a:gd name="connsiteY2" fmla="*/ 504580 h 2077996"/>
                <a:gd name="connsiteX3" fmla="*/ 130098 w 783410"/>
                <a:gd name="connsiteY3" fmla="*/ 563613 h 2077996"/>
                <a:gd name="connsiteX4" fmla="*/ 181583 w 783410"/>
                <a:gd name="connsiteY4" fmla="*/ 776720 h 2077996"/>
                <a:gd name="connsiteX5" fmla="*/ 205308 w 783410"/>
                <a:gd name="connsiteY5" fmla="*/ 951933 h 2077996"/>
                <a:gd name="connsiteX6" fmla="*/ 217383 w 783410"/>
                <a:gd name="connsiteY6" fmla="*/ 1071851 h 2077996"/>
                <a:gd name="connsiteX7" fmla="*/ 232700 w 783410"/>
                <a:gd name="connsiteY7" fmla="*/ 1092867 h 2077996"/>
                <a:gd name="connsiteX8" fmla="*/ 232952 w 783410"/>
                <a:gd name="connsiteY8" fmla="*/ 1120560 h 2077996"/>
                <a:gd name="connsiteX9" fmla="*/ 234639 w 783410"/>
                <a:gd name="connsiteY9" fmla="*/ 1586713 h 2077996"/>
                <a:gd name="connsiteX10" fmla="*/ 315977 w 783410"/>
                <a:gd name="connsiteY10" fmla="*/ 2010202 h 2077996"/>
                <a:gd name="connsiteX11" fmla="*/ 338500 w 783410"/>
                <a:gd name="connsiteY11" fmla="*/ 2057167 h 2077996"/>
                <a:gd name="connsiteX12" fmla="*/ 372270 w 783410"/>
                <a:gd name="connsiteY12" fmla="*/ 2073214 h 2077996"/>
                <a:gd name="connsiteX13" fmla="*/ 531966 w 783410"/>
                <a:gd name="connsiteY13" fmla="*/ 2047940 h 2077996"/>
                <a:gd name="connsiteX14" fmla="*/ 601698 w 783410"/>
                <a:gd name="connsiteY14" fmla="*/ 1964765 h 2077996"/>
                <a:gd name="connsiteX15" fmla="*/ 582321 w 783410"/>
                <a:gd name="connsiteY15" fmla="*/ 1913544 h 2077996"/>
                <a:gd name="connsiteX16" fmla="*/ 563101 w 783410"/>
                <a:gd name="connsiteY16" fmla="*/ 1807696 h 2077996"/>
                <a:gd name="connsiteX17" fmla="*/ 504784 w 783410"/>
                <a:gd name="connsiteY17" fmla="*/ 1542981 h 2077996"/>
                <a:gd name="connsiteX18" fmla="*/ 487319 w 783410"/>
                <a:gd name="connsiteY18" fmla="*/ 1274398 h 2077996"/>
                <a:gd name="connsiteX19" fmla="*/ 660111 w 783410"/>
                <a:gd name="connsiteY19" fmla="*/ 742829 h 2077996"/>
                <a:gd name="connsiteX20" fmla="*/ 675937 w 783410"/>
                <a:gd name="connsiteY20" fmla="*/ 719025 h 2077996"/>
                <a:gd name="connsiteX21" fmla="*/ 698339 w 783410"/>
                <a:gd name="connsiteY21" fmla="*/ 703733 h 2077996"/>
                <a:gd name="connsiteX22" fmla="*/ 708587 w 783410"/>
                <a:gd name="connsiteY22" fmla="*/ 675866 h 2077996"/>
                <a:gd name="connsiteX23" fmla="*/ 755048 w 783410"/>
                <a:gd name="connsiteY23" fmla="*/ 602438 h 2077996"/>
                <a:gd name="connsiteX24" fmla="*/ 780362 w 783410"/>
                <a:gd name="connsiteY24" fmla="*/ 386863 h 2077996"/>
                <a:gd name="connsiteX25" fmla="*/ 777525 w 783410"/>
                <a:gd name="connsiteY25" fmla="*/ 172621 h 2077996"/>
                <a:gd name="connsiteX26" fmla="*/ 657355 w 783410"/>
                <a:gd name="connsiteY26" fmla="*/ 7826 h 2077996"/>
                <a:gd name="connsiteX27" fmla="*/ 551970 w 783410"/>
                <a:gd name="connsiteY27" fmla="*/ 2848 h 2077996"/>
                <a:gd name="connsiteX28" fmla="*/ 8352 w 783410"/>
                <a:gd name="connsiteY28" fmla="*/ 122376 h 2077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3410" h="2077996">
                  <a:moveTo>
                    <a:pt x="8352" y="122376"/>
                  </a:moveTo>
                  <a:cubicBezTo>
                    <a:pt x="-13266" y="228477"/>
                    <a:pt x="7232" y="338827"/>
                    <a:pt x="65510" y="430087"/>
                  </a:cubicBezTo>
                  <a:cubicBezTo>
                    <a:pt x="81401" y="454708"/>
                    <a:pt x="100022" y="477822"/>
                    <a:pt x="111968" y="504580"/>
                  </a:cubicBezTo>
                  <a:cubicBezTo>
                    <a:pt x="119797" y="523664"/>
                    <a:pt x="125866" y="543424"/>
                    <a:pt x="130098" y="563613"/>
                  </a:cubicBezTo>
                  <a:lnTo>
                    <a:pt x="181583" y="776720"/>
                  </a:lnTo>
                  <a:cubicBezTo>
                    <a:pt x="195482" y="834250"/>
                    <a:pt x="209483" y="892894"/>
                    <a:pt x="205308" y="951933"/>
                  </a:cubicBezTo>
                  <a:cubicBezTo>
                    <a:pt x="202399" y="993070"/>
                    <a:pt x="192030" y="1039324"/>
                    <a:pt x="217383" y="1071851"/>
                  </a:cubicBezTo>
                  <a:cubicBezTo>
                    <a:pt x="223497" y="1078063"/>
                    <a:pt x="228658" y="1085145"/>
                    <a:pt x="232700" y="1092867"/>
                  </a:cubicBezTo>
                  <a:cubicBezTo>
                    <a:pt x="235227" y="1101914"/>
                    <a:pt x="235315" y="1111468"/>
                    <a:pt x="232952" y="1120560"/>
                  </a:cubicBezTo>
                  <a:cubicBezTo>
                    <a:pt x="206905" y="1275281"/>
                    <a:pt x="187588" y="1437034"/>
                    <a:pt x="234639" y="1586713"/>
                  </a:cubicBezTo>
                  <a:cubicBezTo>
                    <a:pt x="277283" y="1722375"/>
                    <a:pt x="279717" y="1872696"/>
                    <a:pt x="315977" y="2010202"/>
                  </a:cubicBezTo>
                  <a:cubicBezTo>
                    <a:pt x="320467" y="2027229"/>
                    <a:pt x="325602" y="2045178"/>
                    <a:pt x="338500" y="2057167"/>
                  </a:cubicBezTo>
                  <a:cubicBezTo>
                    <a:pt x="348193" y="2065325"/>
                    <a:pt x="359823" y="2070852"/>
                    <a:pt x="372270" y="2073214"/>
                  </a:cubicBezTo>
                  <a:cubicBezTo>
                    <a:pt x="425704" y="2085927"/>
                    <a:pt x="482130" y="2071033"/>
                    <a:pt x="531966" y="2047940"/>
                  </a:cubicBezTo>
                  <a:cubicBezTo>
                    <a:pt x="566990" y="2031711"/>
                    <a:pt x="604689" y="2003251"/>
                    <a:pt x="601698" y="1964765"/>
                  </a:cubicBezTo>
                  <a:cubicBezTo>
                    <a:pt x="600274" y="1946457"/>
                    <a:pt x="589580" y="1930412"/>
                    <a:pt x="582321" y="1913544"/>
                  </a:cubicBezTo>
                  <a:cubicBezTo>
                    <a:pt x="568086" y="1880462"/>
                    <a:pt x="566942" y="1843506"/>
                    <a:pt x="563101" y="1807696"/>
                  </a:cubicBezTo>
                  <a:cubicBezTo>
                    <a:pt x="553456" y="1717777"/>
                    <a:pt x="525735" y="1630955"/>
                    <a:pt x="504784" y="1542981"/>
                  </a:cubicBezTo>
                  <a:cubicBezTo>
                    <a:pt x="483832" y="1455007"/>
                    <a:pt x="469599" y="1363080"/>
                    <a:pt x="487319" y="1274398"/>
                  </a:cubicBezTo>
                  <a:cubicBezTo>
                    <a:pt x="523559" y="1090964"/>
                    <a:pt x="581567" y="912511"/>
                    <a:pt x="660111" y="742829"/>
                  </a:cubicBezTo>
                  <a:cubicBezTo>
                    <a:pt x="663528" y="733804"/>
                    <a:pt x="668938" y="725667"/>
                    <a:pt x="675937" y="719025"/>
                  </a:cubicBezTo>
                  <a:cubicBezTo>
                    <a:pt x="683815" y="714557"/>
                    <a:pt x="691308" y="709442"/>
                    <a:pt x="698339" y="703733"/>
                  </a:cubicBezTo>
                  <a:cubicBezTo>
                    <a:pt x="703778" y="695319"/>
                    <a:pt x="707278" y="685800"/>
                    <a:pt x="708587" y="675866"/>
                  </a:cubicBezTo>
                  <a:cubicBezTo>
                    <a:pt x="716380" y="647799"/>
                    <a:pt x="739529" y="627090"/>
                    <a:pt x="755048" y="602438"/>
                  </a:cubicBezTo>
                  <a:cubicBezTo>
                    <a:pt x="794231" y="540191"/>
                    <a:pt x="781814" y="460401"/>
                    <a:pt x="780362" y="386863"/>
                  </a:cubicBezTo>
                  <a:cubicBezTo>
                    <a:pt x="778951" y="315349"/>
                    <a:pt x="789248" y="243181"/>
                    <a:pt x="777525" y="172621"/>
                  </a:cubicBezTo>
                  <a:cubicBezTo>
                    <a:pt x="765802" y="102061"/>
                    <a:pt x="725379" y="29935"/>
                    <a:pt x="657355" y="7826"/>
                  </a:cubicBezTo>
                  <a:cubicBezTo>
                    <a:pt x="623658" y="-3126"/>
                    <a:pt x="587229" y="-642"/>
                    <a:pt x="551970" y="2848"/>
                  </a:cubicBezTo>
                  <a:cubicBezTo>
                    <a:pt x="365171" y="21338"/>
                    <a:pt x="183659" y="55270"/>
                    <a:pt x="8352" y="122376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CED55E89-C2BF-4DDF-ACBA-4C0DFABAF5C5}"/>
                </a:ext>
              </a:extLst>
            </p:cNvPr>
            <p:cNvSpPr/>
            <p:nvPr/>
          </p:nvSpPr>
          <p:spPr>
            <a:xfrm>
              <a:off x="2767389" y="2982388"/>
              <a:ext cx="783410" cy="2077996"/>
            </a:xfrm>
            <a:custGeom>
              <a:avLst/>
              <a:gdLst>
                <a:gd name="connsiteX0" fmla="*/ 8352 w 783410"/>
                <a:gd name="connsiteY0" fmla="*/ 122376 h 2077996"/>
                <a:gd name="connsiteX1" fmla="*/ 65510 w 783410"/>
                <a:gd name="connsiteY1" fmla="*/ 430087 h 2077996"/>
                <a:gd name="connsiteX2" fmla="*/ 111968 w 783410"/>
                <a:gd name="connsiteY2" fmla="*/ 504580 h 2077996"/>
                <a:gd name="connsiteX3" fmla="*/ 130098 w 783410"/>
                <a:gd name="connsiteY3" fmla="*/ 563613 h 2077996"/>
                <a:gd name="connsiteX4" fmla="*/ 181583 w 783410"/>
                <a:gd name="connsiteY4" fmla="*/ 776720 h 2077996"/>
                <a:gd name="connsiteX5" fmla="*/ 205308 w 783410"/>
                <a:gd name="connsiteY5" fmla="*/ 951933 h 2077996"/>
                <a:gd name="connsiteX6" fmla="*/ 217383 w 783410"/>
                <a:gd name="connsiteY6" fmla="*/ 1071851 h 2077996"/>
                <a:gd name="connsiteX7" fmla="*/ 232700 w 783410"/>
                <a:gd name="connsiteY7" fmla="*/ 1092867 h 2077996"/>
                <a:gd name="connsiteX8" fmla="*/ 232952 w 783410"/>
                <a:gd name="connsiteY8" fmla="*/ 1120560 h 2077996"/>
                <a:gd name="connsiteX9" fmla="*/ 234639 w 783410"/>
                <a:gd name="connsiteY9" fmla="*/ 1586713 h 2077996"/>
                <a:gd name="connsiteX10" fmla="*/ 315977 w 783410"/>
                <a:gd name="connsiteY10" fmla="*/ 2010202 h 2077996"/>
                <a:gd name="connsiteX11" fmla="*/ 338500 w 783410"/>
                <a:gd name="connsiteY11" fmla="*/ 2057167 h 2077996"/>
                <a:gd name="connsiteX12" fmla="*/ 372270 w 783410"/>
                <a:gd name="connsiteY12" fmla="*/ 2073214 h 2077996"/>
                <a:gd name="connsiteX13" fmla="*/ 531966 w 783410"/>
                <a:gd name="connsiteY13" fmla="*/ 2047940 h 2077996"/>
                <a:gd name="connsiteX14" fmla="*/ 601698 w 783410"/>
                <a:gd name="connsiteY14" fmla="*/ 1964765 h 2077996"/>
                <a:gd name="connsiteX15" fmla="*/ 582321 w 783410"/>
                <a:gd name="connsiteY15" fmla="*/ 1913544 h 2077996"/>
                <a:gd name="connsiteX16" fmla="*/ 563101 w 783410"/>
                <a:gd name="connsiteY16" fmla="*/ 1807696 h 2077996"/>
                <a:gd name="connsiteX17" fmla="*/ 504784 w 783410"/>
                <a:gd name="connsiteY17" fmla="*/ 1542981 h 2077996"/>
                <a:gd name="connsiteX18" fmla="*/ 487319 w 783410"/>
                <a:gd name="connsiteY18" fmla="*/ 1274398 h 2077996"/>
                <a:gd name="connsiteX19" fmla="*/ 660111 w 783410"/>
                <a:gd name="connsiteY19" fmla="*/ 742829 h 2077996"/>
                <a:gd name="connsiteX20" fmla="*/ 675937 w 783410"/>
                <a:gd name="connsiteY20" fmla="*/ 719025 h 2077996"/>
                <a:gd name="connsiteX21" fmla="*/ 698339 w 783410"/>
                <a:gd name="connsiteY21" fmla="*/ 703733 h 2077996"/>
                <a:gd name="connsiteX22" fmla="*/ 708587 w 783410"/>
                <a:gd name="connsiteY22" fmla="*/ 675866 h 2077996"/>
                <a:gd name="connsiteX23" fmla="*/ 755048 w 783410"/>
                <a:gd name="connsiteY23" fmla="*/ 602438 h 2077996"/>
                <a:gd name="connsiteX24" fmla="*/ 780362 w 783410"/>
                <a:gd name="connsiteY24" fmla="*/ 386863 h 2077996"/>
                <a:gd name="connsiteX25" fmla="*/ 777525 w 783410"/>
                <a:gd name="connsiteY25" fmla="*/ 172621 h 2077996"/>
                <a:gd name="connsiteX26" fmla="*/ 657355 w 783410"/>
                <a:gd name="connsiteY26" fmla="*/ 7826 h 2077996"/>
                <a:gd name="connsiteX27" fmla="*/ 551970 w 783410"/>
                <a:gd name="connsiteY27" fmla="*/ 2848 h 2077996"/>
                <a:gd name="connsiteX28" fmla="*/ 8352 w 783410"/>
                <a:gd name="connsiteY28" fmla="*/ 122376 h 2077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3410" h="2077996">
                  <a:moveTo>
                    <a:pt x="8352" y="122376"/>
                  </a:moveTo>
                  <a:cubicBezTo>
                    <a:pt x="-13266" y="228477"/>
                    <a:pt x="7232" y="338827"/>
                    <a:pt x="65510" y="430087"/>
                  </a:cubicBezTo>
                  <a:cubicBezTo>
                    <a:pt x="81401" y="454708"/>
                    <a:pt x="100022" y="477822"/>
                    <a:pt x="111968" y="504580"/>
                  </a:cubicBezTo>
                  <a:cubicBezTo>
                    <a:pt x="119797" y="523664"/>
                    <a:pt x="125866" y="543424"/>
                    <a:pt x="130098" y="563613"/>
                  </a:cubicBezTo>
                  <a:lnTo>
                    <a:pt x="181583" y="776720"/>
                  </a:lnTo>
                  <a:cubicBezTo>
                    <a:pt x="195482" y="834250"/>
                    <a:pt x="209483" y="892894"/>
                    <a:pt x="205308" y="951933"/>
                  </a:cubicBezTo>
                  <a:cubicBezTo>
                    <a:pt x="202399" y="993070"/>
                    <a:pt x="192030" y="1039324"/>
                    <a:pt x="217383" y="1071851"/>
                  </a:cubicBezTo>
                  <a:cubicBezTo>
                    <a:pt x="223497" y="1078063"/>
                    <a:pt x="228658" y="1085145"/>
                    <a:pt x="232700" y="1092867"/>
                  </a:cubicBezTo>
                  <a:cubicBezTo>
                    <a:pt x="235227" y="1101914"/>
                    <a:pt x="235315" y="1111468"/>
                    <a:pt x="232952" y="1120560"/>
                  </a:cubicBezTo>
                  <a:cubicBezTo>
                    <a:pt x="206905" y="1275281"/>
                    <a:pt x="187588" y="1437034"/>
                    <a:pt x="234639" y="1586713"/>
                  </a:cubicBezTo>
                  <a:cubicBezTo>
                    <a:pt x="277283" y="1722375"/>
                    <a:pt x="279717" y="1872696"/>
                    <a:pt x="315977" y="2010202"/>
                  </a:cubicBezTo>
                  <a:cubicBezTo>
                    <a:pt x="320467" y="2027229"/>
                    <a:pt x="325602" y="2045178"/>
                    <a:pt x="338500" y="2057167"/>
                  </a:cubicBezTo>
                  <a:cubicBezTo>
                    <a:pt x="348193" y="2065325"/>
                    <a:pt x="359823" y="2070852"/>
                    <a:pt x="372270" y="2073214"/>
                  </a:cubicBezTo>
                  <a:cubicBezTo>
                    <a:pt x="425704" y="2085927"/>
                    <a:pt x="482130" y="2071033"/>
                    <a:pt x="531966" y="2047940"/>
                  </a:cubicBezTo>
                  <a:cubicBezTo>
                    <a:pt x="566990" y="2031711"/>
                    <a:pt x="604689" y="2003251"/>
                    <a:pt x="601698" y="1964765"/>
                  </a:cubicBezTo>
                  <a:cubicBezTo>
                    <a:pt x="600274" y="1946457"/>
                    <a:pt x="589580" y="1930412"/>
                    <a:pt x="582321" y="1913544"/>
                  </a:cubicBezTo>
                  <a:cubicBezTo>
                    <a:pt x="568086" y="1880462"/>
                    <a:pt x="566942" y="1843506"/>
                    <a:pt x="563101" y="1807696"/>
                  </a:cubicBezTo>
                  <a:cubicBezTo>
                    <a:pt x="553456" y="1717777"/>
                    <a:pt x="525735" y="1630955"/>
                    <a:pt x="504784" y="1542981"/>
                  </a:cubicBezTo>
                  <a:cubicBezTo>
                    <a:pt x="483832" y="1455007"/>
                    <a:pt x="469599" y="1363080"/>
                    <a:pt x="487319" y="1274398"/>
                  </a:cubicBezTo>
                  <a:cubicBezTo>
                    <a:pt x="523559" y="1090964"/>
                    <a:pt x="581567" y="912511"/>
                    <a:pt x="660111" y="742829"/>
                  </a:cubicBezTo>
                  <a:cubicBezTo>
                    <a:pt x="663528" y="733804"/>
                    <a:pt x="668938" y="725667"/>
                    <a:pt x="675937" y="719025"/>
                  </a:cubicBezTo>
                  <a:cubicBezTo>
                    <a:pt x="683815" y="714557"/>
                    <a:pt x="691308" y="709442"/>
                    <a:pt x="698339" y="703733"/>
                  </a:cubicBezTo>
                  <a:cubicBezTo>
                    <a:pt x="703778" y="695319"/>
                    <a:pt x="707278" y="685800"/>
                    <a:pt x="708587" y="675866"/>
                  </a:cubicBezTo>
                  <a:cubicBezTo>
                    <a:pt x="716380" y="647799"/>
                    <a:pt x="739529" y="627090"/>
                    <a:pt x="755048" y="602438"/>
                  </a:cubicBezTo>
                  <a:cubicBezTo>
                    <a:pt x="794231" y="540191"/>
                    <a:pt x="781814" y="460401"/>
                    <a:pt x="780362" y="386863"/>
                  </a:cubicBezTo>
                  <a:cubicBezTo>
                    <a:pt x="778951" y="315349"/>
                    <a:pt x="789248" y="243181"/>
                    <a:pt x="777525" y="172621"/>
                  </a:cubicBezTo>
                  <a:cubicBezTo>
                    <a:pt x="765802" y="102061"/>
                    <a:pt x="725379" y="29935"/>
                    <a:pt x="657355" y="7826"/>
                  </a:cubicBezTo>
                  <a:cubicBezTo>
                    <a:pt x="623658" y="-3126"/>
                    <a:pt x="587229" y="-642"/>
                    <a:pt x="551970" y="2848"/>
                  </a:cubicBezTo>
                  <a:cubicBezTo>
                    <a:pt x="365171" y="21338"/>
                    <a:pt x="183659" y="55270"/>
                    <a:pt x="8352" y="12237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D26CD3A8-4F49-4538-9ECD-19A482FC4995}"/>
                </a:ext>
              </a:extLst>
            </p:cNvPr>
            <p:cNvSpPr/>
            <p:nvPr/>
          </p:nvSpPr>
          <p:spPr>
            <a:xfrm>
              <a:off x="2745182" y="3016810"/>
              <a:ext cx="819579" cy="2248079"/>
            </a:xfrm>
            <a:custGeom>
              <a:avLst/>
              <a:gdLst>
                <a:gd name="connsiteX0" fmla="*/ 791393 w 819579"/>
                <a:gd name="connsiteY0" fmla="*/ 536471 h 2248079"/>
                <a:gd name="connsiteX1" fmla="*/ 781995 w 819579"/>
                <a:gd name="connsiteY1" fmla="*/ 619152 h 2248079"/>
                <a:gd name="connsiteX2" fmla="*/ 676732 w 819579"/>
                <a:gd name="connsiteY2" fmla="*/ 1171983 h 2248079"/>
                <a:gd name="connsiteX3" fmla="*/ 665951 w 819579"/>
                <a:gd name="connsiteY3" fmla="*/ 1219552 h 2248079"/>
                <a:gd name="connsiteX4" fmla="*/ 594635 w 819579"/>
                <a:gd name="connsiteY4" fmla="*/ 1359854 h 2248079"/>
                <a:gd name="connsiteX5" fmla="*/ 341784 w 819579"/>
                <a:gd name="connsiteY5" fmla="*/ 2067629 h 2248079"/>
                <a:gd name="connsiteX6" fmla="*/ 324374 w 819579"/>
                <a:gd name="connsiteY6" fmla="*/ 2114833 h 2248079"/>
                <a:gd name="connsiteX7" fmla="*/ 272434 w 819579"/>
                <a:gd name="connsiteY7" fmla="*/ 2230732 h 2248079"/>
                <a:gd name="connsiteX8" fmla="*/ 261726 w 819579"/>
                <a:gd name="connsiteY8" fmla="*/ 2244572 h 2248079"/>
                <a:gd name="connsiteX9" fmla="*/ 244826 w 819579"/>
                <a:gd name="connsiteY9" fmla="*/ 2247851 h 2248079"/>
                <a:gd name="connsiteX10" fmla="*/ 26068 w 819579"/>
                <a:gd name="connsiteY10" fmla="*/ 2198097 h 2248079"/>
                <a:gd name="connsiteX11" fmla="*/ 2831 w 819579"/>
                <a:gd name="connsiteY11" fmla="*/ 2178793 h 2248079"/>
                <a:gd name="connsiteX12" fmla="*/ 354 w 819579"/>
                <a:gd name="connsiteY12" fmla="*/ 2156574 h 2248079"/>
                <a:gd name="connsiteX13" fmla="*/ 27598 w 819579"/>
                <a:gd name="connsiteY13" fmla="*/ 2021736 h 2248079"/>
                <a:gd name="connsiteX14" fmla="*/ 81504 w 819579"/>
                <a:gd name="connsiteY14" fmla="*/ 1956392 h 2248079"/>
                <a:gd name="connsiteX15" fmla="*/ 134317 w 819579"/>
                <a:gd name="connsiteY15" fmla="*/ 1523976 h 2248079"/>
                <a:gd name="connsiteX16" fmla="*/ 213064 w 819579"/>
                <a:gd name="connsiteY16" fmla="*/ 1316947 h 2248079"/>
                <a:gd name="connsiteX17" fmla="*/ 283143 w 819579"/>
                <a:gd name="connsiteY17" fmla="*/ 1172493 h 2248079"/>
                <a:gd name="connsiteX18" fmla="*/ 290209 w 819579"/>
                <a:gd name="connsiteY18" fmla="*/ 1104600 h 2248079"/>
                <a:gd name="connsiteX19" fmla="*/ 317088 w 819579"/>
                <a:gd name="connsiteY19" fmla="*/ 1088792 h 2248079"/>
                <a:gd name="connsiteX20" fmla="*/ 320876 w 819579"/>
                <a:gd name="connsiteY20" fmla="*/ 1075243 h 2248079"/>
                <a:gd name="connsiteX21" fmla="*/ 313957 w 819579"/>
                <a:gd name="connsiteY21" fmla="*/ 963278 h 2248079"/>
                <a:gd name="connsiteX22" fmla="*/ 297274 w 819579"/>
                <a:gd name="connsiteY22" fmla="*/ 890286 h 2248079"/>
                <a:gd name="connsiteX23" fmla="*/ 315632 w 819579"/>
                <a:gd name="connsiteY23" fmla="*/ 819771 h 2248079"/>
                <a:gd name="connsiteX24" fmla="*/ 316287 w 819579"/>
                <a:gd name="connsiteY24" fmla="*/ 668469 h 2248079"/>
                <a:gd name="connsiteX25" fmla="*/ 309293 w 819579"/>
                <a:gd name="connsiteY25" fmla="*/ 583967 h 2248079"/>
                <a:gd name="connsiteX26" fmla="*/ 296837 w 819579"/>
                <a:gd name="connsiteY26" fmla="*/ 545140 h 2248079"/>
                <a:gd name="connsiteX27" fmla="*/ 281467 w 819579"/>
                <a:gd name="connsiteY27" fmla="*/ 401997 h 2248079"/>
                <a:gd name="connsiteX28" fmla="*/ 231786 w 819579"/>
                <a:gd name="connsiteY28" fmla="*/ 367030 h 2248079"/>
                <a:gd name="connsiteX29" fmla="*/ 163601 w 819579"/>
                <a:gd name="connsiteY29" fmla="*/ 268979 h 2248079"/>
                <a:gd name="connsiteX30" fmla="*/ 144297 w 819579"/>
                <a:gd name="connsiteY30" fmla="*/ 148929 h 2248079"/>
                <a:gd name="connsiteX31" fmla="*/ 144005 w 819579"/>
                <a:gd name="connsiteY31" fmla="*/ 122995 h 2248079"/>
                <a:gd name="connsiteX32" fmla="*/ 147502 w 819579"/>
                <a:gd name="connsiteY32" fmla="*/ 110029 h 2248079"/>
                <a:gd name="connsiteX33" fmla="*/ 205998 w 819579"/>
                <a:gd name="connsiteY33" fmla="*/ 74480 h 2248079"/>
                <a:gd name="connsiteX34" fmla="*/ 652692 w 819579"/>
                <a:gd name="connsiteY34" fmla="*/ 22249 h 2248079"/>
                <a:gd name="connsiteX35" fmla="*/ 763272 w 819579"/>
                <a:gd name="connsiteY35" fmla="*/ 38057 h 2248079"/>
                <a:gd name="connsiteX36" fmla="*/ 794743 w 819579"/>
                <a:gd name="connsiteY36" fmla="*/ 114910 h 2248079"/>
                <a:gd name="connsiteX37" fmla="*/ 816669 w 819579"/>
                <a:gd name="connsiteY37" fmla="*/ 362441 h 2248079"/>
                <a:gd name="connsiteX38" fmla="*/ 791393 w 819579"/>
                <a:gd name="connsiteY38" fmla="*/ 536471 h 224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819579" h="2248079">
                  <a:moveTo>
                    <a:pt x="791393" y="536471"/>
                  </a:moveTo>
                  <a:cubicBezTo>
                    <a:pt x="790840" y="564264"/>
                    <a:pt x="787694" y="591944"/>
                    <a:pt x="781995" y="619152"/>
                  </a:cubicBezTo>
                  <a:cubicBezTo>
                    <a:pt x="749069" y="803818"/>
                    <a:pt x="713981" y="988095"/>
                    <a:pt x="676732" y="1171983"/>
                  </a:cubicBezTo>
                  <a:cubicBezTo>
                    <a:pt x="673454" y="1187936"/>
                    <a:pt x="670249" y="1203890"/>
                    <a:pt x="665951" y="1219552"/>
                  </a:cubicBezTo>
                  <a:cubicBezTo>
                    <a:pt x="652073" y="1270723"/>
                    <a:pt x="627796" y="1318484"/>
                    <a:pt x="594635" y="1359854"/>
                  </a:cubicBezTo>
                  <a:cubicBezTo>
                    <a:pt x="439399" y="1553334"/>
                    <a:pt x="425994" y="1834302"/>
                    <a:pt x="341784" y="2067629"/>
                  </a:cubicBezTo>
                  <a:cubicBezTo>
                    <a:pt x="336103" y="2083436"/>
                    <a:pt x="330421" y="2099244"/>
                    <a:pt x="324374" y="2114833"/>
                  </a:cubicBezTo>
                  <a:cubicBezTo>
                    <a:pt x="309156" y="2154372"/>
                    <a:pt x="291817" y="2193060"/>
                    <a:pt x="272434" y="2230732"/>
                  </a:cubicBezTo>
                  <a:cubicBezTo>
                    <a:pt x="270170" y="2236222"/>
                    <a:pt x="266472" y="2241002"/>
                    <a:pt x="261726" y="2244572"/>
                  </a:cubicBezTo>
                  <a:cubicBezTo>
                    <a:pt x="256502" y="2247200"/>
                    <a:pt x="250654" y="2248335"/>
                    <a:pt x="244826" y="2247851"/>
                  </a:cubicBezTo>
                  <a:cubicBezTo>
                    <a:pt x="169053" y="2248286"/>
                    <a:pt x="94198" y="2231262"/>
                    <a:pt x="26068" y="2198097"/>
                  </a:cubicBezTo>
                  <a:cubicBezTo>
                    <a:pt x="16342" y="2194510"/>
                    <a:pt x="8140" y="2187697"/>
                    <a:pt x="2831" y="2178793"/>
                  </a:cubicBezTo>
                  <a:cubicBezTo>
                    <a:pt x="218" y="2171697"/>
                    <a:pt x="-632" y="2164071"/>
                    <a:pt x="354" y="2156574"/>
                  </a:cubicBezTo>
                  <a:cubicBezTo>
                    <a:pt x="2685" y="2110317"/>
                    <a:pt x="5525" y="2062384"/>
                    <a:pt x="27598" y="2021736"/>
                  </a:cubicBezTo>
                  <a:cubicBezTo>
                    <a:pt x="42245" y="1997415"/>
                    <a:pt x="60410" y="1975395"/>
                    <a:pt x="81504" y="1956392"/>
                  </a:cubicBezTo>
                  <a:cubicBezTo>
                    <a:pt x="88060" y="1811210"/>
                    <a:pt x="102411" y="1665736"/>
                    <a:pt x="134317" y="1523976"/>
                  </a:cubicBezTo>
                  <a:cubicBezTo>
                    <a:pt x="150708" y="1451494"/>
                    <a:pt x="170959" y="1378211"/>
                    <a:pt x="213064" y="1316947"/>
                  </a:cubicBezTo>
                  <a:cubicBezTo>
                    <a:pt x="244097" y="1271710"/>
                    <a:pt x="288607" y="1227055"/>
                    <a:pt x="283143" y="1172493"/>
                  </a:cubicBezTo>
                  <a:cubicBezTo>
                    <a:pt x="280739" y="1148526"/>
                    <a:pt x="270686" y="1118659"/>
                    <a:pt x="290209" y="1104600"/>
                  </a:cubicBezTo>
                  <a:cubicBezTo>
                    <a:pt x="298731" y="1098409"/>
                    <a:pt x="311334" y="1097607"/>
                    <a:pt x="317088" y="1088792"/>
                  </a:cubicBezTo>
                  <a:cubicBezTo>
                    <a:pt x="319407" y="1084640"/>
                    <a:pt x="320706" y="1079996"/>
                    <a:pt x="320876" y="1075243"/>
                  </a:cubicBezTo>
                  <a:cubicBezTo>
                    <a:pt x="324888" y="1037798"/>
                    <a:pt x="322548" y="999944"/>
                    <a:pt x="313957" y="963278"/>
                  </a:cubicBezTo>
                  <a:cubicBezTo>
                    <a:pt x="306858" y="939325"/>
                    <a:pt x="301286" y="914945"/>
                    <a:pt x="297274" y="890286"/>
                  </a:cubicBezTo>
                  <a:cubicBezTo>
                    <a:pt x="294797" y="865372"/>
                    <a:pt x="299023" y="838420"/>
                    <a:pt x="315632" y="819771"/>
                  </a:cubicBezTo>
                  <a:cubicBezTo>
                    <a:pt x="316651" y="769944"/>
                    <a:pt x="315267" y="718223"/>
                    <a:pt x="316287" y="668469"/>
                  </a:cubicBezTo>
                  <a:cubicBezTo>
                    <a:pt x="318250" y="640110"/>
                    <a:pt x="315892" y="611618"/>
                    <a:pt x="309293" y="583967"/>
                  </a:cubicBezTo>
                  <a:cubicBezTo>
                    <a:pt x="305506" y="570927"/>
                    <a:pt x="299751" y="558471"/>
                    <a:pt x="296837" y="545140"/>
                  </a:cubicBezTo>
                  <a:cubicBezTo>
                    <a:pt x="286420" y="497280"/>
                    <a:pt x="312427" y="439950"/>
                    <a:pt x="281467" y="401997"/>
                  </a:cubicBezTo>
                  <a:cubicBezTo>
                    <a:pt x="268573" y="386262"/>
                    <a:pt x="248687" y="378395"/>
                    <a:pt x="231786" y="367030"/>
                  </a:cubicBezTo>
                  <a:cubicBezTo>
                    <a:pt x="198058" y="344521"/>
                    <a:pt x="175912" y="307661"/>
                    <a:pt x="163601" y="268979"/>
                  </a:cubicBezTo>
                  <a:cubicBezTo>
                    <a:pt x="152677" y="229815"/>
                    <a:pt x="146201" y="189544"/>
                    <a:pt x="144297" y="148929"/>
                  </a:cubicBezTo>
                  <a:cubicBezTo>
                    <a:pt x="143290" y="140318"/>
                    <a:pt x="143193" y="131626"/>
                    <a:pt x="144005" y="122995"/>
                  </a:cubicBezTo>
                  <a:cubicBezTo>
                    <a:pt x="144551" y="118529"/>
                    <a:pt x="145728" y="114164"/>
                    <a:pt x="147502" y="110029"/>
                  </a:cubicBezTo>
                  <a:cubicBezTo>
                    <a:pt x="157118" y="88393"/>
                    <a:pt x="182979" y="80015"/>
                    <a:pt x="205998" y="74480"/>
                  </a:cubicBezTo>
                  <a:cubicBezTo>
                    <a:pt x="352294" y="39393"/>
                    <a:pt x="502248" y="21859"/>
                    <a:pt x="652692" y="22249"/>
                  </a:cubicBezTo>
                  <a:cubicBezTo>
                    <a:pt x="708346" y="-15631"/>
                    <a:pt x="739670" y="-2082"/>
                    <a:pt x="763272" y="38057"/>
                  </a:cubicBezTo>
                  <a:cubicBezTo>
                    <a:pt x="776307" y="62557"/>
                    <a:pt x="786850" y="88304"/>
                    <a:pt x="794743" y="114910"/>
                  </a:cubicBezTo>
                  <a:cubicBezTo>
                    <a:pt x="805524" y="147472"/>
                    <a:pt x="806179" y="329733"/>
                    <a:pt x="816669" y="362441"/>
                  </a:cubicBezTo>
                  <a:cubicBezTo>
                    <a:pt x="830292" y="404984"/>
                    <a:pt x="790883" y="491816"/>
                    <a:pt x="791393" y="536471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D1E11805-2DAA-4BEE-9682-A075984AA441}"/>
                </a:ext>
              </a:extLst>
            </p:cNvPr>
            <p:cNvSpPr/>
            <p:nvPr/>
          </p:nvSpPr>
          <p:spPr>
            <a:xfrm>
              <a:off x="2525307" y="1835495"/>
              <a:ext cx="376115" cy="1193453"/>
            </a:xfrm>
            <a:custGeom>
              <a:avLst/>
              <a:gdLst>
                <a:gd name="connsiteX0" fmla="*/ 5009 w 376115"/>
                <a:gd name="connsiteY0" fmla="*/ 59208 h 1193453"/>
                <a:gd name="connsiteX1" fmla="*/ 16187 w 376115"/>
                <a:gd name="connsiteY1" fmla="*/ 145003 h 1193453"/>
                <a:gd name="connsiteX2" fmla="*/ 4868 w 376115"/>
                <a:gd name="connsiteY2" fmla="*/ 219869 h 1193453"/>
                <a:gd name="connsiteX3" fmla="*/ 56556 w 376115"/>
                <a:gd name="connsiteY3" fmla="*/ 507773 h 1193453"/>
                <a:gd name="connsiteX4" fmla="*/ 68827 w 376115"/>
                <a:gd name="connsiteY4" fmla="*/ 555123 h 1193453"/>
                <a:gd name="connsiteX5" fmla="*/ 47653 w 376115"/>
                <a:gd name="connsiteY5" fmla="*/ 642655 h 1193453"/>
                <a:gd name="connsiteX6" fmla="*/ 84774 w 376115"/>
                <a:gd name="connsiteY6" fmla="*/ 827442 h 1193453"/>
                <a:gd name="connsiteX7" fmla="*/ 83326 w 376115"/>
                <a:gd name="connsiteY7" fmla="*/ 914547 h 1193453"/>
                <a:gd name="connsiteX8" fmla="*/ 108313 w 376115"/>
                <a:gd name="connsiteY8" fmla="*/ 967186 h 1193453"/>
                <a:gd name="connsiteX9" fmla="*/ 141200 w 376115"/>
                <a:gd name="connsiteY9" fmla="*/ 1065185 h 1193453"/>
                <a:gd name="connsiteX10" fmla="*/ 273728 w 376115"/>
                <a:gd name="connsiteY10" fmla="*/ 1193333 h 1193453"/>
                <a:gd name="connsiteX11" fmla="*/ 351803 w 376115"/>
                <a:gd name="connsiteY11" fmla="*/ 1144973 h 1193453"/>
                <a:gd name="connsiteX12" fmla="*/ 365431 w 376115"/>
                <a:gd name="connsiteY12" fmla="*/ 1102565 h 1193453"/>
                <a:gd name="connsiteX13" fmla="*/ 375899 w 376115"/>
                <a:gd name="connsiteY13" fmla="*/ 905799 h 1193453"/>
                <a:gd name="connsiteX14" fmla="*/ 366896 w 376115"/>
                <a:gd name="connsiteY14" fmla="*/ 736426 h 1193453"/>
                <a:gd name="connsiteX15" fmla="*/ 316536 w 376115"/>
                <a:gd name="connsiteY15" fmla="*/ 525764 h 1193453"/>
                <a:gd name="connsiteX16" fmla="*/ 252131 w 376115"/>
                <a:gd name="connsiteY16" fmla="*/ 260461 h 1193453"/>
                <a:gd name="connsiteX17" fmla="*/ 131615 w 376115"/>
                <a:gd name="connsiteY17" fmla="*/ 54389 h 1193453"/>
                <a:gd name="connsiteX18" fmla="*/ 64611 w 376115"/>
                <a:gd name="connsiteY18" fmla="*/ 489 h 1193453"/>
                <a:gd name="connsiteX19" fmla="*/ 5010 w 376115"/>
                <a:gd name="connsiteY19" fmla="*/ 59208 h 1193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6115" h="1193453">
                  <a:moveTo>
                    <a:pt x="5009" y="59208"/>
                  </a:moveTo>
                  <a:cubicBezTo>
                    <a:pt x="874" y="87886"/>
                    <a:pt x="14663" y="116069"/>
                    <a:pt x="16187" y="145003"/>
                  </a:cubicBezTo>
                  <a:cubicBezTo>
                    <a:pt x="17519" y="170284"/>
                    <a:pt x="9472" y="194976"/>
                    <a:pt x="4868" y="219869"/>
                  </a:cubicBezTo>
                  <a:cubicBezTo>
                    <a:pt x="-13100" y="317022"/>
                    <a:pt x="21423" y="415431"/>
                    <a:pt x="56556" y="507773"/>
                  </a:cubicBezTo>
                  <a:cubicBezTo>
                    <a:pt x="63237" y="522769"/>
                    <a:pt x="67384" y="538769"/>
                    <a:pt x="68827" y="555123"/>
                  </a:cubicBezTo>
                  <a:cubicBezTo>
                    <a:pt x="69766" y="585263"/>
                    <a:pt x="52407" y="612878"/>
                    <a:pt x="47653" y="642655"/>
                  </a:cubicBezTo>
                  <a:cubicBezTo>
                    <a:pt x="37663" y="705227"/>
                    <a:pt x="83818" y="764085"/>
                    <a:pt x="84774" y="827442"/>
                  </a:cubicBezTo>
                  <a:cubicBezTo>
                    <a:pt x="85215" y="856612"/>
                    <a:pt x="76028" y="886301"/>
                    <a:pt x="83326" y="914547"/>
                  </a:cubicBezTo>
                  <a:cubicBezTo>
                    <a:pt x="88196" y="933398"/>
                    <a:pt x="99963" y="949597"/>
                    <a:pt x="108313" y="967186"/>
                  </a:cubicBezTo>
                  <a:cubicBezTo>
                    <a:pt x="123108" y="998350"/>
                    <a:pt x="127078" y="1033709"/>
                    <a:pt x="141200" y="1065185"/>
                  </a:cubicBezTo>
                  <a:cubicBezTo>
                    <a:pt x="166721" y="1122068"/>
                    <a:pt x="221549" y="1159210"/>
                    <a:pt x="273728" y="1193333"/>
                  </a:cubicBezTo>
                  <a:cubicBezTo>
                    <a:pt x="303413" y="1183437"/>
                    <a:pt x="335507" y="1171687"/>
                    <a:pt x="351803" y="1144973"/>
                  </a:cubicBezTo>
                  <a:cubicBezTo>
                    <a:pt x="358957" y="1131813"/>
                    <a:pt x="363579" y="1117428"/>
                    <a:pt x="365431" y="1102565"/>
                  </a:cubicBezTo>
                  <a:cubicBezTo>
                    <a:pt x="376714" y="1037765"/>
                    <a:pt x="376322" y="971572"/>
                    <a:pt x="375899" y="905799"/>
                  </a:cubicBezTo>
                  <a:cubicBezTo>
                    <a:pt x="376853" y="849200"/>
                    <a:pt x="373844" y="792604"/>
                    <a:pt x="366896" y="736426"/>
                  </a:cubicBezTo>
                  <a:cubicBezTo>
                    <a:pt x="356356" y="664963"/>
                    <a:pt x="333170" y="596059"/>
                    <a:pt x="316536" y="525764"/>
                  </a:cubicBezTo>
                  <a:cubicBezTo>
                    <a:pt x="295556" y="437107"/>
                    <a:pt x="284806" y="345506"/>
                    <a:pt x="252131" y="260461"/>
                  </a:cubicBezTo>
                  <a:cubicBezTo>
                    <a:pt x="223417" y="185727"/>
                    <a:pt x="178691" y="118644"/>
                    <a:pt x="131615" y="54389"/>
                  </a:cubicBezTo>
                  <a:cubicBezTo>
                    <a:pt x="113653" y="29873"/>
                    <a:pt x="99473" y="-5172"/>
                    <a:pt x="64611" y="489"/>
                  </a:cubicBezTo>
                  <a:cubicBezTo>
                    <a:pt x="34399" y="5632"/>
                    <a:pt x="10603" y="29076"/>
                    <a:pt x="5010" y="59208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75C6EF06-7356-4C13-A0A3-344C977EDDF3}"/>
                </a:ext>
              </a:extLst>
            </p:cNvPr>
            <p:cNvSpPr/>
            <p:nvPr/>
          </p:nvSpPr>
          <p:spPr>
            <a:xfrm>
              <a:off x="2525307" y="1835495"/>
              <a:ext cx="376115" cy="1193453"/>
            </a:xfrm>
            <a:custGeom>
              <a:avLst/>
              <a:gdLst>
                <a:gd name="connsiteX0" fmla="*/ 5009 w 376115"/>
                <a:gd name="connsiteY0" fmla="*/ 59208 h 1193453"/>
                <a:gd name="connsiteX1" fmla="*/ 16187 w 376115"/>
                <a:gd name="connsiteY1" fmla="*/ 145003 h 1193453"/>
                <a:gd name="connsiteX2" fmla="*/ 4868 w 376115"/>
                <a:gd name="connsiteY2" fmla="*/ 219869 h 1193453"/>
                <a:gd name="connsiteX3" fmla="*/ 56556 w 376115"/>
                <a:gd name="connsiteY3" fmla="*/ 507773 h 1193453"/>
                <a:gd name="connsiteX4" fmla="*/ 68827 w 376115"/>
                <a:gd name="connsiteY4" fmla="*/ 555123 h 1193453"/>
                <a:gd name="connsiteX5" fmla="*/ 47653 w 376115"/>
                <a:gd name="connsiteY5" fmla="*/ 642655 h 1193453"/>
                <a:gd name="connsiteX6" fmla="*/ 84774 w 376115"/>
                <a:gd name="connsiteY6" fmla="*/ 827442 h 1193453"/>
                <a:gd name="connsiteX7" fmla="*/ 83326 w 376115"/>
                <a:gd name="connsiteY7" fmla="*/ 914547 h 1193453"/>
                <a:gd name="connsiteX8" fmla="*/ 108313 w 376115"/>
                <a:gd name="connsiteY8" fmla="*/ 967186 h 1193453"/>
                <a:gd name="connsiteX9" fmla="*/ 141200 w 376115"/>
                <a:gd name="connsiteY9" fmla="*/ 1065185 h 1193453"/>
                <a:gd name="connsiteX10" fmla="*/ 273728 w 376115"/>
                <a:gd name="connsiteY10" fmla="*/ 1193333 h 1193453"/>
                <a:gd name="connsiteX11" fmla="*/ 351803 w 376115"/>
                <a:gd name="connsiteY11" fmla="*/ 1144973 h 1193453"/>
                <a:gd name="connsiteX12" fmla="*/ 365431 w 376115"/>
                <a:gd name="connsiteY12" fmla="*/ 1102565 h 1193453"/>
                <a:gd name="connsiteX13" fmla="*/ 375899 w 376115"/>
                <a:gd name="connsiteY13" fmla="*/ 905799 h 1193453"/>
                <a:gd name="connsiteX14" fmla="*/ 366896 w 376115"/>
                <a:gd name="connsiteY14" fmla="*/ 736426 h 1193453"/>
                <a:gd name="connsiteX15" fmla="*/ 316536 w 376115"/>
                <a:gd name="connsiteY15" fmla="*/ 525764 h 1193453"/>
                <a:gd name="connsiteX16" fmla="*/ 252131 w 376115"/>
                <a:gd name="connsiteY16" fmla="*/ 260461 h 1193453"/>
                <a:gd name="connsiteX17" fmla="*/ 131615 w 376115"/>
                <a:gd name="connsiteY17" fmla="*/ 54389 h 1193453"/>
                <a:gd name="connsiteX18" fmla="*/ 64611 w 376115"/>
                <a:gd name="connsiteY18" fmla="*/ 489 h 1193453"/>
                <a:gd name="connsiteX19" fmla="*/ 5010 w 376115"/>
                <a:gd name="connsiteY19" fmla="*/ 59208 h 1193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6115" h="1193453">
                  <a:moveTo>
                    <a:pt x="5009" y="59208"/>
                  </a:moveTo>
                  <a:cubicBezTo>
                    <a:pt x="874" y="87886"/>
                    <a:pt x="14663" y="116069"/>
                    <a:pt x="16187" y="145003"/>
                  </a:cubicBezTo>
                  <a:cubicBezTo>
                    <a:pt x="17519" y="170284"/>
                    <a:pt x="9472" y="194976"/>
                    <a:pt x="4868" y="219869"/>
                  </a:cubicBezTo>
                  <a:cubicBezTo>
                    <a:pt x="-13100" y="317022"/>
                    <a:pt x="21423" y="415431"/>
                    <a:pt x="56556" y="507773"/>
                  </a:cubicBezTo>
                  <a:cubicBezTo>
                    <a:pt x="63237" y="522769"/>
                    <a:pt x="67384" y="538769"/>
                    <a:pt x="68827" y="555123"/>
                  </a:cubicBezTo>
                  <a:cubicBezTo>
                    <a:pt x="69766" y="585263"/>
                    <a:pt x="52407" y="612878"/>
                    <a:pt x="47653" y="642655"/>
                  </a:cubicBezTo>
                  <a:cubicBezTo>
                    <a:pt x="37663" y="705227"/>
                    <a:pt x="83818" y="764085"/>
                    <a:pt x="84774" y="827442"/>
                  </a:cubicBezTo>
                  <a:cubicBezTo>
                    <a:pt x="85215" y="856612"/>
                    <a:pt x="76028" y="886301"/>
                    <a:pt x="83326" y="914547"/>
                  </a:cubicBezTo>
                  <a:cubicBezTo>
                    <a:pt x="88196" y="933398"/>
                    <a:pt x="99963" y="949597"/>
                    <a:pt x="108313" y="967186"/>
                  </a:cubicBezTo>
                  <a:cubicBezTo>
                    <a:pt x="123108" y="998350"/>
                    <a:pt x="127078" y="1033709"/>
                    <a:pt x="141200" y="1065185"/>
                  </a:cubicBezTo>
                  <a:cubicBezTo>
                    <a:pt x="166721" y="1122068"/>
                    <a:pt x="221549" y="1159210"/>
                    <a:pt x="273728" y="1193333"/>
                  </a:cubicBezTo>
                  <a:cubicBezTo>
                    <a:pt x="303413" y="1183437"/>
                    <a:pt x="335507" y="1171687"/>
                    <a:pt x="351803" y="1144973"/>
                  </a:cubicBezTo>
                  <a:cubicBezTo>
                    <a:pt x="358957" y="1131813"/>
                    <a:pt x="363579" y="1117428"/>
                    <a:pt x="365431" y="1102565"/>
                  </a:cubicBezTo>
                  <a:cubicBezTo>
                    <a:pt x="376714" y="1037765"/>
                    <a:pt x="376322" y="971572"/>
                    <a:pt x="375899" y="905799"/>
                  </a:cubicBezTo>
                  <a:cubicBezTo>
                    <a:pt x="376853" y="849200"/>
                    <a:pt x="373844" y="792604"/>
                    <a:pt x="366896" y="736426"/>
                  </a:cubicBezTo>
                  <a:cubicBezTo>
                    <a:pt x="356356" y="664963"/>
                    <a:pt x="333170" y="596059"/>
                    <a:pt x="316536" y="525764"/>
                  </a:cubicBezTo>
                  <a:cubicBezTo>
                    <a:pt x="295556" y="437107"/>
                    <a:pt x="284806" y="345506"/>
                    <a:pt x="252131" y="260461"/>
                  </a:cubicBezTo>
                  <a:cubicBezTo>
                    <a:pt x="223417" y="185727"/>
                    <a:pt x="178691" y="118644"/>
                    <a:pt x="131615" y="54389"/>
                  </a:cubicBezTo>
                  <a:cubicBezTo>
                    <a:pt x="113653" y="29873"/>
                    <a:pt x="99473" y="-5172"/>
                    <a:pt x="64611" y="489"/>
                  </a:cubicBezTo>
                  <a:cubicBezTo>
                    <a:pt x="34399" y="5632"/>
                    <a:pt x="10603" y="29076"/>
                    <a:pt x="5010" y="59208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0329B86B-66BB-4911-89D6-307101F32ACC}"/>
                </a:ext>
              </a:extLst>
            </p:cNvPr>
            <p:cNvSpPr/>
            <p:nvPr/>
          </p:nvSpPr>
          <p:spPr>
            <a:xfrm>
              <a:off x="2944583" y="1216911"/>
              <a:ext cx="343483" cy="177834"/>
            </a:xfrm>
            <a:custGeom>
              <a:avLst/>
              <a:gdLst>
                <a:gd name="connsiteX0" fmla="*/ 343439 w 343483"/>
                <a:gd name="connsiteY0" fmla="*/ 52856 h 177834"/>
                <a:gd name="connsiteX1" fmla="*/ 286619 w 343483"/>
                <a:gd name="connsiteY1" fmla="*/ 169920 h 177834"/>
                <a:gd name="connsiteX2" fmla="*/ 222078 w 343483"/>
                <a:gd name="connsiteY2" fmla="*/ 177714 h 177834"/>
                <a:gd name="connsiteX3" fmla="*/ 28239 w 343483"/>
                <a:gd name="connsiteY3" fmla="*/ 68993 h 177834"/>
                <a:gd name="connsiteX4" fmla="*/ 187 w 343483"/>
                <a:gd name="connsiteY4" fmla="*/ 16068 h 177834"/>
                <a:gd name="connsiteX5" fmla="*/ 40399 w 343483"/>
                <a:gd name="connsiteY5" fmla="*/ 989 h 177834"/>
                <a:gd name="connsiteX6" fmla="*/ 196728 w 343483"/>
                <a:gd name="connsiteY6" fmla="*/ 21167 h 177834"/>
                <a:gd name="connsiteX7" fmla="*/ 343439 w 343483"/>
                <a:gd name="connsiteY7" fmla="*/ 52856 h 177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3483" h="177834">
                  <a:moveTo>
                    <a:pt x="343439" y="52856"/>
                  </a:moveTo>
                  <a:cubicBezTo>
                    <a:pt x="320430" y="89768"/>
                    <a:pt x="301385" y="129007"/>
                    <a:pt x="286619" y="169920"/>
                  </a:cubicBezTo>
                  <a:cubicBezTo>
                    <a:pt x="265498" y="175113"/>
                    <a:pt x="243827" y="177730"/>
                    <a:pt x="222078" y="177714"/>
                  </a:cubicBezTo>
                  <a:cubicBezTo>
                    <a:pt x="137648" y="177714"/>
                    <a:pt x="77847" y="129674"/>
                    <a:pt x="28239" y="68993"/>
                  </a:cubicBezTo>
                  <a:cubicBezTo>
                    <a:pt x="23940" y="49543"/>
                    <a:pt x="-2800" y="31366"/>
                    <a:pt x="187" y="16068"/>
                  </a:cubicBezTo>
                  <a:cubicBezTo>
                    <a:pt x="4121" y="-4183"/>
                    <a:pt x="23207" y="-176"/>
                    <a:pt x="40399" y="989"/>
                  </a:cubicBezTo>
                  <a:cubicBezTo>
                    <a:pt x="92825" y="4982"/>
                    <a:pt x="145006" y="11718"/>
                    <a:pt x="196728" y="21167"/>
                  </a:cubicBezTo>
                  <a:cubicBezTo>
                    <a:pt x="210203" y="23499"/>
                    <a:pt x="341472" y="56280"/>
                    <a:pt x="343439" y="5285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F60858F9-C46B-473C-81D5-81A26F32839F}"/>
                </a:ext>
              </a:extLst>
            </p:cNvPr>
            <p:cNvSpPr/>
            <p:nvPr/>
          </p:nvSpPr>
          <p:spPr>
            <a:xfrm>
              <a:off x="2896225" y="846413"/>
              <a:ext cx="541013" cy="541013"/>
            </a:xfrm>
            <a:custGeom>
              <a:avLst/>
              <a:gdLst>
                <a:gd name="connsiteX0" fmla="*/ 541013 w 541013"/>
                <a:gd name="connsiteY0" fmla="*/ 270507 h 541013"/>
                <a:gd name="connsiteX1" fmla="*/ 270507 w 541013"/>
                <a:gd name="connsiteY1" fmla="*/ 541013 h 541013"/>
                <a:gd name="connsiteX2" fmla="*/ 0 w 541013"/>
                <a:gd name="connsiteY2" fmla="*/ 270507 h 541013"/>
                <a:gd name="connsiteX3" fmla="*/ 270507 w 541013"/>
                <a:gd name="connsiteY3" fmla="*/ 0 h 541013"/>
                <a:gd name="connsiteX4" fmla="*/ 541013 w 541013"/>
                <a:gd name="connsiteY4" fmla="*/ 270507 h 54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1013" h="541013">
                  <a:moveTo>
                    <a:pt x="541013" y="270507"/>
                  </a:moveTo>
                  <a:cubicBezTo>
                    <a:pt x="541013" y="419903"/>
                    <a:pt x="419903" y="541013"/>
                    <a:pt x="270507" y="541013"/>
                  </a:cubicBezTo>
                  <a:cubicBezTo>
                    <a:pt x="121110" y="541013"/>
                    <a:pt x="0" y="419903"/>
                    <a:pt x="0" y="270507"/>
                  </a:cubicBezTo>
                  <a:cubicBezTo>
                    <a:pt x="0" y="121110"/>
                    <a:pt x="121110" y="0"/>
                    <a:pt x="270507" y="0"/>
                  </a:cubicBezTo>
                  <a:cubicBezTo>
                    <a:pt x="419903" y="0"/>
                    <a:pt x="541013" y="121110"/>
                    <a:pt x="541013" y="270507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CA559ADB-FAD1-41C0-A2F0-284EE662F0BC}"/>
                </a:ext>
              </a:extLst>
            </p:cNvPr>
            <p:cNvSpPr/>
            <p:nvPr/>
          </p:nvSpPr>
          <p:spPr>
            <a:xfrm>
              <a:off x="2889233" y="3016810"/>
              <a:ext cx="619266" cy="123114"/>
            </a:xfrm>
            <a:custGeom>
              <a:avLst/>
              <a:gdLst>
                <a:gd name="connsiteX0" fmla="*/ 619222 w 619266"/>
                <a:gd name="connsiteY0" fmla="*/ 38057 h 123114"/>
                <a:gd name="connsiteX1" fmla="*/ 478265 w 619266"/>
                <a:gd name="connsiteY1" fmla="*/ 39076 h 123114"/>
                <a:gd name="connsiteX2" fmla="*/ 390777 w 619266"/>
                <a:gd name="connsiteY2" fmla="*/ 48036 h 123114"/>
                <a:gd name="connsiteX3" fmla="*/ 286970 w 619266"/>
                <a:gd name="connsiteY3" fmla="*/ 82420 h 123114"/>
                <a:gd name="connsiteX4" fmla="*/ 113523 w 619266"/>
                <a:gd name="connsiteY4" fmla="*/ 105220 h 123114"/>
                <a:gd name="connsiteX5" fmla="*/ -45 w 619266"/>
                <a:gd name="connsiteY5" fmla="*/ 122995 h 123114"/>
                <a:gd name="connsiteX6" fmla="*/ 3451 w 619266"/>
                <a:gd name="connsiteY6" fmla="*/ 110028 h 123114"/>
                <a:gd name="connsiteX7" fmla="*/ 61947 w 619266"/>
                <a:gd name="connsiteY7" fmla="*/ 74479 h 123114"/>
                <a:gd name="connsiteX8" fmla="*/ 508641 w 619266"/>
                <a:gd name="connsiteY8" fmla="*/ 22248 h 123114"/>
                <a:gd name="connsiteX9" fmla="*/ 619222 w 619266"/>
                <a:gd name="connsiteY9" fmla="*/ 38057 h 123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266" h="123114">
                  <a:moveTo>
                    <a:pt x="619222" y="38057"/>
                  </a:moveTo>
                  <a:cubicBezTo>
                    <a:pt x="572382" y="35288"/>
                    <a:pt x="525251" y="37182"/>
                    <a:pt x="478265" y="39076"/>
                  </a:cubicBezTo>
                  <a:cubicBezTo>
                    <a:pt x="448888" y="39355"/>
                    <a:pt x="419600" y="42355"/>
                    <a:pt x="390777" y="48036"/>
                  </a:cubicBezTo>
                  <a:cubicBezTo>
                    <a:pt x="355227" y="56122"/>
                    <a:pt x="322009" y="72293"/>
                    <a:pt x="286970" y="82420"/>
                  </a:cubicBezTo>
                  <a:cubicBezTo>
                    <a:pt x="230877" y="98737"/>
                    <a:pt x="171654" y="99466"/>
                    <a:pt x="113523" y="105220"/>
                  </a:cubicBezTo>
                  <a:cubicBezTo>
                    <a:pt x="75352" y="108921"/>
                    <a:pt x="37431" y="114856"/>
                    <a:pt x="-45" y="122995"/>
                  </a:cubicBezTo>
                  <a:cubicBezTo>
                    <a:pt x="501" y="118529"/>
                    <a:pt x="1678" y="114164"/>
                    <a:pt x="3451" y="110028"/>
                  </a:cubicBezTo>
                  <a:cubicBezTo>
                    <a:pt x="13068" y="88393"/>
                    <a:pt x="38929" y="80015"/>
                    <a:pt x="61947" y="74479"/>
                  </a:cubicBezTo>
                  <a:cubicBezTo>
                    <a:pt x="208243" y="39392"/>
                    <a:pt x="358197" y="21859"/>
                    <a:pt x="508641" y="22248"/>
                  </a:cubicBezTo>
                  <a:cubicBezTo>
                    <a:pt x="564296" y="-15631"/>
                    <a:pt x="595620" y="-2082"/>
                    <a:pt x="619222" y="38057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FE5249AE-23ED-4889-91DB-CE9B2C2192CA}"/>
                </a:ext>
              </a:extLst>
            </p:cNvPr>
            <p:cNvSpPr/>
            <p:nvPr/>
          </p:nvSpPr>
          <p:spPr>
            <a:xfrm>
              <a:off x="2566790" y="1481999"/>
              <a:ext cx="1054353" cy="1688174"/>
            </a:xfrm>
            <a:custGeom>
              <a:avLst/>
              <a:gdLst>
                <a:gd name="connsiteX0" fmla="*/ 757318 w 1054353"/>
                <a:gd name="connsiteY0" fmla="*/ 77622 h 1688174"/>
                <a:gd name="connsiteX1" fmla="*/ 712210 w 1054353"/>
                <a:gd name="connsiteY1" fmla="*/ 101906 h 1688174"/>
                <a:gd name="connsiteX2" fmla="*/ 694656 w 1054353"/>
                <a:gd name="connsiteY2" fmla="*/ 92510 h 1688174"/>
                <a:gd name="connsiteX3" fmla="*/ 588514 w 1054353"/>
                <a:gd name="connsiteY3" fmla="*/ 62170 h 1688174"/>
                <a:gd name="connsiteX4" fmla="*/ 369922 w 1054353"/>
                <a:gd name="connsiteY4" fmla="*/ 13026 h 1688174"/>
                <a:gd name="connsiteX5" fmla="*/ 305267 w 1054353"/>
                <a:gd name="connsiteY5" fmla="*/ -120 h 1688174"/>
                <a:gd name="connsiteX6" fmla="*/ 190055 w 1054353"/>
                <a:gd name="connsiteY6" fmla="*/ 66323 h 1688174"/>
                <a:gd name="connsiteX7" fmla="*/ 112774 w 1054353"/>
                <a:gd name="connsiteY7" fmla="*/ 180016 h 1688174"/>
                <a:gd name="connsiteX8" fmla="*/ 50006 w 1054353"/>
                <a:gd name="connsiteY8" fmla="*/ 255218 h 1688174"/>
                <a:gd name="connsiteX9" fmla="*/ 4693 w 1054353"/>
                <a:gd name="connsiteY9" fmla="*/ 492376 h 1688174"/>
                <a:gd name="connsiteX10" fmla="*/ 81795 w 1054353"/>
                <a:gd name="connsiteY10" fmla="*/ 726721 h 1688174"/>
                <a:gd name="connsiteX11" fmla="*/ 144747 w 1054353"/>
                <a:gd name="connsiteY11" fmla="*/ 853648 h 1688174"/>
                <a:gd name="connsiteX12" fmla="*/ 169069 w 1054353"/>
                <a:gd name="connsiteY12" fmla="*/ 1042073 h 1688174"/>
                <a:gd name="connsiteX13" fmla="*/ 193599 w 1054353"/>
                <a:gd name="connsiteY13" fmla="*/ 1098076 h 1688174"/>
                <a:gd name="connsiteX14" fmla="*/ 191899 w 1054353"/>
                <a:gd name="connsiteY14" fmla="*/ 1139148 h 1688174"/>
                <a:gd name="connsiteX15" fmla="*/ 178131 w 1054353"/>
                <a:gd name="connsiteY15" fmla="*/ 1237082 h 1688174"/>
                <a:gd name="connsiteX16" fmla="*/ 164316 w 1054353"/>
                <a:gd name="connsiteY16" fmla="*/ 1326355 h 1688174"/>
                <a:gd name="connsiteX17" fmla="*/ 166004 w 1054353"/>
                <a:gd name="connsiteY17" fmla="*/ 1488469 h 1688174"/>
                <a:gd name="connsiteX18" fmla="*/ 172392 w 1054353"/>
                <a:gd name="connsiteY18" fmla="*/ 1688054 h 1688174"/>
                <a:gd name="connsiteX19" fmla="*/ 435986 w 1054353"/>
                <a:gd name="connsiteY19" fmla="*/ 1625429 h 1688174"/>
                <a:gd name="connsiteX20" fmla="*/ 609413 w 1054353"/>
                <a:gd name="connsiteY20" fmla="*/ 1602692 h 1688174"/>
                <a:gd name="connsiteX21" fmla="*/ 713216 w 1054353"/>
                <a:gd name="connsiteY21" fmla="*/ 1568243 h 1688174"/>
                <a:gd name="connsiteX22" fmla="*/ 800744 w 1054353"/>
                <a:gd name="connsiteY22" fmla="*/ 1559308 h 1688174"/>
                <a:gd name="connsiteX23" fmla="*/ 995006 w 1054353"/>
                <a:gd name="connsiteY23" fmla="*/ 1563656 h 1688174"/>
                <a:gd name="connsiteX24" fmla="*/ 1009640 w 1054353"/>
                <a:gd name="connsiteY24" fmla="*/ 1560613 h 1688174"/>
                <a:gd name="connsiteX25" fmla="*/ 1011589 w 1054353"/>
                <a:gd name="connsiteY25" fmla="*/ 1552965 h 1688174"/>
                <a:gd name="connsiteX26" fmla="*/ 995002 w 1054353"/>
                <a:gd name="connsiteY26" fmla="*/ 1484101 h 1688174"/>
                <a:gd name="connsiteX27" fmla="*/ 975772 w 1054353"/>
                <a:gd name="connsiteY27" fmla="*/ 1438952 h 1688174"/>
                <a:gd name="connsiteX28" fmla="*/ 981391 w 1054353"/>
                <a:gd name="connsiteY28" fmla="*/ 1416534 h 1688174"/>
                <a:gd name="connsiteX29" fmla="*/ 1009822 w 1054353"/>
                <a:gd name="connsiteY29" fmla="*/ 1340712 h 1688174"/>
                <a:gd name="connsiteX30" fmla="*/ 1034865 w 1054353"/>
                <a:gd name="connsiteY30" fmla="*/ 1135142 h 1688174"/>
                <a:gd name="connsiteX31" fmla="*/ 1053551 w 1054353"/>
                <a:gd name="connsiteY31" fmla="*/ 976114 h 1688174"/>
                <a:gd name="connsiteX32" fmla="*/ 1026902 w 1054353"/>
                <a:gd name="connsiteY32" fmla="*/ 844663 h 1688174"/>
                <a:gd name="connsiteX33" fmla="*/ 1006107 w 1054353"/>
                <a:gd name="connsiteY33" fmla="*/ 815745 h 1688174"/>
                <a:gd name="connsiteX34" fmla="*/ 1001155 w 1054353"/>
                <a:gd name="connsiteY34" fmla="*/ 781163 h 1688174"/>
                <a:gd name="connsiteX35" fmla="*/ 1008667 w 1054353"/>
                <a:gd name="connsiteY35" fmla="*/ 507496 h 1688174"/>
                <a:gd name="connsiteX36" fmla="*/ 935645 w 1054353"/>
                <a:gd name="connsiteY36" fmla="*/ 377204 h 1688174"/>
                <a:gd name="connsiteX37" fmla="*/ 868116 w 1054353"/>
                <a:gd name="connsiteY37" fmla="*/ 219544 h 1688174"/>
                <a:gd name="connsiteX38" fmla="*/ 855570 w 1054353"/>
                <a:gd name="connsiteY38" fmla="*/ 106277 h 1688174"/>
                <a:gd name="connsiteX39" fmla="*/ 846005 w 1054353"/>
                <a:gd name="connsiteY39" fmla="*/ 79826 h 1688174"/>
                <a:gd name="connsiteX40" fmla="*/ 807500 w 1054353"/>
                <a:gd name="connsiteY40" fmla="*/ 68390 h 1688174"/>
                <a:gd name="connsiteX41" fmla="*/ 757318 w 1054353"/>
                <a:gd name="connsiteY41" fmla="*/ 77622 h 1688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054353" h="1688174">
                  <a:moveTo>
                    <a:pt x="757318" y="77622"/>
                  </a:moveTo>
                  <a:cubicBezTo>
                    <a:pt x="745525" y="91268"/>
                    <a:pt x="729701" y="106306"/>
                    <a:pt x="712210" y="101906"/>
                  </a:cubicBezTo>
                  <a:cubicBezTo>
                    <a:pt x="705888" y="99746"/>
                    <a:pt x="699960" y="96573"/>
                    <a:pt x="694656" y="92510"/>
                  </a:cubicBezTo>
                  <a:cubicBezTo>
                    <a:pt x="663473" y="72413"/>
                    <a:pt x="625198" y="67697"/>
                    <a:pt x="588514" y="62170"/>
                  </a:cubicBezTo>
                  <a:cubicBezTo>
                    <a:pt x="514570" y="51028"/>
                    <a:pt x="441519" y="34605"/>
                    <a:pt x="369922" y="13026"/>
                  </a:cubicBezTo>
                  <a:cubicBezTo>
                    <a:pt x="349141" y="5462"/>
                    <a:pt x="327351" y="1031"/>
                    <a:pt x="305267" y="-120"/>
                  </a:cubicBezTo>
                  <a:cubicBezTo>
                    <a:pt x="259418" y="117"/>
                    <a:pt x="218786" y="30594"/>
                    <a:pt x="190055" y="66323"/>
                  </a:cubicBezTo>
                  <a:cubicBezTo>
                    <a:pt x="161323" y="102052"/>
                    <a:pt x="140968" y="143860"/>
                    <a:pt x="112774" y="180016"/>
                  </a:cubicBezTo>
                  <a:cubicBezTo>
                    <a:pt x="92686" y="205776"/>
                    <a:pt x="68765" y="228475"/>
                    <a:pt x="50006" y="255218"/>
                  </a:cubicBezTo>
                  <a:cubicBezTo>
                    <a:pt x="2646" y="322734"/>
                    <a:pt x="-7533" y="410817"/>
                    <a:pt x="4693" y="492376"/>
                  </a:cubicBezTo>
                  <a:cubicBezTo>
                    <a:pt x="16920" y="573934"/>
                    <a:pt x="49505" y="650836"/>
                    <a:pt x="81795" y="726721"/>
                  </a:cubicBezTo>
                  <a:cubicBezTo>
                    <a:pt x="99052" y="770778"/>
                    <a:pt x="120115" y="813248"/>
                    <a:pt x="144747" y="853648"/>
                  </a:cubicBezTo>
                  <a:cubicBezTo>
                    <a:pt x="133854" y="915615"/>
                    <a:pt x="139603" y="986481"/>
                    <a:pt x="169069" y="1042073"/>
                  </a:cubicBezTo>
                  <a:cubicBezTo>
                    <a:pt x="178666" y="1060178"/>
                    <a:pt x="190426" y="1077833"/>
                    <a:pt x="193599" y="1098076"/>
                  </a:cubicBezTo>
                  <a:cubicBezTo>
                    <a:pt x="195053" y="1111776"/>
                    <a:pt x="194481" y="1125615"/>
                    <a:pt x="191899" y="1139148"/>
                  </a:cubicBezTo>
                  <a:lnTo>
                    <a:pt x="178131" y="1237082"/>
                  </a:lnTo>
                  <a:cubicBezTo>
                    <a:pt x="173939" y="1266903"/>
                    <a:pt x="169745" y="1296735"/>
                    <a:pt x="164316" y="1326355"/>
                  </a:cubicBezTo>
                  <a:cubicBezTo>
                    <a:pt x="154379" y="1380568"/>
                    <a:pt x="140898" y="1439404"/>
                    <a:pt x="166004" y="1488469"/>
                  </a:cubicBezTo>
                  <a:cubicBezTo>
                    <a:pt x="196071" y="1547226"/>
                    <a:pt x="164492" y="1622526"/>
                    <a:pt x="172392" y="1688054"/>
                  </a:cubicBezTo>
                  <a:cubicBezTo>
                    <a:pt x="257023" y="1655365"/>
                    <a:pt x="345695" y="1634298"/>
                    <a:pt x="435986" y="1625429"/>
                  </a:cubicBezTo>
                  <a:cubicBezTo>
                    <a:pt x="494116" y="1619730"/>
                    <a:pt x="553331" y="1619010"/>
                    <a:pt x="609413" y="1602692"/>
                  </a:cubicBezTo>
                  <a:cubicBezTo>
                    <a:pt x="644439" y="1592501"/>
                    <a:pt x="677654" y="1576368"/>
                    <a:pt x="713216" y="1568243"/>
                  </a:cubicBezTo>
                  <a:cubicBezTo>
                    <a:pt x="742055" y="1562583"/>
                    <a:pt x="771355" y="1559592"/>
                    <a:pt x="800744" y="1559308"/>
                  </a:cubicBezTo>
                  <a:cubicBezTo>
                    <a:pt x="865563" y="1556693"/>
                    <a:pt x="930841" y="1554101"/>
                    <a:pt x="995006" y="1563656"/>
                  </a:cubicBezTo>
                  <a:cubicBezTo>
                    <a:pt x="1000202" y="1564429"/>
                    <a:pt x="1006531" y="1564847"/>
                    <a:pt x="1009640" y="1560613"/>
                  </a:cubicBezTo>
                  <a:cubicBezTo>
                    <a:pt x="1011027" y="1558311"/>
                    <a:pt x="1011705" y="1555651"/>
                    <a:pt x="1011589" y="1552965"/>
                  </a:cubicBezTo>
                  <a:cubicBezTo>
                    <a:pt x="1012575" y="1528914"/>
                    <a:pt x="1006831" y="1505065"/>
                    <a:pt x="995002" y="1484101"/>
                  </a:cubicBezTo>
                  <a:cubicBezTo>
                    <a:pt x="986822" y="1469664"/>
                    <a:pt x="975457" y="1455542"/>
                    <a:pt x="975772" y="1438952"/>
                  </a:cubicBezTo>
                  <a:cubicBezTo>
                    <a:pt x="976364" y="1431215"/>
                    <a:pt x="978264" y="1423635"/>
                    <a:pt x="981391" y="1416534"/>
                  </a:cubicBezTo>
                  <a:lnTo>
                    <a:pt x="1009822" y="1340712"/>
                  </a:lnTo>
                  <a:cubicBezTo>
                    <a:pt x="1033822" y="1276704"/>
                    <a:pt x="1022401" y="1202355"/>
                    <a:pt x="1034865" y="1135142"/>
                  </a:cubicBezTo>
                  <a:cubicBezTo>
                    <a:pt x="1044607" y="1082605"/>
                    <a:pt x="1050849" y="1029479"/>
                    <a:pt x="1053551" y="976114"/>
                  </a:cubicBezTo>
                  <a:cubicBezTo>
                    <a:pt x="1055859" y="930503"/>
                    <a:pt x="1054425" y="881109"/>
                    <a:pt x="1026902" y="844663"/>
                  </a:cubicBezTo>
                  <a:cubicBezTo>
                    <a:pt x="1018855" y="835878"/>
                    <a:pt x="1011875" y="826171"/>
                    <a:pt x="1006107" y="815745"/>
                  </a:cubicBezTo>
                  <a:cubicBezTo>
                    <a:pt x="1002156" y="804666"/>
                    <a:pt x="1000472" y="792906"/>
                    <a:pt x="1001155" y="781163"/>
                  </a:cubicBezTo>
                  <a:cubicBezTo>
                    <a:pt x="1000542" y="689891"/>
                    <a:pt x="1003046" y="598668"/>
                    <a:pt x="1008667" y="507496"/>
                  </a:cubicBezTo>
                  <a:cubicBezTo>
                    <a:pt x="984667" y="464392"/>
                    <a:pt x="959644" y="420309"/>
                    <a:pt x="935645" y="377204"/>
                  </a:cubicBezTo>
                  <a:cubicBezTo>
                    <a:pt x="907713" y="327040"/>
                    <a:pt x="879393" y="275842"/>
                    <a:pt x="868116" y="219544"/>
                  </a:cubicBezTo>
                  <a:cubicBezTo>
                    <a:pt x="860651" y="182279"/>
                    <a:pt x="860910" y="143905"/>
                    <a:pt x="855570" y="106277"/>
                  </a:cubicBezTo>
                  <a:cubicBezTo>
                    <a:pt x="855009" y="96720"/>
                    <a:pt x="851686" y="87532"/>
                    <a:pt x="846005" y="79826"/>
                  </a:cubicBezTo>
                  <a:cubicBezTo>
                    <a:pt x="836840" y="69444"/>
                    <a:pt x="821342" y="67958"/>
                    <a:pt x="807500" y="68390"/>
                  </a:cubicBezTo>
                  <a:cubicBezTo>
                    <a:pt x="790404" y="68932"/>
                    <a:pt x="773487" y="72044"/>
                    <a:pt x="757318" y="77622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7DEE8232-61A3-4699-A11D-70714659EEA8}"/>
                </a:ext>
              </a:extLst>
            </p:cNvPr>
            <p:cNvSpPr/>
            <p:nvPr/>
          </p:nvSpPr>
          <p:spPr>
            <a:xfrm>
              <a:off x="4141347" y="1338559"/>
              <a:ext cx="173124" cy="82633"/>
            </a:xfrm>
            <a:custGeom>
              <a:avLst/>
              <a:gdLst>
                <a:gd name="connsiteX0" fmla="*/ 173080 w 173124"/>
                <a:gd name="connsiteY0" fmla="*/ 58544 h 82633"/>
                <a:gd name="connsiteX1" fmla="*/ 114512 w 173124"/>
                <a:gd name="connsiteY1" fmla="*/ 82364 h 82633"/>
                <a:gd name="connsiteX2" fmla="*/ 10050 w 173124"/>
                <a:gd name="connsiteY2" fmla="*/ 43975 h 82633"/>
                <a:gd name="connsiteX3" fmla="*/ 70 w 173124"/>
                <a:gd name="connsiteY3" fmla="*/ 3982 h 82633"/>
                <a:gd name="connsiteX4" fmla="*/ 11725 w 173124"/>
                <a:gd name="connsiteY4" fmla="*/ 1724 h 82633"/>
                <a:gd name="connsiteX5" fmla="*/ 102491 w 173124"/>
                <a:gd name="connsiteY5" fmla="*/ 5366 h 82633"/>
                <a:gd name="connsiteX6" fmla="*/ 172934 w 173124"/>
                <a:gd name="connsiteY6" fmla="*/ 58252 h 82633"/>
                <a:gd name="connsiteX7" fmla="*/ 173080 w 173124"/>
                <a:gd name="connsiteY7" fmla="*/ 58544 h 82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124" h="82633">
                  <a:moveTo>
                    <a:pt x="173080" y="58544"/>
                  </a:moveTo>
                  <a:cubicBezTo>
                    <a:pt x="156086" y="71660"/>
                    <a:pt x="135837" y="79896"/>
                    <a:pt x="114512" y="82364"/>
                  </a:cubicBezTo>
                  <a:cubicBezTo>
                    <a:pt x="86611" y="84259"/>
                    <a:pt x="27386" y="67868"/>
                    <a:pt x="10050" y="43975"/>
                  </a:cubicBezTo>
                  <a:cubicBezTo>
                    <a:pt x="2741" y="31966"/>
                    <a:pt x="-740" y="18017"/>
                    <a:pt x="70" y="3982"/>
                  </a:cubicBezTo>
                  <a:cubicBezTo>
                    <a:pt x="3848" y="2756"/>
                    <a:pt x="7763" y="1998"/>
                    <a:pt x="11725" y="1724"/>
                  </a:cubicBezTo>
                  <a:cubicBezTo>
                    <a:pt x="41992" y="-1631"/>
                    <a:pt x="72591" y="-403"/>
                    <a:pt x="102491" y="5366"/>
                  </a:cubicBezTo>
                  <a:cubicBezTo>
                    <a:pt x="131994" y="12578"/>
                    <a:pt x="160478" y="30498"/>
                    <a:pt x="172934" y="58252"/>
                  </a:cubicBezTo>
                  <a:cubicBezTo>
                    <a:pt x="173007" y="58325"/>
                    <a:pt x="173007" y="58471"/>
                    <a:pt x="173080" y="58544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0F247E7F-2B72-449C-993B-A65CF29C7717}"/>
                </a:ext>
              </a:extLst>
            </p:cNvPr>
            <p:cNvSpPr/>
            <p:nvPr/>
          </p:nvSpPr>
          <p:spPr>
            <a:xfrm>
              <a:off x="3344611" y="1345824"/>
              <a:ext cx="965073" cy="703983"/>
            </a:xfrm>
            <a:custGeom>
              <a:avLst/>
              <a:gdLst>
                <a:gd name="connsiteX0" fmla="*/ 69846 w 965073"/>
                <a:gd name="connsiteY0" fmla="*/ 636299 h 703983"/>
                <a:gd name="connsiteX1" fmla="*/ 126827 w 965073"/>
                <a:gd name="connsiteY1" fmla="*/ 690058 h 703983"/>
                <a:gd name="connsiteX2" fmla="*/ 215622 w 965073"/>
                <a:gd name="connsiteY2" fmla="*/ 703680 h 703983"/>
                <a:gd name="connsiteX3" fmla="*/ 586674 w 965073"/>
                <a:gd name="connsiteY3" fmla="*/ 662920 h 703983"/>
                <a:gd name="connsiteX4" fmla="*/ 627540 w 965073"/>
                <a:gd name="connsiteY4" fmla="*/ 651966 h 703983"/>
                <a:gd name="connsiteX5" fmla="*/ 668842 w 965073"/>
                <a:gd name="connsiteY5" fmla="*/ 626206 h 703983"/>
                <a:gd name="connsiteX6" fmla="*/ 780505 w 965073"/>
                <a:gd name="connsiteY6" fmla="*/ 528808 h 703983"/>
                <a:gd name="connsiteX7" fmla="*/ 846698 w 965073"/>
                <a:gd name="connsiteY7" fmla="*/ 366471 h 703983"/>
                <a:gd name="connsiteX8" fmla="*/ 905835 w 965073"/>
                <a:gd name="connsiteY8" fmla="*/ 264731 h 703983"/>
                <a:gd name="connsiteX9" fmla="*/ 919315 w 965073"/>
                <a:gd name="connsiteY9" fmla="*/ 215319 h 703983"/>
                <a:gd name="connsiteX10" fmla="*/ 911710 w 965073"/>
                <a:gd name="connsiteY10" fmla="*/ 162260 h 703983"/>
                <a:gd name="connsiteX11" fmla="*/ 954633 w 965073"/>
                <a:gd name="connsiteY11" fmla="*/ 85046 h 703983"/>
                <a:gd name="connsiteX12" fmla="*/ 964842 w 965073"/>
                <a:gd name="connsiteY12" fmla="*/ 71479 h 703983"/>
                <a:gd name="connsiteX13" fmla="*/ 962411 w 965073"/>
                <a:gd name="connsiteY13" fmla="*/ 58255 h 703983"/>
                <a:gd name="connsiteX14" fmla="*/ 891942 w 965073"/>
                <a:gd name="connsiteY14" fmla="*/ 5350 h 703983"/>
                <a:gd name="connsiteX15" fmla="*/ 801146 w 965073"/>
                <a:gd name="connsiteY15" fmla="*/ 1745 h 703983"/>
                <a:gd name="connsiteX16" fmla="*/ 771406 w 965073"/>
                <a:gd name="connsiteY16" fmla="*/ 9644 h 703983"/>
                <a:gd name="connsiteX17" fmla="*/ 750252 w 965073"/>
                <a:gd name="connsiteY17" fmla="*/ 65347 h 703983"/>
                <a:gd name="connsiteX18" fmla="*/ 736430 w 965073"/>
                <a:gd name="connsiteY18" fmla="*/ 90757 h 703983"/>
                <a:gd name="connsiteX19" fmla="*/ 721412 w 965073"/>
                <a:gd name="connsiteY19" fmla="*/ 102500 h 703983"/>
                <a:gd name="connsiteX20" fmla="*/ 691646 w 965073"/>
                <a:gd name="connsiteY20" fmla="*/ 177573 h 703983"/>
                <a:gd name="connsiteX21" fmla="*/ 643943 w 965073"/>
                <a:gd name="connsiteY21" fmla="*/ 277160 h 703983"/>
                <a:gd name="connsiteX22" fmla="*/ 574192 w 965073"/>
                <a:gd name="connsiteY22" fmla="*/ 338566 h 703983"/>
                <a:gd name="connsiteX23" fmla="*/ 565082 w 965073"/>
                <a:gd name="connsiteY23" fmla="*/ 357678 h 703983"/>
                <a:gd name="connsiteX24" fmla="*/ 540727 w 965073"/>
                <a:gd name="connsiteY24" fmla="*/ 365162 h 703983"/>
                <a:gd name="connsiteX25" fmla="*/ 474259 w 965073"/>
                <a:gd name="connsiteY25" fmla="*/ 375254 h 703983"/>
                <a:gd name="connsiteX26" fmla="*/ 395312 w 965073"/>
                <a:gd name="connsiteY26" fmla="*/ 364220 h 703983"/>
                <a:gd name="connsiteX27" fmla="*/ 378466 w 965073"/>
                <a:gd name="connsiteY27" fmla="*/ 365714 h 703983"/>
                <a:gd name="connsiteX28" fmla="*/ 364650 w 965073"/>
                <a:gd name="connsiteY28" fmla="*/ 360899 h 703983"/>
                <a:gd name="connsiteX29" fmla="*/ 333314 w 965073"/>
                <a:gd name="connsiteY29" fmla="*/ 348571 h 703983"/>
                <a:gd name="connsiteX30" fmla="*/ 303585 w 965073"/>
                <a:gd name="connsiteY30" fmla="*/ 360054 h 703983"/>
                <a:gd name="connsiteX31" fmla="*/ 284567 w 965073"/>
                <a:gd name="connsiteY31" fmla="*/ 332197 h 703983"/>
                <a:gd name="connsiteX32" fmla="*/ 255727 w 965073"/>
                <a:gd name="connsiteY32" fmla="*/ 318435 h 703983"/>
                <a:gd name="connsiteX33" fmla="*/ 246199 w 965073"/>
                <a:gd name="connsiteY33" fmla="*/ 296916 h 703983"/>
                <a:gd name="connsiteX34" fmla="*/ 217426 w 965073"/>
                <a:gd name="connsiteY34" fmla="*/ 297958 h 703983"/>
                <a:gd name="connsiteX35" fmla="*/ 148910 w 965073"/>
                <a:gd name="connsiteY35" fmla="*/ 269165 h 703983"/>
                <a:gd name="connsiteX36" fmla="*/ 85350 w 965073"/>
                <a:gd name="connsiteY36" fmla="*/ 250274 h 703983"/>
                <a:gd name="connsiteX37" fmla="*/ 73587 w 965073"/>
                <a:gd name="connsiteY37" fmla="*/ 229286 h 703983"/>
                <a:gd name="connsiteX38" fmla="*/ 58495 w 965073"/>
                <a:gd name="connsiteY38" fmla="*/ 227537 h 703983"/>
                <a:gd name="connsiteX39" fmla="*/ 12854 w 965073"/>
                <a:gd name="connsiteY39" fmla="*/ 241389 h 703983"/>
                <a:gd name="connsiteX40" fmla="*/ 19568 w 965073"/>
                <a:gd name="connsiteY40" fmla="*/ 521032 h 703983"/>
                <a:gd name="connsiteX41" fmla="*/ 69846 w 965073"/>
                <a:gd name="connsiteY41" fmla="*/ 636299 h 703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965073" h="703983">
                  <a:moveTo>
                    <a:pt x="69846" y="636299"/>
                  </a:moveTo>
                  <a:cubicBezTo>
                    <a:pt x="86311" y="656826"/>
                    <a:pt x="103471" y="677935"/>
                    <a:pt x="126827" y="690058"/>
                  </a:cubicBezTo>
                  <a:cubicBezTo>
                    <a:pt x="153699" y="704006"/>
                    <a:pt x="185352" y="704324"/>
                    <a:pt x="215622" y="703680"/>
                  </a:cubicBezTo>
                  <a:cubicBezTo>
                    <a:pt x="340263" y="701021"/>
                    <a:pt x="464427" y="687381"/>
                    <a:pt x="586674" y="662920"/>
                  </a:cubicBezTo>
                  <a:cubicBezTo>
                    <a:pt x="600602" y="660522"/>
                    <a:pt x="614280" y="656856"/>
                    <a:pt x="627540" y="651966"/>
                  </a:cubicBezTo>
                  <a:cubicBezTo>
                    <a:pt x="642237" y="644969"/>
                    <a:pt x="656093" y="636327"/>
                    <a:pt x="668842" y="626206"/>
                  </a:cubicBezTo>
                  <a:cubicBezTo>
                    <a:pt x="709086" y="597273"/>
                    <a:pt x="749903" y="567799"/>
                    <a:pt x="780505" y="528808"/>
                  </a:cubicBezTo>
                  <a:cubicBezTo>
                    <a:pt x="816913" y="481717"/>
                    <a:pt x="839797" y="425593"/>
                    <a:pt x="846698" y="366471"/>
                  </a:cubicBezTo>
                  <a:cubicBezTo>
                    <a:pt x="875806" y="339652"/>
                    <a:pt x="891263" y="301531"/>
                    <a:pt x="905835" y="264731"/>
                  </a:cubicBezTo>
                  <a:cubicBezTo>
                    <a:pt x="913031" y="249120"/>
                    <a:pt x="917586" y="232422"/>
                    <a:pt x="919315" y="215319"/>
                  </a:cubicBezTo>
                  <a:cubicBezTo>
                    <a:pt x="920098" y="197822"/>
                    <a:pt x="908503" y="179479"/>
                    <a:pt x="911710" y="162260"/>
                  </a:cubicBezTo>
                  <a:cubicBezTo>
                    <a:pt x="917325" y="132569"/>
                    <a:pt x="932380" y="105487"/>
                    <a:pt x="954633" y="85046"/>
                  </a:cubicBezTo>
                  <a:cubicBezTo>
                    <a:pt x="959351" y="81681"/>
                    <a:pt x="962917" y="76944"/>
                    <a:pt x="964842" y="71479"/>
                  </a:cubicBezTo>
                  <a:cubicBezTo>
                    <a:pt x="965441" y="66925"/>
                    <a:pt x="964590" y="62298"/>
                    <a:pt x="962411" y="58255"/>
                  </a:cubicBezTo>
                  <a:cubicBezTo>
                    <a:pt x="949955" y="30510"/>
                    <a:pt x="921473" y="12621"/>
                    <a:pt x="891942" y="5350"/>
                  </a:cubicBezTo>
                  <a:cubicBezTo>
                    <a:pt x="862031" y="-418"/>
                    <a:pt x="831420" y="-1633"/>
                    <a:pt x="801146" y="1745"/>
                  </a:cubicBezTo>
                  <a:cubicBezTo>
                    <a:pt x="791054" y="3655"/>
                    <a:pt x="781116" y="6295"/>
                    <a:pt x="771406" y="9644"/>
                  </a:cubicBezTo>
                  <a:lnTo>
                    <a:pt x="750252" y="65347"/>
                  </a:lnTo>
                  <a:cubicBezTo>
                    <a:pt x="747410" y="74664"/>
                    <a:pt x="742708" y="83308"/>
                    <a:pt x="736430" y="90757"/>
                  </a:cubicBezTo>
                  <a:cubicBezTo>
                    <a:pt x="731719" y="95034"/>
                    <a:pt x="726700" y="98959"/>
                    <a:pt x="721412" y="102500"/>
                  </a:cubicBezTo>
                  <a:cubicBezTo>
                    <a:pt x="699612" y="121010"/>
                    <a:pt x="688453" y="149154"/>
                    <a:pt x="691646" y="177573"/>
                  </a:cubicBezTo>
                  <a:cubicBezTo>
                    <a:pt x="651958" y="192980"/>
                    <a:pt x="631074" y="236577"/>
                    <a:pt x="643943" y="277160"/>
                  </a:cubicBezTo>
                  <a:cubicBezTo>
                    <a:pt x="611591" y="284096"/>
                    <a:pt x="585173" y="307354"/>
                    <a:pt x="574192" y="338566"/>
                  </a:cubicBezTo>
                  <a:cubicBezTo>
                    <a:pt x="572686" y="345559"/>
                    <a:pt x="569566" y="352104"/>
                    <a:pt x="565082" y="357678"/>
                  </a:cubicBezTo>
                  <a:cubicBezTo>
                    <a:pt x="558102" y="362970"/>
                    <a:pt x="549474" y="365621"/>
                    <a:pt x="540727" y="365162"/>
                  </a:cubicBezTo>
                  <a:cubicBezTo>
                    <a:pt x="516823" y="366641"/>
                    <a:pt x="495922" y="385466"/>
                    <a:pt x="474259" y="375254"/>
                  </a:cubicBezTo>
                  <a:cubicBezTo>
                    <a:pt x="449651" y="363721"/>
                    <a:pt x="422139" y="359876"/>
                    <a:pt x="395312" y="364220"/>
                  </a:cubicBezTo>
                  <a:cubicBezTo>
                    <a:pt x="389796" y="365518"/>
                    <a:pt x="384123" y="366021"/>
                    <a:pt x="378466" y="365714"/>
                  </a:cubicBezTo>
                  <a:cubicBezTo>
                    <a:pt x="373626" y="364883"/>
                    <a:pt x="368958" y="363256"/>
                    <a:pt x="364650" y="360899"/>
                  </a:cubicBezTo>
                  <a:cubicBezTo>
                    <a:pt x="354895" y="355214"/>
                    <a:pt x="344327" y="351056"/>
                    <a:pt x="333314" y="348571"/>
                  </a:cubicBezTo>
                  <a:cubicBezTo>
                    <a:pt x="322007" y="346213"/>
                    <a:pt x="310370" y="350708"/>
                    <a:pt x="303585" y="360054"/>
                  </a:cubicBezTo>
                  <a:cubicBezTo>
                    <a:pt x="295999" y="351736"/>
                    <a:pt x="291479" y="341083"/>
                    <a:pt x="284567" y="332197"/>
                  </a:cubicBezTo>
                  <a:cubicBezTo>
                    <a:pt x="278319" y="322537"/>
                    <a:pt x="267167" y="317215"/>
                    <a:pt x="255727" y="318435"/>
                  </a:cubicBezTo>
                  <a:cubicBezTo>
                    <a:pt x="262928" y="312019"/>
                    <a:pt x="255557" y="299250"/>
                    <a:pt x="246199" y="296916"/>
                  </a:cubicBezTo>
                  <a:cubicBezTo>
                    <a:pt x="236600" y="296127"/>
                    <a:pt x="226942" y="296477"/>
                    <a:pt x="217426" y="297958"/>
                  </a:cubicBezTo>
                  <a:cubicBezTo>
                    <a:pt x="192408" y="297827"/>
                    <a:pt x="173212" y="275111"/>
                    <a:pt x="148910" y="269165"/>
                  </a:cubicBezTo>
                  <a:cubicBezTo>
                    <a:pt x="126573" y="263699"/>
                    <a:pt x="96801" y="270217"/>
                    <a:pt x="85350" y="250274"/>
                  </a:cubicBezTo>
                  <a:cubicBezTo>
                    <a:pt x="81291" y="243204"/>
                    <a:pt x="80497" y="233615"/>
                    <a:pt x="73587" y="229286"/>
                  </a:cubicBezTo>
                  <a:cubicBezTo>
                    <a:pt x="68907" y="226987"/>
                    <a:pt x="63577" y="226369"/>
                    <a:pt x="58495" y="227537"/>
                  </a:cubicBezTo>
                  <a:cubicBezTo>
                    <a:pt x="42631" y="229648"/>
                    <a:pt x="27216" y="234327"/>
                    <a:pt x="12854" y="241389"/>
                  </a:cubicBezTo>
                  <a:cubicBezTo>
                    <a:pt x="-10569" y="333011"/>
                    <a:pt x="1720" y="428162"/>
                    <a:pt x="19568" y="521032"/>
                  </a:cubicBezTo>
                  <a:cubicBezTo>
                    <a:pt x="26089" y="563152"/>
                    <a:pt x="43411" y="602865"/>
                    <a:pt x="69846" y="636299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870C3059-BFD4-4FCE-97DB-DF0995DE719A}"/>
                </a:ext>
              </a:extLst>
            </p:cNvPr>
            <p:cNvSpPr/>
            <p:nvPr/>
          </p:nvSpPr>
          <p:spPr>
            <a:xfrm>
              <a:off x="3297316" y="2279710"/>
              <a:ext cx="143431" cy="265743"/>
            </a:xfrm>
            <a:custGeom>
              <a:avLst/>
              <a:gdLst>
                <a:gd name="connsiteX0" fmla="*/ 116437 w 143431"/>
                <a:gd name="connsiteY0" fmla="*/ 30743 h 265743"/>
                <a:gd name="connsiteX1" fmla="*/ -45 w 143431"/>
                <a:gd name="connsiteY1" fmla="*/ 265623 h 265743"/>
                <a:gd name="connsiteX2" fmla="*/ 60036 w 143431"/>
                <a:gd name="connsiteY2" fmla="*/ 221538 h 265743"/>
                <a:gd name="connsiteX3" fmla="*/ 117520 w 143431"/>
                <a:gd name="connsiteY3" fmla="*/ 144315 h 265743"/>
                <a:gd name="connsiteX4" fmla="*/ 139516 w 143431"/>
                <a:gd name="connsiteY4" fmla="*/ 49171 h 265743"/>
                <a:gd name="connsiteX5" fmla="*/ 139630 w 143431"/>
                <a:gd name="connsiteY5" fmla="*/ -120 h 265743"/>
                <a:gd name="connsiteX6" fmla="*/ 116437 w 143431"/>
                <a:gd name="connsiteY6" fmla="*/ 30743 h 2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3431" h="265743">
                  <a:moveTo>
                    <a:pt x="116437" y="30743"/>
                  </a:moveTo>
                  <a:lnTo>
                    <a:pt x="-45" y="265623"/>
                  </a:lnTo>
                  <a:cubicBezTo>
                    <a:pt x="12544" y="243859"/>
                    <a:pt x="39095" y="235455"/>
                    <a:pt x="60036" y="221538"/>
                  </a:cubicBezTo>
                  <a:cubicBezTo>
                    <a:pt x="86706" y="202345"/>
                    <a:pt x="106785" y="175371"/>
                    <a:pt x="117520" y="144315"/>
                  </a:cubicBezTo>
                  <a:cubicBezTo>
                    <a:pt x="128105" y="113442"/>
                    <a:pt x="135476" y="81558"/>
                    <a:pt x="139516" y="49171"/>
                  </a:cubicBezTo>
                  <a:cubicBezTo>
                    <a:pt x="141897" y="34264"/>
                    <a:pt x="146825" y="13378"/>
                    <a:pt x="139630" y="-120"/>
                  </a:cubicBezTo>
                  <a:cubicBezTo>
                    <a:pt x="126240" y="2634"/>
                    <a:pt x="121910" y="19708"/>
                    <a:pt x="116437" y="30743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2DB5C0BC-D03E-4F76-98AA-91D6BBD4CE03}"/>
                </a:ext>
              </a:extLst>
            </p:cNvPr>
            <p:cNvSpPr/>
            <p:nvPr/>
          </p:nvSpPr>
          <p:spPr>
            <a:xfrm>
              <a:off x="2795254" y="2464108"/>
              <a:ext cx="331780" cy="376626"/>
            </a:xfrm>
            <a:custGeom>
              <a:avLst/>
              <a:gdLst>
                <a:gd name="connsiteX0" fmla="*/ 283330 w 331780"/>
                <a:gd name="connsiteY0" fmla="*/ 45739 h 376626"/>
                <a:gd name="connsiteX1" fmla="*/ 195944 w 331780"/>
                <a:gd name="connsiteY1" fmla="*/ 113931 h 376626"/>
                <a:gd name="connsiteX2" fmla="*/ 33208 w 331780"/>
                <a:gd name="connsiteY2" fmla="*/ 314007 h 376626"/>
                <a:gd name="connsiteX3" fmla="*/ -45 w 331780"/>
                <a:gd name="connsiteY3" fmla="*/ 374593 h 376626"/>
                <a:gd name="connsiteX4" fmla="*/ 19143 w 331780"/>
                <a:gd name="connsiteY4" fmla="*/ 369628 h 376626"/>
                <a:gd name="connsiteX5" fmla="*/ 110616 w 331780"/>
                <a:gd name="connsiteY5" fmla="*/ 289238 h 376626"/>
                <a:gd name="connsiteX6" fmla="*/ 141123 w 331780"/>
                <a:gd name="connsiteY6" fmla="*/ 258364 h 376626"/>
                <a:gd name="connsiteX7" fmla="*/ 178461 w 331780"/>
                <a:gd name="connsiteY7" fmla="*/ 187884 h 376626"/>
                <a:gd name="connsiteX8" fmla="*/ 234049 w 331780"/>
                <a:gd name="connsiteY8" fmla="*/ 131233 h 376626"/>
                <a:gd name="connsiteX9" fmla="*/ 328064 w 331780"/>
                <a:gd name="connsiteY9" fmla="*/ -120 h 376626"/>
                <a:gd name="connsiteX10" fmla="*/ 283330 w 331780"/>
                <a:gd name="connsiteY10" fmla="*/ 45739 h 376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1780" h="376626">
                  <a:moveTo>
                    <a:pt x="283330" y="45739"/>
                  </a:moveTo>
                  <a:cubicBezTo>
                    <a:pt x="257049" y="71756"/>
                    <a:pt x="224865" y="90883"/>
                    <a:pt x="195944" y="113931"/>
                  </a:cubicBezTo>
                  <a:cubicBezTo>
                    <a:pt x="128403" y="167757"/>
                    <a:pt x="80209" y="241550"/>
                    <a:pt x="33208" y="314007"/>
                  </a:cubicBezTo>
                  <a:cubicBezTo>
                    <a:pt x="19932" y="332919"/>
                    <a:pt x="8780" y="353238"/>
                    <a:pt x="-45" y="374593"/>
                  </a:cubicBezTo>
                  <a:cubicBezTo>
                    <a:pt x="5456" y="379306"/>
                    <a:pt x="13703" y="374410"/>
                    <a:pt x="19143" y="369628"/>
                  </a:cubicBezTo>
                  <a:lnTo>
                    <a:pt x="110616" y="289238"/>
                  </a:lnTo>
                  <a:cubicBezTo>
                    <a:pt x="121843" y="280049"/>
                    <a:pt x="132069" y="269700"/>
                    <a:pt x="141123" y="258364"/>
                  </a:cubicBezTo>
                  <a:cubicBezTo>
                    <a:pt x="156995" y="236983"/>
                    <a:pt x="164037" y="210267"/>
                    <a:pt x="178461" y="187884"/>
                  </a:cubicBezTo>
                  <a:cubicBezTo>
                    <a:pt x="194167" y="166423"/>
                    <a:pt x="212889" y="147343"/>
                    <a:pt x="234049" y="131233"/>
                  </a:cubicBezTo>
                  <a:cubicBezTo>
                    <a:pt x="255037" y="113224"/>
                    <a:pt x="351609" y="31576"/>
                    <a:pt x="328064" y="-120"/>
                  </a:cubicBezTo>
                  <a:cubicBezTo>
                    <a:pt x="311090" y="8432"/>
                    <a:pt x="297217" y="31992"/>
                    <a:pt x="283330" y="45739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E11B4463-A0F5-4E3D-99EE-FC32BAF1EA72}"/>
                </a:ext>
              </a:extLst>
            </p:cNvPr>
            <p:cNvSpPr/>
            <p:nvPr/>
          </p:nvSpPr>
          <p:spPr>
            <a:xfrm>
              <a:off x="2502883" y="1437489"/>
              <a:ext cx="827987" cy="593550"/>
            </a:xfrm>
            <a:custGeom>
              <a:avLst/>
              <a:gdLst>
                <a:gd name="connsiteX0" fmla="*/ 775558 w 827987"/>
                <a:gd name="connsiteY0" fmla="*/ 54245 h 593550"/>
                <a:gd name="connsiteX1" fmla="*/ 678746 w 827987"/>
                <a:gd name="connsiteY1" fmla="*/ 22378 h 593550"/>
                <a:gd name="connsiteX2" fmla="*/ 617146 w 827987"/>
                <a:gd name="connsiteY2" fmla="*/ 17948 h 593550"/>
                <a:gd name="connsiteX3" fmla="*/ 560666 w 827987"/>
                <a:gd name="connsiteY3" fmla="*/ 28744 h 593550"/>
                <a:gd name="connsiteX4" fmla="*/ 482009 w 827987"/>
                <a:gd name="connsiteY4" fmla="*/ 12224 h 593550"/>
                <a:gd name="connsiteX5" fmla="*/ 404147 w 827987"/>
                <a:gd name="connsiteY5" fmla="*/ 18116 h 593550"/>
                <a:gd name="connsiteX6" fmla="*/ 387199 w 827987"/>
                <a:gd name="connsiteY6" fmla="*/ 27118 h 593550"/>
                <a:gd name="connsiteX7" fmla="*/ 369681 w 827987"/>
                <a:gd name="connsiteY7" fmla="*/ 18526 h 593550"/>
                <a:gd name="connsiteX8" fmla="*/ 245299 w 827987"/>
                <a:gd name="connsiteY8" fmla="*/ 25081 h 593550"/>
                <a:gd name="connsiteX9" fmla="*/ 143191 w 827987"/>
                <a:gd name="connsiteY9" fmla="*/ 197725 h 593550"/>
                <a:gd name="connsiteX10" fmla="*/ 97333 w 827987"/>
                <a:gd name="connsiteY10" fmla="*/ 228830 h 593550"/>
                <a:gd name="connsiteX11" fmla="*/ 89426 w 827987"/>
                <a:gd name="connsiteY11" fmla="*/ 243787 h 593550"/>
                <a:gd name="connsiteX12" fmla="*/ 75452 w 827987"/>
                <a:gd name="connsiteY12" fmla="*/ 253745 h 593550"/>
                <a:gd name="connsiteX13" fmla="*/ 27541 w 827987"/>
                <a:gd name="connsiteY13" fmla="*/ 281286 h 593550"/>
                <a:gd name="connsiteX14" fmla="*/ -34 w 827987"/>
                <a:gd name="connsiteY14" fmla="*/ 327509 h 593550"/>
                <a:gd name="connsiteX15" fmla="*/ 8434 w 827987"/>
                <a:gd name="connsiteY15" fmla="*/ 366383 h 593550"/>
                <a:gd name="connsiteX16" fmla="*/ 362899 w 827987"/>
                <a:gd name="connsiteY16" fmla="*/ 593045 h 593550"/>
                <a:gd name="connsiteX17" fmla="*/ 400031 w 827987"/>
                <a:gd name="connsiteY17" fmla="*/ 581456 h 593550"/>
                <a:gd name="connsiteX18" fmla="*/ 413046 w 827987"/>
                <a:gd name="connsiteY18" fmla="*/ 560020 h 593550"/>
                <a:gd name="connsiteX19" fmla="*/ 524281 w 827987"/>
                <a:gd name="connsiteY19" fmla="*/ 405958 h 593550"/>
                <a:gd name="connsiteX20" fmla="*/ 576390 w 827987"/>
                <a:gd name="connsiteY20" fmla="*/ 305207 h 593550"/>
                <a:gd name="connsiteX21" fmla="*/ 699275 w 827987"/>
                <a:gd name="connsiteY21" fmla="*/ 186177 h 593550"/>
                <a:gd name="connsiteX22" fmla="*/ 785966 w 827987"/>
                <a:gd name="connsiteY22" fmla="*/ 147391 h 593550"/>
                <a:gd name="connsiteX23" fmla="*/ 825165 w 827987"/>
                <a:gd name="connsiteY23" fmla="*/ 114834 h 593550"/>
                <a:gd name="connsiteX24" fmla="*/ 775558 w 827987"/>
                <a:gd name="connsiteY24" fmla="*/ 54245 h 59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27987" h="593550">
                  <a:moveTo>
                    <a:pt x="775558" y="54245"/>
                  </a:moveTo>
                  <a:cubicBezTo>
                    <a:pt x="746537" y="36180"/>
                    <a:pt x="712373" y="28520"/>
                    <a:pt x="678746" y="22378"/>
                  </a:cubicBezTo>
                  <a:cubicBezTo>
                    <a:pt x="658557" y="17783"/>
                    <a:pt x="637785" y="16290"/>
                    <a:pt x="617146" y="17948"/>
                  </a:cubicBezTo>
                  <a:cubicBezTo>
                    <a:pt x="598104" y="20324"/>
                    <a:pt x="579827" y="27677"/>
                    <a:pt x="560666" y="28744"/>
                  </a:cubicBezTo>
                  <a:cubicBezTo>
                    <a:pt x="533772" y="30243"/>
                    <a:pt x="507989" y="19334"/>
                    <a:pt x="482009" y="12224"/>
                  </a:cubicBezTo>
                  <a:cubicBezTo>
                    <a:pt x="456030" y="5114"/>
                    <a:pt x="426019" y="2397"/>
                    <a:pt x="404147" y="18116"/>
                  </a:cubicBezTo>
                  <a:cubicBezTo>
                    <a:pt x="399492" y="22699"/>
                    <a:pt x="393603" y="25827"/>
                    <a:pt x="387199" y="27118"/>
                  </a:cubicBezTo>
                  <a:cubicBezTo>
                    <a:pt x="380557" y="26312"/>
                    <a:pt x="374384" y="23284"/>
                    <a:pt x="369681" y="18526"/>
                  </a:cubicBezTo>
                  <a:cubicBezTo>
                    <a:pt x="331777" y="-8604"/>
                    <a:pt x="280141" y="-5882"/>
                    <a:pt x="245299" y="25081"/>
                  </a:cubicBezTo>
                  <a:cubicBezTo>
                    <a:pt x="195702" y="71586"/>
                    <a:pt x="201315" y="162453"/>
                    <a:pt x="143191" y="197725"/>
                  </a:cubicBezTo>
                  <a:cubicBezTo>
                    <a:pt x="127169" y="207447"/>
                    <a:pt x="106687" y="212591"/>
                    <a:pt x="97333" y="228830"/>
                  </a:cubicBezTo>
                  <a:cubicBezTo>
                    <a:pt x="95068" y="234004"/>
                    <a:pt x="92426" y="239003"/>
                    <a:pt x="89426" y="243787"/>
                  </a:cubicBezTo>
                  <a:cubicBezTo>
                    <a:pt x="85532" y="248066"/>
                    <a:pt x="80767" y="251461"/>
                    <a:pt x="75452" y="253745"/>
                  </a:cubicBezTo>
                  <a:cubicBezTo>
                    <a:pt x="58586" y="261272"/>
                    <a:pt x="42533" y="270500"/>
                    <a:pt x="27541" y="281286"/>
                  </a:cubicBezTo>
                  <a:cubicBezTo>
                    <a:pt x="12429" y="292288"/>
                    <a:pt x="2468" y="308985"/>
                    <a:pt x="-34" y="327509"/>
                  </a:cubicBezTo>
                  <a:cubicBezTo>
                    <a:pt x="-248" y="340947"/>
                    <a:pt x="2650" y="354252"/>
                    <a:pt x="8434" y="366383"/>
                  </a:cubicBezTo>
                  <a:cubicBezTo>
                    <a:pt x="66717" y="509337"/>
                    <a:pt x="208684" y="600116"/>
                    <a:pt x="362899" y="593045"/>
                  </a:cubicBezTo>
                  <a:cubicBezTo>
                    <a:pt x="376262" y="593733"/>
                    <a:pt x="389431" y="589623"/>
                    <a:pt x="400031" y="581456"/>
                  </a:cubicBezTo>
                  <a:cubicBezTo>
                    <a:pt x="405623" y="575152"/>
                    <a:pt x="410032" y="567890"/>
                    <a:pt x="413046" y="560020"/>
                  </a:cubicBezTo>
                  <a:cubicBezTo>
                    <a:pt x="440371" y="502726"/>
                    <a:pt x="491692" y="460431"/>
                    <a:pt x="524281" y="405958"/>
                  </a:cubicBezTo>
                  <a:cubicBezTo>
                    <a:pt x="543703" y="373493"/>
                    <a:pt x="556171" y="337182"/>
                    <a:pt x="576390" y="305207"/>
                  </a:cubicBezTo>
                  <a:cubicBezTo>
                    <a:pt x="607039" y="256734"/>
                    <a:pt x="653651" y="220926"/>
                    <a:pt x="699275" y="186177"/>
                  </a:cubicBezTo>
                  <a:cubicBezTo>
                    <a:pt x="725002" y="166582"/>
                    <a:pt x="753645" y="146018"/>
                    <a:pt x="785966" y="147391"/>
                  </a:cubicBezTo>
                  <a:cubicBezTo>
                    <a:pt x="814773" y="148618"/>
                    <a:pt x="835725" y="150164"/>
                    <a:pt x="825165" y="114834"/>
                  </a:cubicBezTo>
                  <a:cubicBezTo>
                    <a:pt x="816365" y="89379"/>
                    <a:pt x="798776" y="67896"/>
                    <a:pt x="775558" y="54245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03CAC2B2-C466-4728-8FF4-C1540D40C1AF}"/>
                </a:ext>
              </a:extLst>
            </p:cNvPr>
            <p:cNvSpPr/>
            <p:nvPr/>
          </p:nvSpPr>
          <p:spPr>
            <a:xfrm>
              <a:off x="2502883" y="1437489"/>
              <a:ext cx="827987" cy="593550"/>
            </a:xfrm>
            <a:custGeom>
              <a:avLst/>
              <a:gdLst>
                <a:gd name="connsiteX0" fmla="*/ 775558 w 827987"/>
                <a:gd name="connsiteY0" fmla="*/ 54245 h 593550"/>
                <a:gd name="connsiteX1" fmla="*/ 678746 w 827987"/>
                <a:gd name="connsiteY1" fmla="*/ 22378 h 593550"/>
                <a:gd name="connsiteX2" fmla="*/ 617146 w 827987"/>
                <a:gd name="connsiteY2" fmla="*/ 17948 h 593550"/>
                <a:gd name="connsiteX3" fmla="*/ 560666 w 827987"/>
                <a:gd name="connsiteY3" fmla="*/ 28744 h 593550"/>
                <a:gd name="connsiteX4" fmla="*/ 482009 w 827987"/>
                <a:gd name="connsiteY4" fmla="*/ 12224 h 593550"/>
                <a:gd name="connsiteX5" fmla="*/ 404147 w 827987"/>
                <a:gd name="connsiteY5" fmla="*/ 18116 h 593550"/>
                <a:gd name="connsiteX6" fmla="*/ 387199 w 827987"/>
                <a:gd name="connsiteY6" fmla="*/ 27118 h 593550"/>
                <a:gd name="connsiteX7" fmla="*/ 369681 w 827987"/>
                <a:gd name="connsiteY7" fmla="*/ 18526 h 593550"/>
                <a:gd name="connsiteX8" fmla="*/ 245299 w 827987"/>
                <a:gd name="connsiteY8" fmla="*/ 25081 h 593550"/>
                <a:gd name="connsiteX9" fmla="*/ 143191 w 827987"/>
                <a:gd name="connsiteY9" fmla="*/ 197725 h 593550"/>
                <a:gd name="connsiteX10" fmla="*/ 97333 w 827987"/>
                <a:gd name="connsiteY10" fmla="*/ 228830 h 593550"/>
                <a:gd name="connsiteX11" fmla="*/ 89426 w 827987"/>
                <a:gd name="connsiteY11" fmla="*/ 243787 h 593550"/>
                <a:gd name="connsiteX12" fmla="*/ 75452 w 827987"/>
                <a:gd name="connsiteY12" fmla="*/ 253745 h 593550"/>
                <a:gd name="connsiteX13" fmla="*/ 27541 w 827987"/>
                <a:gd name="connsiteY13" fmla="*/ 281286 h 593550"/>
                <a:gd name="connsiteX14" fmla="*/ -34 w 827987"/>
                <a:gd name="connsiteY14" fmla="*/ 327509 h 593550"/>
                <a:gd name="connsiteX15" fmla="*/ 8434 w 827987"/>
                <a:gd name="connsiteY15" fmla="*/ 366383 h 593550"/>
                <a:gd name="connsiteX16" fmla="*/ 362899 w 827987"/>
                <a:gd name="connsiteY16" fmla="*/ 593045 h 593550"/>
                <a:gd name="connsiteX17" fmla="*/ 400031 w 827987"/>
                <a:gd name="connsiteY17" fmla="*/ 581456 h 593550"/>
                <a:gd name="connsiteX18" fmla="*/ 413046 w 827987"/>
                <a:gd name="connsiteY18" fmla="*/ 560020 h 593550"/>
                <a:gd name="connsiteX19" fmla="*/ 524281 w 827987"/>
                <a:gd name="connsiteY19" fmla="*/ 405958 h 593550"/>
                <a:gd name="connsiteX20" fmla="*/ 576390 w 827987"/>
                <a:gd name="connsiteY20" fmla="*/ 305207 h 593550"/>
                <a:gd name="connsiteX21" fmla="*/ 699275 w 827987"/>
                <a:gd name="connsiteY21" fmla="*/ 186177 h 593550"/>
                <a:gd name="connsiteX22" fmla="*/ 785966 w 827987"/>
                <a:gd name="connsiteY22" fmla="*/ 147391 h 593550"/>
                <a:gd name="connsiteX23" fmla="*/ 825165 w 827987"/>
                <a:gd name="connsiteY23" fmla="*/ 114834 h 593550"/>
                <a:gd name="connsiteX24" fmla="*/ 775558 w 827987"/>
                <a:gd name="connsiteY24" fmla="*/ 54245 h 59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27987" h="593550">
                  <a:moveTo>
                    <a:pt x="775558" y="54245"/>
                  </a:moveTo>
                  <a:cubicBezTo>
                    <a:pt x="746537" y="36180"/>
                    <a:pt x="712373" y="28520"/>
                    <a:pt x="678746" y="22378"/>
                  </a:cubicBezTo>
                  <a:cubicBezTo>
                    <a:pt x="658557" y="17783"/>
                    <a:pt x="637785" y="16290"/>
                    <a:pt x="617146" y="17948"/>
                  </a:cubicBezTo>
                  <a:cubicBezTo>
                    <a:pt x="598104" y="20324"/>
                    <a:pt x="579827" y="27677"/>
                    <a:pt x="560666" y="28744"/>
                  </a:cubicBezTo>
                  <a:cubicBezTo>
                    <a:pt x="533772" y="30243"/>
                    <a:pt x="507989" y="19334"/>
                    <a:pt x="482009" y="12224"/>
                  </a:cubicBezTo>
                  <a:cubicBezTo>
                    <a:pt x="456030" y="5114"/>
                    <a:pt x="426019" y="2397"/>
                    <a:pt x="404147" y="18116"/>
                  </a:cubicBezTo>
                  <a:cubicBezTo>
                    <a:pt x="399492" y="22699"/>
                    <a:pt x="393603" y="25827"/>
                    <a:pt x="387199" y="27118"/>
                  </a:cubicBezTo>
                  <a:cubicBezTo>
                    <a:pt x="380557" y="26312"/>
                    <a:pt x="374384" y="23284"/>
                    <a:pt x="369681" y="18526"/>
                  </a:cubicBezTo>
                  <a:cubicBezTo>
                    <a:pt x="331777" y="-8604"/>
                    <a:pt x="280141" y="-5882"/>
                    <a:pt x="245299" y="25081"/>
                  </a:cubicBezTo>
                  <a:cubicBezTo>
                    <a:pt x="195702" y="71586"/>
                    <a:pt x="201315" y="162453"/>
                    <a:pt x="143191" y="197725"/>
                  </a:cubicBezTo>
                  <a:cubicBezTo>
                    <a:pt x="127169" y="207447"/>
                    <a:pt x="106687" y="212591"/>
                    <a:pt x="97333" y="228830"/>
                  </a:cubicBezTo>
                  <a:cubicBezTo>
                    <a:pt x="95068" y="234004"/>
                    <a:pt x="92426" y="239003"/>
                    <a:pt x="89426" y="243787"/>
                  </a:cubicBezTo>
                  <a:cubicBezTo>
                    <a:pt x="85532" y="248066"/>
                    <a:pt x="80767" y="251461"/>
                    <a:pt x="75452" y="253745"/>
                  </a:cubicBezTo>
                  <a:cubicBezTo>
                    <a:pt x="58586" y="261272"/>
                    <a:pt x="42533" y="270500"/>
                    <a:pt x="27541" y="281286"/>
                  </a:cubicBezTo>
                  <a:cubicBezTo>
                    <a:pt x="12429" y="292288"/>
                    <a:pt x="2468" y="308985"/>
                    <a:pt x="-34" y="327509"/>
                  </a:cubicBezTo>
                  <a:cubicBezTo>
                    <a:pt x="-248" y="340947"/>
                    <a:pt x="2650" y="354252"/>
                    <a:pt x="8434" y="366383"/>
                  </a:cubicBezTo>
                  <a:cubicBezTo>
                    <a:pt x="66717" y="509337"/>
                    <a:pt x="208684" y="600116"/>
                    <a:pt x="362899" y="593045"/>
                  </a:cubicBezTo>
                  <a:cubicBezTo>
                    <a:pt x="376262" y="593733"/>
                    <a:pt x="389431" y="589623"/>
                    <a:pt x="400031" y="581456"/>
                  </a:cubicBezTo>
                  <a:cubicBezTo>
                    <a:pt x="405623" y="575152"/>
                    <a:pt x="410032" y="567890"/>
                    <a:pt x="413046" y="560020"/>
                  </a:cubicBezTo>
                  <a:cubicBezTo>
                    <a:pt x="440371" y="502726"/>
                    <a:pt x="491692" y="460431"/>
                    <a:pt x="524281" y="405958"/>
                  </a:cubicBezTo>
                  <a:cubicBezTo>
                    <a:pt x="543703" y="373493"/>
                    <a:pt x="556171" y="337182"/>
                    <a:pt x="576390" y="305207"/>
                  </a:cubicBezTo>
                  <a:cubicBezTo>
                    <a:pt x="607039" y="256734"/>
                    <a:pt x="653651" y="220926"/>
                    <a:pt x="699275" y="186177"/>
                  </a:cubicBezTo>
                  <a:cubicBezTo>
                    <a:pt x="725002" y="166582"/>
                    <a:pt x="753645" y="146018"/>
                    <a:pt x="785966" y="147391"/>
                  </a:cubicBezTo>
                  <a:cubicBezTo>
                    <a:pt x="814773" y="148618"/>
                    <a:pt x="835725" y="150164"/>
                    <a:pt x="825165" y="114834"/>
                  </a:cubicBezTo>
                  <a:cubicBezTo>
                    <a:pt x="816365" y="89379"/>
                    <a:pt x="798776" y="67896"/>
                    <a:pt x="775558" y="54245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318D8BFB-3936-4CCA-8732-4F51A3457D03}"/>
                </a:ext>
              </a:extLst>
            </p:cNvPr>
            <p:cNvSpPr/>
            <p:nvPr/>
          </p:nvSpPr>
          <p:spPr>
            <a:xfrm>
              <a:off x="2700122" y="5196663"/>
              <a:ext cx="741221" cy="283677"/>
            </a:xfrm>
            <a:custGeom>
              <a:avLst/>
              <a:gdLst>
                <a:gd name="connsiteX0" fmla="*/ 719097 w 741221"/>
                <a:gd name="connsiteY0" fmla="*/ 215658 h 283677"/>
                <a:gd name="connsiteX1" fmla="*/ 646396 w 741221"/>
                <a:gd name="connsiteY1" fmla="*/ 247637 h 283677"/>
                <a:gd name="connsiteX2" fmla="*/ 465445 w 741221"/>
                <a:gd name="connsiteY2" fmla="*/ 270001 h 283677"/>
                <a:gd name="connsiteX3" fmla="*/ 406367 w 741221"/>
                <a:gd name="connsiteY3" fmla="*/ 274517 h 283677"/>
                <a:gd name="connsiteX4" fmla="*/ 232993 w 741221"/>
                <a:gd name="connsiteY4" fmla="*/ 283551 h 283677"/>
                <a:gd name="connsiteX5" fmla="*/ 19772 w 741221"/>
                <a:gd name="connsiteY5" fmla="*/ 265120 h 283677"/>
                <a:gd name="connsiteX6" fmla="*/ 38 w 741221"/>
                <a:gd name="connsiteY6" fmla="*/ 248840 h 283677"/>
                <a:gd name="connsiteX7" fmla="*/ 322 w 741221"/>
                <a:gd name="connsiteY7" fmla="*/ 243486 h 283677"/>
                <a:gd name="connsiteX8" fmla="*/ 26546 w 741221"/>
                <a:gd name="connsiteY8" fmla="*/ 29463 h 283677"/>
                <a:gd name="connsiteX9" fmla="*/ 87300 w 741221"/>
                <a:gd name="connsiteY9" fmla="*/ 67998 h 283677"/>
                <a:gd name="connsiteX10" fmla="*/ 134286 w 741221"/>
                <a:gd name="connsiteY10" fmla="*/ 92984 h 283677"/>
                <a:gd name="connsiteX11" fmla="*/ 307733 w 741221"/>
                <a:gd name="connsiteY11" fmla="*/ 27860 h 283677"/>
                <a:gd name="connsiteX12" fmla="*/ 339858 w 741221"/>
                <a:gd name="connsiteY12" fmla="*/ 7973 h 283677"/>
                <a:gd name="connsiteX13" fmla="*/ 365865 w 741221"/>
                <a:gd name="connsiteY13" fmla="*/ 543 h 283677"/>
                <a:gd name="connsiteX14" fmla="*/ 454373 w 741221"/>
                <a:gd name="connsiteY14" fmla="*/ 18463 h 283677"/>
                <a:gd name="connsiteX15" fmla="*/ 556285 w 741221"/>
                <a:gd name="connsiteY15" fmla="*/ 79581 h 283677"/>
                <a:gd name="connsiteX16" fmla="*/ 647634 w 741221"/>
                <a:gd name="connsiteY16" fmla="*/ 108501 h 283677"/>
                <a:gd name="connsiteX17" fmla="*/ 734832 w 741221"/>
                <a:gd name="connsiteY17" fmla="*/ 142957 h 283677"/>
                <a:gd name="connsiteX18" fmla="*/ 734905 w 741221"/>
                <a:gd name="connsiteY18" fmla="*/ 143176 h 283677"/>
                <a:gd name="connsiteX19" fmla="*/ 719097 w 741221"/>
                <a:gd name="connsiteY19" fmla="*/ 215658 h 283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41221" h="283677">
                  <a:moveTo>
                    <a:pt x="719097" y="215658"/>
                  </a:moveTo>
                  <a:cubicBezTo>
                    <a:pt x="699501" y="233943"/>
                    <a:pt x="672548" y="241955"/>
                    <a:pt x="646396" y="247637"/>
                  </a:cubicBezTo>
                  <a:cubicBezTo>
                    <a:pt x="586671" y="259284"/>
                    <a:pt x="526208" y="266757"/>
                    <a:pt x="465445" y="270001"/>
                  </a:cubicBezTo>
                  <a:cubicBezTo>
                    <a:pt x="445777" y="271458"/>
                    <a:pt x="426035" y="272988"/>
                    <a:pt x="406367" y="274517"/>
                  </a:cubicBezTo>
                  <a:cubicBezTo>
                    <a:pt x="348673" y="278889"/>
                    <a:pt x="290905" y="283332"/>
                    <a:pt x="232993" y="283551"/>
                  </a:cubicBezTo>
                  <a:cubicBezTo>
                    <a:pt x="161511" y="283793"/>
                    <a:pt x="90152" y="277625"/>
                    <a:pt x="19772" y="265120"/>
                  </a:cubicBezTo>
                  <a:cubicBezTo>
                    <a:pt x="9827" y="266074"/>
                    <a:pt x="991" y="258785"/>
                    <a:pt x="38" y="248840"/>
                  </a:cubicBezTo>
                  <a:cubicBezTo>
                    <a:pt x="-134" y="247051"/>
                    <a:pt x="-38" y="245246"/>
                    <a:pt x="322" y="243486"/>
                  </a:cubicBezTo>
                  <a:cubicBezTo>
                    <a:pt x="1574" y="171425"/>
                    <a:pt x="10363" y="99694"/>
                    <a:pt x="26546" y="29463"/>
                  </a:cubicBezTo>
                  <a:cubicBezTo>
                    <a:pt x="33249" y="616"/>
                    <a:pt x="84968" y="65303"/>
                    <a:pt x="87300" y="67998"/>
                  </a:cubicBezTo>
                  <a:cubicBezTo>
                    <a:pt x="101651" y="84316"/>
                    <a:pt x="112505" y="91819"/>
                    <a:pt x="134286" y="92984"/>
                  </a:cubicBezTo>
                  <a:cubicBezTo>
                    <a:pt x="193801" y="96263"/>
                    <a:pt x="260456" y="60058"/>
                    <a:pt x="307733" y="27860"/>
                  </a:cubicBezTo>
                  <a:cubicBezTo>
                    <a:pt x="317857" y="20330"/>
                    <a:pt x="328604" y="13677"/>
                    <a:pt x="339858" y="7973"/>
                  </a:cubicBezTo>
                  <a:cubicBezTo>
                    <a:pt x="348126" y="4263"/>
                    <a:pt x="356884" y="1761"/>
                    <a:pt x="365865" y="543"/>
                  </a:cubicBezTo>
                  <a:cubicBezTo>
                    <a:pt x="396486" y="-2280"/>
                    <a:pt x="427262" y="3952"/>
                    <a:pt x="454373" y="18463"/>
                  </a:cubicBezTo>
                  <a:cubicBezTo>
                    <a:pt x="489922" y="36091"/>
                    <a:pt x="521101" y="61442"/>
                    <a:pt x="556285" y="79581"/>
                  </a:cubicBezTo>
                  <a:cubicBezTo>
                    <a:pt x="584895" y="94281"/>
                    <a:pt x="615776" y="104058"/>
                    <a:pt x="647634" y="108501"/>
                  </a:cubicBezTo>
                  <a:cubicBezTo>
                    <a:pt x="679833" y="112944"/>
                    <a:pt x="718295" y="115057"/>
                    <a:pt x="734832" y="142957"/>
                  </a:cubicBezTo>
                  <a:cubicBezTo>
                    <a:pt x="734888" y="143015"/>
                    <a:pt x="734915" y="143096"/>
                    <a:pt x="734905" y="143176"/>
                  </a:cubicBezTo>
                  <a:cubicBezTo>
                    <a:pt x="748454" y="166268"/>
                    <a:pt x="738619" y="197446"/>
                    <a:pt x="719097" y="215658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8687FA61-D723-4A5D-9A4C-C572C17B5641}"/>
                </a:ext>
              </a:extLst>
            </p:cNvPr>
            <p:cNvSpPr/>
            <p:nvPr/>
          </p:nvSpPr>
          <p:spPr>
            <a:xfrm>
              <a:off x="2689828" y="5197325"/>
              <a:ext cx="755498" cy="293676"/>
            </a:xfrm>
            <a:custGeom>
              <a:avLst/>
              <a:gdLst>
                <a:gd name="connsiteX0" fmla="*/ 729391 w 755498"/>
                <a:gd name="connsiteY0" fmla="*/ 225656 h 293676"/>
                <a:gd name="connsiteX1" fmla="*/ 656690 w 755498"/>
                <a:gd name="connsiteY1" fmla="*/ 257636 h 293676"/>
                <a:gd name="connsiteX2" fmla="*/ 475739 w 755498"/>
                <a:gd name="connsiteY2" fmla="*/ 280000 h 293676"/>
                <a:gd name="connsiteX3" fmla="*/ 416662 w 755498"/>
                <a:gd name="connsiteY3" fmla="*/ 284516 h 293676"/>
                <a:gd name="connsiteX4" fmla="*/ 243287 w 755498"/>
                <a:gd name="connsiteY4" fmla="*/ 293549 h 293676"/>
                <a:gd name="connsiteX5" fmla="*/ 30066 w 755498"/>
                <a:gd name="connsiteY5" fmla="*/ 275119 h 293676"/>
                <a:gd name="connsiteX6" fmla="*/ 13165 w 755498"/>
                <a:gd name="connsiteY6" fmla="*/ 266960 h 293676"/>
                <a:gd name="connsiteX7" fmla="*/ -45 w 755498"/>
                <a:gd name="connsiteY7" fmla="*/ 242822 h 293676"/>
                <a:gd name="connsiteX8" fmla="*/ 36840 w 755498"/>
                <a:gd name="connsiteY8" fmla="*/ 28800 h 293676"/>
                <a:gd name="connsiteX9" fmla="*/ 97594 w 755498"/>
                <a:gd name="connsiteY9" fmla="*/ 67335 h 293676"/>
                <a:gd name="connsiteX10" fmla="*/ 144580 w 755498"/>
                <a:gd name="connsiteY10" fmla="*/ 92321 h 293676"/>
                <a:gd name="connsiteX11" fmla="*/ 318027 w 755498"/>
                <a:gd name="connsiteY11" fmla="*/ 27197 h 293676"/>
                <a:gd name="connsiteX12" fmla="*/ 350152 w 755498"/>
                <a:gd name="connsiteY12" fmla="*/ 7310 h 293676"/>
                <a:gd name="connsiteX13" fmla="*/ 376159 w 755498"/>
                <a:gd name="connsiteY13" fmla="*/ -120 h 293676"/>
                <a:gd name="connsiteX14" fmla="*/ 275411 w 755498"/>
                <a:gd name="connsiteY14" fmla="*/ 110169 h 293676"/>
                <a:gd name="connsiteX15" fmla="*/ 63576 w 755498"/>
                <a:gd name="connsiteY15" fmla="*/ 129838 h 293676"/>
                <a:gd name="connsiteX16" fmla="*/ 48569 w 755498"/>
                <a:gd name="connsiteY16" fmla="*/ 133480 h 293676"/>
                <a:gd name="connsiteX17" fmla="*/ 39755 w 755498"/>
                <a:gd name="connsiteY17" fmla="*/ 161599 h 293676"/>
                <a:gd name="connsiteX18" fmla="*/ 57310 w 755498"/>
                <a:gd name="connsiteY18" fmla="*/ 207346 h 293676"/>
                <a:gd name="connsiteX19" fmla="*/ 81058 w 755498"/>
                <a:gd name="connsiteY19" fmla="*/ 212300 h 293676"/>
                <a:gd name="connsiteX20" fmla="*/ 609267 w 755498"/>
                <a:gd name="connsiteY20" fmla="*/ 193796 h 293676"/>
                <a:gd name="connsiteX21" fmla="*/ 695299 w 755498"/>
                <a:gd name="connsiteY21" fmla="*/ 174637 h 293676"/>
                <a:gd name="connsiteX22" fmla="*/ 745198 w 755498"/>
                <a:gd name="connsiteY22" fmla="*/ 142513 h 293676"/>
                <a:gd name="connsiteX23" fmla="*/ 729391 w 755498"/>
                <a:gd name="connsiteY23" fmla="*/ 225656 h 29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55498" h="293676">
                  <a:moveTo>
                    <a:pt x="729391" y="225656"/>
                  </a:moveTo>
                  <a:cubicBezTo>
                    <a:pt x="709795" y="243941"/>
                    <a:pt x="682842" y="251954"/>
                    <a:pt x="656690" y="257636"/>
                  </a:cubicBezTo>
                  <a:cubicBezTo>
                    <a:pt x="596965" y="269283"/>
                    <a:pt x="536502" y="276756"/>
                    <a:pt x="475739" y="280000"/>
                  </a:cubicBezTo>
                  <a:cubicBezTo>
                    <a:pt x="456071" y="281457"/>
                    <a:pt x="436330" y="282987"/>
                    <a:pt x="416662" y="284516"/>
                  </a:cubicBezTo>
                  <a:cubicBezTo>
                    <a:pt x="358967" y="288887"/>
                    <a:pt x="301199" y="293331"/>
                    <a:pt x="243287" y="293549"/>
                  </a:cubicBezTo>
                  <a:cubicBezTo>
                    <a:pt x="171806" y="293792"/>
                    <a:pt x="100446" y="287623"/>
                    <a:pt x="30066" y="275119"/>
                  </a:cubicBezTo>
                  <a:cubicBezTo>
                    <a:pt x="23544" y="274861"/>
                    <a:pt x="17423" y="271906"/>
                    <a:pt x="13165" y="266960"/>
                  </a:cubicBezTo>
                  <a:cubicBezTo>
                    <a:pt x="7608" y="259602"/>
                    <a:pt x="3158" y="251469"/>
                    <a:pt x="-45" y="242822"/>
                  </a:cubicBezTo>
                  <a:cubicBezTo>
                    <a:pt x="1193" y="170850"/>
                    <a:pt x="20668" y="98951"/>
                    <a:pt x="36840" y="28800"/>
                  </a:cubicBezTo>
                  <a:cubicBezTo>
                    <a:pt x="43543" y="-47"/>
                    <a:pt x="95263" y="64640"/>
                    <a:pt x="97594" y="67335"/>
                  </a:cubicBezTo>
                  <a:cubicBezTo>
                    <a:pt x="111945" y="83653"/>
                    <a:pt x="122799" y="91156"/>
                    <a:pt x="144580" y="92321"/>
                  </a:cubicBezTo>
                  <a:cubicBezTo>
                    <a:pt x="204095" y="95600"/>
                    <a:pt x="270750" y="59395"/>
                    <a:pt x="318027" y="27197"/>
                  </a:cubicBezTo>
                  <a:cubicBezTo>
                    <a:pt x="328151" y="19667"/>
                    <a:pt x="338898" y="13014"/>
                    <a:pt x="350152" y="7310"/>
                  </a:cubicBezTo>
                  <a:cubicBezTo>
                    <a:pt x="358420" y="3600"/>
                    <a:pt x="367179" y="1098"/>
                    <a:pt x="376159" y="-120"/>
                  </a:cubicBezTo>
                  <a:cubicBezTo>
                    <a:pt x="368509" y="42713"/>
                    <a:pt x="307100" y="94434"/>
                    <a:pt x="275411" y="110169"/>
                  </a:cubicBezTo>
                  <a:cubicBezTo>
                    <a:pt x="211307" y="142003"/>
                    <a:pt x="135110" y="126122"/>
                    <a:pt x="63576" y="129838"/>
                  </a:cubicBezTo>
                  <a:cubicBezTo>
                    <a:pt x="58339" y="129700"/>
                    <a:pt x="53160" y="130957"/>
                    <a:pt x="48569" y="133480"/>
                  </a:cubicBezTo>
                  <a:cubicBezTo>
                    <a:pt x="39973" y="139162"/>
                    <a:pt x="39463" y="151327"/>
                    <a:pt x="39755" y="161599"/>
                  </a:cubicBezTo>
                  <a:cubicBezTo>
                    <a:pt x="40337" y="178645"/>
                    <a:pt x="42522" y="198677"/>
                    <a:pt x="57310" y="207346"/>
                  </a:cubicBezTo>
                  <a:cubicBezTo>
                    <a:pt x="64708" y="210897"/>
                    <a:pt x="72858" y="212597"/>
                    <a:pt x="81058" y="212300"/>
                  </a:cubicBezTo>
                  <a:cubicBezTo>
                    <a:pt x="257340" y="220017"/>
                    <a:pt x="433957" y="213830"/>
                    <a:pt x="609267" y="193796"/>
                  </a:cubicBezTo>
                  <a:cubicBezTo>
                    <a:pt x="638752" y="191824"/>
                    <a:pt x="667764" y="185363"/>
                    <a:pt x="695299" y="174637"/>
                  </a:cubicBezTo>
                  <a:cubicBezTo>
                    <a:pt x="713291" y="166204"/>
                    <a:pt x="730073" y="155399"/>
                    <a:pt x="745198" y="142513"/>
                  </a:cubicBezTo>
                  <a:cubicBezTo>
                    <a:pt x="767717" y="160206"/>
                    <a:pt x="748913" y="207445"/>
                    <a:pt x="729391" y="225656"/>
                  </a:cubicBezTo>
                  <a:close/>
                </a:path>
              </a:pathLst>
            </a:custGeom>
            <a:solidFill>
              <a:srgbClr val="E8EAF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A491895D-A534-435C-9EE5-1186800A0C22}"/>
                </a:ext>
              </a:extLst>
            </p:cNvPr>
            <p:cNvSpPr/>
            <p:nvPr/>
          </p:nvSpPr>
          <p:spPr>
            <a:xfrm>
              <a:off x="2857280" y="828932"/>
              <a:ext cx="498126" cy="504805"/>
            </a:xfrm>
            <a:custGeom>
              <a:avLst/>
              <a:gdLst>
                <a:gd name="connsiteX0" fmla="*/ 414644 w 498126"/>
                <a:gd name="connsiteY0" fmla="*/ 284945 h 504805"/>
                <a:gd name="connsiteX1" fmla="*/ 380406 w 498126"/>
                <a:gd name="connsiteY1" fmla="*/ 352036 h 504805"/>
                <a:gd name="connsiteX2" fmla="*/ 300857 w 498126"/>
                <a:gd name="connsiteY2" fmla="*/ 314301 h 504805"/>
                <a:gd name="connsiteX3" fmla="*/ 238793 w 498126"/>
                <a:gd name="connsiteY3" fmla="*/ 403174 h 504805"/>
                <a:gd name="connsiteX4" fmla="*/ 115536 w 498126"/>
                <a:gd name="connsiteY4" fmla="*/ 502755 h 504805"/>
                <a:gd name="connsiteX5" fmla="*/ 81591 w 498126"/>
                <a:gd name="connsiteY5" fmla="*/ 502682 h 504805"/>
                <a:gd name="connsiteX6" fmla="*/ 31108 w 498126"/>
                <a:gd name="connsiteY6" fmla="*/ 444696 h 504805"/>
                <a:gd name="connsiteX7" fmla="*/ 8744 w 498126"/>
                <a:gd name="connsiteY7" fmla="*/ 381029 h 504805"/>
                <a:gd name="connsiteX8" fmla="*/ 657 w 498126"/>
                <a:gd name="connsiteY8" fmla="*/ 334334 h 504805"/>
                <a:gd name="connsiteX9" fmla="*/ 658 w 498126"/>
                <a:gd name="connsiteY9" fmla="*/ 334261 h 504805"/>
                <a:gd name="connsiteX10" fmla="*/ 512 w 498126"/>
                <a:gd name="connsiteY10" fmla="*/ 301990 h 504805"/>
                <a:gd name="connsiteX11" fmla="*/ 87783 w 498126"/>
                <a:gd name="connsiteY11" fmla="*/ 136557 h 504805"/>
                <a:gd name="connsiteX12" fmla="*/ 246004 w 498126"/>
                <a:gd name="connsiteY12" fmla="*/ 29764 h 504805"/>
                <a:gd name="connsiteX13" fmla="*/ 304354 w 498126"/>
                <a:gd name="connsiteY13" fmla="*/ 3757 h 504805"/>
                <a:gd name="connsiteX14" fmla="*/ 365983 w 498126"/>
                <a:gd name="connsiteY14" fmla="*/ 1208 h 504805"/>
                <a:gd name="connsiteX15" fmla="*/ 444366 w 498126"/>
                <a:gd name="connsiteY15" fmla="*/ 19638 h 504805"/>
                <a:gd name="connsiteX16" fmla="*/ 471974 w 498126"/>
                <a:gd name="connsiteY16" fmla="*/ 39015 h 504805"/>
                <a:gd name="connsiteX17" fmla="*/ 495867 w 498126"/>
                <a:gd name="connsiteY17" fmla="*/ 78935 h 504805"/>
                <a:gd name="connsiteX18" fmla="*/ 458425 w 498126"/>
                <a:gd name="connsiteY18" fmla="*/ 189515 h 504805"/>
                <a:gd name="connsiteX19" fmla="*/ 414644 w 498126"/>
                <a:gd name="connsiteY19" fmla="*/ 284945 h 504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98126" h="504805">
                  <a:moveTo>
                    <a:pt x="414644" y="284945"/>
                  </a:moveTo>
                  <a:cubicBezTo>
                    <a:pt x="413623" y="312917"/>
                    <a:pt x="432709" y="367188"/>
                    <a:pt x="380406" y="352036"/>
                  </a:cubicBezTo>
                  <a:cubicBezTo>
                    <a:pt x="349227" y="343003"/>
                    <a:pt x="340413" y="306070"/>
                    <a:pt x="300857" y="314301"/>
                  </a:cubicBezTo>
                  <a:cubicBezTo>
                    <a:pt x="260937" y="322679"/>
                    <a:pt x="252196" y="371267"/>
                    <a:pt x="238793" y="403174"/>
                  </a:cubicBezTo>
                  <a:cubicBezTo>
                    <a:pt x="216626" y="454650"/>
                    <a:pt x="170521" y="491899"/>
                    <a:pt x="115536" y="502755"/>
                  </a:cubicBezTo>
                  <a:cubicBezTo>
                    <a:pt x="104367" y="505354"/>
                    <a:pt x="92748" y="505329"/>
                    <a:pt x="81591" y="502682"/>
                  </a:cubicBezTo>
                  <a:cubicBezTo>
                    <a:pt x="56094" y="495398"/>
                    <a:pt x="41525" y="469100"/>
                    <a:pt x="31108" y="444696"/>
                  </a:cubicBezTo>
                  <a:cubicBezTo>
                    <a:pt x="22087" y="424057"/>
                    <a:pt x="14612" y="402776"/>
                    <a:pt x="8744" y="381029"/>
                  </a:cubicBezTo>
                  <a:cubicBezTo>
                    <a:pt x="4679" y="365732"/>
                    <a:pt x="1973" y="350107"/>
                    <a:pt x="657" y="334334"/>
                  </a:cubicBezTo>
                  <a:lnTo>
                    <a:pt x="658" y="334261"/>
                  </a:lnTo>
                  <a:cubicBezTo>
                    <a:pt x="-228" y="323524"/>
                    <a:pt x="-277" y="312735"/>
                    <a:pt x="512" y="301990"/>
                  </a:cubicBezTo>
                  <a:cubicBezTo>
                    <a:pt x="5248" y="238396"/>
                    <a:pt x="41452" y="180410"/>
                    <a:pt x="87783" y="136557"/>
                  </a:cubicBezTo>
                  <a:cubicBezTo>
                    <a:pt x="134112" y="92703"/>
                    <a:pt x="190423" y="61015"/>
                    <a:pt x="246004" y="29764"/>
                  </a:cubicBezTo>
                  <a:cubicBezTo>
                    <a:pt x="264156" y="18435"/>
                    <a:pt x="283794" y="9682"/>
                    <a:pt x="304354" y="3757"/>
                  </a:cubicBezTo>
                  <a:cubicBezTo>
                    <a:pt x="324634" y="-334"/>
                    <a:pt x="345434" y="-1194"/>
                    <a:pt x="365983" y="1208"/>
                  </a:cubicBezTo>
                  <a:cubicBezTo>
                    <a:pt x="393038" y="2363"/>
                    <a:pt x="419631" y="8616"/>
                    <a:pt x="444366" y="19638"/>
                  </a:cubicBezTo>
                  <a:cubicBezTo>
                    <a:pt x="454507" y="24645"/>
                    <a:pt x="463818" y="31180"/>
                    <a:pt x="471974" y="39015"/>
                  </a:cubicBezTo>
                  <a:cubicBezTo>
                    <a:pt x="483581" y="49772"/>
                    <a:pt x="491871" y="63623"/>
                    <a:pt x="495867" y="78935"/>
                  </a:cubicBezTo>
                  <a:cubicBezTo>
                    <a:pt x="505921" y="120020"/>
                    <a:pt x="479695" y="157026"/>
                    <a:pt x="458425" y="189515"/>
                  </a:cubicBezTo>
                  <a:cubicBezTo>
                    <a:pt x="439483" y="218363"/>
                    <a:pt x="416027" y="248958"/>
                    <a:pt x="414644" y="284945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59C22B81-7492-4C27-9B87-F155EFA1C1BA}"/>
                </a:ext>
              </a:extLst>
            </p:cNvPr>
            <p:cNvSpPr/>
            <p:nvPr/>
          </p:nvSpPr>
          <p:spPr>
            <a:xfrm>
              <a:off x="4105167" y="1581430"/>
              <a:ext cx="47026" cy="132906"/>
            </a:xfrm>
            <a:custGeom>
              <a:avLst/>
              <a:gdLst>
                <a:gd name="connsiteX0" fmla="*/ 46981 w 47026"/>
                <a:gd name="connsiteY0" fmla="*/ 132786 h 132906"/>
                <a:gd name="connsiteX1" fmla="*/ 2402 w 47026"/>
                <a:gd name="connsiteY1" fmla="*/ -120 h 132906"/>
                <a:gd name="connsiteX2" fmla="*/ 38146 w 47026"/>
                <a:gd name="connsiteY2" fmla="*/ 63809 h 132906"/>
                <a:gd name="connsiteX3" fmla="*/ 46981 w 47026"/>
                <a:gd name="connsiteY3" fmla="*/ 132786 h 1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26" h="132906">
                  <a:moveTo>
                    <a:pt x="46981" y="132786"/>
                  </a:moveTo>
                  <a:cubicBezTo>
                    <a:pt x="35786" y="104594"/>
                    <a:pt x="-11194" y="26680"/>
                    <a:pt x="2402" y="-120"/>
                  </a:cubicBezTo>
                  <a:cubicBezTo>
                    <a:pt x="16515" y="19884"/>
                    <a:pt x="28495" y="41310"/>
                    <a:pt x="38146" y="63809"/>
                  </a:cubicBezTo>
                  <a:cubicBezTo>
                    <a:pt x="47024" y="85604"/>
                    <a:pt x="39772" y="114826"/>
                    <a:pt x="46981" y="13278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877513B5-AD0F-431B-8AD0-BF95884A98AD}"/>
                </a:ext>
              </a:extLst>
            </p:cNvPr>
            <p:cNvSpPr/>
            <p:nvPr/>
          </p:nvSpPr>
          <p:spPr>
            <a:xfrm>
              <a:off x="2901409" y="862431"/>
              <a:ext cx="455206" cy="471307"/>
            </a:xfrm>
            <a:custGeom>
              <a:avLst/>
              <a:gdLst>
                <a:gd name="connsiteX0" fmla="*/ 415455 w 455206"/>
                <a:gd name="connsiteY0" fmla="*/ 156005 h 471307"/>
                <a:gd name="connsiteX1" fmla="*/ 452952 w 455206"/>
                <a:gd name="connsiteY1" fmla="*/ 45406 h 471307"/>
                <a:gd name="connsiteX2" fmla="*/ 422529 w 455206"/>
                <a:gd name="connsiteY2" fmla="*/ -120 h 471307"/>
                <a:gd name="connsiteX3" fmla="*/ 430238 w 455206"/>
                <a:gd name="connsiteY3" fmla="*/ 19073 h 471307"/>
                <a:gd name="connsiteX4" fmla="*/ 392740 w 455206"/>
                <a:gd name="connsiteY4" fmla="*/ 129671 h 471307"/>
                <a:gd name="connsiteX5" fmla="*/ 349002 w 455206"/>
                <a:gd name="connsiteY5" fmla="*/ 225110 h 471307"/>
                <a:gd name="connsiteX6" fmla="*/ 314720 w 455206"/>
                <a:gd name="connsiteY6" fmla="*/ 292210 h 471307"/>
                <a:gd name="connsiteX7" fmla="*/ 235189 w 455206"/>
                <a:gd name="connsiteY7" fmla="*/ 254483 h 471307"/>
                <a:gd name="connsiteX8" fmla="*/ 173143 w 455206"/>
                <a:gd name="connsiteY8" fmla="*/ 343349 h 471307"/>
                <a:gd name="connsiteX9" fmla="*/ 49860 w 455206"/>
                <a:gd name="connsiteY9" fmla="*/ 442937 h 471307"/>
                <a:gd name="connsiteX10" fmla="*/ 15938 w 455206"/>
                <a:gd name="connsiteY10" fmla="*/ 442853 h 471307"/>
                <a:gd name="connsiteX11" fmla="*/ -45 w 455206"/>
                <a:gd name="connsiteY11" fmla="*/ 435005 h 471307"/>
                <a:gd name="connsiteX12" fmla="*/ 38652 w 455206"/>
                <a:gd name="connsiteY12" fmla="*/ 469187 h 471307"/>
                <a:gd name="connsiteX13" fmla="*/ 72574 w 455206"/>
                <a:gd name="connsiteY13" fmla="*/ 469271 h 471307"/>
                <a:gd name="connsiteX14" fmla="*/ 195859 w 455206"/>
                <a:gd name="connsiteY14" fmla="*/ 369683 h 471307"/>
                <a:gd name="connsiteX15" fmla="*/ 257904 w 455206"/>
                <a:gd name="connsiteY15" fmla="*/ 280817 h 471307"/>
                <a:gd name="connsiteX16" fmla="*/ 337434 w 455206"/>
                <a:gd name="connsiteY16" fmla="*/ 318544 h 471307"/>
                <a:gd name="connsiteX17" fmla="*/ 371717 w 455206"/>
                <a:gd name="connsiteY17" fmla="*/ 251443 h 471307"/>
                <a:gd name="connsiteX18" fmla="*/ 415455 w 455206"/>
                <a:gd name="connsiteY18" fmla="*/ 156005 h 471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5206" h="471307">
                  <a:moveTo>
                    <a:pt x="415455" y="156005"/>
                  </a:moveTo>
                  <a:cubicBezTo>
                    <a:pt x="436766" y="123497"/>
                    <a:pt x="462992" y="86495"/>
                    <a:pt x="452952" y="45406"/>
                  </a:cubicBezTo>
                  <a:cubicBezTo>
                    <a:pt x="448026" y="27329"/>
                    <a:pt x="437346" y="11348"/>
                    <a:pt x="422529" y="-120"/>
                  </a:cubicBezTo>
                  <a:cubicBezTo>
                    <a:pt x="425969" y="5893"/>
                    <a:pt x="428563" y="12351"/>
                    <a:pt x="430238" y="19073"/>
                  </a:cubicBezTo>
                  <a:cubicBezTo>
                    <a:pt x="440278" y="60161"/>
                    <a:pt x="414052" y="97164"/>
                    <a:pt x="392740" y="129671"/>
                  </a:cubicBezTo>
                  <a:cubicBezTo>
                    <a:pt x="373828" y="158519"/>
                    <a:pt x="350352" y="189147"/>
                    <a:pt x="349002" y="225110"/>
                  </a:cubicBezTo>
                  <a:cubicBezTo>
                    <a:pt x="347953" y="253061"/>
                    <a:pt x="367073" y="307371"/>
                    <a:pt x="314720" y="292210"/>
                  </a:cubicBezTo>
                  <a:cubicBezTo>
                    <a:pt x="283575" y="283192"/>
                    <a:pt x="274765" y="246230"/>
                    <a:pt x="235189" y="254483"/>
                  </a:cubicBezTo>
                  <a:cubicBezTo>
                    <a:pt x="195265" y="262810"/>
                    <a:pt x="186549" y="311412"/>
                    <a:pt x="173143" y="343349"/>
                  </a:cubicBezTo>
                  <a:cubicBezTo>
                    <a:pt x="150950" y="394817"/>
                    <a:pt x="104843" y="432062"/>
                    <a:pt x="49860" y="442937"/>
                  </a:cubicBezTo>
                  <a:cubicBezTo>
                    <a:pt x="38697" y="445521"/>
                    <a:pt x="27088" y="445492"/>
                    <a:pt x="15938" y="442853"/>
                  </a:cubicBezTo>
                  <a:cubicBezTo>
                    <a:pt x="10194" y="441187"/>
                    <a:pt x="4786" y="438531"/>
                    <a:pt x="-45" y="435005"/>
                  </a:cubicBezTo>
                  <a:cubicBezTo>
                    <a:pt x="7942" y="450980"/>
                    <a:pt x="21814" y="463233"/>
                    <a:pt x="38652" y="469187"/>
                  </a:cubicBezTo>
                  <a:cubicBezTo>
                    <a:pt x="49802" y="471826"/>
                    <a:pt x="61411" y="471855"/>
                    <a:pt x="72574" y="469271"/>
                  </a:cubicBezTo>
                  <a:cubicBezTo>
                    <a:pt x="127558" y="458396"/>
                    <a:pt x="173665" y="421151"/>
                    <a:pt x="195859" y="369683"/>
                  </a:cubicBezTo>
                  <a:cubicBezTo>
                    <a:pt x="209263" y="337746"/>
                    <a:pt x="217978" y="289144"/>
                    <a:pt x="257904" y="280817"/>
                  </a:cubicBezTo>
                  <a:cubicBezTo>
                    <a:pt x="297480" y="272563"/>
                    <a:pt x="306291" y="309526"/>
                    <a:pt x="337434" y="318544"/>
                  </a:cubicBezTo>
                  <a:cubicBezTo>
                    <a:pt x="389788" y="333704"/>
                    <a:pt x="370668" y="279395"/>
                    <a:pt x="371717" y="251443"/>
                  </a:cubicBezTo>
                  <a:cubicBezTo>
                    <a:pt x="373067" y="215481"/>
                    <a:pt x="396543" y="184853"/>
                    <a:pt x="415455" y="156005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C47C99B0-51F0-4CDA-B04B-EB46DD5E720C}"/>
                </a:ext>
              </a:extLst>
            </p:cNvPr>
            <p:cNvSpPr/>
            <p:nvPr/>
          </p:nvSpPr>
          <p:spPr>
            <a:xfrm>
              <a:off x="2857279" y="828932"/>
              <a:ext cx="488172" cy="381148"/>
            </a:xfrm>
            <a:custGeom>
              <a:avLst/>
              <a:gdLst>
                <a:gd name="connsiteX0" fmla="*/ 471173 w 488172"/>
                <a:gd name="connsiteY0" fmla="*/ 133934 h 381148"/>
                <a:gd name="connsiteX1" fmla="*/ 455147 w 488172"/>
                <a:gd name="connsiteY1" fmla="*/ 156808 h 381148"/>
                <a:gd name="connsiteX2" fmla="*/ 418140 w 488172"/>
                <a:gd name="connsiteY2" fmla="*/ 195125 h 381148"/>
                <a:gd name="connsiteX3" fmla="*/ 393155 w 488172"/>
                <a:gd name="connsiteY3" fmla="*/ 214720 h 381148"/>
                <a:gd name="connsiteX4" fmla="*/ 342672 w 488172"/>
                <a:gd name="connsiteY4" fmla="*/ 244879 h 381148"/>
                <a:gd name="connsiteX5" fmla="*/ 181098 w 488172"/>
                <a:gd name="connsiteY5" fmla="*/ 302792 h 381148"/>
                <a:gd name="connsiteX6" fmla="*/ 73068 w 488172"/>
                <a:gd name="connsiteY6" fmla="*/ 334189 h 381148"/>
                <a:gd name="connsiteX7" fmla="*/ 8744 w 488172"/>
                <a:gd name="connsiteY7" fmla="*/ 381029 h 381148"/>
                <a:gd name="connsiteX8" fmla="*/ 658 w 488172"/>
                <a:gd name="connsiteY8" fmla="*/ 334334 h 381148"/>
                <a:gd name="connsiteX9" fmla="*/ 658 w 488172"/>
                <a:gd name="connsiteY9" fmla="*/ 334261 h 381148"/>
                <a:gd name="connsiteX10" fmla="*/ 512 w 488172"/>
                <a:gd name="connsiteY10" fmla="*/ 301990 h 381148"/>
                <a:gd name="connsiteX11" fmla="*/ 87783 w 488172"/>
                <a:gd name="connsiteY11" fmla="*/ 136557 h 381148"/>
                <a:gd name="connsiteX12" fmla="*/ 246005 w 488172"/>
                <a:gd name="connsiteY12" fmla="*/ 29764 h 381148"/>
                <a:gd name="connsiteX13" fmla="*/ 304355 w 488172"/>
                <a:gd name="connsiteY13" fmla="*/ 3757 h 381148"/>
                <a:gd name="connsiteX14" fmla="*/ 365984 w 488172"/>
                <a:gd name="connsiteY14" fmla="*/ 1208 h 381148"/>
                <a:gd name="connsiteX15" fmla="*/ 444367 w 488172"/>
                <a:gd name="connsiteY15" fmla="*/ 19638 h 381148"/>
                <a:gd name="connsiteX16" fmla="*/ 471975 w 488172"/>
                <a:gd name="connsiteY16" fmla="*/ 39015 h 381148"/>
                <a:gd name="connsiteX17" fmla="*/ 485816 w 488172"/>
                <a:gd name="connsiteY17" fmla="*/ 68300 h 381148"/>
                <a:gd name="connsiteX18" fmla="*/ 471173 w 488172"/>
                <a:gd name="connsiteY18" fmla="*/ 133934 h 381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88172" h="381148">
                  <a:moveTo>
                    <a:pt x="471173" y="133934"/>
                  </a:moveTo>
                  <a:cubicBezTo>
                    <a:pt x="466282" y="141865"/>
                    <a:pt x="460931" y="149503"/>
                    <a:pt x="455147" y="156808"/>
                  </a:cubicBezTo>
                  <a:cubicBezTo>
                    <a:pt x="444102" y="170766"/>
                    <a:pt x="431706" y="183601"/>
                    <a:pt x="418140" y="195125"/>
                  </a:cubicBezTo>
                  <a:cubicBezTo>
                    <a:pt x="410154" y="202082"/>
                    <a:pt x="401815" y="208623"/>
                    <a:pt x="393155" y="214720"/>
                  </a:cubicBezTo>
                  <a:cubicBezTo>
                    <a:pt x="377103" y="226019"/>
                    <a:pt x="360229" y="236100"/>
                    <a:pt x="342672" y="244879"/>
                  </a:cubicBezTo>
                  <a:cubicBezTo>
                    <a:pt x="291534" y="270666"/>
                    <a:pt x="236171" y="286839"/>
                    <a:pt x="181098" y="302792"/>
                  </a:cubicBezTo>
                  <a:cubicBezTo>
                    <a:pt x="145113" y="313282"/>
                    <a:pt x="109103" y="323747"/>
                    <a:pt x="73068" y="334189"/>
                  </a:cubicBezTo>
                  <a:cubicBezTo>
                    <a:pt x="59810" y="344242"/>
                    <a:pt x="35552" y="362307"/>
                    <a:pt x="8744" y="381029"/>
                  </a:cubicBezTo>
                  <a:cubicBezTo>
                    <a:pt x="4680" y="365732"/>
                    <a:pt x="1973" y="350107"/>
                    <a:pt x="658" y="334334"/>
                  </a:cubicBezTo>
                  <a:lnTo>
                    <a:pt x="658" y="334261"/>
                  </a:lnTo>
                  <a:cubicBezTo>
                    <a:pt x="-228" y="323524"/>
                    <a:pt x="-277" y="312735"/>
                    <a:pt x="512" y="301990"/>
                  </a:cubicBezTo>
                  <a:cubicBezTo>
                    <a:pt x="5248" y="238396"/>
                    <a:pt x="41452" y="180410"/>
                    <a:pt x="87783" y="136557"/>
                  </a:cubicBezTo>
                  <a:cubicBezTo>
                    <a:pt x="134113" y="92703"/>
                    <a:pt x="190423" y="61015"/>
                    <a:pt x="246005" y="29764"/>
                  </a:cubicBezTo>
                  <a:cubicBezTo>
                    <a:pt x="264157" y="18435"/>
                    <a:pt x="283795" y="9682"/>
                    <a:pt x="304355" y="3757"/>
                  </a:cubicBezTo>
                  <a:cubicBezTo>
                    <a:pt x="324635" y="-334"/>
                    <a:pt x="345434" y="-1194"/>
                    <a:pt x="365984" y="1208"/>
                  </a:cubicBezTo>
                  <a:cubicBezTo>
                    <a:pt x="393038" y="2363"/>
                    <a:pt x="419632" y="8616"/>
                    <a:pt x="444367" y="19638"/>
                  </a:cubicBezTo>
                  <a:cubicBezTo>
                    <a:pt x="454507" y="24645"/>
                    <a:pt x="463819" y="31180"/>
                    <a:pt x="471975" y="39015"/>
                  </a:cubicBezTo>
                  <a:cubicBezTo>
                    <a:pt x="478071" y="48005"/>
                    <a:pt x="482740" y="57883"/>
                    <a:pt x="485816" y="68300"/>
                  </a:cubicBezTo>
                  <a:cubicBezTo>
                    <a:pt x="492662" y="90445"/>
                    <a:pt x="483264" y="114265"/>
                    <a:pt x="471173" y="133934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5381AC39-4E3A-405C-A5C5-DFA1F5F4FDA4}"/>
                </a:ext>
              </a:extLst>
            </p:cNvPr>
            <p:cNvSpPr/>
            <p:nvPr/>
          </p:nvSpPr>
          <p:spPr>
            <a:xfrm>
              <a:off x="2742316" y="770599"/>
              <a:ext cx="603135" cy="496646"/>
            </a:xfrm>
            <a:custGeom>
              <a:avLst/>
              <a:gdLst>
                <a:gd name="connsiteX0" fmla="*/ 586136 w 603135"/>
                <a:gd name="connsiteY0" fmla="*/ 184982 h 496646"/>
                <a:gd name="connsiteX1" fmla="*/ 570110 w 603135"/>
                <a:gd name="connsiteY1" fmla="*/ 207856 h 496646"/>
                <a:gd name="connsiteX2" fmla="*/ 533104 w 603135"/>
                <a:gd name="connsiteY2" fmla="*/ 246173 h 496646"/>
                <a:gd name="connsiteX3" fmla="*/ 508118 w 603135"/>
                <a:gd name="connsiteY3" fmla="*/ 265769 h 496646"/>
                <a:gd name="connsiteX4" fmla="*/ 457636 w 603135"/>
                <a:gd name="connsiteY4" fmla="*/ 295927 h 496646"/>
                <a:gd name="connsiteX5" fmla="*/ 296062 w 603135"/>
                <a:gd name="connsiteY5" fmla="*/ 353840 h 496646"/>
                <a:gd name="connsiteX6" fmla="*/ 188031 w 603135"/>
                <a:gd name="connsiteY6" fmla="*/ 385237 h 496646"/>
                <a:gd name="connsiteX7" fmla="*/ 3001 w 603135"/>
                <a:gd name="connsiteY7" fmla="*/ 495526 h 496646"/>
                <a:gd name="connsiteX8" fmla="*/ 114935 w 603135"/>
                <a:gd name="connsiteY8" fmla="*/ 384829 h 496646"/>
                <a:gd name="connsiteX9" fmla="*/ 121231 w 603135"/>
                <a:gd name="connsiteY9" fmla="*/ 389608 h 496646"/>
                <a:gd name="connsiteX10" fmla="*/ 86192 w 603135"/>
                <a:gd name="connsiteY10" fmla="*/ 322516 h 496646"/>
                <a:gd name="connsiteX11" fmla="*/ 85099 w 603135"/>
                <a:gd name="connsiteY11" fmla="*/ 185565 h 496646"/>
                <a:gd name="connsiteX12" fmla="*/ 163628 w 603135"/>
                <a:gd name="connsiteY12" fmla="*/ 77461 h 496646"/>
                <a:gd name="connsiteX13" fmla="*/ 216879 w 603135"/>
                <a:gd name="connsiteY13" fmla="*/ 47448 h 496646"/>
                <a:gd name="connsiteX14" fmla="*/ 222051 w 603135"/>
                <a:gd name="connsiteY14" fmla="*/ 40455 h 496646"/>
                <a:gd name="connsiteX15" fmla="*/ 224091 w 603135"/>
                <a:gd name="connsiteY15" fmla="*/ 36740 h 496646"/>
                <a:gd name="connsiteX16" fmla="*/ 229846 w 603135"/>
                <a:gd name="connsiteY16" fmla="*/ 25595 h 496646"/>
                <a:gd name="connsiteX17" fmla="*/ 262335 w 603135"/>
                <a:gd name="connsiteY17" fmla="*/ 20933 h 496646"/>
                <a:gd name="connsiteX18" fmla="*/ 265977 w 603135"/>
                <a:gd name="connsiteY18" fmla="*/ 21297 h 496646"/>
                <a:gd name="connsiteX19" fmla="*/ 272095 w 603135"/>
                <a:gd name="connsiteY19" fmla="*/ 21588 h 496646"/>
                <a:gd name="connsiteX20" fmla="*/ 393094 w 603135"/>
                <a:gd name="connsiteY20" fmla="*/ -120 h 496646"/>
                <a:gd name="connsiteX21" fmla="*/ 516058 w 603135"/>
                <a:gd name="connsiteY21" fmla="*/ 43661 h 496646"/>
                <a:gd name="connsiteX22" fmla="*/ 538787 w 603135"/>
                <a:gd name="connsiteY22" fmla="*/ 53932 h 496646"/>
                <a:gd name="connsiteX23" fmla="*/ 600779 w 603135"/>
                <a:gd name="connsiteY23" fmla="*/ 119348 h 496646"/>
                <a:gd name="connsiteX24" fmla="*/ 586136 w 603135"/>
                <a:gd name="connsiteY24" fmla="*/ 184982 h 49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603135" h="496646">
                  <a:moveTo>
                    <a:pt x="586136" y="184982"/>
                  </a:moveTo>
                  <a:cubicBezTo>
                    <a:pt x="581246" y="192913"/>
                    <a:pt x="575895" y="200551"/>
                    <a:pt x="570110" y="207856"/>
                  </a:cubicBezTo>
                  <a:cubicBezTo>
                    <a:pt x="559065" y="221814"/>
                    <a:pt x="546669" y="234649"/>
                    <a:pt x="533104" y="246173"/>
                  </a:cubicBezTo>
                  <a:cubicBezTo>
                    <a:pt x="525118" y="253130"/>
                    <a:pt x="516778" y="259671"/>
                    <a:pt x="508118" y="265769"/>
                  </a:cubicBezTo>
                  <a:cubicBezTo>
                    <a:pt x="492067" y="277067"/>
                    <a:pt x="475192" y="287148"/>
                    <a:pt x="457636" y="295927"/>
                  </a:cubicBezTo>
                  <a:cubicBezTo>
                    <a:pt x="406497" y="321715"/>
                    <a:pt x="351134" y="337887"/>
                    <a:pt x="296062" y="353840"/>
                  </a:cubicBezTo>
                  <a:cubicBezTo>
                    <a:pt x="260076" y="364330"/>
                    <a:pt x="224066" y="374796"/>
                    <a:pt x="188031" y="385237"/>
                  </a:cubicBezTo>
                  <a:cubicBezTo>
                    <a:pt x="150369" y="413720"/>
                    <a:pt x="24199" y="507182"/>
                    <a:pt x="3001" y="495526"/>
                  </a:cubicBezTo>
                  <a:cubicBezTo>
                    <a:pt x="-21984" y="481758"/>
                    <a:pt x="114935" y="384829"/>
                    <a:pt x="114935" y="384829"/>
                  </a:cubicBezTo>
                  <a:lnTo>
                    <a:pt x="121231" y="389608"/>
                  </a:lnTo>
                  <a:cubicBezTo>
                    <a:pt x="101198" y="377005"/>
                    <a:pt x="90709" y="347794"/>
                    <a:pt x="86192" y="322516"/>
                  </a:cubicBezTo>
                  <a:cubicBezTo>
                    <a:pt x="78179" y="277279"/>
                    <a:pt x="74391" y="230293"/>
                    <a:pt x="85099" y="185565"/>
                  </a:cubicBezTo>
                  <a:cubicBezTo>
                    <a:pt x="95807" y="140910"/>
                    <a:pt x="122688" y="98368"/>
                    <a:pt x="163628" y="77461"/>
                  </a:cubicBezTo>
                  <a:cubicBezTo>
                    <a:pt x="181767" y="68136"/>
                    <a:pt x="203766" y="61799"/>
                    <a:pt x="216879" y="47448"/>
                  </a:cubicBezTo>
                  <a:cubicBezTo>
                    <a:pt x="218866" y="45324"/>
                    <a:pt x="220602" y="42978"/>
                    <a:pt x="222051" y="40455"/>
                  </a:cubicBezTo>
                  <a:cubicBezTo>
                    <a:pt x="222844" y="39282"/>
                    <a:pt x="223527" y="38039"/>
                    <a:pt x="224091" y="36740"/>
                  </a:cubicBezTo>
                  <a:cubicBezTo>
                    <a:pt x="225538" y="32800"/>
                    <a:pt x="227471" y="29056"/>
                    <a:pt x="229846" y="25595"/>
                  </a:cubicBezTo>
                  <a:cubicBezTo>
                    <a:pt x="237349" y="16926"/>
                    <a:pt x="250971" y="19549"/>
                    <a:pt x="262335" y="20933"/>
                  </a:cubicBezTo>
                  <a:cubicBezTo>
                    <a:pt x="263573" y="21078"/>
                    <a:pt x="264738" y="21224"/>
                    <a:pt x="265977" y="21297"/>
                  </a:cubicBezTo>
                  <a:cubicBezTo>
                    <a:pt x="268010" y="21503"/>
                    <a:pt x="270052" y="21600"/>
                    <a:pt x="272095" y="21588"/>
                  </a:cubicBezTo>
                  <a:cubicBezTo>
                    <a:pt x="312671" y="22462"/>
                    <a:pt x="352009" y="-120"/>
                    <a:pt x="393094" y="-120"/>
                  </a:cubicBezTo>
                  <a:cubicBezTo>
                    <a:pt x="438113" y="-193"/>
                    <a:pt x="476429" y="25886"/>
                    <a:pt x="516058" y="43661"/>
                  </a:cubicBezTo>
                  <a:cubicBezTo>
                    <a:pt x="524071" y="47303"/>
                    <a:pt x="531648" y="50581"/>
                    <a:pt x="538787" y="53932"/>
                  </a:cubicBezTo>
                  <a:cubicBezTo>
                    <a:pt x="567415" y="67263"/>
                    <a:pt x="588977" y="81468"/>
                    <a:pt x="600779" y="119348"/>
                  </a:cubicBezTo>
                  <a:cubicBezTo>
                    <a:pt x="607626" y="141493"/>
                    <a:pt x="598228" y="165314"/>
                    <a:pt x="586136" y="184982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B4E56235-CDDB-4424-9908-6B21611DBFCE}"/>
                </a:ext>
              </a:extLst>
            </p:cNvPr>
            <p:cNvSpPr/>
            <p:nvPr/>
          </p:nvSpPr>
          <p:spPr>
            <a:xfrm>
              <a:off x="2959239" y="792015"/>
              <a:ext cx="57769" cy="31222"/>
            </a:xfrm>
            <a:custGeom>
              <a:avLst/>
              <a:gdLst>
                <a:gd name="connsiteX0" fmla="*/ 55173 w 57769"/>
                <a:gd name="connsiteY0" fmla="*/ 172 h 31222"/>
                <a:gd name="connsiteX1" fmla="*/ 50875 w 57769"/>
                <a:gd name="connsiteY1" fmla="*/ 23920 h 31222"/>
                <a:gd name="connsiteX2" fmla="*/ 33829 w 57769"/>
                <a:gd name="connsiteY2" fmla="*/ 29966 h 31222"/>
                <a:gd name="connsiteX3" fmla="*/ 20571 w 57769"/>
                <a:gd name="connsiteY3" fmla="*/ 30986 h 31222"/>
                <a:gd name="connsiteX4" fmla="*/ 3015 w 57769"/>
                <a:gd name="connsiteY4" fmla="*/ 27999 h 31222"/>
                <a:gd name="connsiteX5" fmla="*/ -45 w 57769"/>
                <a:gd name="connsiteY5" fmla="*/ 26032 h 31222"/>
                <a:gd name="connsiteX6" fmla="*/ 5127 w 57769"/>
                <a:gd name="connsiteY6" fmla="*/ 19039 h 31222"/>
                <a:gd name="connsiteX7" fmla="*/ 11246 w 57769"/>
                <a:gd name="connsiteY7" fmla="*/ 19330 h 31222"/>
                <a:gd name="connsiteX8" fmla="*/ 33100 w 57769"/>
                <a:gd name="connsiteY8" fmla="*/ 15615 h 31222"/>
                <a:gd name="connsiteX9" fmla="*/ 41332 w 57769"/>
                <a:gd name="connsiteY9" fmla="*/ 11682 h 31222"/>
                <a:gd name="connsiteX10" fmla="*/ 49053 w 57769"/>
                <a:gd name="connsiteY10" fmla="*/ -120 h 3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769" h="31222">
                  <a:moveTo>
                    <a:pt x="55173" y="172"/>
                  </a:moveTo>
                  <a:cubicBezTo>
                    <a:pt x="59809" y="8062"/>
                    <a:pt x="57982" y="18155"/>
                    <a:pt x="50875" y="23920"/>
                  </a:cubicBezTo>
                  <a:cubicBezTo>
                    <a:pt x="45862" y="27473"/>
                    <a:pt x="39961" y="29567"/>
                    <a:pt x="33829" y="29966"/>
                  </a:cubicBezTo>
                  <a:cubicBezTo>
                    <a:pt x="29433" y="30562"/>
                    <a:pt x="25006" y="30902"/>
                    <a:pt x="20571" y="30986"/>
                  </a:cubicBezTo>
                  <a:cubicBezTo>
                    <a:pt x="14561" y="31470"/>
                    <a:pt x="8526" y="30443"/>
                    <a:pt x="3015" y="27999"/>
                  </a:cubicBezTo>
                  <a:cubicBezTo>
                    <a:pt x="1942" y="27429"/>
                    <a:pt x="919" y="26771"/>
                    <a:pt x="-45" y="26032"/>
                  </a:cubicBezTo>
                  <a:cubicBezTo>
                    <a:pt x="1943" y="23908"/>
                    <a:pt x="3678" y="21561"/>
                    <a:pt x="5127" y="19039"/>
                  </a:cubicBezTo>
                  <a:cubicBezTo>
                    <a:pt x="6147" y="19840"/>
                    <a:pt x="7167" y="19622"/>
                    <a:pt x="11246" y="19330"/>
                  </a:cubicBezTo>
                  <a:cubicBezTo>
                    <a:pt x="18653" y="18970"/>
                    <a:pt x="25990" y="17723"/>
                    <a:pt x="33100" y="15615"/>
                  </a:cubicBezTo>
                  <a:cubicBezTo>
                    <a:pt x="36066" y="14830"/>
                    <a:pt x="38858" y="13496"/>
                    <a:pt x="41332" y="11682"/>
                  </a:cubicBezTo>
                  <a:cubicBezTo>
                    <a:pt x="44977" y="8563"/>
                    <a:pt x="47656" y="4469"/>
                    <a:pt x="49053" y="-120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7831ACB3-A1F7-4C0D-931E-66978514A6E1}"/>
                </a:ext>
              </a:extLst>
            </p:cNvPr>
            <p:cNvSpPr/>
            <p:nvPr/>
          </p:nvSpPr>
          <p:spPr>
            <a:xfrm>
              <a:off x="2859995" y="1153962"/>
              <a:ext cx="68540" cy="9864"/>
            </a:xfrm>
            <a:custGeom>
              <a:avLst/>
              <a:gdLst>
                <a:gd name="connsiteX0" fmla="*/ -45 w 68540"/>
                <a:gd name="connsiteY0" fmla="*/ 393 h 9864"/>
                <a:gd name="connsiteX1" fmla="*/ 18643 w 68540"/>
                <a:gd name="connsiteY1" fmla="*/ 7350 h 9864"/>
                <a:gd name="connsiteX2" fmla="*/ 68495 w 68540"/>
                <a:gd name="connsiteY2" fmla="*/ -120 h 9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8540" h="9864">
                  <a:moveTo>
                    <a:pt x="-45" y="393"/>
                  </a:moveTo>
                  <a:cubicBezTo>
                    <a:pt x="5654" y="3944"/>
                    <a:pt x="12009" y="6310"/>
                    <a:pt x="18643" y="7350"/>
                  </a:cubicBezTo>
                  <a:cubicBezTo>
                    <a:pt x="35553" y="12266"/>
                    <a:pt x="53768" y="9536"/>
                    <a:pt x="68495" y="-120"/>
                  </a:cubicBezTo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2" name="文本框 1">
            <a:hlinkClick r:id="rId2" action="ppaction://hlinkfile"/>
            <a:extLst>
              <a:ext uri="{FF2B5EF4-FFF2-40B4-BE49-F238E27FC236}">
                <a16:creationId xmlns:a16="http://schemas.microsoft.com/office/drawing/2014/main" id="{739A1380-B7B8-45FC-BD4F-53DA6B0A218B}"/>
              </a:ext>
            </a:extLst>
          </p:cNvPr>
          <p:cNvSpPr txBox="1"/>
          <p:nvPr/>
        </p:nvSpPr>
        <p:spPr>
          <a:xfrm>
            <a:off x="450786" y="5971405"/>
            <a:ext cx="968535" cy="338554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600" dirty="0">
                <a:solidFill>
                  <a:schemeClr val="tx1"/>
                </a:solidFill>
                <a:latin typeface="IBM Plex Sans Light" panose="020B0403050203000203" pitchFamily="34" charset="0"/>
                <a:ea typeface="微软雅黑 Light" panose="020B0502040204020203" pitchFamily="34" charset="-122"/>
              </a:rPr>
              <a:t>Ethernet</a:t>
            </a:r>
            <a:endParaRPr lang="zh-CN" altLang="en-US" sz="1600" dirty="0">
              <a:solidFill>
                <a:schemeClr val="tx1"/>
              </a:solidFill>
              <a:latin typeface="IBM Plex Sans Light" panose="020B0403050203000203" pitchFamily="34" charset="0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986580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拓扑结构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96DA532-CA41-4F2E-B21B-05649A98D1A4}"/>
              </a:ext>
            </a:extLst>
          </p:cNvPr>
          <p:cNvSpPr txBox="1"/>
          <p:nvPr/>
        </p:nvSpPr>
        <p:spPr>
          <a:xfrm>
            <a:off x="9358950" y="5418592"/>
            <a:ext cx="1077218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sz="8000">
                <a:gradFill>
                  <a:gsLst>
                    <a:gs pos="0">
                      <a:srgbClr val="C00000"/>
                    </a:gs>
                    <a:gs pos="53000">
                      <a:srgbClr val="FFC000"/>
                    </a:gs>
                    <a:gs pos="100000">
                      <a:srgbClr val="FFFF00"/>
                    </a:gs>
                  </a:gsLst>
                  <a:lin ang="5400000" scaled="0"/>
                </a:gra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prum" panose="00000500000000000000" pitchFamily="2" charset="0"/>
                <a:ea typeface="微软雅黑 Light" panose="020B0502040204020203" pitchFamily="34" charset="-122"/>
              </a:defRPr>
            </a:lvl1pPr>
          </a:lstStyle>
          <a:p>
            <a:pPr algn="ctr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总线型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23A093-7738-43ED-9956-0609B5F0EA6A}"/>
              </a:ext>
            </a:extLst>
          </p:cNvPr>
          <p:cNvSpPr txBox="1"/>
          <p:nvPr/>
        </p:nvSpPr>
        <p:spPr>
          <a:xfrm>
            <a:off x="1935366" y="5418592"/>
            <a:ext cx="718145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sz="8000">
                <a:gradFill>
                  <a:gsLst>
                    <a:gs pos="0">
                      <a:srgbClr val="C00000"/>
                    </a:gs>
                    <a:gs pos="53000">
                      <a:srgbClr val="FFC000"/>
                    </a:gs>
                    <a:gs pos="100000">
                      <a:srgbClr val="FFFF00"/>
                    </a:gs>
                  </a:gsLst>
                  <a:lin ang="5400000" scaled="0"/>
                </a:gra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prum" panose="00000500000000000000" pitchFamily="2" charset="0"/>
                <a:ea typeface="微软雅黑 Light" panose="020B0502040204020203" pitchFamily="34" charset="-122"/>
              </a:defRPr>
            </a:lvl1pPr>
          </a:lstStyle>
          <a:p>
            <a:pPr algn="ctr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星型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793EA56-FF75-4A73-9CC8-340E1CD1F49E}"/>
              </a:ext>
            </a:extLst>
          </p:cNvPr>
          <p:cNvSpPr txBox="1"/>
          <p:nvPr/>
        </p:nvSpPr>
        <p:spPr>
          <a:xfrm>
            <a:off x="5843906" y="5418592"/>
            <a:ext cx="718145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sz="8000">
                <a:gradFill>
                  <a:gsLst>
                    <a:gs pos="0">
                      <a:srgbClr val="C00000"/>
                    </a:gs>
                    <a:gs pos="53000">
                      <a:srgbClr val="FFC000"/>
                    </a:gs>
                    <a:gs pos="100000">
                      <a:srgbClr val="FFFF00"/>
                    </a:gs>
                  </a:gsLst>
                  <a:lin ang="5400000" scaled="0"/>
                </a:gra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prum" panose="00000500000000000000" pitchFamily="2" charset="0"/>
                <a:ea typeface="微软雅黑 Light" panose="020B0502040204020203" pitchFamily="34" charset="-122"/>
              </a:defRPr>
            </a:lvl1pPr>
          </a:lstStyle>
          <a:p>
            <a:pPr algn="ctr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环型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64FD800C-9DF6-422A-AF5A-9892A79CAD25}"/>
              </a:ext>
            </a:extLst>
          </p:cNvPr>
          <p:cNvSpPr/>
          <p:nvPr/>
        </p:nvSpPr>
        <p:spPr>
          <a:xfrm>
            <a:off x="2186438" y="358970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BAFEE1D7-5535-4AAB-8699-FA56C5458BAA}"/>
              </a:ext>
            </a:extLst>
          </p:cNvPr>
          <p:cNvSpPr/>
          <p:nvPr/>
        </p:nvSpPr>
        <p:spPr>
          <a:xfrm>
            <a:off x="2813967" y="3051818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3CA34FF-D65B-4703-B14E-CE8B10C9B98A}"/>
              </a:ext>
            </a:extLst>
          </p:cNvPr>
          <p:cNvSpPr/>
          <p:nvPr/>
        </p:nvSpPr>
        <p:spPr>
          <a:xfrm>
            <a:off x="1719366" y="2890957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8AFBB932-13A9-4865-B151-C4296ED69522}"/>
              </a:ext>
            </a:extLst>
          </p:cNvPr>
          <p:cNvSpPr/>
          <p:nvPr/>
        </p:nvSpPr>
        <p:spPr>
          <a:xfrm>
            <a:off x="1396637" y="432531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81E00B7-E8D0-4B1E-8207-A0D5A5070EB3}"/>
              </a:ext>
            </a:extLst>
          </p:cNvPr>
          <p:cNvSpPr/>
          <p:nvPr/>
        </p:nvSpPr>
        <p:spPr>
          <a:xfrm>
            <a:off x="2385030" y="4579023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1E1E2AF-3266-4BA6-B1C0-80D50E2F289F}"/>
              </a:ext>
            </a:extLst>
          </p:cNvPr>
          <p:cNvSpPr/>
          <p:nvPr/>
        </p:nvSpPr>
        <p:spPr>
          <a:xfrm>
            <a:off x="2886005" y="3846115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2BB1508-72D1-44B2-8DBC-AC2F0C649187}"/>
              </a:ext>
            </a:extLst>
          </p:cNvPr>
          <p:cNvCxnSpPr>
            <a:stCxn id="6" idx="7"/>
            <a:endCxn id="7" idx="3"/>
          </p:cNvCxnSpPr>
          <p:nvPr/>
        </p:nvCxnSpPr>
        <p:spPr>
          <a:xfrm flipV="1">
            <a:off x="2370806" y="3236186"/>
            <a:ext cx="474793" cy="385146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10AE8DE-2889-4BCC-9012-093960770B2F}"/>
              </a:ext>
            </a:extLst>
          </p:cNvPr>
          <p:cNvCxnSpPr>
            <a:cxnSpLocks/>
            <a:stCxn id="6" idx="1"/>
            <a:endCxn id="8" idx="5"/>
          </p:cNvCxnSpPr>
          <p:nvPr/>
        </p:nvCxnSpPr>
        <p:spPr>
          <a:xfrm flipH="1" flipV="1">
            <a:off x="1903734" y="3075325"/>
            <a:ext cx="314336" cy="546007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999E707-E1DA-404C-95B9-743666B3A52D}"/>
              </a:ext>
            </a:extLst>
          </p:cNvPr>
          <p:cNvCxnSpPr>
            <a:stCxn id="10" idx="7"/>
            <a:endCxn id="6" idx="3"/>
          </p:cNvCxnSpPr>
          <p:nvPr/>
        </p:nvCxnSpPr>
        <p:spPr>
          <a:xfrm flipV="1">
            <a:off x="1581005" y="3774068"/>
            <a:ext cx="637065" cy="58287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1108F0E-D265-40A6-9F42-ACA35767E1FA}"/>
              </a:ext>
            </a:extLst>
          </p:cNvPr>
          <p:cNvCxnSpPr>
            <a:cxnSpLocks/>
            <a:stCxn id="6" idx="4"/>
            <a:endCxn id="11" idx="0"/>
          </p:cNvCxnSpPr>
          <p:nvPr/>
        </p:nvCxnSpPr>
        <p:spPr>
          <a:xfrm>
            <a:off x="2294438" y="3805700"/>
            <a:ext cx="198592" cy="773323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8C534A7-4EFE-4F6C-B85F-71910C63F05A}"/>
              </a:ext>
            </a:extLst>
          </p:cNvPr>
          <p:cNvCxnSpPr>
            <a:cxnSpLocks/>
            <a:stCxn id="6" idx="5"/>
            <a:endCxn id="12" idx="2"/>
          </p:cNvCxnSpPr>
          <p:nvPr/>
        </p:nvCxnSpPr>
        <p:spPr>
          <a:xfrm>
            <a:off x="2370806" y="3774068"/>
            <a:ext cx="515199" cy="180047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A36C2F9-2A00-4993-A64C-F14555ABC6A9}"/>
              </a:ext>
            </a:extLst>
          </p:cNvPr>
          <p:cNvSpPr/>
          <p:nvPr/>
        </p:nvSpPr>
        <p:spPr>
          <a:xfrm>
            <a:off x="6094982" y="2835893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AABF7F37-F134-4A82-9324-20F4BCF97515}"/>
              </a:ext>
            </a:extLst>
          </p:cNvPr>
          <p:cNvSpPr/>
          <p:nvPr/>
        </p:nvSpPr>
        <p:spPr>
          <a:xfrm>
            <a:off x="6844214" y="3212759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AF97E53B-F0CE-4F94-96E6-EB53C5C7827D}"/>
              </a:ext>
            </a:extLst>
          </p:cNvPr>
          <p:cNvSpPr/>
          <p:nvPr/>
        </p:nvSpPr>
        <p:spPr>
          <a:xfrm>
            <a:off x="6736214" y="4029455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9B803C7F-6119-4DAC-A57C-1B0A593209D2}"/>
              </a:ext>
            </a:extLst>
          </p:cNvPr>
          <p:cNvSpPr/>
          <p:nvPr/>
        </p:nvSpPr>
        <p:spPr>
          <a:xfrm>
            <a:off x="5950628" y="4301792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2D80363F-85FD-4571-B31E-EFE8FEF6AD17}"/>
              </a:ext>
            </a:extLst>
          </p:cNvPr>
          <p:cNvSpPr/>
          <p:nvPr/>
        </p:nvSpPr>
        <p:spPr>
          <a:xfrm>
            <a:off x="5363660" y="3954115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EC28505E-7D0C-47F7-9829-FA61D127AF59}"/>
              </a:ext>
            </a:extLst>
          </p:cNvPr>
          <p:cNvSpPr/>
          <p:nvPr/>
        </p:nvSpPr>
        <p:spPr>
          <a:xfrm>
            <a:off x="5472667" y="3106957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DD5FC02-8B9A-4840-87C5-FFE1F8DCFCB5}"/>
              </a:ext>
            </a:extLst>
          </p:cNvPr>
          <p:cNvCxnSpPr>
            <a:cxnSpLocks/>
            <a:stCxn id="18" idx="6"/>
            <a:endCxn id="19" idx="1"/>
          </p:cNvCxnSpPr>
          <p:nvPr/>
        </p:nvCxnSpPr>
        <p:spPr>
          <a:xfrm>
            <a:off x="6310982" y="2943893"/>
            <a:ext cx="564864" cy="30049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953ECF2-7803-487E-91E8-FD2C203B8240}"/>
              </a:ext>
            </a:extLst>
          </p:cNvPr>
          <p:cNvCxnSpPr>
            <a:stCxn id="19" idx="4"/>
            <a:endCxn id="20" idx="7"/>
          </p:cNvCxnSpPr>
          <p:nvPr/>
        </p:nvCxnSpPr>
        <p:spPr>
          <a:xfrm flipH="1">
            <a:off x="6920582" y="3428759"/>
            <a:ext cx="31632" cy="63232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1E746017-3DA4-433E-B909-7186A819815F}"/>
              </a:ext>
            </a:extLst>
          </p:cNvPr>
          <p:cNvCxnSpPr>
            <a:cxnSpLocks/>
            <a:stCxn id="20" idx="3"/>
            <a:endCxn id="21" idx="6"/>
          </p:cNvCxnSpPr>
          <p:nvPr/>
        </p:nvCxnSpPr>
        <p:spPr>
          <a:xfrm flipH="1">
            <a:off x="6166628" y="4213823"/>
            <a:ext cx="601218" cy="195969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D49F613-D752-4E19-9C78-D8EF207F4457}"/>
              </a:ext>
            </a:extLst>
          </p:cNvPr>
          <p:cNvCxnSpPr>
            <a:cxnSpLocks/>
            <a:stCxn id="21" idx="2"/>
            <a:endCxn id="22" idx="5"/>
          </p:cNvCxnSpPr>
          <p:nvPr/>
        </p:nvCxnSpPr>
        <p:spPr>
          <a:xfrm flipH="1" flipV="1">
            <a:off x="5548028" y="4138483"/>
            <a:ext cx="402600" cy="271309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AA0C380-566A-4059-8794-CEA6111429B8}"/>
              </a:ext>
            </a:extLst>
          </p:cNvPr>
          <p:cNvCxnSpPr>
            <a:cxnSpLocks/>
            <a:stCxn id="22" idx="0"/>
            <a:endCxn id="23" idx="3"/>
          </p:cNvCxnSpPr>
          <p:nvPr/>
        </p:nvCxnSpPr>
        <p:spPr>
          <a:xfrm flipV="1">
            <a:off x="5471660" y="3291325"/>
            <a:ext cx="32639" cy="66279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51958FE-75DA-4C46-B497-6F9431DFFE6E}"/>
              </a:ext>
            </a:extLst>
          </p:cNvPr>
          <p:cNvCxnSpPr>
            <a:cxnSpLocks/>
            <a:stCxn id="23" idx="7"/>
            <a:endCxn id="18" idx="2"/>
          </p:cNvCxnSpPr>
          <p:nvPr/>
        </p:nvCxnSpPr>
        <p:spPr>
          <a:xfrm flipV="1">
            <a:off x="5657035" y="2943893"/>
            <a:ext cx="437947" cy="194696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F04CD802-E0C9-49E6-86DF-B39170ADDAE8}"/>
              </a:ext>
            </a:extLst>
          </p:cNvPr>
          <p:cNvSpPr/>
          <p:nvPr/>
        </p:nvSpPr>
        <p:spPr>
          <a:xfrm>
            <a:off x="9891757" y="2784388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16834549-9E64-4AF5-8E66-D74907D4641A}"/>
              </a:ext>
            </a:extLst>
          </p:cNvPr>
          <p:cNvSpPr/>
          <p:nvPr/>
        </p:nvSpPr>
        <p:spPr>
          <a:xfrm>
            <a:off x="8896675" y="3547498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2BE407B-4A15-4B09-BC33-D87A89F013A7}"/>
              </a:ext>
            </a:extLst>
          </p:cNvPr>
          <p:cNvSpPr/>
          <p:nvPr/>
        </p:nvSpPr>
        <p:spPr>
          <a:xfrm>
            <a:off x="9654128" y="3547498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ED321E9-475D-4437-BB2D-09771FB617B0}"/>
              </a:ext>
            </a:extLst>
          </p:cNvPr>
          <p:cNvSpPr/>
          <p:nvPr/>
        </p:nvSpPr>
        <p:spPr>
          <a:xfrm>
            <a:off x="10303581" y="3547498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9D869718-1678-4F10-9FAB-D01389FEFD10}"/>
              </a:ext>
            </a:extLst>
          </p:cNvPr>
          <p:cNvSpPr/>
          <p:nvPr/>
        </p:nvSpPr>
        <p:spPr>
          <a:xfrm>
            <a:off x="10953034" y="3547498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735A669-CB43-44AC-B966-D0EDDF5001B5}"/>
              </a:ext>
            </a:extLst>
          </p:cNvPr>
          <p:cNvCxnSpPr>
            <a:cxnSpLocks/>
            <a:stCxn id="30" idx="4"/>
            <a:endCxn id="33" idx="0"/>
          </p:cNvCxnSpPr>
          <p:nvPr/>
        </p:nvCxnSpPr>
        <p:spPr>
          <a:xfrm rot="16200000" flipH="1">
            <a:off x="9932114" y="3068031"/>
            <a:ext cx="547110" cy="41182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4540452F-865E-4225-928C-A834A8A8539A}"/>
              </a:ext>
            </a:extLst>
          </p:cNvPr>
          <p:cNvCxnSpPr>
            <a:stCxn id="30" idx="4"/>
            <a:endCxn id="32" idx="0"/>
          </p:cNvCxnSpPr>
          <p:nvPr/>
        </p:nvCxnSpPr>
        <p:spPr>
          <a:xfrm rot="5400000">
            <a:off x="9607388" y="3155129"/>
            <a:ext cx="547110" cy="237629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270DCD43-81DA-40CB-84C7-40F8F503D0B9}"/>
              </a:ext>
            </a:extLst>
          </p:cNvPr>
          <p:cNvCxnSpPr>
            <a:stCxn id="31" idx="0"/>
            <a:endCxn id="30" idx="4"/>
          </p:cNvCxnSpPr>
          <p:nvPr/>
        </p:nvCxnSpPr>
        <p:spPr>
          <a:xfrm rot="5400000" flipH="1" flipV="1">
            <a:off x="9228661" y="2776402"/>
            <a:ext cx="547110" cy="995082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EBDDA679-A412-47F9-9894-4BD4FFEDD7D4}"/>
              </a:ext>
            </a:extLst>
          </p:cNvPr>
          <p:cNvCxnSpPr>
            <a:stCxn id="34" idx="0"/>
            <a:endCxn id="30" idx="4"/>
          </p:cNvCxnSpPr>
          <p:nvPr/>
        </p:nvCxnSpPr>
        <p:spPr>
          <a:xfrm rot="16200000" flipV="1">
            <a:off x="10256841" y="2743304"/>
            <a:ext cx="547110" cy="1061277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97B7F126-E326-4734-BDC6-6F4977726836}"/>
              </a:ext>
            </a:extLst>
          </p:cNvPr>
          <p:cNvSpPr/>
          <p:nvPr/>
        </p:nvSpPr>
        <p:spPr>
          <a:xfrm>
            <a:off x="10628308" y="2784387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71B0444-5E6D-43A0-88E3-C72B5C16D803}"/>
              </a:ext>
            </a:extLst>
          </p:cNvPr>
          <p:cNvCxnSpPr>
            <a:stCxn id="42" idx="4"/>
          </p:cNvCxnSpPr>
          <p:nvPr/>
        </p:nvCxnSpPr>
        <p:spPr>
          <a:xfrm>
            <a:off x="10736308" y="3000386"/>
            <a:ext cx="0" cy="2880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0840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以太网的关键设备</a:t>
            </a:r>
            <a:r>
              <a:rPr lang="en-US" altLang="zh-CN" dirty="0"/>
              <a:t>-</a:t>
            </a:r>
            <a:r>
              <a:rPr lang="zh-CN" altLang="en-US" dirty="0"/>
              <a:t>交换机</a:t>
            </a:r>
            <a:endParaRPr lang="en-US" altLang="zh-CN" dirty="0"/>
          </a:p>
          <a:p>
            <a:r>
              <a:rPr lang="zh-CN" altLang="en-US" dirty="0"/>
              <a:t>交换机</a:t>
            </a:r>
            <a:r>
              <a:rPr lang="en-US" altLang="zh-CN" dirty="0"/>
              <a:t>CLI</a:t>
            </a:r>
            <a:r>
              <a:rPr lang="zh-CN" altLang="en-US" dirty="0"/>
              <a:t>的操作模式</a:t>
            </a:r>
          </a:p>
          <a:p>
            <a:pPr lvl="1"/>
            <a:r>
              <a:rPr lang="en-US" altLang="zh-CN" dirty="0"/>
              <a:t>Switch&gt;				</a:t>
            </a:r>
            <a:r>
              <a:rPr lang="zh-CN" altLang="en-US" dirty="0"/>
              <a:t>用户模式，</a:t>
            </a:r>
            <a:r>
              <a:rPr lang="en-US" altLang="zh-CN" dirty="0"/>
              <a:t>en</a:t>
            </a:r>
            <a:r>
              <a:rPr lang="zh-CN" altLang="en-US" dirty="0"/>
              <a:t>进入特权模式</a:t>
            </a:r>
          </a:p>
          <a:p>
            <a:pPr lvl="1"/>
            <a:r>
              <a:rPr lang="en-US" altLang="zh-CN" dirty="0"/>
              <a:t>Switch#				</a:t>
            </a:r>
            <a:r>
              <a:rPr lang="zh-CN" altLang="en-US" dirty="0"/>
              <a:t>特权模式，</a:t>
            </a:r>
            <a:r>
              <a:rPr lang="en-US" altLang="zh-CN" dirty="0"/>
              <a:t>conf ter</a:t>
            </a:r>
            <a:r>
              <a:rPr lang="zh-CN" altLang="en-US" dirty="0"/>
              <a:t>进入全局配置模式</a:t>
            </a:r>
          </a:p>
          <a:p>
            <a:pPr lvl="1"/>
            <a:r>
              <a:rPr lang="en-US" altLang="zh-CN" dirty="0"/>
              <a:t>Switch#conf				</a:t>
            </a:r>
            <a:r>
              <a:rPr lang="zh-CN" altLang="en-US" dirty="0"/>
              <a:t>全局配置</a:t>
            </a:r>
          </a:p>
          <a:p>
            <a:pPr lvl="1"/>
            <a:r>
              <a:rPr lang="en-US" altLang="zh-CN" dirty="0"/>
              <a:t>Switch(config-if)			</a:t>
            </a:r>
            <a:r>
              <a:rPr lang="zh-CN" altLang="en-US" dirty="0"/>
              <a:t>接口配置</a:t>
            </a:r>
          </a:p>
          <a:p>
            <a:pPr lvl="1"/>
            <a:r>
              <a:rPr lang="en-US" altLang="zh-CN" dirty="0"/>
              <a:t>Switch(config-vlan)			VLAN</a:t>
            </a:r>
            <a:r>
              <a:rPr lang="zh-CN" altLang="en-US" dirty="0"/>
              <a:t>配置</a:t>
            </a:r>
          </a:p>
          <a:p>
            <a:pPr lvl="1"/>
            <a:r>
              <a:rPr lang="en-US" altLang="zh-CN" dirty="0"/>
              <a:t>Switch(config-line)			console</a:t>
            </a:r>
            <a:r>
              <a:rPr lang="zh-CN" altLang="en-US" dirty="0"/>
              <a:t>配置</a:t>
            </a:r>
          </a:p>
        </p:txBody>
      </p:sp>
    </p:spTree>
    <p:extLst>
      <p:ext uri="{BB962C8B-B14F-4D97-AF65-F5344CB8AC3E}">
        <p14:creationId xmlns:p14="http://schemas.microsoft.com/office/powerpoint/2010/main" val="7142086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基本查看命令</a:t>
            </a:r>
          </a:p>
          <a:p>
            <a:pPr lvl="1"/>
            <a:r>
              <a:rPr lang="en-US" altLang="zh-CN" dirty="0"/>
              <a:t>switch&gt;show </a:t>
            </a:r>
            <a:r>
              <a:rPr lang="en-US" altLang="zh-CN" dirty="0" err="1"/>
              <a:t>ver</a:t>
            </a:r>
            <a:r>
              <a:rPr lang="en-US" altLang="zh-CN" dirty="0"/>
              <a:t>			</a:t>
            </a:r>
            <a:r>
              <a:rPr lang="zh-CN" altLang="en-US" dirty="0"/>
              <a:t>查看版本信息</a:t>
            </a:r>
            <a:endParaRPr lang="en-US" altLang="zh-CN" dirty="0"/>
          </a:p>
          <a:p>
            <a:pPr lvl="1"/>
            <a:r>
              <a:rPr lang="en-US" altLang="zh-CN" dirty="0"/>
              <a:t>switch#show running-config		</a:t>
            </a:r>
            <a:r>
              <a:rPr lang="zh-CN" altLang="en-US" dirty="0"/>
              <a:t>查看运行配置</a:t>
            </a:r>
            <a:endParaRPr lang="en-US" altLang="zh-CN" dirty="0"/>
          </a:p>
          <a:p>
            <a:pPr lvl="1"/>
            <a:r>
              <a:rPr lang="en-US" altLang="zh-CN" dirty="0"/>
              <a:t>switch#show flash			</a:t>
            </a:r>
            <a:r>
              <a:rPr lang="zh-CN" altLang="en-US" dirty="0"/>
              <a:t>查看已用</a:t>
            </a:r>
            <a:r>
              <a:rPr lang="en-US" altLang="zh-CN" dirty="0"/>
              <a:t>/</a:t>
            </a:r>
            <a:r>
              <a:rPr lang="zh-CN" altLang="en-US" dirty="0"/>
              <a:t>可用空间</a:t>
            </a:r>
            <a:endParaRPr lang="en-US" altLang="zh-CN" dirty="0"/>
          </a:p>
          <a:p>
            <a:pPr lvl="1"/>
            <a:r>
              <a:rPr lang="en-US" altLang="zh-CN" dirty="0"/>
              <a:t>switch#show arp			</a:t>
            </a:r>
            <a:r>
              <a:rPr lang="zh-CN" altLang="en-US" dirty="0"/>
              <a:t>查看</a:t>
            </a:r>
            <a:r>
              <a:rPr lang="en-US" altLang="zh-CN" dirty="0"/>
              <a:t>ARP</a:t>
            </a:r>
            <a:r>
              <a:rPr lang="zh-CN" altLang="en-US" dirty="0"/>
              <a:t>缓存</a:t>
            </a:r>
            <a:endParaRPr lang="en-US" altLang="zh-CN" dirty="0"/>
          </a:p>
          <a:p>
            <a:pPr lvl="1"/>
            <a:r>
              <a:rPr lang="en-US" altLang="zh-CN" dirty="0"/>
              <a:t>switch#show mac-addr			</a:t>
            </a:r>
            <a:r>
              <a:rPr lang="zh-CN" altLang="en-US" dirty="0"/>
              <a:t>查看</a:t>
            </a:r>
            <a:r>
              <a:rPr lang="en-US" altLang="zh-CN" dirty="0"/>
              <a:t>MAC</a:t>
            </a:r>
            <a:r>
              <a:rPr lang="zh-CN" altLang="en-US" dirty="0"/>
              <a:t>转发表</a:t>
            </a:r>
            <a:endParaRPr lang="en-US" altLang="zh-CN" dirty="0"/>
          </a:p>
          <a:p>
            <a:pPr lvl="1"/>
            <a:r>
              <a:rPr lang="en-US" altLang="zh-CN" dirty="0"/>
              <a:t>switch#show interface			</a:t>
            </a:r>
            <a:r>
              <a:rPr lang="zh-CN" altLang="en-US" dirty="0"/>
              <a:t>查看所有端口</a:t>
            </a:r>
            <a:endParaRPr lang="en-US" altLang="zh-CN" dirty="0"/>
          </a:p>
          <a:p>
            <a:pPr lvl="1"/>
            <a:r>
              <a:rPr lang="en-US" altLang="zh-CN" dirty="0"/>
              <a:t>switch#show interface fa0/1		</a:t>
            </a:r>
            <a:r>
              <a:rPr lang="zh-CN" altLang="en-US" dirty="0"/>
              <a:t>查看指定端口</a:t>
            </a:r>
            <a:r>
              <a:rPr lang="en-US" altLang="zh-CN" dirty="0"/>
              <a:t>fa0/1</a:t>
            </a:r>
          </a:p>
          <a:p>
            <a:pPr lvl="1"/>
            <a:r>
              <a:rPr lang="en-US" altLang="zh-CN" dirty="0"/>
              <a:t>switch#show interface fa0/1 switchport	</a:t>
            </a:r>
            <a:r>
              <a:rPr lang="zh-CN" altLang="en-US" dirty="0"/>
              <a:t>查看指定端口模式</a:t>
            </a:r>
            <a:endParaRPr lang="en-US" altLang="zh-CN" dirty="0"/>
          </a:p>
          <a:p>
            <a:pPr lvl="1"/>
            <a:r>
              <a:rPr lang="en-US" altLang="zh-CN" dirty="0"/>
              <a:t>switch#show ip interface		</a:t>
            </a:r>
            <a:r>
              <a:rPr lang="zh-CN" altLang="en-US" dirty="0"/>
              <a:t>查看</a:t>
            </a:r>
            <a:r>
              <a:rPr lang="en-US" altLang="zh-CN" dirty="0"/>
              <a:t>IP</a:t>
            </a:r>
            <a:r>
              <a:rPr lang="zh-CN" altLang="en-US" dirty="0"/>
              <a:t>端口信息</a:t>
            </a:r>
            <a:endParaRPr lang="en-US" altLang="zh-CN" dirty="0"/>
          </a:p>
          <a:p>
            <a:pPr lvl="1"/>
            <a:r>
              <a:rPr lang="en-US" altLang="zh-CN" dirty="0"/>
              <a:t>switch#show history			</a:t>
            </a:r>
            <a:r>
              <a:rPr lang="zh-CN" altLang="en-US" dirty="0"/>
              <a:t>查看历史命令</a:t>
            </a:r>
            <a:endParaRPr lang="en-US" altLang="zh-CN" dirty="0"/>
          </a:p>
          <a:p>
            <a:pPr lvl="1"/>
            <a:r>
              <a:rPr lang="en-US" altLang="zh-CN" dirty="0"/>
              <a:t>Exit				</a:t>
            </a:r>
            <a:r>
              <a:rPr lang="zh-CN" altLang="en-US" dirty="0"/>
              <a:t>返回上一级</a:t>
            </a:r>
          </a:p>
          <a:p>
            <a:pPr lvl="1"/>
            <a:r>
              <a:rPr lang="en-US" altLang="zh-CN" dirty="0"/>
              <a:t>End				</a:t>
            </a:r>
            <a:r>
              <a:rPr lang="zh-CN" altLang="en-US" dirty="0"/>
              <a:t>直接回到特权模式</a:t>
            </a:r>
            <a:r>
              <a:rPr lang="en-US" altLang="zh-CN" dirty="0"/>
              <a:t>#</a:t>
            </a:r>
          </a:p>
          <a:p>
            <a:pPr lvl="1"/>
            <a:r>
              <a:rPr lang="en-US" altLang="zh-CN" dirty="0"/>
              <a:t>write				</a:t>
            </a:r>
            <a:r>
              <a:rPr lang="zh-CN" altLang="en-US" dirty="0"/>
              <a:t>保存配置参数</a:t>
            </a:r>
            <a:endParaRPr lang="en-US" altLang="zh-CN" dirty="0"/>
          </a:p>
        </p:txBody>
      </p:sp>
      <p:sp>
        <p:nvSpPr>
          <p:cNvPr id="6" name="TextBox 16">
            <a:extLst>
              <a:ext uri="{FF2B5EF4-FFF2-40B4-BE49-F238E27FC236}">
                <a16:creationId xmlns:a16="http://schemas.microsoft.com/office/drawing/2014/main" id="{EE48E8BA-3005-4251-AB0C-D751278E61CC}"/>
              </a:ext>
            </a:extLst>
          </p:cNvPr>
          <p:cNvSpPr txBox="1"/>
          <p:nvPr/>
        </p:nvSpPr>
        <p:spPr>
          <a:xfrm>
            <a:off x="542581" y="5971405"/>
            <a:ext cx="4498116" cy="338554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pPr algn="just"/>
            <a:r>
              <a:rPr lang="zh-CN" altLang="en-US" sz="1600" dirty="0">
                <a:solidFill>
                  <a:schemeClr val="bg2">
                    <a:lumMod val="50000"/>
                  </a:schemeClr>
                </a:solidFill>
                <a:latin typeface="IBM Plex Sans Light" panose="020B0403050203000203" pitchFamily="34" charset="0"/>
                <a:ea typeface="微软雅黑 Light" panose="020B0502040204020203" pitchFamily="34" charset="-122"/>
                <a:cs typeface="Calibri"/>
              </a:rPr>
              <a:t>如果忘记命令就使用？获取提示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6974A1A6-D5A1-49A7-9570-FD733322E167}"/>
              </a:ext>
            </a:extLst>
          </p:cNvPr>
          <p:cNvGrpSpPr>
            <a:grpSpLocks noChangeAspect="1"/>
          </p:cNvGrpSpPr>
          <p:nvPr/>
        </p:nvGrpSpPr>
        <p:grpSpPr>
          <a:xfrm>
            <a:off x="238125" y="5229959"/>
            <a:ext cx="429262" cy="1080000"/>
            <a:chOff x="2502883" y="745871"/>
            <a:chExt cx="1886020" cy="4745130"/>
          </a:xfrm>
        </p:grpSpPr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F10E2520-D157-4283-A0FA-189C17EAA6B6}"/>
                </a:ext>
              </a:extLst>
            </p:cNvPr>
            <p:cNvSpPr/>
            <p:nvPr/>
          </p:nvSpPr>
          <p:spPr>
            <a:xfrm>
              <a:off x="2502883" y="745871"/>
              <a:ext cx="1886020" cy="4734469"/>
            </a:xfrm>
            <a:custGeom>
              <a:avLst/>
              <a:gdLst>
                <a:gd name="connsiteX0" fmla="*/ 1884245 w 1886020"/>
                <a:gd name="connsiteY0" fmla="*/ 523393 h 4734469"/>
                <a:gd name="connsiteX1" fmla="*/ 1874265 w 1886020"/>
                <a:gd name="connsiteY1" fmla="*/ 495786 h 4734469"/>
                <a:gd name="connsiteX2" fmla="*/ 1867783 w 1886020"/>
                <a:gd name="connsiteY2" fmla="*/ 465103 h 4734469"/>
                <a:gd name="connsiteX3" fmla="*/ 1850007 w 1886020"/>
                <a:gd name="connsiteY3" fmla="*/ 460490 h 4734469"/>
                <a:gd name="connsiteX4" fmla="*/ 1844762 w 1886020"/>
                <a:gd name="connsiteY4" fmla="*/ 448260 h 4734469"/>
                <a:gd name="connsiteX5" fmla="*/ 1805863 w 1886020"/>
                <a:gd name="connsiteY5" fmla="*/ 417944 h 4734469"/>
                <a:gd name="connsiteX6" fmla="*/ 1870331 w 1886020"/>
                <a:gd name="connsiteY6" fmla="*/ 358921 h 4734469"/>
                <a:gd name="connsiteX7" fmla="*/ 1861299 w 1886020"/>
                <a:gd name="connsiteY7" fmla="*/ 324137 h 4734469"/>
                <a:gd name="connsiteX8" fmla="*/ 1851393 w 1886020"/>
                <a:gd name="connsiteY8" fmla="*/ 326774 h 4734469"/>
                <a:gd name="connsiteX9" fmla="*/ 1796830 w 1886020"/>
                <a:gd name="connsiteY9" fmla="*/ 349255 h 4734469"/>
                <a:gd name="connsiteX10" fmla="*/ 1765943 w 1886020"/>
                <a:gd name="connsiteY10" fmla="*/ 363534 h 4734469"/>
                <a:gd name="connsiteX11" fmla="*/ 1693315 w 1886020"/>
                <a:gd name="connsiteY11" fmla="*/ 436543 h 4734469"/>
                <a:gd name="connsiteX12" fmla="*/ 1648150 w 1886020"/>
                <a:gd name="connsiteY12" fmla="*/ 518706 h 4734469"/>
                <a:gd name="connsiteX13" fmla="*/ 1638535 w 1886020"/>
                <a:gd name="connsiteY13" fmla="*/ 574946 h 4734469"/>
                <a:gd name="connsiteX14" fmla="*/ 1638663 w 1886020"/>
                <a:gd name="connsiteY14" fmla="*/ 580662 h 4734469"/>
                <a:gd name="connsiteX15" fmla="*/ 1613134 w 1886020"/>
                <a:gd name="connsiteY15" fmla="*/ 587941 h 4734469"/>
                <a:gd name="connsiteX16" fmla="*/ 1591981 w 1886020"/>
                <a:gd name="connsiteY16" fmla="*/ 643937 h 4734469"/>
                <a:gd name="connsiteX17" fmla="*/ 1578159 w 1886020"/>
                <a:gd name="connsiteY17" fmla="*/ 669479 h 4734469"/>
                <a:gd name="connsiteX18" fmla="*/ 1563141 w 1886020"/>
                <a:gd name="connsiteY18" fmla="*/ 681284 h 4734469"/>
                <a:gd name="connsiteX19" fmla="*/ 1533375 w 1886020"/>
                <a:gd name="connsiteY19" fmla="*/ 756751 h 4734469"/>
                <a:gd name="connsiteX20" fmla="*/ 1485671 w 1886020"/>
                <a:gd name="connsiteY20" fmla="*/ 856861 h 4734469"/>
                <a:gd name="connsiteX21" fmla="*/ 1415921 w 1886020"/>
                <a:gd name="connsiteY21" fmla="*/ 918590 h 4734469"/>
                <a:gd name="connsiteX22" fmla="*/ 1406812 w 1886020"/>
                <a:gd name="connsiteY22" fmla="*/ 937801 h 4734469"/>
                <a:gd name="connsiteX23" fmla="*/ 1382456 w 1886020"/>
                <a:gd name="connsiteY23" fmla="*/ 945325 h 4734469"/>
                <a:gd name="connsiteX24" fmla="*/ 1315988 w 1886020"/>
                <a:gd name="connsiteY24" fmla="*/ 955470 h 4734469"/>
                <a:gd name="connsiteX25" fmla="*/ 1237040 w 1886020"/>
                <a:gd name="connsiteY25" fmla="*/ 944378 h 4734469"/>
                <a:gd name="connsiteX26" fmla="*/ 1220194 w 1886020"/>
                <a:gd name="connsiteY26" fmla="*/ 945880 h 4734469"/>
                <a:gd name="connsiteX27" fmla="*/ 1206377 w 1886020"/>
                <a:gd name="connsiteY27" fmla="*/ 941040 h 4734469"/>
                <a:gd name="connsiteX28" fmla="*/ 1175042 w 1886020"/>
                <a:gd name="connsiteY28" fmla="*/ 928647 h 4734469"/>
                <a:gd name="connsiteX29" fmla="*/ 1145313 w 1886020"/>
                <a:gd name="connsiteY29" fmla="*/ 940191 h 4734469"/>
                <a:gd name="connsiteX30" fmla="*/ 1126295 w 1886020"/>
                <a:gd name="connsiteY30" fmla="*/ 912187 h 4734469"/>
                <a:gd name="connsiteX31" fmla="*/ 1097455 w 1886020"/>
                <a:gd name="connsiteY31" fmla="*/ 898352 h 4734469"/>
                <a:gd name="connsiteX32" fmla="*/ 1087927 w 1886020"/>
                <a:gd name="connsiteY32" fmla="*/ 876721 h 4734469"/>
                <a:gd name="connsiteX33" fmla="*/ 1059155 w 1886020"/>
                <a:gd name="connsiteY33" fmla="*/ 877769 h 4734469"/>
                <a:gd name="connsiteX34" fmla="*/ 990638 w 1886020"/>
                <a:gd name="connsiteY34" fmla="*/ 848823 h 4734469"/>
                <a:gd name="connsiteX35" fmla="*/ 927078 w 1886020"/>
                <a:gd name="connsiteY35" fmla="*/ 829834 h 4734469"/>
                <a:gd name="connsiteX36" fmla="*/ 917154 w 1886020"/>
                <a:gd name="connsiteY36" fmla="*/ 810211 h 4734469"/>
                <a:gd name="connsiteX37" fmla="*/ 909914 w 1886020"/>
                <a:gd name="connsiteY37" fmla="*/ 795381 h 4734469"/>
                <a:gd name="connsiteX38" fmla="*/ 871407 w 1886020"/>
                <a:gd name="connsiteY38" fmla="*/ 783885 h 4734469"/>
                <a:gd name="connsiteX39" fmla="*/ 826658 w 1886020"/>
                <a:gd name="connsiteY39" fmla="*/ 791587 h 4734469"/>
                <a:gd name="connsiteX40" fmla="*/ 825164 w 1886020"/>
                <a:gd name="connsiteY40" fmla="*/ 785828 h 4734469"/>
                <a:gd name="connsiteX41" fmla="*/ 775558 w 1886020"/>
                <a:gd name="connsiteY41" fmla="*/ 724921 h 4734469"/>
                <a:gd name="connsiteX42" fmla="*/ 716782 w 1886020"/>
                <a:gd name="connsiteY42" fmla="*/ 701026 h 4734469"/>
                <a:gd name="connsiteX43" fmla="*/ 716446 w 1886020"/>
                <a:gd name="connsiteY43" fmla="*/ 695553 h 4734469"/>
                <a:gd name="connsiteX44" fmla="*/ 728319 w 1886020"/>
                <a:gd name="connsiteY44" fmla="*/ 619469 h 4734469"/>
                <a:gd name="connsiteX45" fmla="*/ 731107 w 1886020"/>
                <a:gd name="connsiteY45" fmla="*/ 611455 h 4734469"/>
                <a:gd name="connsiteX46" fmla="*/ 925349 w 1886020"/>
                <a:gd name="connsiteY46" fmla="*/ 278594 h 4734469"/>
                <a:gd name="connsiteX47" fmla="*/ 853616 w 1886020"/>
                <a:gd name="connsiteY47" fmla="*/ 154334 h 4734469"/>
                <a:gd name="connsiteX48" fmla="*/ 851478 w 1886020"/>
                <a:gd name="connsiteY48" fmla="*/ 137960 h 4734469"/>
                <a:gd name="connsiteX49" fmla="*/ 835001 w 1886020"/>
                <a:gd name="connsiteY49" fmla="*/ 106065 h 4734469"/>
                <a:gd name="connsiteX50" fmla="*/ 778219 w 1886020"/>
                <a:gd name="connsiteY50" fmla="*/ 54216 h 4734469"/>
                <a:gd name="connsiteX51" fmla="*/ 755492 w 1886020"/>
                <a:gd name="connsiteY51" fmla="*/ 43891 h 4734469"/>
                <a:gd name="connsiteX52" fmla="*/ 632527 w 1886020"/>
                <a:gd name="connsiteY52" fmla="*/ -120 h 4734469"/>
                <a:gd name="connsiteX53" fmla="*/ 511529 w 1886020"/>
                <a:gd name="connsiteY53" fmla="*/ 21702 h 4734469"/>
                <a:gd name="connsiteX54" fmla="*/ 508469 w 1886020"/>
                <a:gd name="connsiteY54" fmla="*/ 21555 h 4734469"/>
                <a:gd name="connsiteX55" fmla="*/ 505410 w 1886020"/>
                <a:gd name="connsiteY55" fmla="*/ 21409 h 4734469"/>
                <a:gd name="connsiteX56" fmla="*/ 501768 w 1886020"/>
                <a:gd name="connsiteY56" fmla="*/ 21043 h 4734469"/>
                <a:gd name="connsiteX57" fmla="*/ 469278 w 1886020"/>
                <a:gd name="connsiteY57" fmla="*/ 25730 h 4734469"/>
                <a:gd name="connsiteX58" fmla="*/ 463524 w 1886020"/>
                <a:gd name="connsiteY58" fmla="*/ 36933 h 4734469"/>
                <a:gd name="connsiteX59" fmla="*/ 461484 w 1886020"/>
                <a:gd name="connsiteY59" fmla="*/ 40668 h 4734469"/>
                <a:gd name="connsiteX60" fmla="*/ 461484 w 1886020"/>
                <a:gd name="connsiteY60" fmla="*/ 40668 h 4734469"/>
                <a:gd name="connsiteX61" fmla="*/ 456312 w 1886020"/>
                <a:gd name="connsiteY61" fmla="*/ 47698 h 4734469"/>
                <a:gd name="connsiteX62" fmla="*/ 456312 w 1886020"/>
                <a:gd name="connsiteY62" fmla="*/ 47698 h 4734469"/>
                <a:gd name="connsiteX63" fmla="*/ 403061 w 1886020"/>
                <a:gd name="connsiteY63" fmla="*/ 77869 h 4734469"/>
                <a:gd name="connsiteX64" fmla="*/ 324532 w 1886020"/>
                <a:gd name="connsiteY64" fmla="*/ 186540 h 4734469"/>
                <a:gd name="connsiteX65" fmla="*/ 325625 w 1886020"/>
                <a:gd name="connsiteY65" fmla="*/ 324210 h 4734469"/>
                <a:gd name="connsiteX66" fmla="*/ 354726 w 1886020"/>
                <a:gd name="connsiteY66" fmla="*/ 387041 h 4734469"/>
                <a:gd name="connsiteX67" fmla="*/ 354729 w 1886020"/>
                <a:gd name="connsiteY67" fmla="*/ 387125 h 4734469"/>
                <a:gd name="connsiteX68" fmla="*/ 354368 w 1886020"/>
                <a:gd name="connsiteY68" fmla="*/ 386850 h 4734469"/>
                <a:gd name="connsiteX69" fmla="*/ 242435 w 1886020"/>
                <a:gd name="connsiteY69" fmla="*/ 498129 h 4734469"/>
                <a:gd name="connsiteX70" fmla="*/ 361648 w 1886020"/>
                <a:gd name="connsiteY70" fmla="*/ 435424 h 4734469"/>
                <a:gd name="connsiteX71" fmla="*/ 363141 w 1886020"/>
                <a:gd name="connsiteY71" fmla="*/ 441669 h 4734469"/>
                <a:gd name="connsiteX72" fmla="*/ 385505 w 1886020"/>
                <a:gd name="connsiteY72" fmla="*/ 505671 h 4734469"/>
                <a:gd name="connsiteX73" fmla="*/ 435987 w 1886020"/>
                <a:gd name="connsiteY73" fmla="*/ 563961 h 4734469"/>
                <a:gd name="connsiteX74" fmla="*/ 453319 w 1886020"/>
                <a:gd name="connsiteY74" fmla="*/ 565943 h 4734469"/>
                <a:gd name="connsiteX75" fmla="*/ 457839 w 1886020"/>
                <a:gd name="connsiteY75" fmla="*/ 565708 h 4734469"/>
                <a:gd name="connsiteX76" fmla="*/ 446055 w 1886020"/>
                <a:gd name="connsiteY76" fmla="*/ 677019 h 4734469"/>
                <a:gd name="connsiteX77" fmla="*/ 404147 w 1886020"/>
                <a:gd name="connsiteY77" fmla="*/ 688604 h 4734469"/>
                <a:gd name="connsiteX78" fmla="*/ 387200 w 1886020"/>
                <a:gd name="connsiteY78" fmla="*/ 697652 h 4734469"/>
                <a:gd name="connsiteX79" fmla="*/ 369682 w 1886020"/>
                <a:gd name="connsiteY79" fmla="*/ 689015 h 4734469"/>
                <a:gd name="connsiteX80" fmla="*/ 245299 w 1886020"/>
                <a:gd name="connsiteY80" fmla="*/ 695605 h 4734469"/>
                <a:gd name="connsiteX81" fmla="*/ 143191 w 1886020"/>
                <a:gd name="connsiteY81" fmla="*/ 869154 h 4734469"/>
                <a:gd name="connsiteX82" fmla="*/ 97334 w 1886020"/>
                <a:gd name="connsiteY82" fmla="*/ 900423 h 4734469"/>
                <a:gd name="connsiteX83" fmla="*/ 89426 w 1886020"/>
                <a:gd name="connsiteY83" fmla="*/ 915458 h 4734469"/>
                <a:gd name="connsiteX84" fmla="*/ 75452 w 1886020"/>
                <a:gd name="connsiteY84" fmla="*/ 925468 h 4734469"/>
                <a:gd name="connsiteX85" fmla="*/ 27541 w 1886020"/>
                <a:gd name="connsiteY85" fmla="*/ 953154 h 4734469"/>
                <a:gd name="connsiteX86" fmla="*/ -34 w 1886020"/>
                <a:gd name="connsiteY86" fmla="*/ 999620 h 4734469"/>
                <a:gd name="connsiteX87" fmla="*/ 8434 w 1886020"/>
                <a:gd name="connsiteY87" fmla="*/ 1038698 h 4734469"/>
                <a:gd name="connsiteX88" fmla="*/ 40317 w 1886020"/>
                <a:gd name="connsiteY88" fmla="*/ 1099798 h 4734469"/>
                <a:gd name="connsiteX89" fmla="*/ 27433 w 1886020"/>
                <a:gd name="connsiteY89" fmla="*/ 1130006 h 4734469"/>
                <a:gd name="connsiteX90" fmla="*/ 38612 w 1886020"/>
                <a:gd name="connsiteY90" fmla="*/ 1216252 h 4734469"/>
                <a:gd name="connsiteX91" fmla="*/ 27292 w 1886020"/>
                <a:gd name="connsiteY91" fmla="*/ 1291511 h 4734469"/>
                <a:gd name="connsiteX92" fmla="*/ 78979 w 1886020"/>
                <a:gd name="connsiteY92" fmla="*/ 1580927 h 4734469"/>
                <a:gd name="connsiteX93" fmla="*/ 91251 w 1886020"/>
                <a:gd name="connsiteY93" fmla="*/ 1628525 h 4734469"/>
                <a:gd name="connsiteX94" fmla="*/ 70077 w 1886020"/>
                <a:gd name="connsiteY94" fmla="*/ 1716517 h 4734469"/>
                <a:gd name="connsiteX95" fmla="*/ 107198 w 1886020"/>
                <a:gd name="connsiteY95" fmla="*/ 1902274 h 4734469"/>
                <a:gd name="connsiteX96" fmla="*/ 105750 w 1886020"/>
                <a:gd name="connsiteY96" fmla="*/ 1989837 h 4734469"/>
                <a:gd name="connsiteX97" fmla="*/ 130737 w 1886020"/>
                <a:gd name="connsiteY97" fmla="*/ 2042751 h 4734469"/>
                <a:gd name="connsiteX98" fmla="*/ 163624 w 1886020"/>
                <a:gd name="connsiteY98" fmla="*/ 2141265 h 4734469"/>
                <a:gd name="connsiteX99" fmla="*/ 236572 w 1886020"/>
                <a:gd name="connsiteY99" fmla="*/ 2228163 h 4734469"/>
                <a:gd name="connsiteX100" fmla="*/ 236300 w 1886020"/>
                <a:gd name="connsiteY100" fmla="*/ 2412053 h 4734469"/>
                <a:gd name="connsiteX101" fmla="*/ 265444 w 1886020"/>
                <a:gd name="connsiteY101" fmla="*/ 2401299 h 4734469"/>
                <a:gd name="connsiteX102" fmla="*/ 330016 w 1886020"/>
                <a:gd name="connsiteY102" fmla="*/ 2655748 h 4734469"/>
                <a:gd name="connsiteX103" fmla="*/ 376474 w 1886020"/>
                <a:gd name="connsiteY103" fmla="*/ 2730632 h 4734469"/>
                <a:gd name="connsiteX104" fmla="*/ 394604 w 1886020"/>
                <a:gd name="connsiteY104" fmla="*/ 2789975 h 4734469"/>
                <a:gd name="connsiteX105" fmla="*/ 446089 w 1886020"/>
                <a:gd name="connsiteY105" fmla="*/ 3004200 h 4734469"/>
                <a:gd name="connsiteX106" fmla="*/ 469814 w 1886020"/>
                <a:gd name="connsiteY106" fmla="*/ 3180333 h 4734469"/>
                <a:gd name="connsiteX107" fmla="*/ 481889 w 1886020"/>
                <a:gd name="connsiteY107" fmla="*/ 3300881 h 4734469"/>
                <a:gd name="connsiteX108" fmla="*/ 497206 w 1886020"/>
                <a:gd name="connsiteY108" fmla="*/ 3322008 h 4734469"/>
                <a:gd name="connsiteX109" fmla="*/ 497458 w 1886020"/>
                <a:gd name="connsiteY109" fmla="*/ 3349846 h 4734469"/>
                <a:gd name="connsiteX110" fmla="*/ 472035 w 1886020"/>
                <a:gd name="connsiteY110" fmla="*/ 3558699 h 4734469"/>
                <a:gd name="connsiteX111" fmla="*/ 455363 w 1886020"/>
                <a:gd name="connsiteY111" fmla="*/ 3581867 h 4734469"/>
                <a:gd name="connsiteX112" fmla="*/ 376617 w 1886020"/>
                <a:gd name="connsiteY112" fmla="*/ 3789983 h 4734469"/>
                <a:gd name="connsiteX113" fmla="*/ 323803 w 1886020"/>
                <a:gd name="connsiteY113" fmla="*/ 4224670 h 4734469"/>
                <a:gd name="connsiteX114" fmla="*/ 269897 w 1886020"/>
                <a:gd name="connsiteY114" fmla="*/ 4290356 h 4734469"/>
                <a:gd name="connsiteX115" fmla="*/ 242653 w 1886020"/>
                <a:gd name="connsiteY115" fmla="*/ 4425902 h 4734469"/>
                <a:gd name="connsiteX116" fmla="*/ 245130 w 1886020"/>
                <a:gd name="connsiteY116" fmla="*/ 4448237 h 4734469"/>
                <a:gd name="connsiteX117" fmla="*/ 268367 w 1886020"/>
                <a:gd name="connsiteY117" fmla="*/ 4467643 h 4734469"/>
                <a:gd name="connsiteX118" fmla="*/ 281062 w 1886020"/>
                <a:gd name="connsiteY118" fmla="*/ 4473643 h 4734469"/>
                <a:gd name="connsiteX119" fmla="*/ 273678 w 1886020"/>
                <a:gd name="connsiteY119" fmla="*/ 4504884 h 4734469"/>
                <a:gd name="connsiteX120" fmla="*/ 223785 w 1886020"/>
                <a:gd name="connsiteY120" fmla="*/ 4478920 h 4734469"/>
                <a:gd name="connsiteX121" fmla="*/ 197562 w 1886020"/>
                <a:gd name="connsiteY121" fmla="*/ 4694067 h 4734469"/>
                <a:gd name="connsiteX122" fmla="*/ 200110 w 1886020"/>
                <a:gd name="connsiteY122" fmla="*/ 4707613 h 4734469"/>
                <a:gd name="connsiteX123" fmla="*/ 217011 w 1886020"/>
                <a:gd name="connsiteY123" fmla="*/ 4715815 h 4734469"/>
                <a:gd name="connsiteX124" fmla="*/ 430232 w 1886020"/>
                <a:gd name="connsiteY124" fmla="*/ 4734343 h 4734469"/>
                <a:gd name="connsiteX125" fmla="*/ 603607 w 1886020"/>
                <a:gd name="connsiteY125" fmla="*/ 4725262 h 4734469"/>
                <a:gd name="connsiteX126" fmla="*/ 662684 w 1886020"/>
                <a:gd name="connsiteY126" fmla="*/ 4720722 h 4734469"/>
                <a:gd name="connsiteX127" fmla="*/ 843635 w 1886020"/>
                <a:gd name="connsiteY127" fmla="*/ 4698241 h 4734469"/>
                <a:gd name="connsiteX128" fmla="*/ 916335 w 1886020"/>
                <a:gd name="connsiteY128" fmla="*/ 4666093 h 4734469"/>
                <a:gd name="connsiteX129" fmla="*/ 932144 w 1886020"/>
                <a:gd name="connsiteY129" fmla="*/ 4593231 h 4734469"/>
                <a:gd name="connsiteX130" fmla="*/ 932070 w 1886020"/>
                <a:gd name="connsiteY130" fmla="*/ 4593011 h 4734469"/>
                <a:gd name="connsiteX131" fmla="*/ 844873 w 1886020"/>
                <a:gd name="connsiteY131" fmla="*/ 4558374 h 4734469"/>
                <a:gd name="connsiteX132" fmla="*/ 753524 w 1886020"/>
                <a:gd name="connsiteY132" fmla="*/ 4529302 h 4734469"/>
                <a:gd name="connsiteX133" fmla="*/ 734593 w 1886020"/>
                <a:gd name="connsiteY133" fmla="*/ 4518606 h 4734469"/>
                <a:gd name="connsiteX134" fmla="*/ 739537 w 1886020"/>
                <a:gd name="connsiteY134" fmla="*/ 4517219 h 4734469"/>
                <a:gd name="connsiteX135" fmla="*/ 815225 w 1886020"/>
                <a:gd name="connsiteY135" fmla="*/ 4473721 h 4734469"/>
                <a:gd name="connsiteX136" fmla="*/ 913204 w 1886020"/>
                <a:gd name="connsiteY136" fmla="*/ 4451240 h 4734469"/>
                <a:gd name="connsiteX137" fmla="*/ 1008777 w 1886020"/>
                <a:gd name="connsiteY137" fmla="*/ 4421948 h 4734469"/>
                <a:gd name="connsiteX138" fmla="*/ 1047167 w 1886020"/>
                <a:gd name="connsiteY138" fmla="*/ 4341177 h 4734469"/>
                <a:gd name="connsiteX139" fmla="*/ 1045565 w 1886020"/>
                <a:gd name="connsiteY139" fmla="*/ 4334806 h 4734469"/>
                <a:gd name="connsiteX140" fmla="*/ 966018 w 1886020"/>
                <a:gd name="connsiteY140" fmla="*/ 4275418 h 4734469"/>
                <a:gd name="connsiteX141" fmla="*/ 869350 w 1886020"/>
                <a:gd name="connsiteY141" fmla="*/ 4240780 h 4734469"/>
                <a:gd name="connsiteX142" fmla="*/ 865416 w 1886020"/>
                <a:gd name="connsiteY142" fmla="*/ 4237558 h 4734469"/>
                <a:gd name="connsiteX143" fmla="*/ 858312 w 1886020"/>
                <a:gd name="connsiteY143" fmla="*/ 4231890 h 4734469"/>
                <a:gd name="connsiteX144" fmla="*/ 866202 w 1886020"/>
                <a:gd name="connsiteY144" fmla="*/ 4198483 h 4734469"/>
                <a:gd name="connsiteX145" fmla="*/ 846828 w 1886020"/>
                <a:gd name="connsiteY145" fmla="*/ 4146993 h 4734469"/>
                <a:gd name="connsiteX146" fmla="*/ 827606 w 1886020"/>
                <a:gd name="connsiteY146" fmla="*/ 4040589 h 4734469"/>
                <a:gd name="connsiteX147" fmla="*/ 769290 w 1886020"/>
                <a:gd name="connsiteY147" fmla="*/ 3774485 h 4734469"/>
                <a:gd name="connsiteX148" fmla="*/ 762475 w 1886020"/>
                <a:gd name="connsiteY148" fmla="*/ 3744253 h 4734469"/>
                <a:gd name="connsiteX149" fmla="*/ 836934 w 1886020"/>
                <a:gd name="connsiteY149" fmla="*/ 3624999 h 4734469"/>
                <a:gd name="connsiteX150" fmla="*/ 908250 w 1886020"/>
                <a:gd name="connsiteY150" fmla="*/ 3483961 h 4734469"/>
                <a:gd name="connsiteX151" fmla="*/ 919032 w 1886020"/>
                <a:gd name="connsiteY151" fmla="*/ 3436142 h 4734469"/>
                <a:gd name="connsiteX152" fmla="*/ 1024295 w 1886020"/>
                <a:gd name="connsiteY152" fmla="*/ 2880409 h 4734469"/>
                <a:gd name="connsiteX153" fmla="*/ 1033661 w 1886020"/>
                <a:gd name="connsiteY153" fmla="*/ 2800068 h 4734469"/>
                <a:gd name="connsiteX154" fmla="*/ 1047473 w 1886020"/>
                <a:gd name="connsiteY154" fmla="*/ 2724013 h 4734469"/>
                <a:gd name="connsiteX155" fmla="*/ 1058970 w 1886020"/>
                <a:gd name="connsiteY155" fmla="*/ 2622350 h 4734469"/>
                <a:gd name="connsiteX156" fmla="*/ 1047617 w 1886020"/>
                <a:gd name="connsiteY156" fmla="*/ 2488368 h 4734469"/>
                <a:gd name="connsiteX157" fmla="*/ 1042031 w 1886020"/>
                <a:gd name="connsiteY157" fmla="*/ 2396930 h 4734469"/>
                <a:gd name="connsiteX158" fmla="*/ 1038963 w 1886020"/>
                <a:gd name="connsiteY158" fmla="*/ 2381416 h 4734469"/>
                <a:gd name="connsiteX159" fmla="*/ 1037129 w 1886020"/>
                <a:gd name="connsiteY159" fmla="*/ 2373822 h 4734469"/>
                <a:gd name="connsiteX160" fmla="*/ 1019095 w 1886020"/>
                <a:gd name="connsiteY160" fmla="*/ 2324047 h 4734469"/>
                <a:gd name="connsiteX161" fmla="*/ 1005573 w 1886020"/>
                <a:gd name="connsiteY161" fmla="*/ 2296263 h 4734469"/>
                <a:gd name="connsiteX162" fmla="*/ 995240 w 1886020"/>
                <a:gd name="connsiteY162" fmla="*/ 2281142 h 4734469"/>
                <a:gd name="connsiteX163" fmla="*/ 1058914 w 1886020"/>
                <a:gd name="connsiteY163" fmla="*/ 2287002 h 4734469"/>
                <a:gd name="connsiteX164" fmla="*/ 1073548 w 1886020"/>
                <a:gd name="connsiteY164" fmla="*/ 2283943 h 4734469"/>
                <a:gd name="connsiteX165" fmla="*/ 1075497 w 1886020"/>
                <a:gd name="connsiteY165" fmla="*/ 2276255 h 4734469"/>
                <a:gd name="connsiteX166" fmla="*/ 1058910 w 1886020"/>
                <a:gd name="connsiteY166" fmla="*/ 2207029 h 4734469"/>
                <a:gd name="connsiteX167" fmla="*/ 1039680 w 1886020"/>
                <a:gd name="connsiteY167" fmla="*/ 2161643 h 4734469"/>
                <a:gd name="connsiteX168" fmla="*/ 1045298 w 1886020"/>
                <a:gd name="connsiteY168" fmla="*/ 2139108 h 4734469"/>
                <a:gd name="connsiteX169" fmla="*/ 1073729 w 1886020"/>
                <a:gd name="connsiteY169" fmla="*/ 2062887 h 4734469"/>
                <a:gd name="connsiteX170" fmla="*/ 1098774 w 1886020"/>
                <a:gd name="connsiteY170" fmla="*/ 1856238 h 4734469"/>
                <a:gd name="connsiteX171" fmla="*/ 1117459 w 1886020"/>
                <a:gd name="connsiteY171" fmla="*/ 1696376 h 4734469"/>
                <a:gd name="connsiteX172" fmla="*/ 1090811 w 1886020"/>
                <a:gd name="connsiteY172" fmla="*/ 1564235 h 4734469"/>
                <a:gd name="connsiteX173" fmla="*/ 1070016 w 1886020"/>
                <a:gd name="connsiteY173" fmla="*/ 1535166 h 4734469"/>
                <a:gd name="connsiteX174" fmla="*/ 1065064 w 1886020"/>
                <a:gd name="connsiteY174" fmla="*/ 1500401 h 4734469"/>
                <a:gd name="connsiteX175" fmla="*/ 1069409 w 1886020"/>
                <a:gd name="connsiteY175" fmla="*/ 1285230 h 4734469"/>
                <a:gd name="connsiteX176" fmla="*/ 1428401 w 1886020"/>
                <a:gd name="connsiteY176" fmla="*/ 1244648 h 4734469"/>
                <a:gd name="connsiteX177" fmla="*/ 1469267 w 1886020"/>
                <a:gd name="connsiteY177" fmla="*/ 1233637 h 4734469"/>
                <a:gd name="connsiteX178" fmla="*/ 1510569 w 1886020"/>
                <a:gd name="connsiteY178" fmla="*/ 1207741 h 4734469"/>
                <a:gd name="connsiteX179" fmla="*/ 1622232 w 1886020"/>
                <a:gd name="connsiteY179" fmla="*/ 1109831 h 4734469"/>
                <a:gd name="connsiteX180" fmla="*/ 1688425 w 1886020"/>
                <a:gd name="connsiteY180" fmla="*/ 946642 h 4734469"/>
                <a:gd name="connsiteX181" fmla="*/ 1747562 w 1886020"/>
                <a:gd name="connsiteY181" fmla="*/ 844368 h 4734469"/>
                <a:gd name="connsiteX182" fmla="*/ 1761043 w 1886020"/>
                <a:gd name="connsiteY182" fmla="*/ 794696 h 4734469"/>
                <a:gd name="connsiteX183" fmla="*/ 1753437 w 1886020"/>
                <a:gd name="connsiteY183" fmla="*/ 741358 h 4734469"/>
                <a:gd name="connsiteX184" fmla="*/ 1796361 w 1886020"/>
                <a:gd name="connsiteY184" fmla="*/ 663739 h 4734469"/>
                <a:gd name="connsiteX185" fmla="*/ 1806570 w 1886020"/>
                <a:gd name="connsiteY185" fmla="*/ 650101 h 4734469"/>
                <a:gd name="connsiteX186" fmla="*/ 1804140 w 1886020"/>
                <a:gd name="connsiteY186" fmla="*/ 636808 h 4734469"/>
                <a:gd name="connsiteX187" fmla="*/ 1803307 w 1886020"/>
                <a:gd name="connsiteY187" fmla="*/ 635266 h 4734469"/>
                <a:gd name="connsiteX188" fmla="*/ 1811545 w 1886020"/>
                <a:gd name="connsiteY188" fmla="*/ 629796 h 4734469"/>
                <a:gd name="connsiteX189" fmla="*/ 1839081 w 1886020"/>
                <a:gd name="connsiteY189" fmla="*/ 608266 h 4734469"/>
                <a:gd name="connsiteX190" fmla="*/ 1874848 w 1886020"/>
                <a:gd name="connsiteY190" fmla="*/ 572018 h 4734469"/>
                <a:gd name="connsiteX191" fmla="*/ 1884245 w 1886020"/>
                <a:gd name="connsiteY191" fmla="*/ 523393 h 4734469"/>
                <a:gd name="connsiteX192" fmla="*/ 570346 w 1886020"/>
                <a:gd name="connsiteY192" fmla="*/ 4449227 h 4734469"/>
                <a:gd name="connsiteX193" fmla="*/ 563104 w 1886020"/>
                <a:gd name="connsiteY193" fmla="*/ 4449848 h 4734469"/>
                <a:gd name="connsiteX194" fmla="*/ 537097 w 1886020"/>
                <a:gd name="connsiteY194" fmla="*/ 4457317 h 4734469"/>
                <a:gd name="connsiteX195" fmla="*/ 535135 w 1886020"/>
                <a:gd name="connsiteY195" fmla="*/ 4458333 h 4734469"/>
                <a:gd name="connsiteX196" fmla="*/ 566672 w 1886020"/>
                <a:gd name="connsiteY196" fmla="*/ 4383942 h 4734469"/>
                <a:gd name="connsiteX197" fmla="*/ 570026 w 1886020"/>
                <a:gd name="connsiteY197" fmla="*/ 4374975 h 4734469"/>
                <a:gd name="connsiteX198" fmla="*/ 568786 w 1886020"/>
                <a:gd name="connsiteY198" fmla="*/ 4391777 h 4734469"/>
                <a:gd name="connsiteX199" fmla="*/ 570346 w 1886020"/>
                <a:gd name="connsiteY199" fmla="*/ 4449227 h 4734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1886020" h="4734469">
                  <a:moveTo>
                    <a:pt x="1884245" y="523393"/>
                  </a:moveTo>
                  <a:cubicBezTo>
                    <a:pt x="1879987" y="514554"/>
                    <a:pt x="1876643" y="505304"/>
                    <a:pt x="1874265" y="495786"/>
                  </a:cubicBezTo>
                  <a:cubicBezTo>
                    <a:pt x="1873246" y="484801"/>
                    <a:pt x="1877470" y="470302"/>
                    <a:pt x="1867783" y="465103"/>
                  </a:cubicBezTo>
                  <a:cubicBezTo>
                    <a:pt x="1862319" y="462173"/>
                    <a:pt x="1854816" y="464370"/>
                    <a:pt x="1850007" y="460490"/>
                  </a:cubicBezTo>
                  <a:cubicBezTo>
                    <a:pt x="1847008" y="457071"/>
                    <a:pt x="1845172" y="452789"/>
                    <a:pt x="1844762" y="448260"/>
                  </a:cubicBezTo>
                  <a:cubicBezTo>
                    <a:pt x="1839748" y="430784"/>
                    <a:pt x="1824034" y="418538"/>
                    <a:pt x="1805863" y="417944"/>
                  </a:cubicBezTo>
                  <a:cubicBezTo>
                    <a:pt x="1816353" y="390189"/>
                    <a:pt x="1853722" y="383379"/>
                    <a:pt x="1870331" y="358921"/>
                  </a:cubicBezTo>
                  <a:cubicBezTo>
                    <a:pt x="1878637" y="346765"/>
                    <a:pt x="1875941" y="324284"/>
                    <a:pt x="1861299" y="324137"/>
                  </a:cubicBezTo>
                  <a:cubicBezTo>
                    <a:pt x="1857855" y="324356"/>
                    <a:pt x="1854489" y="325252"/>
                    <a:pt x="1851393" y="326774"/>
                  </a:cubicBezTo>
                  <a:cubicBezTo>
                    <a:pt x="1833181" y="334243"/>
                    <a:pt x="1815041" y="341785"/>
                    <a:pt x="1796830" y="349255"/>
                  </a:cubicBezTo>
                  <a:cubicBezTo>
                    <a:pt x="1786256" y="353386"/>
                    <a:pt x="1775941" y="358155"/>
                    <a:pt x="1765943" y="363534"/>
                  </a:cubicBezTo>
                  <a:cubicBezTo>
                    <a:pt x="1735930" y="380596"/>
                    <a:pt x="1713493" y="408351"/>
                    <a:pt x="1693315" y="436543"/>
                  </a:cubicBezTo>
                  <a:cubicBezTo>
                    <a:pt x="1674232" y="461516"/>
                    <a:pt x="1659007" y="489212"/>
                    <a:pt x="1648150" y="518706"/>
                  </a:cubicBezTo>
                  <a:cubicBezTo>
                    <a:pt x="1642068" y="536846"/>
                    <a:pt x="1638825" y="555816"/>
                    <a:pt x="1638535" y="574946"/>
                  </a:cubicBezTo>
                  <a:cubicBezTo>
                    <a:pt x="1638535" y="576864"/>
                    <a:pt x="1638578" y="578769"/>
                    <a:pt x="1638663" y="580662"/>
                  </a:cubicBezTo>
                  <a:cubicBezTo>
                    <a:pt x="1629777" y="582164"/>
                    <a:pt x="1622481" y="586062"/>
                    <a:pt x="1613134" y="587941"/>
                  </a:cubicBezTo>
                  <a:cubicBezTo>
                    <a:pt x="1606083" y="606606"/>
                    <a:pt x="1599032" y="625271"/>
                    <a:pt x="1591981" y="643937"/>
                  </a:cubicBezTo>
                  <a:cubicBezTo>
                    <a:pt x="1589143" y="653296"/>
                    <a:pt x="1584441" y="661984"/>
                    <a:pt x="1578159" y="669479"/>
                  </a:cubicBezTo>
                  <a:cubicBezTo>
                    <a:pt x="1573450" y="673778"/>
                    <a:pt x="1568430" y="677724"/>
                    <a:pt x="1563141" y="681284"/>
                  </a:cubicBezTo>
                  <a:cubicBezTo>
                    <a:pt x="1541319" y="699947"/>
                    <a:pt x="1530169" y="728216"/>
                    <a:pt x="1533375" y="756751"/>
                  </a:cubicBezTo>
                  <a:cubicBezTo>
                    <a:pt x="1493619" y="772381"/>
                    <a:pt x="1472768" y="816138"/>
                    <a:pt x="1485671" y="856861"/>
                  </a:cubicBezTo>
                  <a:cubicBezTo>
                    <a:pt x="1453258" y="863888"/>
                    <a:pt x="1426836" y="887272"/>
                    <a:pt x="1415921" y="918590"/>
                  </a:cubicBezTo>
                  <a:cubicBezTo>
                    <a:pt x="1414418" y="925614"/>
                    <a:pt x="1411299" y="932192"/>
                    <a:pt x="1406812" y="937801"/>
                  </a:cubicBezTo>
                  <a:cubicBezTo>
                    <a:pt x="1399842" y="943118"/>
                    <a:pt x="1391210" y="945785"/>
                    <a:pt x="1382456" y="945325"/>
                  </a:cubicBezTo>
                  <a:cubicBezTo>
                    <a:pt x="1358552" y="946811"/>
                    <a:pt x="1337650" y="965736"/>
                    <a:pt x="1315988" y="955470"/>
                  </a:cubicBezTo>
                  <a:cubicBezTo>
                    <a:pt x="1291397" y="943879"/>
                    <a:pt x="1263872" y="940012"/>
                    <a:pt x="1237040" y="944378"/>
                  </a:cubicBezTo>
                  <a:cubicBezTo>
                    <a:pt x="1231525" y="945684"/>
                    <a:pt x="1225852" y="946189"/>
                    <a:pt x="1220194" y="945880"/>
                  </a:cubicBezTo>
                  <a:cubicBezTo>
                    <a:pt x="1215352" y="945044"/>
                    <a:pt x="1210682" y="943408"/>
                    <a:pt x="1206377" y="941040"/>
                  </a:cubicBezTo>
                  <a:cubicBezTo>
                    <a:pt x="1196629" y="935328"/>
                    <a:pt x="1186061" y="931148"/>
                    <a:pt x="1175042" y="928647"/>
                  </a:cubicBezTo>
                  <a:cubicBezTo>
                    <a:pt x="1163722" y="926283"/>
                    <a:pt x="1152072" y="930807"/>
                    <a:pt x="1145313" y="940191"/>
                  </a:cubicBezTo>
                  <a:cubicBezTo>
                    <a:pt x="1137727" y="931829"/>
                    <a:pt x="1133206" y="921120"/>
                    <a:pt x="1126295" y="912187"/>
                  </a:cubicBezTo>
                  <a:cubicBezTo>
                    <a:pt x="1120075" y="902489"/>
                    <a:pt x="1108911" y="897134"/>
                    <a:pt x="1097455" y="898352"/>
                  </a:cubicBezTo>
                  <a:cubicBezTo>
                    <a:pt x="1104657" y="891903"/>
                    <a:pt x="1097285" y="879067"/>
                    <a:pt x="1087927" y="876721"/>
                  </a:cubicBezTo>
                  <a:cubicBezTo>
                    <a:pt x="1078328" y="875928"/>
                    <a:pt x="1068670" y="876280"/>
                    <a:pt x="1059155" y="877769"/>
                  </a:cubicBezTo>
                  <a:cubicBezTo>
                    <a:pt x="1034136" y="877636"/>
                    <a:pt x="1014940" y="854801"/>
                    <a:pt x="990638" y="848823"/>
                  </a:cubicBezTo>
                  <a:cubicBezTo>
                    <a:pt x="968301" y="843330"/>
                    <a:pt x="938529" y="849881"/>
                    <a:pt x="927078" y="829834"/>
                  </a:cubicBezTo>
                  <a:cubicBezTo>
                    <a:pt x="923420" y="823430"/>
                    <a:pt x="922372" y="815007"/>
                    <a:pt x="917154" y="810211"/>
                  </a:cubicBezTo>
                  <a:cubicBezTo>
                    <a:pt x="915923" y="804773"/>
                    <a:pt x="913444" y="799696"/>
                    <a:pt x="909914" y="795381"/>
                  </a:cubicBezTo>
                  <a:cubicBezTo>
                    <a:pt x="900747" y="784944"/>
                    <a:pt x="885250" y="783451"/>
                    <a:pt x="871407" y="783885"/>
                  </a:cubicBezTo>
                  <a:cubicBezTo>
                    <a:pt x="856196" y="784264"/>
                    <a:pt x="841121" y="786859"/>
                    <a:pt x="826658" y="791587"/>
                  </a:cubicBezTo>
                  <a:cubicBezTo>
                    <a:pt x="826254" y="789776"/>
                    <a:pt x="825774" y="787879"/>
                    <a:pt x="825164" y="785828"/>
                  </a:cubicBezTo>
                  <a:cubicBezTo>
                    <a:pt x="816394" y="760275"/>
                    <a:pt x="798807" y="738682"/>
                    <a:pt x="775558" y="724921"/>
                  </a:cubicBezTo>
                  <a:cubicBezTo>
                    <a:pt x="757304" y="713996"/>
                    <a:pt x="737481" y="705937"/>
                    <a:pt x="716782" y="701026"/>
                  </a:cubicBezTo>
                  <a:cubicBezTo>
                    <a:pt x="716686" y="699200"/>
                    <a:pt x="716492" y="697384"/>
                    <a:pt x="716446" y="695553"/>
                  </a:cubicBezTo>
                  <a:cubicBezTo>
                    <a:pt x="716110" y="669706"/>
                    <a:pt x="720123" y="643985"/>
                    <a:pt x="728319" y="619469"/>
                  </a:cubicBezTo>
                  <a:cubicBezTo>
                    <a:pt x="729178" y="616782"/>
                    <a:pt x="730174" y="614126"/>
                    <a:pt x="731107" y="611455"/>
                  </a:cubicBezTo>
                  <a:cubicBezTo>
                    <a:pt x="876662" y="573177"/>
                    <a:pt x="963628" y="424150"/>
                    <a:pt x="925349" y="278594"/>
                  </a:cubicBezTo>
                  <a:cubicBezTo>
                    <a:pt x="912967" y="231510"/>
                    <a:pt x="888197" y="188603"/>
                    <a:pt x="853616" y="154334"/>
                  </a:cubicBezTo>
                  <a:cubicBezTo>
                    <a:pt x="853487" y="148816"/>
                    <a:pt x="852771" y="143327"/>
                    <a:pt x="851478" y="137960"/>
                  </a:cubicBezTo>
                  <a:cubicBezTo>
                    <a:pt x="848482" y="126214"/>
                    <a:pt x="842847" y="115306"/>
                    <a:pt x="835001" y="106065"/>
                  </a:cubicBezTo>
                  <a:cubicBezTo>
                    <a:pt x="822561" y="78154"/>
                    <a:pt x="803054" y="65842"/>
                    <a:pt x="778219" y="54216"/>
                  </a:cubicBezTo>
                  <a:cubicBezTo>
                    <a:pt x="771081" y="50848"/>
                    <a:pt x="763505" y="47552"/>
                    <a:pt x="755492" y="43891"/>
                  </a:cubicBezTo>
                  <a:cubicBezTo>
                    <a:pt x="715863" y="26023"/>
                    <a:pt x="677545" y="-193"/>
                    <a:pt x="632527" y="-120"/>
                  </a:cubicBezTo>
                  <a:cubicBezTo>
                    <a:pt x="591441" y="-120"/>
                    <a:pt x="552104" y="22581"/>
                    <a:pt x="511529" y="21702"/>
                  </a:cubicBezTo>
                  <a:lnTo>
                    <a:pt x="508469" y="21555"/>
                  </a:lnTo>
                  <a:cubicBezTo>
                    <a:pt x="507449" y="21510"/>
                    <a:pt x="506430" y="21519"/>
                    <a:pt x="505410" y="21409"/>
                  </a:cubicBezTo>
                  <a:cubicBezTo>
                    <a:pt x="504172" y="21336"/>
                    <a:pt x="503006" y="21189"/>
                    <a:pt x="501768" y="21043"/>
                  </a:cubicBezTo>
                  <a:cubicBezTo>
                    <a:pt x="490404" y="19652"/>
                    <a:pt x="476781" y="17016"/>
                    <a:pt x="469278" y="25730"/>
                  </a:cubicBezTo>
                  <a:cubicBezTo>
                    <a:pt x="466903" y="29211"/>
                    <a:pt x="464970" y="32975"/>
                    <a:pt x="463524" y="36933"/>
                  </a:cubicBezTo>
                  <a:cubicBezTo>
                    <a:pt x="462960" y="38238"/>
                    <a:pt x="462278" y="39488"/>
                    <a:pt x="461484" y="40668"/>
                  </a:cubicBezTo>
                  <a:lnTo>
                    <a:pt x="461484" y="40668"/>
                  </a:lnTo>
                  <a:cubicBezTo>
                    <a:pt x="460036" y="43203"/>
                    <a:pt x="458300" y="45562"/>
                    <a:pt x="456312" y="47698"/>
                  </a:cubicBezTo>
                  <a:lnTo>
                    <a:pt x="456312" y="47698"/>
                  </a:lnTo>
                  <a:cubicBezTo>
                    <a:pt x="443200" y="62124"/>
                    <a:pt x="421200" y="68495"/>
                    <a:pt x="403061" y="77869"/>
                  </a:cubicBezTo>
                  <a:cubicBezTo>
                    <a:pt x="362121" y="98885"/>
                    <a:pt x="335241" y="141651"/>
                    <a:pt x="324532" y="186540"/>
                  </a:cubicBezTo>
                  <a:cubicBezTo>
                    <a:pt x="313824" y="231503"/>
                    <a:pt x="317613" y="278735"/>
                    <a:pt x="325625" y="324210"/>
                  </a:cubicBezTo>
                  <a:cubicBezTo>
                    <a:pt x="329668" y="346953"/>
                    <a:pt x="338554" y="372769"/>
                    <a:pt x="354726" y="387041"/>
                  </a:cubicBezTo>
                  <a:lnTo>
                    <a:pt x="354729" y="387125"/>
                  </a:lnTo>
                  <a:lnTo>
                    <a:pt x="354368" y="386850"/>
                  </a:lnTo>
                  <a:cubicBezTo>
                    <a:pt x="354368" y="386850"/>
                    <a:pt x="217449" y="484288"/>
                    <a:pt x="242435" y="498129"/>
                  </a:cubicBezTo>
                  <a:cubicBezTo>
                    <a:pt x="256026" y="505640"/>
                    <a:pt x="312750" y="469721"/>
                    <a:pt x="361648" y="435424"/>
                  </a:cubicBezTo>
                  <a:cubicBezTo>
                    <a:pt x="362144" y="437506"/>
                    <a:pt x="362603" y="439595"/>
                    <a:pt x="363141" y="441669"/>
                  </a:cubicBezTo>
                  <a:cubicBezTo>
                    <a:pt x="369008" y="463526"/>
                    <a:pt x="376482" y="484918"/>
                    <a:pt x="385505" y="505671"/>
                  </a:cubicBezTo>
                  <a:cubicBezTo>
                    <a:pt x="395922" y="530203"/>
                    <a:pt x="410492" y="556639"/>
                    <a:pt x="435987" y="563961"/>
                  </a:cubicBezTo>
                  <a:cubicBezTo>
                    <a:pt x="441630" y="565500"/>
                    <a:pt x="447474" y="566168"/>
                    <a:pt x="453319" y="565943"/>
                  </a:cubicBezTo>
                  <a:cubicBezTo>
                    <a:pt x="454827" y="565930"/>
                    <a:pt x="456330" y="565808"/>
                    <a:pt x="457839" y="565708"/>
                  </a:cubicBezTo>
                  <a:cubicBezTo>
                    <a:pt x="459132" y="603180"/>
                    <a:pt x="455165" y="640648"/>
                    <a:pt x="446055" y="677019"/>
                  </a:cubicBezTo>
                  <a:cubicBezTo>
                    <a:pt x="431197" y="676210"/>
                    <a:pt x="416481" y="680278"/>
                    <a:pt x="404147" y="688604"/>
                  </a:cubicBezTo>
                  <a:cubicBezTo>
                    <a:pt x="399500" y="693206"/>
                    <a:pt x="393610" y="696350"/>
                    <a:pt x="387200" y="697652"/>
                  </a:cubicBezTo>
                  <a:cubicBezTo>
                    <a:pt x="380552" y="696839"/>
                    <a:pt x="374375" y="693794"/>
                    <a:pt x="369682" y="689015"/>
                  </a:cubicBezTo>
                  <a:cubicBezTo>
                    <a:pt x="331815" y="661741"/>
                    <a:pt x="280072" y="664482"/>
                    <a:pt x="245299" y="695605"/>
                  </a:cubicBezTo>
                  <a:cubicBezTo>
                    <a:pt x="195703" y="742353"/>
                    <a:pt x="201316" y="833697"/>
                    <a:pt x="143191" y="869154"/>
                  </a:cubicBezTo>
                  <a:cubicBezTo>
                    <a:pt x="127169" y="878928"/>
                    <a:pt x="106687" y="884098"/>
                    <a:pt x="97334" y="900423"/>
                  </a:cubicBezTo>
                  <a:cubicBezTo>
                    <a:pt x="95070" y="905622"/>
                    <a:pt x="92427" y="910647"/>
                    <a:pt x="89426" y="915458"/>
                  </a:cubicBezTo>
                  <a:cubicBezTo>
                    <a:pt x="85537" y="919756"/>
                    <a:pt x="80772" y="923169"/>
                    <a:pt x="75452" y="925468"/>
                  </a:cubicBezTo>
                  <a:cubicBezTo>
                    <a:pt x="58580" y="933039"/>
                    <a:pt x="42526" y="942316"/>
                    <a:pt x="27541" y="953154"/>
                  </a:cubicBezTo>
                  <a:cubicBezTo>
                    <a:pt x="12411" y="964246"/>
                    <a:pt x="2454" y="981025"/>
                    <a:pt x="-34" y="999620"/>
                  </a:cubicBezTo>
                  <a:cubicBezTo>
                    <a:pt x="-249" y="1013123"/>
                    <a:pt x="2648" y="1026495"/>
                    <a:pt x="8434" y="1038698"/>
                  </a:cubicBezTo>
                  <a:cubicBezTo>
                    <a:pt x="17108" y="1060026"/>
                    <a:pt x="27783" y="1080484"/>
                    <a:pt x="40317" y="1099798"/>
                  </a:cubicBezTo>
                  <a:cubicBezTo>
                    <a:pt x="33548" y="1108622"/>
                    <a:pt x="29116" y="1119012"/>
                    <a:pt x="27433" y="1130006"/>
                  </a:cubicBezTo>
                  <a:cubicBezTo>
                    <a:pt x="23297" y="1158835"/>
                    <a:pt x="37087" y="1187166"/>
                    <a:pt x="38612" y="1216252"/>
                  </a:cubicBezTo>
                  <a:cubicBezTo>
                    <a:pt x="39943" y="1241665"/>
                    <a:pt x="31896" y="1266487"/>
                    <a:pt x="27292" y="1291511"/>
                  </a:cubicBezTo>
                  <a:cubicBezTo>
                    <a:pt x="9324" y="1389174"/>
                    <a:pt x="43846" y="1488100"/>
                    <a:pt x="78979" y="1580927"/>
                  </a:cubicBezTo>
                  <a:cubicBezTo>
                    <a:pt x="85663" y="1596009"/>
                    <a:pt x="89810" y="1612092"/>
                    <a:pt x="91251" y="1628525"/>
                  </a:cubicBezTo>
                  <a:cubicBezTo>
                    <a:pt x="92190" y="1658823"/>
                    <a:pt x="74830" y="1686583"/>
                    <a:pt x="70077" y="1716517"/>
                  </a:cubicBezTo>
                  <a:cubicBezTo>
                    <a:pt x="60087" y="1779417"/>
                    <a:pt x="106242" y="1838585"/>
                    <a:pt x="107198" y="1902274"/>
                  </a:cubicBezTo>
                  <a:cubicBezTo>
                    <a:pt x="107638" y="1931597"/>
                    <a:pt x="98452" y="1961442"/>
                    <a:pt x="105750" y="1989837"/>
                  </a:cubicBezTo>
                  <a:cubicBezTo>
                    <a:pt x="110621" y="2008787"/>
                    <a:pt x="122387" y="2025071"/>
                    <a:pt x="130737" y="2042751"/>
                  </a:cubicBezTo>
                  <a:cubicBezTo>
                    <a:pt x="145532" y="2074080"/>
                    <a:pt x="149501" y="2109624"/>
                    <a:pt x="163624" y="2141265"/>
                  </a:cubicBezTo>
                  <a:cubicBezTo>
                    <a:pt x="180520" y="2175727"/>
                    <a:pt x="205558" y="2205553"/>
                    <a:pt x="236572" y="2228163"/>
                  </a:cubicBezTo>
                  <a:cubicBezTo>
                    <a:pt x="254350" y="2284370"/>
                    <a:pt x="229127" y="2352240"/>
                    <a:pt x="236300" y="2412053"/>
                  </a:cubicBezTo>
                  <a:cubicBezTo>
                    <a:pt x="245952" y="2408302"/>
                    <a:pt x="255679" y="2404746"/>
                    <a:pt x="265444" y="2401299"/>
                  </a:cubicBezTo>
                  <a:cubicBezTo>
                    <a:pt x="259340" y="2490826"/>
                    <a:pt x="281961" y="2579965"/>
                    <a:pt x="330016" y="2655748"/>
                  </a:cubicBezTo>
                  <a:cubicBezTo>
                    <a:pt x="345907" y="2680498"/>
                    <a:pt x="364528" y="2703733"/>
                    <a:pt x="376474" y="2730632"/>
                  </a:cubicBezTo>
                  <a:cubicBezTo>
                    <a:pt x="384304" y="2749822"/>
                    <a:pt x="390373" y="2769685"/>
                    <a:pt x="394604" y="2789975"/>
                  </a:cubicBezTo>
                  <a:cubicBezTo>
                    <a:pt x="411766" y="2861384"/>
                    <a:pt x="428928" y="2932792"/>
                    <a:pt x="446089" y="3004200"/>
                  </a:cubicBezTo>
                  <a:cubicBezTo>
                    <a:pt x="459988" y="3062033"/>
                    <a:pt x="473988" y="3120985"/>
                    <a:pt x="469814" y="3180333"/>
                  </a:cubicBezTo>
                  <a:cubicBezTo>
                    <a:pt x="466905" y="3221687"/>
                    <a:pt x="456536" y="3268184"/>
                    <a:pt x="481889" y="3300881"/>
                  </a:cubicBezTo>
                  <a:cubicBezTo>
                    <a:pt x="488006" y="3307131"/>
                    <a:pt x="493168" y="3314250"/>
                    <a:pt x="497206" y="3322008"/>
                  </a:cubicBezTo>
                  <a:cubicBezTo>
                    <a:pt x="499734" y="3331104"/>
                    <a:pt x="499821" y="3340705"/>
                    <a:pt x="497458" y="3349846"/>
                  </a:cubicBezTo>
                  <a:cubicBezTo>
                    <a:pt x="485085" y="3418933"/>
                    <a:pt x="476597" y="3488660"/>
                    <a:pt x="472035" y="3558699"/>
                  </a:cubicBezTo>
                  <a:cubicBezTo>
                    <a:pt x="466299" y="3566438"/>
                    <a:pt x="460633" y="3574145"/>
                    <a:pt x="455363" y="3581867"/>
                  </a:cubicBezTo>
                  <a:cubicBezTo>
                    <a:pt x="413258" y="3643453"/>
                    <a:pt x="393008" y="3717121"/>
                    <a:pt x="376617" y="3789983"/>
                  </a:cubicBezTo>
                  <a:cubicBezTo>
                    <a:pt x="344710" y="3932487"/>
                    <a:pt x="330360" y="4078724"/>
                    <a:pt x="323803" y="4224670"/>
                  </a:cubicBezTo>
                  <a:cubicBezTo>
                    <a:pt x="302695" y="4243788"/>
                    <a:pt x="284530" y="4265923"/>
                    <a:pt x="269897" y="4290356"/>
                  </a:cubicBezTo>
                  <a:cubicBezTo>
                    <a:pt x="247824" y="4331217"/>
                    <a:pt x="244984" y="4379402"/>
                    <a:pt x="242653" y="4425902"/>
                  </a:cubicBezTo>
                  <a:cubicBezTo>
                    <a:pt x="241667" y="4433438"/>
                    <a:pt x="242517" y="4441101"/>
                    <a:pt x="245130" y="4448237"/>
                  </a:cubicBezTo>
                  <a:cubicBezTo>
                    <a:pt x="250425" y="4457176"/>
                    <a:pt x="258628" y="4464027"/>
                    <a:pt x="268367" y="4467643"/>
                  </a:cubicBezTo>
                  <a:cubicBezTo>
                    <a:pt x="272570" y="4469705"/>
                    <a:pt x="276802" y="4471705"/>
                    <a:pt x="281062" y="4473643"/>
                  </a:cubicBezTo>
                  <a:cubicBezTo>
                    <a:pt x="278285" y="4483867"/>
                    <a:pt x="275855" y="4494348"/>
                    <a:pt x="273678" y="4504884"/>
                  </a:cubicBezTo>
                  <a:cubicBezTo>
                    <a:pt x="257530" y="4486659"/>
                    <a:pt x="228677" y="4457757"/>
                    <a:pt x="223785" y="4478920"/>
                  </a:cubicBezTo>
                  <a:cubicBezTo>
                    <a:pt x="207600" y="4549531"/>
                    <a:pt x="198812" y="4621636"/>
                    <a:pt x="197562" y="4694067"/>
                  </a:cubicBezTo>
                  <a:cubicBezTo>
                    <a:pt x="197053" y="4698735"/>
                    <a:pt x="197940" y="4703449"/>
                    <a:pt x="200110" y="4707613"/>
                  </a:cubicBezTo>
                  <a:cubicBezTo>
                    <a:pt x="204357" y="4712580"/>
                    <a:pt x="210482" y="4715552"/>
                    <a:pt x="217011" y="4715815"/>
                  </a:cubicBezTo>
                  <a:cubicBezTo>
                    <a:pt x="287384" y="4728385"/>
                    <a:pt x="358747" y="4734586"/>
                    <a:pt x="430232" y="4734343"/>
                  </a:cubicBezTo>
                  <a:cubicBezTo>
                    <a:pt x="488145" y="4734123"/>
                    <a:pt x="545912" y="4729656"/>
                    <a:pt x="603607" y="4725262"/>
                  </a:cubicBezTo>
                  <a:cubicBezTo>
                    <a:pt x="623275" y="4723724"/>
                    <a:pt x="643016" y="4722186"/>
                    <a:pt x="662684" y="4720722"/>
                  </a:cubicBezTo>
                  <a:cubicBezTo>
                    <a:pt x="723452" y="4717460"/>
                    <a:pt x="783917" y="4709948"/>
                    <a:pt x="843635" y="4698241"/>
                  </a:cubicBezTo>
                  <a:cubicBezTo>
                    <a:pt x="869788" y="4692529"/>
                    <a:pt x="896740" y="4684474"/>
                    <a:pt x="916335" y="4666093"/>
                  </a:cubicBezTo>
                  <a:cubicBezTo>
                    <a:pt x="935858" y="4647786"/>
                    <a:pt x="945693" y="4616444"/>
                    <a:pt x="932144" y="4593231"/>
                  </a:cubicBezTo>
                  <a:cubicBezTo>
                    <a:pt x="932154" y="4593150"/>
                    <a:pt x="932127" y="4593070"/>
                    <a:pt x="932070" y="4593011"/>
                  </a:cubicBezTo>
                  <a:cubicBezTo>
                    <a:pt x="915534" y="4564965"/>
                    <a:pt x="877072" y="4562840"/>
                    <a:pt x="844873" y="4558374"/>
                  </a:cubicBezTo>
                  <a:cubicBezTo>
                    <a:pt x="813002" y="4553903"/>
                    <a:pt x="782117" y="4544074"/>
                    <a:pt x="753524" y="4529302"/>
                  </a:cubicBezTo>
                  <a:cubicBezTo>
                    <a:pt x="747087" y="4525966"/>
                    <a:pt x="740813" y="4522336"/>
                    <a:pt x="734593" y="4518606"/>
                  </a:cubicBezTo>
                  <a:cubicBezTo>
                    <a:pt x="736242" y="4518148"/>
                    <a:pt x="737907" y="4517766"/>
                    <a:pt x="739537" y="4517219"/>
                  </a:cubicBezTo>
                  <a:cubicBezTo>
                    <a:pt x="767146" y="4507919"/>
                    <a:pt x="789146" y="4486683"/>
                    <a:pt x="815225" y="4473721"/>
                  </a:cubicBezTo>
                  <a:cubicBezTo>
                    <a:pt x="845456" y="4458783"/>
                    <a:pt x="879766" y="4455488"/>
                    <a:pt x="913204" y="4451240"/>
                  </a:cubicBezTo>
                  <a:cubicBezTo>
                    <a:pt x="946567" y="4446919"/>
                    <a:pt x="981023" y="4440988"/>
                    <a:pt x="1008777" y="4421948"/>
                  </a:cubicBezTo>
                  <a:cubicBezTo>
                    <a:pt x="1034784" y="4404081"/>
                    <a:pt x="1053214" y="4371640"/>
                    <a:pt x="1047167" y="4341177"/>
                  </a:cubicBezTo>
                  <a:cubicBezTo>
                    <a:pt x="1046772" y="4339021"/>
                    <a:pt x="1046236" y="4336893"/>
                    <a:pt x="1045565" y="4334806"/>
                  </a:cubicBezTo>
                  <a:cubicBezTo>
                    <a:pt x="1035222" y="4301707"/>
                    <a:pt x="999454" y="4284132"/>
                    <a:pt x="966018" y="4275418"/>
                  </a:cubicBezTo>
                  <a:cubicBezTo>
                    <a:pt x="932654" y="4266703"/>
                    <a:pt x="896376" y="4262310"/>
                    <a:pt x="869350" y="4240780"/>
                  </a:cubicBezTo>
                  <a:cubicBezTo>
                    <a:pt x="868039" y="4239755"/>
                    <a:pt x="866727" y="4238657"/>
                    <a:pt x="865416" y="4237558"/>
                  </a:cubicBezTo>
                  <a:cubicBezTo>
                    <a:pt x="863105" y="4235668"/>
                    <a:pt x="860725" y="4233748"/>
                    <a:pt x="858312" y="4231890"/>
                  </a:cubicBezTo>
                  <a:cubicBezTo>
                    <a:pt x="864279" y="4221816"/>
                    <a:pt x="867032" y="4210162"/>
                    <a:pt x="866202" y="4198483"/>
                  </a:cubicBezTo>
                  <a:cubicBezTo>
                    <a:pt x="864780" y="4180079"/>
                    <a:pt x="854086" y="4163949"/>
                    <a:pt x="846828" y="4146993"/>
                  </a:cubicBezTo>
                  <a:cubicBezTo>
                    <a:pt x="832591" y="4113737"/>
                    <a:pt x="831447" y="4076588"/>
                    <a:pt x="827606" y="4040589"/>
                  </a:cubicBezTo>
                  <a:cubicBezTo>
                    <a:pt x="817962" y="3950199"/>
                    <a:pt x="790241" y="3862921"/>
                    <a:pt x="769290" y="3774485"/>
                  </a:cubicBezTo>
                  <a:cubicBezTo>
                    <a:pt x="766914" y="3764457"/>
                    <a:pt x="764642" y="3754380"/>
                    <a:pt x="762475" y="3744253"/>
                  </a:cubicBezTo>
                  <a:cubicBezTo>
                    <a:pt x="782857" y="3701898"/>
                    <a:pt x="807827" y="3661907"/>
                    <a:pt x="836934" y="3624999"/>
                  </a:cubicBezTo>
                  <a:cubicBezTo>
                    <a:pt x="870118" y="3583369"/>
                    <a:pt x="894392" y="3535363"/>
                    <a:pt x="908250" y="3483961"/>
                  </a:cubicBezTo>
                  <a:cubicBezTo>
                    <a:pt x="912548" y="3468216"/>
                    <a:pt x="915754" y="3452179"/>
                    <a:pt x="919032" y="3436142"/>
                  </a:cubicBezTo>
                  <a:cubicBezTo>
                    <a:pt x="956256" y="3251313"/>
                    <a:pt x="991344" y="3066068"/>
                    <a:pt x="1024295" y="2880409"/>
                  </a:cubicBezTo>
                  <a:cubicBezTo>
                    <a:pt x="1029738" y="2853950"/>
                    <a:pt x="1032871" y="2827069"/>
                    <a:pt x="1033661" y="2800068"/>
                  </a:cubicBezTo>
                  <a:cubicBezTo>
                    <a:pt x="1042279" y="2775612"/>
                    <a:pt x="1046942" y="2749937"/>
                    <a:pt x="1047473" y="2724013"/>
                  </a:cubicBezTo>
                  <a:cubicBezTo>
                    <a:pt x="1057058" y="2686426"/>
                    <a:pt x="1066821" y="2647000"/>
                    <a:pt x="1058970" y="2622350"/>
                  </a:cubicBezTo>
                  <a:cubicBezTo>
                    <a:pt x="1053417" y="2604945"/>
                    <a:pt x="1050620" y="2545408"/>
                    <a:pt x="1047617" y="2488368"/>
                  </a:cubicBezTo>
                  <a:cubicBezTo>
                    <a:pt x="1048457" y="2457784"/>
                    <a:pt x="1046588" y="2427185"/>
                    <a:pt x="1042031" y="2396930"/>
                  </a:cubicBezTo>
                  <a:cubicBezTo>
                    <a:pt x="1041176" y="2391759"/>
                    <a:pt x="1040122" y="2386584"/>
                    <a:pt x="1038963" y="2381416"/>
                  </a:cubicBezTo>
                  <a:cubicBezTo>
                    <a:pt x="1038502" y="2378851"/>
                    <a:pt x="1037890" y="2376315"/>
                    <a:pt x="1037129" y="2373822"/>
                  </a:cubicBezTo>
                  <a:cubicBezTo>
                    <a:pt x="1032796" y="2356670"/>
                    <a:pt x="1026755" y="2339994"/>
                    <a:pt x="1019095" y="2324047"/>
                  </a:cubicBezTo>
                  <a:cubicBezTo>
                    <a:pt x="1015187" y="2314505"/>
                    <a:pt x="1010671" y="2305225"/>
                    <a:pt x="1005573" y="2296263"/>
                  </a:cubicBezTo>
                  <a:cubicBezTo>
                    <a:pt x="1002505" y="2290975"/>
                    <a:pt x="999051" y="2285921"/>
                    <a:pt x="995240" y="2281142"/>
                  </a:cubicBezTo>
                  <a:cubicBezTo>
                    <a:pt x="1016552" y="2281989"/>
                    <a:pt x="1037805" y="2283945"/>
                    <a:pt x="1058914" y="2287002"/>
                  </a:cubicBezTo>
                  <a:cubicBezTo>
                    <a:pt x="1064109" y="2287780"/>
                    <a:pt x="1070438" y="2288199"/>
                    <a:pt x="1073548" y="2283943"/>
                  </a:cubicBezTo>
                  <a:cubicBezTo>
                    <a:pt x="1074935" y="2281626"/>
                    <a:pt x="1075613" y="2278953"/>
                    <a:pt x="1075497" y="2276255"/>
                  </a:cubicBezTo>
                  <a:cubicBezTo>
                    <a:pt x="1076487" y="2252089"/>
                    <a:pt x="1070744" y="2228123"/>
                    <a:pt x="1058910" y="2207029"/>
                  </a:cubicBezTo>
                  <a:cubicBezTo>
                    <a:pt x="1050730" y="2192516"/>
                    <a:pt x="1039366" y="2178321"/>
                    <a:pt x="1039680" y="2161643"/>
                  </a:cubicBezTo>
                  <a:cubicBezTo>
                    <a:pt x="1040270" y="2153869"/>
                    <a:pt x="1042170" y="2146250"/>
                    <a:pt x="1045298" y="2139108"/>
                  </a:cubicBezTo>
                  <a:cubicBezTo>
                    <a:pt x="1054776" y="2113701"/>
                    <a:pt x="1064253" y="2088294"/>
                    <a:pt x="1073729" y="2062887"/>
                  </a:cubicBezTo>
                  <a:cubicBezTo>
                    <a:pt x="1097730" y="1998543"/>
                    <a:pt x="1086309" y="1923804"/>
                    <a:pt x="1098774" y="1856238"/>
                  </a:cubicBezTo>
                  <a:cubicBezTo>
                    <a:pt x="1108515" y="1803420"/>
                    <a:pt x="1114758" y="1750016"/>
                    <a:pt x="1117459" y="1696376"/>
                  </a:cubicBezTo>
                  <a:cubicBezTo>
                    <a:pt x="1119767" y="1650525"/>
                    <a:pt x="1118332" y="1600871"/>
                    <a:pt x="1090811" y="1564235"/>
                  </a:cubicBezTo>
                  <a:cubicBezTo>
                    <a:pt x="1082759" y="1555397"/>
                    <a:pt x="1075779" y="1545640"/>
                    <a:pt x="1070016" y="1535166"/>
                  </a:cubicBezTo>
                  <a:cubicBezTo>
                    <a:pt x="1066065" y="1524024"/>
                    <a:pt x="1064381" y="1512204"/>
                    <a:pt x="1065064" y="1500401"/>
                  </a:cubicBezTo>
                  <a:cubicBezTo>
                    <a:pt x="1064584" y="1428655"/>
                    <a:pt x="1066033" y="1356931"/>
                    <a:pt x="1069409" y="1285230"/>
                  </a:cubicBezTo>
                  <a:cubicBezTo>
                    <a:pt x="1190013" y="1281985"/>
                    <a:pt x="1310117" y="1268408"/>
                    <a:pt x="1428401" y="1244648"/>
                  </a:cubicBezTo>
                  <a:cubicBezTo>
                    <a:pt x="1442332" y="1242237"/>
                    <a:pt x="1456011" y="1238551"/>
                    <a:pt x="1469267" y="1233637"/>
                  </a:cubicBezTo>
                  <a:cubicBezTo>
                    <a:pt x="1483972" y="1226598"/>
                    <a:pt x="1497828" y="1217910"/>
                    <a:pt x="1510569" y="1207741"/>
                  </a:cubicBezTo>
                  <a:cubicBezTo>
                    <a:pt x="1550814" y="1178656"/>
                    <a:pt x="1591632" y="1149028"/>
                    <a:pt x="1622232" y="1109831"/>
                  </a:cubicBezTo>
                  <a:cubicBezTo>
                    <a:pt x="1658666" y="1062432"/>
                    <a:pt x="1681545" y="1006028"/>
                    <a:pt x="1688425" y="946642"/>
                  </a:cubicBezTo>
                  <a:cubicBezTo>
                    <a:pt x="1717534" y="919682"/>
                    <a:pt x="1732990" y="881361"/>
                    <a:pt x="1747562" y="844368"/>
                  </a:cubicBezTo>
                  <a:cubicBezTo>
                    <a:pt x="1754761" y="828666"/>
                    <a:pt x="1759316" y="811883"/>
                    <a:pt x="1761043" y="794696"/>
                  </a:cubicBezTo>
                  <a:cubicBezTo>
                    <a:pt x="1761825" y="777107"/>
                    <a:pt x="1750231" y="758668"/>
                    <a:pt x="1753437" y="741358"/>
                  </a:cubicBezTo>
                  <a:cubicBezTo>
                    <a:pt x="1759034" y="711546"/>
                    <a:pt x="1774085" y="684329"/>
                    <a:pt x="1796361" y="663739"/>
                  </a:cubicBezTo>
                  <a:cubicBezTo>
                    <a:pt x="1801084" y="660350"/>
                    <a:pt x="1804649" y="655588"/>
                    <a:pt x="1806570" y="650101"/>
                  </a:cubicBezTo>
                  <a:cubicBezTo>
                    <a:pt x="1807169" y="645525"/>
                    <a:pt x="1806319" y="640877"/>
                    <a:pt x="1804140" y="636808"/>
                  </a:cubicBezTo>
                  <a:cubicBezTo>
                    <a:pt x="1803900" y="636270"/>
                    <a:pt x="1803559" y="635797"/>
                    <a:pt x="1803307" y="635266"/>
                  </a:cubicBezTo>
                  <a:cubicBezTo>
                    <a:pt x="1806083" y="633507"/>
                    <a:pt x="1808835" y="631696"/>
                    <a:pt x="1811545" y="629796"/>
                  </a:cubicBezTo>
                  <a:cubicBezTo>
                    <a:pt x="1821087" y="623058"/>
                    <a:pt x="1830193" y="615589"/>
                    <a:pt x="1839081" y="608266"/>
                  </a:cubicBezTo>
                  <a:cubicBezTo>
                    <a:pt x="1852739" y="598028"/>
                    <a:pt x="1864794" y="585811"/>
                    <a:pt x="1874848" y="572018"/>
                  </a:cubicBezTo>
                  <a:cubicBezTo>
                    <a:pt x="1884973" y="557978"/>
                    <a:pt x="1888409" y="540195"/>
                    <a:pt x="1884245" y="523393"/>
                  </a:cubicBezTo>
                  <a:close/>
                  <a:moveTo>
                    <a:pt x="570346" y="4449227"/>
                  </a:moveTo>
                  <a:cubicBezTo>
                    <a:pt x="567928" y="4449397"/>
                    <a:pt x="565501" y="4449516"/>
                    <a:pt x="563104" y="4449848"/>
                  </a:cubicBezTo>
                  <a:cubicBezTo>
                    <a:pt x="554121" y="4451073"/>
                    <a:pt x="545361" y="4453589"/>
                    <a:pt x="537097" y="4457317"/>
                  </a:cubicBezTo>
                  <a:cubicBezTo>
                    <a:pt x="536428" y="4457626"/>
                    <a:pt x="535797" y="4458009"/>
                    <a:pt x="535135" y="4458333"/>
                  </a:cubicBezTo>
                  <a:cubicBezTo>
                    <a:pt x="546450" y="4433898"/>
                    <a:pt x="557033" y="4409119"/>
                    <a:pt x="566672" y="4383942"/>
                  </a:cubicBezTo>
                  <a:cubicBezTo>
                    <a:pt x="567820" y="4380970"/>
                    <a:pt x="568903" y="4377961"/>
                    <a:pt x="570026" y="4374975"/>
                  </a:cubicBezTo>
                  <a:cubicBezTo>
                    <a:pt x="569608" y="4380572"/>
                    <a:pt x="569207" y="4386185"/>
                    <a:pt x="568786" y="4391777"/>
                  </a:cubicBezTo>
                  <a:cubicBezTo>
                    <a:pt x="566614" y="4410906"/>
                    <a:pt x="567139" y="4430245"/>
                    <a:pt x="570346" y="4449227"/>
                  </a:cubicBezTo>
                  <a:close/>
                </a:path>
              </a:pathLst>
            </a:custGeom>
            <a:solidFill>
              <a:srgbClr val="80808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5D95F2D1-20BA-4E64-A967-F74F5D374B86}"/>
                </a:ext>
              </a:extLst>
            </p:cNvPr>
            <p:cNvSpPr/>
            <p:nvPr/>
          </p:nvSpPr>
          <p:spPr>
            <a:xfrm>
              <a:off x="2887339" y="1216911"/>
              <a:ext cx="400727" cy="364159"/>
            </a:xfrm>
            <a:custGeom>
              <a:avLst/>
              <a:gdLst>
                <a:gd name="connsiteX0" fmla="*/ 331989 w 400727"/>
                <a:gd name="connsiteY0" fmla="*/ 245607 h 364159"/>
                <a:gd name="connsiteX1" fmla="*/ 348598 w 400727"/>
                <a:gd name="connsiteY1" fmla="*/ 363618 h 364159"/>
                <a:gd name="connsiteX2" fmla="*/ -45 w 400727"/>
                <a:gd name="connsiteY2" fmla="*/ 330036 h 364159"/>
                <a:gd name="connsiteX3" fmla="*/ 59907 w 400727"/>
                <a:gd name="connsiteY3" fmla="*/ 234024 h 364159"/>
                <a:gd name="connsiteX4" fmla="*/ 71344 w 400727"/>
                <a:gd name="connsiteY4" fmla="*/ 86511 h 364159"/>
                <a:gd name="connsiteX5" fmla="*/ 69888 w 400727"/>
                <a:gd name="connsiteY5" fmla="*/ 78352 h 364159"/>
                <a:gd name="connsiteX6" fmla="*/ 57431 w 400727"/>
                <a:gd name="connsiteY6" fmla="*/ 16068 h 364159"/>
                <a:gd name="connsiteX7" fmla="*/ 97642 w 400727"/>
                <a:gd name="connsiteY7" fmla="*/ 989 h 364159"/>
                <a:gd name="connsiteX8" fmla="*/ 253971 w 400727"/>
                <a:gd name="connsiteY8" fmla="*/ 21167 h 364159"/>
                <a:gd name="connsiteX9" fmla="*/ 400683 w 400727"/>
                <a:gd name="connsiteY9" fmla="*/ 52856 h 364159"/>
                <a:gd name="connsiteX10" fmla="*/ 343863 w 400727"/>
                <a:gd name="connsiteY10" fmla="*/ 169920 h 364159"/>
                <a:gd name="connsiteX11" fmla="*/ 331989 w 400727"/>
                <a:gd name="connsiteY11" fmla="*/ 245607 h 3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0727" h="364159">
                  <a:moveTo>
                    <a:pt x="331989" y="245607"/>
                  </a:moveTo>
                  <a:cubicBezTo>
                    <a:pt x="333009" y="285382"/>
                    <a:pt x="346486" y="323917"/>
                    <a:pt x="348598" y="363618"/>
                  </a:cubicBezTo>
                  <a:cubicBezTo>
                    <a:pt x="231461" y="369446"/>
                    <a:pt x="115927" y="312626"/>
                    <a:pt x="-45" y="330036"/>
                  </a:cubicBezTo>
                  <a:cubicBezTo>
                    <a:pt x="32371" y="309057"/>
                    <a:pt x="49710" y="271249"/>
                    <a:pt x="59907" y="234024"/>
                  </a:cubicBezTo>
                  <a:cubicBezTo>
                    <a:pt x="72902" y="186000"/>
                    <a:pt x="76782" y="135964"/>
                    <a:pt x="71344" y="86511"/>
                  </a:cubicBezTo>
                  <a:cubicBezTo>
                    <a:pt x="71033" y="83763"/>
                    <a:pt x="70547" y="81038"/>
                    <a:pt x="69888" y="78352"/>
                  </a:cubicBezTo>
                  <a:cubicBezTo>
                    <a:pt x="65589" y="58902"/>
                    <a:pt x="54444" y="31366"/>
                    <a:pt x="57431" y="16068"/>
                  </a:cubicBezTo>
                  <a:cubicBezTo>
                    <a:pt x="61365" y="-4183"/>
                    <a:pt x="80451" y="-176"/>
                    <a:pt x="97642" y="989"/>
                  </a:cubicBezTo>
                  <a:cubicBezTo>
                    <a:pt x="150068" y="4982"/>
                    <a:pt x="202249" y="11718"/>
                    <a:pt x="253971" y="21167"/>
                  </a:cubicBezTo>
                  <a:cubicBezTo>
                    <a:pt x="267447" y="23499"/>
                    <a:pt x="398716" y="56280"/>
                    <a:pt x="400683" y="52856"/>
                  </a:cubicBezTo>
                  <a:cubicBezTo>
                    <a:pt x="377674" y="89768"/>
                    <a:pt x="358628" y="129007"/>
                    <a:pt x="343863" y="169920"/>
                  </a:cubicBezTo>
                  <a:cubicBezTo>
                    <a:pt x="335668" y="194300"/>
                    <a:pt x="331654" y="219889"/>
                    <a:pt x="331989" y="245607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907A5250-BD51-4292-8982-E1674C12580A}"/>
                </a:ext>
              </a:extLst>
            </p:cNvPr>
            <p:cNvSpPr/>
            <p:nvPr/>
          </p:nvSpPr>
          <p:spPr>
            <a:xfrm>
              <a:off x="4141347" y="1093162"/>
              <a:ext cx="247553" cy="328030"/>
            </a:xfrm>
            <a:custGeom>
              <a:avLst/>
              <a:gdLst>
                <a:gd name="connsiteX0" fmla="*/ 236384 w 247553"/>
                <a:gd name="connsiteY0" fmla="*/ 246465 h 328030"/>
                <a:gd name="connsiteX1" fmla="*/ 200617 w 247553"/>
                <a:gd name="connsiteY1" fmla="*/ 282524 h 328030"/>
                <a:gd name="connsiteX2" fmla="*/ 173080 w 247553"/>
                <a:gd name="connsiteY2" fmla="*/ 303941 h 328030"/>
                <a:gd name="connsiteX3" fmla="*/ 114512 w 247553"/>
                <a:gd name="connsiteY3" fmla="*/ 327761 h 328030"/>
                <a:gd name="connsiteX4" fmla="*/ 10050 w 247553"/>
                <a:gd name="connsiteY4" fmla="*/ 289371 h 328030"/>
                <a:gd name="connsiteX5" fmla="*/ 70 w 247553"/>
                <a:gd name="connsiteY5" fmla="*/ 249379 h 328030"/>
                <a:gd name="connsiteX6" fmla="*/ 9685 w 247553"/>
                <a:gd name="connsiteY6" fmla="*/ 193432 h 328030"/>
                <a:gd name="connsiteX7" fmla="*/ 54850 w 247553"/>
                <a:gd name="connsiteY7" fmla="*/ 111699 h 328030"/>
                <a:gd name="connsiteX8" fmla="*/ 127478 w 247553"/>
                <a:gd name="connsiteY8" fmla="*/ 39071 h 328030"/>
                <a:gd name="connsiteX9" fmla="*/ 158364 w 247553"/>
                <a:gd name="connsiteY9" fmla="*/ 24866 h 328030"/>
                <a:gd name="connsiteX10" fmla="*/ 212927 w 247553"/>
                <a:gd name="connsiteY10" fmla="*/ 2503 h 328030"/>
                <a:gd name="connsiteX11" fmla="*/ 222833 w 247553"/>
                <a:gd name="connsiteY11" fmla="*/ -120 h 328030"/>
                <a:gd name="connsiteX12" fmla="*/ 231866 w 247553"/>
                <a:gd name="connsiteY12" fmla="*/ 34482 h 328030"/>
                <a:gd name="connsiteX13" fmla="*/ 167398 w 247553"/>
                <a:gd name="connsiteY13" fmla="*/ 93196 h 328030"/>
                <a:gd name="connsiteX14" fmla="*/ 206297 w 247553"/>
                <a:gd name="connsiteY14" fmla="*/ 123354 h 328030"/>
                <a:gd name="connsiteX15" fmla="*/ 211543 w 247553"/>
                <a:gd name="connsiteY15" fmla="*/ 135520 h 328030"/>
                <a:gd name="connsiteX16" fmla="*/ 229318 w 247553"/>
                <a:gd name="connsiteY16" fmla="*/ 140109 h 328030"/>
                <a:gd name="connsiteX17" fmla="*/ 235800 w 247553"/>
                <a:gd name="connsiteY17" fmla="*/ 170632 h 328030"/>
                <a:gd name="connsiteX18" fmla="*/ 245780 w 247553"/>
                <a:gd name="connsiteY18" fmla="*/ 198095 h 328030"/>
                <a:gd name="connsiteX19" fmla="*/ 236384 w 247553"/>
                <a:gd name="connsiteY19" fmla="*/ 246465 h 328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47553" h="328030">
                  <a:moveTo>
                    <a:pt x="236384" y="246465"/>
                  </a:moveTo>
                  <a:cubicBezTo>
                    <a:pt x="226320" y="260196"/>
                    <a:pt x="214265" y="272349"/>
                    <a:pt x="200617" y="282524"/>
                  </a:cubicBezTo>
                  <a:cubicBezTo>
                    <a:pt x="191728" y="289809"/>
                    <a:pt x="182622" y="297239"/>
                    <a:pt x="173080" y="303941"/>
                  </a:cubicBezTo>
                  <a:cubicBezTo>
                    <a:pt x="156086" y="317057"/>
                    <a:pt x="135837" y="325293"/>
                    <a:pt x="114512" y="327761"/>
                  </a:cubicBezTo>
                  <a:cubicBezTo>
                    <a:pt x="86611" y="329655"/>
                    <a:pt x="27387" y="313265"/>
                    <a:pt x="10050" y="289371"/>
                  </a:cubicBezTo>
                  <a:cubicBezTo>
                    <a:pt x="2741" y="277362"/>
                    <a:pt x="-740" y="263414"/>
                    <a:pt x="70" y="249379"/>
                  </a:cubicBezTo>
                  <a:cubicBezTo>
                    <a:pt x="361" y="230345"/>
                    <a:pt x="3605" y="211471"/>
                    <a:pt x="9685" y="193432"/>
                  </a:cubicBezTo>
                  <a:cubicBezTo>
                    <a:pt x="20552" y="164075"/>
                    <a:pt x="35778" y="136522"/>
                    <a:pt x="54850" y="111699"/>
                  </a:cubicBezTo>
                  <a:cubicBezTo>
                    <a:pt x="75028" y="83653"/>
                    <a:pt x="97465" y="56045"/>
                    <a:pt x="127478" y="39071"/>
                  </a:cubicBezTo>
                  <a:cubicBezTo>
                    <a:pt x="137478" y="33719"/>
                    <a:pt x="147792" y="28975"/>
                    <a:pt x="158364" y="24866"/>
                  </a:cubicBezTo>
                  <a:cubicBezTo>
                    <a:pt x="176577" y="17436"/>
                    <a:pt x="194716" y="9932"/>
                    <a:pt x="212927" y="2503"/>
                  </a:cubicBezTo>
                  <a:cubicBezTo>
                    <a:pt x="216026" y="988"/>
                    <a:pt x="219392" y="97"/>
                    <a:pt x="222833" y="-120"/>
                  </a:cubicBezTo>
                  <a:cubicBezTo>
                    <a:pt x="237476" y="25"/>
                    <a:pt x="240172" y="22389"/>
                    <a:pt x="231866" y="34482"/>
                  </a:cubicBezTo>
                  <a:cubicBezTo>
                    <a:pt x="215257" y="58812"/>
                    <a:pt x="177888" y="65587"/>
                    <a:pt x="167398" y="93196"/>
                  </a:cubicBezTo>
                  <a:cubicBezTo>
                    <a:pt x="185530" y="93757"/>
                    <a:pt x="201236" y="105934"/>
                    <a:pt x="206297" y="123354"/>
                  </a:cubicBezTo>
                  <a:cubicBezTo>
                    <a:pt x="206709" y="127864"/>
                    <a:pt x="208546" y="132125"/>
                    <a:pt x="211543" y="135520"/>
                  </a:cubicBezTo>
                  <a:cubicBezTo>
                    <a:pt x="216351" y="139381"/>
                    <a:pt x="223854" y="137195"/>
                    <a:pt x="229318" y="140109"/>
                  </a:cubicBezTo>
                  <a:cubicBezTo>
                    <a:pt x="239005" y="145281"/>
                    <a:pt x="234781" y="159705"/>
                    <a:pt x="235800" y="170632"/>
                  </a:cubicBezTo>
                  <a:cubicBezTo>
                    <a:pt x="238179" y="180103"/>
                    <a:pt x="241523" y="189306"/>
                    <a:pt x="245780" y="198095"/>
                  </a:cubicBezTo>
                  <a:cubicBezTo>
                    <a:pt x="249943" y="214815"/>
                    <a:pt x="246503" y="232519"/>
                    <a:pt x="236384" y="246465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AF34E552-B225-477C-8264-44B7B65C3B97}"/>
                </a:ext>
              </a:extLst>
            </p:cNvPr>
            <p:cNvSpPr/>
            <p:nvPr/>
          </p:nvSpPr>
          <p:spPr>
            <a:xfrm>
              <a:off x="2763102" y="5142476"/>
              <a:ext cx="242428" cy="196149"/>
            </a:xfrm>
            <a:custGeom>
              <a:avLst/>
              <a:gdLst>
                <a:gd name="connsiteX0" fmla="*/ -45 w 242428"/>
                <a:gd name="connsiteY0" fmla="*/ 184990 h 196149"/>
                <a:gd name="connsiteX1" fmla="*/ 36294 w 242428"/>
                <a:gd name="connsiteY1" fmla="*/ 179502 h 196149"/>
                <a:gd name="connsiteX2" fmla="*/ 240613 w 242428"/>
                <a:gd name="connsiteY2" fmla="*/ 196030 h 196149"/>
                <a:gd name="connsiteX3" fmla="*/ 216299 w 242428"/>
                <a:gd name="connsiteY3" fmla="*/ 71594 h 196149"/>
                <a:gd name="connsiteX4" fmla="*/ 208206 w 242428"/>
                <a:gd name="connsiteY4" fmla="*/ 40131 h 196149"/>
                <a:gd name="connsiteX5" fmla="*/ 156434 w 242428"/>
                <a:gd name="connsiteY5" fmla="*/ 8883 h 196149"/>
                <a:gd name="connsiteX6" fmla="*/ 41493 w 242428"/>
                <a:gd name="connsiteY6" fmla="*/ 24640 h 196149"/>
                <a:gd name="connsiteX7" fmla="*/ -45 w 242428"/>
                <a:gd name="connsiteY7" fmla="*/ 184990 h 196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428" h="196149">
                  <a:moveTo>
                    <a:pt x="-45" y="184990"/>
                  </a:moveTo>
                  <a:cubicBezTo>
                    <a:pt x="8972" y="175980"/>
                    <a:pt x="23703" y="177511"/>
                    <a:pt x="36294" y="179502"/>
                  </a:cubicBezTo>
                  <a:cubicBezTo>
                    <a:pt x="103882" y="190188"/>
                    <a:pt x="172186" y="195713"/>
                    <a:pt x="240613" y="196030"/>
                  </a:cubicBezTo>
                  <a:cubicBezTo>
                    <a:pt x="249179" y="154196"/>
                    <a:pt x="224310" y="113537"/>
                    <a:pt x="216299" y="71594"/>
                  </a:cubicBezTo>
                  <a:cubicBezTo>
                    <a:pt x="215141" y="60769"/>
                    <a:pt x="212415" y="50171"/>
                    <a:pt x="208206" y="40131"/>
                  </a:cubicBezTo>
                  <a:cubicBezTo>
                    <a:pt x="198571" y="21643"/>
                    <a:pt x="176834" y="13186"/>
                    <a:pt x="156434" y="8883"/>
                  </a:cubicBezTo>
                  <a:cubicBezTo>
                    <a:pt x="119614" y="1117"/>
                    <a:pt x="62057" y="-12587"/>
                    <a:pt x="41493" y="24640"/>
                  </a:cubicBezTo>
                  <a:cubicBezTo>
                    <a:pt x="16818" y="69307"/>
                    <a:pt x="8924" y="135279"/>
                    <a:pt x="-45" y="184990"/>
                  </a:cubicBezTo>
                  <a:close/>
                </a:path>
              </a:pathLst>
            </a:custGeom>
            <a:solidFill>
              <a:srgbClr val="65617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CB9EAB44-A18C-40A4-8B92-50DC39D78B7E}"/>
                </a:ext>
              </a:extLst>
            </p:cNvPr>
            <p:cNvSpPr/>
            <p:nvPr/>
          </p:nvSpPr>
          <p:spPr>
            <a:xfrm>
              <a:off x="3070415" y="4969907"/>
              <a:ext cx="480833" cy="300051"/>
            </a:xfrm>
            <a:custGeom>
              <a:avLst/>
              <a:gdLst>
                <a:gd name="connsiteX0" fmla="*/ 441245 w 480833"/>
                <a:gd name="connsiteY0" fmla="*/ 199544 h 300051"/>
                <a:gd name="connsiteX1" fmla="*/ 345671 w 480833"/>
                <a:gd name="connsiteY1" fmla="*/ 228682 h 300051"/>
                <a:gd name="connsiteX2" fmla="*/ 247692 w 480833"/>
                <a:gd name="connsiteY2" fmla="*/ 251046 h 300051"/>
                <a:gd name="connsiteX3" fmla="*/ 172004 w 480833"/>
                <a:gd name="connsiteY3" fmla="*/ 294317 h 300051"/>
                <a:gd name="connsiteX4" fmla="*/ 93403 w 480833"/>
                <a:gd name="connsiteY4" fmla="*/ 295555 h 300051"/>
                <a:gd name="connsiteX5" fmla="*/ 12545 w 480833"/>
                <a:gd name="connsiteY5" fmla="*/ 251629 h 300051"/>
                <a:gd name="connsiteX6" fmla="*/ 1253 w 480833"/>
                <a:gd name="connsiteY6" fmla="*/ 169531 h 300051"/>
                <a:gd name="connsiteX7" fmla="*/ 8319 w 480833"/>
                <a:gd name="connsiteY7" fmla="*/ 74321 h 300051"/>
                <a:gd name="connsiteX8" fmla="*/ 14220 w 480833"/>
                <a:gd name="connsiteY8" fmla="*/ 51301 h 300051"/>
                <a:gd name="connsiteX9" fmla="*/ 120429 w 480833"/>
                <a:gd name="connsiteY9" fmla="*/ 64924 h 300051"/>
                <a:gd name="connsiteX10" fmla="*/ 249731 w 480833"/>
                <a:gd name="connsiteY10" fmla="*/ 9123 h 300051"/>
                <a:gd name="connsiteX11" fmla="*/ 259784 w 480833"/>
                <a:gd name="connsiteY11" fmla="*/ 1547 h 300051"/>
                <a:gd name="connsiteX12" fmla="*/ 297883 w 480833"/>
                <a:gd name="connsiteY12" fmla="*/ 16117 h 300051"/>
                <a:gd name="connsiteX13" fmla="*/ 301817 w 480833"/>
                <a:gd name="connsiteY13" fmla="*/ 19322 h 300051"/>
                <a:gd name="connsiteX14" fmla="*/ 398484 w 480833"/>
                <a:gd name="connsiteY14" fmla="*/ 53778 h 300051"/>
                <a:gd name="connsiteX15" fmla="*/ 478032 w 480833"/>
                <a:gd name="connsiteY15" fmla="*/ 112857 h 300051"/>
                <a:gd name="connsiteX16" fmla="*/ 479634 w 480833"/>
                <a:gd name="connsiteY16" fmla="*/ 119194 h 300051"/>
                <a:gd name="connsiteX17" fmla="*/ 441245 w 480833"/>
                <a:gd name="connsiteY17" fmla="*/ 199544 h 30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0833" h="300051">
                  <a:moveTo>
                    <a:pt x="441245" y="199544"/>
                  </a:moveTo>
                  <a:cubicBezTo>
                    <a:pt x="413491" y="218484"/>
                    <a:pt x="379035" y="224385"/>
                    <a:pt x="345671" y="228682"/>
                  </a:cubicBezTo>
                  <a:cubicBezTo>
                    <a:pt x="312233" y="232907"/>
                    <a:pt x="277923" y="236186"/>
                    <a:pt x="247692" y="251046"/>
                  </a:cubicBezTo>
                  <a:cubicBezTo>
                    <a:pt x="221613" y="263940"/>
                    <a:pt x="199614" y="285065"/>
                    <a:pt x="172004" y="294317"/>
                  </a:cubicBezTo>
                  <a:cubicBezTo>
                    <a:pt x="146329" y="301358"/>
                    <a:pt x="119288" y="301784"/>
                    <a:pt x="93403" y="295555"/>
                  </a:cubicBezTo>
                  <a:cubicBezTo>
                    <a:pt x="62371" y="289727"/>
                    <a:pt x="29299" y="278436"/>
                    <a:pt x="12545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7"/>
                    <a:pt x="8319" y="74321"/>
                  </a:cubicBezTo>
                  <a:cubicBezTo>
                    <a:pt x="8204" y="66260"/>
                    <a:pt x="10241" y="58313"/>
                    <a:pt x="14220" y="51301"/>
                  </a:cubicBezTo>
                  <a:cubicBezTo>
                    <a:pt x="36656" y="18594"/>
                    <a:pt x="91218" y="64997"/>
                    <a:pt x="120429" y="64924"/>
                  </a:cubicBezTo>
                  <a:cubicBezTo>
                    <a:pt x="166687" y="64851"/>
                    <a:pt x="216368" y="39792"/>
                    <a:pt x="249731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7"/>
                  </a:cubicBezTo>
                  <a:cubicBezTo>
                    <a:pt x="299194" y="17210"/>
                    <a:pt x="300505" y="18302"/>
                    <a:pt x="301817" y="19322"/>
                  </a:cubicBezTo>
                  <a:cubicBezTo>
                    <a:pt x="328842" y="40739"/>
                    <a:pt x="365120" y="45109"/>
                    <a:pt x="398484" y="53778"/>
                  </a:cubicBezTo>
                  <a:cubicBezTo>
                    <a:pt x="431920" y="62447"/>
                    <a:pt x="467688" y="79930"/>
                    <a:pt x="478032" y="112857"/>
                  </a:cubicBezTo>
                  <a:cubicBezTo>
                    <a:pt x="478702" y="114932"/>
                    <a:pt x="479238" y="117049"/>
                    <a:pt x="479634" y="119194"/>
                  </a:cubicBezTo>
                  <a:cubicBezTo>
                    <a:pt x="485682" y="149498"/>
                    <a:pt x="467251" y="181769"/>
                    <a:pt x="441245" y="199544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48A2049B-6917-4D7C-BE2F-BED7EF1F76C5}"/>
                </a:ext>
              </a:extLst>
            </p:cNvPr>
            <p:cNvSpPr/>
            <p:nvPr/>
          </p:nvSpPr>
          <p:spPr>
            <a:xfrm>
              <a:off x="3070415" y="4969907"/>
              <a:ext cx="480833" cy="300051"/>
            </a:xfrm>
            <a:custGeom>
              <a:avLst/>
              <a:gdLst>
                <a:gd name="connsiteX0" fmla="*/ 441245 w 480833"/>
                <a:gd name="connsiteY0" fmla="*/ 199544 h 300051"/>
                <a:gd name="connsiteX1" fmla="*/ 345671 w 480833"/>
                <a:gd name="connsiteY1" fmla="*/ 228682 h 300051"/>
                <a:gd name="connsiteX2" fmla="*/ 247692 w 480833"/>
                <a:gd name="connsiteY2" fmla="*/ 251046 h 300051"/>
                <a:gd name="connsiteX3" fmla="*/ 172004 w 480833"/>
                <a:gd name="connsiteY3" fmla="*/ 294317 h 300051"/>
                <a:gd name="connsiteX4" fmla="*/ 93403 w 480833"/>
                <a:gd name="connsiteY4" fmla="*/ 295555 h 300051"/>
                <a:gd name="connsiteX5" fmla="*/ 12545 w 480833"/>
                <a:gd name="connsiteY5" fmla="*/ 251629 h 300051"/>
                <a:gd name="connsiteX6" fmla="*/ 1253 w 480833"/>
                <a:gd name="connsiteY6" fmla="*/ 169531 h 300051"/>
                <a:gd name="connsiteX7" fmla="*/ 8319 w 480833"/>
                <a:gd name="connsiteY7" fmla="*/ 74321 h 300051"/>
                <a:gd name="connsiteX8" fmla="*/ 14220 w 480833"/>
                <a:gd name="connsiteY8" fmla="*/ 51301 h 300051"/>
                <a:gd name="connsiteX9" fmla="*/ 120429 w 480833"/>
                <a:gd name="connsiteY9" fmla="*/ 64924 h 300051"/>
                <a:gd name="connsiteX10" fmla="*/ 249731 w 480833"/>
                <a:gd name="connsiteY10" fmla="*/ 9123 h 300051"/>
                <a:gd name="connsiteX11" fmla="*/ 259784 w 480833"/>
                <a:gd name="connsiteY11" fmla="*/ 1547 h 300051"/>
                <a:gd name="connsiteX12" fmla="*/ 297883 w 480833"/>
                <a:gd name="connsiteY12" fmla="*/ 16117 h 300051"/>
                <a:gd name="connsiteX13" fmla="*/ 301817 w 480833"/>
                <a:gd name="connsiteY13" fmla="*/ 19322 h 300051"/>
                <a:gd name="connsiteX14" fmla="*/ 398484 w 480833"/>
                <a:gd name="connsiteY14" fmla="*/ 53778 h 300051"/>
                <a:gd name="connsiteX15" fmla="*/ 478032 w 480833"/>
                <a:gd name="connsiteY15" fmla="*/ 112857 h 300051"/>
                <a:gd name="connsiteX16" fmla="*/ 479634 w 480833"/>
                <a:gd name="connsiteY16" fmla="*/ 119194 h 300051"/>
                <a:gd name="connsiteX17" fmla="*/ 441245 w 480833"/>
                <a:gd name="connsiteY17" fmla="*/ 199544 h 30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0833" h="300051">
                  <a:moveTo>
                    <a:pt x="441245" y="199544"/>
                  </a:moveTo>
                  <a:cubicBezTo>
                    <a:pt x="413491" y="218484"/>
                    <a:pt x="379035" y="224385"/>
                    <a:pt x="345671" y="228682"/>
                  </a:cubicBezTo>
                  <a:cubicBezTo>
                    <a:pt x="312233" y="232907"/>
                    <a:pt x="277923" y="236186"/>
                    <a:pt x="247692" y="251046"/>
                  </a:cubicBezTo>
                  <a:cubicBezTo>
                    <a:pt x="221613" y="263940"/>
                    <a:pt x="199614" y="285065"/>
                    <a:pt x="172004" y="294317"/>
                  </a:cubicBezTo>
                  <a:cubicBezTo>
                    <a:pt x="146329" y="301358"/>
                    <a:pt x="119288" y="301784"/>
                    <a:pt x="93403" y="295555"/>
                  </a:cubicBezTo>
                  <a:cubicBezTo>
                    <a:pt x="62371" y="289727"/>
                    <a:pt x="29299" y="278436"/>
                    <a:pt x="12545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7"/>
                    <a:pt x="8319" y="74321"/>
                  </a:cubicBezTo>
                  <a:cubicBezTo>
                    <a:pt x="8204" y="66260"/>
                    <a:pt x="10241" y="58313"/>
                    <a:pt x="14220" y="51301"/>
                  </a:cubicBezTo>
                  <a:cubicBezTo>
                    <a:pt x="36656" y="18594"/>
                    <a:pt x="91218" y="64997"/>
                    <a:pt x="120429" y="64924"/>
                  </a:cubicBezTo>
                  <a:cubicBezTo>
                    <a:pt x="166687" y="64851"/>
                    <a:pt x="216368" y="39792"/>
                    <a:pt x="249731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7"/>
                  </a:cubicBezTo>
                  <a:cubicBezTo>
                    <a:pt x="299194" y="17210"/>
                    <a:pt x="300505" y="18302"/>
                    <a:pt x="301817" y="19322"/>
                  </a:cubicBezTo>
                  <a:cubicBezTo>
                    <a:pt x="328842" y="40739"/>
                    <a:pt x="365120" y="45109"/>
                    <a:pt x="398484" y="53778"/>
                  </a:cubicBezTo>
                  <a:cubicBezTo>
                    <a:pt x="431920" y="62447"/>
                    <a:pt x="467688" y="79930"/>
                    <a:pt x="478032" y="112857"/>
                  </a:cubicBezTo>
                  <a:cubicBezTo>
                    <a:pt x="478702" y="114932"/>
                    <a:pt x="479238" y="117049"/>
                    <a:pt x="479634" y="119194"/>
                  </a:cubicBezTo>
                  <a:cubicBezTo>
                    <a:pt x="485682" y="149498"/>
                    <a:pt x="467251" y="181769"/>
                    <a:pt x="441245" y="199544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03669C2D-6EAF-4BB5-970D-B6A10FA21F1F}"/>
                </a:ext>
              </a:extLst>
            </p:cNvPr>
            <p:cNvSpPr/>
            <p:nvPr/>
          </p:nvSpPr>
          <p:spPr>
            <a:xfrm>
              <a:off x="3070415" y="4969907"/>
              <a:ext cx="483817" cy="310713"/>
            </a:xfrm>
            <a:custGeom>
              <a:avLst/>
              <a:gdLst>
                <a:gd name="connsiteX0" fmla="*/ 441245 w 483817"/>
                <a:gd name="connsiteY0" fmla="*/ 210205 h 310713"/>
                <a:gd name="connsiteX1" fmla="*/ 345671 w 483817"/>
                <a:gd name="connsiteY1" fmla="*/ 239344 h 310713"/>
                <a:gd name="connsiteX2" fmla="*/ 247692 w 483817"/>
                <a:gd name="connsiteY2" fmla="*/ 261708 h 310713"/>
                <a:gd name="connsiteX3" fmla="*/ 172004 w 483817"/>
                <a:gd name="connsiteY3" fmla="*/ 304978 h 310713"/>
                <a:gd name="connsiteX4" fmla="*/ 93403 w 483817"/>
                <a:gd name="connsiteY4" fmla="*/ 306217 h 310713"/>
                <a:gd name="connsiteX5" fmla="*/ 12544 w 483817"/>
                <a:gd name="connsiteY5" fmla="*/ 251629 h 310713"/>
                <a:gd name="connsiteX6" fmla="*/ 1253 w 483817"/>
                <a:gd name="connsiteY6" fmla="*/ 169531 h 310713"/>
                <a:gd name="connsiteX7" fmla="*/ 8319 w 483817"/>
                <a:gd name="connsiteY7" fmla="*/ 74321 h 310713"/>
                <a:gd name="connsiteX8" fmla="*/ 14220 w 483817"/>
                <a:gd name="connsiteY8" fmla="*/ 51301 h 310713"/>
                <a:gd name="connsiteX9" fmla="*/ 120430 w 483817"/>
                <a:gd name="connsiteY9" fmla="*/ 64924 h 310713"/>
                <a:gd name="connsiteX10" fmla="*/ 249732 w 483817"/>
                <a:gd name="connsiteY10" fmla="*/ 9123 h 310713"/>
                <a:gd name="connsiteX11" fmla="*/ 259784 w 483817"/>
                <a:gd name="connsiteY11" fmla="*/ 1547 h 310713"/>
                <a:gd name="connsiteX12" fmla="*/ 297883 w 483817"/>
                <a:gd name="connsiteY12" fmla="*/ 16116 h 310713"/>
                <a:gd name="connsiteX13" fmla="*/ 265393 w 483817"/>
                <a:gd name="connsiteY13" fmla="*/ 83280 h 310713"/>
                <a:gd name="connsiteX14" fmla="*/ 163482 w 483817"/>
                <a:gd name="connsiteY14" fmla="*/ 147021 h 310713"/>
                <a:gd name="connsiteX15" fmla="*/ 101562 w 483817"/>
                <a:gd name="connsiteY15" fmla="*/ 149790 h 310713"/>
                <a:gd name="connsiteX16" fmla="*/ 70019 w 483817"/>
                <a:gd name="connsiteY16" fmla="*/ 195027 h 310713"/>
                <a:gd name="connsiteX17" fmla="*/ 121595 w 483817"/>
                <a:gd name="connsiteY17" fmla="*/ 219212 h 310713"/>
                <a:gd name="connsiteX18" fmla="*/ 205660 w 483817"/>
                <a:gd name="connsiteY18" fmla="*/ 213312 h 310713"/>
                <a:gd name="connsiteX19" fmla="*/ 253010 w 483817"/>
                <a:gd name="connsiteY19" fmla="*/ 192186 h 310713"/>
                <a:gd name="connsiteX20" fmla="*/ 462516 w 483817"/>
                <a:gd name="connsiteY20" fmla="*/ 132307 h 310713"/>
                <a:gd name="connsiteX21" fmla="*/ 479634 w 483817"/>
                <a:gd name="connsiteY21" fmla="*/ 119194 h 310713"/>
                <a:gd name="connsiteX22" fmla="*/ 441245 w 483817"/>
                <a:gd name="connsiteY22" fmla="*/ 210205 h 3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3817" h="310713">
                  <a:moveTo>
                    <a:pt x="441245" y="210205"/>
                  </a:moveTo>
                  <a:cubicBezTo>
                    <a:pt x="413491" y="229146"/>
                    <a:pt x="379035" y="235047"/>
                    <a:pt x="345671" y="239344"/>
                  </a:cubicBezTo>
                  <a:cubicBezTo>
                    <a:pt x="312234" y="243569"/>
                    <a:pt x="277923" y="246847"/>
                    <a:pt x="247692" y="261708"/>
                  </a:cubicBezTo>
                  <a:cubicBezTo>
                    <a:pt x="221613" y="274602"/>
                    <a:pt x="199614" y="295727"/>
                    <a:pt x="172004" y="304978"/>
                  </a:cubicBezTo>
                  <a:cubicBezTo>
                    <a:pt x="146329" y="312020"/>
                    <a:pt x="119288" y="312446"/>
                    <a:pt x="93403" y="306217"/>
                  </a:cubicBezTo>
                  <a:cubicBezTo>
                    <a:pt x="60376" y="299230"/>
                    <a:pt x="31372" y="279649"/>
                    <a:pt x="12544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6"/>
                    <a:pt x="8319" y="74321"/>
                  </a:cubicBezTo>
                  <a:cubicBezTo>
                    <a:pt x="8204" y="66260"/>
                    <a:pt x="10241" y="58314"/>
                    <a:pt x="14220" y="51301"/>
                  </a:cubicBezTo>
                  <a:cubicBezTo>
                    <a:pt x="36656" y="18593"/>
                    <a:pt x="91219" y="64996"/>
                    <a:pt x="120430" y="64924"/>
                  </a:cubicBezTo>
                  <a:cubicBezTo>
                    <a:pt x="166687" y="64851"/>
                    <a:pt x="216368" y="39792"/>
                    <a:pt x="249732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6"/>
                  </a:cubicBezTo>
                  <a:cubicBezTo>
                    <a:pt x="290170" y="39882"/>
                    <a:pt x="279238" y="62480"/>
                    <a:pt x="265393" y="83280"/>
                  </a:cubicBezTo>
                  <a:cubicBezTo>
                    <a:pt x="242759" y="118795"/>
                    <a:pt x="205320" y="142212"/>
                    <a:pt x="163482" y="147021"/>
                  </a:cubicBezTo>
                  <a:cubicBezTo>
                    <a:pt x="142793" y="148551"/>
                    <a:pt x="121595" y="144472"/>
                    <a:pt x="101562" y="149790"/>
                  </a:cubicBezTo>
                  <a:cubicBezTo>
                    <a:pt x="81602" y="155108"/>
                    <a:pt x="62953" y="175577"/>
                    <a:pt x="70019" y="195027"/>
                  </a:cubicBezTo>
                  <a:cubicBezTo>
                    <a:pt x="76939" y="213967"/>
                    <a:pt x="101417" y="218119"/>
                    <a:pt x="121595" y="219212"/>
                  </a:cubicBezTo>
                  <a:cubicBezTo>
                    <a:pt x="149859" y="220742"/>
                    <a:pt x="178852" y="222126"/>
                    <a:pt x="205660" y="213312"/>
                  </a:cubicBezTo>
                  <a:cubicBezTo>
                    <a:pt x="222051" y="207848"/>
                    <a:pt x="237056" y="198815"/>
                    <a:pt x="253010" y="192186"/>
                  </a:cubicBezTo>
                  <a:cubicBezTo>
                    <a:pt x="320830" y="164067"/>
                    <a:pt x="406497" y="179802"/>
                    <a:pt x="462516" y="132307"/>
                  </a:cubicBezTo>
                  <a:cubicBezTo>
                    <a:pt x="467830" y="127447"/>
                    <a:pt x="473558" y="123060"/>
                    <a:pt x="479634" y="119194"/>
                  </a:cubicBezTo>
                  <a:cubicBezTo>
                    <a:pt x="494301" y="149898"/>
                    <a:pt x="467251" y="192431"/>
                    <a:pt x="441245" y="210205"/>
                  </a:cubicBezTo>
                  <a:close/>
                </a:path>
              </a:pathLst>
            </a:custGeom>
            <a:solidFill>
              <a:srgbClr val="E8EAF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36DE1C4A-FBAB-4558-AEA5-11DD8B9633F6}"/>
                </a:ext>
              </a:extLst>
            </p:cNvPr>
            <p:cNvSpPr/>
            <p:nvPr/>
          </p:nvSpPr>
          <p:spPr>
            <a:xfrm>
              <a:off x="3070415" y="4969907"/>
              <a:ext cx="483817" cy="310713"/>
            </a:xfrm>
            <a:custGeom>
              <a:avLst/>
              <a:gdLst>
                <a:gd name="connsiteX0" fmla="*/ 441245 w 483817"/>
                <a:gd name="connsiteY0" fmla="*/ 210205 h 310713"/>
                <a:gd name="connsiteX1" fmla="*/ 345671 w 483817"/>
                <a:gd name="connsiteY1" fmla="*/ 239344 h 310713"/>
                <a:gd name="connsiteX2" fmla="*/ 247692 w 483817"/>
                <a:gd name="connsiteY2" fmla="*/ 261708 h 310713"/>
                <a:gd name="connsiteX3" fmla="*/ 172004 w 483817"/>
                <a:gd name="connsiteY3" fmla="*/ 304978 h 310713"/>
                <a:gd name="connsiteX4" fmla="*/ 93403 w 483817"/>
                <a:gd name="connsiteY4" fmla="*/ 306217 h 310713"/>
                <a:gd name="connsiteX5" fmla="*/ 12544 w 483817"/>
                <a:gd name="connsiteY5" fmla="*/ 251629 h 310713"/>
                <a:gd name="connsiteX6" fmla="*/ 1253 w 483817"/>
                <a:gd name="connsiteY6" fmla="*/ 169531 h 310713"/>
                <a:gd name="connsiteX7" fmla="*/ 8319 w 483817"/>
                <a:gd name="connsiteY7" fmla="*/ 74321 h 310713"/>
                <a:gd name="connsiteX8" fmla="*/ 14220 w 483817"/>
                <a:gd name="connsiteY8" fmla="*/ 51301 h 310713"/>
                <a:gd name="connsiteX9" fmla="*/ 120430 w 483817"/>
                <a:gd name="connsiteY9" fmla="*/ 64924 h 310713"/>
                <a:gd name="connsiteX10" fmla="*/ 249732 w 483817"/>
                <a:gd name="connsiteY10" fmla="*/ 9123 h 310713"/>
                <a:gd name="connsiteX11" fmla="*/ 259784 w 483817"/>
                <a:gd name="connsiteY11" fmla="*/ 1547 h 310713"/>
                <a:gd name="connsiteX12" fmla="*/ 297883 w 483817"/>
                <a:gd name="connsiteY12" fmla="*/ 16116 h 310713"/>
                <a:gd name="connsiteX13" fmla="*/ 265393 w 483817"/>
                <a:gd name="connsiteY13" fmla="*/ 83280 h 310713"/>
                <a:gd name="connsiteX14" fmla="*/ 163482 w 483817"/>
                <a:gd name="connsiteY14" fmla="*/ 147021 h 310713"/>
                <a:gd name="connsiteX15" fmla="*/ 101562 w 483817"/>
                <a:gd name="connsiteY15" fmla="*/ 149790 h 310713"/>
                <a:gd name="connsiteX16" fmla="*/ 70019 w 483817"/>
                <a:gd name="connsiteY16" fmla="*/ 195027 h 310713"/>
                <a:gd name="connsiteX17" fmla="*/ 121595 w 483817"/>
                <a:gd name="connsiteY17" fmla="*/ 219212 h 310713"/>
                <a:gd name="connsiteX18" fmla="*/ 205660 w 483817"/>
                <a:gd name="connsiteY18" fmla="*/ 213312 h 310713"/>
                <a:gd name="connsiteX19" fmla="*/ 253010 w 483817"/>
                <a:gd name="connsiteY19" fmla="*/ 192186 h 310713"/>
                <a:gd name="connsiteX20" fmla="*/ 462516 w 483817"/>
                <a:gd name="connsiteY20" fmla="*/ 132307 h 310713"/>
                <a:gd name="connsiteX21" fmla="*/ 479634 w 483817"/>
                <a:gd name="connsiteY21" fmla="*/ 119194 h 310713"/>
                <a:gd name="connsiteX22" fmla="*/ 441245 w 483817"/>
                <a:gd name="connsiteY22" fmla="*/ 210205 h 3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3817" h="310713">
                  <a:moveTo>
                    <a:pt x="441245" y="210205"/>
                  </a:moveTo>
                  <a:cubicBezTo>
                    <a:pt x="413491" y="229146"/>
                    <a:pt x="379035" y="235047"/>
                    <a:pt x="345671" y="239344"/>
                  </a:cubicBezTo>
                  <a:cubicBezTo>
                    <a:pt x="312234" y="243569"/>
                    <a:pt x="277923" y="246847"/>
                    <a:pt x="247692" y="261708"/>
                  </a:cubicBezTo>
                  <a:cubicBezTo>
                    <a:pt x="221613" y="274602"/>
                    <a:pt x="199614" y="295727"/>
                    <a:pt x="172004" y="304978"/>
                  </a:cubicBezTo>
                  <a:cubicBezTo>
                    <a:pt x="146329" y="312020"/>
                    <a:pt x="119288" y="312446"/>
                    <a:pt x="93403" y="306217"/>
                  </a:cubicBezTo>
                  <a:cubicBezTo>
                    <a:pt x="60376" y="299230"/>
                    <a:pt x="31372" y="279649"/>
                    <a:pt x="12544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6"/>
                    <a:pt x="8319" y="74321"/>
                  </a:cubicBezTo>
                  <a:cubicBezTo>
                    <a:pt x="8204" y="66260"/>
                    <a:pt x="10241" y="58314"/>
                    <a:pt x="14220" y="51301"/>
                  </a:cubicBezTo>
                  <a:cubicBezTo>
                    <a:pt x="36656" y="18593"/>
                    <a:pt x="91219" y="64996"/>
                    <a:pt x="120430" y="64924"/>
                  </a:cubicBezTo>
                  <a:cubicBezTo>
                    <a:pt x="166687" y="64851"/>
                    <a:pt x="216368" y="39792"/>
                    <a:pt x="249732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6"/>
                  </a:cubicBezTo>
                  <a:cubicBezTo>
                    <a:pt x="290170" y="39882"/>
                    <a:pt x="279238" y="62480"/>
                    <a:pt x="265393" y="83280"/>
                  </a:cubicBezTo>
                  <a:cubicBezTo>
                    <a:pt x="242759" y="118795"/>
                    <a:pt x="205320" y="142212"/>
                    <a:pt x="163482" y="147021"/>
                  </a:cubicBezTo>
                  <a:cubicBezTo>
                    <a:pt x="142793" y="148551"/>
                    <a:pt x="121595" y="144472"/>
                    <a:pt x="101562" y="149790"/>
                  </a:cubicBezTo>
                  <a:cubicBezTo>
                    <a:pt x="81602" y="155108"/>
                    <a:pt x="62953" y="175577"/>
                    <a:pt x="70019" y="195027"/>
                  </a:cubicBezTo>
                  <a:cubicBezTo>
                    <a:pt x="76939" y="213967"/>
                    <a:pt x="101417" y="218119"/>
                    <a:pt x="121595" y="219212"/>
                  </a:cubicBezTo>
                  <a:cubicBezTo>
                    <a:pt x="149859" y="220742"/>
                    <a:pt x="178852" y="222126"/>
                    <a:pt x="205660" y="213312"/>
                  </a:cubicBezTo>
                  <a:cubicBezTo>
                    <a:pt x="222051" y="207848"/>
                    <a:pt x="237056" y="198815"/>
                    <a:pt x="253010" y="192186"/>
                  </a:cubicBezTo>
                  <a:cubicBezTo>
                    <a:pt x="320830" y="164067"/>
                    <a:pt x="406497" y="179802"/>
                    <a:pt x="462516" y="132307"/>
                  </a:cubicBezTo>
                  <a:cubicBezTo>
                    <a:pt x="467830" y="127447"/>
                    <a:pt x="473558" y="123060"/>
                    <a:pt x="479634" y="119194"/>
                  </a:cubicBezTo>
                  <a:cubicBezTo>
                    <a:pt x="494301" y="149898"/>
                    <a:pt x="467251" y="192431"/>
                    <a:pt x="441245" y="210205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B523A342-2CBA-4F97-AED2-E35AF23E5BD0}"/>
                </a:ext>
              </a:extLst>
            </p:cNvPr>
            <p:cNvSpPr/>
            <p:nvPr/>
          </p:nvSpPr>
          <p:spPr>
            <a:xfrm>
              <a:off x="2767389" y="2982388"/>
              <a:ext cx="783410" cy="2077996"/>
            </a:xfrm>
            <a:custGeom>
              <a:avLst/>
              <a:gdLst>
                <a:gd name="connsiteX0" fmla="*/ 8352 w 783410"/>
                <a:gd name="connsiteY0" fmla="*/ 122376 h 2077996"/>
                <a:gd name="connsiteX1" fmla="*/ 65510 w 783410"/>
                <a:gd name="connsiteY1" fmla="*/ 430087 h 2077996"/>
                <a:gd name="connsiteX2" fmla="*/ 111968 w 783410"/>
                <a:gd name="connsiteY2" fmla="*/ 504580 h 2077996"/>
                <a:gd name="connsiteX3" fmla="*/ 130098 w 783410"/>
                <a:gd name="connsiteY3" fmla="*/ 563613 h 2077996"/>
                <a:gd name="connsiteX4" fmla="*/ 181583 w 783410"/>
                <a:gd name="connsiteY4" fmla="*/ 776720 h 2077996"/>
                <a:gd name="connsiteX5" fmla="*/ 205308 w 783410"/>
                <a:gd name="connsiteY5" fmla="*/ 951933 h 2077996"/>
                <a:gd name="connsiteX6" fmla="*/ 217383 w 783410"/>
                <a:gd name="connsiteY6" fmla="*/ 1071851 h 2077996"/>
                <a:gd name="connsiteX7" fmla="*/ 232700 w 783410"/>
                <a:gd name="connsiteY7" fmla="*/ 1092867 h 2077996"/>
                <a:gd name="connsiteX8" fmla="*/ 232952 w 783410"/>
                <a:gd name="connsiteY8" fmla="*/ 1120560 h 2077996"/>
                <a:gd name="connsiteX9" fmla="*/ 234639 w 783410"/>
                <a:gd name="connsiteY9" fmla="*/ 1586713 h 2077996"/>
                <a:gd name="connsiteX10" fmla="*/ 315977 w 783410"/>
                <a:gd name="connsiteY10" fmla="*/ 2010202 h 2077996"/>
                <a:gd name="connsiteX11" fmla="*/ 338500 w 783410"/>
                <a:gd name="connsiteY11" fmla="*/ 2057167 h 2077996"/>
                <a:gd name="connsiteX12" fmla="*/ 372270 w 783410"/>
                <a:gd name="connsiteY12" fmla="*/ 2073214 h 2077996"/>
                <a:gd name="connsiteX13" fmla="*/ 531966 w 783410"/>
                <a:gd name="connsiteY13" fmla="*/ 2047940 h 2077996"/>
                <a:gd name="connsiteX14" fmla="*/ 601698 w 783410"/>
                <a:gd name="connsiteY14" fmla="*/ 1964765 h 2077996"/>
                <a:gd name="connsiteX15" fmla="*/ 582321 w 783410"/>
                <a:gd name="connsiteY15" fmla="*/ 1913544 h 2077996"/>
                <a:gd name="connsiteX16" fmla="*/ 563101 w 783410"/>
                <a:gd name="connsiteY16" fmla="*/ 1807696 h 2077996"/>
                <a:gd name="connsiteX17" fmla="*/ 504784 w 783410"/>
                <a:gd name="connsiteY17" fmla="*/ 1542981 h 2077996"/>
                <a:gd name="connsiteX18" fmla="*/ 487319 w 783410"/>
                <a:gd name="connsiteY18" fmla="*/ 1274398 h 2077996"/>
                <a:gd name="connsiteX19" fmla="*/ 660111 w 783410"/>
                <a:gd name="connsiteY19" fmla="*/ 742829 h 2077996"/>
                <a:gd name="connsiteX20" fmla="*/ 675937 w 783410"/>
                <a:gd name="connsiteY20" fmla="*/ 719025 h 2077996"/>
                <a:gd name="connsiteX21" fmla="*/ 698339 w 783410"/>
                <a:gd name="connsiteY21" fmla="*/ 703733 h 2077996"/>
                <a:gd name="connsiteX22" fmla="*/ 708587 w 783410"/>
                <a:gd name="connsiteY22" fmla="*/ 675866 h 2077996"/>
                <a:gd name="connsiteX23" fmla="*/ 755048 w 783410"/>
                <a:gd name="connsiteY23" fmla="*/ 602438 h 2077996"/>
                <a:gd name="connsiteX24" fmla="*/ 780362 w 783410"/>
                <a:gd name="connsiteY24" fmla="*/ 386863 h 2077996"/>
                <a:gd name="connsiteX25" fmla="*/ 777525 w 783410"/>
                <a:gd name="connsiteY25" fmla="*/ 172621 h 2077996"/>
                <a:gd name="connsiteX26" fmla="*/ 657355 w 783410"/>
                <a:gd name="connsiteY26" fmla="*/ 7826 h 2077996"/>
                <a:gd name="connsiteX27" fmla="*/ 551970 w 783410"/>
                <a:gd name="connsiteY27" fmla="*/ 2848 h 2077996"/>
                <a:gd name="connsiteX28" fmla="*/ 8352 w 783410"/>
                <a:gd name="connsiteY28" fmla="*/ 122376 h 2077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3410" h="2077996">
                  <a:moveTo>
                    <a:pt x="8352" y="122376"/>
                  </a:moveTo>
                  <a:cubicBezTo>
                    <a:pt x="-13266" y="228477"/>
                    <a:pt x="7232" y="338827"/>
                    <a:pt x="65510" y="430087"/>
                  </a:cubicBezTo>
                  <a:cubicBezTo>
                    <a:pt x="81401" y="454708"/>
                    <a:pt x="100022" y="477822"/>
                    <a:pt x="111968" y="504580"/>
                  </a:cubicBezTo>
                  <a:cubicBezTo>
                    <a:pt x="119797" y="523664"/>
                    <a:pt x="125866" y="543424"/>
                    <a:pt x="130098" y="563613"/>
                  </a:cubicBezTo>
                  <a:lnTo>
                    <a:pt x="181583" y="776720"/>
                  </a:lnTo>
                  <a:cubicBezTo>
                    <a:pt x="195482" y="834250"/>
                    <a:pt x="209483" y="892894"/>
                    <a:pt x="205308" y="951933"/>
                  </a:cubicBezTo>
                  <a:cubicBezTo>
                    <a:pt x="202399" y="993070"/>
                    <a:pt x="192030" y="1039324"/>
                    <a:pt x="217383" y="1071851"/>
                  </a:cubicBezTo>
                  <a:cubicBezTo>
                    <a:pt x="223497" y="1078063"/>
                    <a:pt x="228658" y="1085145"/>
                    <a:pt x="232700" y="1092867"/>
                  </a:cubicBezTo>
                  <a:cubicBezTo>
                    <a:pt x="235227" y="1101914"/>
                    <a:pt x="235315" y="1111468"/>
                    <a:pt x="232952" y="1120560"/>
                  </a:cubicBezTo>
                  <a:cubicBezTo>
                    <a:pt x="206905" y="1275281"/>
                    <a:pt x="187588" y="1437034"/>
                    <a:pt x="234639" y="1586713"/>
                  </a:cubicBezTo>
                  <a:cubicBezTo>
                    <a:pt x="277283" y="1722375"/>
                    <a:pt x="279717" y="1872696"/>
                    <a:pt x="315977" y="2010202"/>
                  </a:cubicBezTo>
                  <a:cubicBezTo>
                    <a:pt x="320467" y="2027229"/>
                    <a:pt x="325602" y="2045178"/>
                    <a:pt x="338500" y="2057167"/>
                  </a:cubicBezTo>
                  <a:cubicBezTo>
                    <a:pt x="348193" y="2065325"/>
                    <a:pt x="359823" y="2070852"/>
                    <a:pt x="372270" y="2073214"/>
                  </a:cubicBezTo>
                  <a:cubicBezTo>
                    <a:pt x="425704" y="2085927"/>
                    <a:pt x="482130" y="2071033"/>
                    <a:pt x="531966" y="2047940"/>
                  </a:cubicBezTo>
                  <a:cubicBezTo>
                    <a:pt x="566990" y="2031711"/>
                    <a:pt x="604689" y="2003251"/>
                    <a:pt x="601698" y="1964765"/>
                  </a:cubicBezTo>
                  <a:cubicBezTo>
                    <a:pt x="600274" y="1946457"/>
                    <a:pt x="589580" y="1930412"/>
                    <a:pt x="582321" y="1913544"/>
                  </a:cubicBezTo>
                  <a:cubicBezTo>
                    <a:pt x="568086" y="1880462"/>
                    <a:pt x="566942" y="1843506"/>
                    <a:pt x="563101" y="1807696"/>
                  </a:cubicBezTo>
                  <a:cubicBezTo>
                    <a:pt x="553456" y="1717777"/>
                    <a:pt x="525735" y="1630955"/>
                    <a:pt x="504784" y="1542981"/>
                  </a:cubicBezTo>
                  <a:cubicBezTo>
                    <a:pt x="483832" y="1455007"/>
                    <a:pt x="469599" y="1363080"/>
                    <a:pt x="487319" y="1274398"/>
                  </a:cubicBezTo>
                  <a:cubicBezTo>
                    <a:pt x="523559" y="1090964"/>
                    <a:pt x="581567" y="912511"/>
                    <a:pt x="660111" y="742829"/>
                  </a:cubicBezTo>
                  <a:cubicBezTo>
                    <a:pt x="663528" y="733804"/>
                    <a:pt x="668938" y="725667"/>
                    <a:pt x="675937" y="719025"/>
                  </a:cubicBezTo>
                  <a:cubicBezTo>
                    <a:pt x="683815" y="714557"/>
                    <a:pt x="691308" y="709442"/>
                    <a:pt x="698339" y="703733"/>
                  </a:cubicBezTo>
                  <a:cubicBezTo>
                    <a:pt x="703778" y="695319"/>
                    <a:pt x="707278" y="685800"/>
                    <a:pt x="708587" y="675866"/>
                  </a:cubicBezTo>
                  <a:cubicBezTo>
                    <a:pt x="716380" y="647799"/>
                    <a:pt x="739529" y="627090"/>
                    <a:pt x="755048" y="602438"/>
                  </a:cubicBezTo>
                  <a:cubicBezTo>
                    <a:pt x="794231" y="540191"/>
                    <a:pt x="781814" y="460401"/>
                    <a:pt x="780362" y="386863"/>
                  </a:cubicBezTo>
                  <a:cubicBezTo>
                    <a:pt x="778951" y="315349"/>
                    <a:pt x="789248" y="243181"/>
                    <a:pt x="777525" y="172621"/>
                  </a:cubicBezTo>
                  <a:cubicBezTo>
                    <a:pt x="765802" y="102061"/>
                    <a:pt x="725379" y="29935"/>
                    <a:pt x="657355" y="7826"/>
                  </a:cubicBezTo>
                  <a:cubicBezTo>
                    <a:pt x="623658" y="-3126"/>
                    <a:pt x="587229" y="-642"/>
                    <a:pt x="551970" y="2848"/>
                  </a:cubicBezTo>
                  <a:cubicBezTo>
                    <a:pt x="365171" y="21338"/>
                    <a:pt x="183659" y="55270"/>
                    <a:pt x="8352" y="122376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62C9167D-DEBB-4066-868A-97EA2CDB6AB7}"/>
                </a:ext>
              </a:extLst>
            </p:cNvPr>
            <p:cNvSpPr/>
            <p:nvPr/>
          </p:nvSpPr>
          <p:spPr>
            <a:xfrm>
              <a:off x="2767389" y="2982388"/>
              <a:ext cx="783410" cy="2077996"/>
            </a:xfrm>
            <a:custGeom>
              <a:avLst/>
              <a:gdLst>
                <a:gd name="connsiteX0" fmla="*/ 8352 w 783410"/>
                <a:gd name="connsiteY0" fmla="*/ 122376 h 2077996"/>
                <a:gd name="connsiteX1" fmla="*/ 65510 w 783410"/>
                <a:gd name="connsiteY1" fmla="*/ 430087 h 2077996"/>
                <a:gd name="connsiteX2" fmla="*/ 111968 w 783410"/>
                <a:gd name="connsiteY2" fmla="*/ 504580 h 2077996"/>
                <a:gd name="connsiteX3" fmla="*/ 130098 w 783410"/>
                <a:gd name="connsiteY3" fmla="*/ 563613 h 2077996"/>
                <a:gd name="connsiteX4" fmla="*/ 181583 w 783410"/>
                <a:gd name="connsiteY4" fmla="*/ 776720 h 2077996"/>
                <a:gd name="connsiteX5" fmla="*/ 205308 w 783410"/>
                <a:gd name="connsiteY5" fmla="*/ 951933 h 2077996"/>
                <a:gd name="connsiteX6" fmla="*/ 217383 w 783410"/>
                <a:gd name="connsiteY6" fmla="*/ 1071851 h 2077996"/>
                <a:gd name="connsiteX7" fmla="*/ 232700 w 783410"/>
                <a:gd name="connsiteY7" fmla="*/ 1092867 h 2077996"/>
                <a:gd name="connsiteX8" fmla="*/ 232952 w 783410"/>
                <a:gd name="connsiteY8" fmla="*/ 1120560 h 2077996"/>
                <a:gd name="connsiteX9" fmla="*/ 234639 w 783410"/>
                <a:gd name="connsiteY9" fmla="*/ 1586713 h 2077996"/>
                <a:gd name="connsiteX10" fmla="*/ 315977 w 783410"/>
                <a:gd name="connsiteY10" fmla="*/ 2010202 h 2077996"/>
                <a:gd name="connsiteX11" fmla="*/ 338500 w 783410"/>
                <a:gd name="connsiteY11" fmla="*/ 2057167 h 2077996"/>
                <a:gd name="connsiteX12" fmla="*/ 372270 w 783410"/>
                <a:gd name="connsiteY12" fmla="*/ 2073214 h 2077996"/>
                <a:gd name="connsiteX13" fmla="*/ 531966 w 783410"/>
                <a:gd name="connsiteY13" fmla="*/ 2047940 h 2077996"/>
                <a:gd name="connsiteX14" fmla="*/ 601698 w 783410"/>
                <a:gd name="connsiteY14" fmla="*/ 1964765 h 2077996"/>
                <a:gd name="connsiteX15" fmla="*/ 582321 w 783410"/>
                <a:gd name="connsiteY15" fmla="*/ 1913544 h 2077996"/>
                <a:gd name="connsiteX16" fmla="*/ 563101 w 783410"/>
                <a:gd name="connsiteY16" fmla="*/ 1807696 h 2077996"/>
                <a:gd name="connsiteX17" fmla="*/ 504784 w 783410"/>
                <a:gd name="connsiteY17" fmla="*/ 1542981 h 2077996"/>
                <a:gd name="connsiteX18" fmla="*/ 487319 w 783410"/>
                <a:gd name="connsiteY18" fmla="*/ 1274398 h 2077996"/>
                <a:gd name="connsiteX19" fmla="*/ 660111 w 783410"/>
                <a:gd name="connsiteY19" fmla="*/ 742829 h 2077996"/>
                <a:gd name="connsiteX20" fmla="*/ 675937 w 783410"/>
                <a:gd name="connsiteY20" fmla="*/ 719025 h 2077996"/>
                <a:gd name="connsiteX21" fmla="*/ 698339 w 783410"/>
                <a:gd name="connsiteY21" fmla="*/ 703733 h 2077996"/>
                <a:gd name="connsiteX22" fmla="*/ 708587 w 783410"/>
                <a:gd name="connsiteY22" fmla="*/ 675866 h 2077996"/>
                <a:gd name="connsiteX23" fmla="*/ 755048 w 783410"/>
                <a:gd name="connsiteY23" fmla="*/ 602438 h 2077996"/>
                <a:gd name="connsiteX24" fmla="*/ 780362 w 783410"/>
                <a:gd name="connsiteY24" fmla="*/ 386863 h 2077996"/>
                <a:gd name="connsiteX25" fmla="*/ 777525 w 783410"/>
                <a:gd name="connsiteY25" fmla="*/ 172621 h 2077996"/>
                <a:gd name="connsiteX26" fmla="*/ 657355 w 783410"/>
                <a:gd name="connsiteY26" fmla="*/ 7826 h 2077996"/>
                <a:gd name="connsiteX27" fmla="*/ 551970 w 783410"/>
                <a:gd name="connsiteY27" fmla="*/ 2848 h 2077996"/>
                <a:gd name="connsiteX28" fmla="*/ 8352 w 783410"/>
                <a:gd name="connsiteY28" fmla="*/ 122376 h 2077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3410" h="2077996">
                  <a:moveTo>
                    <a:pt x="8352" y="122376"/>
                  </a:moveTo>
                  <a:cubicBezTo>
                    <a:pt x="-13266" y="228477"/>
                    <a:pt x="7232" y="338827"/>
                    <a:pt x="65510" y="430087"/>
                  </a:cubicBezTo>
                  <a:cubicBezTo>
                    <a:pt x="81401" y="454708"/>
                    <a:pt x="100022" y="477822"/>
                    <a:pt x="111968" y="504580"/>
                  </a:cubicBezTo>
                  <a:cubicBezTo>
                    <a:pt x="119797" y="523664"/>
                    <a:pt x="125866" y="543424"/>
                    <a:pt x="130098" y="563613"/>
                  </a:cubicBezTo>
                  <a:lnTo>
                    <a:pt x="181583" y="776720"/>
                  </a:lnTo>
                  <a:cubicBezTo>
                    <a:pt x="195482" y="834250"/>
                    <a:pt x="209483" y="892894"/>
                    <a:pt x="205308" y="951933"/>
                  </a:cubicBezTo>
                  <a:cubicBezTo>
                    <a:pt x="202399" y="993070"/>
                    <a:pt x="192030" y="1039324"/>
                    <a:pt x="217383" y="1071851"/>
                  </a:cubicBezTo>
                  <a:cubicBezTo>
                    <a:pt x="223497" y="1078063"/>
                    <a:pt x="228658" y="1085145"/>
                    <a:pt x="232700" y="1092867"/>
                  </a:cubicBezTo>
                  <a:cubicBezTo>
                    <a:pt x="235227" y="1101914"/>
                    <a:pt x="235315" y="1111468"/>
                    <a:pt x="232952" y="1120560"/>
                  </a:cubicBezTo>
                  <a:cubicBezTo>
                    <a:pt x="206905" y="1275281"/>
                    <a:pt x="187588" y="1437034"/>
                    <a:pt x="234639" y="1586713"/>
                  </a:cubicBezTo>
                  <a:cubicBezTo>
                    <a:pt x="277283" y="1722375"/>
                    <a:pt x="279717" y="1872696"/>
                    <a:pt x="315977" y="2010202"/>
                  </a:cubicBezTo>
                  <a:cubicBezTo>
                    <a:pt x="320467" y="2027229"/>
                    <a:pt x="325602" y="2045178"/>
                    <a:pt x="338500" y="2057167"/>
                  </a:cubicBezTo>
                  <a:cubicBezTo>
                    <a:pt x="348193" y="2065325"/>
                    <a:pt x="359823" y="2070852"/>
                    <a:pt x="372270" y="2073214"/>
                  </a:cubicBezTo>
                  <a:cubicBezTo>
                    <a:pt x="425704" y="2085927"/>
                    <a:pt x="482130" y="2071033"/>
                    <a:pt x="531966" y="2047940"/>
                  </a:cubicBezTo>
                  <a:cubicBezTo>
                    <a:pt x="566990" y="2031711"/>
                    <a:pt x="604689" y="2003251"/>
                    <a:pt x="601698" y="1964765"/>
                  </a:cubicBezTo>
                  <a:cubicBezTo>
                    <a:pt x="600274" y="1946457"/>
                    <a:pt x="589580" y="1930412"/>
                    <a:pt x="582321" y="1913544"/>
                  </a:cubicBezTo>
                  <a:cubicBezTo>
                    <a:pt x="568086" y="1880462"/>
                    <a:pt x="566942" y="1843506"/>
                    <a:pt x="563101" y="1807696"/>
                  </a:cubicBezTo>
                  <a:cubicBezTo>
                    <a:pt x="553456" y="1717777"/>
                    <a:pt x="525735" y="1630955"/>
                    <a:pt x="504784" y="1542981"/>
                  </a:cubicBezTo>
                  <a:cubicBezTo>
                    <a:pt x="483832" y="1455007"/>
                    <a:pt x="469599" y="1363080"/>
                    <a:pt x="487319" y="1274398"/>
                  </a:cubicBezTo>
                  <a:cubicBezTo>
                    <a:pt x="523559" y="1090964"/>
                    <a:pt x="581567" y="912511"/>
                    <a:pt x="660111" y="742829"/>
                  </a:cubicBezTo>
                  <a:cubicBezTo>
                    <a:pt x="663528" y="733804"/>
                    <a:pt x="668938" y="725667"/>
                    <a:pt x="675937" y="719025"/>
                  </a:cubicBezTo>
                  <a:cubicBezTo>
                    <a:pt x="683815" y="714557"/>
                    <a:pt x="691308" y="709442"/>
                    <a:pt x="698339" y="703733"/>
                  </a:cubicBezTo>
                  <a:cubicBezTo>
                    <a:pt x="703778" y="695319"/>
                    <a:pt x="707278" y="685800"/>
                    <a:pt x="708587" y="675866"/>
                  </a:cubicBezTo>
                  <a:cubicBezTo>
                    <a:pt x="716380" y="647799"/>
                    <a:pt x="739529" y="627090"/>
                    <a:pt x="755048" y="602438"/>
                  </a:cubicBezTo>
                  <a:cubicBezTo>
                    <a:pt x="794231" y="540191"/>
                    <a:pt x="781814" y="460401"/>
                    <a:pt x="780362" y="386863"/>
                  </a:cubicBezTo>
                  <a:cubicBezTo>
                    <a:pt x="778951" y="315349"/>
                    <a:pt x="789248" y="243181"/>
                    <a:pt x="777525" y="172621"/>
                  </a:cubicBezTo>
                  <a:cubicBezTo>
                    <a:pt x="765802" y="102061"/>
                    <a:pt x="725379" y="29935"/>
                    <a:pt x="657355" y="7826"/>
                  </a:cubicBezTo>
                  <a:cubicBezTo>
                    <a:pt x="623658" y="-3126"/>
                    <a:pt x="587229" y="-642"/>
                    <a:pt x="551970" y="2848"/>
                  </a:cubicBezTo>
                  <a:cubicBezTo>
                    <a:pt x="365171" y="21338"/>
                    <a:pt x="183659" y="55270"/>
                    <a:pt x="8352" y="12237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0085E126-45D3-414E-8D01-5EFC1E6ED936}"/>
                </a:ext>
              </a:extLst>
            </p:cNvPr>
            <p:cNvSpPr/>
            <p:nvPr/>
          </p:nvSpPr>
          <p:spPr>
            <a:xfrm>
              <a:off x="2745182" y="3016810"/>
              <a:ext cx="819579" cy="2248079"/>
            </a:xfrm>
            <a:custGeom>
              <a:avLst/>
              <a:gdLst>
                <a:gd name="connsiteX0" fmla="*/ 791393 w 819579"/>
                <a:gd name="connsiteY0" fmla="*/ 536471 h 2248079"/>
                <a:gd name="connsiteX1" fmla="*/ 781995 w 819579"/>
                <a:gd name="connsiteY1" fmla="*/ 619152 h 2248079"/>
                <a:gd name="connsiteX2" fmla="*/ 676732 w 819579"/>
                <a:gd name="connsiteY2" fmla="*/ 1171983 h 2248079"/>
                <a:gd name="connsiteX3" fmla="*/ 665951 w 819579"/>
                <a:gd name="connsiteY3" fmla="*/ 1219552 h 2248079"/>
                <a:gd name="connsiteX4" fmla="*/ 594635 w 819579"/>
                <a:gd name="connsiteY4" fmla="*/ 1359854 h 2248079"/>
                <a:gd name="connsiteX5" fmla="*/ 341784 w 819579"/>
                <a:gd name="connsiteY5" fmla="*/ 2067629 h 2248079"/>
                <a:gd name="connsiteX6" fmla="*/ 324374 w 819579"/>
                <a:gd name="connsiteY6" fmla="*/ 2114833 h 2248079"/>
                <a:gd name="connsiteX7" fmla="*/ 272434 w 819579"/>
                <a:gd name="connsiteY7" fmla="*/ 2230732 h 2248079"/>
                <a:gd name="connsiteX8" fmla="*/ 261726 w 819579"/>
                <a:gd name="connsiteY8" fmla="*/ 2244572 h 2248079"/>
                <a:gd name="connsiteX9" fmla="*/ 244826 w 819579"/>
                <a:gd name="connsiteY9" fmla="*/ 2247851 h 2248079"/>
                <a:gd name="connsiteX10" fmla="*/ 26068 w 819579"/>
                <a:gd name="connsiteY10" fmla="*/ 2198097 h 2248079"/>
                <a:gd name="connsiteX11" fmla="*/ 2831 w 819579"/>
                <a:gd name="connsiteY11" fmla="*/ 2178793 h 2248079"/>
                <a:gd name="connsiteX12" fmla="*/ 354 w 819579"/>
                <a:gd name="connsiteY12" fmla="*/ 2156574 h 2248079"/>
                <a:gd name="connsiteX13" fmla="*/ 27598 w 819579"/>
                <a:gd name="connsiteY13" fmla="*/ 2021736 h 2248079"/>
                <a:gd name="connsiteX14" fmla="*/ 81504 w 819579"/>
                <a:gd name="connsiteY14" fmla="*/ 1956392 h 2248079"/>
                <a:gd name="connsiteX15" fmla="*/ 134317 w 819579"/>
                <a:gd name="connsiteY15" fmla="*/ 1523976 h 2248079"/>
                <a:gd name="connsiteX16" fmla="*/ 213064 w 819579"/>
                <a:gd name="connsiteY16" fmla="*/ 1316947 h 2248079"/>
                <a:gd name="connsiteX17" fmla="*/ 283143 w 819579"/>
                <a:gd name="connsiteY17" fmla="*/ 1172493 h 2248079"/>
                <a:gd name="connsiteX18" fmla="*/ 290209 w 819579"/>
                <a:gd name="connsiteY18" fmla="*/ 1104600 h 2248079"/>
                <a:gd name="connsiteX19" fmla="*/ 317088 w 819579"/>
                <a:gd name="connsiteY19" fmla="*/ 1088792 h 2248079"/>
                <a:gd name="connsiteX20" fmla="*/ 320876 w 819579"/>
                <a:gd name="connsiteY20" fmla="*/ 1075243 h 2248079"/>
                <a:gd name="connsiteX21" fmla="*/ 313957 w 819579"/>
                <a:gd name="connsiteY21" fmla="*/ 963278 h 2248079"/>
                <a:gd name="connsiteX22" fmla="*/ 297274 w 819579"/>
                <a:gd name="connsiteY22" fmla="*/ 890286 h 2248079"/>
                <a:gd name="connsiteX23" fmla="*/ 315632 w 819579"/>
                <a:gd name="connsiteY23" fmla="*/ 819771 h 2248079"/>
                <a:gd name="connsiteX24" fmla="*/ 316287 w 819579"/>
                <a:gd name="connsiteY24" fmla="*/ 668469 h 2248079"/>
                <a:gd name="connsiteX25" fmla="*/ 309293 w 819579"/>
                <a:gd name="connsiteY25" fmla="*/ 583967 h 2248079"/>
                <a:gd name="connsiteX26" fmla="*/ 296837 w 819579"/>
                <a:gd name="connsiteY26" fmla="*/ 545140 h 2248079"/>
                <a:gd name="connsiteX27" fmla="*/ 281467 w 819579"/>
                <a:gd name="connsiteY27" fmla="*/ 401997 h 2248079"/>
                <a:gd name="connsiteX28" fmla="*/ 231786 w 819579"/>
                <a:gd name="connsiteY28" fmla="*/ 367030 h 2248079"/>
                <a:gd name="connsiteX29" fmla="*/ 163601 w 819579"/>
                <a:gd name="connsiteY29" fmla="*/ 268979 h 2248079"/>
                <a:gd name="connsiteX30" fmla="*/ 144297 w 819579"/>
                <a:gd name="connsiteY30" fmla="*/ 148929 h 2248079"/>
                <a:gd name="connsiteX31" fmla="*/ 144005 w 819579"/>
                <a:gd name="connsiteY31" fmla="*/ 122995 h 2248079"/>
                <a:gd name="connsiteX32" fmla="*/ 147502 w 819579"/>
                <a:gd name="connsiteY32" fmla="*/ 110029 h 2248079"/>
                <a:gd name="connsiteX33" fmla="*/ 205998 w 819579"/>
                <a:gd name="connsiteY33" fmla="*/ 74480 h 2248079"/>
                <a:gd name="connsiteX34" fmla="*/ 652692 w 819579"/>
                <a:gd name="connsiteY34" fmla="*/ 22249 h 2248079"/>
                <a:gd name="connsiteX35" fmla="*/ 763272 w 819579"/>
                <a:gd name="connsiteY35" fmla="*/ 38057 h 2248079"/>
                <a:gd name="connsiteX36" fmla="*/ 794743 w 819579"/>
                <a:gd name="connsiteY36" fmla="*/ 114910 h 2248079"/>
                <a:gd name="connsiteX37" fmla="*/ 816669 w 819579"/>
                <a:gd name="connsiteY37" fmla="*/ 362441 h 2248079"/>
                <a:gd name="connsiteX38" fmla="*/ 791393 w 819579"/>
                <a:gd name="connsiteY38" fmla="*/ 536471 h 224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819579" h="2248079">
                  <a:moveTo>
                    <a:pt x="791393" y="536471"/>
                  </a:moveTo>
                  <a:cubicBezTo>
                    <a:pt x="790840" y="564264"/>
                    <a:pt x="787694" y="591944"/>
                    <a:pt x="781995" y="619152"/>
                  </a:cubicBezTo>
                  <a:cubicBezTo>
                    <a:pt x="749069" y="803818"/>
                    <a:pt x="713981" y="988095"/>
                    <a:pt x="676732" y="1171983"/>
                  </a:cubicBezTo>
                  <a:cubicBezTo>
                    <a:pt x="673454" y="1187936"/>
                    <a:pt x="670249" y="1203890"/>
                    <a:pt x="665951" y="1219552"/>
                  </a:cubicBezTo>
                  <a:cubicBezTo>
                    <a:pt x="652073" y="1270723"/>
                    <a:pt x="627796" y="1318484"/>
                    <a:pt x="594635" y="1359854"/>
                  </a:cubicBezTo>
                  <a:cubicBezTo>
                    <a:pt x="439399" y="1553334"/>
                    <a:pt x="425994" y="1834302"/>
                    <a:pt x="341784" y="2067629"/>
                  </a:cubicBezTo>
                  <a:cubicBezTo>
                    <a:pt x="336103" y="2083436"/>
                    <a:pt x="330421" y="2099244"/>
                    <a:pt x="324374" y="2114833"/>
                  </a:cubicBezTo>
                  <a:cubicBezTo>
                    <a:pt x="309156" y="2154372"/>
                    <a:pt x="291817" y="2193060"/>
                    <a:pt x="272434" y="2230732"/>
                  </a:cubicBezTo>
                  <a:cubicBezTo>
                    <a:pt x="270170" y="2236222"/>
                    <a:pt x="266472" y="2241002"/>
                    <a:pt x="261726" y="2244572"/>
                  </a:cubicBezTo>
                  <a:cubicBezTo>
                    <a:pt x="256502" y="2247200"/>
                    <a:pt x="250654" y="2248335"/>
                    <a:pt x="244826" y="2247851"/>
                  </a:cubicBezTo>
                  <a:cubicBezTo>
                    <a:pt x="169053" y="2248286"/>
                    <a:pt x="94198" y="2231262"/>
                    <a:pt x="26068" y="2198097"/>
                  </a:cubicBezTo>
                  <a:cubicBezTo>
                    <a:pt x="16342" y="2194510"/>
                    <a:pt x="8140" y="2187697"/>
                    <a:pt x="2831" y="2178793"/>
                  </a:cubicBezTo>
                  <a:cubicBezTo>
                    <a:pt x="218" y="2171697"/>
                    <a:pt x="-632" y="2164071"/>
                    <a:pt x="354" y="2156574"/>
                  </a:cubicBezTo>
                  <a:cubicBezTo>
                    <a:pt x="2685" y="2110317"/>
                    <a:pt x="5525" y="2062384"/>
                    <a:pt x="27598" y="2021736"/>
                  </a:cubicBezTo>
                  <a:cubicBezTo>
                    <a:pt x="42245" y="1997415"/>
                    <a:pt x="60410" y="1975395"/>
                    <a:pt x="81504" y="1956392"/>
                  </a:cubicBezTo>
                  <a:cubicBezTo>
                    <a:pt x="88060" y="1811210"/>
                    <a:pt x="102411" y="1665736"/>
                    <a:pt x="134317" y="1523976"/>
                  </a:cubicBezTo>
                  <a:cubicBezTo>
                    <a:pt x="150708" y="1451494"/>
                    <a:pt x="170959" y="1378211"/>
                    <a:pt x="213064" y="1316947"/>
                  </a:cubicBezTo>
                  <a:cubicBezTo>
                    <a:pt x="244097" y="1271710"/>
                    <a:pt x="288607" y="1227055"/>
                    <a:pt x="283143" y="1172493"/>
                  </a:cubicBezTo>
                  <a:cubicBezTo>
                    <a:pt x="280739" y="1148526"/>
                    <a:pt x="270686" y="1118659"/>
                    <a:pt x="290209" y="1104600"/>
                  </a:cubicBezTo>
                  <a:cubicBezTo>
                    <a:pt x="298731" y="1098409"/>
                    <a:pt x="311334" y="1097607"/>
                    <a:pt x="317088" y="1088792"/>
                  </a:cubicBezTo>
                  <a:cubicBezTo>
                    <a:pt x="319407" y="1084640"/>
                    <a:pt x="320706" y="1079996"/>
                    <a:pt x="320876" y="1075243"/>
                  </a:cubicBezTo>
                  <a:cubicBezTo>
                    <a:pt x="324888" y="1037798"/>
                    <a:pt x="322548" y="999944"/>
                    <a:pt x="313957" y="963278"/>
                  </a:cubicBezTo>
                  <a:cubicBezTo>
                    <a:pt x="306858" y="939325"/>
                    <a:pt x="301286" y="914945"/>
                    <a:pt x="297274" y="890286"/>
                  </a:cubicBezTo>
                  <a:cubicBezTo>
                    <a:pt x="294797" y="865372"/>
                    <a:pt x="299023" y="838420"/>
                    <a:pt x="315632" y="819771"/>
                  </a:cubicBezTo>
                  <a:cubicBezTo>
                    <a:pt x="316651" y="769944"/>
                    <a:pt x="315267" y="718223"/>
                    <a:pt x="316287" y="668469"/>
                  </a:cubicBezTo>
                  <a:cubicBezTo>
                    <a:pt x="318250" y="640110"/>
                    <a:pt x="315892" y="611618"/>
                    <a:pt x="309293" y="583967"/>
                  </a:cubicBezTo>
                  <a:cubicBezTo>
                    <a:pt x="305506" y="570927"/>
                    <a:pt x="299751" y="558471"/>
                    <a:pt x="296837" y="545140"/>
                  </a:cubicBezTo>
                  <a:cubicBezTo>
                    <a:pt x="286420" y="497280"/>
                    <a:pt x="312427" y="439950"/>
                    <a:pt x="281467" y="401997"/>
                  </a:cubicBezTo>
                  <a:cubicBezTo>
                    <a:pt x="268573" y="386262"/>
                    <a:pt x="248687" y="378395"/>
                    <a:pt x="231786" y="367030"/>
                  </a:cubicBezTo>
                  <a:cubicBezTo>
                    <a:pt x="198058" y="344521"/>
                    <a:pt x="175912" y="307661"/>
                    <a:pt x="163601" y="268979"/>
                  </a:cubicBezTo>
                  <a:cubicBezTo>
                    <a:pt x="152677" y="229815"/>
                    <a:pt x="146201" y="189544"/>
                    <a:pt x="144297" y="148929"/>
                  </a:cubicBezTo>
                  <a:cubicBezTo>
                    <a:pt x="143290" y="140318"/>
                    <a:pt x="143193" y="131626"/>
                    <a:pt x="144005" y="122995"/>
                  </a:cubicBezTo>
                  <a:cubicBezTo>
                    <a:pt x="144551" y="118529"/>
                    <a:pt x="145728" y="114164"/>
                    <a:pt x="147502" y="110029"/>
                  </a:cubicBezTo>
                  <a:cubicBezTo>
                    <a:pt x="157118" y="88393"/>
                    <a:pt x="182979" y="80015"/>
                    <a:pt x="205998" y="74480"/>
                  </a:cubicBezTo>
                  <a:cubicBezTo>
                    <a:pt x="352294" y="39393"/>
                    <a:pt x="502248" y="21859"/>
                    <a:pt x="652692" y="22249"/>
                  </a:cubicBezTo>
                  <a:cubicBezTo>
                    <a:pt x="708346" y="-15631"/>
                    <a:pt x="739670" y="-2082"/>
                    <a:pt x="763272" y="38057"/>
                  </a:cubicBezTo>
                  <a:cubicBezTo>
                    <a:pt x="776307" y="62557"/>
                    <a:pt x="786850" y="88304"/>
                    <a:pt x="794743" y="114910"/>
                  </a:cubicBezTo>
                  <a:cubicBezTo>
                    <a:pt x="805524" y="147472"/>
                    <a:pt x="806179" y="329733"/>
                    <a:pt x="816669" y="362441"/>
                  </a:cubicBezTo>
                  <a:cubicBezTo>
                    <a:pt x="830292" y="404984"/>
                    <a:pt x="790883" y="491816"/>
                    <a:pt x="791393" y="536471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4EC7C894-7091-406D-818E-329CEEF876A1}"/>
                </a:ext>
              </a:extLst>
            </p:cNvPr>
            <p:cNvSpPr/>
            <p:nvPr/>
          </p:nvSpPr>
          <p:spPr>
            <a:xfrm>
              <a:off x="2525307" y="1835495"/>
              <a:ext cx="376115" cy="1193453"/>
            </a:xfrm>
            <a:custGeom>
              <a:avLst/>
              <a:gdLst>
                <a:gd name="connsiteX0" fmla="*/ 5009 w 376115"/>
                <a:gd name="connsiteY0" fmla="*/ 59208 h 1193453"/>
                <a:gd name="connsiteX1" fmla="*/ 16187 w 376115"/>
                <a:gd name="connsiteY1" fmla="*/ 145003 h 1193453"/>
                <a:gd name="connsiteX2" fmla="*/ 4868 w 376115"/>
                <a:gd name="connsiteY2" fmla="*/ 219869 h 1193453"/>
                <a:gd name="connsiteX3" fmla="*/ 56556 w 376115"/>
                <a:gd name="connsiteY3" fmla="*/ 507773 h 1193453"/>
                <a:gd name="connsiteX4" fmla="*/ 68827 w 376115"/>
                <a:gd name="connsiteY4" fmla="*/ 555123 h 1193453"/>
                <a:gd name="connsiteX5" fmla="*/ 47653 w 376115"/>
                <a:gd name="connsiteY5" fmla="*/ 642655 h 1193453"/>
                <a:gd name="connsiteX6" fmla="*/ 84774 w 376115"/>
                <a:gd name="connsiteY6" fmla="*/ 827442 h 1193453"/>
                <a:gd name="connsiteX7" fmla="*/ 83326 w 376115"/>
                <a:gd name="connsiteY7" fmla="*/ 914547 h 1193453"/>
                <a:gd name="connsiteX8" fmla="*/ 108313 w 376115"/>
                <a:gd name="connsiteY8" fmla="*/ 967186 h 1193453"/>
                <a:gd name="connsiteX9" fmla="*/ 141200 w 376115"/>
                <a:gd name="connsiteY9" fmla="*/ 1065185 h 1193453"/>
                <a:gd name="connsiteX10" fmla="*/ 273728 w 376115"/>
                <a:gd name="connsiteY10" fmla="*/ 1193333 h 1193453"/>
                <a:gd name="connsiteX11" fmla="*/ 351803 w 376115"/>
                <a:gd name="connsiteY11" fmla="*/ 1144973 h 1193453"/>
                <a:gd name="connsiteX12" fmla="*/ 365431 w 376115"/>
                <a:gd name="connsiteY12" fmla="*/ 1102565 h 1193453"/>
                <a:gd name="connsiteX13" fmla="*/ 375899 w 376115"/>
                <a:gd name="connsiteY13" fmla="*/ 905799 h 1193453"/>
                <a:gd name="connsiteX14" fmla="*/ 366896 w 376115"/>
                <a:gd name="connsiteY14" fmla="*/ 736426 h 1193453"/>
                <a:gd name="connsiteX15" fmla="*/ 316536 w 376115"/>
                <a:gd name="connsiteY15" fmla="*/ 525764 h 1193453"/>
                <a:gd name="connsiteX16" fmla="*/ 252131 w 376115"/>
                <a:gd name="connsiteY16" fmla="*/ 260461 h 1193453"/>
                <a:gd name="connsiteX17" fmla="*/ 131615 w 376115"/>
                <a:gd name="connsiteY17" fmla="*/ 54389 h 1193453"/>
                <a:gd name="connsiteX18" fmla="*/ 64611 w 376115"/>
                <a:gd name="connsiteY18" fmla="*/ 489 h 1193453"/>
                <a:gd name="connsiteX19" fmla="*/ 5010 w 376115"/>
                <a:gd name="connsiteY19" fmla="*/ 59208 h 1193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6115" h="1193453">
                  <a:moveTo>
                    <a:pt x="5009" y="59208"/>
                  </a:moveTo>
                  <a:cubicBezTo>
                    <a:pt x="874" y="87886"/>
                    <a:pt x="14663" y="116069"/>
                    <a:pt x="16187" y="145003"/>
                  </a:cubicBezTo>
                  <a:cubicBezTo>
                    <a:pt x="17519" y="170284"/>
                    <a:pt x="9472" y="194976"/>
                    <a:pt x="4868" y="219869"/>
                  </a:cubicBezTo>
                  <a:cubicBezTo>
                    <a:pt x="-13100" y="317022"/>
                    <a:pt x="21423" y="415431"/>
                    <a:pt x="56556" y="507773"/>
                  </a:cubicBezTo>
                  <a:cubicBezTo>
                    <a:pt x="63237" y="522769"/>
                    <a:pt x="67384" y="538769"/>
                    <a:pt x="68827" y="555123"/>
                  </a:cubicBezTo>
                  <a:cubicBezTo>
                    <a:pt x="69766" y="585263"/>
                    <a:pt x="52407" y="612878"/>
                    <a:pt x="47653" y="642655"/>
                  </a:cubicBezTo>
                  <a:cubicBezTo>
                    <a:pt x="37663" y="705227"/>
                    <a:pt x="83818" y="764085"/>
                    <a:pt x="84774" y="827442"/>
                  </a:cubicBezTo>
                  <a:cubicBezTo>
                    <a:pt x="85215" y="856612"/>
                    <a:pt x="76028" y="886301"/>
                    <a:pt x="83326" y="914547"/>
                  </a:cubicBezTo>
                  <a:cubicBezTo>
                    <a:pt x="88196" y="933398"/>
                    <a:pt x="99963" y="949597"/>
                    <a:pt x="108313" y="967186"/>
                  </a:cubicBezTo>
                  <a:cubicBezTo>
                    <a:pt x="123108" y="998350"/>
                    <a:pt x="127078" y="1033709"/>
                    <a:pt x="141200" y="1065185"/>
                  </a:cubicBezTo>
                  <a:cubicBezTo>
                    <a:pt x="166721" y="1122068"/>
                    <a:pt x="221549" y="1159210"/>
                    <a:pt x="273728" y="1193333"/>
                  </a:cubicBezTo>
                  <a:cubicBezTo>
                    <a:pt x="303413" y="1183437"/>
                    <a:pt x="335507" y="1171687"/>
                    <a:pt x="351803" y="1144973"/>
                  </a:cubicBezTo>
                  <a:cubicBezTo>
                    <a:pt x="358957" y="1131813"/>
                    <a:pt x="363579" y="1117428"/>
                    <a:pt x="365431" y="1102565"/>
                  </a:cubicBezTo>
                  <a:cubicBezTo>
                    <a:pt x="376714" y="1037765"/>
                    <a:pt x="376322" y="971572"/>
                    <a:pt x="375899" y="905799"/>
                  </a:cubicBezTo>
                  <a:cubicBezTo>
                    <a:pt x="376853" y="849200"/>
                    <a:pt x="373844" y="792604"/>
                    <a:pt x="366896" y="736426"/>
                  </a:cubicBezTo>
                  <a:cubicBezTo>
                    <a:pt x="356356" y="664963"/>
                    <a:pt x="333170" y="596059"/>
                    <a:pt x="316536" y="525764"/>
                  </a:cubicBezTo>
                  <a:cubicBezTo>
                    <a:pt x="295556" y="437107"/>
                    <a:pt x="284806" y="345506"/>
                    <a:pt x="252131" y="260461"/>
                  </a:cubicBezTo>
                  <a:cubicBezTo>
                    <a:pt x="223417" y="185727"/>
                    <a:pt x="178691" y="118644"/>
                    <a:pt x="131615" y="54389"/>
                  </a:cubicBezTo>
                  <a:cubicBezTo>
                    <a:pt x="113653" y="29873"/>
                    <a:pt x="99473" y="-5172"/>
                    <a:pt x="64611" y="489"/>
                  </a:cubicBezTo>
                  <a:cubicBezTo>
                    <a:pt x="34399" y="5632"/>
                    <a:pt x="10603" y="29076"/>
                    <a:pt x="5010" y="59208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3C98CC7B-A293-4525-8618-04BBA3BBD3F6}"/>
                </a:ext>
              </a:extLst>
            </p:cNvPr>
            <p:cNvSpPr/>
            <p:nvPr/>
          </p:nvSpPr>
          <p:spPr>
            <a:xfrm>
              <a:off x="2525307" y="1835495"/>
              <a:ext cx="376115" cy="1193453"/>
            </a:xfrm>
            <a:custGeom>
              <a:avLst/>
              <a:gdLst>
                <a:gd name="connsiteX0" fmla="*/ 5009 w 376115"/>
                <a:gd name="connsiteY0" fmla="*/ 59208 h 1193453"/>
                <a:gd name="connsiteX1" fmla="*/ 16187 w 376115"/>
                <a:gd name="connsiteY1" fmla="*/ 145003 h 1193453"/>
                <a:gd name="connsiteX2" fmla="*/ 4868 w 376115"/>
                <a:gd name="connsiteY2" fmla="*/ 219869 h 1193453"/>
                <a:gd name="connsiteX3" fmla="*/ 56556 w 376115"/>
                <a:gd name="connsiteY3" fmla="*/ 507773 h 1193453"/>
                <a:gd name="connsiteX4" fmla="*/ 68827 w 376115"/>
                <a:gd name="connsiteY4" fmla="*/ 555123 h 1193453"/>
                <a:gd name="connsiteX5" fmla="*/ 47653 w 376115"/>
                <a:gd name="connsiteY5" fmla="*/ 642655 h 1193453"/>
                <a:gd name="connsiteX6" fmla="*/ 84774 w 376115"/>
                <a:gd name="connsiteY6" fmla="*/ 827442 h 1193453"/>
                <a:gd name="connsiteX7" fmla="*/ 83326 w 376115"/>
                <a:gd name="connsiteY7" fmla="*/ 914547 h 1193453"/>
                <a:gd name="connsiteX8" fmla="*/ 108313 w 376115"/>
                <a:gd name="connsiteY8" fmla="*/ 967186 h 1193453"/>
                <a:gd name="connsiteX9" fmla="*/ 141200 w 376115"/>
                <a:gd name="connsiteY9" fmla="*/ 1065185 h 1193453"/>
                <a:gd name="connsiteX10" fmla="*/ 273728 w 376115"/>
                <a:gd name="connsiteY10" fmla="*/ 1193333 h 1193453"/>
                <a:gd name="connsiteX11" fmla="*/ 351803 w 376115"/>
                <a:gd name="connsiteY11" fmla="*/ 1144973 h 1193453"/>
                <a:gd name="connsiteX12" fmla="*/ 365431 w 376115"/>
                <a:gd name="connsiteY12" fmla="*/ 1102565 h 1193453"/>
                <a:gd name="connsiteX13" fmla="*/ 375899 w 376115"/>
                <a:gd name="connsiteY13" fmla="*/ 905799 h 1193453"/>
                <a:gd name="connsiteX14" fmla="*/ 366896 w 376115"/>
                <a:gd name="connsiteY14" fmla="*/ 736426 h 1193453"/>
                <a:gd name="connsiteX15" fmla="*/ 316536 w 376115"/>
                <a:gd name="connsiteY15" fmla="*/ 525764 h 1193453"/>
                <a:gd name="connsiteX16" fmla="*/ 252131 w 376115"/>
                <a:gd name="connsiteY16" fmla="*/ 260461 h 1193453"/>
                <a:gd name="connsiteX17" fmla="*/ 131615 w 376115"/>
                <a:gd name="connsiteY17" fmla="*/ 54389 h 1193453"/>
                <a:gd name="connsiteX18" fmla="*/ 64611 w 376115"/>
                <a:gd name="connsiteY18" fmla="*/ 489 h 1193453"/>
                <a:gd name="connsiteX19" fmla="*/ 5010 w 376115"/>
                <a:gd name="connsiteY19" fmla="*/ 59208 h 1193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6115" h="1193453">
                  <a:moveTo>
                    <a:pt x="5009" y="59208"/>
                  </a:moveTo>
                  <a:cubicBezTo>
                    <a:pt x="874" y="87886"/>
                    <a:pt x="14663" y="116069"/>
                    <a:pt x="16187" y="145003"/>
                  </a:cubicBezTo>
                  <a:cubicBezTo>
                    <a:pt x="17519" y="170284"/>
                    <a:pt x="9472" y="194976"/>
                    <a:pt x="4868" y="219869"/>
                  </a:cubicBezTo>
                  <a:cubicBezTo>
                    <a:pt x="-13100" y="317022"/>
                    <a:pt x="21423" y="415431"/>
                    <a:pt x="56556" y="507773"/>
                  </a:cubicBezTo>
                  <a:cubicBezTo>
                    <a:pt x="63237" y="522769"/>
                    <a:pt x="67384" y="538769"/>
                    <a:pt x="68827" y="555123"/>
                  </a:cubicBezTo>
                  <a:cubicBezTo>
                    <a:pt x="69766" y="585263"/>
                    <a:pt x="52407" y="612878"/>
                    <a:pt x="47653" y="642655"/>
                  </a:cubicBezTo>
                  <a:cubicBezTo>
                    <a:pt x="37663" y="705227"/>
                    <a:pt x="83818" y="764085"/>
                    <a:pt x="84774" y="827442"/>
                  </a:cubicBezTo>
                  <a:cubicBezTo>
                    <a:pt x="85215" y="856612"/>
                    <a:pt x="76028" y="886301"/>
                    <a:pt x="83326" y="914547"/>
                  </a:cubicBezTo>
                  <a:cubicBezTo>
                    <a:pt x="88196" y="933398"/>
                    <a:pt x="99963" y="949597"/>
                    <a:pt x="108313" y="967186"/>
                  </a:cubicBezTo>
                  <a:cubicBezTo>
                    <a:pt x="123108" y="998350"/>
                    <a:pt x="127078" y="1033709"/>
                    <a:pt x="141200" y="1065185"/>
                  </a:cubicBezTo>
                  <a:cubicBezTo>
                    <a:pt x="166721" y="1122068"/>
                    <a:pt x="221549" y="1159210"/>
                    <a:pt x="273728" y="1193333"/>
                  </a:cubicBezTo>
                  <a:cubicBezTo>
                    <a:pt x="303413" y="1183437"/>
                    <a:pt x="335507" y="1171687"/>
                    <a:pt x="351803" y="1144973"/>
                  </a:cubicBezTo>
                  <a:cubicBezTo>
                    <a:pt x="358957" y="1131813"/>
                    <a:pt x="363579" y="1117428"/>
                    <a:pt x="365431" y="1102565"/>
                  </a:cubicBezTo>
                  <a:cubicBezTo>
                    <a:pt x="376714" y="1037765"/>
                    <a:pt x="376322" y="971572"/>
                    <a:pt x="375899" y="905799"/>
                  </a:cubicBezTo>
                  <a:cubicBezTo>
                    <a:pt x="376853" y="849200"/>
                    <a:pt x="373844" y="792604"/>
                    <a:pt x="366896" y="736426"/>
                  </a:cubicBezTo>
                  <a:cubicBezTo>
                    <a:pt x="356356" y="664963"/>
                    <a:pt x="333170" y="596059"/>
                    <a:pt x="316536" y="525764"/>
                  </a:cubicBezTo>
                  <a:cubicBezTo>
                    <a:pt x="295556" y="437107"/>
                    <a:pt x="284806" y="345506"/>
                    <a:pt x="252131" y="260461"/>
                  </a:cubicBezTo>
                  <a:cubicBezTo>
                    <a:pt x="223417" y="185727"/>
                    <a:pt x="178691" y="118644"/>
                    <a:pt x="131615" y="54389"/>
                  </a:cubicBezTo>
                  <a:cubicBezTo>
                    <a:pt x="113653" y="29873"/>
                    <a:pt x="99473" y="-5172"/>
                    <a:pt x="64611" y="489"/>
                  </a:cubicBezTo>
                  <a:cubicBezTo>
                    <a:pt x="34399" y="5632"/>
                    <a:pt x="10603" y="29076"/>
                    <a:pt x="5010" y="59208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85F073FD-FA12-4C57-A9C3-4E3898BFC4D6}"/>
                </a:ext>
              </a:extLst>
            </p:cNvPr>
            <p:cNvSpPr/>
            <p:nvPr/>
          </p:nvSpPr>
          <p:spPr>
            <a:xfrm>
              <a:off x="2944583" y="1216911"/>
              <a:ext cx="343483" cy="177834"/>
            </a:xfrm>
            <a:custGeom>
              <a:avLst/>
              <a:gdLst>
                <a:gd name="connsiteX0" fmla="*/ 343439 w 343483"/>
                <a:gd name="connsiteY0" fmla="*/ 52856 h 177834"/>
                <a:gd name="connsiteX1" fmla="*/ 286619 w 343483"/>
                <a:gd name="connsiteY1" fmla="*/ 169920 h 177834"/>
                <a:gd name="connsiteX2" fmla="*/ 222078 w 343483"/>
                <a:gd name="connsiteY2" fmla="*/ 177714 h 177834"/>
                <a:gd name="connsiteX3" fmla="*/ 28239 w 343483"/>
                <a:gd name="connsiteY3" fmla="*/ 68993 h 177834"/>
                <a:gd name="connsiteX4" fmla="*/ 187 w 343483"/>
                <a:gd name="connsiteY4" fmla="*/ 16068 h 177834"/>
                <a:gd name="connsiteX5" fmla="*/ 40399 w 343483"/>
                <a:gd name="connsiteY5" fmla="*/ 989 h 177834"/>
                <a:gd name="connsiteX6" fmla="*/ 196728 w 343483"/>
                <a:gd name="connsiteY6" fmla="*/ 21167 h 177834"/>
                <a:gd name="connsiteX7" fmla="*/ 343439 w 343483"/>
                <a:gd name="connsiteY7" fmla="*/ 52856 h 177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3483" h="177834">
                  <a:moveTo>
                    <a:pt x="343439" y="52856"/>
                  </a:moveTo>
                  <a:cubicBezTo>
                    <a:pt x="320430" y="89768"/>
                    <a:pt x="301385" y="129007"/>
                    <a:pt x="286619" y="169920"/>
                  </a:cubicBezTo>
                  <a:cubicBezTo>
                    <a:pt x="265498" y="175113"/>
                    <a:pt x="243827" y="177730"/>
                    <a:pt x="222078" y="177714"/>
                  </a:cubicBezTo>
                  <a:cubicBezTo>
                    <a:pt x="137648" y="177714"/>
                    <a:pt x="77847" y="129674"/>
                    <a:pt x="28239" y="68993"/>
                  </a:cubicBezTo>
                  <a:cubicBezTo>
                    <a:pt x="23940" y="49543"/>
                    <a:pt x="-2800" y="31366"/>
                    <a:pt x="187" y="16068"/>
                  </a:cubicBezTo>
                  <a:cubicBezTo>
                    <a:pt x="4121" y="-4183"/>
                    <a:pt x="23207" y="-176"/>
                    <a:pt x="40399" y="989"/>
                  </a:cubicBezTo>
                  <a:cubicBezTo>
                    <a:pt x="92825" y="4982"/>
                    <a:pt x="145006" y="11718"/>
                    <a:pt x="196728" y="21167"/>
                  </a:cubicBezTo>
                  <a:cubicBezTo>
                    <a:pt x="210203" y="23499"/>
                    <a:pt x="341472" y="56280"/>
                    <a:pt x="343439" y="5285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7C4E78A6-6D34-48AC-A825-A602E72AEE0C}"/>
                </a:ext>
              </a:extLst>
            </p:cNvPr>
            <p:cNvSpPr/>
            <p:nvPr/>
          </p:nvSpPr>
          <p:spPr>
            <a:xfrm>
              <a:off x="2896225" y="846413"/>
              <a:ext cx="541013" cy="541013"/>
            </a:xfrm>
            <a:custGeom>
              <a:avLst/>
              <a:gdLst>
                <a:gd name="connsiteX0" fmla="*/ 541013 w 541013"/>
                <a:gd name="connsiteY0" fmla="*/ 270507 h 541013"/>
                <a:gd name="connsiteX1" fmla="*/ 270507 w 541013"/>
                <a:gd name="connsiteY1" fmla="*/ 541013 h 541013"/>
                <a:gd name="connsiteX2" fmla="*/ 0 w 541013"/>
                <a:gd name="connsiteY2" fmla="*/ 270507 h 541013"/>
                <a:gd name="connsiteX3" fmla="*/ 270507 w 541013"/>
                <a:gd name="connsiteY3" fmla="*/ 0 h 541013"/>
                <a:gd name="connsiteX4" fmla="*/ 541013 w 541013"/>
                <a:gd name="connsiteY4" fmla="*/ 270507 h 54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1013" h="541013">
                  <a:moveTo>
                    <a:pt x="541013" y="270507"/>
                  </a:moveTo>
                  <a:cubicBezTo>
                    <a:pt x="541013" y="419903"/>
                    <a:pt x="419903" y="541013"/>
                    <a:pt x="270507" y="541013"/>
                  </a:cubicBezTo>
                  <a:cubicBezTo>
                    <a:pt x="121110" y="541013"/>
                    <a:pt x="0" y="419903"/>
                    <a:pt x="0" y="270507"/>
                  </a:cubicBezTo>
                  <a:cubicBezTo>
                    <a:pt x="0" y="121110"/>
                    <a:pt x="121110" y="0"/>
                    <a:pt x="270507" y="0"/>
                  </a:cubicBezTo>
                  <a:cubicBezTo>
                    <a:pt x="419903" y="0"/>
                    <a:pt x="541013" y="121110"/>
                    <a:pt x="541013" y="270507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D707BF25-7C26-4476-96F6-92EE3B5FB7CF}"/>
                </a:ext>
              </a:extLst>
            </p:cNvPr>
            <p:cNvSpPr/>
            <p:nvPr/>
          </p:nvSpPr>
          <p:spPr>
            <a:xfrm>
              <a:off x="2889233" y="3016810"/>
              <a:ext cx="619266" cy="123114"/>
            </a:xfrm>
            <a:custGeom>
              <a:avLst/>
              <a:gdLst>
                <a:gd name="connsiteX0" fmla="*/ 619222 w 619266"/>
                <a:gd name="connsiteY0" fmla="*/ 38057 h 123114"/>
                <a:gd name="connsiteX1" fmla="*/ 478265 w 619266"/>
                <a:gd name="connsiteY1" fmla="*/ 39076 h 123114"/>
                <a:gd name="connsiteX2" fmla="*/ 390777 w 619266"/>
                <a:gd name="connsiteY2" fmla="*/ 48036 h 123114"/>
                <a:gd name="connsiteX3" fmla="*/ 286970 w 619266"/>
                <a:gd name="connsiteY3" fmla="*/ 82420 h 123114"/>
                <a:gd name="connsiteX4" fmla="*/ 113523 w 619266"/>
                <a:gd name="connsiteY4" fmla="*/ 105220 h 123114"/>
                <a:gd name="connsiteX5" fmla="*/ -45 w 619266"/>
                <a:gd name="connsiteY5" fmla="*/ 122995 h 123114"/>
                <a:gd name="connsiteX6" fmla="*/ 3451 w 619266"/>
                <a:gd name="connsiteY6" fmla="*/ 110028 h 123114"/>
                <a:gd name="connsiteX7" fmla="*/ 61947 w 619266"/>
                <a:gd name="connsiteY7" fmla="*/ 74479 h 123114"/>
                <a:gd name="connsiteX8" fmla="*/ 508641 w 619266"/>
                <a:gd name="connsiteY8" fmla="*/ 22248 h 123114"/>
                <a:gd name="connsiteX9" fmla="*/ 619222 w 619266"/>
                <a:gd name="connsiteY9" fmla="*/ 38057 h 123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266" h="123114">
                  <a:moveTo>
                    <a:pt x="619222" y="38057"/>
                  </a:moveTo>
                  <a:cubicBezTo>
                    <a:pt x="572382" y="35288"/>
                    <a:pt x="525251" y="37182"/>
                    <a:pt x="478265" y="39076"/>
                  </a:cubicBezTo>
                  <a:cubicBezTo>
                    <a:pt x="448888" y="39355"/>
                    <a:pt x="419600" y="42355"/>
                    <a:pt x="390777" y="48036"/>
                  </a:cubicBezTo>
                  <a:cubicBezTo>
                    <a:pt x="355227" y="56122"/>
                    <a:pt x="322009" y="72293"/>
                    <a:pt x="286970" y="82420"/>
                  </a:cubicBezTo>
                  <a:cubicBezTo>
                    <a:pt x="230877" y="98737"/>
                    <a:pt x="171654" y="99466"/>
                    <a:pt x="113523" y="105220"/>
                  </a:cubicBezTo>
                  <a:cubicBezTo>
                    <a:pt x="75352" y="108921"/>
                    <a:pt x="37431" y="114856"/>
                    <a:pt x="-45" y="122995"/>
                  </a:cubicBezTo>
                  <a:cubicBezTo>
                    <a:pt x="501" y="118529"/>
                    <a:pt x="1678" y="114164"/>
                    <a:pt x="3451" y="110028"/>
                  </a:cubicBezTo>
                  <a:cubicBezTo>
                    <a:pt x="13068" y="88393"/>
                    <a:pt x="38929" y="80015"/>
                    <a:pt x="61947" y="74479"/>
                  </a:cubicBezTo>
                  <a:cubicBezTo>
                    <a:pt x="208243" y="39392"/>
                    <a:pt x="358197" y="21859"/>
                    <a:pt x="508641" y="22248"/>
                  </a:cubicBezTo>
                  <a:cubicBezTo>
                    <a:pt x="564296" y="-15631"/>
                    <a:pt x="595620" y="-2082"/>
                    <a:pt x="619222" y="38057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4763C4D1-4BC1-4CBA-A20B-49F3F3B0963A}"/>
                </a:ext>
              </a:extLst>
            </p:cNvPr>
            <p:cNvSpPr/>
            <p:nvPr/>
          </p:nvSpPr>
          <p:spPr>
            <a:xfrm>
              <a:off x="2566790" y="1481999"/>
              <a:ext cx="1054353" cy="1688174"/>
            </a:xfrm>
            <a:custGeom>
              <a:avLst/>
              <a:gdLst>
                <a:gd name="connsiteX0" fmla="*/ 757318 w 1054353"/>
                <a:gd name="connsiteY0" fmla="*/ 77622 h 1688174"/>
                <a:gd name="connsiteX1" fmla="*/ 712210 w 1054353"/>
                <a:gd name="connsiteY1" fmla="*/ 101906 h 1688174"/>
                <a:gd name="connsiteX2" fmla="*/ 694656 w 1054353"/>
                <a:gd name="connsiteY2" fmla="*/ 92510 h 1688174"/>
                <a:gd name="connsiteX3" fmla="*/ 588514 w 1054353"/>
                <a:gd name="connsiteY3" fmla="*/ 62170 h 1688174"/>
                <a:gd name="connsiteX4" fmla="*/ 369922 w 1054353"/>
                <a:gd name="connsiteY4" fmla="*/ 13026 h 1688174"/>
                <a:gd name="connsiteX5" fmla="*/ 305267 w 1054353"/>
                <a:gd name="connsiteY5" fmla="*/ -120 h 1688174"/>
                <a:gd name="connsiteX6" fmla="*/ 190055 w 1054353"/>
                <a:gd name="connsiteY6" fmla="*/ 66323 h 1688174"/>
                <a:gd name="connsiteX7" fmla="*/ 112774 w 1054353"/>
                <a:gd name="connsiteY7" fmla="*/ 180016 h 1688174"/>
                <a:gd name="connsiteX8" fmla="*/ 50006 w 1054353"/>
                <a:gd name="connsiteY8" fmla="*/ 255218 h 1688174"/>
                <a:gd name="connsiteX9" fmla="*/ 4693 w 1054353"/>
                <a:gd name="connsiteY9" fmla="*/ 492376 h 1688174"/>
                <a:gd name="connsiteX10" fmla="*/ 81795 w 1054353"/>
                <a:gd name="connsiteY10" fmla="*/ 726721 h 1688174"/>
                <a:gd name="connsiteX11" fmla="*/ 144747 w 1054353"/>
                <a:gd name="connsiteY11" fmla="*/ 853648 h 1688174"/>
                <a:gd name="connsiteX12" fmla="*/ 169069 w 1054353"/>
                <a:gd name="connsiteY12" fmla="*/ 1042073 h 1688174"/>
                <a:gd name="connsiteX13" fmla="*/ 193599 w 1054353"/>
                <a:gd name="connsiteY13" fmla="*/ 1098076 h 1688174"/>
                <a:gd name="connsiteX14" fmla="*/ 191899 w 1054353"/>
                <a:gd name="connsiteY14" fmla="*/ 1139148 h 1688174"/>
                <a:gd name="connsiteX15" fmla="*/ 178131 w 1054353"/>
                <a:gd name="connsiteY15" fmla="*/ 1237082 h 1688174"/>
                <a:gd name="connsiteX16" fmla="*/ 164316 w 1054353"/>
                <a:gd name="connsiteY16" fmla="*/ 1326355 h 1688174"/>
                <a:gd name="connsiteX17" fmla="*/ 166004 w 1054353"/>
                <a:gd name="connsiteY17" fmla="*/ 1488469 h 1688174"/>
                <a:gd name="connsiteX18" fmla="*/ 172392 w 1054353"/>
                <a:gd name="connsiteY18" fmla="*/ 1688054 h 1688174"/>
                <a:gd name="connsiteX19" fmla="*/ 435986 w 1054353"/>
                <a:gd name="connsiteY19" fmla="*/ 1625429 h 1688174"/>
                <a:gd name="connsiteX20" fmla="*/ 609413 w 1054353"/>
                <a:gd name="connsiteY20" fmla="*/ 1602692 h 1688174"/>
                <a:gd name="connsiteX21" fmla="*/ 713216 w 1054353"/>
                <a:gd name="connsiteY21" fmla="*/ 1568243 h 1688174"/>
                <a:gd name="connsiteX22" fmla="*/ 800744 w 1054353"/>
                <a:gd name="connsiteY22" fmla="*/ 1559308 h 1688174"/>
                <a:gd name="connsiteX23" fmla="*/ 995006 w 1054353"/>
                <a:gd name="connsiteY23" fmla="*/ 1563656 h 1688174"/>
                <a:gd name="connsiteX24" fmla="*/ 1009640 w 1054353"/>
                <a:gd name="connsiteY24" fmla="*/ 1560613 h 1688174"/>
                <a:gd name="connsiteX25" fmla="*/ 1011589 w 1054353"/>
                <a:gd name="connsiteY25" fmla="*/ 1552965 h 1688174"/>
                <a:gd name="connsiteX26" fmla="*/ 995002 w 1054353"/>
                <a:gd name="connsiteY26" fmla="*/ 1484101 h 1688174"/>
                <a:gd name="connsiteX27" fmla="*/ 975772 w 1054353"/>
                <a:gd name="connsiteY27" fmla="*/ 1438952 h 1688174"/>
                <a:gd name="connsiteX28" fmla="*/ 981391 w 1054353"/>
                <a:gd name="connsiteY28" fmla="*/ 1416534 h 1688174"/>
                <a:gd name="connsiteX29" fmla="*/ 1009822 w 1054353"/>
                <a:gd name="connsiteY29" fmla="*/ 1340712 h 1688174"/>
                <a:gd name="connsiteX30" fmla="*/ 1034865 w 1054353"/>
                <a:gd name="connsiteY30" fmla="*/ 1135142 h 1688174"/>
                <a:gd name="connsiteX31" fmla="*/ 1053551 w 1054353"/>
                <a:gd name="connsiteY31" fmla="*/ 976114 h 1688174"/>
                <a:gd name="connsiteX32" fmla="*/ 1026902 w 1054353"/>
                <a:gd name="connsiteY32" fmla="*/ 844663 h 1688174"/>
                <a:gd name="connsiteX33" fmla="*/ 1006107 w 1054353"/>
                <a:gd name="connsiteY33" fmla="*/ 815745 h 1688174"/>
                <a:gd name="connsiteX34" fmla="*/ 1001155 w 1054353"/>
                <a:gd name="connsiteY34" fmla="*/ 781163 h 1688174"/>
                <a:gd name="connsiteX35" fmla="*/ 1008667 w 1054353"/>
                <a:gd name="connsiteY35" fmla="*/ 507496 h 1688174"/>
                <a:gd name="connsiteX36" fmla="*/ 935645 w 1054353"/>
                <a:gd name="connsiteY36" fmla="*/ 377204 h 1688174"/>
                <a:gd name="connsiteX37" fmla="*/ 868116 w 1054353"/>
                <a:gd name="connsiteY37" fmla="*/ 219544 h 1688174"/>
                <a:gd name="connsiteX38" fmla="*/ 855570 w 1054353"/>
                <a:gd name="connsiteY38" fmla="*/ 106277 h 1688174"/>
                <a:gd name="connsiteX39" fmla="*/ 846005 w 1054353"/>
                <a:gd name="connsiteY39" fmla="*/ 79826 h 1688174"/>
                <a:gd name="connsiteX40" fmla="*/ 807500 w 1054353"/>
                <a:gd name="connsiteY40" fmla="*/ 68390 h 1688174"/>
                <a:gd name="connsiteX41" fmla="*/ 757318 w 1054353"/>
                <a:gd name="connsiteY41" fmla="*/ 77622 h 1688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054353" h="1688174">
                  <a:moveTo>
                    <a:pt x="757318" y="77622"/>
                  </a:moveTo>
                  <a:cubicBezTo>
                    <a:pt x="745525" y="91268"/>
                    <a:pt x="729701" y="106306"/>
                    <a:pt x="712210" y="101906"/>
                  </a:cubicBezTo>
                  <a:cubicBezTo>
                    <a:pt x="705888" y="99746"/>
                    <a:pt x="699960" y="96573"/>
                    <a:pt x="694656" y="92510"/>
                  </a:cubicBezTo>
                  <a:cubicBezTo>
                    <a:pt x="663473" y="72413"/>
                    <a:pt x="625198" y="67697"/>
                    <a:pt x="588514" y="62170"/>
                  </a:cubicBezTo>
                  <a:cubicBezTo>
                    <a:pt x="514570" y="51028"/>
                    <a:pt x="441519" y="34605"/>
                    <a:pt x="369922" y="13026"/>
                  </a:cubicBezTo>
                  <a:cubicBezTo>
                    <a:pt x="349141" y="5462"/>
                    <a:pt x="327351" y="1031"/>
                    <a:pt x="305267" y="-120"/>
                  </a:cubicBezTo>
                  <a:cubicBezTo>
                    <a:pt x="259418" y="117"/>
                    <a:pt x="218786" y="30594"/>
                    <a:pt x="190055" y="66323"/>
                  </a:cubicBezTo>
                  <a:cubicBezTo>
                    <a:pt x="161323" y="102052"/>
                    <a:pt x="140968" y="143860"/>
                    <a:pt x="112774" y="180016"/>
                  </a:cubicBezTo>
                  <a:cubicBezTo>
                    <a:pt x="92686" y="205776"/>
                    <a:pt x="68765" y="228475"/>
                    <a:pt x="50006" y="255218"/>
                  </a:cubicBezTo>
                  <a:cubicBezTo>
                    <a:pt x="2646" y="322734"/>
                    <a:pt x="-7533" y="410817"/>
                    <a:pt x="4693" y="492376"/>
                  </a:cubicBezTo>
                  <a:cubicBezTo>
                    <a:pt x="16920" y="573934"/>
                    <a:pt x="49505" y="650836"/>
                    <a:pt x="81795" y="726721"/>
                  </a:cubicBezTo>
                  <a:cubicBezTo>
                    <a:pt x="99052" y="770778"/>
                    <a:pt x="120115" y="813248"/>
                    <a:pt x="144747" y="853648"/>
                  </a:cubicBezTo>
                  <a:cubicBezTo>
                    <a:pt x="133854" y="915615"/>
                    <a:pt x="139603" y="986481"/>
                    <a:pt x="169069" y="1042073"/>
                  </a:cubicBezTo>
                  <a:cubicBezTo>
                    <a:pt x="178666" y="1060178"/>
                    <a:pt x="190426" y="1077833"/>
                    <a:pt x="193599" y="1098076"/>
                  </a:cubicBezTo>
                  <a:cubicBezTo>
                    <a:pt x="195053" y="1111776"/>
                    <a:pt x="194481" y="1125615"/>
                    <a:pt x="191899" y="1139148"/>
                  </a:cubicBezTo>
                  <a:lnTo>
                    <a:pt x="178131" y="1237082"/>
                  </a:lnTo>
                  <a:cubicBezTo>
                    <a:pt x="173939" y="1266903"/>
                    <a:pt x="169745" y="1296735"/>
                    <a:pt x="164316" y="1326355"/>
                  </a:cubicBezTo>
                  <a:cubicBezTo>
                    <a:pt x="154379" y="1380568"/>
                    <a:pt x="140898" y="1439404"/>
                    <a:pt x="166004" y="1488469"/>
                  </a:cubicBezTo>
                  <a:cubicBezTo>
                    <a:pt x="196071" y="1547226"/>
                    <a:pt x="164492" y="1622526"/>
                    <a:pt x="172392" y="1688054"/>
                  </a:cubicBezTo>
                  <a:cubicBezTo>
                    <a:pt x="257023" y="1655365"/>
                    <a:pt x="345695" y="1634298"/>
                    <a:pt x="435986" y="1625429"/>
                  </a:cubicBezTo>
                  <a:cubicBezTo>
                    <a:pt x="494116" y="1619730"/>
                    <a:pt x="553331" y="1619010"/>
                    <a:pt x="609413" y="1602692"/>
                  </a:cubicBezTo>
                  <a:cubicBezTo>
                    <a:pt x="644439" y="1592501"/>
                    <a:pt x="677654" y="1576368"/>
                    <a:pt x="713216" y="1568243"/>
                  </a:cubicBezTo>
                  <a:cubicBezTo>
                    <a:pt x="742055" y="1562583"/>
                    <a:pt x="771355" y="1559592"/>
                    <a:pt x="800744" y="1559308"/>
                  </a:cubicBezTo>
                  <a:cubicBezTo>
                    <a:pt x="865563" y="1556693"/>
                    <a:pt x="930841" y="1554101"/>
                    <a:pt x="995006" y="1563656"/>
                  </a:cubicBezTo>
                  <a:cubicBezTo>
                    <a:pt x="1000202" y="1564429"/>
                    <a:pt x="1006531" y="1564847"/>
                    <a:pt x="1009640" y="1560613"/>
                  </a:cubicBezTo>
                  <a:cubicBezTo>
                    <a:pt x="1011027" y="1558311"/>
                    <a:pt x="1011705" y="1555651"/>
                    <a:pt x="1011589" y="1552965"/>
                  </a:cubicBezTo>
                  <a:cubicBezTo>
                    <a:pt x="1012575" y="1528914"/>
                    <a:pt x="1006831" y="1505065"/>
                    <a:pt x="995002" y="1484101"/>
                  </a:cubicBezTo>
                  <a:cubicBezTo>
                    <a:pt x="986822" y="1469664"/>
                    <a:pt x="975457" y="1455542"/>
                    <a:pt x="975772" y="1438952"/>
                  </a:cubicBezTo>
                  <a:cubicBezTo>
                    <a:pt x="976364" y="1431215"/>
                    <a:pt x="978264" y="1423635"/>
                    <a:pt x="981391" y="1416534"/>
                  </a:cubicBezTo>
                  <a:lnTo>
                    <a:pt x="1009822" y="1340712"/>
                  </a:lnTo>
                  <a:cubicBezTo>
                    <a:pt x="1033822" y="1276704"/>
                    <a:pt x="1022401" y="1202355"/>
                    <a:pt x="1034865" y="1135142"/>
                  </a:cubicBezTo>
                  <a:cubicBezTo>
                    <a:pt x="1044607" y="1082605"/>
                    <a:pt x="1050849" y="1029479"/>
                    <a:pt x="1053551" y="976114"/>
                  </a:cubicBezTo>
                  <a:cubicBezTo>
                    <a:pt x="1055859" y="930503"/>
                    <a:pt x="1054425" y="881109"/>
                    <a:pt x="1026902" y="844663"/>
                  </a:cubicBezTo>
                  <a:cubicBezTo>
                    <a:pt x="1018855" y="835878"/>
                    <a:pt x="1011875" y="826171"/>
                    <a:pt x="1006107" y="815745"/>
                  </a:cubicBezTo>
                  <a:cubicBezTo>
                    <a:pt x="1002156" y="804666"/>
                    <a:pt x="1000472" y="792906"/>
                    <a:pt x="1001155" y="781163"/>
                  </a:cubicBezTo>
                  <a:cubicBezTo>
                    <a:pt x="1000542" y="689891"/>
                    <a:pt x="1003046" y="598668"/>
                    <a:pt x="1008667" y="507496"/>
                  </a:cubicBezTo>
                  <a:cubicBezTo>
                    <a:pt x="984667" y="464392"/>
                    <a:pt x="959644" y="420309"/>
                    <a:pt x="935645" y="377204"/>
                  </a:cubicBezTo>
                  <a:cubicBezTo>
                    <a:pt x="907713" y="327040"/>
                    <a:pt x="879393" y="275842"/>
                    <a:pt x="868116" y="219544"/>
                  </a:cubicBezTo>
                  <a:cubicBezTo>
                    <a:pt x="860651" y="182279"/>
                    <a:pt x="860910" y="143905"/>
                    <a:pt x="855570" y="106277"/>
                  </a:cubicBezTo>
                  <a:cubicBezTo>
                    <a:pt x="855009" y="96720"/>
                    <a:pt x="851686" y="87532"/>
                    <a:pt x="846005" y="79826"/>
                  </a:cubicBezTo>
                  <a:cubicBezTo>
                    <a:pt x="836840" y="69444"/>
                    <a:pt x="821342" y="67958"/>
                    <a:pt x="807500" y="68390"/>
                  </a:cubicBezTo>
                  <a:cubicBezTo>
                    <a:pt x="790404" y="68932"/>
                    <a:pt x="773487" y="72044"/>
                    <a:pt x="757318" y="77622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B56957CF-531C-4EF7-8240-1783DDBA1629}"/>
                </a:ext>
              </a:extLst>
            </p:cNvPr>
            <p:cNvSpPr/>
            <p:nvPr/>
          </p:nvSpPr>
          <p:spPr>
            <a:xfrm>
              <a:off x="4141347" y="1338559"/>
              <a:ext cx="173124" cy="82633"/>
            </a:xfrm>
            <a:custGeom>
              <a:avLst/>
              <a:gdLst>
                <a:gd name="connsiteX0" fmla="*/ 173080 w 173124"/>
                <a:gd name="connsiteY0" fmla="*/ 58544 h 82633"/>
                <a:gd name="connsiteX1" fmla="*/ 114512 w 173124"/>
                <a:gd name="connsiteY1" fmla="*/ 82364 h 82633"/>
                <a:gd name="connsiteX2" fmla="*/ 10050 w 173124"/>
                <a:gd name="connsiteY2" fmla="*/ 43975 h 82633"/>
                <a:gd name="connsiteX3" fmla="*/ 70 w 173124"/>
                <a:gd name="connsiteY3" fmla="*/ 3982 h 82633"/>
                <a:gd name="connsiteX4" fmla="*/ 11725 w 173124"/>
                <a:gd name="connsiteY4" fmla="*/ 1724 h 82633"/>
                <a:gd name="connsiteX5" fmla="*/ 102491 w 173124"/>
                <a:gd name="connsiteY5" fmla="*/ 5366 h 82633"/>
                <a:gd name="connsiteX6" fmla="*/ 172934 w 173124"/>
                <a:gd name="connsiteY6" fmla="*/ 58252 h 82633"/>
                <a:gd name="connsiteX7" fmla="*/ 173080 w 173124"/>
                <a:gd name="connsiteY7" fmla="*/ 58544 h 82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124" h="82633">
                  <a:moveTo>
                    <a:pt x="173080" y="58544"/>
                  </a:moveTo>
                  <a:cubicBezTo>
                    <a:pt x="156086" y="71660"/>
                    <a:pt x="135837" y="79896"/>
                    <a:pt x="114512" y="82364"/>
                  </a:cubicBezTo>
                  <a:cubicBezTo>
                    <a:pt x="86611" y="84259"/>
                    <a:pt x="27386" y="67868"/>
                    <a:pt x="10050" y="43975"/>
                  </a:cubicBezTo>
                  <a:cubicBezTo>
                    <a:pt x="2741" y="31966"/>
                    <a:pt x="-740" y="18017"/>
                    <a:pt x="70" y="3982"/>
                  </a:cubicBezTo>
                  <a:cubicBezTo>
                    <a:pt x="3848" y="2756"/>
                    <a:pt x="7763" y="1998"/>
                    <a:pt x="11725" y="1724"/>
                  </a:cubicBezTo>
                  <a:cubicBezTo>
                    <a:pt x="41992" y="-1631"/>
                    <a:pt x="72591" y="-403"/>
                    <a:pt x="102491" y="5366"/>
                  </a:cubicBezTo>
                  <a:cubicBezTo>
                    <a:pt x="131994" y="12578"/>
                    <a:pt x="160478" y="30498"/>
                    <a:pt x="172934" y="58252"/>
                  </a:cubicBezTo>
                  <a:cubicBezTo>
                    <a:pt x="173007" y="58325"/>
                    <a:pt x="173007" y="58471"/>
                    <a:pt x="173080" y="58544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D3A1F3D7-E63D-4399-9F1E-DE511EBCCD05}"/>
                </a:ext>
              </a:extLst>
            </p:cNvPr>
            <p:cNvSpPr/>
            <p:nvPr/>
          </p:nvSpPr>
          <p:spPr>
            <a:xfrm>
              <a:off x="3344611" y="1345824"/>
              <a:ext cx="965073" cy="703983"/>
            </a:xfrm>
            <a:custGeom>
              <a:avLst/>
              <a:gdLst>
                <a:gd name="connsiteX0" fmla="*/ 69846 w 965073"/>
                <a:gd name="connsiteY0" fmla="*/ 636299 h 703983"/>
                <a:gd name="connsiteX1" fmla="*/ 126827 w 965073"/>
                <a:gd name="connsiteY1" fmla="*/ 690058 h 703983"/>
                <a:gd name="connsiteX2" fmla="*/ 215622 w 965073"/>
                <a:gd name="connsiteY2" fmla="*/ 703680 h 703983"/>
                <a:gd name="connsiteX3" fmla="*/ 586674 w 965073"/>
                <a:gd name="connsiteY3" fmla="*/ 662920 h 703983"/>
                <a:gd name="connsiteX4" fmla="*/ 627540 w 965073"/>
                <a:gd name="connsiteY4" fmla="*/ 651966 h 703983"/>
                <a:gd name="connsiteX5" fmla="*/ 668842 w 965073"/>
                <a:gd name="connsiteY5" fmla="*/ 626206 h 703983"/>
                <a:gd name="connsiteX6" fmla="*/ 780505 w 965073"/>
                <a:gd name="connsiteY6" fmla="*/ 528808 h 703983"/>
                <a:gd name="connsiteX7" fmla="*/ 846698 w 965073"/>
                <a:gd name="connsiteY7" fmla="*/ 366471 h 703983"/>
                <a:gd name="connsiteX8" fmla="*/ 905835 w 965073"/>
                <a:gd name="connsiteY8" fmla="*/ 264731 h 703983"/>
                <a:gd name="connsiteX9" fmla="*/ 919315 w 965073"/>
                <a:gd name="connsiteY9" fmla="*/ 215319 h 703983"/>
                <a:gd name="connsiteX10" fmla="*/ 911710 w 965073"/>
                <a:gd name="connsiteY10" fmla="*/ 162260 h 703983"/>
                <a:gd name="connsiteX11" fmla="*/ 954633 w 965073"/>
                <a:gd name="connsiteY11" fmla="*/ 85046 h 703983"/>
                <a:gd name="connsiteX12" fmla="*/ 964842 w 965073"/>
                <a:gd name="connsiteY12" fmla="*/ 71479 h 703983"/>
                <a:gd name="connsiteX13" fmla="*/ 962411 w 965073"/>
                <a:gd name="connsiteY13" fmla="*/ 58255 h 703983"/>
                <a:gd name="connsiteX14" fmla="*/ 891942 w 965073"/>
                <a:gd name="connsiteY14" fmla="*/ 5350 h 703983"/>
                <a:gd name="connsiteX15" fmla="*/ 801146 w 965073"/>
                <a:gd name="connsiteY15" fmla="*/ 1745 h 703983"/>
                <a:gd name="connsiteX16" fmla="*/ 771406 w 965073"/>
                <a:gd name="connsiteY16" fmla="*/ 9644 h 703983"/>
                <a:gd name="connsiteX17" fmla="*/ 750252 w 965073"/>
                <a:gd name="connsiteY17" fmla="*/ 65347 h 703983"/>
                <a:gd name="connsiteX18" fmla="*/ 736430 w 965073"/>
                <a:gd name="connsiteY18" fmla="*/ 90757 h 703983"/>
                <a:gd name="connsiteX19" fmla="*/ 721412 w 965073"/>
                <a:gd name="connsiteY19" fmla="*/ 102500 h 703983"/>
                <a:gd name="connsiteX20" fmla="*/ 691646 w 965073"/>
                <a:gd name="connsiteY20" fmla="*/ 177573 h 703983"/>
                <a:gd name="connsiteX21" fmla="*/ 643943 w 965073"/>
                <a:gd name="connsiteY21" fmla="*/ 277160 h 703983"/>
                <a:gd name="connsiteX22" fmla="*/ 574192 w 965073"/>
                <a:gd name="connsiteY22" fmla="*/ 338566 h 703983"/>
                <a:gd name="connsiteX23" fmla="*/ 565082 w 965073"/>
                <a:gd name="connsiteY23" fmla="*/ 357678 h 703983"/>
                <a:gd name="connsiteX24" fmla="*/ 540727 w 965073"/>
                <a:gd name="connsiteY24" fmla="*/ 365162 h 703983"/>
                <a:gd name="connsiteX25" fmla="*/ 474259 w 965073"/>
                <a:gd name="connsiteY25" fmla="*/ 375254 h 703983"/>
                <a:gd name="connsiteX26" fmla="*/ 395312 w 965073"/>
                <a:gd name="connsiteY26" fmla="*/ 364220 h 703983"/>
                <a:gd name="connsiteX27" fmla="*/ 378466 w 965073"/>
                <a:gd name="connsiteY27" fmla="*/ 365714 h 703983"/>
                <a:gd name="connsiteX28" fmla="*/ 364650 w 965073"/>
                <a:gd name="connsiteY28" fmla="*/ 360899 h 703983"/>
                <a:gd name="connsiteX29" fmla="*/ 333314 w 965073"/>
                <a:gd name="connsiteY29" fmla="*/ 348571 h 703983"/>
                <a:gd name="connsiteX30" fmla="*/ 303585 w 965073"/>
                <a:gd name="connsiteY30" fmla="*/ 360054 h 703983"/>
                <a:gd name="connsiteX31" fmla="*/ 284567 w 965073"/>
                <a:gd name="connsiteY31" fmla="*/ 332197 h 703983"/>
                <a:gd name="connsiteX32" fmla="*/ 255727 w 965073"/>
                <a:gd name="connsiteY32" fmla="*/ 318435 h 703983"/>
                <a:gd name="connsiteX33" fmla="*/ 246199 w 965073"/>
                <a:gd name="connsiteY33" fmla="*/ 296916 h 703983"/>
                <a:gd name="connsiteX34" fmla="*/ 217426 w 965073"/>
                <a:gd name="connsiteY34" fmla="*/ 297958 h 703983"/>
                <a:gd name="connsiteX35" fmla="*/ 148910 w 965073"/>
                <a:gd name="connsiteY35" fmla="*/ 269165 h 703983"/>
                <a:gd name="connsiteX36" fmla="*/ 85350 w 965073"/>
                <a:gd name="connsiteY36" fmla="*/ 250274 h 703983"/>
                <a:gd name="connsiteX37" fmla="*/ 73587 w 965073"/>
                <a:gd name="connsiteY37" fmla="*/ 229286 h 703983"/>
                <a:gd name="connsiteX38" fmla="*/ 58495 w 965073"/>
                <a:gd name="connsiteY38" fmla="*/ 227537 h 703983"/>
                <a:gd name="connsiteX39" fmla="*/ 12854 w 965073"/>
                <a:gd name="connsiteY39" fmla="*/ 241389 h 703983"/>
                <a:gd name="connsiteX40" fmla="*/ 19568 w 965073"/>
                <a:gd name="connsiteY40" fmla="*/ 521032 h 703983"/>
                <a:gd name="connsiteX41" fmla="*/ 69846 w 965073"/>
                <a:gd name="connsiteY41" fmla="*/ 636299 h 703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965073" h="703983">
                  <a:moveTo>
                    <a:pt x="69846" y="636299"/>
                  </a:moveTo>
                  <a:cubicBezTo>
                    <a:pt x="86311" y="656826"/>
                    <a:pt x="103471" y="677935"/>
                    <a:pt x="126827" y="690058"/>
                  </a:cubicBezTo>
                  <a:cubicBezTo>
                    <a:pt x="153699" y="704006"/>
                    <a:pt x="185352" y="704324"/>
                    <a:pt x="215622" y="703680"/>
                  </a:cubicBezTo>
                  <a:cubicBezTo>
                    <a:pt x="340263" y="701021"/>
                    <a:pt x="464427" y="687381"/>
                    <a:pt x="586674" y="662920"/>
                  </a:cubicBezTo>
                  <a:cubicBezTo>
                    <a:pt x="600602" y="660522"/>
                    <a:pt x="614280" y="656856"/>
                    <a:pt x="627540" y="651966"/>
                  </a:cubicBezTo>
                  <a:cubicBezTo>
                    <a:pt x="642237" y="644969"/>
                    <a:pt x="656093" y="636327"/>
                    <a:pt x="668842" y="626206"/>
                  </a:cubicBezTo>
                  <a:cubicBezTo>
                    <a:pt x="709086" y="597273"/>
                    <a:pt x="749903" y="567799"/>
                    <a:pt x="780505" y="528808"/>
                  </a:cubicBezTo>
                  <a:cubicBezTo>
                    <a:pt x="816913" y="481717"/>
                    <a:pt x="839797" y="425593"/>
                    <a:pt x="846698" y="366471"/>
                  </a:cubicBezTo>
                  <a:cubicBezTo>
                    <a:pt x="875806" y="339652"/>
                    <a:pt x="891263" y="301531"/>
                    <a:pt x="905835" y="264731"/>
                  </a:cubicBezTo>
                  <a:cubicBezTo>
                    <a:pt x="913031" y="249120"/>
                    <a:pt x="917586" y="232422"/>
                    <a:pt x="919315" y="215319"/>
                  </a:cubicBezTo>
                  <a:cubicBezTo>
                    <a:pt x="920098" y="197822"/>
                    <a:pt x="908503" y="179479"/>
                    <a:pt x="911710" y="162260"/>
                  </a:cubicBezTo>
                  <a:cubicBezTo>
                    <a:pt x="917325" y="132569"/>
                    <a:pt x="932380" y="105487"/>
                    <a:pt x="954633" y="85046"/>
                  </a:cubicBezTo>
                  <a:cubicBezTo>
                    <a:pt x="959351" y="81681"/>
                    <a:pt x="962917" y="76944"/>
                    <a:pt x="964842" y="71479"/>
                  </a:cubicBezTo>
                  <a:cubicBezTo>
                    <a:pt x="965441" y="66925"/>
                    <a:pt x="964590" y="62298"/>
                    <a:pt x="962411" y="58255"/>
                  </a:cubicBezTo>
                  <a:cubicBezTo>
                    <a:pt x="949955" y="30510"/>
                    <a:pt x="921473" y="12621"/>
                    <a:pt x="891942" y="5350"/>
                  </a:cubicBezTo>
                  <a:cubicBezTo>
                    <a:pt x="862031" y="-418"/>
                    <a:pt x="831420" y="-1633"/>
                    <a:pt x="801146" y="1745"/>
                  </a:cubicBezTo>
                  <a:cubicBezTo>
                    <a:pt x="791054" y="3655"/>
                    <a:pt x="781116" y="6295"/>
                    <a:pt x="771406" y="9644"/>
                  </a:cubicBezTo>
                  <a:lnTo>
                    <a:pt x="750252" y="65347"/>
                  </a:lnTo>
                  <a:cubicBezTo>
                    <a:pt x="747410" y="74664"/>
                    <a:pt x="742708" y="83308"/>
                    <a:pt x="736430" y="90757"/>
                  </a:cubicBezTo>
                  <a:cubicBezTo>
                    <a:pt x="731719" y="95034"/>
                    <a:pt x="726700" y="98959"/>
                    <a:pt x="721412" y="102500"/>
                  </a:cubicBezTo>
                  <a:cubicBezTo>
                    <a:pt x="699612" y="121010"/>
                    <a:pt x="688453" y="149154"/>
                    <a:pt x="691646" y="177573"/>
                  </a:cubicBezTo>
                  <a:cubicBezTo>
                    <a:pt x="651958" y="192980"/>
                    <a:pt x="631074" y="236577"/>
                    <a:pt x="643943" y="277160"/>
                  </a:cubicBezTo>
                  <a:cubicBezTo>
                    <a:pt x="611591" y="284096"/>
                    <a:pt x="585173" y="307354"/>
                    <a:pt x="574192" y="338566"/>
                  </a:cubicBezTo>
                  <a:cubicBezTo>
                    <a:pt x="572686" y="345559"/>
                    <a:pt x="569566" y="352104"/>
                    <a:pt x="565082" y="357678"/>
                  </a:cubicBezTo>
                  <a:cubicBezTo>
                    <a:pt x="558102" y="362970"/>
                    <a:pt x="549474" y="365621"/>
                    <a:pt x="540727" y="365162"/>
                  </a:cubicBezTo>
                  <a:cubicBezTo>
                    <a:pt x="516823" y="366641"/>
                    <a:pt x="495922" y="385466"/>
                    <a:pt x="474259" y="375254"/>
                  </a:cubicBezTo>
                  <a:cubicBezTo>
                    <a:pt x="449651" y="363721"/>
                    <a:pt x="422139" y="359876"/>
                    <a:pt x="395312" y="364220"/>
                  </a:cubicBezTo>
                  <a:cubicBezTo>
                    <a:pt x="389796" y="365518"/>
                    <a:pt x="384123" y="366021"/>
                    <a:pt x="378466" y="365714"/>
                  </a:cubicBezTo>
                  <a:cubicBezTo>
                    <a:pt x="373626" y="364883"/>
                    <a:pt x="368958" y="363256"/>
                    <a:pt x="364650" y="360899"/>
                  </a:cubicBezTo>
                  <a:cubicBezTo>
                    <a:pt x="354895" y="355214"/>
                    <a:pt x="344327" y="351056"/>
                    <a:pt x="333314" y="348571"/>
                  </a:cubicBezTo>
                  <a:cubicBezTo>
                    <a:pt x="322007" y="346213"/>
                    <a:pt x="310370" y="350708"/>
                    <a:pt x="303585" y="360054"/>
                  </a:cubicBezTo>
                  <a:cubicBezTo>
                    <a:pt x="295999" y="351736"/>
                    <a:pt x="291479" y="341083"/>
                    <a:pt x="284567" y="332197"/>
                  </a:cubicBezTo>
                  <a:cubicBezTo>
                    <a:pt x="278319" y="322537"/>
                    <a:pt x="267167" y="317215"/>
                    <a:pt x="255727" y="318435"/>
                  </a:cubicBezTo>
                  <a:cubicBezTo>
                    <a:pt x="262928" y="312019"/>
                    <a:pt x="255557" y="299250"/>
                    <a:pt x="246199" y="296916"/>
                  </a:cubicBezTo>
                  <a:cubicBezTo>
                    <a:pt x="236600" y="296127"/>
                    <a:pt x="226942" y="296477"/>
                    <a:pt x="217426" y="297958"/>
                  </a:cubicBezTo>
                  <a:cubicBezTo>
                    <a:pt x="192408" y="297827"/>
                    <a:pt x="173212" y="275111"/>
                    <a:pt x="148910" y="269165"/>
                  </a:cubicBezTo>
                  <a:cubicBezTo>
                    <a:pt x="126573" y="263699"/>
                    <a:pt x="96801" y="270217"/>
                    <a:pt x="85350" y="250274"/>
                  </a:cubicBezTo>
                  <a:cubicBezTo>
                    <a:pt x="81291" y="243204"/>
                    <a:pt x="80497" y="233615"/>
                    <a:pt x="73587" y="229286"/>
                  </a:cubicBezTo>
                  <a:cubicBezTo>
                    <a:pt x="68907" y="226987"/>
                    <a:pt x="63577" y="226369"/>
                    <a:pt x="58495" y="227537"/>
                  </a:cubicBezTo>
                  <a:cubicBezTo>
                    <a:pt x="42631" y="229648"/>
                    <a:pt x="27216" y="234327"/>
                    <a:pt x="12854" y="241389"/>
                  </a:cubicBezTo>
                  <a:cubicBezTo>
                    <a:pt x="-10569" y="333011"/>
                    <a:pt x="1720" y="428162"/>
                    <a:pt x="19568" y="521032"/>
                  </a:cubicBezTo>
                  <a:cubicBezTo>
                    <a:pt x="26089" y="563152"/>
                    <a:pt x="43411" y="602865"/>
                    <a:pt x="69846" y="636299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FE11EE61-6B2A-4C88-95CB-76C1DA329610}"/>
                </a:ext>
              </a:extLst>
            </p:cNvPr>
            <p:cNvSpPr/>
            <p:nvPr/>
          </p:nvSpPr>
          <p:spPr>
            <a:xfrm>
              <a:off x="3297316" y="2279710"/>
              <a:ext cx="143431" cy="265743"/>
            </a:xfrm>
            <a:custGeom>
              <a:avLst/>
              <a:gdLst>
                <a:gd name="connsiteX0" fmla="*/ 116437 w 143431"/>
                <a:gd name="connsiteY0" fmla="*/ 30743 h 265743"/>
                <a:gd name="connsiteX1" fmla="*/ -45 w 143431"/>
                <a:gd name="connsiteY1" fmla="*/ 265623 h 265743"/>
                <a:gd name="connsiteX2" fmla="*/ 60036 w 143431"/>
                <a:gd name="connsiteY2" fmla="*/ 221538 h 265743"/>
                <a:gd name="connsiteX3" fmla="*/ 117520 w 143431"/>
                <a:gd name="connsiteY3" fmla="*/ 144315 h 265743"/>
                <a:gd name="connsiteX4" fmla="*/ 139516 w 143431"/>
                <a:gd name="connsiteY4" fmla="*/ 49171 h 265743"/>
                <a:gd name="connsiteX5" fmla="*/ 139630 w 143431"/>
                <a:gd name="connsiteY5" fmla="*/ -120 h 265743"/>
                <a:gd name="connsiteX6" fmla="*/ 116437 w 143431"/>
                <a:gd name="connsiteY6" fmla="*/ 30743 h 2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3431" h="265743">
                  <a:moveTo>
                    <a:pt x="116437" y="30743"/>
                  </a:moveTo>
                  <a:lnTo>
                    <a:pt x="-45" y="265623"/>
                  </a:lnTo>
                  <a:cubicBezTo>
                    <a:pt x="12544" y="243859"/>
                    <a:pt x="39095" y="235455"/>
                    <a:pt x="60036" y="221538"/>
                  </a:cubicBezTo>
                  <a:cubicBezTo>
                    <a:pt x="86706" y="202345"/>
                    <a:pt x="106785" y="175371"/>
                    <a:pt x="117520" y="144315"/>
                  </a:cubicBezTo>
                  <a:cubicBezTo>
                    <a:pt x="128105" y="113442"/>
                    <a:pt x="135476" y="81558"/>
                    <a:pt x="139516" y="49171"/>
                  </a:cubicBezTo>
                  <a:cubicBezTo>
                    <a:pt x="141897" y="34264"/>
                    <a:pt x="146825" y="13378"/>
                    <a:pt x="139630" y="-120"/>
                  </a:cubicBezTo>
                  <a:cubicBezTo>
                    <a:pt x="126240" y="2634"/>
                    <a:pt x="121910" y="19708"/>
                    <a:pt x="116437" y="30743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04604038-F8FF-4E19-A16C-994C4D738D26}"/>
                </a:ext>
              </a:extLst>
            </p:cNvPr>
            <p:cNvSpPr/>
            <p:nvPr/>
          </p:nvSpPr>
          <p:spPr>
            <a:xfrm>
              <a:off x="2795254" y="2464108"/>
              <a:ext cx="331780" cy="376626"/>
            </a:xfrm>
            <a:custGeom>
              <a:avLst/>
              <a:gdLst>
                <a:gd name="connsiteX0" fmla="*/ 283330 w 331780"/>
                <a:gd name="connsiteY0" fmla="*/ 45739 h 376626"/>
                <a:gd name="connsiteX1" fmla="*/ 195944 w 331780"/>
                <a:gd name="connsiteY1" fmla="*/ 113931 h 376626"/>
                <a:gd name="connsiteX2" fmla="*/ 33208 w 331780"/>
                <a:gd name="connsiteY2" fmla="*/ 314007 h 376626"/>
                <a:gd name="connsiteX3" fmla="*/ -45 w 331780"/>
                <a:gd name="connsiteY3" fmla="*/ 374593 h 376626"/>
                <a:gd name="connsiteX4" fmla="*/ 19143 w 331780"/>
                <a:gd name="connsiteY4" fmla="*/ 369628 h 376626"/>
                <a:gd name="connsiteX5" fmla="*/ 110616 w 331780"/>
                <a:gd name="connsiteY5" fmla="*/ 289238 h 376626"/>
                <a:gd name="connsiteX6" fmla="*/ 141123 w 331780"/>
                <a:gd name="connsiteY6" fmla="*/ 258364 h 376626"/>
                <a:gd name="connsiteX7" fmla="*/ 178461 w 331780"/>
                <a:gd name="connsiteY7" fmla="*/ 187884 h 376626"/>
                <a:gd name="connsiteX8" fmla="*/ 234049 w 331780"/>
                <a:gd name="connsiteY8" fmla="*/ 131233 h 376626"/>
                <a:gd name="connsiteX9" fmla="*/ 328064 w 331780"/>
                <a:gd name="connsiteY9" fmla="*/ -120 h 376626"/>
                <a:gd name="connsiteX10" fmla="*/ 283330 w 331780"/>
                <a:gd name="connsiteY10" fmla="*/ 45739 h 376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1780" h="376626">
                  <a:moveTo>
                    <a:pt x="283330" y="45739"/>
                  </a:moveTo>
                  <a:cubicBezTo>
                    <a:pt x="257049" y="71756"/>
                    <a:pt x="224865" y="90883"/>
                    <a:pt x="195944" y="113931"/>
                  </a:cubicBezTo>
                  <a:cubicBezTo>
                    <a:pt x="128403" y="167757"/>
                    <a:pt x="80209" y="241550"/>
                    <a:pt x="33208" y="314007"/>
                  </a:cubicBezTo>
                  <a:cubicBezTo>
                    <a:pt x="19932" y="332919"/>
                    <a:pt x="8780" y="353238"/>
                    <a:pt x="-45" y="374593"/>
                  </a:cubicBezTo>
                  <a:cubicBezTo>
                    <a:pt x="5456" y="379306"/>
                    <a:pt x="13703" y="374410"/>
                    <a:pt x="19143" y="369628"/>
                  </a:cubicBezTo>
                  <a:lnTo>
                    <a:pt x="110616" y="289238"/>
                  </a:lnTo>
                  <a:cubicBezTo>
                    <a:pt x="121843" y="280049"/>
                    <a:pt x="132069" y="269700"/>
                    <a:pt x="141123" y="258364"/>
                  </a:cubicBezTo>
                  <a:cubicBezTo>
                    <a:pt x="156995" y="236983"/>
                    <a:pt x="164037" y="210267"/>
                    <a:pt x="178461" y="187884"/>
                  </a:cubicBezTo>
                  <a:cubicBezTo>
                    <a:pt x="194167" y="166423"/>
                    <a:pt x="212889" y="147343"/>
                    <a:pt x="234049" y="131233"/>
                  </a:cubicBezTo>
                  <a:cubicBezTo>
                    <a:pt x="255037" y="113224"/>
                    <a:pt x="351609" y="31576"/>
                    <a:pt x="328064" y="-120"/>
                  </a:cubicBezTo>
                  <a:cubicBezTo>
                    <a:pt x="311090" y="8432"/>
                    <a:pt x="297217" y="31992"/>
                    <a:pt x="283330" y="45739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3526E0BD-7CBD-4C80-9DA5-8B41BBFF710A}"/>
                </a:ext>
              </a:extLst>
            </p:cNvPr>
            <p:cNvSpPr/>
            <p:nvPr/>
          </p:nvSpPr>
          <p:spPr>
            <a:xfrm>
              <a:off x="2502883" y="1437489"/>
              <a:ext cx="827987" cy="593550"/>
            </a:xfrm>
            <a:custGeom>
              <a:avLst/>
              <a:gdLst>
                <a:gd name="connsiteX0" fmla="*/ 775558 w 827987"/>
                <a:gd name="connsiteY0" fmla="*/ 54245 h 593550"/>
                <a:gd name="connsiteX1" fmla="*/ 678746 w 827987"/>
                <a:gd name="connsiteY1" fmla="*/ 22378 h 593550"/>
                <a:gd name="connsiteX2" fmla="*/ 617146 w 827987"/>
                <a:gd name="connsiteY2" fmla="*/ 17948 h 593550"/>
                <a:gd name="connsiteX3" fmla="*/ 560666 w 827987"/>
                <a:gd name="connsiteY3" fmla="*/ 28744 h 593550"/>
                <a:gd name="connsiteX4" fmla="*/ 482009 w 827987"/>
                <a:gd name="connsiteY4" fmla="*/ 12224 h 593550"/>
                <a:gd name="connsiteX5" fmla="*/ 404147 w 827987"/>
                <a:gd name="connsiteY5" fmla="*/ 18116 h 593550"/>
                <a:gd name="connsiteX6" fmla="*/ 387199 w 827987"/>
                <a:gd name="connsiteY6" fmla="*/ 27118 h 593550"/>
                <a:gd name="connsiteX7" fmla="*/ 369681 w 827987"/>
                <a:gd name="connsiteY7" fmla="*/ 18526 h 593550"/>
                <a:gd name="connsiteX8" fmla="*/ 245299 w 827987"/>
                <a:gd name="connsiteY8" fmla="*/ 25081 h 593550"/>
                <a:gd name="connsiteX9" fmla="*/ 143191 w 827987"/>
                <a:gd name="connsiteY9" fmla="*/ 197725 h 593550"/>
                <a:gd name="connsiteX10" fmla="*/ 97333 w 827987"/>
                <a:gd name="connsiteY10" fmla="*/ 228830 h 593550"/>
                <a:gd name="connsiteX11" fmla="*/ 89426 w 827987"/>
                <a:gd name="connsiteY11" fmla="*/ 243787 h 593550"/>
                <a:gd name="connsiteX12" fmla="*/ 75452 w 827987"/>
                <a:gd name="connsiteY12" fmla="*/ 253745 h 593550"/>
                <a:gd name="connsiteX13" fmla="*/ 27541 w 827987"/>
                <a:gd name="connsiteY13" fmla="*/ 281286 h 593550"/>
                <a:gd name="connsiteX14" fmla="*/ -34 w 827987"/>
                <a:gd name="connsiteY14" fmla="*/ 327509 h 593550"/>
                <a:gd name="connsiteX15" fmla="*/ 8434 w 827987"/>
                <a:gd name="connsiteY15" fmla="*/ 366383 h 593550"/>
                <a:gd name="connsiteX16" fmla="*/ 362899 w 827987"/>
                <a:gd name="connsiteY16" fmla="*/ 593045 h 593550"/>
                <a:gd name="connsiteX17" fmla="*/ 400031 w 827987"/>
                <a:gd name="connsiteY17" fmla="*/ 581456 h 593550"/>
                <a:gd name="connsiteX18" fmla="*/ 413046 w 827987"/>
                <a:gd name="connsiteY18" fmla="*/ 560020 h 593550"/>
                <a:gd name="connsiteX19" fmla="*/ 524281 w 827987"/>
                <a:gd name="connsiteY19" fmla="*/ 405958 h 593550"/>
                <a:gd name="connsiteX20" fmla="*/ 576390 w 827987"/>
                <a:gd name="connsiteY20" fmla="*/ 305207 h 593550"/>
                <a:gd name="connsiteX21" fmla="*/ 699275 w 827987"/>
                <a:gd name="connsiteY21" fmla="*/ 186177 h 593550"/>
                <a:gd name="connsiteX22" fmla="*/ 785966 w 827987"/>
                <a:gd name="connsiteY22" fmla="*/ 147391 h 593550"/>
                <a:gd name="connsiteX23" fmla="*/ 825165 w 827987"/>
                <a:gd name="connsiteY23" fmla="*/ 114834 h 593550"/>
                <a:gd name="connsiteX24" fmla="*/ 775558 w 827987"/>
                <a:gd name="connsiteY24" fmla="*/ 54245 h 59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27987" h="593550">
                  <a:moveTo>
                    <a:pt x="775558" y="54245"/>
                  </a:moveTo>
                  <a:cubicBezTo>
                    <a:pt x="746537" y="36180"/>
                    <a:pt x="712373" y="28520"/>
                    <a:pt x="678746" y="22378"/>
                  </a:cubicBezTo>
                  <a:cubicBezTo>
                    <a:pt x="658557" y="17783"/>
                    <a:pt x="637785" y="16290"/>
                    <a:pt x="617146" y="17948"/>
                  </a:cubicBezTo>
                  <a:cubicBezTo>
                    <a:pt x="598104" y="20324"/>
                    <a:pt x="579827" y="27677"/>
                    <a:pt x="560666" y="28744"/>
                  </a:cubicBezTo>
                  <a:cubicBezTo>
                    <a:pt x="533772" y="30243"/>
                    <a:pt x="507989" y="19334"/>
                    <a:pt x="482009" y="12224"/>
                  </a:cubicBezTo>
                  <a:cubicBezTo>
                    <a:pt x="456030" y="5114"/>
                    <a:pt x="426019" y="2397"/>
                    <a:pt x="404147" y="18116"/>
                  </a:cubicBezTo>
                  <a:cubicBezTo>
                    <a:pt x="399492" y="22699"/>
                    <a:pt x="393603" y="25827"/>
                    <a:pt x="387199" y="27118"/>
                  </a:cubicBezTo>
                  <a:cubicBezTo>
                    <a:pt x="380557" y="26312"/>
                    <a:pt x="374384" y="23284"/>
                    <a:pt x="369681" y="18526"/>
                  </a:cubicBezTo>
                  <a:cubicBezTo>
                    <a:pt x="331777" y="-8604"/>
                    <a:pt x="280141" y="-5882"/>
                    <a:pt x="245299" y="25081"/>
                  </a:cubicBezTo>
                  <a:cubicBezTo>
                    <a:pt x="195702" y="71586"/>
                    <a:pt x="201315" y="162453"/>
                    <a:pt x="143191" y="197725"/>
                  </a:cubicBezTo>
                  <a:cubicBezTo>
                    <a:pt x="127169" y="207447"/>
                    <a:pt x="106687" y="212591"/>
                    <a:pt x="97333" y="228830"/>
                  </a:cubicBezTo>
                  <a:cubicBezTo>
                    <a:pt x="95068" y="234004"/>
                    <a:pt x="92426" y="239003"/>
                    <a:pt x="89426" y="243787"/>
                  </a:cubicBezTo>
                  <a:cubicBezTo>
                    <a:pt x="85532" y="248066"/>
                    <a:pt x="80767" y="251461"/>
                    <a:pt x="75452" y="253745"/>
                  </a:cubicBezTo>
                  <a:cubicBezTo>
                    <a:pt x="58586" y="261272"/>
                    <a:pt x="42533" y="270500"/>
                    <a:pt x="27541" y="281286"/>
                  </a:cubicBezTo>
                  <a:cubicBezTo>
                    <a:pt x="12429" y="292288"/>
                    <a:pt x="2468" y="308985"/>
                    <a:pt x="-34" y="327509"/>
                  </a:cubicBezTo>
                  <a:cubicBezTo>
                    <a:pt x="-248" y="340947"/>
                    <a:pt x="2650" y="354252"/>
                    <a:pt x="8434" y="366383"/>
                  </a:cubicBezTo>
                  <a:cubicBezTo>
                    <a:pt x="66717" y="509337"/>
                    <a:pt x="208684" y="600116"/>
                    <a:pt x="362899" y="593045"/>
                  </a:cubicBezTo>
                  <a:cubicBezTo>
                    <a:pt x="376262" y="593733"/>
                    <a:pt x="389431" y="589623"/>
                    <a:pt x="400031" y="581456"/>
                  </a:cubicBezTo>
                  <a:cubicBezTo>
                    <a:pt x="405623" y="575152"/>
                    <a:pt x="410032" y="567890"/>
                    <a:pt x="413046" y="560020"/>
                  </a:cubicBezTo>
                  <a:cubicBezTo>
                    <a:pt x="440371" y="502726"/>
                    <a:pt x="491692" y="460431"/>
                    <a:pt x="524281" y="405958"/>
                  </a:cubicBezTo>
                  <a:cubicBezTo>
                    <a:pt x="543703" y="373493"/>
                    <a:pt x="556171" y="337182"/>
                    <a:pt x="576390" y="305207"/>
                  </a:cubicBezTo>
                  <a:cubicBezTo>
                    <a:pt x="607039" y="256734"/>
                    <a:pt x="653651" y="220926"/>
                    <a:pt x="699275" y="186177"/>
                  </a:cubicBezTo>
                  <a:cubicBezTo>
                    <a:pt x="725002" y="166582"/>
                    <a:pt x="753645" y="146018"/>
                    <a:pt x="785966" y="147391"/>
                  </a:cubicBezTo>
                  <a:cubicBezTo>
                    <a:pt x="814773" y="148618"/>
                    <a:pt x="835725" y="150164"/>
                    <a:pt x="825165" y="114834"/>
                  </a:cubicBezTo>
                  <a:cubicBezTo>
                    <a:pt x="816365" y="89379"/>
                    <a:pt x="798776" y="67896"/>
                    <a:pt x="775558" y="54245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CC3A9BA7-1174-43A6-8FD1-33F6FDC018D5}"/>
                </a:ext>
              </a:extLst>
            </p:cNvPr>
            <p:cNvSpPr/>
            <p:nvPr/>
          </p:nvSpPr>
          <p:spPr>
            <a:xfrm>
              <a:off x="2502883" y="1437489"/>
              <a:ext cx="827987" cy="593550"/>
            </a:xfrm>
            <a:custGeom>
              <a:avLst/>
              <a:gdLst>
                <a:gd name="connsiteX0" fmla="*/ 775558 w 827987"/>
                <a:gd name="connsiteY0" fmla="*/ 54245 h 593550"/>
                <a:gd name="connsiteX1" fmla="*/ 678746 w 827987"/>
                <a:gd name="connsiteY1" fmla="*/ 22378 h 593550"/>
                <a:gd name="connsiteX2" fmla="*/ 617146 w 827987"/>
                <a:gd name="connsiteY2" fmla="*/ 17948 h 593550"/>
                <a:gd name="connsiteX3" fmla="*/ 560666 w 827987"/>
                <a:gd name="connsiteY3" fmla="*/ 28744 h 593550"/>
                <a:gd name="connsiteX4" fmla="*/ 482009 w 827987"/>
                <a:gd name="connsiteY4" fmla="*/ 12224 h 593550"/>
                <a:gd name="connsiteX5" fmla="*/ 404147 w 827987"/>
                <a:gd name="connsiteY5" fmla="*/ 18116 h 593550"/>
                <a:gd name="connsiteX6" fmla="*/ 387199 w 827987"/>
                <a:gd name="connsiteY6" fmla="*/ 27118 h 593550"/>
                <a:gd name="connsiteX7" fmla="*/ 369681 w 827987"/>
                <a:gd name="connsiteY7" fmla="*/ 18526 h 593550"/>
                <a:gd name="connsiteX8" fmla="*/ 245299 w 827987"/>
                <a:gd name="connsiteY8" fmla="*/ 25081 h 593550"/>
                <a:gd name="connsiteX9" fmla="*/ 143191 w 827987"/>
                <a:gd name="connsiteY9" fmla="*/ 197725 h 593550"/>
                <a:gd name="connsiteX10" fmla="*/ 97333 w 827987"/>
                <a:gd name="connsiteY10" fmla="*/ 228830 h 593550"/>
                <a:gd name="connsiteX11" fmla="*/ 89426 w 827987"/>
                <a:gd name="connsiteY11" fmla="*/ 243787 h 593550"/>
                <a:gd name="connsiteX12" fmla="*/ 75452 w 827987"/>
                <a:gd name="connsiteY12" fmla="*/ 253745 h 593550"/>
                <a:gd name="connsiteX13" fmla="*/ 27541 w 827987"/>
                <a:gd name="connsiteY13" fmla="*/ 281286 h 593550"/>
                <a:gd name="connsiteX14" fmla="*/ -34 w 827987"/>
                <a:gd name="connsiteY14" fmla="*/ 327509 h 593550"/>
                <a:gd name="connsiteX15" fmla="*/ 8434 w 827987"/>
                <a:gd name="connsiteY15" fmla="*/ 366383 h 593550"/>
                <a:gd name="connsiteX16" fmla="*/ 362899 w 827987"/>
                <a:gd name="connsiteY16" fmla="*/ 593045 h 593550"/>
                <a:gd name="connsiteX17" fmla="*/ 400031 w 827987"/>
                <a:gd name="connsiteY17" fmla="*/ 581456 h 593550"/>
                <a:gd name="connsiteX18" fmla="*/ 413046 w 827987"/>
                <a:gd name="connsiteY18" fmla="*/ 560020 h 593550"/>
                <a:gd name="connsiteX19" fmla="*/ 524281 w 827987"/>
                <a:gd name="connsiteY19" fmla="*/ 405958 h 593550"/>
                <a:gd name="connsiteX20" fmla="*/ 576390 w 827987"/>
                <a:gd name="connsiteY20" fmla="*/ 305207 h 593550"/>
                <a:gd name="connsiteX21" fmla="*/ 699275 w 827987"/>
                <a:gd name="connsiteY21" fmla="*/ 186177 h 593550"/>
                <a:gd name="connsiteX22" fmla="*/ 785966 w 827987"/>
                <a:gd name="connsiteY22" fmla="*/ 147391 h 593550"/>
                <a:gd name="connsiteX23" fmla="*/ 825165 w 827987"/>
                <a:gd name="connsiteY23" fmla="*/ 114834 h 593550"/>
                <a:gd name="connsiteX24" fmla="*/ 775558 w 827987"/>
                <a:gd name="connsiteY24" fmla="*/ 54245 h 59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27987" h="593550">
                  <a:moveTo>
                    <a:pt x="775558" y="54245"/>
                  </a:moveTo>
                  <a:cubicBezTo>
                    <a:pt x="746537" y="36180"/>
                    <a:pt x="712373" y="28520"/>
                    <a:pt x="678746" y="22378"/>
                  </a:cubicBezTo>
                  <a:cubicBezTo>
                    <a:pt x="658557" y="17783"/>
                    <a:pt x="637785" y="16290"/>
                    <a:pt x="617146" y="17948"/>
                  </a:cubicBezTo>
                  <a:cubicBezTo>
                    <a:pt x="598104" y="20324"/>
                    <a:pt x="579827" y="27677"/>
                    <a:pt x="560666" y="28744"/>
                  </a:cubicBezTo>
                  <a:cubicBezTo>
                    <a:pt x="533772" y="30243"/>
                    <a:pt x="507989" y="19334"/>
                    <a:pt x="482009" y="12224"/>
                  </a:cubicBezTo>
                  <a:cubicBezTo>
                    <a:pt x="456030" y="5114"/>
                    <a:pt x="426019" y="2397"/>
                    <a:pt x="404147" y="18116"/>
                  </a:cubicBezTo>
                  <a:cubicBezTo>
                    <a:pt x="399492" y="22699"/>
                    <a:pt x="393603" y="25827"/>
                    <a:pt x="387199" y="27118"/>
                  </a:cubicBezTo>
                  <a:cubicBezTo>
                    <a:pt x="380557" y="26312"/>
                    <a:pt x="374384" y="23284"/>
                    <a:pt x="369681" y="18526"/>
                  </a:cubicBezTo>
                  <a:cubicBezTo>
                    <a:pt x="331777" y="-8604"/>
                    <a:pt x="280141" y="-5882"/>
                    <a:pt x="245299" y="25081"/>
                  </a:cubicBezTo>
                  <a:cubicBezTo>
                    <a:pt x="195702" y="71586"/>
                    <a:pt x="201315" y="162453"/>
                    <a:pt x="143191" y="197725"/>
                  </a:cubicBezTo>
                  <a:cubicBezTo>
                    <a:pt x="127169" y="207447"/>
                    <a:pt x="106687" y="212591"/>
                    <a:pt x="97333" y="228830"/>
                  </a:cubicBezTo>
                  <a:cubicBezTo>
                    <a:pt x="95068" y="234004"/>
                    <a:pt x="92426" y="239003"/>
                    <a:pt x="89426" y="243787"/>
                  </a:cubicBezTo>
                  <a:cubicBezTo>
                    <a:pt x="85532" y="248066"/>
                    <a:pt x="80767" y="251461"/>
                    <a:pt x="75452" y="253745"/>
                  </a:cubicBezTo>
                  <a:cubicBezTo>
                    <a:pt x="58586" y="261272"/>
                    <a:pt x="42533" y="270500"/>
                    <a:pt x="27541" y="281286"/>
                  </a:cubicBezTo>
                  <a:cubicBezTo>
                    <a:pt x="12429" y="292288"/>
                    <a:pt x="2468" y="308985"/>
                    <a:pt x="-34" y="327509"/>
                  </a:cubicBezTo>
                  <a:cubicBezTo>
                    <a:pt x="-248" y="340947"/>
                    <a:pt x="2650" y="354252"/>
                    <a:pt x="8434" y="366383"/>
                  </a:cubicBezTo>
                  <a:cubicBezTo>
                    <a:pt x="66717" y="509337"/>
                    <a:pt x="208684" y="600116"/>
                    <a:pt x="362899" y="593045"/>
                  </a:cubicBezTo>
                  <a:cubicBezTo>
                    <a:pt x="376262" y="593733"/>
                    <a:pt x="389431" y="589623"/>
                    <a:pt x="400031" y="581456"/>
                  </a:cubicBezTo>
                  <a:cubicBezTo>
                    <a:pt x="405623" y="575152"/>
                    <a:pt x="410032" y="567890"/>
                    <a:pt x="413046" y="560020"/>
                  </a:cubicBezTo>
                  <a:cubicBezTo>
                    <a:pt x="440371" y="502726"/>
                    <a:pt x="491692" y="460431"/>
                    <a:pt x="524281" y="405958"/>
                  </a:cubicBezTo>
                  <a:cubicBezTo>
                    <a:pt x="543703" y="373493"/>
                    <a:pt x="556171" y="337182"/>
                    <a:pt x="576390" y="305207"/>
                  </a:cubicBezTo>
                  <a:cubicBezTo>
                    <a:pt x="607039" y="256734"/>
                    <a:pt x="653651" y="220926"/>
                    <a:pt x="699275" y="186177"/>
                  </a:cubicBezTo>
                  <a:cubicBezTo>
                    <a:pt x="725002" y="166582"/>
                    <a:pt x="753645" y="146018"/>
                    <a:pt x="785966" y="147391"/>
                  </a:cubicBezTo>
                  <a:cubicBezTo>
                    <a:pt x="814773" y="148618"/>
                    <a:pt x="835725" y="150164"/>
                    <a:pt x="825165" y="114834"/>
                  </a:cubicBezTo>
                  <a:cubicBezTo>
                    <a:pt x="816365" y="89379"/>
                    <a:pt x="798776" y="67896"/>
                    <a:pt x="775558" y="54245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FBA74486-D6C4-43E8-A74D-909D4A51D250}"/>
                </a:ext>
              </a:extLst>
            </p:cNvPr>
            <p:cNvSpPr/>
            <p:nvPr/>
          </p:nvSpPr>
          <p:spPr>
            <a:xfrm>
              <a:off x="2700122" y="5196663"/>
              <a:ext cx="741221" cy="283677"/>
            </a:xfrm>
            <a:custGeom>
              <a:avLst/>
              <a:gdLst>
                <a:gd name="connsiteX0" fmla="*/ 719097 w 741221"/>
                <a:gd name="connsiteY0" fmla="*/ 215658 h 283677"/>
                <a:gd name="connsiteX1" fmla="*/ 646396 w 741221"/>
                <a:gd name="connsiteY1" fmla="*/ 247637 h 283677"/>
                <a:gd name="connsiteX2" fmla="*/ 465445 w 741221"/>
                <a:gd name="connsiteY2" fmla="*/ 270001 h 283677"/>
                <a:gd name="connsiteX3" fmla="*/ 406367 w 741221"/>
                <a:gd name="connsiteY3" fmla="*/ 274517 h 283677"/>
                <a:gd name="connsiteX4" fmla="*/ 232993 w 741221"/>
                <a:gd name="connsiteY4" fmla="*/ 283551 h 283677"/>
                <a:gd name="connsiteX5" fmla="*/ 19772 w 741221"/>
                <a:gd name="connsiteY5" fmla="*/ 265120 h 283677"/>
                <a:gd name="connsiteX6" fmla="*/ 38 w 741221"/>
                <a:gd name="connsiteY6" fmla="*/ 248840 h 283677"/>
                <a:gd name="connsiteX7" fmla="*/ 322 w 741221"/>
                <a:gd name="connsiteY7" fmla="*/ 243486 h 283677"/>
                <a:gd name="connsiteX8" fmla="*/ 26546 w 741221"/>
                <a:gd name="connsiteY8" fmla="*/ 29463 h 283677"/>
                <a:gd name="connsiteX9" fmla="*/ 87300 w 741221"/>
                <a:gd name="connsiteY9" fmla="*/ 67998 h 283677"/>
                <a:gd name="connsiteX10" fmla="*/ 134286 w 741221"/>
                <a:gd name="connsiteY10" fmla="*/ 92984 h 283677"/>
                <a:gd name="connsiteX11" fmla="*/ 307733 w 741221"/>
                <a:gd name="connsiteY11" fmla="*/ 27860 h 283677"/>
                <a:gd name="connsiteX12" fmla="*/ 339858 w 741221"/>
                <a:gd name="connsiteY12" fmla="*/ 7973 h 283677"/>
                <a:gd name="connsiteX13" fmla="*/ 365865 w 741221"/>
                <a:gd name="connsiteY13" fmla="*/ 543 h 283677"/>
                <a:gd name="connsiteX14" fmla="*/ 454373 w 741221"/>
                <a:gd name="connsiteY14" fmla="*/ 18463 h 283677"/>
                <a:gd name="connsiteX15" fmla="*/ 556285 w 741221"/>
                <a:gd name="connsiteY15" fmla="*/ 79581 h 283677"/>
                <a:gd name="connsiteX16" fmla="*/ 647634 w 741221"/>
                <a:gd name="connsiteY16" fmla="*/ 108501 h 283677"/>
                <a:gd name="connsiteX17" fmla="*/ 734832 w 741221"/>
                <a:gd name="connsiteY17" fmla="*/ 142957 h 283677"/>
                <a:gd name="connsiteX18" fmla="*/ 734905 w 741221"/>
                <a:gd name="connsiteY18" fmla="*/ 143176 h 283677"/>
                <a:gd name="connsiteX19" fmla="*/ 719097 w 741221"/>
                <a:gd name="connsiteY19" fmla="*/ 215658 h 283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41221" h="283677">
                  <a:moveTo>
                    <a:pt x="719097" y="215658"/>
                  </a:moveTo>
                  <a:cubicBezTo>
                    <a:pt x="699501" y="233943"/>
                    <a:pt x="672548" y="241955"/>
                    <a:pt x="646396" y="247637"/>
                  </a:cubicBezTo>
                  <a:cubicBezTo>
                    <a:pt x="586671" y="259284"/>
                    <a:pt x="526208" y="266757"/>
                    <a:pt x="465445" y="270001"/>
                  </a:cubicBezTo>
                  <a:cubicBezTo>
                    <a:pt x="445777" y="271458"/>
                    <a:pt x="426035" y="272988"/>
                    <a:pt x="406367" y="274517"/>
                  </a:cubicBezTo>
                  <a:cubicBezTo>
                    <a:pt x="348673" y="278889"/>
                    <a:pt x="290905" y="283332"/>
                    <a:pt x="232993" y="283551"/>
                  </a:cubicBezTo>
                  <a:cubicBezTo>
                    <a:pt x="161511" y="283793"/>
                    <a:pt x="90152" y="277625"/>
                    <a:pt x="19772" y="265120"/>
                  </a:cubicBezTo>
                  <a:cubicBezTo>
                    <a:pt x="9827" y="266074"/>
                    <a:pt x="991" y="258785"/>
                    <a:pt x="38" y="248840"/>
                  </a:cubicBezTo>
                  <a:cubicBezTo>
                    <a:pt x="-134" y="247051"/>
                    <a:pt x="-38" y="245246"/>
                    <a:pt x="322" y="243486"/>
                  </a:cubicBezTo>
                  <a:cubicBezTo>
                    <a:pt x="1574" y="171425"/>
                    <a:pt x="10363" y="99694"/>
                    <a:pt x="26546" y="29463"/>
                  </a:cubicBezTo>
                  <a:cubicBezTo>
                    <a:pt x="33249" y="616"/>
                    <a:pt x="84968" y="65303"/>
                    <a:pt x="87300" y="67998"/>
                  </a:cubicBezTo>
                  <a:cubicBezTo>
                    <a:pt x="101651" y="84316"/>
                    <a:pt x="112505" y="91819"/>
                    <a:pt x="134286" y="92984"/>
                  </a:cubicBezTo>
                  <a:cubicBezTo>
                    <a:pt x="193801" y="96263"/>
                    <a:pt x="260456" y="60058"/>
                    <a:pt x="307733" y="27860"/>
                  </a:cubicBezTo>
                  <a:cubicBezTo>
                    <a:pt x="317857" y="20330"/>
                    <a:pt x="328604" y="13677"/>
                    <a:pt x="339858" y="7973"/>
                  </a:cubicBezTo>
                  <a:cubicBezTo>
                    <a:pt x="348126" y="4263"/>
                    <a:pt x="356884" y="1761"/>
                    <a:pt x="365865" y="543"/>
                  </a:cubicBezTo>
                  <a:cubicBezTo>
                    <a:pt x="396486" y="-2280"/>
                    <a:pt x="427262" y="3952"/>
                    <a:pt x="454373" y="18463"/>
                  </a:cubicBezTo>
                  <a:cubicBezTo>
                    <a:pt x="489922" y="36091"/>
                    <a:pt x="521101" y="61442"/>
                    <a:pt x="556285" y="79581"/>
                  </a:cubicBezTo>
                  <a:cubicBezTo>
                    <a:pt x="584895" y="94281"/>
                    <a:pt x="615776" y="104058"/>
                    <a:pt x="647634" y="108501"/>
                  </a:cubicBezTo>
                  <a:cubicBezTo>
                    <a:pt x="679833" y="112944"/>
                    <a:pt x="718295" y="115057"/>
                    <a:pt x="734832" y="142957"/>
                  </a:cubicBezTo>
                  <a:cubicBezTo>
                    <a:pt x="734888" y="143015"/>
                    <a:pt x="734915" y="143096"/>
                    <a:pt x="734905" y="143176"/>
                  </a:cubicBezTo>
                  <a:cubicBezTo>
                    <a:pt x="748454" y="166268"/>
                    <a:pt x="738619" y="197446"/>
                    <a:pt x="719097" y="215658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2A77625F-A387-43B9-9B7B-AE43D5C6EEC8}"/>
                </a:ext>
              </a:extLst>
            </p:cNvPr>
            <p:cNvSpPr/>
            <p:nvPr/>
          </p:nvSpPr>
          <p:spPr>
            <a:xfrm>
              <a:off x="2689828" y="5197325"/>
              <a:ext cx="755498" cy="293676"/>
            </a:xfrm>
            <a:custGeom>
              <a:avLst/>
              <a:gdLst>
                <a:gd name="connsiteX0" fmla="*/ 729391 w 755498"/>
                <a:gd name="connsiteY0" fmla="*/ 225656 h 293676"/>
                <a:gd name="connsiteX1" fmla="*/ 656690 w 755498"/>
                <a:gd name="connsiteY1" fmla="*/ 257636 h 293676"/>
                <a:gd name="connsiteX2" fmla="*/ 475739 w 755498"/>
                <a:gd name="connsiteY2" fmla="*/ 280000 h 293676"/>
                <a:gd name="connsiteX3" fmla="*/ 416662 w 755498"/>
                <a:gd name="connsiteY3" fmla="*/ 284516 h 293676"/>
                <a:gd name="connsiteX4" fmla="*/ 243287 w 755498"/>
                <a:gd name="connsiteY4" fmla="*/ 293549 h 293676"/>
                <a:gd name="connsiteX5" fmla="*/ 30066 w 755498"/>
                <a:gd name="connsiteY5" fmla="*/ 275119 h 293676"/>
                <a:gd name="connsiteX6" fmla="*/ 13165 w 755498"/>
                <a:gd name="connsiteY6" fmla="*/ 266960 h 293676"/>
                <a:gd name="connsiteX7" fmla="*/ -45 w 755498"/>
                <a:gd name="connsiteY7" fmla="*/ 242822 h 293676"/>
                <a:gd name="connsiteX8" fmla="*/ 36840 w 755498"/>
                <a:gd name="connsiteY8" fmla="*/ 28800 h 293676"/>
                <a:gd name="connsiteX9" fmla="*/ 97594 w 755498"/>
                <a:gd name="connsiteY9" fmla="*/ 67335 h 293676"/>
                <a:gd name="connsiteX10" fmla="*/ 144580 w 755498"/>
                <a:gd name="connsiteY10" fmla="*/ 92321 h 293676"/>
                <a:gd name="connsiteX11" fmla="*/ 318027 w 755498"/>
                <a:gd name="connsiteY11" fmla="*/ 27197 h 293676"/>
                <a:gd name="connsiteX12" fmla="*/ 350152 w 755498"/>
                <a:gd name="connsiteY12" fmla="*/ 7310 h 293676"/>
                <a:gd name="connsiteX13" fmla="*/ 376159 w 755498"/>
                <a:gd name="connsiteY13" fmla="*/ -120 h 293676"/>
                <a:gd name="connsiteX14" fmla="*/ 275411 w 755498"/>
                <a:gd name="connsiteY14" fmla="*/ 110169 h 293676"/>
                <a:gd name="connsiteX15" fmla="*/ 63576 w 755498"/>
                <a:gd name="connsiteY15" fmla="*/ 129838 h 293676"/>
                <a:gd name="connsiteX16" fmla="*/ 48569 w 755498"/>
                <a:gd name="connsiteY16" fmla="*/ 133480 h 293676"/>
                <a:gd name="connsiteX17" fmla="*/ 39755 w 755498"/>
                <a:gd name="connsiteY17" fmla="*/ 161599 h 293676"/>
                <a:gd name="connsiteX18" fmla="*/ 57310 w 755498"/>
                <a:gd name="connsiteY18" fmla="*/ 207346 h 293676"/>
                <a:gd name="connsiteX19" fmla="*/ 81058 w 755498"/>
                <a:gd name="connsiteY19" fmla="*/ 212300 h 293676"/>
                <a:gd name="connsiteX20" fmla="*/ 609267 w 755498"/>
                <a:gd name="connsiteY20" fmla="*/ 193796 h 293676"/>
                <a:gd name="connsiteX21" fmla="*/ 695299 w 755498"/>
                <a:gd name="connsiteY21" fmla="*/ 174637 h 293676"/>
                <a:gd name="connsiteX22" fmla="*/ 745198 w 755498"/>
                <a:gd name="connsiteY22" fmla="*/ 142513 h 293676"/>
                <a:gd name="connsiteX23" fmla="*/ 729391 w 755498"/>
                <a:gd name="connsiteY23" fmla="*/ 225656 h 29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55498" h="293676">
                  <a:moveTo>
                    <a:pt x="729391" y="225656"/>
                  </a:moveTo>
                  <a:cubicBezTo>
                    <a:pt x="709795" y="243941"/>
                    <a:pt x="682842" y="251954"/>
                    <a:pt x="656690" y="257636"/>
                  </a:cubicBezTo>
                  <a:cubicBezTo>
                    <a:pt x="596965" y="269283"/>
                    <a:pt x="536502" y="276756"/>
                    <a:pt x="475739" y="280000"/>
                  </a:cubicBezTo>
                  <a:cubicBezTo>
                    <a:pt x="456071" y="281457"/>
                    <a:pt x="436330" y="282987"/>
                    <a:pt x="416662" y="284516"/>
                  </a:cubicBezTo>
                  <a:cubicBezTo>
                    <a:pt x="358967" y="288887"/>
                    <a:pt x="301199" y="293331"/>
                    <a:pt x="243287" y="293549"/>
                  </a:cubicBezTo>
                  <a:cubicBezTo>
                    <a:pt x="171806" y="293792"/>
                    <a:pt x="100446" y="287623"/>
                    <a:pt x="30066" y="275119"/>
                  </a:cubicBezTo>
                  <a:cubicBezTo>
                    <a:pt x="23544" y="274861"/>
                    <a:pt x="17423" y="271906"/>
                    <a:pt x="13165" y="266960"/>
                  </a:cubicBezTo>
                  <a:cubicBezTo>
                    <a:pt x="7608" y="259602"/>
                    <a:pt x="3158" y="251469"/>
                    <a:pt x="-45" y="242822"/>
                  </a:cubicBezTo>
                  <a:cubicBezTo>
                    <a:pt x="1193" y="170850"/>
                    <a:pt x="20668" y="98951"/>
                    <a:pt x="36840" y="28800"/>
                  </a:cubicBezTo>
                  <a:cubicBezTo>
                    <a:pt x="43543" y="-47"/>
                    <a:pt x="95263" y="64640"/>
                    <a:pt x="97594" y="67335"/>
                  </a:cubicBezTo>
                  <a:cubicBezTo>
                    <a:pt x="111945" y="83653"/>
                    <a:pt x="122799" y="91156"/>
                    <a:pt x="144580" y="92321"/>
                  </a:cubicBezTo>
                  <a:cubicBezTo>
                    <a:pt x="204095" y="95600"/>
                    <a:pt x="270750" y="59395"/>
                    <a:pt x="318027" y="27197"/>
                  </a:cubicBezTo>
                  <a:cubicBezTo>
                    <a:pt x="328151" y="19667"/>
                    <a:pt x="338898" y="13014"/>
                    <a:pt x="350152" y="7310"/>
                  </a:cubicBezTo>
                  <a:cubicBezTo>
                    <a:pt x="358420" y="3600"/>
                    <a:pt x="367179" y="1098"/>
                    <a:pt x="376159" y="-120"/>
                  </a:cubicBezTo>
                  <a:cubicBezTo>
                    <a:pt x="368509" y="42713"/>
                    <a:pt x="307100" y="94434"/>
                    <a:pt x="275411" y="110169"/>
                  </a:cubicBezTo>
                  <a:cubicBezTo>
                    <a:pt x="211307" y="142003"/>
                    <a:pt x="135110" y="126122"/>
                    <a:pt x="63576" y="129838"/>
                  </a:cubicBezTo>
                  <a:cubicBezTo>
                    <a:pt x="58339" y="129700"/>
                    <a:pt x="53160" y="130957"/>
                    <a:pt x="48569" y="133480"/>
                  </a:cubicBezTo>
                  <a:cubicBezTo>
                    <a:pt x="39973" y="139162"/>
                    <a:pt x="39463" y="151327"/>
                    <a:pt x="39755" y="161599"/>
                  </a:cubicBezTo>
                  <a:cubicBezTo>
                    <a:pt x="40337" y="178645"/>
                    <a:pt x="42522" y="198677"/>
                    <a:pt x="57310" y="207346"/>
                  </a:cubicBezTo>
                  <a:cubicBezTo>
                    <a:pt x="64708" y="210897"/>
                    <a:pt x="72858" y="212597"/>
                    <a:pt x="81058" y="212300"/>
                  </a:cubicBezTo>
                  <a:cubicBezTo>
                    <a:pt x="257340" y="220017"/>
                    <a:pt x="433957" y="213830"/>
                    <a:pt x="609267" y="193796"/>
                  </a:cubicBezTo>
                  <a:cubicBezTo>
                    <a:pt x="638752" y="191824"/>
                    <a:pt x="667764" y="185363"/>
                    <a:pt x="695299" y="174637"/>
                  </a:cubicBezTo>
                  <a:cubicBezTo>
                    <a:pt x="713291" y="166204"/>
                    <a:pt x="730073" y="155399"/>
                    <a:pt x="745198" y="142513"/>
                  </a:cubicBezTo>
                  <a:cubicBezTo>
                    <a:pt x="767717" y="160206"/>
                    <a:pt x="748913" y="207445"/>
                    <a:pt x="729391" y="225656"/>
                  </a:cubicBezTo>
                  <a:close/>
                </a:path>
              </a:pathLst>
            </a:custGeom>
            <a:solidFill>
              <a:srgbClr val="E8EAF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FE286788-E539-462B-8B75-54EBC76E65BB}"/>
                </a:ext>
              </a:extLst>
            </p:cNvPr>
            <p:cNvSpPr/>
            <p:nvPr/>
          </p:nvSpPr>
          <p:spPr>
            <a:xfrm>
              <a:off x="2857280" y="828932"/>
              <a:ext cx="498126" cy="504805"/>
            </a:xfrm>
            <a:custGeom>
              <a:avLst/>
              <a:gdLst>
                <a:gd name="connsiteX0" fmla="*/ 414644 w 498126"/>
                <a:gd name="connsiteY0" fmla="*/ 284945 h 504805"/>
                <a:gd name="connsiteX1" fmla="*/ 380406 w 498126"/>
                <a:gd name="connsiteY1" fmla="*/ 352036 h 504805"/>
                <a:gd name="connsiteX2" fmla="*/ 300857 w 498126"/>
                <a:gd name="connsiteY2" fmla="*/ 314301 h 504805"/>
                <a:gd name="connsiteX3" fmla="*/ 238793 w 498126"/>
                <a:gd name="connsiteY3" fmla="*/ 403174 h 504805"/>
                <a:gd name="connsiteX4" fmla="*/ 115536 w 498126"/>
                <a:gd name="connsiteY4" fmla="*/ 502755 h 504805"/>
                <a:gd name="connsiteX5" fmla="*/ 81591 w 498126"/>
                <a:gd name="connsiteY5" fmla="*/ 502682 h 504805"/>
                <a:gd name="connsiteX6" fmla="*/ 31108 w 498126"/>
                <a:gd name="connsiteY6" fmla="*/ 444696 h 504805"/>
                <a:gd name="connsiteX7" fmla="*/ 8744 w 498126"/>
                <a:gd name="connsiteY7" fmla="*/ 381029 h 504805"/>
                <a:gd name="connsiteX8" fmla="*/ 657 w 498126"/>
                <a:gd name="connsiteY8" fmla="*/ 334334 h 504805"/>
                <a:gd name="connsiteX9" fmla="*/ 658 w 498126"/>
                <a:gd name="connsiteY9" fmla="*/ 334261 h 504805"/>
                <a:gd name="connsiteX10" fmla="*/ 512 w 498126"/>
                <a:gd name="connsiteY10" fmla="*/ 301990 h 504805"/>
                <a:gd name="connsiteX11" fmla="*/ 87783 w 498126"/>
                <a:gd name="connsiteY11" fmla="*/ 136557 h 504805"/>
                <a:gd name="connsiteX12" fmla="*/ 246004 w 498126"/>
                <a:gd name="connsiteY12" fmla="*/ 29764 h 504805"/>
                <a:gd name="connsiteX13" fmla="*/ 304354 w 498126"/>
                <a:gd name="connsiteY13" fmla="*/ 3757 h 504805"/>
                <a:gd name="connsiteX14" fmla="*/ 365983 w 498126"/>
                <a:gd name="connsiteY14" fmla="*/ 1208 h 504805"/>
                <a:gd name="connsiteX15" fmla="*/ 444366 w 498126"/>
                <a:gd name="connsiteY15" fmla="*/ 19638 h 504805"/>
                <a:gd name="connsiteX16" fmla="*/ 471974 w 498126"/>
                <a:gd name="connsiteY16" fmla="*/ 39015 h 504805"/>
                <a:gd name="connsiteX17" fmla="*/ 495867 w 498126"/>
                <a:gd name="connsiteY17" fmla="*/ 78935 h 504805"/>
                <a:gd name="connsiteX18" fmla="*/ 458425 w 498126"/>
                <a:gd name="connsiteY18" fmla="*/ 189515 h 504805"/>
                <a:gd name="connsiteX19" fmla="*/ 414644 w 498126"/>
                <a:gd name="connsiteY19" fmla="*/ 284945 h 504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98126" h="504805">
                  <a:moveTo>
                    <a:pt x="414644" y="284945"/>
                  </a:moveTo>
                  <a:cubicBezTo>
                    <a:pt x="413623" y="312917"/>
                    <a:pt x="432709" y="367188"/>
                    <a:pt x="380406" y="352036"/>
                  </a:cubicBezTo>
                  <a:cubicBezTo>
                    <a:pt x="349227" y="343003"/>
                    <a:pt x="340413" y="306070"/>
                    <a:pt x="300857" y="314301"/>
                  </a:cubicBezTo>
                  <a:cubicBezTo>
                    <a:pt x="260937" y="322679"/>
                    <a:pt x="252196" y="371267"/>
                    <a:pt x="238793" y="403174"/>
                  </a:cubicBezTo>
                  <a:cubicBezTo>
                    <a:pt x="216626" y="454650"/>
                    <a:pt x="170521" y="491899"/>
                    <a:pt x="115536" y="502755"/>
                  </a:cubicBezTo>
                  <a:cubicBezTo>
                    <a:pt x="104367" y="505354"/>
                    <a:pt x="92748" y="505329"/>
                    <a:pt x="81591" y="502682"/>
                  </a:cubicBezTo>
                  <a:cubicBezTo>
                    <a:pt x="56094" y="495398"/>
                    <a:pt x="41525" y="469100"/>
                    <a:pt x="31108" y="444696"/>
                  </a:cubicBezTo>
                  <a:cubicBezTo>
                    <a:pt x="22087" y="424057"/>
                    <a:pt x="14612" y="402776"/>
                    <a:pt x="8744" y="381029"/>
                  </a:cubicBezTo>
                  <a:cubicBezTo>
                    <a:pt x="4679" y="365732"/>
                    <a:pt x="1973" y="350107"/>
                    <a:pt x="657" y="334334"/>
                  </a:cubicBezTo>
                  <a:lnTo>
                    <a:pt x="658" y="334261"/>
                  </a:lnTo>
                  <a:cubicBezTo>
                    <a:pt x="-228" y="323524"/>
                    <a:pt x="-277" y="312735"/>
                    <a:pt x="512" y="301990"/>
                  </a:cubicBezTo>
                  <a:cubicBezTo>
                    <a:pt x="5248" y="238396"/>
                    <a:pt x="41452" y="180410"/>
                    <a:pt x="87783" y="136557"/>
                  </a:cubicBezTo>
                  <a:cubicBezTo>
                    <a:pt x="134112" y="92703"/>
                    <a:pt x="190423" y="61015"/>
                    <a:pt x="246004" y="29764"/>
                  </a:cubicBezTo>
                  <a:cubicBezTo>
                    <a:pt x="264156" y="18435"/>
                    <a:pt x="283794" y="9682"/>
                    <a:pt x="304354" y="3757"/>
                  </a:cubicBezTo>
                  <a:cubicBezTo>
                    <a:pt x="324634" y="-334"/>
                    <a:pt x="345434" y="-1194"/>
                    <a:pt x="365983" y="1208"/>
                  </a:cubicBezTo>
                  <a:cubicBezTo>
                    <a:pt x="393038" y="2363"/>
                    <a:pt x="419631" y="8616"/>
                    <a:pt x="444366" y="19638"/>
                  </a:cubicBezTo>
                  <a:cubicBezTo>
                    <a:pt x="454507" y="24645"/>
                    <a:pt x="463818" y="31180"/>
                    <a:pt x="471974" y="39015"/>
                  </a:cubicBezTo>
                  <a:cubicBezTo>
                    <a:pt x="483581" y="49772"/>
                    <a:pt x="491871" y="63623"/>
                    <a:pt x="495867" y="78935"/>
                  </a:cubicBezTo>
                  <a:cubicBezTo>
                    <a:pt x="505921" y="120020"/>
                    <a:pt x="479695" y="157026"/>
                    <a:pt x="458425" y="189515"/>
                  </a:cubicBezTo>
                  <a:cubicBezTo>
                    <a:pt x="439483" y="218363"/>
                    <a:pt x="416027" y="248958"/>
                    <a:pt x="414644" y="284945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C7721E25-C5D1-4E6C-953A-F1BEC75AA18C}"/>
                </a:ext>
              </a:extLst>
            </p:cNvPr>
            <p:cNvSpPr/>
            <p:nvPr/>
          </p:nvSpPr>
          <p:spPr>
            <a:xfrm>
              <a:off x="4105167" y="1581430"/>
              <a:ext cx="47026" cy="132906"/>
            </a:xfrm>
            <a:custGeom>
              <a:avLst/>
              <a:gdLst>
                <a:gd name="connsiteX0" fmla="*/ 46981 w 47026"/>
                <a:gd name="connsiteY0" fmla="*/ 132786 h 132906"/>
                <a:gd name="connsiteX1" fmla="*/ 2402 w 47026"/>
                <a:gd name="connsiteY1" fmla="*/ -120 h 132906"/>
                <a:gd name="connsiteX2" fmla="*/ 38146 w 47026"/>
                <a:gd name="connsiteY2" fmla="*/ 63809 h 132906"/>
                <a:gd name="connsiteX3" fmla="*/ 46981 w 47026"/>
                <a:gd name="connsiteY3" fmla="*/ 132786 h 1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26" h="132906">
                  <a:moveTo>
                    <a:pt x="46981" y="132786"/>
                  </a:moveTo>
                  <a:cubicBezTo>
                    <a:pt x="35786" y="104594"/>
                    <a:pt x="-11194" y="26680"/>
                    <a:pt x="2402" y="-120"/>
                  </a:cubicBezTo>
                  <a:cubicBezTo>
                    <a:pt x="16515" y="19884"/>
                    <a:pt x="28495" y="41310"/>
                    <a:pt x="38146" y="63809"/>
                  </a:cubicBezTo>
                  <a:cubicBezTo>
                    <a:pt x="47024" y="85604"/>
                    <a:pt x="39772" y="114826"/>
                    <a:pt x="46981" y="13278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EDBC66DE-2E24-4EE6-BFEA-BB37CC1F6F7A}"/>
                </a:ext>
              </a:extLst>
            </p:cNvPr>
            <p:cNvSpPr/>
            <p:nvPr/>
          </p:nvSpPr>
          <p:spPr>
            <a:xfrm>
              <a:off x="2901409" y="862431"/>
              <a:ext cx="455206" cy="471307"/>
            </a:xfrm>
            <a:custGeom>
              <a:avLst/>
              <a:gdLst>
                <a:gd name="connsiteX0" fmla="*/ 415455 w 455206"/>
                <a:gd name="connsiteY0" fmla="*/ 156005 h 471307"/>
                <a:gd name="connsiteX1" fmla="*/ 452952 w 455206"/>
                <a:gd name="connsiteY1" fmla="*/ 45406 h 471307"/>
                <a:gd name="connsiteX2" fmla="*/ 422529 w 455206"/>
                <a:gd name="connsiteY2" fmla="*/ -120 h 471307"/>
                <a:gd name="connsiteX3" fmla="*/ 430238 w 455206"/>
                <a:gd name="connsiteY3" fmla="*/ 19073 h 471307"/>
                <a:gd name="connsiteX4" fmla="*/ 392740 w 455206"/>
                <a:gd name="connsiteY4" fmla="*/ 129671 h 471307"/>
                <a:gd name="connsiteX5" fmla="*/ 349002 w 455206"/>
                <a:gd name="connsiteY5" fmla="*/ 225110 h 471307"/>
                <a:gd name="connsiteX6" fmla="*/ 314720 w 455206"/>
                <a:gd name="connsiteY6" fmla="*/ 292210 h 471307"/>
                <a:gd name="connsiteX7" fmla="*/ 235189 w 455206"/>
                <a:gd name="connsiteY7" fmla="*/ 254483 h 471307"/>
                <a:gd name="connsiteX8" fmla="*/ 173143 w 455206"/>
                <a:gd name="connsiteY8" fmla="*/ 343349 h 471307"/>
                <a:gd name="connsiteX9" fmla="*/ 49860 w 455206"/>
                <a:gd name="connsiteY9" fmla="*/ 442937 h 471307"/>
                <a:gd name="connsiteX10" fmla="*/ 15938 w 455206"/>
                <a:gd name="connsiteY10" fmla="*/ 442853 h 471307"/>
                <a:gd name="connsiteX11" fmla="*/ -45 w 455206"/>
                <a:gd name="connsiteY11" fmla="*/ 435005 h 471307"/>
                <a:gd name="connsiteX12" fmla="*/ 38652 w 455206"/>
                <a:gd name="connsiteY12" fmla="*/ 469187 h 471307"/>
                <a:gd name="connsiteX13" fmla="*/ 72574 w 455206"/>
                <a:gd name="connsiteY13" fmla="*/ 469271 h 471307"/>
                <a:gd name="connsiteX14" fmla="*/ 195859 w 455206"/>
                <a:gd name="connsiteY14" fmla="*/ 369683 h 471307"/>
                <a:gd name="connsiteX15" fmla="*/ 257904 w 455206"/>
                <a:gd name="connsiteY15" fmla="*/ 280817 h 471307"/>
                <a:gd name="connsiteX16" fmla="*/ 337434 w 455206"/>
                <a:gd name="connsiteY16" fmla="*/ 318544 h 471307"/>
                <a:gd name="connsiteX17" fmla="*/ 371717 w 455206"/>
                <a:gd name="connsiteY17" fmla="*/ 251443 h 471307"/>
                <a:gd name="connsiteX18" fmla="*/ 415455 w 455206"/>
                <a:gd name="connsiteY18" fmla="*/ 156005 h 471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5206" h="471307">
                  <a:moveTo>
                    <a:pt x="415455" y="156005"/>
                  </a:moveTo>
                  <a:cubicBezTo>
                    <a:pt x="436766" y="123497"/>
                    <a:pt x="462992" y="86495"/>
                    <a:pt x="452952" y="45406"/>
                  </a:cubicBezTo>
                  <a:cubicBezTo>
                    <a:pt x="448026" y="27329"/>
                    <a:pt x="437346" y="11348"/>
                    <a:pt x="422529" y="-120"/>
                  </a:cubicBezTo>
                  <a:cubicBezTo>
                    <a:pt x="425969" y="5893"/>
                    <a:pt x="428563" y="12351"/>
                    <a:pt x="430238" y="19073"/>
                  </a:cubicBezTo>
                  <a:cubicBezTo>
                    <a:pt x="440278" y="60161"/>
                    <a:pt x="414052" y="97164"/>
                    <a:pt x="392740" y="129671"/>
                  </a:cubicBezTo>
                  <a:cubicBezTo>
                    <a:pt x="373828" y="158519"/>
                    <a:pt x="350352" y="189147"/>
                    <a:pt x="349002" y="225110"/>
                  </a:cubicBezTo>
                  <a:cubicBezTo>
                    <a:pt x="347953" y="253061"/>
                    <a:pt x="367073" y="307371"/>
                    <a:pt x="314720" y="292210"/>
                  </a:cubicBezTo>
                  <a:cubicBezTo>
                    <a:pt x="283575" y="283192"/>
                    <a:pt x="274765" y="246230"/>
                    <a:pt x="235189" y="254483"/>
                  </a:cubicBezTo>
                  <a:cubicBezTo>
                    <a:pt x="195265" y="262810"/>
                    <a:pt x="186549" y="311412"/>
                    <a:pt x="173143" y="343349"/>
                  </a:cubicBezTo>
                  <a:cubicBezTo>
                    <a:pt x="150950" y="394817"/>
                    <a:pt x="104843" y="432062"/>
                    <a:pt x="49860" y="442937"/>
                  </a:cubicBezTo>
                  <a:cubicBezTo>
                    <a:pt x="38697" y="445521"/>
                    <a:pt x="27088" y="445492"/>
                    <a:pt x="15938" y="442853"/>
                  </a:cubicBezTo>
                  <a:cubicBezTo>
                    <a:pt x="10194" y="441187"/>
                    <a:pt x="4786" y="438531"/>
                    <a:pt x="-45" y="435005"/>
                  </a:cubicBezTo>
                  <a:cubicBezTo>
                    <a:pt x="7942" y="450980"/>
                    <a:pt x="21814" y="463233"/>
                    <a:pt x="38652" y="469187"/>
                  </a:cubicBezTo>
                  <a:cubicBezTo>
                    <a:pt x="49802" y="471826"/>
                    <a:pt x="61411" y="471855"/>
                    <a:pt x="72574" y="469271"/>
                  </a:cubicBezTo>
                  <a:cubicBezTo>
                    <a:pt x="127558" y="458396"/>
                    <a:pt x="173665" y="421151"/>
                    <a:pt x="195859" y="369683"/>
                  </a:cubicBezTo>
                  <a:cubicBezTo>
                    <a:pt x="209263" y="337746"/>
                    <a:pt x="217978" y="289144"/>
                    <a:pt x="257904" y="280817"/>
                  </a:cubicBezTo>
                  <a:cubicBezTo>
                    <a:pt x="297480" y="272563"/>
                    <a:pt x="306291" y="309526"/>
                    <a:pt x="337434" y="318544"/>
                  </a:cubicBezTo>
                  <a:cubicBezTo>
                    <a:pt x="389788" y="333704"/>
                    <a:pt x="370668" y="279395"/>
                    <a:pt x="371717" y="251443"/>
                  </a:cubicBezTo>
                  <a:cubicBezTo>
                    <a:pt x="373067" y="215481"/>
                    <a:pt x="396543" y="184853"/>
                    <a:pt x="415455" y="156005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B63DDE22-341D-4036-90E0-07FEFBDBFF3C}"/>
                </a:ext>
              </a:extLst>
            </p:cNvPr>
            <p:cNvSpPr/>
            <p:nvPr/>
          </p:nvSpPr>
          <p:spPr>
            <a:xfrm>
              <a:off x="2857279" y="828932"/>
              <a:ext cx="488172" cy="381148"/>
            </a:xfrm>
            <a:custGeom>
              <a:avLst/>
              <a:gdLst>
                <a:gd name="connsiteX0" fmla="*/ 471173 w 488172"/>
                <a:gd name="connsiteY0" fmla="*/ 133934 h 381148"/>
                <a:gd name="connsiteX1" fmla="*/ 455147 w 488172"/>
                <a:gd name="connsiteY1" fmla="*/ 156808 h 381148"/>
                <a:gd name="connsiteX2" fmla="*/ 418140 w 488172"/>
                <a:gd name="connsiteY2" fmla="*/ 195125 h 381148"/>
                <a:gd name="connsiteX3" fmla="*/ 393155 w 488172"/>
                <a:gd name="connsiteY3" fmla="*/ 214720 h 381148"/>
                <a:gd name="connsiteX4" fmla="*/ 342672 w 488172"/>
                <a:gd name="connsiteY4" fmla="*/ 244879 h 381148"/>
                <a:gd name="connsiteX5" fmla="*/ 181098 w 488172"/>
                <a:gd name="connsiteY5" fmla="*/ 302792 h 381148"/>
                <a:gd name="connsiteX6" fmla="*/ 73068 w 488172"/>
                <a:gd name="connsiteY6" fmla="*/ 334189 h 381148"/>
                <a:gd name="connsiteX7" fmla="*/ 8744 w 488172"/>
                <a:gd name="connsiteY7" fmla="*/ 381029 h 381148"/>
                <a:gd name="connsiteX8" fmla="*/ 658 w 488172"/>
                <a:gd name="connsiteY8" fmla="*/ 334334 h 381148"/>
                <a:gd name="connsiteX9" fmla="*/ 658 w 488172"/>
                <a:gd name="connsiteY9" fmla="*/ 334261 h 381148"/>
                <a:gd name="connsiteX10" fmla="*/ 512 w 488172"/>
                <a:gd name="connsiteY10" fmla="*/ 301990 h 381148"/>
                <a:gd name="connsiteX11" fmla="*/ 87783 w 488172"/>
                <a:gd name="connsiteY11" fmla="*/ 136557 h 381148"/>
                <a:gd name="connsiteX12" fmla="*/ 246005 w 488172"/>
                <a:gd name="connsiteY12" fmla="*/ 29764 h 381148"/>
                <a:gd name="connsiteX13" fmla="*/ 304355 w 488172"/>
                <a:gd name="connsiteY13" fmla="*/ 3757 h 381148"/>
                <a:gd name="connsiteX14" fmla="*/ 365984 w 488172"/>
                <a:gd name="connsiteY14" fmla="*/ 1208 h 381148"/>
                <a:gd name="connsiteX15" fmla="*/ 444367 w 488172"/>
                <a:gd name="connsiteY15" fmla="*/ 19638 h 381148"/>
                <a:gd name="connsiteX16" fmla="*/ 471975 w 488172"/>
                <a:gd name="connsiteY16" fmla="*/ 39015 h 381148"/>
                <a:gd name="connsiteX17" fmla="*/ 485816 w 488172"/>
                <a:gd name="connsiteY17" fmla="*/ 68300 h 381148"/>
                <a:gd name="connsiteX18" fmla="*/ 471173 w 488172"/>
                <a:gd name="connsiteY18" fmla="*/ 133934 h 381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88172" h="381148">
                  <a:moveTo>
                    <a:pt x="471173" y="133934"/>
                  </a:moveTo>
                  <a:cubicBezTo>
                    <a:pt x="466282" y="141865"/>
                    <a:pt x="460931" y="149503"/>
                    <a:pt x="455147" y="156808"/>
                  </a:cubicBezTo>
                  <a:cubicBezTo>
                    <a:pt x="444102" y="170766"/>
                    <a:pt x="431706" y="183601"/>
                    <a:pt x="418140" y="195125"/>
                  </a:cubicBezTo>
                  <a:cubicBezTo>
                    <a:pt x="410154" y="202082"/>
                    <a:pt x="401815" y="208623"/>
                    <a:pt x="393155" y="214720"/>
                  </a:cubicBezTo>
                  <a:cubicBezTo>
                    <a:pt x="377103" y="226019"/>
                    <a:pt x="360229" y="236100"/>
                    <a:pt x="342672" y="244879"/>
                  </a:cubicBezTo>
                  <a:cubicBezTo>
                    <a:pt x="291534" y="270666"/>
                    <a:pt x="236171" y="286839"/>
                    <a:pt x="181098" y="302792"/>
                  </a:cubicBezTo>
                  <a:cubicBezTo>
                    <a:pt x="145113" y="313282"/>
                    <a:pt x="109103" y="323747"/>
                    <a:pt x="73068" y="334189"/>
                  </a:cubicBezTo>
                  <a:cubicBezTo>
                    <a:pt x="59810" y="344242"/>
                    <a:pt x="35552" y="362307"/>
                    <a:pt x="8744" y="381029"/>
                  </a:cubicBezTo>
                  <a:cubicBezTo>
                    <a:pt x="4680" y="365732"/>
                    <a:pt x="1973" y="350107"/>
                    <a:pt x="658" y="334334"/>
                  </a:cubicBezTo>
                  <a:lnTo>
                    <a:pt x="658" y="334261"/>
                  </a:lnTo>
                  <a:cubicBezTo>
                    <a:pt x="-228" y="323524"/>
                    <a:pt x="-277" y="312735"/>
                    <a:pt x="512" y="301990"/>
                  </a:cubicBezTo>
                  <a:cubicBezTo>
                    <a:pt x="5248" y="238396"/>
                    <a:pt x="41452" y="180410"/>
                    <a:pt x="87783" y="136557"/>
                  </a:cubicBezTo>
                  <a:cubicBezTo>
                    <a:pt x="134113" y="92703"/>
                    <a:pt x="190423" y="61015"/>
                    <a:pt x="246005" y="29764"/>
                  </a:cubicBezTo>
                  <a:cubicBezTo>
                    <a:pt x="264157" y="18435"/>
                    <a:pt x="283795" y="9682"/>
                    <a:pt x="304355" y="3757"/>
                  </a:cubicBezTo>
                  <a:cubicBezTo>
                    <a:pt x="324635" y="-334"/>
                    <a:pt x="345434" y="-1194"/>
                    <a:pt x="365984" y="1208"/>
                  </a:cubicBezTo>
                  <a:cubicBezTo>
                    <a:pt x="393038" y="2363"/>
                    <a:pt x="419632" y="8616"/>
                    <a:pt x="444367" y="19638"/>
                  </a:cubicBezTo>
                  <a:cubicBezTo>
                    <a:pt x="454507" y="24645"/>
                    <a:pt x="463819" y="31180"/>
                    <a:pt x="471975" y="39015"/>
                  </a:cubicBezTo>
                  <a:cubicBezTo>
                    <a:pt x="478071" y="48005"/>
                    <a:pt x="482740" y="57883"/>
                    <a:pt x="485816" y="68300"/>
                  </a:cubicBezTo>
                  <a:cubicBezTo>
                    <a:pt x="492662" y="90445"/>
                    <a:pt x="483264" y="114265"/>
                    <a:pt x="471173" y="133934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7A0C4CCB-B515-4F98-888D-D6D943D227DD}"/>
                </a:ext>
              </a:extLst>
            </p:cNvPr>
            <p:cNvSpPr/>
            <p:nvPr/>
          </p:nvSpPr>
          <p:spPr>
            <a:xfrm>
              <a:off x="2742316" y="770599"/>
              <a:ext cx="603135" cy="496646"/>
            </a:xfrm>
            <a:custGeom>
              <a:avLst/>
              <a:gdLst>
                <a:gd name="connsiteX0" fmla="*/ 586136 w 603135"/>
                <a:gd name="connsiteY0" fmla="*/ 184982 h 496646"/>
                <a:gd name="connsiteX1" fmla="*/ 570110 w 603135"/>
                <a:gd name="connsiteY1" fmla="*/ 207856 h 496646"/>
                <a:gd name="connsiteX2" fmla="*/ 533104 w 603135"/>
                <a:gd name="connsiteY2" fmla="*/ 246173 h 496646"/>
                <a:gd name="connsiteX3" fmla="*/ 508118 w 603135"/>
                <a:gd name="connsiteY3" fmla="*/ 265769 h 496646"/>
                <a:gd name="connsiteX4" fmla="*/ 457636 w 603135"/>
                <a:gd name="connsiteY4" fmla="*/ 295927 h 496646"/>
                <a:gd name="connsiteX5" fmla="*/ 296062 w 603135"/>
                <a:gd name="connsiteY5" fmla="*/ 353840 h 496646"/>
                <a:gd name="connsiteX6" fmla="*/ 188031 w 603135"/>
                <a:gd name="connsiteY6" fmla="*/ 385237 h 496646"/>
                <a:gd name="connsiteX7" fmla="*/ 3001 w 603135"/>
                <a:gd name="connsiteY7" fmla="*/ 495526 h 496646"/>
                <a:gd name="connsiteX8" fmla="*/ 114935 w 603135"/>
                <a:gd name="connsiteY8" fmla="*/ 384829 h 496646"/>
                <a:gd name="connsiteX9" fmla="*/ 121231 w 603135"/>
                <a:gd name="connsiteY9" fmla="*/ 389608 h 496646"/>
                <a:gd name="connsiteX10" fmla="*/ 86192 w 603135"/>
                <a:gd name="connsiteY10" fmla="*/ 322516 h 496646"/>
                <a:gd name="connsiteX11" fmla="*/ 85099 w 603135"/>
                <a:gd name="connsiteY11" fmla="*/ 185565 h 496646"/>
                <a:gd name="connsiteX12" fmla="*/ 163628 w 603135"/>
                <a:gd name="connsiteY12" fmla="*/ 77461 h 496646"/>
                <a:gd name="connsiteX13" fmla="*/ 216879 w 603135"/>
                <a:gd name="connsiteY13" fmla="*/ 47448 h 496646"/>
                <a:gd name="connsiteX14" fmla="*/ 222051 w 603135"/>
                <a:gd name="connsiteY14" fmla="*/ 40455 h 496646"/>
                <a:gd name="connsiteX15" fmla="*/ 224091 w 603135"/>
                <a:gd name="connsiteY15" fmla="*/ 36740 h 496646"/>
                <a:gd name="connsiteX16" fmla="*/ 229846 w 603135"/>
                <a:gd name="connsiteY16" fmla="*/ 25595 h 496646"/>
                <a:gd name="connsiteX17" fmla="*/ 262335 w 603135"/>
                <a:gd name="connsiteY17" fmla="*/ 20933 h 496646"/>
                <a:gd name="connsiteX18" fmla="*/ 265977 w 603135"/>
                <a:gd name="connsiteY18" fmla="*/ 21297 h 496646"/>
                <a:gd name="connsiteX19" fmla="*/ 272095 w 603135"/>
                <a:gd name="connsiteY19" fmla="*/ 21588 h 496646"/>
                <a:gd name="connsiteX20" fmla="*/ 393094 w 603135"/>
                <a:gd name="connsiteY20" fmla="*/ -120 h 496646"/>
                <a:gd name="connsiteX21" fmla="*/ 516058 w 603135"/>
                <a:gd name="connsiteY21" fmla="*/ 43661 h 496646"/>
                <a:gd name="connsiteX22" fmla="*/ 538787 w 603135"/>
                <a:gd name="connsiteY22" fmla="*/ 53932 h 496646"/>
                <a:gd name="connsiteX23" fmla="*/ 600779 w 603135"/>
                <a:gd name="connsiteY23" fmla="*/ 119348 h 496646"/>
                <a:gd name="connsiteX24" fmla="*/ 586136 w 603135"/>
                <a:gd name="connsiteY24" fmla="*/ 184982 h 49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603135" h="496646">
                  <a:moveTo>
                    <a:pt x="586136" y="184982"/>
                  </a:moveTo>
                  <a:cubicBezTo>
                    <a:pt x="581246" y="192913"/>
                    <a:pt x="575895" y="200551"/>
                    <a:pt x="570110" y="207856"/>
                  </a:cubicBezTo>
                  <a:cubicBezTo>
                    <a:pt x="559065" y="221814"/>
                    <a:pt x="546669" y="234649"/>
                    <a:pt x="533104" y="246173"/>
                  </a:cubicBezTo>
                  <a:cubicBezTo>
                    <a:pt x="525118" y="253130"/>
                    <a:pt x="516778" y="259671"/>
                    <a:pt x="508118" y="265769"/>
                  </a:cubicBezTo>
                  <a:cubicBezTo>
                    <a:pt x="492067" y="277067"/>
                    <a:pt x="475192" y="287148"/>
                    <a:pt x="457636" y="295927"/>
                  </a:cubicBezTo>
                  <a:cubicBezTo>
                    <a:pt x="406497" y="321715"/>
                    <a:pt x="351134" y="337887"/>
                    <a:pt x="296062" y="353840"/>
                  </a:cubicBezTo>
                  <a:cubicBezTo>
                    <a:pt x="260076" y="364330"/>
                    <a:pt x="224066" y="374796"/>
                    <a:pt x="188031" y="385237"/>
                  </a:cubicBezTo>
                  <a:cubicBezTo>
                    <a:pt x="150369" y="413720"/>
                    <a:pt x="24199" y="507182"/>
                    <a:pt x="3001" y="495526"/>
                  </a:cubicBezTo>
                  <a:cubicBezTo>
                    <a:pt x="-21984" y="481758"/>
                    <a:pt x="114935" y="384829"/>
                    <a:pt x="114935" y="384829"/>
                  </a:cubicBezTo>
                  <a:lnTo>
                    <a:pt x="121231" y="389608"/>
                  </a:lnTo>
                  <a:cubicBezTo>
                    <a:pt x="101198" y="377005"/>
                    <a:pt x="90709" y="347794"/>
                    <a:pt x="86192" y="322516"/>
                  </a:cubicBezTo>
                  <a:cubicBezTo>
                    <a:pt x="78179" y="277279"/>
                    <a:pt x="74391" y="230293"/>
                    <a:pt x="85099" y="185565"/>
                  </a:cubicBezTo>
                  <a:cubicBezTo>
                    <a:pt x="95807" y="140910"/>
                    <a:pt x="122688" y="98368"/>
                    <a:pt x="163628" y="77461"/>
                  </a:cubicBezTo>
                  <a:cubicBezTo>
                    <a:pt x="181767" y="68136"/>
                    <a:pt x="203766" y="61799"/>
                    <a:pt x="216879" y="47448"/>
                  </a:cubicBezTo>
                  <a:cubicBezTo>
                    <a:pt x="218866" y="45324"/>
                    <a:pt x="220602" y="42978"/>
                    <a:pt x="222051" y="40455"/>
                  </a:cubicBezTo>
                  <a:cubicBezTo>
                    <a:pt x="222844" y="39282"/>
                    <a:pt x="223527" y="38039"/>
                    <a:pt x="224091" y="36740"/>
                  </a:cubicBezTo>
                  <a:cubicBezTo>
                    <a:pt x="225538" y="32800"/>
                    <a:pt x="227471" y="29056"/>
                    <a:pt x="229846" y="25595"/>
                  </a:cubicBezTo>
                  <a:cubicBezTo>
                    <a:pt x="237349" y="16926"/>
                    <a:pt x="250971" y="19549"/>
                    <a:pt x="262335" y="20933"/>
                  </a:cubicBezTo>
                  <a:cubicBezTo>
                    <a:pt x="263573" y="21078"/>
                    <a:pt x="264738" y="21224"/>
                    <a:pt x="265977" y="21297"/>
                  </a:cubicBezTo>
                  <a:cubicBezTo>
                    <a:pt x="268010" y="21503"/>
                    <a:pt x="270052" y="21600"/>
                    <a:pt x="272095" y="21588"/>
                  </a:cubicBezTo>
                  <a:cubicBezTo>
                    <a:pt x="312671" y="22462"/>
                    <a:pt x="352009" y="-120"/>
                    <a:pt x="393094" y="-120"/>
                  </a:cubicBezTo>
                  <a:cubicBezTo>
                    <a:pt x="438113" y="-193"/>
                    <a:pt x="476429" y="25886"/>
                    <a:pt x="516058" y="43661"/>
                  </a:cubicBezTo>
                  <a:cubicBezTo>
                    <a:pt x="524071" y="47303"/>
                    <a:pt x="531648" y="50581"/>
                    <a:pt x="538787" y="53932"/>
                  </a:cubicBezTo>
                  <a:cubicBezTo>
                    <a:pt x="567415" y="67263"/>
                    <a:pt x="588977" y="81468"/>
                    <a:pt x="600779" y="119348"/>
                  </a:cubicBezTo>
                  <a:cubicBezTo>
                    <a:pt x="607626" y="141493"/>
                    <a:pt x="598228" y="165314"/>
                    <a:pt x="586136" y="184982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2F57EC63-621E-4568-8332-FE7A0EEFD5C9}"/>
                </a:ext>
              </a:extLst>
            </p:cNvPr>
            <p:cNvSpPr/>
            <p:nvPr/>
          </p:nvSpPr>
          <p:spPr>
            <a:xfrm>
              <a:off x="2959239" y="792015"/>
              <a:ext cx="57769" cy="31222"/>
            </a:xfrm>
            <a:custGeom>
              <a:avLst/>
              <a:gdLst>
                <a:gd name="connsiteX0" fmla="*/ 55173 w 57769"/>
                <a:gd name="connsiteY0" fmla="*/ 172 h 31222"/>
                <a:gd name="connsiteX1" fmla="*/ 50875 w 57769"/>
                <a:gd name="connsiteY1" fmla="*/ 23920 h 31222"/>
                <a:gd name="connsiteX2" fmla="*/ 33829 w 57769"/>
                <a:gd name="connsiteY2" fmla="*/ 29966 h 31222"/>
                <a:gd name="connsiteX3" fmla="*/ 20571 w 57769"/>
                <a:gd name="connsiteY3" fmla="*/ 30986 h 31222"/>
                <a:gd name="connsiteX4" fmla="*/ 3015 w 57769"/>
                <a:gd name="connsiteY4" fmla="*/ 27999 h 31222"/>
                <a:gd name="connsiteX5" fmla="*/ -45 w 57769"/>
                <a:gd name="connsiteY5" fmla="*/ 26032 h 31222"/>
                <a:gd name="connsiteX6" fmla="*/ 5127 w 57769"/>
                <a:gd name="connsiteY6" fmla="*/ 19039 h 31222"/>
                <a:gd name="connsiteX7" fmla="*/ 11246 w 57769"/>
                <a:gd name="connsiteY7" fmla="*/ 19330 h 31222"/>
                <a:gd name="connsiteX8" fmla="*/ 33100 w 57769"/>
                <a:gd name="connsiteY8" fmla="*/ 15615 h 31222"/>
                <a:gd name="connsiteX9" fmla="*/ 41332 w 57769"/>
                <a:gd name="connsiteY9" fmla="*/ 11682 h 31222"/>
                <a:gd name="connsiteX10" fmla="*/ 49053 w 57769"/>
                <a:gd name="connsiteY10" fmla="*/ -120 h 3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769" h="31222">
                  <a:moveTo>
                    <a:pt x="55173" y="172"/>
                  </a:moveTo>
                  <a:cubicBezTo>
                    <a:pt x="59809" y="8062"/>
                    <a:pt x="57982" y="18155"/>
                    <a:pt x="50875" y="23920"/>
                  </a:cubicBezTo>
                  <a:cubicBezTo>
                    <a:pt x="45862" y="27473"/>
                    <a:pt x="39961" y="29567"/>
                    <a:pt x="33829" y="29966"/>
                  </a:cubicBezTo>
                  <a:cubicBezTo>
                    <a:pt x="29433" y="30562"/>
                    <a:pt x="25006" y="30902"/>
                    <a:pt x="20571" y="30986"/>
                  </a:cubicBezTo>
                  <a:cubicBezTo>
                    <a:pt x="14561" y="31470"/>
                    <a:pt x="8526" y="30443"/>
                    <a:pt x="3015" y="27999"/>
                  </a:cubicBezTo>
                  <a:cubicBezTo>
                    <a:pt x="1942" y="27429"/>
                    <a:pt x="919" y="26771"/>
                    <a:pt x="-45" y="26032"/>
                  </a:cubicBezTo>
                  <a:cubicBezTo>
                    <a:pt x="1943" y="23908"/>
                    <a:pt x="3678" y="21561"/>
                    <a:pt x="5127" y="19039"/>
                  </a:cubicBezTo>
                  <a:cubicBezTo>
                    <a:pt x="6147" y="19840"/>
                    <a:pt x="7167" y="19622"/>
                    <a:pt x="11246" y="19330"/>
                  </a:cubicBezTo>
                  <a:cubicBezTo>
                    <a:pt x="18653" y="18970"/>
                    <a:pt x="25990" y="17723"/>
                    <a:pt x="33100" y="15615"/>
                  </a:cubicBezTo>
                  <a:cubicBezTo>
                    <a:pt x="36066" y="14830"/>
                    <a:pt x="38858" y="13496"/>
                    <a:pt x="41332" y="11682"/>
                  </a:cubicBezTo>
                  <a:cubicBezTo>
                    <a:pt x="44977" y="8563"/>
                    <a:pt x="47656" y="4469"/>
                    <a:pt x="49053" y="-120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7C206EBA-19DF-4B0D-808F-FD523ED77D7A}"/>
                </a:ext>
              </a:extLst>
            </p:cNvPr>
            <p:cNvSpPr/>
            <p:nvPr/>
          </p:nvSpPr>
          <p:spPr>
            <a:xfrm>
              <a:off x="2859995" y="1153962"/>
              <a:ext cx="68540" cy="9864"/>
            </a:xfrm>
            <a:custGeom>
              <a:avLst/>
              <a:gdLst>
                <a:gd name="connsiteX0" fmla="*/ -45 w 68540"/>
                <a:gd name="connsiteY0" fmla="*/ 393 h 9864"/>
                <a:gd name="connsiteX1" fmla="*/ 18643 w 68540"/>
                <a:gd name="connsiteY1" fmla="*/ 7350 h 9864"/>
                <a:gd name="connsiteX2" fmla="*/ 68495 w 68540"/>
                <a:gd name="connsiteY2" fmla="*/ -120 h 9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8540" h="9864">
                  <a:moveTo>
                    <a:pt x="-45" y="393"/>
                  </a:moveTo>
                  <a:cubicBezTo>
                    <a:pt x="5654" y="3944"/>
                    <a:pt x="12009" y="6310"/>
                    <a:pt x="18643" y="7350"/>
                  </a:cubicBezTo>
                  <a:cubicBezTo>
                    <a:pt x="35553" y="12266"/>
                    <a:pt x="53768" y="9536"/>
                    <a:pt x="68495" y="-120"/>
                  </a:cubicBezTo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81447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基本配置命令</a:t>
            </a:r>
          </a:p>
          <a:p>
            <a:pPr lvl="1"/>
            <a:r>
              <a:rPr lang="zh-CN" altLang="en-US" dirty="0"/>
              <a:t>修改交换机的系统网络名</a:t>
            </a:r>
            <a:r>
              <a:rPr lang="en-US" altLang="zh-CN" dirty="0"/>
              <a:t>		switch(config)#hostname </a:t>
            </a:r>
            <a:r>
              <a:rPr lang="en-US" altLang="zh-CN" dirty="0" err="1"/>
              <a:t>xit</a:t>
            </a:r>
            <a:endParaRPr lang="en-US" altLang="zh-CN" dirty="0"/>
          </a:p>
          <a:p>
            <a:pPr lvl="1"/>
            <a:r>
              <a:rPr lang="zh-CN" altLang="en-US" dirty="0"/>
              <a:t>配置交换机特权模式密码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	</a:t>
            </a:r>
            <a:r>
              <a:rPr lang="en-US" altLang="zh-CN" dirty="0" err="1"/>
              <a:t>xit</a:t>
            </a:r>
            <a:r>
              <a:rPr lang="en-US" altLang="zh-CN" dirty="0"/>
              <a:t>(config)#ena pass xxx		</a:t>
            </a:r>
            <a:r>
              <a:rPr lang="zh-CN" altLang="en-US" dirty="0"/>
              <a:t>明文密码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	</a:t>
            </a:r>
            <a:r>
              <a:rPr lang="en-US" altLang="zh-CN" dirty="0" err="1"/>
              <a:t>xit</a:t>
            </a:r>
            <a:r>
              <a:rPr lang="en-US" altLang="zh-CN" dirty="0"/>
              <a:t>(config)#ena secret xxx 		</a:t>
            </a:r>
            <a:r>
              <a:rPr lang="zh-CN" altLang="en-US" dirty="0"/>
              <a:t>密文密码</a:t>
            </a:r>
            <a:endParaRPr lang="en-US" altLang="zh-CN" dirty="0"/>
          </a:p>
          <a:p>
            <a:pPr lvl="1"/>
            <a:r>
              <a:rPr lang="zh-CN" altLang="en-US" dirty="0"/>
              <a:t>配置交换机串口密码	</a:t>
            </a:r>
          </a:p>
          <a:p>
            <a:pPr marL="457200" lvl="1" indent="0">
              <a:buNone/>
            </a:pPr>
            <a:r>
              <a:rPr lang="en-US" altLang="zh-CN" dirty="0"/>
              <a:t>	</a:t>
            </a:r>
            <a:r>
              <a:rPr lang="en-US" altLang="zh-CN" dirty="0" err="1"/>
              <a:t>xit</a:t>
            </a:r>
            <a:r>
              <a:rPr lang="en-US" altLang="zh-CN" dirty="0"/>
              <a:t>(config)#line console 0		</a:t>
            </a:r>
            <a:r>
              <a:rPr lang="zh-CN" altLang="en-US" dirty="0"/>
              <a:t>选择</a:t>
            </a:r>
            <a:r>
              <a:rPr lang="en-US" altLang="zh-CN" dirty="0"/>
              <a:t>console</a:t>
            </a:r>
            <a:r>
              <a:rPr lang="zh-CN" altLang="en-US" dirty="0"/>
              <a:t>口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	</a:t>
            </a:r>
            <a:r>
              <a:rPr lang="en-US" altLang="zh-CN" dirty="0" err="1"/>
              <a:t>xit</a:t>
            </a:r>
            <a:r>
              <a:rPr lang="en-US" altLang="zh-CN" dirty="0"/>
              <a:t>(config-line)#password xxx		</a:t>
            </a:r>
            <a:r>
              <a:rPr lang="zh-CN" altLang="en-US" dirty="0"/>
              <a:t>配置密码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	</a:t>
            </a:r>
            <a:r>
              <a:rPr lang="en-US" altLang="zh-CN" dirty="0" err="1"/>
              <a:t>xit</a:t>
            </a:r>
            <a:r>
              <a:rPr lang="en-US" altLang="zh-CN" dirty="0"/>
              <a:t>(config-line)#login			</a:t>
            </a:r>
            <a:r>
              <a:rPr lang="zh-CN" altLang="en-US" dirty="0"/>
              <a:t>登陆时检测密码</a:t>
            </a:r>
            <a:endParaRPr lang="en-US" altLang="zh-CN" dirty="0"/>
          </a:p>
          <a:p>
            <a:pPr lvl="1"/>
            <a:r>
              <a:rPr lang="zh-CN" altLang="en-US" dirty="0"/>
              <a:t>配置远程登陆密码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	</a:t>
            </a:r>
            <a:r>
              <a:rPr lang="en-US" altLang="zh-CN" dirty="0" err="1"/>
              <a:t>xit</a:t>
            </a:r>
            <a:r>
              <a:rPr lang="en-US" altLang="zh-CN" dirty="0"/>
              <a:t>(config)#line vty 0 4</a:t>
            </a:r>
          </a:p>
          <a:p>
            <a:pPr marL="457200" lvl="1" indent="0">
              <a:buNone/>
            </a:pPr>
            <a:r>
              <a:rPr lang="en-US" altLang="zh-CN" dirty="0"/>
              <a:t>	</a:t>
            </a:r>
            <a:r>
              <a:rPr lang="en-US" altLang="zh-CN" dirty="0" err="1"/>
              <a:t>xit</a:t>
            </a:r>
            <a:r>
              <a:rPr lang="en-US" altLang="zh-CN" dirty="0"/>
              <a:t>(config-line)#password </a:t>
            </a:r>
            <a:r>
              <a:rPr lang="en-US" altLang="zh-CN" dirty="0" err="1"/>
              <a:t>xit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	</a:t>
            </a:r>
            <a:r>
              <a:rPr lang="en-US" altLang="zh-CN" dirty="0" err="1"/>
              <a:t>xit</a:t>
            </a:r>
            <a:r>
              <a:rPr lang="en-US" altLang="zh-CN" dirty="0"/>
              <a:t>(config-line)#login</a:t>
            </a:r>
          </a:p>
        </p:txBody>
      </p:sp>
      <p:sp>
        <p:nvSpPr>
          <p:cNvPr id="6" name="TextBox 16">
            <a:extLst>
              <a:ext uri="{FF2B5EF4-FFF2-40B4-BE49-F238E27FC236}">
                <a16:creationId xmlns:a16="http://schemas.microsoft.com/office/drawing/2014/main" id="{EE48E8BA-3005-4251-AB0C-D751278E61CC}"/>
              </a:ext>
            </a:extLst>
          </p:cNvPr>
          <p:cNvSpPr txBox="1"/>
          <p:nvPr/>
        </p:nvSpPr>
        <p:spPr>
          <a:xfrm>
            <a:off x="542581" y="5971405"/>
            <a:ext cx="4498116" cy="338554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pPr algn="just"/>
            <a:r>
              <a:rPr lang="zh-CN" altLang="en-US" sz="1600" dirty="0">
                <a:solidFill>
                  <a:schemeClr val="bg2">
                    <a:lumMod val="50000"/>
                  </a:schemeClr>
                </a:solidFill>
                <a:latin typeface="IBM Plex Sans Light" panose="020B0403050203000203" pitchFamily="34" charset="0"/>
                <a:ea typeface="微软雅黑 Light" panose="020B0502040204020203" pitchFamily="34" charset="-122"/>
                <a:cs typeface="Calibri"/>
              </a:rPr>
              <a:t>如果忘记命令就使用？获取提示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6974A1A6-D5A1-49A7-9570-FD733322E167}"/>
              </a:ext>
            </a:extLst>
          </p:cNvPr>
          <p:cNvGrpSpPr>
            <a:grpSpLocks noChangeAspect="1"/>
          </p:cNvGrpSpPr>
          <p:nvPr/>
        </p:nvGrpSpPr>
        <p:grpSpPr>
          <a:xfrm>
            <a:off x="238125" y="5229959"/>
            <a:ext cx="429262" cy="1080000"/>
            <a:chOff x="2502883" y="745871"/>
            <a:chExt cx="1886020" cy="4745130"/>
          </a:xfrm>
        </p:grpSpPr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F10E2520-D157-4283-A0FA-189C17EAA6B6}"/>
                </a:ext>
              </a:extLst>
            </p:cNvPr>
            <p:cNvSpPr/>
            <p:nvPr/>
          </p:nvSpPr>
          <p:spPr>
            <a:xfrm>
              <a:off x="2502883" y="745871"/>
              <a:ext cx="1886020" cy="4734469"/>
            </a:xfrm>
            <a:custGeom>
              <a:avLst/>
              <a:gdLst>
                <a:gd name="connsiteX0" fmla="*/ 1884245 w 1886020"/>
                <a:gd name="connsiteY0" fmla="*/ 523393 h 4734469"/>
                <a:gd name="connsiteX1" fmla="*/ 1874265 w 1886020"/>
                <a:gd name="connsiteY1" fmla="*/ 495786 h 4734469"/>
                <a:gd name="connsiteX2" fmla="*/ 1867783 w 1886020"/>
                <a:gd name="connsiteY2" fmla="*/ 465103 h 4734469"/>
                <a:gd name="connsiteX3" fmla="*/ 1850007 w 1886020"/>
                <a:gd name="connsiteY3" fmla="*/ 460490 h 4734469"/>
                <a:gd name="connsiteX4" fmla="*/ 1844762 w 1886020"/>
                <a:gd name="connsiteY4" fmla="*/ 448260 h 4734469"/>
                <a:gd name="connsiteX5" fmla="*/ 1805863 w 1886020"/>
                <a:gd name="connsiteY5" fmla="*/ 417944 h 4734469"/>
                <a:gd name="connsiteX6" fmla="*/ 1870331 w 1886020"/>
                <a:gd name="connsiteY6" fmla="*/ 358921 h 4734469"/>
                <a:gd name="connsiteX7" fmla="*/ 1861299 w 1886020"/>
                <a:gd name="connsiteY7" fmla="*/ 324137 h 4734469"/>
                <a:gd name="connsiteX8" fmla="*/ 1851393 w 1886020"/>
                <a:gd name="connsiteY8" fmla="*/ 326774 h 4734469"/>
                <a:gd name="connsiteX9" fmla="*/ 1796830 w 1886020"/>
                <a:gd name="connsiteY9" fmla="*/ 349255 h 4734469"/>
                <a:gd name="connsiteX10" fmla="*/ 1765943 w 1886020"/>
                <a:gd name="connsiteY10" fmla="*/ 363534 h 4734469"/>
                <a:gd name="connsiteX11" fmla="*/ 1693315 w 1886020"/>
                <a:gd name="connsiteY11" fmla="*/ 436543 h 4734469"/>
                <a:gd name="connsiteX12" fmla="*/ 1648150 w 1886020"/>
                <a:gd name="connsiteY12" fmla="*/ 518706 h 4734469"/>
                <a:gd name="connsiteX13" fmla="*/ 1638535 w 1886020"/>
                <a:gd name="connsiteY13" fmla="*/ 574946 h 4734469"/>
                <a:gd name="connsiteX14" fmla="*/ 1638663 w 1886020"/>
                <a:gd name="connsiteY14" fmla="*/ 580662 h 4734469"/>
                <a:gd name="connsiteX15" fmla="*/ 1613134 w 1886020"/>
                <a:gd name="connsiteY15" fmla="*/ 587941 h 4734469"/>
                <a:gd name="connsiteX16" fmla="*/ 1591981 w 1886020"/>
                <a:gd name="connsiteY16" fmla="*/ 643937 h 4734469"/>
                <a:gd name="connsiteX17" fmla="*/ 1578159 w 1886020"/>
                <a:gd name="connsiteY17" fmla="*/ 669479 h 4734469"/>
                <a:gd name="connsiteX18" fmla="*/ 1563141 w 1886020"/>
                <a:gd name="connsiteY18" fmla="*/ 681284 h 4734469"/>
                <a:gd name="connsiteX19" fmla="*/ 1533375 w 1886020"/>
                <a:gd name="connsiteY19" fmla="*/ 756751 h 4734469"/>
                <a:gd name="connsiteX20" fmla="*/ 1485671 w 1886020"/>
                <a:gd name="connsiteY20" fmla="*/ 856861 h 4734469"/>
                <a:gd name="connsiteX21" fmla="*/ 1415921 w 1886020"/>
                <a:gd name="connsiteY21" fmla="*/ 918590 h 4734469"/>
                <a:gd name="connsiteX22" fmla="*/ 1406812 w 1886020"/>
                <a:gd name="connsiteY22" fmla="*/ 937801 h 4734469"/>
                <a:gd name="connsiteX23" fmla="*/ 1382456 w 1886020"/>
                <a:gd name="connsiteY23" fmla="*/ 945325 h 4734469"/>
                <a:gd name="connsiteX24" fmla="*/ 1315988 w 1886020"/>
                <a:gd name="connsiteY24" fmla="*/ 955470 h 4734469"/>
                <a:gd name="connsiteX25" fmla="*/ 1237040 w 1886020"/>
                <a:gd name="connsiteY25" fmla="*/ 944378 h 4734469"/>
                <a:gd name="connsiteX26" fmla="*/ 1220194 w 1886020"/>
                <a:gd name="connsiteY26" fmla="*/ 945880 h 4734469"/>
                <a:gd name="connsiteX27" fmla="*/ 1206377 w 1886020"/>
                <a:gd name="connsiteY27" fmla="*/ 941040 h 4734469"/>
                <a:gd name="connsiteX28" fmla="*/ 1175042 w 1886020"/>
                <a:gd name="connsiteY28" fmla="*/ 928647 h 4734469"/>
                <a:gd name="connsiteX29" fmla="*/ 1145313 w 1886020"/>
                <a:gd name="connsiteY29" fmla="*/ 940191 h 4734469"/>
                <a:gd name="connsiteX30" fmla="*/ 1126295 w 1886020"/>
                <a:gd name="connsiteY30" fmla="*/ 912187 h 4734469"/>
                <a:gd name="connsiteX31" fmla="*/ 1097455 w 1886020"/>
                <a:gd name="connsiteY31" fmla="*/ 898352 h 4734469"/>
                <a:gd name="connsiteX32" fmla="*/ 1087927 w 1886020"/>
                <a:gd name="connsiteY32" fmla="*/ 876721 h 4734469"/>
                <a:gd name="connsiteX33" fmla="*/ 1059155 w 1886020"/>
                <a:gd name="connsiteY33" fmla="*/ 877769 h 4734469"/>
                <a:gd name="connsiteX34" fmla="*/ 990638 w 1886020"/>
                <a:gd name="connsiteY34" fmla="*/ 848823 h 4734469"/>
                <a:gd name="connsiteX35" fmla="*/ 927078 w 1886020"/>
                <a:gd name="connsiteY35" fmla="*/ 829834 h 4734469"/>
                <a:gd name="connsiteX36" fmla="*/ 917154 w 1886020"/>
                <a:gd name="connsiteY36" fmla="*/ 810211 h 4734469"/>
                <a:gd name="connsiteX37" fmla="*/ 909914 w 1886020"/>
                <a:gd name="connsiteY37" fmla="*/ 795381 h 4734469"/>
                <a:gd name="connsiteX38" fmla="*/ 871407 w 1886020"/>
                <a:gd name="connsiteY38" fmla="*/ 783885 h 4734469"/>
                <a:gd name="connsiteX39" fmla="*/ 826658 w 1886020"/>
                <a:gd name="connsiteY39" fmla="*/ 791587 h 4734469"/>
                <a:gd name="connsiteX40" fmla="*/ 825164 w 1886020"/>
                <a:gd name="connsiteY40" fmla="*/ 785828 h 4734469"/>
                <a:gd name="connsiteX41" fmla="*/ 775558 w 1886020"/>
                <a:gd name="connsiteY41" fmla="*/ 724921 h 4734469"/>
                <a:gd name="connsiteX42" fmla="*/ 716782 w 1886020"/>
                <a:gd name="connsiteY42" fmla="*/ 701026 h 4734469"/>
                <a:gd name="connsiteX43" fmla="*/ 716446 w 1886020"/>
                <a:gd name="connsiteY43" fmla="*/ 695553 h 4734469"/>
                <a:gd name="connsiteX44" fmla="*/ 728319 w 1886020"/>
                <a:gd name="connsiteY44" fmla="*/ 619469 h 4734469"/>
                <a:gd name="connsiteX45" fmla="*/ 731107 w 1886020"/>
                <a:gd name="connsiteY45" fmla="*/ 611455 h 4734469"/>
                <a:gd name="connsiteX46" fmla="*/ 925349 w 1886020"/>
                <a:gd name="connsiteY46" fmla="*/ 278594 h 4734469"/>
                <a:gd name="connsiteX47" fmla="*/ 853616 w 1886020"/>
                <a:gd name="connsiteY47" fmla="*/ 154334 h 4734469"/>
                <a:gd name="connsiteX48" fmla="*/ 851478 w 1886020"/>
                <a:gd name="connsiteY48" fmla="*/ 137960 h 4734469"/>
                <a:gd name="connsiteX49" fmla="*/ 835001 w 1886020"/>
                <a:gd name="connsiteY49" fmla="*/ 106065 h 4734469"/>
                <a:gd name="connsiteX50" fmla="*/ 778219 w 1886020"/>
                <a:gd name="connsiteY50" fmla="*/ 54216 h 4734469"/>
                <a:gd name="connsiteX51" fmla="*/ 755492 w 1886020"/>
                <a:gd name="connsiteY51" fmla="*/ 43891 h 4734469"/>
                <a:gd name="connsiteX52" fmla="*/ 632527 w 1886020"/>
                <a:gd name="connsiteY52" fmla="*/ -120 h 4734469"/>
                <a:gd name="connsiteX53" fmla="*/ 511529 w 1886020"/>
                <a:gd name="connsiteY53" fmla="*/ 21702 h 4734469"/>
                <a:gd name="connsiteX54" fmla="*/ 508469 w 1886020"/>
                <a:gd name="connsiteY54" fmla="*/ 21555 h 4734469"/>
                <a:gd name="connsiteX55" fmla="*/ 505410 w 1886020"/>
                <a:gd name="connsiteY55" fmla="*/ 21409 h 4734469"/>
                <a:gd name="connsiteX56" fmla="*/ 501768 w 1886020"/>
                <a:gd name="connsiteY56" fmla="*/ 21043 h 4734469"/>
                <a:gd name="connsiteX57" fmla="*/ 469278 w 1886020"/>
                <a:gd name="connsiteY57" fmla="*/ 25730 h 4734469"/>
                <a:gd name="connsiteX58" fmla="*/ 463524 w 1886020"/>
                <a:gd name="connsiteY58" fmla="*/ 36933 h 4734469"/>
                <a:gd name="connsiteX59" fmla="*/ 461484 w 1886020"/>
                <a:gd name="connsiteY59" fmla="*/ 40668 h 4734469"/>
                <a:gd name="connsiteX60" fmla="*/ 461484 w 1886020"/>
                <a:gd name="connsiteY60" fmla="*/ 40668 h 4734469"/>
                <a:gd name="connsiteX61" fmla="*/ 456312 w 1886020"/>
                <a:gd name="connsiteY61" fmla="*/ 47698 h 4734469"/>
                <a:gd name="connsiteX62" fmla="*/ 456312 w 1886020"/>
                <a:gd name="connsiteY62" fmla="*/ 47698 h 4734469"/>
                <a:gd name="connsiteX63" fmla="*/ 403061 w 1886020"/>
                <a:gd name="connsiteY63" fmla="*/ 77869 h 4734469"/>
                <a:gd name="connsiteX64" fmla="*/ 324532 w 1886020"/>
                <a:gd name="connsiteY64" fmla="*/ 186540 h 4734469"/>
                <a:gd name="connsiteX65" fmla="*/ 325625 w 1886020"/>
                <a:gd name="connsiteY65" fmla="*/ 324210 h 4734469"/>
                <a:gd name="connsiteX66" fmla="*/ 354726 w 1886020"/>
                <a:gd name="connsiteY66" fmla="*/ 387041 h 4734469"/>
                <a:gd name="connsiteX67" fmla="*/ 354729 w 1886020"/>
                <a:gd name="connsiteY67" fmla="*/ 387125 h 4734469"/>
                <a:gd name="connsiteX68" fmla="*/ 354368 w 1886020"/>
                <a:gd name="connsiteY68" fmla="*/ 386850 h 4734469"/>
                <a:gd name="connsiteX69" fmla="*/ 242435 w 1886020"/>
                <a:gd name="connsiteY69" fmla="*/ 498129 h 4734469"/>
                <a:gd name="connsiteX70" fmla="*/ 361648 w 1886020"/>
                <a:gd name="connsiteY70" fmla="*/ 435424 h 4734469"/>
                <a:gd name="connsiteX71" fmla="*/ 363141 w 1886020"/>
                <a:gd name="connsiteY71" fmla="*/ 441669 h 4734469"/>
                <a:gd name="connsiteX72" fmla="*/ 385505 w 1886020"/>
                <a:gd name="connsiteY72" fmla="*/ 505671 h 4734469"/>
                <a:gd name="connsiteX73" fmla="*/ 435987 w 1886020"/>
                <a:gd name="connsiteY73" fmla="*/ 563961 h 4734469"/>
                <a:gd name="connsiteX74" fmla="*/ 453319 w 1886020"/>
                <a:gd name="connsiteY74" fmla="*/ 565943 h 4734469"/>
                <a:gd name="connsiteX75" fmla="*/ 457839 w 1886020"/>
                <a:gd name="connsiteY75" fmla="*/ 565708 h 4734469"/>
                <a:gd name="connsiteX76" fmla="*/ 446055 w 1886020"/>
                <a:gd name="connsiteY76" fmla="*/ 677019 h 4734469"/>
                <a:gd name="connsiteX77" fmla="*/ 404147 w 1886020"/>
                <a:gd name="connsiteY77" fmla="*/ 688604 h 4734469"/>
                <a:gd name="connsiteX78" fmla="*/ 387200 w 1886020"/>
                <a:gd name="connsiteY78" fmla="*/ 697652 h 4734469"/>
                <a:gd name="connsiteX79" fmla="*/ 369682 w 1886020"/>
                <a:gd name="connsiteY79" fmla="*/ 689015 h 4734469"/>
                <a:gd name="connsiteX80" fmla="*/ 245299 w 1886020"/>
                <a:gd name="connsiteY80" fmla="*/ 695605 h 4734469"/>
                <a:gd name="connsiteX81" fmla="*/ 143191 w 1886020"/>
                <a:gd name="connsiteY81" fmla="*/ 869154 h 4734469"/>
                <a:gd name="connsiteX82" fmla="*/ 97334 w 1886020"/>
                <a:gd name="connsiteY82" fmla="*/ 900423 h 4734469"/>
                <a:gd name="connsiteX83" fmla="*/ 89426 w 1886020"/>
                <a:gd name="connsiteY83" fmla="*/ 915458 h 4734469"/>
                <a:gd name="connsiteX84" fmla="*/ 75452 w 1886020"/>
                <a:gd name="connsiteY84" fmla="*/ 925468 h 4734469"/>
                <a:gd name="connsiteX85" fmla="*/ 27541 w 1886020"/>
                <a:gd name="connsiteY85" fmla="*/ 953154 h 4734469"/>
                <a:gd name="connsiteX86" fmla="*/ -34 w 1886020"/>
                <a:gd name="connsiteY86" fmla="*/ 999620 h 4734469"/>
                <a:gd name="connsiteX87" fmla="*/ 8434 w 1886020"/>
                <a:gd name="connsiteY87" fmla="*/ 1038698 h 4734469"/>
                <a:gd name="connsiteX88" fmla="*/ 40317 w 1886020"/>
                <a:gd name="connsiteY88" fmla="*/ 1099798 h 4734469"/>
                <a:gd name="connsiteX89" fmla="*/ 27433 w 1886020"/>
                <a:gd name="connsiteY89" fmla="*/ 1130006 h 4734469"/>
                <a:gd name="connsiteX90" fmla="*/ 38612 w 1886020"/>
                <a:gd name="connsiteY90" fmla="*/ 1216252 h 4734469"/>
                <a:gd name="connsiteX91" fmla="*/ 27292 w 1886020"/>
                <a:gd name="connsiteY91" fmla="*/ 1291511 h 4734469"/>
                <a:gd name="connsiteX92" fmla="*/ 78979 w 1886020"/>
                <a:gd name="connsiteY92" fmla="*/ 1580927 h 4734469"/>
                <a:gd name="connsiteX93" fmla="*/ 91251 w 1886020"/>
                <a:gd name="connsiteY93" fmla="*/ 1628525 h 4734469"/>
                <a:gd name="connsiteX94" fmla="*/ 70077 w 1886020"/>
                <a:gd name="connsiteY94" fmla="*/ 1716517 h 4734469"/>
                <a:gd name="connsiteX95" fmla="*/ 107198 w 1886020"/>
                <a:gd name="connsiteY95" fmla="*/ 1902274 h 4734469"/>
                <a:gd name="connsiteX96" fmla="*/ 105750 w 1886020"/>
                <a:gd name="connsiteY96" fmla="*/ 1989837 h 4734469"/>
                <a:gd name="connsiteX97" fmla="*/ 130737 w 1886020"/>
                <a:gd name="connsiteY97" fmla="*/ 2042751 h 4734469"/>
                <a:gd name="connsiteX98" fmla="*/ 163624 w 1886020"/>
                <a:gd name="connsiteY98" fmla="*/ 2141265 h 4734469"/>
                <a:gd name="connsiteX99" fmla="*/ 236572 w 1886020"/>
                <a:gd name="connsiteY99" fmla="*/ 2228163 h 4734469"/>
                <a:gd name="connsiteX100" fmla="*/ 236300 w 1886020"/>
                <a:gd name="connsiteY100" fmla="*/ 2412053 h 4734469"/>
                <a:gd name="connsiteX101" fmla="*/ 265444 w 1886020"/>
                <a:gd name="connsiteY101" fmla="*/ 2401299 h 4734469"/>
                <a:gd name="connsiteX102" fmla="*/ 330016 w 1886020"/>
                <a:gd name="connsiteY102" fmla="*/ 2655748 h 4734469"/>
                <a:gd name="connsiteX103" fmla="*/ 376474 w 1886020"/>
                <a:gd name="connsiteY103" fmla="*/ 2730632 h 4734469"/>
                <a:gd name="connsiteX104" fmla="*/ 394604 w 1886020"/>
                <a:gd name="connsiteY104" fmla="*/ 2789975 h 4734469"/>
                <a:gd name="connsiteX105" fmla="*/ 446089 w 1886020"/>
                <a:gd name="connsiteY105" fmla="*/ 3004200 h 4734469"/>
                <a:gd name="connsiteX106" fmla="*/ 469814 w 1886020"/>
                <a:gd name="connsiteY106" fmla="*/ 3180333 h 4734469"/>
                <a:gd name="connsiteX107" fmla="*/ 481889 w 1886020"/>
                <a:gd name="connsiteY107" fmla="*/ 3300881 h 4734469"/>
                <a:gd name="connsiteX108" fmla="*/ 497206 w 1886020"/>
                <a:gd name="connsiteY108" fmla="*/ 3322008 h 4734469"/>
                <a:gd name="connsiteX109" fmla="*/ 497458 w 1886020"/>
                <a:gd name="connsiteY109" fmla="*/ 3349846 h 4734469"/>
                <a:gd name="connsiteX110" fmla="*/ 472035 w 1886020"/>
                <a:gd name="connsiteY110" fmla="*/ 3558699 h 4734469"/>
                <a:gd name="connsiteX111" fmla="*/ 455363 w 1886020"/>
                <a:gd name="connsiteY111" fmla="*/ 3581867 h 4734469"/>
                <a:gd name="connsiteX112" fmla="*/ 376617 w 1886020"/>
                <a:gd name="connsiteY112" fmla="*/ 3789983 h 4734469"/>
                <a:gd name="connsiteX113" fmla="*/ 323803 w 1886020"/>
                <a:gd name="connsiteY113" fmla="*/ 4224670 h 4734469"/>
                <a:gd name="connsiteX114" fmla="*/ 269897 w 1886020"/>
                <a:gd name="connsiteY114" fmla="*/ 4290356 h 4734469"/>
                <a:gd name="connsiteX115" fmla="*/ 242653 w 1886020"/>
                <a:gd name="connsiteY115" fmla="*/ 4425902 h 4734469"/>
                <a:gd name="connsiteX116" fmla="*/ 245130 w 1886020"/>
                <a:gd name="connsiteY116" fmla="*/ 4448237 h 4734469"/>
                <a:gd name="connsiteX117" fmla="*/ 268367 w 1886020"/>
                <a:gd name="connsiteY117" fmla="*/ 4467643 h 4734469"/>
                <a:gd name="connsiteX118" fmla="*/ 281062 w 1886020"/>
                <a:gd name="connsiteY118" fmla="*/ 4473643 h 4734469"/>
                <a:gd name="connsiteX119" fmla="*/ 273678 w 1886020"/>
                <a:gd name="connsiteY119" fmla="*/ 4504884 h 4734469"/>
                <a:gd name="connsiteX120" fmla="*/ 223785 w 1886020"/>
                <a:gd name="connsiteY120" fmla="*/ 4478920 h 4734469"/>
                <a:gd name="connsiteX121" fmla="*/ 197562 w 1886020"/>
                <a:gd name="connsiteY121" fmla="*/ 4694067 h 4734469"/>
                <a:gd name="connsiteX122" fmla="*/ 200110 w 1886020"/>
                <a:gd name="connsiteY122" fmla="*/ 4707613 h 4734469"/>
                <a:gd name="connsiteX123" fmla="*/ 217011 w 1886020"/>
                <a:gd name="connsiteY123" fmla="*/ 4715815 h 4734469"/>
                <a:gd name="connsiteX124" fmla="*/ 430232 w 1886020"/>
                <a:gd name="connsiteY124" fmla="*/ 4734343 h 4734469"/>
                <a:gd name="connsiteX125" fmla="*/ 603607 w 1886020"/>
                <a:gd name="connsiteY125" fmla="*/ 4725262 h 4734469"/>
                <a:gd name="connsiteX126" fmla="*/ 662684 w 1886020"/>
                <a:gd name="connsiteY126" fmla="*/ 4720722 h 4734469"/>
                <a:gd name="connsiteX127" fmla="*/ 843635 w 1886020"/>
                <a:gd name="connsiteY127" fmla="*/ 4698241 h 4734469"/>
                <a:gd name="connsiteX128" fmla="*/ 916335 w 1886020"/>
                <a:gd name="connsiteY128" fmla="*/ 4666093 h 4734469"/>
                <a:gd name="connsiteX129" fmla="*/ 932144 w 1886020"/>
                <a:gd name="connsiteY129" fmla="*/ 4593231 h 4734469"/>
                <a:gd name="connsiteX130" fmla="*/ 932070 w 1886020"/>
                <a:gd name="connsiteY130" fmla="*/ 4593011 h 4734469"/>
                <a:gd name="connsiteX131" fmla="*/ 844873 w 1886020"/>
                <a:gd name="connsiteY131" fmla="*/ 4558374 h 4734469"/>
                <a:gd name="connsiteX132" fmla="*/ 753524 w 1886020"/>
                <a:gd name="connsiteY132" fmla="*/ 4529302 h 4734469"/>
                <a:gd name="connsiteX133" fmla="*/ 734593 w 1886020"/>
                <a:gd name="connsiteY133" fmla="*/ 4518606 h 4734469"/>
                <a:gd name="connsiteX134" fmla="*/ 739537 w 1886020"/>
                <a:gd name="connsiteY134" fmla="*/ 4517219 h 4734469"/>
                <a:gd name="connsiteX135" fmla="*/ 815225 w 1886020"/>
                <a:gd name="connsiteY135" fmla="*/ 4473721 h 4734469"/>
                <a:gd name="connsiteX136" fmla="*/ 913204 w 1886020"/>
                <a:gd name="connsiteY136" fmla="*/ 4451240 h 4734469"/>
                <a:gd name="connsiteX137" fmla="*/ 1008777 w 1886020"/>
                <a:gd name="connsiteY137" fmla="*/ 4421948 h 4734469"/>
                <a:gd name="connsiteX138" fmla="*/ 1047167 w 1886020"/>
                <a:gd name="connsiteY138" fmla="*/ 4341177 h 4734469"/>
                <a:gd name="connsiteX139" fmla="*/ 1045565 w 1886020"/>
                <a:gd name="connsiteY139" fmla="*/ 4334806 h 4734469"/>
                <a:gd name="connsiteX140" fmla="*/ 966018 w 1886020"/>
                <a:gd name="connsiteY140" fmla="*/ 4275418 h 4734469"/>
                <a:gd name="connsiteX141" fmla="*/ 869350 w 1886020"/>
                <a:gd name="connsiteY141" fmla="*/ 4240780 h 4734469"/>
                <a:gd name="connsiteX142" fmla="*/ 865416 w 1886020"/>
                <a:gd name="connsiteY142" fmla="*/ 4237558 h 4734469"/>
                <a:gd name="connsiteX143" fmla="*/ 858312 w 1886020"/>
                <a:gd name="connsiteY143" fmla="*/ 4231890 h 4734469"/>
                <a:gd name="connsiteX144" fmla="*/ 866202 w 1886020"/>
                <a:gd name="connsiteY144" fmla="*/ 4198483 h 4734469"/>
                <a:gd name="connsiteX145" fmla="*/ 846828 w 1886020"/>
                <a:gd name="connsiteY145" fmla="*/ 4146993 h 4734469"/>
                <a:gd name="connsiteX146" fmla="*/ 827606 w 1886020"/>
                <a:gd name="connsiteY146" fmla="*/ 4040589 h 4734469"/>
                <a:gd name="connsiteX147" fmla="*/ 769290 w 1886020"/>
                <a:gd name="connsiteY147" fmla="*/ 3774485 h 4734469"/>
                <a:gd name="connsiteX148" fmla="*/ 762475 w 1886020"/>
                <a:gd name="connsiteY148" fmla="*/ 3744253 h 4734469"/>
                <a:gd name="connsiteX149" fmla="*/ 836934 w 1886020"/>
                <a:gd name="connsiteY149" fmla="*/ 3624999 h 4734469"/>
                <a:gd name="connsiteX150" fmla="*/ 908250 w 1886020"/>
                <a:gd name="connsiteY150" fmla="*/ 3483961 h 4734469"/>
                <a:gd name="connsiteX151" fmla="*/ 919032 w 1886020"/>
                <a:gd name="connsiteY151" fmla="*/ 3436142 h 4734469"/>
                <a:gd name="connsiteX152" fmla="*/ 1024295 w 1886020"/>
                <a:gd name="connsiteY152" fmla="*/ 2880409 h 4734469"/>
                <a:gd name="connsiteX153" fmla="*/ 1033661 w 1886020"/>
                <a:gd name="connsiteY153" fmla="*/ 2800068 h 4734469"/>
                <a:gd name="connsiteX154" fmla="*/ 1047473 w 1886020"/>
                <a:gd name="connsiteY154" fmla="*/ 2724013 h 4734469"/>
                <a:gd name="connsiteX155" fmla="*/ 1058970 w 1886020"/>
                <a:gd name="connsiteY155" fmla="*/ 2622350 h 4734469"/>
                <a:gd name="connsiteX156" fmla="*/ 1047617 w 1886020"/>
                <a:gd name="connsiteY156" fmla="*/ 2488368 h 4734469"/>
                <a:gd name="connsiteX157" fmla="*/ 1042031 w 1886020"/>
                <a:gd name="connsiteY157" fmla="*/ 2396930 h 4734469"/>
                <a:gd name="connsiteX158" fmla="*/ 1038963 w 1886020"/>
                <a:gd name="connsiteY158" fmla="*/ 2381416 h 4734469"/>
                <a:gd name="connsiteX159" fmla="*/ 1037129 w 1886020"/>
                <a:gd name="connsiteY159" fmla="*/ 2373822 h 4734469"/>
                <a:gd name="connsiteX160" fmla="*/ 1019095 w 1886020"/>
                <a:gd name="connsiteY160" fmla="*/ 2324047 h 4734469"/>
                <a:gd name="connsiteX161" fmla="*/ 1005573 w 1886020"/>
                <a:gd name="connsiteY161" fmla="*/ 2296263 h 4734469"/>
                <a:gd name="connsiteX162" fmla="*/ 995240 w 1886020"/>
                <a:gd name="connsiteY162" fmla="*/ 2281142 h 4734469"/>
                <a:gd name="connsiteX163" fmla="*/ 1058914 w 1886020"/>
                <a:gd name="connsiteY163" fmla="*/ 2287002 h 4734469"/>
                <a:gd name="connsiteX164" fmla="*/ 1073548 w 1886020"/>
                <a:gd name="connsiteY164" fmla="*/ 2283943 h 4734469"/>
                <a:gd name="connsiteX165" fmla="*/ 1075497 w 1886020"/>
                <a:gd name="connsiteY165" fmla="*/ 2276255 h 4734469"/>
                <a:gd name="connsiteX166" fmla="*/ 1058910 w 1886020"/>
                <a:gd name="connsiteY166" fmla="*/ 2207029 h 4734469"/>
                <a:gd name="connsiteX167" fmla="*/ 1039680 w 1886020"/>
                <a:gd name="connsiteY167" fmla="*/ 2161643 h 4734469"/>
                <a:gd name="connsiteX168" fmla="*/ 1045298 w 1886020"/>
                <a:gd name="connsiteY168" fmla="*/ 2139108 h 4734469"/>
                <a:gd name="connsiteX169" fmla="*/ 1073729 w 1886020"/>
                <a:gd name="connsiteY169" fmla="*/ 2062887 h 4734469"/>
                <a:gd name="connsiteX170" fmla="*/ 1098774 w 1886020"/>
                <a:gd name="connsiteY170" fmla="*/ 1856238 h 4734469"/>
                <a:gd name="connsiteX171" fmla="*/ 1117459 w 1886020"/>
                <a:gd name="connsiteY171" fmla="*/ 1696376 h 4734469"/>
                <a:gd name="connsiteX172" fmla="*/ 1090811 w 1886020"/>
                <a:gd name="connsiteY172" fmla="*/ 1564235 h 4734469"/>
                <a:gd name="connsiteX173" fmla="*/ 1070016 w 1886020"/>
                <a:gd name="connsiteY173" fmla="*/ 1535166 h 4734469"/>
                <a:gd name="connsiteX174" fmla="*/ 1065064 w 1886020"/>
                <a:gd name="connsiteY174" fmla="*/ 1500401 h 4734469"/>
                <a:gd name="connsiteX175" fmla="*/ 1069409 w 1886020"/>
                <a:gd name="connsiteY175" fmla="*/ 1285230 h 4734469"/>
                <a:gd name="connsiteX176" fmla="*/ 1428401 w 1886020"/>
                <a:gd name="connsiteY176" fmla="*/ 1244648 h 4734469"/>
                <a:gd name="connsiteX177" fmla="*/ 1469267 w 1886020"/>
                <a:gd name="connsiteY177" fmla="*/ 1233637 h 4734469"/>
                <a:gd name="connsiteX178" fmla="*/ 1510569 w 1886020"/>
                <a:gd name="connsiteY178" fmla="*/ 1207741 h 4734469"/>
                <a:gd name="connsiteX179" fmla="*/ 1622232 w 1886020"/>
                <a:gd name="connsiteY179" fmla="*/ 1109831 h 4734469"/>
                <a:gd name="connsiteX180" fmla="*/ 1688425 w 1886020"/>
                <a:gd name="connsiteY180" fmla="*/ 946642 h 4734469"/>
                <a:gd name="connsiteX181" fmla="*/ 1747562 w 1886020"/>
                <a:gd name="connsiteY181" fmla="*/ 844368 h 4734469"/>
                <a:gd name="connsiteX182" fmla="*/ 1761043 w 1886020"/>
                <a:gd name="connsiteY182" fmla="*/ 794696 h 4734469"/>
                <a:gd name="connsiteX183" fmla="*/ 1753437 w 1886020"/>
                <a:gd name="connsiteY183" fmla="*/ 741358 h 4734469"/>
                <a:gd name="connsiteX184" fmla="*/ 1796361 w 1886020"/>
                <a:gd name="connsiteY184" fmla="*/ 663739 h 4734469"/>
                <a:gd name="connsiteX185" fmla="*/ 1806570 w 1886020"/>
                <a:gd name="connsiteY185" fmla="*/ 650101 h 4734469"/>
                <a:gd name="connsiteX186" fmla="*/ 1804140 w 1886020"/>
                <a:gd name="connsiteY186" fmla="*/ 636808 h 4734469"/>
                <a:gd name="connsiteX187" fmla="*/ 1803307 w 1886020"/>
                <a:gd name="connsiteY187" fmla="*/ 635266 h 4734469"/>
                <a:gd name="connsiteX188" fmla="*/ 1811545 w 1886020"/>
                <a:gd name="connsiteY188" fmla="*/ 629796 h 4734469"/>
                <a:gd name="connsiteX189" fmla="*/ 1839081 w 1886020"/>
                <a:gd name="connsiteY189" fmla="*/ 608266 h 4734469"/>
                <a:gd name="connsiteX190" fmla="*/ 1874848 w 1886020"/>
                <a:gd name="connsiteY190" fmla="*/ 572018 h 4734469"/>
                <a:gd name="connsiteX191" fmla="*/ 1884245 w 1886020"/>
                <a:gd name="connsiteY191" fmla="*/ 523393 h 4734469"/>
                <a:gd name="connsiteX192" fmla="*/ 570346 w 1886020"/>
                <a:gd name="connsiteY192" fmla="*/ 4449227 h 4734469"/>
                <a:gd name="connsiteX193" fmla="*/ 563104 w 1886020"/>
                <a:gd name="connsiteY193" fmla="*/ 4449848 h 4734469"/>
                <a:gd name="connsiteX194" fmla="*/ 537097 w 1886020"/>
                <a:gd name="connsiteY194" fmla="*/ 4457317 h 4734469"/>
                <a:gd name="connsiteX195" fmla="*/ 535135 w 1886020"/>
                <a:gd name="connsiteY195" fmla="*/ 4458333 h 4734469"/>
                <a:gd name="connsiteX196" fmla="*/ 566672 w 1886020"/>
                <a:gd name="connsiteY196" fmla="*/ 4383942 h 4734469"/>
                <a:gd name="connsiteX197" fmla="*/ 570026 w 1886020"/>
                <a:gd name="connsiteY197" fmla="*/ 4374975 h 4734469"/>
                <a:gd name="connsiteX198" fmla="*/ 568786 w 1886020"/>
                <a:gd name="connsiteY198" fmla="*/ 4391777 h 4734469"/>
                <a:gd name="connsiteX199" fmla="*/ 570346 w 1886020"/>
                <a:gd name="connsiteY199" fmla="*/ 4449227 h 4734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1886020" h="4734469">
                  <a:moveTo>
                    <a:pt x="1884245" y="523393"/>
                  </a:moveTo>
                  <a:cubicBezTo>
                    <a:pt x="1879987" y="514554"/>
                    <a:pt x="1876643" y="505304"/>
                    <a:pt x="1874265" y="495786"/>
                  </a:cubicBezTo>
                  <a:cubicBezTo>
                    <a:pt x="1873246" y="484801"/>
                    <a:pt x="1877470" y="470302"/>
                    <a:pt x="1867783" y="465103"/>
                  </a:cubicBezTo>
                  <a:cubicBezTo>
                    <a:pt x="1862319" y="462173"/>
                    <a:pt x="1854816" y="464370"/>
                    <a:pt x="1850007" y="460490"/>
                  </a:cubicBezTo>
                  <a:cubicBezTo>
                    <a:pt x="1847008" y="457071"/>
                    <a:pt x="1845172" y="452789"/>
                    <a:pt x="1844762" y="448260"/>
                  </a:cubicBezTo>
                  <a:cubicBezTo>
                    <a:pt x="1839748" y="430784"/>
                    <a:pt x="1824034" y="418538"/>
                    <a:pt x="1805863" y="417944"/>
                  </a:cubicBezTo>
                  <a:cubicBezTo>
                    <a:pt x="1816353" y="390189"/>
                    <a:pt x="1853722" y="383379"/>
                    <a:pt x="1870331" y="358921"/>
                  </a:cubicBezTo>
                  <a:cubicBezTo>
                    <a:pt x="1878637" y="346765"/>
                    <a:pt x="1875941" y="324284"/>
                    <a:pt x="1861299" y="324137"/>
                  </a:cubicBezTo>
                  <a:cubicBezTo>
                    <a:pt x="1857855" y="324356"/>
                    <a:pt x="1854489" y="325252"/>
                    <a:pt x="1851393" y="326774"/>
                  </a:cubicBezTo>
                  <a:cubicBezTo>
                    <a:pt x="1833181" y="334243"/>
                    <a:pt x="1815041" y="341785"/>
                    <a:pt x="1796830" y="349255"/>
                  </a:cubicBezTo>
                  <a:cubicBezTo>
                    <a:pt x="1786256" y="353386"/>
                    <a:pt x="1775941" y="358155"/>
                    <a:pt x="1765943" y="363534"/>
                  </a:cubicBezTo>
                  <a:cubicBezTo>
                    <a:pt x="1735930" y="380596"/>
                    <a:pt x="1713493" y="408351"/>
                    <a:pt x="1693315" y="436543"/>
                  </a:cubicBezTo>
                  <a:cubicBezTo>
                    <a:pt x="1674232" y="461516"/>
                    <a:pt x="1659007" y="489212"/>
                    <a:pt x="1648150" y="518706"/>
                  </a:cubicBezTo>
                  <a:cubicBezTo>
                    <a:pt x="1642068" y="536846"/>
                    <a:pt x="1638825" y="555816"/>
                    <a:pt x="1638535" y="574946"/>
                  </a:cubicBezTo>
                  <a:cubicBezTo>
                    <a:pt x="1638535" y="576864"/>
                    <a:pt x="1638578" y="578769"/>
                    <a:pt x="1638663" y="580662"/>
                  </a:cubicBezTo>
                  <a:cubicBezTo>
                    <a:pt x="1629777" y="582164"/>
                    <a:pt x="1622481" y="586062"/>
                    <a:pt x="1613134" y="587941"/>
                  </a:cubicBezTo>
                  <a:cubicBezTo>
                    <a:pt x="1606083" y="606606"/>
                    <a:pt x="1599032" y="625271"/>
                    <a:pt x="1591981" y="643937"/>
                  </a:cubicBezTo>
                  <a:cubicBezTo>
                    <a:pt x="1589143" y="653296"/>
                    <a:pt x="1584441" y="661984"/>
                    <a:pt x="1578159" y="669479"/>
                  </a:cubicBezTo>
                  <a:cubicBezTo>
                    <a:pt x="1573450" y="673778"/>
                    <a:pt x="1568430" y="677724"/>
                    <a:pt x="1563141" y="681284"/>
                  </a:cubicBezTo>
                  <a:cubicBezTo>
                    <a:pt x="1541319" y="699947"/>
                    <a:pt x="1530169" y="728216"/>
                    <a:pt x="1533375" y="756751"/>
                  </a:cubicBezTo>
                  <a:cubicBezTo>
                    <a:pt x="1493619" y="772381"/>
                    <a:pt x="1472768" y="816138"/>
                    <a:pt x="1485671" y="856861"/>
                  </a:cubicBezTo>
                  <a:cubicBezTo>
                    <a:pt x="1453258" y="863888"/>
                    <a:pt x="1426836" y="887272"/>
                    <a:pt x="1415921" y="918590"/>
                  </a:cubicBezTo>
                  <a:cubicBezTo>
                    <a:pt x="1414418" y="925614"/>
                    <a:pt x="1411299" y="932192"/>
                    <a:pt x="1406812" y="937801"/>
                  </a:cubicBezTo>
                  <a:cubicBezTo>
                    <a:pt x="1399842" y="943118"/>
                    <a:pt x="1391210" y="945785"/>
                    <a:pt x="1382456" y="945325"/>
                  </a:cubicBezTo>
                  <a:cubicBezTo>
                    <a:pt x="1358552" y="946811"/>
                    <a:pt x="1337650" y="965736"/>
                    <a:pt x="1315988" y="955470"/>
                  </a:cubicBezTo>
                  <a:cubicBezTo>
                    <a:pt x="1291397" y="943879"/>
                    <a:pt x="1263872" y="940012"/>
                    <a:pt x="1237040" y="944378"/>
                  </a:cubicBezTo>
                  <a:cubicBezTo>
                    <a:pt x="1231525" y="945684"/>
                    <a:pt x="1225852" y="946189"/>
                    <a:pt x="1220194" y="945880"/>
                  </a:cubicBezTo>
                  <a:cubicBezTo>
                    <a:pt x="1215352" y="945044"/>
                    <a:pt x="1210682" y="943408"/>
                    <a:pt x="1206377" y="941040"/>
                  </a:cubicBezTo>
                  <a:cubicBezTo>
                    <a:pt x="1196629" y="935328"/>
                    <a:pt x="1186061" y="931148"/>
                    <a:pt x="1175042" y="928647"/>
                  </a:cubicBezTo>
                  <a:cubicBezTo>
                    <a:pt x="1163722" y="926283"/>
                    <a:pt x="1152072" y="930807"/>
                    <a:pt x="1145313" y="940191"/>
                  </a:cubicBezTo>
                  <a:cubicBezTo>
                    <a:pt x="1137727" y="931829"/>
                    <a:pt x="1133206" y="921120"/>
                    <a:pt x="1126295" y="912187"/>
                  </a:cubicBezTo>
                  <a:cubicBezTo>
                    <a:pt x="1120075" y="902489"/>
                    <a:pt x="1108911" y="897134"/>
                    <a:pt x="1097455" y="898352"/>
                  </a:cubicBezTo>
                  <a:cubicBezTo>
                    <a:pt x="1104657" y="891903"/>
                    <a:pt x="1097285" y="879067"/>
                    <a:pt x="1087927" y="876721"/>
                  </a:cubicBezTo>
                  <a:cubicBezTo>
                    <a:pt x="1078328" y="875928"/>
                    <a:pt x="1068670" y="876280"/>
                    <a:pt x="1059155" y="877769"/>
                  </a:cubicBezTo>
                  <a:cubicBezTo>
                    <a:pt x="1034136" y="877636"/>
                    <a:pt x="1014940" y="854801"/>
                    <a:pt x="990638" y="848823"/>
                  </a:cubicBezTo>
                  <a:cubicBezTo>
                    <a:pt x="968301" y="843330"/>
                    <a:pt x="938529" y="849881"/>
                    <a:pt x="927078" y="829834"/>
                  </a:cubicBezTo>
                  <a:cubicBezTo>
                    <a:pt x="923420" y="823430"/>
                    <a:pt x="922372" y="815007"/>
                    <a:pt x="917154" y="810211"/>
                  </a:cubicBezTo>
                  <a:cubicBezTo>
                    <a:pt x="915923" y="804773"/>
                    <a:pt x="913444" y="799696"/>
                    <a:pt x="909914" y="795381"/>
                  </a:cubicBezTo>
                  <a:cubicBezTo>
                    <a:pt x="900747" y="784944"/>
                    <a:pt x="885250" y="783451"/>
                    <a:pt x="871407" y="783885"/>
                  </a:cubicBezTo>
                  <a:cubicBezTo>
                    <a:pt x="856196" y="784264"/>
                    <a:pt x="841121" y="786859"/>
                    <a:pt x="826658" y="791587"/>
                  </a:cubicBezTo>
                  <a:cubicBezTo>
                    <a:pt x="826254" y="789776"/>
                    <a:pt x="825774" y="787879"/>
                    <a:pt x="825164" y="785828"/>
                  </a:cubicBezTo>
                  <a:cubicBezTo>
                    <a:pt x="816394" y="760275"/>
                    <a:pt x="798807" y="738682"/>
                    <a:pt x="775558" y="724921"/>
                  </a:cubicBezTo>
                  <a:cubicBezTo>
                    <a:pt x="757304" y="713996"/>
                    <a:pt x="737481" y="705937"/>
                    <a:pt x="716782" y="701026"/>
                  </a:cubicBezTo>
                  <a:cubicBezTo>
                    <a:pt x="716686" y="699200"/>
                    <a:pt x="716492" y="697384"/>
                    <a:pt x="716446" y="695553"/>
                  </a:cubicBezTo>
                  <a:cubicBezTo>
                    <a:pt x="716110" y="669706"/>
                    <a:pt x="720123" y="643985"/>
                    <a:pt x="728319" y="619469"/>
                  </a:cubicBezTo>
                  <a:cubicBezTo>
                    <a:pt x="729178" y="616782"/>
                    <a:pt x="730174" y="614126"/>
                    <a:pt x="731107" y="611455"/>
                  </a:cubicBezTo>
                  <a:cubicBezTo>
                    <a:pt x="876662" y="573177"/>
                    <a:pt x="963628" y="424150"/>
                    <a:pt x="925349" y="278594"/>
                  </a:cubicBezTo>
                  <a:cubicBezTo>
                    <a:pt x="912967" y="231510"/>
                    <a:pt x="888197" y="188603"/>
                    <a:pt x="853616" y="154334"/>
                  </a:cubicBezTo>
                  <a:cubicBezTo>
                    <a:pt x="853487" y="148816"/>
                    <a:pt x="852771" y="143327"/>
                    <a:pt x="851478" y="137960"/>
                  </a:cubicBezTo>
                  <a:cubicBezTo>
                    <a:pt x="848482" y="126214"/>
                    <a:pt x="842847" y="115306"/>
                    <a:pt x="835001" y="106065"/>
                  </a:cubicBezTo>
                  <a:cubicBezTo>
                    <a:pt x="822561" y="78154"/>
                    <a:pt x="803054" y="65842"/>
                    <a:pt x="778219" y="54216"/>
                  </a:cubicBezTo>
                  <a:cubicBezTo>
                    <a:pt x="771081" y="50848"/>
                    <a:pt x="763505" y="47552"/>
                    <a:pt x="755492" y="43891"/>
                  </a:cubicBezTo>
                  <a:cubicBezTo>
                    <a:pt x="715863" y="26023"/>
                    <a:pt x="677545" y="-193"/>
                    <a:pt x="632527" y="-120"/>
                  </a:cubicBezTo>
                  <a:cubicBezTo>
                    <a:pt x="591441" y="-120"/>
                    <a:pt x="552104" y="22581"/>
                    <a:pt x="511529" y="21702"/>
                  </a:cubicBezTo>
                  <a:lnTo>
                    <a:pt x="508469" y="21555"/>
                  </a:lnTo>
                  <a:cubicBezTo>
                    <a:pt x="507449" y="21510"/>
                    <a:pt x="506430" y="21519"/>
                    <a:pt x="505410" y="21409"/>
                  </a:cubicBezTo>
                  <a:cubicBezTo>
                    <a:pt x="504172" y="21336"/>
                    <a:pt x="503006" y="21189"/>
                    <a:pt x="501768" y="21043"/>
                  </a:cubicBezTo>
                  <a:cubicBezTo>
                    <a:pt x="490404" y="19652"/>
                    <a:pt x="476781" y="17016"/>
                    <a:pt x="469278" y="25730"/>
                  </a:cubicBezTo>
                  <a:cubicBezTo>
                    <a:pt x="466903" y="29211"/>
                    <a:pt x="464970" y="32975"/>
                    <a:pt x="463524" y="36933"/>
                  </a:cubicBezTo>
                  <a:cubicBezTo>
                    <a:pt x="462960" y="38238"/>
                    <a:pt x="462278" y="39488"/>
                    <a:pt x="461484" y="40668"/>
                  </a:cubicBezTo>
                  <a:lnTo>
                    <a:pt x="461484" y="40668"/>
                  </a:lnTo>
                  <a:cubicBezTo>
                    <a:pt x="460036" y="43203"/>
                    <a:pt x="458300" y="45562"/>
                    <a:pt x="456312" y="47698"/>
                  </a:cubicBezTo>
                  <a:lnTo>
                    <a:pt x="456312" y="47698"/>
                  </a:lnTo>
                  <a:cubicBezTo>
                    <a:pt x="443200" y="62124"/>
                    <a:pt x="421200" y="68495"/>
                    <a:pt x="403061" y="77869"/>
                  </a:cubicBezTo>
                  <a:cubicBezTo>
                    <a:pt x="362121" y="98885"/>
                    <a:pt x="335241" y="141651"/>
                    <a:pt x="324532" y="186540"/>
                  </a:cubicBezTo>
                  <a:cubicBezTo>
                    <a:pt x="313824" y="231503"/>
                    <a:pt x="317613" y="278735"/>
                    <a:pt x="325625" y="324210"/>
                  </a:cubicBezTo>
                  <a:cubicBezTo>
                    <a:pt x="329668" y="346953"/>
                    <a:pt x="338554" y="372769"/>
                    <a:pt x="354726" y="387041"/>
                  </a:cubicBezTo>
                  <a:lnTo>
                    <a:pt x="354729" y="387125"/>
                  </a:lnTo>
                  <a:lnTo>
                    <a:pt x="354368" y="386850"/>
                  </a:lnTo>
                  <a:cubicBezTo>
                    <a:pt x="354368" y="386850"/>
                    <a:pt x="217449" y="484288"/>
                    <a:pt x="242435" y="498129"/>
                  </a:cubicBezTo>
                  <a:cubicBezTo>
                    <a:pt x="256026" y="505640"/>
                    <a:pt x="312750" y="469721"/>
                    <a:pt x="361648" y="435424"/>
                  </a:cubicBezTo>
                  <a:cubicBezTo>
                    <a:pt x="362144" y="437506"/>
                    <a:pt x="362603" y="439595"/>
                    <a:pt x="363141" y="441669"/>
                  </a:cubicBezTo>
                  <a:cubicBezTo>
                    <a:pt x="369008" y="463526"/>
                    <a:pt x="376482" y="484918"/>
                    <a:pt x="385505" y="505671"/>
                  </a:cubicBezTo>
                  <a:cubicBezTo>
                    <a:pt x="395922" y="530203"/>
                    <a:pt x="410492" y="556639"/>
                    <a:pt x="435987" y="563961"/>
                  </a:cubicBezTo>
                  <a:cubicBezTo>
                    <a:pt x="441630" y="565500"/>
                    <a:pt x="447474" y="566168"/>
                    <a:pt x="453319" y="565943"/>
                  </a:cubicBezTo>
                  <a:cubicBezTo>
                    <a:pt x="454827" y="565930"/>
                    <a:pt x="456330" y="565808"/>
                    <a:pt x="457839" y="565708"/>
                  </a:cubicBezTo>
                  <a:cubicBezTo>
                    <a:pt x="459132" y="603180"/>
                    <a:pt x="455165" y="640648"/>
                    <a:pt x="446055" y="677019"/>
                  </a:cubicBezTo>
                  <a:cubicBezTo>
                    <a:pt x="431197" y="676210"/>
                    <a:pt x="416481" y="680278"/>
                    <a:pt x="404147" y="688604"/>
                  </a:cubicBezTo>
                  <a:cubicBezTo>
                    <a:pt x="399500" y="693206"/>
                    <a:pt x="393610" y="696350"/>
                    <a:pt x="387200" y="697652"/>
                  </a:cubicBezTo>
                  <a:cubicBezTo>
                    <a:pt x="380552" y="696839"/>
                    <a:pt x="374375" y="693794"/>
                    <a:pt x="369682" y="689015"/>
                  </a:cubicBezTo>
                  <a:cubicBezTo>
                    <a:pt x="331815" y="661741"/>
                    <a:pt x="280072" y="664482"/>
                    <a:pt x="245299" y="695605"/>
                  </a:cubicBezTo>
                  <a:cubicBezTo>
                    <a:pt x="195703" y="742353"/>
                    <a:pt x="201316" y="833697"/>
                    <a:pt x="143191" y="869154"/>
                  </a:cubicBezTo>
                  <a:cubicBezTo>
                    <a:pt x="127169" y="878928"/>
                    <a:pt x="106687" y="884098"/>
                    <a:pt x="97334" y="900423"/>
                  </a:cubicBezTo>
                  <a:cubicBezTo>
                    <a:pt x="95070" y="905622"/>
                    <a:pt x="92427" y="910647"/>
                    <a:pt x="89426" y="915458"/>
                  </a:cubicBezTo>
                  <a:cubicBezTo>
                    <a:pt x="85537" y="919756"/>
                    <a:pt x="80772" y="923169"/>
                    <a:pt x="75452" y="925468"/>
                  </a:cubicBezTo>
                  <a:cubicBezTo>
                    <a:pt x="58580" y="933039"/>
                    <a:pt x="42526" y="942316"/>
                    <a:pt x="27541" y="953154"/>
                  </a:cubicBezTo>
                  <a:cubicBezTo>
                    <a:pt x="12411" y="964246"/>
                    <a:pt x="2454" y="981025"/>
                    <a:pt x="-34" y="999620"/>
                  </a:cubicBezTo>
                  <a:cubicBezTo>
                    <a:pt x="-249" y="1013123"/>
                    <a:pt x="2648" y="1026495"/>
                    <a:pt x="8434" y="1038698"/>
                  </a:cubicBezTo>
                  <a:cubicBezTo>
                    <a:pt x="17108" y="1060026"/>
                    <a:pt x="27783" y="1080484"/>
                    <a:pt x="40317" y="1099798"/>
                  </a:cubicBezTo>
                  <a:cubicBezTo>
                    <a:pt x="33548" y="1108622"/>
                    <a:pt x="29116" y="1119012"/>
                    <a:pt x="27433" y="1130006"/>
                  </a:cubicBezTo>
                  <a:cubicBezTo>
                    <a:pt x="23297" y="1158835"/>
                    <a:pt x="37087" y="1187166"/>
                    <a:pt x="38612" y="1216252"/>
                  </a:cubicBezTo>
                  <a:cubicBezTo>
                    <a:pt x="39943" y="1241665"/>
                    <a:pt x="31896" y="1266487"/>
                    <a:pt x="27292" y="1291511"/>
                  </a:cubicBezTo>
                  <a:cubicBezTo>
                    <a:pt x="9324" y="1389174"/>
                    <a:pt x="43846" y="1488100"/>
                    <a:pt x="78979" y="1580927"/>
                  </a:cubicBezTo>
                  <a:cubicBezTo>
                    <a:pt x="85663" y="1596009"/>
                    <a:pt x="89810" y="1612092"/>
                    <a:pt x="91251" y="1628525"/>
                  </a:cubicBezTo>
                  <a:cubicBezTo>
                    <a:pt x="92190" y="1658823"/>
                    <a:pt x="74830" y="1686583"/>
                    <a:pt x="70077" y="1716517"/>
                  </a:cubicBezTo>
                  <a:cubicBezTo>
                    <a:pt x="60087" y="1779417"/>
                    <a:pt x="106242" y="1838585"/>
                    <a:pt x="107198" y="1902274"/>
                  </a:cubicBezTo>
                  <a:cubicBezTo>
                    <a:pt x="107638" y="1931597"/>
                    <a:pt x="98452" y="1961442"/>
                    <a:pt x="105750" y="1989837"/>
                  </a:cubicBezTo>
                  <a:cubicBezTo>
                    <a:pt x="110621" y="2008787"/>
                    <a:pt x="122387" y="2025071"/>
                    <a:pt x="130737" y="2042751"/>
                  </a:cubicBezTo>
                  <a:cubicBezTo>
                    <a:pt x="145532" y="2074080"/>
                    <a:pt x="149501" y="2109624"/>
                    <a:pt x="163624" y="2141265"/>
                  </a:cubicBezTo>
                  <a:cubicBezTo>
                    <a:pt x="180520" y="2175727"/>
                    <a:pt x="205558" y="2205553"/>
                    <a:pt x="236572" y="2228163"/>
                  </a:cubicBezTo>
                  <a:cubicBezTo>
                    <a:pt x="254350" y="2284370"/>
                    <a:pt x="229127" y="2352240"/>
                    <a:pt x="236300" y="2412053"/>
                  </a:cubicBezTo>
                  <a:cubicBezTo>
                    <a:pt x="245952" y="2408302"/>
                    <a:pt x="255679" y="2404746"/>
                    <a:pt x="265444" y="2401299"/>
                  </a:cubicBezTo>
                  <a:cubicBezTo>
                    <a:pt x="259340" y="2490826"/>
                    <a:pt x="281961" y="2579965"/>
                    <a:pt x="330016" y="2655748"/>
                  </a:cubicBezTo>
                  <a:cubicBezTo>
                    <a:pt x="345907" y="2680498"/>
                    <a:pt x="364528" y="2703733"/>
                    <a:pt x="376474" y="2730632"/>
                  </a:cubicBezTo>
                  <a:cubicBezTo>
                    <a:pt x="384304" y="2749822"/>
                    <a:pt x="390373" y="2769685"/>
                    <a:pt x="394604" y="2789975"/>
                  </a:cubicBezTo>
                  <a:cubicBezTo>
                    <a:pt x="411766" y="2861384"/>
                    <a:pt x="428928" y="2932792"/>
                    <a:pt x="446089" y="3004200"/>
                  </a:cubicBezTo>
                  <a:cubicBezTo>
                    <a:pt x="459988" y="3062033"/>
                    <a:pt x="473988" y="3120985"/>
                    <a:pt x="469814" y="3180333"/>
                  </a:cubicBezTo>
                  <a:cubicBezTo>
                    <a:pt x="466905" y="3221687"/>
                    <a:pt x="456536" y="3268184"/>
                    <a:pt x="481889" y="3300881"/>
                  </a:cubicBezTo>
                  <a:cubicBezTo>
                    <a:pt x="488006" y="3307131"/>
                    <a:pt x="493168" y="3314250"/>
                    <a:pt x="497206" y="3322008"/>
                  </a:cubicBezTo>
                  <a:cubicBezTo>
                    <a:pt x="499734" y="3331104"/>
                    <a:pt x="499821" y="3340705"/>
                    <a:pt x="497458" y="3349846"/>
                  </a:cubicBezTo>
                  <a:cubicBezTo>
                    <a:pt x="485085" y="3418933"/>
                    <a:pt x="476597" y="3488660"/>
                    <a:pt x="472035" y="3558699"/>
                  </a:cubicBezTo>
                  <a:cubicBezTo>
                    <a:pt x="466299" y="3566438"/>
                    <a:pt x="460633" y="3574145"/>
                    <a:pt x="455363" y="3581867"/>
                  </a:cubicBezTo>
                  <a:cubicBezTo>
                    <a:pt x="413258" y="3643453"/>
                    <a:pt x="393008" y="3717121"/>
                    <a:pt x="376617" y="3789983"/>
                  </a:cubicBezTo>
                  <a:cubicBezTo>
                    <a:pt x="344710" y="3932487"/>
                    <a:pt x="330360" y="4078724"/>
                    <a:pt x="323803" y="4224670"/>
                  </a:cubicBezTo>
                  <a:cubicBezTo>
                    <a:pt x="302695" y="4243788"/>
                    <a:pt x="284530" y="4265923"/>
                    <a:pt x="269897" y="4290356"/>
                  </a:cubicBezTo>
                  <a:cubicBezTo>
                    <a:pt x="247824" y="4331217"/>
                    <a:pt x="244984" y="4379402"/>
                    <a:pt x="242653" y="4425902"/>
                  </a:cubicBezTo>
                  <a:cubicBezTo>
                    <a:pt x="241667" y="4433438"/>
                    <a:pt x="242517" y="4441101"/>
                    <a:pt x="245130" y="4448237"/>
                  </a:cubicBezTo>
                  <a:cubicBezTo>
                    <a:pt x="250425" y="4457176"/>
                    <a:pt x="258628" y="4464027"/>
                    <a:pt x="268367" y="4467643"/>
                  </a:cubicBezTo>
                  <a:cubicBezTo>
                    <a:pt x="272570" y="4469705"/>
                    <a:pt x="276802" y="4471705"/>
                    <a:pt x="281062" y="4473643"/>
                  </a:cubicBezTo>
                  <a:cubicBezTo>
                    <a:pt x="278285" y="4483867"/>
                    <a:pt x="275855" y="4494348"/>
                    <a:pt x="273678" y="4504884"/>
                  </a:cubicBezTo>
                  <a:cubicBezTo>
                    <a:pt x="257530" y="4486659"/>
                    <a:pt x="228677" y="4457757"/>
                    <a:pt x="223785" y="4478920"/>
                  </a:cubicBezTo>
                  <a:cubicBezTo>
                    <a:pt x="207600" y="4549531"/>
                    <a:pt x="198812" y="4621636"/>
                    <a:pt x="197562" y="4694067"/>
                  </a:cubicBezTo>
                  <a:cubicBezTo>
                    <a:pt x="197053" y="4698735"/>
                    <a:pt x="197940" y="4703449"/>
                    <a:pt x="200110" y="4707613"/>
                  </a:cubicBezTo>
                  <a:cubicBezTo>
                    <a:pt x="204357" y="4712580"/>
                    <a:pt x="210482" y="4715552"/>
                    <a:pt x="217011" y="4715815"/>
                  </a:cubicBezTo>
                  <a:cubicBezTo>
                    <a:pt x="287384" y="4728385"/>
                    <a:pt x="358747" y="4734586"/>
                    <a:pt x="430232" y="4734343"/>
                  </a:cubicBezTo>
                  <a:cubicBezTo>
                    <a:pt x="488145" y="4734123"/>
                    <a:pt x="545912" y="4729656"/>
                    <a:pt x="603607" y="4725262"/>
                  </a:cubicBezTo>
                  <a:cubicBezTo>
                    <a:pt x="623275" y="4723724"/>
                    <a:pt x="643016" y="4722186"/>
                    <a:pt x="662684" y="4720722"/>
                  </a:cubicBezTo>
                  <a:cubicBezTo>
                    <a:pt x="723452" y="4717460"/>
                    <a:pt x="783917" y="4709948"/>
                    <a:pt x="843635" y="4698241"/>
                  </a:cubicBezTo>
                  <a:cubicBezTo>
                    <a:pt x="869788" y="4692529"/>
                    <a:pt x="896740" y="4684474"/>
                    <a:pt x="916335" y="4666093"/>
                  </a:cubicBezTo>
                  <a:cubicBezTo>
                    <a:pt x="935858" y="4647786"/>
                    <a:pt x="945693" y="4616444"/>
                    <a:pt x="932144" y="4593231"/>
                  </a:cubicBezTo>
                  <a:cubicBezTo>
                    <a:pt x="932154" y="4593150"/>
                    <a:pt x="932127" y="4593070"/>
                    <a:pt x="932070" y="4593011"/>
                  </a:cubicBezTo>
                  <a:cubicBezTo>
                    <a:pt x="915534" y="4564965"/>
                    <a:pt x="877072" y="4562840"/>
                    <a:pt x="844873" y="4558374"/>
                  </a:cubicBezTo>
                  <a:cubicBezTo>
                    <a:pt x="813002" y="4553903"/>
                    <a:pt x="782117" y="4544074"/>
                    <a:pt x="753524" y="4529302"/>
                  </a:cubicBezTo>
                  <a:cubicBezTo>
                    <a:pt x="747087" y="4525966"/>
                    <a:pt x="740813" y="4522336"/>
                    <a:pt x="734593" y="4518606"/>
                  </a:cubicBezTo>
                  <a:cubicBezTo>
                    <a:pt x="736242" y="4518148"/>
                    <a:pt x="737907" y="4517766"/>
                    <a:pt x="739537" y="4517219"/>
                  </a:cubicBezTo>
                  <a:cubicBezTo>
                    <a:pt x="767146" y="4507919"/>
                    <a:pt x="789146" y="4486683"/>
                    <a:pt x="815225" y="4473721"/>
                  </a:cubicBezTo>
                  <a:cubicBezTo>
                    <a:pt x="845456" y="4458783"/>
                    <a:pt x="879766" y="4455488"/>
                    <a:pt x="913204" y="4451240"/>
                  </a:cubicBezTo>
                  <a:cubicBezTo>
                    <a:pt x="946567" y="4446919"/>
                    <a:pt x="981023" y="4440988"/>
                    <a:pt x="1008777" y="4421948"/>
                  </a:cubicBezTo>
                  <a:cubicBezTo>
                    <a:pt x="1034784" y="4404081"/>
                    <a:pt x="1053214" y="4371640"/>
                    <a:pt x="1047167" y="4341177"/>
                  </a:cubicBezTo>
                  <a:cubicBezTo>
                    <a:pt x="1046772" y="4339021"/>
                    <a:pt x="1046236" y="4336893"/>
                    <a:pt x="1045565" y="4334806"/>
                  </a:cubicBezTo>
                  <a:cubicBezTo>
                    <a:pt x="1035222" y="4301707"/>
                    <a:pt x="999454" y="4284132"/>
                    <a:pt x="966018" y="4275418"/>
                  </a:cubicBezTo>
                  <a:cubicBezTo>
                    <a:pt x="932654" y="4266703"/>
                    <a:pt x="896376" y="4262310"/>
                    <a:pt x="869350" y="4240780"/>
                  </a:cubicBezTo>
                  <a:cubicBezTo>
                    <a:pt x="868039" y="4239755"/>
                    <a:pt x="866727" y="4238657"/>
                    <a:pt x="865416" y="4237558"/>
                  </a:cubicBezTo>
                  <a:cubicBezTo>
                    <a:pt x="863105" y="4235668"/>
                    <a:pt x="860725" y="4233748"/>
                    <a:pt x="858312" y="4231890"/>
                  </a:cubicBezTo>
                  <a:cubicBezTo>
                    <a:pt x="864279" y="4221816"/>
                    <a:pt x="867032" y="4210162"/>
                    <a:pt x="866202" y="4198483"/>
                  </a:cubicBezTo>
                  <a:cubicBezTo>
                    <a:pt x="864780" y="4180079"/>
                    <a:pt x="854086" y="4163949"/>
                    <a:pt x="846828" y="4146993"/>
                  </a:cubicBezTo>
                  <a:cubicBezTo>
                    <a:pt x="832591" y="4113737"/>
                    <a:pt x="831447" y="4076588"/>
                    <a:pt x="827606" y="4040589"/>
                  </a:cubicBezTo>
                  <a:cubicBezTo>
                    <a:pt x="817962" y="3950199"/>
                    <a:pt x="790241" y="3862921"/>
                    <a:pt x="769290" y="3774485"/>
                  </a:cubicBezTo>
                  <a:cubicBezTo>
                    <a:pt x="766914" y="3764457"/>
                    <a:pt x="764642" y="3754380"/>
                    <a:pt x="762475" y="3744253"/>
                  </a:cubicBezTo>
                  <a:cubicBezTo>
                    <a:pt x="782857" y="3701898"/>
                    <a:pt x="807827" y="3661907"/>
                    <a:pt x="836934" y="3624999"/>
                  </a:cubicBezTo>
                  <a:cubicBezTo>
                    <a:pt x="870118" y="3583369"/>
                    <a:pt x="894392" y="3535363"/>
                    <a:pt x="908250" y="3483961"/>
                  </a:cubicBezTo>
                  <a:cubicBezTo>
                    <a:pt x="912548" y="3468216"/>
                    <a:pt x="915754" y="3452179"/>
                    <a:pt x="919032" y="3436142"/>
                  </a:cubicBezTo>
                  <a:cubicBezTo>
                    <a:pt x="956256" y="3251313"/>
                    <a:pt x="991344" y="3066068"/>
                    <a:pt x="1024295" y="2880409"/>
                  </a:cubicBezTo>
                  <a:cubicBezTo>
                    <a:pt x="1029738" y="2853950"/>
                    <a:pt x="1032871" y="2827069"/>
                    <a:pt x="1033661" y="2800068"/>
                  </a:cubicBezTo>
                  <a:cubicBezTo>
                    <a:pt x="1042279" y="2775612"/>
                    <a:pt x="1046942" y="2749937"/>
                    <a:pt x="1047473" y="2724013"/>
                  </a:cubicBezTo>
                  <a:cubicBezTo>
                    <a:pt x="1057058" y="2686426"/>
                    <a:pt x="1066821" y="2647000"/>
                    <a:pt x="1058970" y="2622350"/>
                  </a:cubicBezTo>
                  <a:cubicBezTo>
                    <a:pt x="1053417" y="2604945"/>
                    <a:pt x="1050620" y="2545408"/>
                    <a:pt x="1047617" y="2488368"/>
                  </a:cubicBezTo>
                  <a:cubicBezTo>
                    <a:pt x="1048457" y="2457784"/>
                    <a:pt x="1046588" y="2427185"/>
                    <a:pt x="1042031" y="2396930"/>
                  </a:cubicBezTo>
                  <a:cubicBezTo>
                    <a:pt x="1041176" y="2391759"/>
                    <a:pt x="1040122" y="2386584"/>
                    <a:pt x="1038963" y="2381416"/>
                  </a:cubicBezTo>
                  <a:cubicBezTo>
                    <a:pt x="1038502" y="2378851"/>
                    <a:pt x="1037890" y="2376315"/>
                    <a:pt x="1037129" y="2373822"/>
                  </a:cubicBezTo>
                  <a:cubicBezTo>
                    <a:pt x="1032796" y="2356670"/>
                    <a:pt x="1026755" y="2339994"/>
                    <a:pt x="1019095" y="2324047"/>
                  </a:cubicBezTo>
                  <a:cubicBezTo>
                    <a:pt x="1015187" y="2314505"/>
                    <a:pt x="1010671" y="2305225"/>
                    <a:pt x="1005573" y="2296263"/>
                  </a:cubicBezTo>
                  <a:cubicBezTo>
                    <a:pt x="1002505" y="2290975"/>
                    <a:pt x="999051" y="2285921"/>
                    <a:pt x="995240" y="2281142"/>
                  </a:cubicBezTo>
                  <a:cubicBezTo>
                    <a:pt x="1016552" y="2281989"/>
                    <a:pt x="1037805" y="2283945"/>
                    <a:pt x="1058914" y="2287002"/>
                  </a:cubicBezTo>
                  <a:cubicBezTo>
                    <a:pt x="1064109" y="2287780"/>
                    <a:pt x="1070438" y="2288199"/>
                    <a:pt x="1073548" y="2283943"/>
                  </a:cubicBezTo>
                  <a:cubicBezTo>
                    <a:pt x="1074935" y="2281626"/>
                    <a:pt x="1075613" y="2278953"/>
                    <a:pt x="1075497" y="2276255"/>
                  </a:cubicBezTo>
                  <a:cubicBezTo>
                    <a:pt x="1076487" y="2252089"/>
                    <a:pt x="1070744" y="2228123"/>
                    <a:pt x="1058910" y="2207029"/>
                  </a:cubicBezTo>
                  <a:cubicBezTo>
                    <a:pt x="1050730" y="2192516"/>
                    <a:pt x="1039366" y="2178321"/>
                    <a:pt x="1039680" y="2161643"/>
                  </a:cubicBezTo>
                  <a:cubicBezTo>
                    <a:pt x="1040270" y="2153869"/>
                    <a:pt x="1042170" y="2146250"/>
                    <a:pt x="1045298" y="2139108"/>
                  </a:cubicBezTo>
                  <a:cubicBezTo>
                    <a:pt x="1054776" y="2113701"/>
                    <a:pt x="1064253" y="2088294"/>
                    <a:pt x="1073729" y="2062887"/>
                  </a:cubicBezTo>
                  <a:cubicBezTo>
                    <a:pt x="1097730" y="1998543"/>
                    <a:pt x="1086309" y="1923804"/>
                    <a:pt x="1098774" y="1856238"/>
                  </a:cubicBezTo>
                  <a:cubicBezTo>
                    <a:pt x="1108515" y="1803420"/>
                    <a:pt x="1114758" y="1750016"/>
                    <a:pt x="1117459" y="1696376"/>
                  </a:cubicBezTo>
                  <a:cubicBezTo>
                    <a:pt x="1119767" y="1650525"/>
                    <a:pt x="1118332" y="1600871"/>
                    <a:pt x="1090811" y="1564235"/>
                  </a:cubicBezTo>
                  <a:cubicBezTo>
                    <a:pt x="1082759" y="1555397"/>
                    <a:pt x="1075779" y="1545640"/>
                    <a:pt x="1070016" y="1535166"/>
                  </a:cubicBezTo>
                  <a:cubicBezTo>
                    <a:pt x="1066065" y="1524024"/>
                    <a:pt x="1064381" y="1512204"/>
                    <a:pt x="1065064" y="1500401"/>
                  </a:cubicBezTo>
                  <a:cubicBezTo>
                    <a:pt x="1064584" y="1428655"/>
                    <a:pt x="1066033" y="1356931"/>
                    <a:pt x="1069409" y="1285230"/>
                  </a:cubicBezTo>
                  <a:cubicBezTo>
                    <a:pt x="1190013" y="1281985"/>
                    <a:pt x="1310117" y="1268408"/>
                    <a:pt x="1428401" y="1244648"/>
                  </a:cubicBezTo>
                  <a:cubicBezTo>
                    <a:pt x="1442332" y="1242237"/>
                    <a:pt x="1456011" y="1238551"/>
                    <a:pt x="1469267" y="1233637"/>
                  </a:cubicBezTo>
                  <a:cubicBezTo>
                    <a:pt x="1483972" y="1226598"/>
                    <a:pt x="1497828" y="1217910"/>
                    <a:pt x="1510569" y="1207741"/>
                  </a:cubicBezTo>
                  <a:cubicBezTo>
                    <a:pt x="1550814" y="1178656"/>
                    <a:pt x="1591632" y="1149028"/>
                    <a:pt x="1622232" y="1109831"/>
                  </a:cubicBezTo>
                  <a:cubicBezTo>
                    <a:pt x="1658666" y="1062432"/>
                    <a:pt x="1681545" y="1006028"/>
                    <a:pt x="1688425" y="946642"/>
                  </a:cubicBezTo>
                  <a:cubicBezTo>
                    <a:pt x="1717534" y="919682"/>
                    <a:pt x="1732990" y="881361"/>
                    <a:pt x="1747562" y="844368"/>
                  </a:cubicBezTo>
                  <a:cubicBezTo>
                    <a:pt x="1754761" y="828666"/>
                    <a:pt x="1759316" y="811883"/>
                    <a:pt x="1761043" y="794696"/>
                  </a:cubicBezTo>
                  <a:cubicBezTo>
                    <a:pt x="1761825" y="777107"/>
                    <a:pt x="1750231" y="758668"/>
                    <a:pt x="1753437" y="741358"/>
                  </a:cubicBezTo>
                  <a:cubicBezTo>
                    <a:pt x="1759034" y="711546"/>
                    <a:pt x="1774085" y="684329"/>
                    <a:pt x="1796361" y="663739"/>
                  </a:cubicBezTo>
                  <a:cubicBezTo>
                    <a:pt x="1801084" y="660350"/>
                    <a:pt x="1804649" y="655588"/>
                    <a:pt x="1806570" y="650101"/>
                  </a:cubicBezTo>
                  <a:cubicBezTo>
                    <a:pt x="1807169" y="645525"/>
                    <a:pt x="1806319" y="640877"/>
                    <a:pt x="1804140" y="636808"/>
                  </a:cubicBezTo>
                  <a:cubicBezTo>
                    <a:pt x="1803900" y="636270"/>
                    <a:pt x="1803559" y="635797"/>
                    <a:pt x="1803307" y="635266"/>
                  </a:cubicBezTo>
                  <a:cubicBezTo>
                    <a:pt x="1806083" y="633507"/>
                    <a:pt x="1808835" y="631696"/>
                    <a:pt x="1811545" y="629796"/>
                  </a:cubicBezTo>
                  <a:cubicBezTo>
                    <a:pt x="1821087" y="623058"/>
                    <a:pt x="1830193" y="615589"/>
                    <a:pt x="1839081" y="608266"/>
                  </a:cubicBezTo>
                  <a:cubicBezTo>
                    <a:pt x="1852739" y="598028"/>
                    <a:pt x="1864794" y="585811"/>
                    <a:pt x="1874848" y="572018"/>
                  </a:cubicBezTo>
                  <a:cubicBezTo>
                    <a:pt x="1884973" y="557978"/>
                    <a:pt x="1888409" y="540195"/>
                    <a:pt x="1884245" y="523393"/>
                  </a:cubicBezTo>
                  <a:close/>
                  <a:moveTo>
                    <a:pt x="570346" y="4449227"/>
                  </a:moveTo>
                  <a:cubicBezTo>
                    <a:pt x="567928" y="4449397"/>
                    <a:pt x="565501" y="4449516"/>
                    <a:pt x="563104" y="4449848"/>
                  </a:cubicBezTo>
                  <a:cubicBezTo>
                    <a:pt x="554121" y="4451073"/>
                    <a:pt x="545361" y="4453589"/>
                    <a:pt x="537097" y="4457317"/>
                  </a:cubicBezTo>
                  <a:cubicBezTo>
                    <a:pt x="536428" y="4457626"/>
                    <a:pt x="535797" y="4458009"/>
                    <a:pt x="535135" y="4458333"/>
                  </a:cubicBezTo>
                  <a:cubicBezTo>
                    <a:pt x="546450" y="4433898"/>
                    <a:pt x="557033" y="4409119"/>
                    <a:pt x="566672" y="4383942"/>
                  </a:cubicBezTo>
                  <a:cubicBezTo>
                    <a:pt x="567820" y="4380970"/>
                    <a:pt x="568903" y="4377961"/>
                    <a:pt x="570026" y="4374975"/>
                  </a:cubicBezTo>
                  <a:cubicBezTo>
                    <a:pt x="569608" y="4380572"/>
                    <a:pt x="569207" y="4386185"/>
                    <a:pt x="568786" y="4391777"/>
                  </a:cubicBezTo>
                  <a:cubicBezTo>
                    <a:pt x="566614" y="4410906"/>
                    <a:pt x="567139" y="4430245"/>
                    <a:pt x="570346" y="4449227"/>
                  </a:cubicBezTo>
                  <a:close/>
                </a:path>
              </a:pathLst>
            </a:custGeom>
            <a:solidFill>
              <a:srgbClr val="80808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5D95F2D1-20BA-4E64-A967-F74F5D374B86}"/>
                </a:ext>
              </a:extLst>
            </p:cNvPr>
            <p:cNvSpPr/>
            <p:nvPr/>
          </p:nvSpPr>
          <p:spPr>
            <a:xfrm>
              <a:off x="2887339" y="1216911"/>
              <a:ext cx="400727" cy="364159"/>
            </a:xfrm>
            <a:custGeom>
              <a:avLst/>
              <a:gdLst>
                <a:gd name="connsiteX0" fmla="*/ 331989 w 400727"/>
                <a:gd name="connsiteY0" fmla="*/ 245607 h 364159"/>
                <a:gd name="connsiteX1" fmla="*/ 348598 w 400727"/>
                <a:gd name="connsiteY1" fmla="*/ 363618 h 364159"/>
                <a:gd name="connsiteX2" fmla="*/ -45 w 400727"/>
                <a:gd name="connsiteY2" fmla="*/ 330036 h 364159"/>
                <a:gd name="connsiteX3" fmla="*/ 59907 w 400727"/>
                <a:gd name="connsiteY3" fmla="*/ 234024 h 364159"/>
                <a:gd name="connsiteX4" fmla="*/ 71344 w 400727"/>
                <a:gd name="connsiteY4" fmla="*/ 86511 h 364159"/>
                <a:gd name="connsiteX5" fmla="*/ 69888 w 400727"/>
                <a:gd name="connsiteY5" fmla="*/ 78352 h 364159"/>
                <a:gd name="connsiteX6" fmla="*/ 57431 w 400727"/>
                <a:gd name="connsiteY6" fmla="*/ 16068 h 364159"/>
                <a:gd name="connsiteX7" fmla="*/ 97642 w 400727"/>
                <a:gd name="connsiteY7" fmla="*/ 989 h 364159"/>
                <a:gd name="connsiteX8" fmla="*/ 253971 w 400727"/>
                <a:gd name="connsiteY8" fmla="*/ 21167 h 364159"/>
                <a:gd name="connsiteX9" fmla="*/ 400683 w 400727"/>
                <a:gd name="connsiteY9" fmla="*/ 52856 h 364159"/>
                <a:gd name="connsiteX10" fmla="*/ 343863 w 400727"/>
                <a:gd name="connsiteY10" fmla="*/ 169920 h 364159"/>
                <a:gd name="connsiteX11" fmla="*/ 331989 w 400727"/>
                <a:gd name="connsiteY11" fmla="*/ 245607 h 3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0727" h="364159">
                  <a:moveTo>
                    <a:pt x="331989" y="245607"/>
                  </a:moveTo>
                  <a:cubicBezTo>
                    <a:pt x="333009" y="285382"/>
                    <a:pt x="346486" y="323917"/>
                    <a:pt x="348598" y="363618"/>
                  </a:cubicBezTo>
                  <a:cubicBezTo>
                    <a:pt x="231461" y="369446"/>
                    <a:pt x="115927" y="312626"/>
                    <a:pt x="-45" y="330036"/>
                  </a:cubicBezTo>
                  <a:cubicBezTo>
                    <a:pt x="32371" y="309057"/>
                    <a:pt x="49710" y="271249"/>
                    <a:pt x="59907" y="234024"/>
                  </a:cubicBezTo>
                  <a:cubicBezTo>
                    <a:pt x="72902" y="186000"/>
                    <a:pt x="76782" y="135964"/>
                    <a:pt x="71344" y="86511"/>
                  </a:cubicBezTo>
                  <a:cubicBezTo>
                    <a:pt x="71033" y="83763"/>
                    <a:pt x="70547" y="81038"/>
                    <a:pt x="69888" y="78352"/>
                  </a:cubicBezTo>
                  <a:cubicBezTo>
                    <a:pt x="65589" y="58902"/>
                    <a:pt x="54444" y="31366"/>
                    <a:pt x="57431" y="16068"/>
                  </a:cubicBezTo>
                  <a:cubicBezTo>
                    <a:pt x="61365" y="-4183"/>
                    <a:pt x="80451" y="-176"/>
                    <a:pt x="97642" y="989"/>
                  </a:cubicBezTo>
                  <a:cubicBezTo>
                    <a:pt x="150068" y="4982"/>
                    <a:pt x="202249" y="11718"/>
                    <a:pt x="253971" y="21167"/>
                  </a:cubicBezTo>
                  <a:cubicBezTo>
                    <a:pt x="267447" y="23499"/>
                    <a:pt x="398716" y="56280"/>
                    <a:pt x="400683" y="52856"/>
                  </a:cubicBezTo>
                  <a:cubicBezTo>
                    <a:pt x="377674" y="89768"/>
                    <a:pt x="358628" y="129007"/>
                    <a:pt x="343863" y="169920"/>
                  </a:cubicBezTo>
                  <a:cubicBezTo>
                    <a:pt x="335668" y="194300"/>
                    <a:pt x="331654" y="219889"/>
                    <a:pt x="331989" y="245607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907A5250-BD51-4292-8982-E1674C12580A}"/>
                </a:ext>
              </a:extLst>
            </p:cNvPr>
            <p:cNvSpPr/>
            <p:nvPr/>
          </p:nvSpPr>
          <p:spPr>
            <a:xfrm>
              <a:off x="4141347" y="1093162"/>
              <a:ext cx="247553" cy="328030"/>
            </a:xfrm>
            <a:custGeom>
              <a:avLst/>
              <a:gdLst>
                <a:gd name="connsiteX0" fmla="*/ 236384 w 247553"/>
                <a:gd name="connsiteY0" fmla="*/ 246465 h 328030"/>
                <a:gd name="connsiteX1" fmla="*/ 200617 w 247553"/>
                <a:gd name="connsiteY1" fmla="*/ 282524 h 328030"/>
                <a:gd name="connsiteX2" fmla="*/ 173080 w 247553"/>
                <a:gd name="connsiteY2" fmla="*/ 303941 h 328030"/>
                <a:gd name="connsiteX3" fmla="*/ 114512 w 247553"/>
                <a:gd name="connsiteY3" fmla="*/ 327761 h 328030"/>
                <a:gd name="connsiteX4" fmla="*/ 10050 w 247553"/>
                <a:gd name="connsiteY4" fmla="*/ 289371 h 328030"/>
                <a:gd name="connsiteX5" fmla="*/ 70 w 247553"/>
                <a:gd name="connsiteY5" fmla="*/ 249379 h 328030"/>
                <a:gd name="connsiteX6" fmla="*/ 9685 w 247553"/>
                <a:gd name="connsiteY6" fmla="*/ 193432 h 328030"/>
                <a:gd name="connsiteX7" fmla="*/ 54850 w 247553"/>
                <a:gd name="connsiteY7" fmla="*/ 111699 h 328030"/>
                <a:gd name="connsiteX8" fmla="*/ 127478 w 247553"/>
                <a:gd name="connsiteY8" fmla="*/ 39071 h 328030"/>
                <a:gd name="connsiteX9" fmla="*/ 158364 w 247553"/>
                <a:gd name="connsiteY9" fmla="*/ 24866 h 328030"/>
                <a:gd name="connsiteX10" fmla="*/ 212927 w 247553"/>
                <a:gd name="connsiteY10" fmla="*/ 2503 h 328030"/>
                <a:gd name="connsiteX11" fmla="*/ 222833 w 247553"/>
                <a:gd name="connsiteY11" fmla="*/ -120 h 328030"/>
                <a:gd name="connsiteX12" fmla="*/ 231866 w 247553"/>
                <a:gd name="connsiteY12" fmla="*/ 34482 h 328030"/>
                <a:gd name="connsiteX13" fmla="*/ 167398 w 247553"/>
                <a:gd name="connsiteY13" fmla="*/ 93196 h 328030"/>
                <a:gd name="connsiteX14" fmla="*/ 206297 w 247553"/>
                <a:gd name="connsiteY14" fmla="*/ 123354 h 328030"/>
                <a:gd name="connsiteX15" fmla="*/ 211543 w 247553"/>
                <a:gd name="connsiteY15" fmla="*/ 135520 h 328030"/>
                <a:gd name="connsiteX16" fmla="*/ 229318 w 247553"/>
                <a:gd name="connsiteY16" fmla="*/ 140109 h 328030"/>
                <a:gd name="connsiteX17" fmla="*/ 235800 w 247553"/>
                <a:gd name="connsiteY17" fmla="*/ 170632 h 328030"/>
                <a:gd name="connsiteX18" fmla="*/ 245780 w 247553"/>
                <a:gd name="connsiteY18" fmla="*/ 198095 h 328030"/>
                <a:gd name="connsiteX19" fmla="*/ 236384 w 247553"/>
                <a:gd name="connsiteY19" fmla="*/ 246465 h 328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47553" h="328030">
                  <a:moveTo>
                    <a:pt x="236384" y="246465"/>
                  </a:moveTo>
                  <a:cubicBezTo>
                    <a:pt x="226320" y="260196"/>
                    <a:pt x="214265" y="272349"/>
                    <a:pt x="200617" y="282524"/>
                  </a:cubicBezTo>
                  <a:cubicBezTo>
                    <a:pt x="191728" y="289809"/>
                    <a:pt x="182622" y="297239"/>
                    <a:pt x="173080" y="303941"/>
                  </a:cubicBezTo>
                  <a:cubicBezTo>
                    <a:pt x="156086" y="317057"/>
                    <a:pt x="135837" y="325293"/>
                    <a:pt x="114512" y="327761"/>
                  </a:cubicBezTo>
                  <a:cubicBezTo>
                    <a:pt x="86611" y="329655"/>
                    <a:pt x="27387" y="313265"/>
                    <a:pt x="10050" y="289371"/>
                  </a:cubicBezTo>
                  <a:cubicBezTo>
                    <a:pt x="2741" y="277362"/>
                    <a:pt x="-740" y="263414"/>
                    <a:pt x="70" y="249379"/>
                  </a:cubicBezTo>
                  <a:cubicBezTo>
                    <a:pt x="361" y="230345"/>
                    <a:pt x="3605" y="211471"/>
                    <a:pt x="9685" y="193432"/>
                  </a:cubicBezTo>
                  <a:cubicBezTo>
                    <a:pt x="20552" y="164075"/>
                    <a:pt x="35778" y="136522"/>
                    <a:pt x="54850" y="111699"/>
                  </a:cubicBezTo>
                  <a:cubicBezTo>
                    <a:pt x="75028" y="83653"/>
                    <a:pt x="97465" y="56045"/>
                    <a:pt x="127478" y="39071"/>
                  </a:cubicBezTo>
                  <a:cubicBezTo>
                    <a:pt x="137478" y="33719"/>
                    <a:pt x="147792" y="28975"/>
                    <a:pt x="158364" y="24866"/>
                  </a:cubicBezTo>
                  <a:cubicBezTo>
                    <a:pt x="176577" y="17436"/>
                    <a:pt x="194716" y="9932"/>
                    <a:pt x="212927" y="2503"/>
                  </a:cubicBezTo>
                  <a:cubicBezTo>
                    <a:pt x="216026" y="988"/>
                    <a:pt x="219392" y="97"/>
                    <a:pt x="222833" y="-120"/>
                  </a:cubicBezTo>
                  <a:cubicBezTo>
                    <a:pt x="237476" y="25"/>
                    <a:pt x="240172" y="22389"/>
                    <a:pt x="231866" y="34482"/>
                  </a:cubicBezTo>
                  <a:cubicBezTo>
                    <a:pt x="215257" y="58812"/>
                    <a:pt x="177888" y="65587"/>
                    <a:pt x="167398" y="93196"/>
                  </a:cubicBezTo>
                  <a:cubicBezTo>
                    <a:pt x="185530" y="93757"/>
                    <a:pt x="201236" y="105934"/>
                    <a:pt x="206297" y="123354"/>
                  </a:cubicBezTo>
                  <a:cubicBezTo>
                    <a:pt x="206709" y="127864"/>
                    <a:pt x="208546" y="132125"/>
                    <a:pt x="211543" y="135520"/>
                  </a:cubicBezTo>
                  <a:cubicBezTo>
                    <a:pt x="216351" y="139381"/>
                    <a:pt x="223854" y="137195"/>
                    <a:pt x="229318" y="140109"/>
                  </a:cubicBezTo>
                  <a:cubicBezTo>
                    <a:pt x="239005" y="145281"/>
                    <a:pt x="234781" y="159705"/>
                    <a:pt x="235800" y="170632"/>
                  </a:cubicBezTo>
                  <a:cubicBezTo>
                    <a:pt x="238179" y="180103"/>
                    <a:pt x="241523" y="189306"/>
                    <a:pt x="245780" y="198095"/>
                  </a:cubicBezTo>
                  <a:cubicBezTo>
                    <a:pt x="249943" y="214815"/>
                    <a:pt x="246503" y="232519"/>
                    <a:pt x="236384" y="246465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AF34E552-B225-477C-8264-44B7B65C3B97}"/>
                </a:ext>
              </a:extLst>
            </p:cNvPr>
            <p:cNvSpPr/>
            <p:nvPr/>
          </p:nvSpPr>
          <p:spPr>
            <a:xfrm>
              <a:off x="2763102" y="5142476"/>
              <a:ext cx="242428" cy="196149"/>
            </a:xfrm>
            <a:custGeom>
              <a:avLst/>
              <a:gdLst>
                <a:gd name="connsiteX0" fmla="*/ -45 w 242428"/>
                <a:gd name="connsiteY0" fmla="*/ 184990 h 196149"/>
                <a:gd name="connsiteX1" fmla="*/ 36294 w 242428"/>
                <a:gd name="connsiteY1" fmla="*/ 179502 h 196149"/>
                <a:gd name="connsiteX2" fmla="*/ 240613 w 242428"/>
                <a:gd name="connsiteY2" fmla="*/ 196030 h 196149"/>
                <a:gd name="connsiteX3" fmla="*/ 216299 w 242428"/>
                <a:gd name="connsiteY3" fmla="*/ 71594 h 196149"/>
                <a:gd name="connsiteX4" fmla="*/ 208206 w 242428"/>
                <a:gd name="connsiteY4" fmla="*/ 40131 h 196149"/>
                <a:gd name="connsiteX5" fmla="*/ 156434 w 242428"/>
                <a:gd name="connsiteY5" fmla="*/ 8883 h 196149"/>
                <a:gd name="connsiteX6" fmla="*/ 41493 w 242428"/>
                <a:gd name="connsiteY6" fmla="*/ 24640 h 196149"/>
                <a:gd name="connsiteX7" fmla="*/ -45 w 242428"/>
                <a:gd name="connsiteY7" fmla="*/ 184990 h 196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428" h="196149">
                  <a:moveTo>
                    <a:pt x="-45" y="184990"/>
                  </a:moveTo>
                  <a:cubicBezTo>
                    <a:pt x="8972" y="175980"/>
                    <a:pt x="23703" y="177511"/>
                    <a:pt x="36294" y="179502"/>
                  </a:cubicBezTo>
                  <a:cubicBezTo>
                    <a:pt x="103882" y="190188"/>
                    <a:pt x="172186" y="195713"/>
                    <a:pt x="240613" y="196030"/>
                  </a:cubicBezTo>
                  <a:cubicBezTo>
                    <a:pt x="249179" y="154196"/>
                    <a:pt x="224310" y="113537"/>
                    <a:pt x="216299" y="71594"/>
                  </a:cubicBezTo>
                  <a:cubicBezTo>
                    <a:pt x="215141" y="60769"/>
                    <a:pt x="212415" y="50171"/>
                    <a:pt x="208206" y="40131"/>
                  </a:cubicBezTo>
                  <a:cubicBezTo>
                    <a:pt x="198571" y="21643"/>
                    <a:pt x="176834" y="13186"/>
                    <a:pt x="156434" y="8883"/>
                  </a:cubicBezTo>
                  <a:cubicBezTo>
                    <a:pt x="119614" y="1117"/>
                    <a:pt x="62057" y="-12587"/>
                    <a:pt x="41493" y="24640"/>
                  </a:cubicBezTo>
                  <a:cubicBezTo>
                    <a:pt x="16818" y="69307"/>
                    <a:pt x="8924" y="135279"/>
                    <a:pt x="-45" y="184990"/>
                  </a:cubicBezTo>
                  <a:close/>
                </a:path>
              </a:pathLst>
            </a:custGeom>
            <a:solidFill>
              <a:srgbClr val="65617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CB9EAB44-A18C-40A4-8B92-50DC39D78B7E}"/>
                </a:ext>
              </a:extLst>
            </p:cNvPr>
            <p:cNvSpPr/>
            <p:nvPr/>
          </p:nvSpPr>
          <p:spPr>
            <a:xfrm>
              <a:off x="3070415" y="4969907"/>
              <a:ext cx="480833" cy="300051"/>
            </a:xfrm>
            <a:custGeom>
              <a:avLst/>
              <a:gdLst>
                <a:gd name="connsiteX0" fmla="*/ 441245 w 480833"/>
                <a:gd name="connsiteY0" fmla="*/ 199544 h 300051"/>
                <a:gd name="connsiteX1" fmla="*/ 345671 w 480833"/>
                <a:gd name="connsiteY1" fmla="*/ 228682 h 300051"/>
                <a:gd name="connsiteX2" fmla="*/ 247692 w 480833"/>
                <a:gd name="connsiteY2" fmla="*/ 251046 h 300051"/>
                <a:gd name="connsiteX3" fmla="*/ 172004 w 480833"/>
                <a:gd name="connsiteY3" fmla="*/ 294317 h 300051"/>
                <a:gd name="connsiteX4" fmla="*/ 93403 w 480833"/>
                <a:gd name="connsiteY4" fmla="*/ 295555 h 300051"/>
                <a:gd name="connsiteX5" fmla="*/ 12545 w 480833"/>
                <a:gd name="connsiteY5" fmla="*/ 251629 h 300051"/>
                <a:gd name="connsiteX6" fmla="*/ 1253 w 480833"/>
                <a:gd name="connsiteY6" fmla="*/ 169531 h 300051"/>
                <a:gd name="connsiteX7" fmla="*/ 8319 w 480833"/>
                <a:gd name="connsiteY7" fmla="*/ 74321 h 300051"/>
                <a:gd name="connsiteX8" fmla="*/ 14220 w 480833"/>
                <a:gd name="connsiteY8" fmla="*/ 51301 h 300051"/>
                <a:gd name="connsiteX9" fmla="*/ 120429 w 480833"/>
                <a:gd name="connsiteY9" fmla="*/ 64924 h 300051"/>
                <a:gd name="connsiteX10" fmla="*/ 249731 w 480833"/>
                <a:gd name="connsiteY10" fmla="*/ 9123 h 300051"/>
                <a:gd name="connsiteX11" fmla="*/ 259784 w 480833"/>
                <a:gd name="connsiteY11" fmla="*/ 1547 h 300051"/>
                <a:gd name="connsiteX12" fmla="*/ 297883 w 480833"/>
                <a:gd name="connsiteY12" fmla="*/ 16117 h 300051"/>
                <a:gd name="connsiteX13" fmla="*/ 301817 w 480833"/>
                <a:gd name="connsiteY13" fmla="*/ 19322 h 300051"/>
                <a:gd name="connsiteX14" fmla="*/ 398484 w 480833"/>
                <a:gd name="connsiteY14" fmla="*/ 53778 h 300051"/>
                <a:gd name="connsiteX15" fmla="*/ 478032 w 480833"/>
                <a:gd name="connsiteY15" fmla="*/ 112857 h 300051"/>
                <a:gd name="connsiteX16" fmla="*/ 479634 w 480833"/>
                <a:gd name="connsiteY16" fmla="*/ 119194 h 300051"/>
                <a:gd name="connsiteX17" fmla="*/ 441245 w 480833"/>
                <a:gd name="connsiteY17" fmla="*/ 199544 h 30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0833" h="300051">
                  <a:moveTo>
                    <a:pt x="441245" y="199544"/>
                  </a:moveTo>
                  <a:cubicBezTo>
                    <a:pt x="413491" y="218484"/>
                    <a:pt x="379035" y="224385"/>
                    <a:pt x="345671" y="228682"/>
                  </a:cubicBezTo>
                  <a:cubicBezTo>
                    <a:pt x="312233" y="232907"/>
                    <a:pt x="277923" y="236186"/>
                    <a:pt x="247692" y="251046"/>
                  </a:cubicBezTo>
                  <a:cubicBezTo>
                    <a:pt x="221613" y="263940"/>
                    <a:pt x="199614" y="285065"/>
                    <a:pt x="172004" y="294317"/>
                  </a:cubicBezTo>
                  <a:cubicBezTo>
                    <a:pt x="146329" y="301358"/>
                    <a:pt x="119288" y="301784"/>
                    <a:pt x="93403" y="295555"/>
                  </a:cubicBezTo>
                  <a:cubicBezTo>
                    <a:pt x="62371" y="289727"/>
                    <a:pt x="29299" y="278436"/>
                    <a:pt x="12545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7"/>
                    <a:pt x="8319" y="74321"/>
                  </a:cubicBezTo>
                  <a:cubicBezTo>
                    <a:pt x="8204" y="66260"/>
                    <a:pt x="10241" y="58313"/>
                    <a:pt x="14220" y="51301"/>
                  </a:cubicBezTo>
                  <a:cubicBezTo>
                    <a:pt x="36656" y="18594"/>
                    <a:pt x="91218" y="64997"/>
                    <a:pt x="120429" y="64924"/>
                  </a:cubicBezTo>
                  <a:cubicBezTo>
                    <a:pt x="166687" y="64851"/>
                    <a:pt x="216368" y="39792"/>
                    <a:pt x="249731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7"/>
                  </a:cubicBezTo>
                  <a:cubicBezTo>
                    <a:pt x="299194" y="17210"/>
                    <a:pt x="300505" y="18302"/>
                    <a:pt x="301817" y="19322"/>
                  </a:cubicBezTo>
                  <a:cubicBezTo>
                    <a:pt x="328842" y="40739"/>
                    <a:pt x="365120" y="45109"/>
                    <a:pt x="398484" y="53778"/>
                  </a:cubicBezTo>
                  <a:cubicBezTo>
                    <a:pt x="431920" y="62447"/>
                    <a:pt x="467688" y="79930"/>
                    <a:pt x="478032" y="112857"/>
                  </a:cubicBezTo>
                  <a:cubicBezTo>
                    <a:pt x="478702" y="114932"/>
                    <a:pt x="479238" y="117049"/>
                    <a:pt x="479634" y="119194"/>
                  </a:cubicBezTo>
                  <a:cubicBezTo>
                    <a:pt x="485682" y="149498"/>
                    <a:pt x="467251" y="181769"/>
                    <a:pt x="441245" y="199544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48A2049B-6917-4D7C-BE2F-BED7EF1F76C5}"/>
                </a:ext>
              </a:extLst>
            </p:cNvPr>
            <p:cNvSpPr/>
            <p:nvPr/>
          </p:nvSpPr>
          <p:spPr>
            <a:xfrm>
              <a:off x="3070415" y="4969907"/>
              <a:ext cx="480833" cy="300051"/>
            </a:xfrm>
            <a:custGeom>
              <a:avLst/>
              <a:gdLst>
                <a:gd name="connsiteX0" fmla="*/ 441245 w 480833"/>
                <a:gd name="connsiteY0" fmla="*/ 199544 h 300051"/>
                <a:gd name="connsiteX1" fmla="*/ 345671 w 480833"/>
                <a:gd name="connsiteY1" fmla="*/ 228682 h 300051"/>
                <a:gd name="connsiteX2" fmla="*/ 247692 w 480833"/>
                <a:gd name="connsiteY2" fmla="*/ 251046 h 300051"/>
                <a:gd name="connsiteX3" fmla="*/ 172004 w 480833"/>
                <a:gd name="connsiteY3" fmla="*/ 294317 h 300051"/>
                <a:gd name="connsiteX4" fmla="*/ 93403 w 480833"/>
                <a:gd name="connsiteY4" fmla="*/ 295555 h 300051"/>
                <a:gd name="connsiteX5" fmla="*/ 12545 w 480833"/>
                <a:gd name="connsiteY5" fmla="*/ 251629 h 300051"/>
                <a:gd name="connsiteX6" fmla="*/ 1253 w 480833"/>
                <a:gd name="connsiteY6" fmla="*/ 169531 h 300051"/>
                <a:gd name="connsiteX7" fmla="*/ 8319 w 480833"/>
                <a:gd name="connsiteY7" fmla="*/ 74321 h 300051"/>
                <a:gd name="connsiteX8" fmla="*/ 14220 w 480833"/>
                <a:gd name="connsiteY8" fmla="*/ 51301 h 300051"/>
                <a:gd name="connsiteX9" fmla="*/ 120429 w 480833"/>
                <a:gd name="connsiteY9" fmla="*/ 64924 h 300051"/>
                <a:gd name="connsiteX10" fmla="*/ 249731 w 480833"/>
                <a:gd name="connsiteY10" fmla="*/ 9123 h 300051"/>
                <a:gd name="connsiteX11" fmla="*/ 259784 w 480833"/>
                <a:gd name="connsiteY11" fmla="*/ 1547 h 300051"/>
                <a:gd name="connsiteX12" fmla="*/ 297883 w 480833"/>
                <a:gd name="connsiteY12" fmla="*/ 16117 h 300051"/>
                <a:gd name="connsiteX13" fmla="*/ 301817 w 480833"/>
                <a:gd name="connsiteY13" fmla="*/ 19322 h 300051"/>
                <a:gd name="connsiteX14" fmla="*/ 398484 w 480833"/>
                <a:gd name="connsiteY14" fmla="*/ 53778 h 300051"/>
                <a:gd name="connsiteX15" fmla="*/ 478032 w 480833"/>
                <a:gd name="connsiteY15" fmla="*/ 112857 h 300051"/>
                <a:gd name="connsiteX16" fmla="*/ 479634 w 480833"/>
                <a:gd name="connsiteY16" fmla="*/ 119194 h 300051"/>
                <a:gd name="connsiteX17" fmla="*/ 441245 w 480833"/>
                <a:gd name="connsiteY17" fmla="*/ 199544 h 30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0833" h="300051">
                  <a:moveTo>
                    <a:pt x="441245" y="199544"/>
                  </a:moveTo>
                  <a:cubicBezTo>
                    <a:pt x="413491" y="218484"/>
                    <a:pt x="379035" y="224385"/>
                    <a:pt x="345671" y="228682"/>
                  </a:cubicBezTo>
                  <a:cubicBezTo>
                    <a:pt x="312233" y="232907"/>
                    <a:pt x="277923" y="236186"/>
                    <a:pt x="247692" y="251046"/>
                  </a:cubicBezTo>
                  <a:cubicBezTo>
                    <a:pt x="221613" y="263940"/>
                    <a:pt x="199614" y="285065"/>
                    <a:pt x="172004" y="294317"/>
                  </a:cubicBezTo>
                  <a:cubicBezTo>
                    <a:pt x="146329" y="301358"/>
                    <a:pt x="119288" y="301784"/>
                    <a:pt x="93403" y="295555"/>
                  </a:cubicBezTo>
                  <a:cubicBezTo>
                    <a:pt x="62371" y="289727"/>
                    <a:pt x="29299" y="278436"/>
                    <a:pt x="12545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7"/>
                    <a:pt x="8319" y="74321"/>
                  </a:cubicBezTo>
                  <a:cubicBezTo>
                    <a:pt x="8204" y="66260"/>
                    <a:pt x="10241" y="58313"/>
                    <a:pt x="14220" y="51301"/>
                  </a:cubicBezTo>
                  <a:cubicBezTo>
                    <a:pt x="36656" y="18594"/>
                    <a:pt x="91218" y="64997"/>
                    <a:pt x="120429" y="64924"/>
                  </a:cubicBezTo>
                  <a:cubicBezTo>
                    <a:pt x="166687" y="64851"/>
                    <a:pt x="216368" y="39792"/>
                    <a:pt x="249731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7"/>
                  </a:cubicBezTo>
                  <a:cubicBezTo>
                    <a:pt x="299194" y="17210"/>
                    <a:pt x="300505" y="18302"/>
                    <a:pt x="301817" y="19322"/>
                  </a:cubicBezTo>
                  <a:cubicBezTo>
                    <a:pt x="328842" y="40739"/>
                    <a:pt x="365120" y="45109"/>
                    <a:pt x="398484" y="53778"/>
                  </a:cubicBezTo>
                  <a:cubicBezTo>
                    <a:pt x="431920" y="62447"/>
                    <a:pt x="467688" y="79930"/>
                    <a:pt x="478032" y="112857"/>
                  </a:cubicBezTo>
                  <a:cubicBezTo>
                    <a:pt x="478702" y="114932"/>
                    <a:pt x="479238" y="117049"/>
                    <a:pt x="479634" y="119194"/>
                  </a:cubicBezTo>
                  <a:cubicBezTo>
                    <a:pt x="485682" y="149498"/>
                    <a:pt x="467251" y="181769"/>
                    <a:pt x="441245" y="199544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03669C2D-6EAF-4BB5-970D-B6A10FA21F1F}"/>
                </a:ext>
              </a:extLst>
            </p:cNvPr>
            <p:cNvSpPr/>
            <p:nvPr/>
          </p:nvSpPr>
          <p:spPr>
            <a:xfrm>
              <a:off x="3070415" y="4969907"/>
              <a:ext cx="483817" cy="310713"/>
            </a:xfrm>
            <a:custGeom>
              <a:avLst/>
              <a:gdLst>
                <a:gd name="connsiteX0" fmla="*/ 441245 w 483817"/>
                <a:gd name="connsiteY0" fmla="*/ 210205 h 310713"/>
                <a:gd name="connsiteX1" fmla="*/ 345671 w 483817"/>
                <a:gd name="connsiteY1" fmla="*/ 239344 h 310713"/>
                <a:gd name="connsiteX2" fmla="*/ 247692 w 483817"/>
                <a:gd name="connsiteY2" fmla="*/ 261708 h 310713"/>
                <a:gd name="connsiteX3" fmla="*/ 172004 w 483817"/>
                <a:gd name="connsiteY3" fmla="*/ 304978 h 310713"/>
                <a:gd name="connsiteX4" fmla="*/ 93403 w 483817"/>
                <a:gd name="connsiteY4" fmla="*/ 306217 h 310713"/>
                <a:gd name="connsiteX5" fmla="*/ 12544 w 483817"/>
                <a:gd name="connsiteY5" fmla="*/ 251629 h 310713"/>
                <a:gd name="connsiteX6" fmla="*/ 1253 w 483817"/>
                <a:gd name="connsiteY6" fmla="*/ 169531 h 310713"/>
                <a:gd name="connsiteX7" fmla="*/ 8319 w 483817"/>
                <a:gd name="connsiteY7" fmla="*/ 74321 h 310713"/>
                <a:gd name="connsiteX8" fmla="*/ 14220 w 483817"/>
                <a:gd name="connsiteY8" fmla="*/ 51301 h 310713"/>
                <a:gd name="connsiteX9" fmla="*/ 120430 w 483817"/>
                <a:gd name="connsiteY9" fmla="*/ 64924 h 310713"/>
                <a:gd name="connsiteX10" fmla="*/ 249732 w 483817"/>
                <a:gd name="connsiteY10" fmla="*/ 9123 h 310713"/>
                <a:gd name="connsiteX11" fmla="*/ 259784 w 483817"/>
                <a:gd name="connsiteY11" fmla="*/ 1547 h 310713"/>
                <a:gd name="connsiteX12" fmla="*/ 297883 w 483817"/>
                <a:gd name="connsiteY12" fmla="*/ 16116 h 310713"/>
                <a:gd name="connsiteX13" fmla="*/ 265393 w 483817"/>
                <a:gd name="connsiteY13" fmla="*/ 83280 h 310713"/>
                <a:gd name="connsiteX14" fmla="*/ 163482 w 483817"/>
                <a:gd name="connsiteY14" fmla="*/ 147021 h 310713"/>
                <a:gd name="connsiteX15" fmla="*/ 101562 w 483817"/>
                <a:gd name="connsiteY15" fmla="*/ 149790 h 310713"/>
                <a:gd name="connsiteX16" fmla="*/ 70019 w 483817"/>
                <a:gd name="connsiteY16" fmla="*/ 195027 h 310713"/>
                <a:gd name="connsiteX17" fmla="*/ 121595 w 483817"/>
                <a:gd name="connsiteY17" fmla="*/ 219212 h 310713"/>
                <a:gd name="connsiteX18" fmla="*/ 205660 w 483817"/>
                <a:gd name="connsiteY18" fmla="*/ 213312 h 310713"/>
                <a:gd name="connsiteX19" fmla="*/ 253010 w 483817"/>
                <a:gd name="connsiteY19" fmla="*/ 192186 h 310713"/>
                <a:gd name="connsiteX20" fmla="*/ 462516 w 483817"/>
                <a:gd name="connsiteY20" fmla="*/ 132307 h 310713"/>
                <a:gd name="connsiteX21" fmla="*/ 479634 w 483817"/>
                <a:gd name="connsiteY21" fmla="*/ 119194 h 310713"/>
                <a:gd name="connsiteX22" fmla="*/ 441245 w 483817"/>
                <a:gd name="connsiteY22" fmla="*/ 210205 h 3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3817" h="310713">
                  <a:moveTo>
                    <a:pt x="441245" y="210205"/>
                  </a:moveTo>
                  <a:cubicBezTo>
                    <a:pt x="413491" y="229146"/>
                    <a:pt x="379035" y="235047"/>
                    <a:pt x="345671" y="239344"/>
                  </a:cubicBezTo>
                  <a:cubicBezTo>
                    <a:pt x="312234" y="243569"/>
                    <a:pt x="277923" y="246847"/>
                    <a:pt x="247692" y="261708"/>
                  </a:cubicBezTo>
                  <a:cubicBezTo>
                    <a:pt x="221613" y="274602"/>
                    <a:pt x="199614" y="295727"/>
                    <a:pt x="172004" y="304978"/>
                  </a:cubicBezTo>
                  <a:cubicBezTo>
                    <a:pt x="146329" y="312020"/>
                    <a:pt x="119288" y="312446"/>
                    <a:pt x="93403" y="306217"/>
                  </a:cubicBezTo>
                  <a:cubicBezTo>
                    <a:pt x="60376" y="299230"/>
                    <a:pt x="31372" y="279649"/>
                    <a:pt x="12544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6"/>
                    <a:pt x="8319" y="74321"/>
                  </a:cubicBezTo>
                  <a:cubicBezTo>
                    <a:pt x="8204" y="66260"/>
                    <a:pt x="10241" y="58314"/>
                    <a:pt x="14220" y="51301"/>
                  </a:cubicBezTo>
                  <a:cubicBezTo>
                    <a:pt x="36656" y="18593"/>
                    <a:pt x="91219" y="64996"/>
                    <a:pt x="120430" y="64924"/>
                  </a:cubicBezTo>
                  <a:cubicBezTo>
                    <a:pt x="166687" y="64851"/>
                    <a:pt x="216368" y="39792"/>
                    <a:pt x="249732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6"/>
                  </a:cubicBezTo>
                  <a:cubicBezTo>
                    <a:pt x="290170" y="39882"/>
                    <a:pt x="279238" y="62480"/>
                    <a:pt x="265393" y="83280"/>
                  </a:cubicBezTo>
                  <a:cubicBezTo>
                    <a:pt x="242759" y="118795"/>
                    <a:pt x="205320" y="142212"/>
                    <a:pt x="163482" y="147021"/>
                  </a:cubicBezTo>
                  <a:cubicBezTo>
                    <a:pt x="142793" y="148551"/>
                    <a:pt x="121595" y="144472"/>
                    <a:pt x="101562" y="149790"/>
                  </a:cubicBezTo>
                  <a:cubicBezTo>
                    <a:pt x="81602" y="155108"/>
                    <a:pt x="62953" y="175577"/>
                    <a:pt x="70019" y="195027"/>
                  </a:cubicBezTo>
                  <a:cubicBezTo>
                    <a:pt x="76939" y="213967"/>
                    <a:pt x="101417" y="218119"/>
                    <a:pt x="121595" y="219212"/>
                  </a:cubicBezTo>
                  <a:cubicBezTo>
                    <a:pt x="149859" y="220742"/>
                    <a:pt x="178852" y="222126"/>
                    <a:pt x="205660" y="213312"/>
                  </a:cubicBezTo>
                  <a:cubicBezTo>
                    <a:pt x="222051" y="207848"/>
                    <a:pt x="237056" y="198815"/>
                    <a:pt x="253010" y="192186"/>
                  </a:cubicBezTo>
                  <a:cubicBezTo>
                    <a:pt x="320830" y="164067"/>
                    <a:pt x="406497" y="179802"/>
                    <a:pt x="462516" y="132307"/>
                  </a:cubicBezTo>
                  <a:cubicBezTo>
                    <a:pt x="467830" y="127447"/>
                    <a:pt x="473558" y="123060"/>
                    <a:pt x="479634" y="119194"/>
                  </a:cubicBezTo>
                  <a:cubicBezTo>
                    <a:pt x="494301" y="149898"/>
                    <a:pt x="467251" y="192431"/>
                    <a:pt x="441245" y="210205"/>
                  </a:cubicBezTo>
                  <a:close/>
                </a:path>
              </a:pathLst>
            </a:custGeom>
            <a:solidFill>
              <a:srgbClr val="E8EAF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36DE1C4A-FBAB-4558-AEA5-11DD8B9633F6}"/>
                </a:ext>
              </a:extLst>
            </p:cNvPr>
            <p:cNvSpPr/>
            <p:nvPr/>
          </p:nvSpPr>
          <p:spPr>
            <a:xfrm>
              <a:off x="3070415" y="4969907"/>
              <a:ext cx="483817" cy="310713"/>
            </a:xfrm>
            <a:custGeom>
              <a:avLst/>
              <a:gdLst>
                <a:gd name="connsiteX0" fmla="*/ 441245 w 483817"/>
                <a:gd name="connsiteY0" fmla="*/ 210205 h 310713"/>
                <a:gd name="connsiteX1" fmla="*/ 345671 w 483817"/>
                <a:gd name="connsiteY1" fmla="*/ 239344 h 310713"/>
                <a:gd name="connsiteX2" fmla="*/ 247692 w 483817"/>
                <a:gd name="connsiteY2" fmla="*/ 261708 h 310713"/>
                <a:gd name="connsiteX3" fmla="*/ 172004 w 483817"/>
                <a:gd name="connsiteY3" fmla="*/ 304978 h 310713"/>
                <a:gd name="connsiteX4" fmla="*/ 93403 w 483817"/>
                <a:gd name="connsiteY4" fmla="*/ 306217 h 310713"/>
                <a:gd name="connsiteX5" fmla="*/ 12544 w 483817"/>
                <a:gd name="connsiteY5" fmla="*/ 251629 h 310713"/>
                <a:gd name="connsiteX6" fmla="*/ 1253 w 483817"/>
                <a:gd name="connsiteY6" fmla="*/ 169531 h 310713"/>
                <a:gd name="connsiteX7" fmla="*/ 8319 w 483817"/>
                <a:gd name="connsiteY7" fmla="*/ 74321 h 310713"/>
                <a:gd name="connsiteX8" fmla="*/ 14220 w 483817"/>
                <a:gd name="connsiteY8" fmla="*/ 51301 h 310713"/>
                <a:gd name="connsiteX9" fmla="*/ 120430 w 483817"/>
                <a:gd name="connsiteY9" fmla="*/ 64924 h 310713"/>
                <a:gd name="connsiteX10" fmla="*/ 249732 w 483817"/>
                <a:gd name="connsiteY10" fmla="*/ 9123 h 310713"/>
                <a:gd name="connsiteX11" fmla="*/ 259784 w 483817"/>
                <a:gd name="connsiteY11" fmla="*/ 1547 h 310713"/>
                <a:gd name="connsiteX12" fmla="*/ 297883 w 483817"/>
                <a:gd name="connsiteY12" fmla="*/ 16116 h 310713"/>
                <a:gd name="connsiteX13" fmla="*/ 265393 w 483817"/>
                <a:gd name="connsiteY13" fmla="*/ 83280 h 310713"/>
                <a:gd name="connsiteX14" fmla="*/ 163482 w 483817"/>
                <a:gd name="connsiteY14" fmla="*/ 147021 h 310713"/>
                <a:gd name="connsiteX15" fmla="*/ 101562 w 483817"/>
                <a:gd name="connsiteY15" fmla="*/ 149790 h 310713"/>
                <a:gd name="connsiteX16" fmla="*/ 70019 w 483817"/>
                <a:gd name="connsiteY16" fmla="*/ 195027 h 310713"/>
                <a:gd name="connsiteX17" fmla="*/ 121595 w 483817"/>
                <a:gd name="connsiteY17" fmla="*/ 219212 h 310713"/>
                <a:gd name="connsiteX18" fmla="*/ 205660 w 483817"/>
                <a:gd name="connsiteY18" fmla="*/ 213312 h 310713"/>
                <a:gd name="connsiteX19" fmla="*/ 253010 w 483817"/>
                <a:gd name="connsiteY19" fmla="*/ 192186 h 310713"/>
                <a:gd name="connsiteX20" fmla="*/ 462516 w 483817"/>
                <a:gd name="connsiteY20" fmla="*/ 132307 h 310713"/>
                <a:gd name="connsiteX21" fmla="*/ 479634 w 483817"/>
                <a:gd name="connsiteY21" fmla="*/ 119194 h 310713"/>
                <a:gd name="connsiteX22" fmla="*/ 441245 w 483817"/>
                <a:gd name="connsiteY22" fmla="*/ 210205 h 3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3817" h="310713">
                  <a:moveTo>
                    <a:pt x="441245" y="210205"/>
                  </a:moveTo>
                  <a:cubicBezTo>
                    <a:pt x="413491" y="229146"/>
                    <a:pt x="379035" y="235047"/>
                    <a:pt x="345671" y="239344"/>
                  </a:cubicBezTo>
                  <a:cubicBezTo>
                    <a:pt x="312234" y="243569"/>
                    <a:pt x="277923" y="246847"/>
                    <a:pt x="247692" y="261708"/>
                  </a:cubicBezTo>
                  <a:cubicBezTo>
                    <a:pt x="221613" y="274602"/>
                    <a:pt x="199614" y="295727"/>
                    <a:pt x="172004" y="304978"/>
                  </a:cubicBezTo>
                  <a:cubicBezTo>
                    <a:pt x="146329" y="312020"/>
                    <a:pt x="119288" y="312446"/>
                    <a:pt x="93403" y="306217"/>
                  </a:cubicBezTo>
                  <a:cubicBezTo>
                    <a:pt x="60376" y="299230"/>
                    <a:pt x="31372" y="279649"/>
                    <a:pt x="12544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6"/>
                    <a:pt x="8319" y="74321"/>
                  </a:cubicBezTo>
                  <a:cubicBezTo>
                    <a:pt x="8204" y="66260"/>
                    <a:pt x="10241" y="58314"/>
                    <a:pt x="14220" y="51301"/>
                  </a:cubicBezTo>
                  <a:cubicBezTo>
                    <a:pt x="36656" y="18593"/>
                    <a:pt x="91219" y="64996"/>
                    <a:pt x="120430" y="64924"/>
                  </a:cubicBezTo>
                  <a:cubicBezTo>
                    <a:pt x="166687" y="64851"/>
                    <a:pt x="216368" y="39792"/>
                    <a:pt x="249732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6"/>
                  </a:cubicBezTo>
                  <a:cubicBezTo>
                    <a:pt x="290170" y="39882"/>
                    <a:pt x="279238" y="62480"/>
                    <a:pt x="265393" y="83280"/>
                  </a:cubicBezTo>
                  <a:cubicBezTo>
                    <a:pt x="242759" y="118795"/>
                    <a:pt x="205320" y="142212"/>
                    <a:pt x="163482" y="147021"/>
                  </a:cubicBezTo>
                  <a:cubicBezTo>
                    <a:pt x="142793" y="148551"/>
                    <a:pt x="121595" y="144472"/>
                    <a:pt x="101562" y="149790"/>
                  </a:cubicBezTo>
                  <a:cubicBezTo>
                    <a:pt x="81602" y="155108"/>
                    <a:pt x="62953" y="175577"/>
                    <a:pt x="70019" y="195027"/>
                  </a:cubicBezTo>
                  <a:cubicBezTo>
                    <a:pt x="76939" y="213967"/>
                    <a:pt x="101417" y="218119"/>
                    <a:pt x="121595" y="219212"/>
                  </a:cubicBezTo>
                  <a:cubicBezTo>
                    <a:pt x="149859" y="220742"/>
                    <a:pt x="178852" y="222126"/>
                    <a:pt x="205660" y="213312"/>
                  </a:cubicBezTo>
                  <a:cubicBezTo>
                    <a:pt x="222051" y="207848"/>
                    <a:pt x="237056" y="198815"/>
                    <a:pt x="253010" y="192186"/>
                  </a:cubicBezTo>
                  <a:cubicBezTo>
                    <a:pt x="320830" y="164067"/>
                    <a:pt x="406497" y="179802"/>
                    <a:pt x="462516" y="132307"/>
                  </a:cubicBezTo>
                  <a:cubicBezTo>
                    <a:pt x="467830" y="127447"/>
                    <a:pt x="473558" y="123060"/>
                    <a:pt x="479634" y="119194"/>
                  </a:cubicBezTo>
                  <a:cubicBezTo>
                    <a:pt x="494301" y="149898"/>
                    <a:pt x="467251" y="192431"/>
                    <a:pt x="441245" y="210205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B523A342-2CBA-4F97-AED2-E35AF23E5BD0}"/>
                </a:ext>
              </a:extLst>
            </p:cNvPr>
            <p:cNvSpPr/>
            <p:nvPr/>
          </p:nvSpPr>
          <p:spPr>
            <a:xfrm>
              <a:off x="2767389" y="2982388"/>
              <a:ext cx="783410" cy="2077996"/>
            </a:xfrm>
            <a:custGeom>
              <a:avLst/>
              <a:gdLst>
                <a:gd name="connsiteX0" fmla="*/ 8352 w 783410"/>
                <a:gd name="connsiteY0" fmla="*/ 122376 h 2077996"/>
                <a:gd name="connsiteX1" fmla="*/ 65510 w 783410"/>
                <a:gd name="connsiteY1" fmla="*/ 430087 h 2077996"/>
                <a:gd name="connsiteX2" fmla="*/ 111968 w 783410"/>
                <a:gd name="connsiteY2" fmla="*/ 504580 h 2077996"/>
                <a:gd name="connsiteX3" fmla="*/ 130098 w 783410"/>
                <a:gd name="connsiteY3" fmla="*/ 563613 h 2077996"/>
                <a:gd name="connsiteX4" fmla="*/ 181583 w 783410"/>
                <a:gd name="connsiteY4" fmla="*/ 776720 h 2077996"/>
                <a:gd name="connsiteX5" fmla="*/ 205308 w 783410"/>
                <a:gd name="connsiteY5" fmla="*/ 951933 h 2077996"/>
                <a:gd name="connsiteX6" fmla="*/ 217383 w 783410"/>
                <a:gd name="connsiteY6" fmla="*/ 1071851 h 2077996"/>
                <a:gd name="connsiteX7" fmla="*/ 232700 w 783410"/>
                <a:gd name="connsiteY7" fmla="*/ 1092867 h 2077996"/>
                <a:gd name="connsiteX8" fmla="*/ 232952 w 783410"/>
                <a:gd name="connsiteY8" fmla="*/ 1120560 h 2077996"/>
                <a:gd name="connsiteX9" fmla="*/ 234639 w 783410"/>
                <a:gd name="connsiteY9" fmla="*/ 1586713 h 2077996"/>
                <a:gd name="connsiteX10" fmla="*/ 315977 w 783410"/>
                <a:gd name="connsiteY10" fmla="*/ 2010202 h 2077996"/>
                <a:gd name="connsiteX11" fmla="*/ 338500 w 783410"/>
                <a:gd name="connsiteY11" fmla="*/ 2057167 h 2077996"/>
                <a:gd name="connsiteX12" fmla="*/ 372270 w 783410"/>
                <a:gd name="connsiteY12" fmla="*/ 2073214 h 2077996"/>
                <a:gd name="connsiteX13" fmla="*/ 531966 w 783410"/>
                <a:gd name="connsiteY13" fmla="*/ 2047940 h 2077996"/>
                <a:gd name="connsiteX14" fmla="*/ 601698 w 783410"/>
                <a:gd name="connsiteY14" fmla="*/ 1964765 h 2077996"/>
                <a:gd name="connsiteX15" fmla="*/ 582321 w 783410"/>
                <a:gd name="connsiteY15" fmla="*/ 1913544 h 2077996"/>
                <a:gd name="connsiteX16" fmla="*/ 563101 w 783410"/>
                <a:gd name="connsiteY16" fmla="*/ 1807696 h 2077996"/>
                <a:gd name="connsiteX17" fmla="*/ 504784 w 783410"/>
                <a:gd name="connsiteY17" fmla="*/ 1542981 h 2077996"/>
                <a:gd name="connsiteX18" fmla="*/ 487319 w 783410"/>
                <a:gd name="connsiteY18" fmla="*/ 1274398 h 2077996"/>
                <a:gd name="connsiteX19" fmla="*/ 660111 w 783410"/>
                <a:gd name="connsiteY19" fmla="*/ 742829 h 2077996"/>
                <a:gd name="connsiteX20" fmla="*/ 675937 w 783410"/>
                <a:gd name="connsiteY20" fmla="*/ 719025 h 2077996"/>
                <a:gd name="connsiteX21" fmla="*/ 698339 w 783410"/>
                <a:gd name="connsiteY21" fmla="*/ 703733 h 2077996"/>
                <a:gd name="connsiteX22" fmla="*/ 708587 w 783410"/>
                <a:gd name="connsiteY22" fmla="*/ 675866 h 2077996"/>
                <a:gd name="connsiteX23" fmla="*/ 755048 w 783410"/>
                <a:gd name="connsiteY23" fmla="*/ 602438 h 2077996"/>
                <a:gd name="connsiteX24" fmla="*/ 780362 w 783410"/>
                <a:gd name="connsiteY24" fmla="*/ 386863 h 2077996"/>
                <a:gd name="connsiteX25" fmla="*/ 777525 w 783410"/>
                <a:gd name="connsiteY25" fmla="*/ 172621 h 2077996"/>
                <a:gd name="connsiteX26" fmla="*/ 657355 w 783410"/>
                <a:gd name="connsiteY26" fmla="*/ 7826 h 2077996"/>
                <a:gd name="connsiteX27" fmla="*/ 551970 w 783410"/>
                <a:gd name="connsiteY27" fmla="*/ 2848 h 2077996"/>
                <a:gd name="connsiteX28" fmla="*/ 8352 w 783410"/>
                <a:gd name="connsiteY28" fmla="*/ 122376 h 2077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3410" h="2077996">
                  <a:moveTo>
                    <a:pt x="8352" y="122376"/>
                  </a:moveTo>
                  <a:cubicBezTo>
                    <a:pt x="-13266" y="228477"/>
                    <a:pt x="7232" y="338827"/>
                    <a:pt x="65510" y="430087"/>
                  </a:cubicBezTo>
                  <a:cubicBezTo>
                    <a:pt x="81401" y="454708"/>
                    <a:pt x="100022" y="477822"/>
                    <a:pt x="111968" y="504580"/>
                  </a:cubicBezTo>
                  <a:cubicBezTo>
                    <a:pt x="119797" y="523664"/>
                    <a:pt x="125866" y="543424"/>
                    <a:pt x="130098" y="563613"/>
                  </a:cubicBezTo>
                  <a:lnTo>
                    <a:pt x="181583" y="776720"/>
                  </a:lnTo>
                  <a:cubicBezTo>
                    <a:pt x="195482" y="834250"/>
                    <a:pt x="209483" y="892894"/>
                    <a:pt x="205308" y="951933"/>
                  </a:cubicBezTo>
                  <a:cubicBezTo>
                    <a:pt x="202399" y="993070"/>
                    <a:pt x="192030" y="1039324"/>
                    <a:pt x="217383" y="1071851"/>
                  </a:cubicBezTo>
                  <a:cubicBezTo>
                    <a:pt x="223497" y="1078063"/>
                    <a:pt x="228658" y="1085145"/>
                    <a:pt x="232700" y="1092867"/>
                  </a:cubicBezTo>
                  <a:cubicBezTo>
                    <a:pt x="235227" y="1101914"/>
                    <a:pt x="235315" y="1111468"/>
                    <a:pt x="232952" y="1120560"/>
                  </a:cubicBezTo>
                  <a:cubicBezTo>
                    <a:pt x="206905" y="1275281"/>
                    <a:pt x="187588" y="1437034"/>
                    <a:pt x="234639" y="1586713"/>
                  </a:cubicBezTo>
                  <a:cubicBezTo>
                    <a:pt x="277283" y="1722375"/>
                    <a:pt x="279717" y="1872696"/>
                    <a:pt x="315977" y="2010202"/>
                  </a:cubicBezTo>
                  <a:cubicBezTo>
                    <a:pt x="320467" y="2027229"/>
                    <a:pt x="325602" y="2045178"/>
                    <a:pt x="338500" y="2057167"/>
                  </a:cubicBezTo>
                  <a:cubicBezTo>
                    <a:pt x="348193" y="2065325"/>
                    <a:pt x="359823" y="2070852"/>
                    <a:pt x="372270" y="2073214"/>
                  </a:cubicBezTo>
                  <a:cubicBezTo>
                    <a:pt x="425704" y="2085927"/>
                    <a:pt x="482130" y="2071033"/>
                    <a:pt x="531966" y="2047940"/>
                  </a:cubicBezTo>
                  <a:cubicBezTo>
                    <a:pt x="566990" y="2031711"/>
                    <a:pt x="604689" y="2003251"/>
                    <a:pt x="601698" y="1964765"/>
                  </a:cubicBezTo>
                  <a:cubicBezTo>
                    <a:pt x="600274" y="1946457"/>
                    <a:pt x="589580" y="1930412"/>
                    <a:pt x="582321" y="1913544"/>
                  </a:cubicBezTo>
                  <a:cubicBezTo>
                    <a:pt x="568086" y="1880462"/>
                    <a:pt x="566942" y="1843506"/>
                    <a:pt x="563101" y="1807696"/>
                  </a:cubicBezTo>
                  <a:cubicBezTo>
                    <a:pt x="553456" y="1717777"/>
                    <a:pt x="525735" y="1630955"/>
                    <a:pt x="504784" y="1542981"/>
                  </a:cubicBezTo>
                  <a:cubicBezTo>
                    <a:pt x="483832" y="1455007"/>
                    <a:pt x="469599" y="1363080"/>
                    <a:pt x="487319" y="1274398"/>
                  </a:cubicBezTo>
                  <a:cubicBezTo>
                    <a:pt x="523559" y="1090964"/>
                    <a:pt x="581567" y="912511"/>
                    <a:pt x="660111" y="742829"/>
                  </a:cubicBezTo>
                  <a:cubicBezTo>
                    <a:pt x="663528" y="733804"/>
                    <a:pt x="668938" y="725667"/>
                    <a:pt x="675937" y="719025"/>
                  </a:cubicBezTo>
                  <a:cubicBezTo>
                    <a:pt x="683815" y="714557"/>
                    <a:pt x="691308" y="709442"/>
                    <a:pt x="698339" y="703733"/>
                  </a:cubicBezTo>
                  <a:cubicBezTo>
                    <a:pt x="703778" y="695319"/>
                    <a:pt x="707278" y="685800"/>
                    <a:pt x="708587" y="675866"/>
                  </a:cubicBezTo>
                  <a:cubicBezTo>
                    <a:pt x="716380" y="647799"/>
                    <a:pt x="739529" y="627090"/>
                    <a:pt x="755048" y="602438"/>
                  </a:cubicBezTo>
                  <a:cubicBezTo>
                    <a:pt x="794231" y="540191"/>
                    <a:pt x="781814" y="460401"/>
                    <a:pt x="780362" y="386863"/>
                  </a:cubicBezTo>
                  <a:cubicBezTo>
                    <a:pt x="778951" y="315349"/>
                    <a:pt x="789248" y="243181"/>
                    <a:pt x="777525" y="172621"/>
                  </a:cubicBezTo>
                  <a:cubicBezTo>
                    <a:pt x="765802" y="102061"/>
                    <a:pt x="725379" y="29935"/>
                    <a:pt x="657355" y="7826"/>
                  </a:cubicBezTo>
                  <a:cubicBezTo>
                    <a:pt x="623658" y="-3126"/>
                    <a:pt x="587229" y="-642"/>
                    <a:pt x="551970" y="2848"/>
                  </a:cubicBezTo>
                  <a:cubicBezTo>
                    <a:pt x="365171" y="21338"/>
                    <a:pt x="183659" y="55270"/>
                    <a:pt x="8352" y="122376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62C9167D-DEBB-4066-868A-97EA2CDB6AB7}"/>
                </a:ext>
              </a:extLst>
            </p:cNvPr>
            <p:cNvSpPr/>
            <p:nvPr/>
          </p:nvSpPr>
          <p:spPr>
            <a:xfrm>
              <a:off x="2767389" y="2982388"/>
              <a:ext cx="783410" cy="2077996"/>
            </a:xfrm>
            <a:custGeom>
              <a:avLst/>
              <a:gdLst>
                <a:gd name="connsiteX0" fmla="*/ 8352 w 783410"/>
                <a:gd name="connsiteY0" fmla="*/ 122376 h 2077996"/>
                <a:gd name="connsiteX1" fmla="*/ 65510 w 783410"/>
                <a:gd name="connsiteY1" fmla="*/ 430087 h 2077996"/>
                <a:gd name="connsiteX2" fmla="*/ 111968 w 783410"/>
                <a:gd name="connsiteY2" fmla="*/ 504580 h 2077996"/>
                <a:gd name="connsiteX3" fmla="*/ 130098 w 783410"/>
                <a:gd name="connsiteY3" fmla="*/ 563613 h 2077996"/>
                <a:gd name="connsiteX4" fmla="*/ 181583 w 783410"/>
                <a:gd name="connsiteY4" fmla="*/ 776720 h 2077996"/>
                <a:gd name="connsiteX5" fmla="*/ 205308 w 783410"/>
                <a:gd name="connsiteY5" fmla="*/ 951933 h 2077996"/>
                <a:gd name="connsiteX6" fmla="*/ 217383 w 783410"/>
                <a:gd name="connsiteY6" fmla="*/ 1071851 h 2077996"/>
                <a:gd name="connsiteX7" fmla="*/ 232700 w 783410"/>
                <a:gd name="connsiteY7" fmla="*/ 1092867 h 2077996"/>
                <a:gd name="connsiteX8" fmla="*/ 232952 w 783410"/>
                <a:gd name="connsiteY8" fmla="*/ 1120560 h 2077996"/>
                <a:gd name="connsiteX9" fmla="*/ 234639 w 783410"/>
                <a:gd name="connsiteY9" fmla="*/ 1586713 h 2077996"/>
                <a:gd name="connsiteX10" fmla="*/ 315977 w 783410"/>
                <a:gd name="connsiteY10" fmla="*/ 2010202 h 2077996"/>
                <a:gd name="connsiteX11" fmla="*/ 338500 w 783410"/>
                <a:gd name="connsiteY11" fmla="*/ 2057167 h 2077996"/>
                <a:gd name="connsiteX12" fmla="*/ 372270 w 783410"/>
                <a:gd name="connsiteY12" fmla="*/ 2073214 h 2077996"/>
                <a:gd name="connsiteX13" fmla="*/ 531966 w 783410"/>
                <a:gd name="connsiteY13" fmla="*/ 2047940 h 2077996"/>
                <a:gd name="connsiteX14" fmla="*/ 601698 w 783410"/>
                <a:gd name="connsiteY14" fmla="*/ 1964765 h 2077996"/>
                <a:gd name="connsiteX15" fmla="*/ 582321 w 783410"/>
                <a:gd name="connsiteY15" fmla="*/ 1913544 h 2077996"/>
                <a:gd name="connsiteX16" fmla="*/ 563101 w 783410"/>
                <a:gd name="connsiteY16" fmla="*/ 1807696 h 2077996"/>
                <a:gd name="connsiteX17" fmla="*/ 504784 w 783410"/>
                <a:gd name="connsiteY17" fmla="*/ 1542981 h 2077996"/>
                <a:gd name="connsiteX18" fmla="*/ 487319 w 783410"/>
                <a:gd name="connsiteY18" fmla="*/ 1274398 h 2077996"/>
                <a:gd name="connsiteX19" fmla="*/ 660111 w 783410"/>
                <a:gd name="connsiteY19" fmla="*/ 742829 h 2077996"/>
                <a:gd name="connsiteX20" fmla="*/ 675937 w 783410"/>
                <a:gd name="connsiteY20" fmla="*/ 719025 h 2077996"/>
                <a:gd name="connsiteX21" fmla="*/ 698339 w 783410"/>
                <a:gd name="connsiteY21" fmla="*/ 703733 h 2077996"/>
                <a:gd name="connsiteX22" fmla="*/ 708587 w 783410"/>
                <a:gd name="connsiteY22" fmla="*/ 675866 h 2077996"/>
                <a:gd name="connsiteX23" fmla="*/ 755048 w 783410"/>
                <a:gd name="connsiteY23" fmla="*/ 602438 h 2077996"/>
                <a:gd name="connsiteX24" fmla="*/ 780362 w 783410"/>
                <a:gd name="connsiteY24" fmla="*/ 386863 h 2077996"/>
                <a:gd name="connsiteX25" fmla="*/ 777525 w 783410"/>
                <a:gd name="connsiteY25" fmla="*/ 172621 h 2077996"/>
                <a:gd name="connsiteX26" fmla="*/ 657355 w 783410"/>
                <a:gd name="connsiteY26" fmla="*/ 7826 h 2077996"/>
                <a:gd name="connsiteX27" fmla="*/ 551970 w 783410"/>
                <a:gd name="connsiteY27" fmla="*/ 2848 h 2077996"/>
                <a:gd name="connsiteX28" fmla="*/ 8352 w 783410"/>
                <a:gd name="connsiteY28" fmla="*/ 122376 h 2077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3410" h="2077996">
                  <a:moveTo>
                    <a:pt x="8352" y="122376"/>
                  </a:moveTo>
                  <a:cubicBezTo>
                    <a:pt x="-13266" y="228477"/>
                    <a:pt x="7232" y="338827"/>
                    <a:pt x="65510" y="430087"/>
                  </a:cubicBezTo>
                  <a:cubicBezTo>
                    <a:pt x="81401" y="454708"/>
                    <a:pt x="100022" y="477822"/>
                    <a:pt x="111968" y="504580"/>
                  </a:cubicBezTo>
                  <a:cubicBezTo>
                    <a:pt x="119797" y="523664"/>
                    <a:pt x="125866" y="543424"/>
                    <a:pt x="130098" y="563613"/>
                  </a:cubicBezTo>
                  <a:lnTo>
                    <a:pt x="181583" y="776720"/>
                  </a:lnTo>
                  <a:cubicBezTo>
                    <a:pt x="195482" y="834250"/>
                    <a:pt x="209483" y="892894"/>
                    <a:pt x="205308" y="951933"/>
                  </a:cubicBezTo>
                  <a:cubicBezTo>
                    <a:pt x="202399" y="993070"/>
                    <a:pt x="192030" y="1039324"/>
                    <a:pt x="217383" y="1071851"/>
                  </a:cubicBezTo>
                  <a:cubicBezTo>
                    <a:pt x="223497" y="1078063"/>
                    <a:pt x="228658" y="1085145"/>
                    <a:pt x="232700" y="1092867"/>
                  </a:cubicBezTo>
                  <a:cubicBezTo>
                    <a:pt x="235227" y="1101914"/>
                    <a:pt x="235315" y="1111468"/>
                    <a:pt x="232952" y="1120560"/>
                  </a:cubicBezTo>
                  <a:cubicBezTo>
                    <a:pt x="206905" y="1275281"/>
                    <a:pt x="187588" y="1437034"/>
                    <a:pt x="234639" y="1586713"/>
                  </a:cubicBezTo>
                  <a:cubicBezTo>
                    <a:pt x="277283" y="1722375"/>
                    <a:pt x="279717" y="1872696"/>
                    <a:pt x="315977" y="2010202"/>
                  </a:cubicBezTo>
                  <a:cubicBezTo>
                    <a:pt x="320467" y="2027229"/>
                    <a:pt x="325602" y="2045178"/>
                    <a:pt x="338500" y="2057167"/>
                  </a:cubicBezTo>
                  <a:cubicBezTo>
                    <a:pt x="348193" y="2065325"/>
                    <a:pt x="359823" y="2070852"/>
                    <a:pt x="372270" y="2073214"/>
                  </a:cubicBezTo>
                  <a:cubicBezTo>
                    <a:pt x="425704" y="2085927"/>
                    <a:pt x="482130" y="2071033"/>
                    <a:pt x="531966" y="2047940"/>
                  </a:cubicBezTo>
                  <a:cubicBezTo>
                    <a:pt x="566990" y="2031711"/>
                    <a:pt x="604689" y="2003251"/>
                    <a:pt x="601698" y="1964765"/>
                  </a:cubicBezTo>
                  <a:cubicBezTo>
                    <a:pt x="600274" y="1946457"/>
                    <a:pt x="589580" y="1930412"/>
                    <a:pt x="582321" y="1913544"/>
                  </a:cubicBezTo>
                  <a:cubicBezTo>
                    <a:pt x="568086" y="1880462"/>
                    <a:pt x="566942" y="1843506"/>
                    <a:pt x="563101" y="1807696"/>
                  </a:cubicBezTo>
                  <a:cubicBezTo>
                    <a:pt x="553456" y="1717777"/>
                    <a:pt x="525735" y="1630955"/>
                    <a:pt x="504784" y="1542981"/>
                  </a:cubicBezTo>
                  <a:cubicBezTo>
                    <a:pt x="483832" y="1455007"/>
                    <a:pt x="469599" y="1363080"/>
                    <a:pt x="487319" y="1274398"/>
                  </a:cubicBezTo>
                  <a:cubicBezTo>
                    <a:pt x="523559" y="1090964"/>
                    <a:pt x="581567" y="912511"/>
                    <a:pt x="660111" y="742829"/>
                  </a:cubicBezTo>
                  <a:cubicBezTo>
                    <a:pt x="663528" y="733804"/>
                    <a:pt x="668938" y="725667"/>
                    <a:pt x="675937" y="719025"/>
                  </a:cubicBezTo>
                  <a:cubicBezTo>
                    <a:pt x="683815" y="714557"/>
                    <a:pt x="691308" y="709442"/>
                    <a:pt x="698339" y="703733"/>
                  </a:cubicBezTo>
                  <a:cubicBezTo>
                    <a:pt x="703778" y="695319"/>
                    <a:pt x="707278" y="685800"/>
                    <a:pt x="708587" y="675866"/>
                  </a:cubicBezTo>
                  <a:cubicBezTo>
                    <a:pt x="716380" y="647799"/>
                    <a:pt x="739529" y="627090"/>
                    <a:pt x="755048" y="602438"/>
                  </a:cubicBezTo>
                  <a:cubicBezTo>
                    <a:pt x="794231" y="540191"/>
                    <a:pt x="781814" y="460401"/>
                    <a:pt x="780362" y="386863"/>
                  </a:cubicBezTo>
                  <a:cubicBezTo>
                    <a:pt x="778951" y="315349"/>
                    <a:pt x="789248" y="243181"/>
                    <a:pt x="777525" y="172621"/>
                  </a:cubicBezTo>
                  <a:cubicBezTo>
                    <a:pt x="765802" y="102061"/>
                    <a:pt x="725379" y="29935"/>
                    <a:pt x="657355" y="7826"/>
                  </a:cubicBezTo>
                  <a:cubicBezTo>
                    <a:pt x="623658" y="-3126"/>
                    <a:pt x="587229" y="-642"/>
                    <a:pt x="551970" y="2848"/>
                  </a:cubicBezTo>
                  <a:cubicBezTo>
                    <a:pt x="365171" y="21338"/>
                    <a:pt x="183659" y="55270"/>
                    <a:pt x="8352" y="12237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0085E126-45D3-414E-8D01-5EFC1E6ED936}"/>
                </a:ext>
              </a:extLst>
            </p:cNvPr>
            <p:cNvSpPr/>
            <p:nvPr/>
          </p:nvSpPr>
          <p:spPr>
            <a:xfrm>
              <a:off x="2745182" y="3016810"/>
              <a:ext cx="819579" cy="2248079"/>
            </a:xfrm>
            <a:custGeom>
              <a:avLst/>
              <a:gdLst>
                <a:gd name="connsiteX0" fmla="*/ 791393 w 819579"/>
                <a:gd name="connsiteY0" fmla="*/ 536471 h 2248079"/>
                <a:gd name="connsiteX1" fmla="*/ 781995 w 819579"/>
                <a:gd name="connsiteY1" fmla="*/ 619152 h 2248079"/>
                <a:gd name="connsiteX2" fmla="*/ 676732 w 819579"/>
                <a:gd name="connsiteY2" fmla="*/ 1171983 h 2248079"/>
                <a:gd name="connsiteX3" fmla="*/ 665951 w 819579"/>
                <a:gd name="connsiteY3" fmla="*/ 1219552 h 2248079"/>
                <a:gd name="connsiteX4" fmla="*/ 594635 w 819579"/>
                <a:gd name="connsiteY4" fmla="*/ 1359854 h 2248079"/>
                <a:gd name="connsiteX5" fmla="*/ 341784 w 819579"/>
                <a:gd name="connsiteY5" fmla="*/ 2067629 h 2248079"/>
                <a:gd name="connsiteX6" fmla="*/ 324374 w 819579"/>
                <a:gd name="connsiteY6" fmla="*/ 2114833 h 2248079"/>
                <a:gd name="connsiteX7" fmla="*/ 272434 w 819579"/>
                <a:gd name="connsiteY7" fmla="*/ 2230732 h 2248079"/>
                <a:gd name="connsiteX8" fmla="*/ 261726 w 819579"/>
                <a:gd name="connsiteY8" fmla="*/ 2244572 h 2248079"/>
                <a:gd name="connsiteX9" fmla="*/ 244826 w 819579"/>
                <a:gd name="connsiteY9" fmla="*/ 2247851 h 2248079"/>
                <a:gd name="connsiteX10" fmla="*/ 26068 w 819579"/>
                <a:gd name="connsiteY10" fmla="*/ 2198097 h 2248079"/>
                <a:gd name="connsiteX11" fmla="*/ 2831 w 819579"/>
                <a:gd name="connsiteY11" fmla="*/ 2178793 h 2248079"/>
                <a:gd name="connsiteX12" fmla="*/ 354 w 819579"/>
                <a:gd name="connsiteY12" fmla="*/ 2156574 h 2248079"/>
                <a:gd name="connsiteX13" fmla="*/ 27598 w 819579"/>
                <a:gd name="connsiteY13" fmla="*/ 2021736 h 2248079"/>
                <a:gd name="connsiteX14" fmla="*/ 81504 w 819579"/>
                <a:gd name="connsiteY14" fmla="*/ 1956392 h 2248079"/>
                <a:gd name="connsiteX15" fmla="*/ 134317 w 819579"/>
                <a:gd name="connsiteY15" fmla="*/ 1523976 h 2248079"/>
                <a:gd name="connsiteX16" fmla="*/ 213064 w 819579"/>
                <a:gd name="connsiteY16" fmla="*/ 1316947 h 2248079"/>
                <a:gd name="connsiteX17" fmla="*/ 283143 w 819579"/>
                <a:gd name="connsiteY17" fmla="*/ 1172493 h 2248079"/>
                <a:gd name="connsiteX18" fmla="*/ 290209 w 819579"/>
                <a:gd name="connsiteY18" fmla="*/ 1104600 h 2248079"/>
                <a:gd name="connsiteX19" fmla="*/ 317088 w 819579"/>
                <a:gd name="connsiteY19" fmla="*/ 1088792 h 2248079"/>
                <a:gd name="connsiteX20" fmla="*/ 320876 w 819579"/>
                <a:gd name="connsiteY20" fmla="*/ 1075243 h 2248079"/>
                <a:gd name="connsiteX21" fmla="*/ 313957 w 819579"/>
                <a:gd name="connsiteY21" fmla="*/ 963278 h 2248079"/>
                <a:gd name="connsiteX22" fmla="*/ 297274 w 819579"/>
                <a:gd name="connsiteY22" fmla="*/ 890286 h 2248079"/>
                <a:gd name="connsiteX23" fmla="*/ 315632 w 819579"/>
                <a:gd name="connsiteY23" fmla="*/ 819771 h 2248079"/>
                <a:gd name="connsiteX24" fmla="*/ 316287 w 819579"/>
                <a:gd name="connsiteY24" fmla="*/ 668469 h 2248079"/>
                <a:gd name="connsiteX25" fmla="*/ 309293 w 819579"/>
                <a:gd name="connsiteY25" fmla="*/ 583967 h 2248079"/>
                <a:gd name="connsiteX26" fmla="*/ 296837 w 819579"/>
                <a:gd name="connsiteY26" fmla="*/ 545140 h 2248079"/>
                <a:gd name="connsiteX27" fmla="*/ 281467 w 819579"/>
                <a:gd name="connsiteY27" fmla="*/ 401997 h 2248079"/>
                <a:gd name="connsiteX28" fmla="*/ 231786 w 819579"/>
                <a:gd name="connsiteY28" fmla="*/ 367030 h 2248079"/>
                <a:gd name="connsiteX29" fmla="*/ 163601 w 819579"/>
                <a:gd name="connsiteY29" fmla="*/ 268979 h 2248079"/>
                <a:gd name="connsiteX30" fmla="*/ 144297 w 819579"/>
                <a:gd name="connsiteY30" fmla="*/ 148929 h 2248079"/>
                <a:gd name="connsiteX31" fmla="*/ 144005 w 819579"/>
                <a:gd name="connsiteY31" fmla="*/ 122995 h 2248079"/>
                <a:gd name="connsiteX32" fmla="*/ 147502 w 819579"/>
                <a:gd name="connsiteY32" fmla="*/ 110029 h 2248079"/>
                <a:gd name="connsiteX33" fmla="*/ 205998 w 819579"/>
                <a:gd name="connsiteY33" fmla="*/ 74480 h 2248079"/>
                <a:gd name="connsiteX34" fmla="*/ 652692 w 819579"/>
                <a:gd name="connsiteY34" fmla="*/ 22249 h 2248079"/>
                <a:gd name="connsiteX35" fmla="*/ 763272 w 819579"/>
                <a:gd name="connsiteY35" fmla="*/ 38057 h 2248079"/>
                <a:gd name="connsiteX36" fmla="*/ 794743 w 819579"/>
                <a:gd name="connsiteY36" fmla="*/ 114910 h 2248079"/>
                <a:gd name="connsiteX37" fmla="*/ 816669 w 819579"/>
                <a:gd name="connsiteY37" fmla="*/ 362441 h 2248079"/>
                <a:gd name="connsiteX38" fmla="*/ 791393 w 819579"/>
                <a:gd name="connsiteY38" fmla="*/ 536471 h 224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819579" h="2248079">
                  <a:moveTo>
                    <a:pt x="791393" y="536471"/>
                  </a:moveTo>
                  <a:cubicBezTo>
                    <a:pt x="790840" y="564264"/>
                    <a:pt x="787694" y="591944"/>
                    <a:pt x="781995" y="619152"/>
                  </a:cubicBezTo>
                  <a:cubicBezTo>
                    <a:pt x="749069" y="803818"/>
                    <a:pt x="713981" y="988095"/>
                    <a:pt x="676732" y="1171983"/>
                  </a:cubicBezTo>
                  <a:cubicBezTo>
                    <a:pt x="673454" y="1187936"/>
                    <a:pt x="670249" y="1203890"/>
                    <a:pt x="665951" y="1219552"/>
                  </a:cubicBezTo>
                  <a:cubicBezTo>
                    <a:pt x="652073" y="1270723"/>
                    <a:pt x="627796" y="1318484"/>
                    <a:pt x="594635" y="1359854"/>
                  </a:cubicBezTo>
                  <a:cubicBezTo>
                    <a:pt x="439399" y="1553334"/>
                    <a:pt x="425994" y="1834302"/>
                    <a:pt x="341784" y="2067629"/>
                  </a:cubicBezTo>
                  <a:cubicBezTo>
                    <a:pt x="336103" y="2083436"/>
                    <a:pt x="330421" y="2099244"/>
                    <a:pt x="324374" y="2114833"/>
                  </a:cubicBezTo>
                  <a:cubicBezTo>
                    <a:pt x="309156" y="2154372"/>
                    <a:pt x="291817" y="2193060"/>
                    <a:pt x="272434" y="2230732"/>
                  </a:cubicBezTo>
                  <a:cubicBezTo>
                    <a:pt x="270170" y="2236222"/>
                    <a:pt x="266472" y="2241002"/>
                    <a:pt x="261726" y="2244572"/>
                  </a:cubicBezTo>
                  <a:cubicBezTo>
                    <a:pt x="256502" y="2247200"/>
                    <a:pt x="250654" y="2248335"/>
                    <a:pt x="244826" y="2247851"/>
                  </a:cubicBezTo>
                  <a:cubicBezTo>
                    <a:pt x="169053" y="2248286"/>
                    <a:pt x="94198" y="2231262"/>
                    <a:pt x="26068" y="2198097"/>
                  </a:cubicBezTo>
                  <a:cubicBezTo>
                    <a:pt x="16342" y="2194510"/>
                    <a:pt x="8140" y="2187697"/>
                    <a:pt x="2831" y="2178793"/>
                  </a:cubicBezTo>
                  <a:cubicBezTo>
                    <a:pt x="218" y="2171697"/>
                    <a:pt x="-632" y="2164071"/>
                    <a:pt x="354" y="2156574"/>
                  </a:cubicBezTo>
                  <a:cubicBezTo>
                    <a:pt x="2685" y="2110317"/>
                    <a:pt x="5525" y="2062384"/>
                    <a:pt x="27598" y="2021736"/>
                  </a:cubicBezTo>
                  <a:cubicBezTo>
                    <a:pt x="42245" y="1997415"/>
                    <a:pt x="60410" y="1975395"/>
                    <a:pt x="81504" y="1956392"/>
                  </a:cubicBezTo>
                  <a:cubicBezTo>
                    <a:pt x="88060" y="1811210"/>
                    <a:pt x="102411" y="1665736"/>
                    <a:pt x="134317" y="1523976"/>
                  </a:cubicBezTo>
                  <a:cubicBezTo>
                    <a:pt x="150708" y="1451494"/>
                    <a:pt x="170959" y="1378211"/>
                    <a:pt x="213064" y="1316947"/>
                  </a:cubicBezTo>
                  <a:cubicBezTo>
                    <a:pt x="244097" y="1271710"/>
                    <a:pt x="288607" y="1227055"/>
                    <a:pt x="283143" y="1172493"/>
                  </a:cubicBezTo>
                  <a:cubicBezTo>
                    <a:pt x="280739" y="1148526"/>
                    <a:pt x="270686" y="1118659"/>
                    <a:pt x="290209" y="1104600"/>
                  </a:cubicBezTo>
                  <a:cubicBezTo>
                    <a:pt x="298731" y="1098409"/>
                    <a:pt x="311334" y="1097607"/>
                    <a:pt x="317088" y="1088792"/>
                  </a:cubicBezTo>
                  <a:cubicBezTo>
                    <a:pt x="319407" y="1084640"/>
                    <a:pt x="320706" y="1079996"/>
                    <a:pt x="320876" y="1075243"/>
                  </a:cubicBezTo>
                  <a:cubicBezTo>
                    <a:pt x="324888" y="1037798"/>
                    <a:pt x="322548" y="999944"/>
                    <a:pt x="313957" y="963278"/>
                  </a:cubicBezTo>
                  <a:cubicBezTo>
                    <a:pt x="306858" y="939325"/>
                    <a:pt x="301286" y="914945"/>
                    <a:pt x="297274" y="890286"/>
                  </a:cubicBezTo>
                  <a:cubicBezTo>
                    <a:pt x="294797" y="865372"/>
                    <a:pt x="299023" y="838420"/>
                    <a:pt x="315632" y="819771"/>
                  </a:cubicBezTo>
                  <a:cubicBezTo>
                    <a:pt x="316651" y="769944"/>
                    <a:pt x="315267" y="718223"/>
                    <a:pt x="316287" y="668469"/>
                  </a:cubicBezTo>
                  <a:cubicBezTo>
                    <a:pt x="318250" y="640110"/>
                    <a:pt x="315892" y="611618"/>
                    <a:pt x="309293" y="583967"/>
                  </a:cubicBezTo>
                  <a:cubicBezTo>
                    <a:pt x="305506" y="570927"/>
                    <a:pt x="299751" y="558471"/>
                    <a:pt x="296837" y="545140"/>
                  </a:cubicBezTo>
                  <a:cubicBezTo>
                    <a:pt x="286420" y="497280"/>
                    <a:pt x="312427" y="439950"/>
                    <a:pt x="281467" y="401997"/>
                  </a:cubicBezTo>
                  <a:cubicBezTo>
                    <a:pt x="268573" y="386262"/>
                    <a:pt x="248687" y="378395"/>
                    <a:pt x="231786" y="367030"/>
                  </a:cubicBezTo>
                  <a:cubicBezTo>
                    <a:pt x="198058" y="344521"/>
                    <a:pt x="175912" y="307661"/>
                    <a:pt x="163601" y="268979"/>
                  </a:cubicBezTo>
                  <a:cubicBezTo>
                    <a:pt x="152677" y="229815"/>
                    <a:pt x="146201" y="189544"/>
                    <a:pt x="144297" y="148929"/>
                  </a:cubicBezTo>
                  <a:cubicBezTo>
                    <a:pt x="143290" y="140318"/>
                    <a:pt x="143193" y="131626"/>
                    <a:pt x="144005" y="122995"/>
                  </a:cubicBezTo>
                  <a:cubicBezTo>
                    <a:pt x="144551" y="118529"/>
                    <a:pt x="145728" y="114164"/>
                    <a:pt x="147502" y="110029"/>
                  </a:cubicBezTo>
                  <a:cubicBezTo>
                    <a:pt x="157118" y="88393"/>
                    <a:pt x="182979" y="80015"/>
                    <a:pt x="205998" y="74480"/>
                  </a:cubicBezTo>
                  <a:cubicBezTo>
                    <a:pt x="352294" y="39393"/>
                    <a:pt x="502248" y="21859"/>
                    <a:pt x="652692" y="22249"/>
                  </a:cubicBezTo>
                  <a:cubicBezTo>
                    <a:pt x="708346" y="-15631"/>
                    <a:pt x="739670" y="-2082"/>
                    <a:pt x="763272" y="38057"/>
                  </a:cubicBezTo>
                  <a:cubicBezTo>
                    <a:pt x="776307" y="62557"/>
                    <a:pt x="786850" y="88304"/>
                    <a:pt x="794743" y="114910"/>
                  </a:cubicBezTo>
                  <a:cubicBezTo>
                    <a:pt x="805524" y="147472"/>
                    <a:pt x="806179" y="329733"/>
                    <a:pt x="816669" y="362441"/>
                  </a:cubicBezTo>
                  <a:cubicBezTo>
                    <a:pt x="830292" y="404984"/>
                    <a:pt x="790883" y="491816"/>
                    <a:pt x="791393" y="536471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4EC7C894-7091-406D-818E-329CEEF876A1}"/>
                </a:ext>
              </a:extLst>
            </p:cNvPr>
            <p:cNvSpPr/>
            <p:nvPr/>
          </p:nvSpPr>
          <p:spPr>
            <a:xfrm>
              <a:off x="2525307" y="1835495"/>
              <a:ext cx="376115" cy="1193453"/>
            </a:xfrm>
            <a:custGeom>
              <a:avLst/>
              <a:gdLst>
                <a:gd name="connsiteX0" fmla="*/ 5009 w 376115"/>
                <a:gd name="connsiteY0" fmla="*/ 59208 h 1193453"/>
                <a:gd name="connsiteX1" fmla="*/ 16187 w 376115"/>
                <a:gd name="connsiteY1" fmla="*/ 145003 h 1193453"/>
                <a:gd name="connsiteX2" fmla="*/ 4868 w 376115"/>
                <a:gd name="connsiteY2" fmla="*/ 219869 h 1193453"/>
                <a:gd name="connsiteX3" fmla="*/ 56556 w 376115"/>
                <a:gd name="connsiteY3" fmla="*/ 507773 h 1193453"/>
                <a:gd name="connsiteX4" fmla="*/ 68827 w 376115"/>
                <a:gd name="connsiteY4" fmla="*/ 555123 h 1193453"/>
                <a:gd name="connsiteX5" fmla="*/ 47653 w 376115"/>
                <a:gd name="connsiteY5" fmla="*/ 642655 h 1193453"/>
                <a:gd name="connsiteX6" fmla="*/ 84774 w 376115"/>
                <a:gd name="connsiteY6" fmla="*/ 827442 h 1193453"/>
                <a:gd name="connsiteX7" fmla="*/ 83326 w 376115"/>
                <a:gd name="connsiteY7" fmla="*/ 914547 h 1193453"/>
                <a:gd name="connsiteX8" fmla="*/ 108313 w 376115"/>
                <a:gd name="connsiteY8" fmla="*/ 967186 h 1193453"/>
                <a:gd name="connsiteX9" fmla="*/ 141200 w 376115"/>
                <a:gd name="connsiteY9" fmla="*/ 1065185 h 1193453"/>
                <a:gd name="connsiteX10" fmla="*/ 273728 w 376115"/>
                <a:gd name="connsiteY10" fmla="*/ 1193333 h 1193453"/>
                <a:gd name="connsiteX11" fmla="*/ 351803 w 376115"/>
                <a:gd name="connsiteY11" fmla="*/ 1144973 h 1193453"/>
                <a:gd name="connsiteX12" fmla="*/ 365431 w 376115"/>
                <a:gd name="connsiteY12" fmla="*/ 1102565 h 1193453"/>
                <a:gd name="connsiteX13" fmla="*/ 375899 w 376115"/>
                <a:gd name="connsiteY13" fmla="*/ 905799 h 1193453"/>
                <a:gd name="connsiteX14" fmla="*/ 366896 w 376115"/>
                <a:gd name="connsiteY14" fmla="*/ 736426 h 1193453"/>
                <a:gd name="connsiteX15" fmla="*/ 316536 w 376115"/>
                <a:gd name="connsiteY15" fmla="*/ 525764 h 1193453"/>
                <a:gd name="connsiteX16" fmla="*/ 252131 w 376115"/>
                <a:gd name="connsiteY16" fmla="*/ 260461 h 1193453"/>
                <a:gd name="connsiteX17" fmla="*/ 131615 w 376115"/>
                <a:gd name="connsiteY17" fmla="*/ 54389 h 1193453"/>
                <a:gd name="connsiteX18" fmla="*/ 64611 w 376115"/>
                <a:gd name="connsiteY18" fmla="*/ 489 h 1193453"/>
                <a:gd name="connsiteX19" fmla="*/ 5010 w 376115"/>
                <a:gd name="connsiteY19" fmla="*/ 59208 h 1193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6115" h="1193453">
                  <a:moveTo>
                    <a:pt x="5009" y="59208"/>
                  </a:moveTo>
                  <a:cubicBezTo>
                    <a:pt x="874" y="87886"/>
                    <a:pt x="14663" y="116069"/>
                    <a:pt x="16187" y="145003"/>
                  </a:cubicBezTo>
                  <a:cubicBezTo>
                    <a:pt x="17519" y="170284"/>
                    <a:pt x="9472" y="194976"/>
                    <a:pt x="4868" y="219869"/>
                  </a:cubicBezTo>
                  <a:cubicBezTo>
                    <a:pt x="-13100" y="317022"/>
                    <a:pt x="21423" y="415431"/>
                    <a:pt x="56556" y="507773"/>
                  </a:cubicBezTo>
                  <a:cubicBezTo>
                    <a:pt x="63237" y="522769"/>
                    <a:pt x="67384" y="538769"/>
                    <a:pt x="68827" y="555123"/>
                  </a:cubicBezTo>
                  <a:cubicBezTo>
                    <a:pt x="69766" y="585263"/>
                    <a:pt x="52407" y="612878"/>
                    <a:pt x="47653" y="642655"/>
                  </a:cubicBezTo>
                  <a:cubicBezTo>
                    <a:pt x="37663" y="705227"/>
                    <a:pt x="83818" y="764085"/>
                    <a:pt x="84774" y="827442"/>
                  </a:cubicBezTo>
                  <a:cubicBezTo>
                    <a:pt x="85215" y="856612"/>
                    <a:pt x="76028" y="886301"/>
                    <a:pt x="83326" y="914547"/>
                  </a:cubicBezTo>
                  <a:cubicBezTo>
                    <a:pt x="88196" y="933398"/>
                    <a:pt x="99963" y="949597"/>
                    <a:pt x="108313" y="967186"/>
                  </a:cubicBezTo>
                  <a:cubicBezTo>
                    <a:pt x="123108" y="998350"/>
                    <a:pt x="127078" y="1033709"/>
                    <a:pt x="141200" y="1065185"/>
                  </a:cubicBezTo>
                  <a:cubicBezTo>
                    <a:pt x="166721" y="1122068"/>
                    <a:pt x="221549" y="1159210"/>
                    <a:pt x="273728" y="1193333"/>
                  </a:cubicBezTo>
                  <a:cubicBezTo>
                    <a:pt x="303413" y="1183437"/>
                    <a:pt x="335507" y="1171687"/>
                    <a:pt x="351803" y="1144973"/>
                  </a:cubicBezTo>
                  <a:cubicBezTo>
                    <a:pt x="358957" y="1131813"/>
                    <a:pt x="363579" y="1117428"/>
                    <a:pt x="365431" y="1102565"/>
                  </a:cubicBezTo>
                  <a:cubicBezTo>
                    <a:pt x="376714" y="1037765"/>
                    <a:pt x="376322" y="971572"/>
                    <a:pt x="375899" y="905799"/>
                  </a:cubicBezTo>
                  <a:cubicBezTo>
                    <a:pt x="376853" y="849200"/>
                    <a:pt x="373844" y="792604"/>
                    <a:pt x="366896" y="736426"/>
                  </a:cubicBezTo>
                  <a:cubicBezTo>
                    <a:pt x="356356" y="664963"/>
                    <a:pt x="333170" y="596059"/>
                    <a:pt x="316536" y="525764"/>
                  </a:cubicBezTo>
                  <a:cubicBezTo>
                    <a:pt x="295556" y="437107"/>
                    <a:pt x="284806" y="345506"/>
                    <a:pt x="252131" y="260461"/>
                  </a:cubicBezTo>
                  <a:cubicBezTo>
                    <a:pt x="223417" y="185727"/>
                    <a:pt x="178691" y="118644"/>
                    <a:pt x="131615" y="54389"/>
                  </a:cubicBezTo>
                  <a:cubicBezTo>
                    <a:pt x="113653" y="29873"/>
                    <a:pt x="99473" y="-5172"/>
                    <a:pt x="64611" y="489"/>
                  </a:cubicBezTo>
                  <a:cubicBezTo>
                    <a:pt x="34399" y="5632"/>
                    <a:pt x="10603" y="29076"/>
                    <a:pt x="5010" y="59208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3C98CC7B-A293-4525-8618-04BBA3BBD3F6}"/>
                </a:ext>
              </a:extLst>
            </p:cNvPr>
            <p:cNvSpPr/>
            <p:nvPr/>
          </p:nvSpPr>
          <p:spPr>
            <a:xfrm>
              <a:off x="2525307" y="1835495"/>
              <a:ext cx="376115" cy="1193453"/>
            </a:xfrm>
            <a:custGeom>
              <a:avLst/>
              <a:gdLst>
                <a:gd name="connsiteX0" fmla="*/ 5009 w 376115"/>
                <a:gd name="connsiteY0" fmla="*/ 59208 h 1193453"/>
                <a:gd name="connsiteX1" fmla="*/ 16187 w 376115"/>
                <a:gd name="connsiteY1" fmla="*/ 145003 h 1193453"/>
                <a:gd name="connsiteX2" fmla="*/ 4868 w 376115"/>
                <a:gd name="connsiteY2" fmla="*/ 219869 h 1193453"/>
                <a:gd name="connsiteX3" fmla="*/ 56556 w 376115"/>
                <a:gd name="connsiteY3" fmla="*/ 507773 h 1193453"/>
                <a:gd name="connsiteX4" fmla="*/ 68827 w 376115"/>
                <a:gd name="connsiteY4" fmla="*/ 555123 h 1193453"/>
                <a:gd name="connsiteX5" fmla="*/ 47653 w 376115"/>
                <a:gd name="connsiteY5" fmla="*/ 642655 h 1193453"/>
                <a:gd name="connsiteX6" fmla="*/ 84774 w 376115"/>
                <a:gd name="connsiteY6" fmla="*/ 827442 h 1193453"/>
                <a:gd name="connsiteX7" fmla="*/ 83326 w 376115"/>
                <a:gd name="connsiteY7" fmla="*/ 914547 h 1193453"/>
                <a:gd name="connsiteX8" fmla="*/ 108313 w 376115"/>
                <a:gd name="connsiteY8" fmla="*/ 967186 h 1193453"/>
                <a:gd name="connsiteX9" fmla="*/ 141200 w 376115"/>
                <a:gd name="connsiteY9" fmla="*/ 1065185 h 1193453"/>
                <a:gd name="connsiteX10" fmla="*/ 273728 w 376115"/>
                <a:gd name="connsiteY10" fmla="*/ 1193333 h 1193453"/>
                <a:gd name="connsiteX11" fmla="*/ 351803 w 376115"/>
                <a:gd name="connsiteY11" fmla="*/ 1144973 h 1193453"/>
                <a:gd name="connsiteX12" fmla="*/ 365431 w 376115"/>
                <a:gd name="connsiteY12" fmla="*/ 1102565 h 1193453"/>
                <a:gd name="connsiteX13" fmla="*/ 375899 w 376115"/>
                <a:gd name="connsiteY13" fmla="*/ 905799 h 1193453"/>
                <a:gd name="connsiteX14" fmla="*/ 366896 w 376115"/>
                <a:gd name="connsiteY14" fmla="*/ 736426 h 1193453"/>
                <a:gd name="connsiteX15" fmla="*/ 316536 w 376115"/>
                <a:gd name="connsiteY15" fmla="*/ 525764 h 1193453"/>
                <a:gd name="connsiteX16" fmla="*/ 252131 w 376115"/>
                <a:gd name="connsiteY16" fmla="*/ 260461 h 1193453"/>
                <a:gd name="connsiteX17" fmla="*/ 131615 w 376115"/>
                <a:gd name="connsiteY17" fmla="*/ 54389 h 1193453"/>
                <a:gd name="connsiteX18" fmla="*/ 64611 w 376115"/>
                <a:gd name="connsiteY18" fmla="*/ 489 h 1193453"/>
                <a:gd name="connsiteX19" fmla="*/ 5010 w 376115"/>
                <a:gd name="connsiteY19" fmla="*/ 59208 h 1193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6115" h="1193453">
                  <a:moveTo>
                    <a:pt x="5009" y="59208"/>
                  </a:moveTo>
                  <a:cubicBezTo>
                    <a:pt x="874" y="87886"/>
                    <a:pt x="14663" y="116069"/>
                    <a:pt x="16187" y="145003"/>
                  </a:cubicBezTo>
                  <a:cubicBezTo>
                    <a:pt x="17519" y="170284"/>
                    <a:pt x="9472" y="194976"/>
                    <a:pt x="4868" y="219869"/>
                  </a:cubicBezTo>
                  <a:cubicBezTo>
                    <a:pt x="-13100" y="317022"/>
                    <a:pt x="21423" y="415431"/>
                    <a:pt x="56556" y="507773"/>
                  </a:cubicBezTo>
                  <a:cubicBezTo>
                    <a:pt x="63237" y="522769"/>
                    <a:pt x="67384" y="538769"/>
                    <a:pt x="68827" y="555123"/>
                  </a:cubicBezTo>
                  <a:cubicBezTo>
                    <a:pt x="69766" y="585263"/>
                    <a:pt x="52407" y="612878"/>
                    <a:pt x="47653" y="642655"/>
                  </a:cubicBezTo>
                  <a:cubicBezTo>
                    <a:pt x="37663" y="705227"/>
                    <a:pt x="83818" y="764085"/>
                    <a:pt x="84774" y="827442"/>
                  </a:cubicBezTo>
                  <a:cubicBezTo>
                    <a:pt x="85215" y="856612"/>
                    <a:pt x="76028" y="886301"/>
                    <a:pt x="83326" y="914547"/>
                  </a:cubicBezTo>
                  <a:cubicBezTo>
                    <a:pt x="88196" y="933398"/>
                    <a:pt x="99963" y="949597"/>
                    <a:pt x="108313" y="967186"/>
                  </a:cubicBezTo>
                  <a:cubicBezTo>
                    <a:pt x="123108" y="998350"/>
                    <a:pt x="127078" y="1033709"/>
                    <a:pt x="141200" y="1065185"/>
                  </a:cubicBezTo>
                  <a:cubicBezTo>
                    <a:pt x="166721" y="1122068"/>
                    <a:pt x="221549" y="1159210"/>
                    <a:pt x="273728" y="1193333"/>
                  </a:cubicBezTo>
                  <a:cubicBezTo>
                    <a:pt x="303413" y="1183437"/>
                    <a:pt x="335507" y="1171687"/>
                    <a:pt x="351803" y="1144973"/>
                  </a:cubicBezTo>
                  <a:cubicBezTo>
                    <a:pt x="358957" y="1131813"/>
                    <a:pt x="363579" y="1117428"/>
                    <a:pt x="365431" y="1102565"/>
                  </a:cubicBezTo>
                  <a:cubicBezTo>
                    <a:pt x="376714" y="1037765"/>
                    <a:pt x="376322" y="971572"/>
                    <a:pt x="375899" y="905799"/>
                  </a:cubicBezTo>
                  <a:cubicBezTo>
                    <a:pt x="376853" y="849200"/>
                    <a:pt x="373844" y="792604"/>
                    <a:pt x="366896" y="736426"/>
                  </a:cubicBezTo>
                  <a:cubicBezTo>
                    <a:pt x="356356" y="664963"/>
                    <a:pt x="333170" y="596059"/>
                    <a:pt x="316536" y="525764"/>
                  </a:cubicBezTo>
                  <a:cubicBezTo>
                    <a:pt x="295556" y="437107"/>
                    <a:pt x="284806" y="345506"/>
                    <a:pt x="252131" y="260461"/>
                  </a:cubicBezTo>
                  <a:cubicBezTo>
                    <a:pt x="223417" y="185727"/>
                    <a:pt x="178691" y="118644"/>
                    <a:pt x="131615" y="54389"/>
                  </a:cubicBezTo>
                  <a:cubicBezTo>
                    <a:pt x="113653" y="29873"/>
                    <a:pt x="99473" y="-5172"/>
                    <a:pt x="64611" y="489"/>
                  </a:cubicBezTo>
                  <a:cubicBezTo>
                    <a:pt x="34399" y="5632"/>
                    <a:pt x="10603" y="29076"/>
                    <a:pt x="5010" y="59208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85F073FD-FA12-4C57-A9C3-4E3898BFC4D6}"/>
                </a:ext>
              </a:extLst>
            </p:cNvPr>
            <p:cNvSpPr/>
            <p:nvPr/>
          </p:nvSpPr>
          <p:spPr>
            <a:xfrm>
              <a:off x="2944583" y="1216911"/>
              <a:ext cx="343483" cy="177834"/>
            </a:xfrm>
            <a:custGeom>
              <a:avLst/>
              <a:gdLst>
                <a:gd name="connsiteX0" fmla="*/ 343439 w 343483"/>
                <a:gd name="connsiteY0" fmla="*/ 52856 h 177834"/>
                <a:gd name="connsiteX1" fmla="*/ 286619 w 343483"/>
                <a:gd name="connsiteY1" fmla="*/ 169920 h 177834"/>
                <a:gd name="connsiteX2" fmla="*/ 222078 w 343483"/>
                <a:gd name="connsiteY2" fmla="*/ 177714 h 177834"/>
                <a:gd name="connsiteX3" fmla="*/ 28239 w 343483"/>
                <a:gd name="connsiteY3" fmla="*/ 68993 h 177834"/>
                <a:gd name="connsiteX4" fmla="*/ 187 w 343483"/>
                <a:gd name="connsiteY4" fmla="*/ 16068 h 177834"/>
                <a:gd name="connsiteX5" fmla="*/ 40399 w 343483"/>
                <a:gd name="connsiteY5" fmla="*/ 989 h 177834"/>
                <a:gd name="connsiteX6" fmla="*/ 196728 w 343483"/>
                <a:gd name="connsiteY6" fmla="*/ 21167 h 177834"/>
                <a:gd name="connsiteX7" fmla="*/ 343439 w 343483"/>
                <a:gd name="connsiteY7" fmla="*/ 52856 h 177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3483" h="177834">
                  <a:moveTo>
                    <a:pt x="343439" y="52856"/>
                  </a:moveTo>
                  <a:cubicBezTo>
                    <a:pt x="320430" y="89768"/>
                    <a:pt x="301385" y="129007"/>
                    <a:pt x="286619" y="169920"/>
                  </a:cubicBezTo>
                  <a:cubicBezTo>
                    <a:pt x="265498" y="175113"/>
                    <a:pt x="243827" y="177730"/>
                    <a:pt x="222078" y="177714"/>
                  </a:cubicBezTo>
                  <a:cubicBezTo>
                    <a:pt x="137648" y="177714"/>
                    <a:pt x="77847" y="129674"/>
                    <a:pt x="28239" y="68993"/>
                  </a:cubicBezTo>
                  <a:cubicBezTo>
                    <a:pt x="23940" y="49543"/>
                    <a:pt x="-2800" y="31366"/>
                    <a:pt x="187" y="16068"/>
                  </a:cubicBezTo>
                  <a:cubicBezTo>
                    <a:pt x="4121" y="-4183"/>
                    <a:pt x="23207" y="-176"/>
                    <a:pt x="40399" y="989"/>
                  </a:cubicBezTo>
                  <a:cubicBezTo>
                    <a:pt x="92825" y="4982"/>
                    <a:pt x="145006" y="11718"/>
                    <a:pt x="196728" y="21167"/>
                  </a:cubicBezTo>
                  <a:cubicBezTo>
                    <a:pt x="210203" y="23499"/>
                    <a:pt x="341472" y="56280"/>
                    <a:pt x="343439" y="5285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7C4E78A6-6D34-48AC-A825-A602E72AEE0C}"/>
                </a:ext>
              </a:extLst>
            </p:cNvPr>
            <p:cNvSpPr/>
            <p:nvPr/>
          </p:nvSpPr>
          <p:spPr>
            <a:xfrm>
              <a:off x="2896225" y="846413"/>
              <a:ext cx="541013" cy="541013"/>
            </a:xfrm>
            <a:custGeom>
              <a:avLst/>
              <a:gdLst>
                <a:gd name="connsiteX0" fmla="*/ 541013 w 541013"/>
                <a:gd name="connsiteY0" fmla="*/ 270507 h 541013"/>
                <a:gd name="connsiteX1" fmla="*/ 270507 w 541013"/>
                <a:gd name="connsiteY1" fmla="*/ 541013 h 541013"/>
                <a:gd name="connsiteX2" fmla="*/ 0 w 541013"/>
                <a:gd name="connsiteY2" fmla="*/ 270507 h 541013"/>
                <a:gd name="connsiteX3" fmla="*/ 270507 w 541013"/>
                <a:gd name="connsiteY3" fmla="*/ 0 h 541013"/>
                <a:gd name="connsiteX4" fmla="*/ 541013 w 541013"/>
                <a:gd name="connsiteY4" fmla="*/ 270507 h 54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1013" h="541013">
                  <a:moveTo>
                    <a:pt x="541013" y="270507"/>
                  </a:moveTo>
                  <a:cubicBezTo>
                    <a:pt x="541013" y="419903"/>
                    <a:pt x="419903" y="541013"/>
                    <a:pt x="270507" y="541013"/>
                  </a:cubicBezTo>
                  <a:cubicBezTo>
                    <a:pt x="121110" y="541013"/>
                    <a:pt x="0" y="419903"/>
                    <a:pt x="0" y="270507"/>
                  </a:cubicBezTo>
                  <a:cubicBezTo>
                    <a:pt x="0" y="121110"/>
                    <a:pt x="121110" y="0"/>
                    <a:pt x="270507" y="0"/>
                  </a:cubicBezTo>
                  <a:cubicBezTo>
                    <a:pt x="419903" y="0"/>
                    <a:pt x="541013" y="121110"/>
                    <a:pt x="541013" y="270507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D707BF25-7C26-4476-96F6-92EE3B5FB7CF}"/>
                </a:ext>
              </a:extLst>
            </p:cNvPr>
            <p:cNvSpPr/>
            <p:nvPr/>
          </p:nvSpPr>
          <p:spPr>
            <a:xfrm>
              <a:off x="2889233" y="3016810"/>
              <a:ext cx="619266" cy="123114"/>
            </a:xfrm>
            <a:custGeom>
              <a:avLst/>
              <a:gdLst>
                <a:gd name="connsiteX0" fmla="*/ 619222 w 619266"/>
                <a:gd name="connsiteY0" fmla="*/ 38057 h 123114"/>
                <a:gd name="connsiteX1" fmla="*/ 478265 w 619266"/>
                <a:gd name="connsiteY1" fmla="*/ 39076 h 123114"/>
                <a:gd name="connsiteX2" fmla="*/ 390777 w 619266"/>
                <a:gd name="connsiteY2" fmla="*/ 48036 h 123114"/>
                <a:gd name="connsiteX3" fmla="*/ 286970 w 619266"/>
                <a:gd name="connsiteY3" fmla="*/ 82420 h 123114"/>
                <a:gd name="connsiteX4" fmla="*/ 113523 w 619266"/>
                <a:gd name="connsiteY4" fmla="*/ 105220 h 123114"/>
                <a:gd name="connsiteX5" fmla="*/ -45 w 619266"/>
                <a:gd name="connsiteY5" fmla="*/ 122995 h 123114"/>
                <a:gd name="connsiteX6" fmla="*/ 3451 w 619266"/>
                <a:gd name="connsiteY6" fmla="*/ 110028 h 123114"/>
                <a:gd name="connsiteX7" fmla="*/ 61947 w 619266"/>
                <a:gd name="connsiteY7" fmla="*/ 74479 h 123114"/>
                <a:gd name="connsiteX8" fmla="*/ 508641 w 619266"/>
                <a:gd name="connsiteY8" fmla="*/ 22248 h 123114"/>
                <a:gd name="connsiteX9" fmla="*/ 619222 w 619266"/>
                <a:gd name="connsiteY9" fmla="*/ 38057 h 123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266" h="123114">
                  <a:moveTo>
                    <a:pt x="619222" y="38057"/>
                  </a:moveTo>
                  <a:cubicBezTo>
                    <a:pt x="572382" y="35288"/>
                    <a:pt x="525251" y="37182"/>
                    <a:pt x="478265" y="39076"/>
                  </a:cubicBezTo>
                  <a:cubicBezTo>
                    <a:pt x="448888" y="39355"/>
                    <a:pt x="419600" y="42355"/>
                    <a:pt x="390777" y="48036"/>
                  </a:cubicBezTo>
                  <a:cubicBezTo>
                    <a:pt x="355227" y="56122"/>
                    <a:pt x="322009" y="72293"/>
                    <a:pt x="286970" y="82420"/>
                  </a:cubicBezTo>
                  <a:cubicBezTo>
                    <a:pt x="230877" y="98737"/>
                    <a:pt x="171654" y="99466"/>
                    <a:pt x="113523" y="105220"/>
                  </a:cubicBezTo>
                  <a:cubicBezTo>
                    <a:pt x="75352" y="108921"/>
                    <a:pt x="37431" y="114856"/>
                    <a:pt x="-45" y="122995"/>
                  </a:cubicBezTo>
                  <a:cubicBezTo>
                    <a:pt x="501" y="118529"/>
                    <a:pt x="1678" y="114164"/>
                    <a:pt x="3451" y="110028"/>
                  </a:cubicBezTo>
                  <a:cubicBezTo>
                    <a:pt x="13068" y="88393"/>
                    <a:pt x="38929" y="80015"/>
                    <a:pt x="61947" y="74479"/>
                  </a:cubicBezTo>
                  <a:cubicBezTo>
                    <a:pt x="208243" y="39392"/>
                    <a:pt x="358197" y="21859"/>
                    <a:pt x="508641" y="22248"/>
                  </a:cubicBezTo>
                  <a:cubicBezTo>
                    <a:pt x="564296" y="-15631"/>
                    <a:pt x="595620" y="-2082"/>
                    <a:pt x="619222" y="38057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4763C4D1-4BC1-4CBA-A20B-49F3F3B0963A}"/>
                </a:ext>
              </a:extLst>
            </p:cNvPr>
            <p:cNvSpPr/>
            <p:nvPr/>
          </p:nvSpPr>
          <p:spPr>
            <a:xfrm>
              <a:off x="2566790" y="1481999"/>
              <a:ext cx="1054353" cy="1688174"/>
            </a:xfrm>
            <a:custGeom>
              <a:avLst/>
              <a:gdLst>
                <a:gd name="connsiteX0" fmla="*/ 757318 w 1054353"/>
                <a:gd name="connsiteY0" fmla="*/ 77622 h 1688174"/>
                <a:gd name="connsiteX1" fmla="*/ 712210 w 1054353"/>
                <a:gd name="connsiteY1" fmla="*/ 101906 h 1688174"/>
                <a:gd name="connsiteX2" fmla="*/ 694656 w 1054353"/>
                <a:gd name="connsiteY2" fmla="*/ 92510 h 1688174"/>
                <a:gd name="connsiteX3" fmla="*/ 588514 w 1054353"/>
                <a:gd name="connsiteY3" fmla="*/ 62170 h 1688174"/>
                <a:gd name="connsiteX4" fmla="*/ 369922 w 1054353"/>
                <a:gd name="connsiteY4" fmla="*/ 13026 h 1688174"/>
                <a:gd name="connsiteX5" fmla="*/ 305267 w 1054353"/>
                <a:gd name="connsiteY5" fmla="*/ -120 h 1688174"/>
                <a:gd name="connsiteX6" fmla="*/ 190055 w 1054353"/>
                <a:gd name="connsiteY6" fmla="*/ 66323 h 1688174"/>
                <a:gd name="connsiteX7" fmla="*/ 112774 w 1054353"/>
                <a:gd name="connsiteY7" fmla="*/ 180016 h 1688174"/>
                <a:gd name="connsiteX8" fmla="*/ 50006 w 1054353"/>
                <a:gd name="connsiteY8" fmla="*/ 255218 h 1688174"/>
                <a:gd name="connsiteX9" fmla="*/ 4693 w 1054353"/>
                <a:gd name="connsiteY9" fmla="*/ 492376 h 1688174"/>
                <a:gd name="connsiteX10" fmla="*/ 81795 w 1054353"/>
                <a:gd name="connsiteY10" fmla="*/ 726721 h 1688174"/>
                <a:gd name="connsiteX11" fmla="*/ 144747 w 1054353"/>
                <a:gd name="connsiteY11" fmla="*/ 853648 h 1688174"/>
                <a:gd name="connsiteX12" fmla="*/ 169069 w 1054353"/>
                <a:gd name="connsiteY12" fmla="*/ 1042073 h 1688174"/>
                <a:gd name="connsiteX13" fmla="*/ 193599 w 1054353"/>
                <a:gd name="connsiteY13" fmla="*/ 1098076 h 1688174"/>
                <a:gd name="connsiteX14" fmla="*/ 191899 w 1054353"/>
                <a:gd name="connsiteY14" fmla="*/ 1139148 h 1688174"/>
                <a:gd name="connsiteX15" fmla="*/ 178131 w 1054353"/>
                <a:gd name="connsiteY15" fmla="*/ 1237082 h 1688174"/>
                <a:gd name="connsiteX16" fmla="*/ 164316 w 1054353"/>
                <a:gd name="connsiteY16" fmla="*/ 1326355 h 1688174"/>
                <a:gd name="connsiteX17" fmla="*/ 166004 w 1054353"/>
                <a:gd name="connsiteY17" fmla="*/ 1488469 h 1688174"/>
                <a:gd name="connsiteX18" fmla="*/ 172392 w 1054353"/>
                <a:gd name="connsiteY18" fmla="*/ 1688054 h 1688174"/>
                <a:gd name="connsiteX19" fmla="*/ 435986 w 1054353"/>
                <a:gd name="connsiteY19" fmla="*/ 1625429 h 1688174"/>
                <a:gd name="connsiteX20" fmla="*/ 609413 w 1054353"/>
                <a:gd name="connsiteY20" fmla="*/ 1602692 h 1688174"/>
                <a:gd name="connsiteX21" fmla="*/ 713216 w 1054353"/>
                <a:gd name="connsiteY21" fmla="*/ 1568243 h 1688174"/>
                <a:gd name="connsiteX22" fmla="*/ 800744 w 1054353"/>
                <a:gd name="connsiteY22" fmla="*/ 1559308 h 1688174"/>
                <a:gd name="connsiteX23" fmla="*/ 995006 w 1054353"/>
                <a:gd name="connsiteY23" fmla="*/ 1563656 h 1688174"/>
                <a:gd name="connsiteX24" fmla="*/ 1009640 w 1054353"/>
                <a:gd name="connsiteY24" fmla="*/ 1560613 h 1688174"/>
                <a:gd name="connsiteX25" fmla="*/ 1011589 w 1054353"/>
                <a:gd name="connsiteY25" fmla="*/ 1552965 h 1688174"/>
                <a:gd name="connsiteX26" fmla="*/ 995002 w 1054353"/>
                <a:gd name="connsiteY26" fmla="*/ 1484101 h 1688174"/>
                <a:gd name="connsiteX27" fmla="*/ 975772 w 1054353"/>
                <a:gd name="connsiteY27" fmla="*/ 1438952 h 1688174"/>
                <a:gd name="connsiteX28" fmla="*/ 981391 w 1054353"/>
                <a:gd name="connsiteY28" fmla="*/ 1416534 h 1688174"/>
                <a:gd name="connsiteX29" fmla="*/ 1009822 w 1054353"/>
                <a:gd name="connsiteY29" fmla="*/ 1340712 h 1688174"/>
                <a:gd name="connsiteX30" fmla="*/ 1034865 w 1054353"/>
                <a:gd name="connsiteY30" fmla="*/ 1135142 h 1688174"/>
                <a:gd name="connsiteX31" fmla="*/ 1053551 w 1054353"/>
                <a:gd name="connsiteY31" fmla="*/ 976114 h 1688174"/>
                <a:gd name="connsiteX32" fmla="*/ 1026902 w 1054353"/>
                <a:gd name="connsiteY32" fmla="*/ 844663 h 1688174"/>
                <a:gd name="connsiteX33" fmla="*/ 1006107 w 1054353"/>
                <a:gd name="connsiteY33" fmla="*/ 815745 h 1688174"/>
                <a:gd name="connsiteX34" fmla="*/ 1001155 w 1054353"/>
                <a:gd name="connsiteY34" fmla="*/ 781163 h 1688174"/>
                <a:gd name="connsiteX35" fmla="*/ 1008667 w 1054353"/>
                <a:gd name="connsiteY35" fmla="*/ 507496 h 1688174"/>
                <a:gd name="connsiteX36" fmla="*/ 935645 w 1054353"/>
                <a:gd name="connsiteY36" fmla="*/ 377204 h 1688174"/>
                <a:gd name="connsiteX37" fmla="*/ 868116 w 1054353"/>
                <a:gd name="connsiteY37" fmla="*/ 219544 h 1688174"/>
                <a:gd name="connsiteX38" fmla="*/ 855570 w 1054353"/>
                <a:gd name="connsiteY38" fmla="*/ 106277 h 1688174"/>
                <a:gd name="connsiteX39" fmla="*/ 846005 w 1054353"/>
                <a:gd name="connsiteY39" fmla="*/ 79826 h 1688174"/>
                <a:gd name="connsiteX40" fmla="*/ 807500 w 1054353"/>
                <a:gd name="connsiteY40" fmla="*/ 68390 h 1688174"/>
                <a:gd name="connsiteX41" fmla="*/ 757318 w 1054353"/>
                <a:gd name="connsiteY41" fmla="*/ 77622 h 1688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054353" h="1688174">
                  <a:moveTo>
                    <a:pt x="757318" y="77622"/>
                  </a:moveTo>
                  <a:cubicBezTo>
                    <a:pt x="745525" y="91268"/>
                    <a:pt x="729701" y="106306"/>
                    <a:pt x="712210" y="101906"/>
                  </a:cubicBezTo>
                  <a:cubicBezTo>
                    <a:pt x="705888" y="99746"/>
                    <a:pt x="699960" y="96573"/>
                    <a:pt x="694656" y="92510"/>
                  </a:cubicBezTo>
                  <a:cubicBezTo>
                    <a:pt x="663473" y="72413"/>
                    <a:pt x="625198" y="67697"/>
                    <a:pt x="588514" y="62170"/>
                  </a:cubicBezTo>
                  <a:cubicBezTo>
                    <a:pt x="514570" y="51028"/>
                    <a:pt x="441519" y="34605"/>
                    <a:pt x="369922" y="13026"/>
                  </a:cubicBezTo>
                  <a:cubicBezTo>
                    <a:pt x="349141" y="5462"/>
                    <a:pt x="327351" y="1031"/>
                    <a:pt x="305267" y="-120"/>
                  </a:cubicBezTo>
                  <a:cubicBezTo>
                    <a:pt x="259418" y="117"/>
                    <a:pt x="218786" y="30594"/>
                    <a:pt x="190055" y="66323"/>
                  </a:cubicBezTo>
                  <a:cubicBezTo>
                    <a:pt x="161323" y="102052"/>
                    <a:pt x="140968" y="143860"/>
                    <a:pt x="112774" y="180016"/>
                  </a:cubicBezTo>
                  <a:cubicBezTo>
                    <a:pt x="92686" y="205776"/>
                    <a:pt x="68765" y="228475"/>
                    <a:pt x="50006" y="255218"/>
                  </a:cubicBezTo>
                  <a:cubicBezTo>
                    <a:pt x="2646" y="322734"/>
                    <a:pt x="-7533" y="410817"/>
                    <a:pt x="4693" y="492376"/>
                  </a:cubicBezTo>
                  <a:cubicBezTo>
                    <a:pt x="16920" y="573934"/>
                    <a:pt x="49505" y="650836"/>
                    <a:pt x="81795" y="726721"/>
                  </a:cubicBezTo>
                  <a:cubicBezTo>
                    <a:pt x="99052" y="770778"/>
                    <a:pt x="120115" y="813248"/>
                    <a:pt x="144747" y="853648"/>
                  </a:cubicBezTo>
                  <a:cubicBezTo>
                    <a:pt x="133854" y="915615"/>
                    <a:pt x="139603" y="986481"/>
                    <a:pt x="169069" y="1042073"/>
                  </a:cubicBezTo>
                  <a:cubicBezTo>
                    <a:pt x="178666" y="1060178"/>
                    <a:pt x="190426" y="1077833"/>
                    <a:pt x="193599" y="1098076"/>
                  </a:cubicBezTo>
                  <a:cubicBezTo>
                    <a:pt x="195053" y="1111776"/>
                    <a:pt x="194481" y="1125615"/>
                    <a:pt x="191899" y="1139148"/>
                  </a:cubicBezTo>
                  <a:lnTo>
                    <a:pt x="178131" y="1237082"/>
                  </a:lnTo>
                  <a:cubicBezTo>
                    <a:pt x="173939" y="1266903"/>
                    <a:pt x="169745" y="1296735"/>
                    <a:pt x="164316" y="1326355"/>
                  </a:cubicBezTo>
                  <a:cubicBezTo>
                    <a:pt x="154379" y="1380568"/>
                    <a:pt x="140898" y="1439404"/>
                    <a:pt x="166004" y="1488469"/>
                  </a:cubicBezTo>
                  <a:cubicBezTo>
                    <a:pt x="196071" y="1547226"/>
                    <a:pt x="164492" y="1622526"/>
                    <a:pt x="172392" y="1688054"/>
                  </a:cubicBezTo>
                  <a:cubicBezTo>
                    <a:pt x="257023" y="1655365"/>
                    <a:pt x="345695" y="1634298"/>
                    <a:pt x="435986" y="1625429"/>
                  </a:cubicBezTo>
                  <a:cubicBezTo>
                    <a:pt x="494116" y="1619730"/>
                    <a:pt x="553331" y="1619010"/>
                    <a:pt x="609413" y="1602692"/>
                  </a:cubicBezTo>
                  <a:cubicBezTo>
                    <a:pt x="644439" y="1592501"/>
                    <a:pt x="677654" y="1576368"/>
                    <a:pt x="713216" y="1568243"/>
                  </a:cubicBezTo>
                  <a:cubicBezTo>
                    <a:pt x="742055" y="1562583"/>
                    <a:pt x="771355" y="1559592"/>
                    <a:pt x="800744" y="1559308"/>
                  </a:cubicBezTo>
                  <a:cubicBezTo>
                    <a:pt x="865563" y="1556693"/>
                    <a:pt x="930841" y="1554101"/>
                    <a:pt x="995006" y="1563656"/>
                  </a:cubicBezTo>
                  <a:cubicBezTo>
                    <a:pt x="1000202" y="1564429"/>
                    <a:pt x="1006531" y="1564847"/>
                    <a:pt x="1009640" y="1560613"/>
                  </a:cubicBezTo>
                  <a:cubicBezTo>
                    <a:pt x="1011027" y="1558311"/>
                    <a:pt x="1011705" y="1555651"/>
                    <a:pt x="1011589" y="1552965"/>
                  </a:cubicBezTo>
                  <a:cubicBezTo>
                    <a:pt x="1012575" y="1528914"/>
                    <a:pt x="1006831" y="1505065"/>
                    <a:pt x="995002" y="1484101"/>
                  </a:cubicBezTo>
                  <a:cubicBezTo>
                    <a:pt x="986822" y="1469664"/>
                    <a:pt x="975457" y="1455542"/>
                    <a:pt x="975772" y="1438952"/>
                  </a:cubicBezTo>
                  <a:cubicBezTo>
                    <a:pt x="976364" y="1431215"/>
                    <a:pt x="978264" y="1423635"/>
                    <a:pt x="981391" y="1416534"/>
                  </a:cubicBezTo>
                  <a:lnTo>
                    <a:pt x="1009822" y="1340712"/>
                  </a:lnTo>
                  <a:cubicBezTo>
                    <a:pt x="1033822" y="1276704"/>
                    <a:pt x="1022401" y="1202355"/>
                    <a:pt x="1034865" y="1135142"/>
                  </a:cubicBezTo>
                  <a:cubicBezTo>
                    <a:pt x="1044607" y="1082605"/>
                    <a:pt x="1050849" y="1029479"/>
                    <a:pt x="1053551" y="976114"/>
                  </a:cubicBezTo>
                  <a:cubicBezTo>
                    <a:pt x="1055859" y="930503"/>
                    <a:pt x="1054425" y="881109"/>
                    <a:pt x="1026902" y="844663"/>
                  </a:cubicBezTo>
                  <a:cubicBezTo>
                    <a:pt x="1018855" y="835878"/>
                    <a:pt x="1011875" y="826171"/>
                    <a:pt x="1006107" y="815745"/>
                  </a:cubicBezTo>
                  <a:cubicBezTo>
                    <a:pt x="1002156" y="804666"/>
                    <a:pt x="1000472" y="792906"/>
                    <a:pt x="1001155" y="781163"/>
                  </a:cubicBezTo>
                  <a:cubicBezTo>
                    <a:pt x="1000542" y="689891"/>
                    <a:pt x="1003046" y="598668"/>
                    <a:pt x="1008667" y="507496"/>
                  </a:cubicBezTo>
                  <a:cubicBezTo>
                    <a:pt x="984667" y="464392"/>
                    <a:pt x="959644" y="420309"/>
                    <a:pt x="935645" y="377204"/>
                  </a:cubicBezTo>
                  <a:cubicBezTo>
                    <a:pt x="907713" y="327040"/>
                    <a:pt x="879393" y="275842"/>
                    <a:pt x="868116" y="219544"/>
                  </a:cubicBezTo>
                  <a:cubicBezTo>
                    <a:pt x="860651" y="182279"/>
                    <a:pt x="860910" y="143905"/>
                    <a:pt x="855570" y="106277"/>
                  </a:cubicBezTo>
                  <a:cubicBezTo>
                    <a:pt x="855009" y="96720"/>
                    <a:pt x="851686" y="87532"/>
                    <a:pt x="846005" y="79826"/>
                  </a:cubicBezTo>
                  <a:cubicBezTo>
                    <a:pt x="836840" y="69444"/>
                    <a:pt x="821342" y="67958"/>
                    <a:pt x="807500" y="68390"/>
                  </a:cubicBezTo>
                  <a:cubicBezTo>
                    <a:pt x="790404" y="68932"/>
                    <a:pt x="773487" y="72044"/>
                    <a:pt x="757318" y="77622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B56957CF-531C-4EF7-8240-1783DDBA1629}"/>
                </a:ext>
              </a:extLst>
            </p:cNvPr>
            <p:cNvSpPr/>
            <p:nvPr/>
          </p:nvSpPr>
          <p:spPr>
            <a:xfrm>
              <a:off x="4141347" y="1338559"/>
              <a:ext cx="173124" cy="82633"/>
            </a:xfrm>
            <a:custGeom>
              <a:avLst/>
              <a:gdLst>
                <a:gd name="connsiteX0" fmla="*/ 173080 w 173124"/>
                <a:gd name="connsiteY0" fmla="*/ 58544 h 82633"/>
                <a:gd name="connsiteX1" fmla="*/ 114512 w 173124"/>
                <a:gd name="connsiteY1" fmla="*/ 82364 h 82633"/>
                <a:gd name="connsiteX2" fmla="*/ 10050 w 173124"/>
                <a:gd name="connsiteY2" fmla="*/ 43975 h 82633"/>
                <a:gd name="connsiteX3" fmla="*/ 70 w 173124"/>
                <a:gd name="connsiteY3" fmla="*/ 3982 h 82633"/>
                <a:gd name="connsiteX4" fmla="*/ 11725 w 173124"/>
                <a:gd name="connsiteY4" fmla="*/ 1724 h 82633"/>
                <a:gd name="connsiteX5" fmla="*/ 102491 w 173124"/>
                <a:gd name="connsiteY5" fmla="*/ 5366 h 82633"/>
                <a:gd name="connsiteX6" fmla="*/ 172934 w 173124"/>
                <a:gd name="connsiteY6" fmla="*/ 58252 h 82633"/>
                <a:gd name="connsiteX7" fmla="*/ 173080 w 173124"/>
                <a:gd name="connsiteY7" fmla="*/ 58544 h 82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124" h="82633">
                  <a:moveTo>
                    <a:pt x="173080" y="58544"/>
                  </a:moveTo>
                  <a:cubicBezTo>
                    <a:pt x="156086" y="71660"/>
                    <a:pt x="135837" y="79896"/>
                    <a:pt x="114512" y="82364"/>
                  </a:cubicBezTo>
                  <a:cubicBezTo>
                    <a:pt x="86611" y="84259"/>
                    <a:pt x="27386" y="67868"/>
                    <a:pt x="10050" y="43975"/>
                  </a:cubicBezTo>
                  <a:cubicBezTo>
                    <a:pt x="2741" y="31966"/>
                    <a:pt x="-740" y="18017"/>
                    <a:pt x="70" y="3982"/>
                  </a:cubicBezTo>
                  <a:cubicBezTo>
                    <a:pt x="3848" y="2756"/>
                    <a:pt x="7763" y="1998"/>
                    <a:pt x="11725" y="1724"/>
                  </a:cubicBezTo>
                  <a:cubicBezTo>
                    <a:pt x="41992" y="-1631"/>
                    <a:pt x="72591" y="-403"/>
                    <a:pt x="102491" y="5366"/>
                  </a:cubicBezTo>
                  <a:cubicBezTo>
                    <a:pt x="131994" y="12578"/>
                    <a:pt x="160478" y="30498"/>
                    <a:pt x="172934" y="58252"/>
                  </a:cubicBezTo>
                  <a:cubicBezTo>
                    <a:pt x="173007" y="58325"/>
                    <a:pt x="173007" y="58471"/>
                    <a:pt x="173080" y="58544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D3A1F3D7-E63D-4399-9F1E-DE511EBCCD05}"/>
                </a:ext>
              </a:extLst>
            </p:cNvPr>
            <p:cNvSpPr/>
            <p:nvPr/>
          </p:nvSpPr>
          <p:spPr>
            <a:xfrm>
              <a:off x="3344611" y="1345824"/>
              <a:ext cx="965073" cy="703983"/>
            </a:xfrm>
            <a:custGeom>
              <a:avLst/>
              <a:gdLst>
                <a:gd name="connsiteX0" fmla="*/ 69846 w 965073"/>
                <a:gd name="connsiteY0" fmla="*/ 636299 h 703983"/>
                <a:gd name="connsiteX1" fmla="*/ 126827 w 965073"/>
                <a:gd name="connsiteY1" fmla="*/ 690058 h 703983"/>
                <a:gd name="connsiteX2" fmla="*/ 215622 w 965073"/>
                <a:gd name="connsiteY2" fmla="*/ 703680 h 703983"/>
                <a:gd name="connsiteX3" fmla="*/ 586674 w 965073"/>
                <a:gd name="connsiteY3" fmla="*/ 662920 h 703983"/>
                <a:gd name="connsiteX4" fmla="*/ 627540 w 965073"/>
                <a:gd name="connsiteY4" fmla="*/ 651966 h 703983"/>
                <a:gd name="connsiteX5" fmla="*/ 668842 w 965073"/>
                <a:gd name="connsiteY5" fmla="*/ 626206 h 703983"/>
                <a:gd name="connsiteX6" fmla="*/ 780505 w 965073"/>
                <a:gd name="connsiteY6" fmla="*/ 528808 h 703983"/>
                <a:gd name="connsiteX7" fmla="*/ 846698 w 965073"/>
                <a:gd name="connsiteY7" fmla="*/ 366471 h 703983"/>
                <a:gd name="connsiteX8" fmla="*/ 905835 w 965073"/>
                <a:gd name="connsiteY8" fmla="*/ 264731 h 703983"/>
                <a:gd name="connsiteX9" fmla="*/ 919315 w 965073"/>
                <a:gd name="connsiteY9" fmla="*/ 215319 h 703983"/>
                <a:gd name="connsiteX10" fmla="*/ 911710 w 965073"/>
                <a:gd name="connsiteY10" fmla="*/ 162260 h 703983"/>
                <a:gd name="connsiteX11" fmla="*/ 954633 w 965073"/>
                <a:gd name="connsiteY11" fmla="*/ 85046 h 703983"/>
                <a:gd name="connsiteX12" fmla="*/ 964842 w 965073"/>
                <a:gd name="connsiteY12" fmla="*/ 71479 h 703983"/>
                <a:gd name="connsiteX13" fmla="*/ 962411 w 965073"/>
                <a:gd name="connsiteY13" fmla="*/ 58255 h 703983"/>
                <a:gd name="connsiteX14" fmla="*/ 891942 w 965073"/>
                <a:gd name="connsiteY14" fmla="*/ 5350 h 703983"/>
                <a:gd name="connsiteX15" fmla="*/ 801146 w 965073"/>
                <a:gd name="connsiteY15" fmla="*/ 1745 h 703983"/>
                <a:gd name="connsiteX16" fmla="*/ 771406 w 965073"/>
                <a:gd name="connsiteY16" fmla="*/ 9644 h 703983"/>
                <a:gd name="connsiteX17" fmla="*/ 750252 w 965073"/>
                <a:gd name="connsiteY17" fmla="*/ 65347 h 703983"/>
                <a:gd name="connsiteX18" fmla="*/ 736430 w 965073"/>
                <a:gd name="connsiteY18" fmla="*/ 90757 h 703983"/>
                <a:gd name="connsiteX19" fmla="*/ 721412 w 965073"/>
                <a:gd name="connsiteY19" fmla="*/ 102500 h 703983"/>
                <a:gd name="connsiteX20" fmla="*/ 691646 w 965073"/>
                <a:gd name="connsiteY20" fmla="*/ 177573 h 703983"/>
                <a:gd name="connsiteX21" fmla="*/ 643943 w 965073"/>
                <a:gd name="connsiteY21" fmla="*/ 277160 h 703983"/>
                <a:gd name="connsiteX22" fmla="*/ 574192 w 965073"/>
                <a:gd name="connsiteY22" fmla="*/ 338566 h 703983"/>
                <a:gd name="connsiteX23" fmla="*/ 565082 w 965073"/>
                <a:gd name="connsiteY23" fmla="*/ 357678 h 703983"/>
                <a:gd name="connsiteX24" fmla="*/ 540727 w 965073"/>
                <a:gd name="connsiteY24" fmla="*/ 365162 h 703983"/>
                <a:gd name="connsiteX25" fmla="*/ 474259 w 965073"/>
                <a:gd name="connsiteY25" fmla="*/ 375254 h 703983"/>
                <a:gd name="connsiteX26" fmla="*/ 395312 w 965073"/>
                <a:gd name="connsiteY26" fmla="*/ 364220 h 703983"/>
                <a:gd name="connsiteX27" fmla="*/ 378466 w 965073"/>
                <a:gd name="connsiteY27" fmla="*/ 365714 h 703983"/>
                <a:gd name="connsiteX28" fmla="*/ 364650 w 965073"/>
                <a:gd name="connsiteY28" fmla="*/ 360899 h 703983"/>
                <a:gd name="connsiteX29" fmla="*/ 333314 w 965073"/>
                <a:gd name="connsiteY29" fmla="*/ 348571 h 703983"/>
                <a:gd name="connsiteX30" fmla="*/ 303585 w 965073"/>
                <a:gd name="connsiteY30" fmla="*/ 360054 h 703983"/>
                <a:gd name="connsiteX31" fmla="*/ 284567 w 965073"/>
                <a:gd name="connsiteY31" fmla="*/ 332197 h 703983"/>
                <a:gd name="connsiteX32" fmla="*/ 255727 w 965073"/>
                <a:gd name="connsiteY32" fmla="*/ 318435 h 703983"/>
                <a:gd name="connsiteX33" fmla="*/ 246199 w 965073"/>
                <a:gd name="connsiteY33" fmla="*/ 296916 h 703983"/>
                <a:gd name="connsiteX34" fmla="*/ 217426 w 965073"/>
                <a:gd name="connsiteY34" fmla="*/ 297958 h 703983"/>
                <a:gd name="connsiteX35" fmla="*/ 148910 w 965073"/>
                <a:gd name="connsiteY35" fmla="*/ 269165 h 703983"/>
                <a:gd name="connsiteX36" fmla="*/ 85350 w 965073"/>
                <a:gd name="connsiteY36" fmla="*/ 250274 h 703983"/>
                <a:gd name="connsiteX37" fmla="*/ 73587 w 965073"/>
                <a:gd name="connsiteY37" fmla="*/ 229286 h 703983"/>
                <a:gd name="connsiteX38" fmla="*/ 58495 w 965073"/>
                <a:gd name="connsiteY38" fmla="*/ 227537 h 703983"/>
                <a:gd name="connsiteX39" fmla="*/ 12854 w 965073"/>
                <a:gd name="connsiteY39" fmla="*/ 241389 h 703983"/>
                <a:gd name="connsiteX40" fmla="*/ 19568 w 965073"/>
                <a:gd name="connsiteY40" fmla="*/ 521032 h 703983"/>
                <a:gd name="connsiteX41" fmla="*/ 69846 w 965073"/>
                <a:gd name="connsiteY41" fmla="*/ 636299 h 703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965073" h="703983">
                  <a:moveTo>
                    <a:pt x="69846" y="636299"/>
                  </a:moveTo>
                  <a:cubicBezTo>
                    <a:pt x="86311" y="656826"/>
                    <a:pt x="103471" y="677935"/>
                    <a:pt x="126827" y="690058"/>
                  </a:cubicBezTo>
                  <a:cubicBezTo>
                    <a:pt x="153699" y="704006"/>
                    <a:pt x="185352" y="704324"/>
                    <a:pt x="215622" y="703680"/>
                  </a:cubicBezTo>
                  <a:cubicBezTo>
                    <a:pt x="340263" y="701021"/>
                    <a:pt x="464427" y="687381"/>
                    <a:pt x="586674" y="662920"/>
                  </a:cubicBezTo>
                  <a:cubicBezTo>
                    <a:pt x="600602" y="660522"/>
                    <a:pt x="614280" y="656856"/>
                    <a:pt x="627540" y="651966"/>
                  </a:cubicBezTo>
                  <a:cubicBezTo>
                    <a:pt x="642237" y="644969"/>
                    <a:pt x="656093" y="636327"/>
                    <a:pt x="668842" y="626206"/>
                  </a:cubicBezTo>
                  <a:cubicBezTo>
                    <a:pt x="709086" y="597273"/>
                    <a:pt x="749903" y="567799"/>
                    <a:pt x="780505" y="528808"/>
                  </a:cubicBezTo>
                  <a:cubicBezTo>
                    <a:pt x="816913" y="481717"/>
                    <a:pt x="839797" y="425593"/>
                    <a:pt x="846698" y="366471"/>
                  </a:cubicBezTo>
                  <a:cubicBezTo>
                    <a:pt x="875806" y="339652"/>
                    <a:pt x="891263" y="301531"/>
                    <a:pt x="905835" y="264731"/>
                  </a:cubicBezTo>
                  <a:cubicBezTo>
                    <a:pt x="913031" y="249120"/>
                    <a:pt x="917586" y="232422"/>
                    <a:pt x="919315" y="215319"/>
                  </a:cubicBezTo>
                  <a:cubicBezTo>
                    <a:pt x="920098" y="197822"/>
                    <a:pt x="908503" y="179479"/>
                    <a:pt x="911710" y="162260"/>
                  </a:cubicBezTo>
                  <a:cubicBezTo>
                    <a:pt x="917325" y="132569"/>
                    <a:pt x="932380" y="105487"/>
                    <a:pt x="954633" y="85046"/>
                  </a:cubicBezTo>
                  <a:cubicBezTo>
                    <a:pt x="959351" y="81681"/>
                    <a:pt x="962917" y="76944"/>
                    <a:pt x="964842" y="71479"/>
                  </a:cubicBezTo>
                  <a:cubicBezTo>
                    <a:pt x="965441" y="66925"/>
                    <a:pt x="964590" y="62298"/>
                    <a:pt x="962411" y="58255"/>
                  </a:cubicBezTo>
                  <a:cubicBezTo>
                    <a:pt x="949955" y="30510"/>
                    <a:pt x="921473" y="12621"/>
                    <a:pt x="891942" y="5350"/>
                  </a:cubicBezTo>
                  <a:cubicBezTo>
                    <a:pt x="862031" y="-418"/>
                    <a:pt x="831420" y="-1633"/>
                    <a:pt x="801146" y="1745"/>
                  </a:cubicBezTo>
                  <a:cubicBezTo>
                    <a:pt x="791054" y="3655"/>
                    <a:pt x="781116" y="6295"/>
                    <a:pt x="771406" y="9644"/>
                  </a:cubicBezTo>
                  <a:lnTo>
                    <a:pt x="750252" y="65347"/>
                  </a:lnTo>
                  <a:cubicBezTo>
                    <a:pt x="747410" y="74664"/>
                    <a:pt x="742708" y="83308"/>
                    <a:pt x="736430" y="90757"/>
                  </a:cubicBezTo>
                  <a:cubicBezTo>
                    <a:pt x="731719" y="95034"/>
                    <a:pt x="726700" y="98959"/>
                    <a:pt x="721412" y="102500"/>
                  </a:cubicBezTo>
                  <a:cubicBezTo>
                    <a:pt x="699612" y="121010"/>
                    <a:pt x="688453" y="149154"/>
                    <a:pt x="691646" y="177573"/>
                  </a:cubicBezTo>
                  <a:cubicBezTo>
                    <a:pt x="651958" y="192980"/>
                    <a:pt x="631074" y="236577"/>
                    <a:pt x="643943" y="277160"/>
                  </a:cubicBezTo>
                  <a:cubicBezTo>
                    <a:pt x="611591" y="284096"/>
                    <a:pt x="585173" y="307354"/>
                    <a:pt x="574192" y="338566"/>
                  </a:cubicBezTo>
                  <a:cubicBezTo>
                    <a:pt x="572686" y="345559"/>
                    <a:pt x="569566" y="352104"/>
                    <a:pt x="565082" y="357678"/>
                  </a:cubicBezTo>
                  <a:cubicBezTo>
                    <a:pt x="558102" y="362970"/>
                    <a:pt x="549474" y="365621"/>
                    <a:pt x="540727" y="365162"/>
                  </a:cubicBezTo>
                  <a:cubicBezTo>
                    <a:pt x="516823" y="366641"/>
                    <a:pt x="495922" y="385466"/>
                    <a:pt x="474259" y="375254"/>
                  </a:cubicBezTo>
                  <a:cubicBezTo>
                    <a:pt x="449651" y="363721"/>
                    <a:pt x="422139" y="359876"/>
                    <a:pt x="395312" y="364220"/>
                  </a:cubicBezTo>
                  <a:cubicBezTo>
                    <a:pt x="389796" y="365518"/>
                    <a:pt x="384123" y="366021"/>
                    <a:pt x="378466" y="365714"/>
                  </a:cubicBezTo>
                  <a:cubicBezTo>
                    <a:pt x="373626" y="364883"/>
                    <a:pt x="368958" y="363256"/>
                    <a:pt x="364650" y="360899"/>
                  </a:cubicBezTo>
                  <a:cubicBezTo>
                    <a:pt x="354895" y="355214"/>
                    <a:pt x="344327" y="351056"/>
                    <a:pt x="333314" y="348571"/>
                  </a:cubicBezTo>
                  <a:cubicBezTo>
                    <a:pt x="322007" y="346213"/>
                    <a:pt x="310370" y="350708"/>
                    <a:pt x="303585" y="360054"/>
                  </a:cubicBezTo>
                  <a:cubicBezTo>
                    <a:pt x="295999" y="351736"/>
                    <a:pt x="291479" y="341083"/>
                    <a:pt x="284567" y="332197"/>
                  </a:cubicBezTo>
                  <a:cubicBezTo>
                    <a:pt x="278319" y="322537"/>
                    <a:pt x="267167" y="317215"/>
                    <a:pt x="255727" y="318435"/>
                  </a:cubicBezTo>
                  <a:cubicBezTo>
                    <a:pt x="262928" y="312019"/>
                    <a:pt x="255557" y="299250"/>
                    <a:pt x="246199" y="296916"/>
                  </a:cubicBezTo>
                  <a:cubicBezTo>
                    <a:pt x="236600" y="296127"/>
                    <a:pt x="226942" y="296477"/>
                    <a:pt x="217426" y="297958"/>
                  </a:cubicBezTo>
                  <a:cubicBezTo>
                    <a:pt x="192408" y="297827"/>
                    <a:pt x="173212" y="275111"/>
                    <a:pt x="148910" y="269165"/>
                  </a:cubicBezTo>
                  <a:cubicBezTo>
                    <a:pt x="126573" y="263699"/>
                    <a:pt x="96801" y="270217"/>
                    <a:pt x="85350" y="250274"/>
                  </a:cubicBezTo>
                  <a:cubicBezTo>
                    <a:pt x="81291" y="243204"/>
                    <a:pt x="80497" y="233615"/>
                    <a:pt x="73587" y="229286"/>
                  </a:cubicBezTo>
                  <a:cubicBezTo>
                    <a:pt x="68907" y="226987"/>
                    <a:pt x="63577" y="226369"/>
                    <a:pt x="58495" y="227537"/>
                  </a:cubicBezTo>
                  <a:cubicBezTo>
                    <a:pt x="42631" y="229648"/>
                    <a:pt x="27216" y="234327"/>
                    <a:pt x="12854" y="241389"/>
                  </a:cubicBezTo>
                  <a:cubicBezTo>
                    <a:pt x="-10569" y="333011"/>
                    <a:pt x="1720" y="428162"/>
                    <a:pt x="19568" y="521032"/>
                  </a:cubicBezTo>
                  <a:cubicBezTo>
                    <a:pt x="26089" y="563152"/>
                    <a:pt x="43411" y="602865"/>
                    <a:pt x="69846" y="636299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FE11EE61-6B2A-4C88-95CB-76C1DA329610}"/>
                </a:ext>
              </a:extLst>
            </p:cNvPr>
            <p:cNvSpPr/>
            <p:nvPr/>
          </p:nvSpPr>
          <p:spPr>
            <a:xfrm>
              <a:off x="3297316" y="2279710"/>
              <a:ext cx="143431" cy="265743"/>
            </a:xfrm>
            <a:custGeom>
              <a:avLst/>
              <a:gdLst>
                <a:gd name="connsiteX0" fmla="*/ 116437 w 143431"/>
                <a:gd name="connsiteY0" fmla="*/ 30743 h 265743"/>
                <a:gd name="connsiteX1" fmla="*/ -45 w 143431"/>
                <a:gd name="connsiteY1" fmla="*/ 265623 h 265743"/>
                <a:gd name="connsiteX2" fmla="*/ 60036 w 143431"/>
                <a:gd name="connsiteY2" fmla="*/ 221538 h 265743"/>
                <a:gd name="connsiteX3" fmla="*/ 117520 w 143431"/>
                <a:gd name="connsiteY3" fmla="*/ 144315 h 265743"/>
                <a:gd name="connsiteX4" fmla="*/ 139516 w 143431"/>
                <a:gd name="connsiteY4" fmla="*/ 49171 h 265743"/>
                <a:gd name="connsiteX5" fmla="*/ 139630 w 143431"/>
                <a:gd name="connsiteY5" fmla="*/ -120 h 265743"/>
                <a:gd name="connsiteX6" fmla="*/ 116437 w 143431"/>
                <a:gd name="connsiteY6" fmla="*/ 30743 h 2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3431" h="265743">
                  <a:moveTo>
                    <a:pt x="116437" y="30743"/>
                  </a:moveTo>
                  <a:lnTo>
                    <a:pt x="-45" y="265623"/>
                  </a:lnTo>
                  <a:cubicBezTo>
                    <a:pt x="12544" y="243859"/>
                    <a:pt x="39095" y="235455"/>
                    <a:pt x="60036" y="221538"/>
                  </a:cubicBezTo>
                  <a:cubicBezTo>
                    <a:pt x="86706" y="202345"/>
                    <a:pt x="106785" y="175371"/>
                    <a:pt x="117520" y="144315"/>
                  </a:cubicBezTo>
                  <a:cubicBezTo>
                    <a:pt x="128105" y="113442"/>
                    <a:pt x="135476" y="81558"/>
                    <a:pt x="139516" y="49171"/>
                  </a:cubicBezTo>
                  <a:cubicBezTo>
                    <a:pt x="141897" y="34264"/>
                    <a:pt x="146825" y="13378"/>
                    <a:pt x="139630" y="-120"/>
                  </a:cubicBezTo>
                  <a:cubicBezTo>
                    <a:pt x="126240" y="2634"/>
                    <a:pt x="121910" y="19708"/>
                    <a:pt x="116437" y="30743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04604038-F8FF-4E19-A16C-994C4D738D26}"/>
                </a:ext>
              </a:extLst>
            </p:cNvPr>
            <p:cNvSpPr/>
            <p:nvPr/>
          </p:nvSpPr>
          <p:spPr>
            <a:xfrm>
              <a:off x="2795254" y="2464108"/>
              <a:ext cx="331780" cy="376626"/>
            </a:xfrm>
            <a:custGeom>
              <a:avLst/>
              <a:gdLst>
                <a:gd name="connsiteX0" fmla="*/ 283330 w 331780"/>
                <a:gd name="connsiteY0" fmla="*/ 45739 h 376626"/>
                <a:gd name="connsiteX1" fmla="*/ 195944 w 331780"/>
                <a:gd name="connsiteY1" fmla="*/ 113931 h 376626"/>
                <a:gd name="connsiteX2" fmla="*/ 33208 w 331780"/>
                <a:gd name="connsiteY2" fmla="*/ 314007 h 376626"/>
                <a:gd name="connsiteX3" fmla="*/ -45 w 331780"/>
                <a:gd name="connsiteY3" fmla="*/ 374593 h 376626"/>
                <a:gd name="connsiteX4" fmla="*/ 19143 w 331780"/>
                <a:gd name="connsiteY4" fmla="*/ 369628 h 376626"/>
                <a:gd name="connsiteX5" fmla="*/ 110616 w 331780"/>
                <a:gd name="connsiteY5" fmla="*/ 289238 h 376626"/>
                <a:gd name="connsiteX6" fmla="*/ 141123 w 331780"/>
                <a:gd name="connsiteY6" fmla="*/ 258364 h 376626"/>
                <a:gd name="connsiteX7" fmla="*/ 178461 w 331780"/>
                <a:gd name="connsiteY7" fmla="*/ 187884 h 376626"/>
                <a:gd name="connsiteX8" fmla="*/ 234049 w 331780"/>
                <a:gd name="connsiteY8" fmla="*/ 131233 h 376626"/>
                <a:gd name="connsiteX9" fmla="*/ 328064 w 331780"/>
                <a:gd name="connsiteY9" fmla="*/ -120 h 376626"/>
                <a:gd name="connsiteX10" fmla="*/ 283330 w 331780"/>
                <a:gd name="connsiteY10" fmla="*/ 45739 h 376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1780" h="376626">
                  <a:moveTo>
                    <a:pt x="283330" y="45739"/>
                  </a:moveTo>
                  <a:cubicBezTo>
                    <a:pt x="257049" y="71756"/>
                    <a:pt x="224865" y="90883"/>
                    <a:pt x="195944" y="113931"/>
                  </a:cubicBezTo>
                  <a:cubicBezTo>
                    <a:pt x="128403" y="167757"/>
                    <a:pt x="80209" y="241550"/>
                    <a:pt x="33208" y="314007"/>
                  </a:cubicBezTo>
                  <a:cubicBezTo>
                    <a:pt x="19932" y="332919"/>
                    <a:pt x="8780" y="353238"/>
                    <a:pt x="-45" y="374593"/>
                  </a:cubicBezTo>
                  <a:cubicBezTo>
                    <a:pt x="5456" y="379306"/>
                    <a:pt x="13703" y="374410"/>
                    <a:pt x="19143" y="369628"/>
                  </a:cubicBezTo>
                  <a:lnTo>
                    <a:pt x="110616" y="289238"/>
                  </a:lnTo>
                  <a:cubicBezTo>
                    <a:pt x="121843" y="280049"/>
                    <a:pt x="132069" y="269700"/>
                    <a:pt x="141123" y="258364"/>
                  </a:cubicBezTo>
                  <a:cubicBezTo>
                    <a:pt x="156995" y="236983"/>
                    <a:pt x="164037" y="210267"/>
                    <a:pt x="178461" y="187884"/>
                  </a:cubicBezTo>
                  <a:cubicBezTo>
                    <a:pt x="194167" y="166423"/>
                    <a:pt x="212889" y="147343"/>
                    <a:pt x="234049" y="131233"/>
                  </a:cubicBezTo>
                  <a:cubicBezTo>
                    <a:pt x="255037" y="113224"/>
                    <a:pt x="351609" y="31576"/>
                    <a:pt x="328064" y="-120"/>
                  </a:cubicBezTo>
                  <a:cubicBezTo>
                    <a:pt x="311090" y="8432"/>
                    <a:pt x="297217" y="31992"/>
                    <a:pt x="283330" y="45739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3526E0BD-7CBD-4C80-9DA5-8B41BBFF710A}"/>
                </a:ext>
              </a:extLst>
            </p:cNvPr>
            <p:cNvSpPr/>
            <p:nvPr/>
          </p:nvSpPr>
          <p:spPr>
            <a:xfrm>
              <a:off x="2502883" y="1437489"/>
              <a:ext cx="827987" cy="593550"/>
            </a:xfrm>
            <a:custGeom>
              <a:avLst/>
              <a:gdLst>
                <a:gd name="connsiteX0" fmla="*/ 775558 w 827987"/>
                <a:gd name="connsiteY0" fmla="*/ 54245 h 593550"/>
                <a:gd name="connsiteX1" fmla="*/ 678746 w 827987"/>
                <a:gd name="connsiteY1" fmla="*/ 22378 h 593550"/>
                <a:gd name="connsiteX2" fmla="*/ 617146 w 827987"/>
                <a:gd name="connsiteY2" fmla="*/ 17948 h 593550"/>
                <a:gd name="connsiteX3" fmla="*/ 560666 w 827987"/>
                <a:gd name="connsiteY3" fmla="*/ 28744 h 593550"/>
                <a:gd name="connsiteX4" fmla="*/ 482009 w 827987"/>
                <a:gd name="connsiteY4" fmla="*/ 12224 h 593550"/>
                <a:gd name="connsiteX5" fmla="*/ 404147 w 827987"/>
                <a:gd name="connsiteY5" fmla="*/ 18116 h 593550"/>
                <a:gd name="connsiteX6" fmla="*/ 387199 w 827987"/>
                <a:gd name="connsiteY6" fmla="*/ 27118 h 593550"/>
                <a:gd name="connsiteX7" fmla="*/ 369681 w 827987"/>
                <a:gd name="connsiteY7" fmla="*/ 18526 h 593550"/>
                <a:gd name="connsiteX8" fmla="*/ 245299 w 827987"/>
                <a:gd name="connsiteY8" fmla="*/ 25081 h 593550"/>
                <a:gd name="connsiteX9" fmla="*/ 143191 w 827987"/>
                <a:gd name="connsiteY9" fmla="*/ 197725 h 593550"/>
                <a:gd name="connsiteX10" fmla="*/ 97333 w 827987"/>
                <a:gd name="connsiteY10" fmla="*/ 228830 h 593550"/>
                <a:gd name="connsiteX11" fmla="*/ 89426 w 827987"/>
                <a:gd name="connsiteY11" fmla="*/ 243787 h 593550"/>
                <a:gd name="connsiteX12" fmla="*/ 75452 w 827987"/>
                <a:gd name="connsiteY12" fmla="*/ 253745 h 593550"/>
                <a:gd name="connsiteX13" fmla="*/ 27541 w 827987"/>
                <a:gd name="connsiteY13" fmla="*/ 281286 h 593550"/>
                <a:gd name="connsiteX14" fmla="*/ -34 w 827987"/>
                <a:gd name="connsiteY14" fmla="*/ 327509 h 593550"/>
                <a:gd name="connsiteX15" fmla="*/ 8434 w 827987"/>
                <a:gd name="connsiteY15" fmla="*/ 366383 h 593550"/>
                <a:gd name="connsiteX16" fmla="*/ 362899 w 827987"/>
                <a:gd name="connsiteY16" fmla="*/ 593045 h 593550"/>
                <a:gd name="connsiteX17" fmla="*/ 400031 w 827987"/>
                <a:gd name="connsiteY17" fmla="*/ 581456 h 593550"/>
                <a:gd name="connsiteX18" fmla="*/ 413046 w 827987"/>
                <a:gd name="connsiteY18" fmla="*/ 560020 h 593550"/>
                <a:gd name="connsiteX19" fmla="*/ 524281 w 827987"/>
                <a:gd name="connsiteY19" fmla="*/ 405958 h 593550"/>
                <a:gd name="connsiteX20" fmla="*/ 576390 w 827987"/>
                <a:gd name="connsiteY20" fmla="*/ 305207 h 593550"/>
                <a:gd name="connsiteX21" fmla="*/ 699275 w 827987"/>
                <a:gd name="connsiteY21" fmla="*/ 186177 h 593550"/>
                <a:gd name="connsiteX22" fmla="*/ 785966 w 827987"/>
                <a:gd name="connsiteY22" fmla="*/ 147391 h 593550"/>
                <a:gd name="connsiteX23" fmla="*/ 825165 w 827987"/>
                <a:gd name="connsiteY23" fmla="*/ 114834 h 593550"/>
                <a:gd name="connsiteX24" fmla="*/ 775558 w 827987"/>
                <a:gd name="connsiteY24" fmla="*/ 54245 h 59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27987" h="593550">
                  <a:moveTo>
                    <a:pt x="775558" y="54245"/>
                  </a:moveTo>
                  <a:cubicBezTo>
                    <a:pt x="746537" y="36180"/>
                    <a:pt x="712373" y="28520"/>
                    <a:pt x="678746" y="22378"/>
                  </a:cubicBezTo>
                  <a:cubicBezTo>
                    <a:pt x="658557" y="17783"/>
                    <a:pt x="637785" y="16290"/>
                    <a:pt x="617146" y="17948"/>
                  </a:cubicBezTo>
                  <a:cubicBezTo>
                    <a:pt x="598104" y="20324"/>
                    <a:pt x="579827" y="27677"/>
                    <a:pt x="560666" y="28744"/>
                  </a:cubicBezTo>
                  <a:cubicBezTo>
                    <a:pt x="533772" y="30243"/>
                    <a:pt x="507989" y="19334"/>
                    <a:pt x="482009" y="12224"/>
                  </a:cubicBezTo>
                  <a:cubicBezTo>
                    <a:pt x="456030" y="5114"/>
                    <a:pt x="426019" y="2397"/>
                    <a:pt x="404147" y="18116"/>
                  </a:cubicBezTo>
                  <a:cubicBezTo>
                    <a:pt x="399492" y="22699"/>
                    <a:pt x="393603" y="25827"/>
                    <a:pt x="387199" y="27118"/>
                  </a:cubicBezTo>
                  <a:cubicBezTo>
                    <a:pt x="380557" y="26312"/>
                    <a:pt x="374384" y="23284"/>
                    <a:pt x="369681" y="18526"/>
                  </a:cubicBezTo>
                  <a:cubicBezTo>
                    <a:pt x="331777" y="-8604"/>
                    <a:pt x="280141" y="-5882"/>
                    <a:pt x="245299" y="25081"/>
                  </a:cubicBezTo>
                  <a:cubicBezTo>
                    <a:pt x="195702" y="71586"/>
                    <a:pt x="201315" y="162453"/>
                    <a:pt x="143191" y="197725"/>
                  </a:cubicBezTo>
                  <a:cubicBezTo>
                    <a:pt x="127169" y="207447"/>
                    <a:pt x="106687" y="212591"/>
                    <a:pt x="97333" y="228830"/>
                  </a:cubicBezTo>
                  <a:cubicBezTo>
                    <a:pt x="95068" y="234004"/>
                    <a:pt x="92426" y="239003"/>
                    <a:pt x="89426" y="243787"/>
                  </a:cubicBezTo>
                  <a:cubicBezTo>
                    <a:pt x="85532" y="248066"/>
                    <a:pt x="80767" y="251461"/>
                    <a:pt x="75452" y="253745"/>
                  </a:cubicBezTo>
                  <a:cubicBezTo>
                    <a:pt x="58586" y="261272"/>
                    <a:pt x="42533" y="270500"/>
                    <a:pt x="27541" y="281286"/>
                  </a:cubicBezTo>
                  <a:cubicBezTo>
                    <a:pt x="12429" y="292288"/>
                    <a:pt x="2468" y="308985"/>
                    <a:pt x="-34" y="327509"/>
                  </a:cubicBezTo>
                  <a:cubicBezTo>
                    <a:pt x="-248" y="340947"/>
                    <a:pt x="2650" y="354252"/>
                    <a:pt x="8434" y="366383"/>
                  </a:cubicBezTo>
                  <a:cubicBezTo>
                    <a:pt x="66717" y="509337"/>
                    <a:pt x="208684" y="600116"/>
                    <a:pt x="362899" y="593045"/>
                  </a:cubicBezTo>
                  <a:cubicBezTo>
                    <a:pt x="376262" y="593733"/>
                    <a:pt x="389431" y="589623"/>
                    <a:pt x="400031" y="581456"/>
                  </a:cubicBezTo>
                  <a:cubicBezTo>
                    <a:pt x="405623" y="575152"/>
                    <a:pt x="410032" y="567890"/>
                    <a:pt x="413046" y="560020"/>
                  </a:cubicBezTo>
                  <a:cubicBezTo>
                    <a:pt x="440371" y="502726"/>
                    <a:pt x="491692" y="460431"/>
                    <a:pt x="524281" y="405958"/>
                  </a:cubicBezTo>
                  <a:cubicBezTo>
                    <a:pt x="543703" y="373493"/>
                    <a:pt x="556171" y="337182"/>
                    <a:pt x="576390" y="305207"/>
                  </a:cubicBezTo>
                  <a:cubicBezTo>
                    <a:pt x="607039" y="256734"/>
                    <a:pt x="653651" y="220926"/>
                    <a:pt x="699275" y="186177"/>
                  </a:cubicBezTo>
                  <a:cubicBezTo>
                    <a:pt x="725002" y="166582"/>
                    <a:pt x="753645" y="146018"/>
                    <a:pt x="785966" y="147391"/>
                  </a:cubicBezTo>
                  <a:cubicBezTo>
                    <a:pt x="814773" y="148618"/>
                    <a:pt x="835725" y="150164"/>
                    <a:pt x="825165" y="114834"/>
                  </a:cubicBezTo>
                  <a:cubicBezTo>
                    <a:pt x="816365" y="89379"/>
                    <a:pt x="798776" y="67896"/>
                    <a:pt x="775558" y="54245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CC3A9BA7-1174-43A6-8FD1-33F6FDC018D5}"/>
                </a:ext>
              </a:extLst>
            </p:cNvPr>
            <p:cNvSpPr/>
            <p:nvPr/>
          </p:nvSpPr>
          <p:spPr>
            <a:xfrm>
              <a:off x="2502883" y="1437489"/>
              <a:ext cx="827987" cy="593550"/>
            </a:xfrm>
            <a:custGeom>
              <a:avLst/>
              <a:gdLst>
                <a:gd name="connsiteX0" fmla="*/ 775558 w 827987"/>
                <a:gd name="connsiteY0" fmla="*/ 54245 h 593550"/>
                <a:gd name="connsiteX1" fmla="*/ 678746 w 827987"/>
                <a:gd name="connsiteY1" fmla="*/ 22378 h 593550"/>
                <a:gd name="connsiteX2" fmla="*/ 617146 w 827987"/>
                <a:gd name="connsiteY2" fmla="*/ 17948 h 593550"/>
                <a:gd name="connsiteX3" fmla="*/ 560666 w 827987"/>
                <a:gd name="connsiteY3" fmla="*/ 28744 h 593550"/>
                <a:gd name="connsiteX4" fmla="*/ 482009 w 827987"/>
                <a:gd name="connsiteY4" fmla="*/ 12224 h 593550"/>
                <a:gd name="connsiteX5" fmla="*/ 404147 w 827987"/>
                <a:gd name="connsiteY5" fmla="*/ 18116 h 593550"/>
                <a:gd name="connsiteX6" fmla="*/ 387199 w 827987"/>
                <a:gd name="connsiteY6" fmla="*/ 27118 h 593550"/>
                <a:gd name="connsiteX7" fmla="*/ 369681 w 827987"/>
                <a:gd name="connsiteY7" fmla="*/ 18526 h 593550"/>
                <a:gd name="connsiteX8" fmla="*/ 245299 w 827987"/>
                <a:gd name="connsiteY8" fmla="*/ 25081 h 593550"/>
                <a:gd name="connsiteX9" fmla="*/ 143191 w 827987"/>
                <a:gd name="connsiteY9" fmla="*/ 197725 h 593550"/>
                <a:gd name="connsiteX10" fmla="*/ 97333 w 827987"/>
                <a:gd name="connsiteY10" fmla="*/ 228830 h 593550"/>
                <a:gd name="connsiteX11" fmla="*/ 89426 w 827987"/>
                <a:gd name="connsiteY11" fmla="*/ 243787 h 593550"/>
                <a:gd name="connsiteX12" fmla="*/ 75452 w 827987"/>
                <a:gd name="connsiteY12" fmla="*/ 253745 h 593550"/>
                <a:gd name="connsiteX13" fmla="*/ 27541 w 827987"/>
                <a:gd name="connsiteY13" fmla="*/ 281286 h 593550"/>
                <a:gd name="connsiteX14" fmla="*/ -34 w 827987"/>
                <a:gd name="connsiteY14" fmla="*/ 327509 h 593550"/>
                <a:gd name="connsiteX15" fmla="*/ 8434 w 827987"/>
                <a:gd name="connsiteY15" fmla="*/ 366383 h 593550"/>
                <a:gd name="connsiteX16" fmla="*/ 362899 w 827987"/>
                <a:gd name="connsiteY16" fmla="*/ 593045 h 593550"/>
                <a:gd name="connsiteX17" fmla="*/ 400031 w 827987"/>
                <a:gd name="connsiteY17" fmla="*/ 581456 h 593550"/>
                <a:gd name="connsiteX18" fmla="*/ 413046 w 827987"/>
                <a:gd name="connsiteY18" fmla="*/ 560020 h 593550"/>
                <a:gd name="connsiteX19" fmla="*/ 524281 w 827987"/>
                <a:gd name="connsiteY19" fmla="*/ 405958 h 593550"/>
                <a:gd name="connsiteX20" fmla="*/ 576390 w 827987"/>
                <a:gd name="connsiteY20" fmla="*/ 305207 h 593550"/>
                <a:gd name="connsiteX21" fmla="*/ 699275 w 827987"/>
                <a:gd name="connsiteY21" fmla="*/ 186177 h 593550"/>
                <a:gd name="connsiteX22" fmla="*/ 785966 w 827987"/>
                <a:gd name="connsiteY22" fmla="*/ 147391 h 593550"/>
                <a:gd name="connsiteX23" fmla="*/ 825165 w 827987"/>
                <a:gd name="connsiteY23" fmla="*/ 114834 h 593550"/>
                <a:gd name="connsiteX24" fmla="*/ 775558 w 827987"/>
                <a:gd name="connsiteY24" fmla="*/ 54245 h 59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27987" h="593550">
                  <a:moveTo>
                    <a:pt x="775558" y="54245"/>
                  </a:moveTo>
                  <a:cubicBezTo>
                    <a:pt x="746537" y="36180"/>
                    <a:pt x="712373" y="28520"/>
                    <a:pt x="678746" y="22378"/>
                  </a:cubicBezTo>
                  <a:cubicBezTo>
                    <a:pt x="658557" y="17783"/>
                    <a:pt x="637785" y="16290"/>
                    <a:pt x="617146" y="17948"/>
                  </a:cubicBezTo>
                  <a:cubicBezTo>
                    <a:pt x="598104" y="20324"/>
                    <a:pt x="579827" y="27677"/>
                    <a:pt x="560666" y="28744"/>
                  </a:cubicBezTo>
                  <a:cubicBezTo>
                    <a:pt x="533772" y="30243"/>
                    <a:pt x="507989" y="19334"/>
                    <a:pt x="482009" y="12224"/>
                  </a:cubicBezTo>
                  <a:cubicBezTo>
                    <a:pt x="456030" y="5114"/>
                    <a:pt x="426019" y="2397"/>
                    <a:pt x="404147" y="18116"/>
                  </a:cubicBezTo>
                  <a:cubicBezTo>
                    <a:pt x="399492" y="22699"/>
                    <a:pt x="393603" y="25827"/>
                    <a:pt x="387199" y="27118"/>
                  </a:cubicBezTo>
                  <a:cubicBezTo>
                    <a:pt x="380557" y="26312"/>
                    <a:pt x="374384" y="23284"/>
                    <a:pt x="369681" y="18526"/>
                  </a:cubicBezTo>
                  <a:cubicBezTo>
                    <a:pt x="331777" y="-8604"/>
                    <a:pt x="280141" y="-5882"/>
                    <a:pt x="245299" y="25081"/>
                  </a:cubicBezTo>
                  <a:cubicBezTo>
                    <a:pt x="195702" y="71586"/>
                    <a:pt x="201315" y="162453"/>
                    <a:pt x="143191" y="197725"/>
                  </a:cubicBezTo>
                  <a:cubicBezTo>
                    <a:pt x="127169" y="207447"/>
                    <a:pt x="106687" y="212591"/>
                    <a:pt x="97333" y="228830"/>
                  </a:cubicBezTo>
                  <a:cubicBezTo>
                    <a:pt x="95068" y="234004"/>
                    <a:pt x="92426" y="239003"/>
                    <a:pt x="89426" y="243787"/>
                  </a:cubicBezTo>
                  <a:cubicBezTo>
                    <a:pt x="85532" y="248066"/>
                    <a:pt x="80767" y="251461"/>
                    <a:pt x="75452" y="253745"/>
                  </a:cubicBezTo>
                  <a:cubicBezTo>
                    <a:pt x="58586" y="261272"/>
                    <a:pt x="42533" y="270500"/>
                    <a:pt x="27541" y="281286"/>
                  </a:cubicBezTo>
                  <a:cubicBezTo>
                    <a:pt x="12429" y="292288"/>
                    <a:pt x="2468" y="308985"/>
                    <a:pt x="-34" y="327509"/>
                  </a:cubicBezTo>
                  <a:cubicBezTo>
                    <a:pt x="-248" y="340947"/>
                    <a:pt x="2650" y="354252"/>
                    <a:pt x="8434" y="366383"/>
                  </a:cubicBezTo>
                  <a:cubicBezTo>
                    <a:pt x="66717" y="509337"/>
                    <a:pt x="208684" y="600116"/>
                    <a:pt x="362899" y="593045"/>
                  </a:cubicBezTo>
                  <a:cubicBezTo>
                    <a:pt x="376262" y="593733"/>
                    <a:pt x="389431" y="589623"/>
                    <a:pt x="400031" y="581456"/>
                  </a:cubicBezTo>
                  <a:cubicBezTo>
                    <a:pt x="405623" y="575152"/>
                    <a:pt x="410032" y="567890"/>
                    <a:pt x="413046" y="560020"/>
                  </a:cubicBezTo>
                  <a:cubicBezTo>
                    <a:pt x="440371" y="502726"/>
                    <a:pt x="491692" y="460431"/>
                    <a:pt x="524281" y="405958"/>
                  </a:cubicBezTo>
                  <a:cubicBezTo>
                    <a:pt x="543703" y="373493"/>
                    <a:pt x="556171" y="337182"/>
                    <a:pt x="576390" y="305207"/>
                  </a:cubicBezTo>
                  <a:cubicBezTo>
                    <a:pt x="607039" y="256734"/>
                    <a:pt x="653651" y="220926"/>
                    <a:pt x="699275" y="186177"/>
                  </a:cubicBezTo>
                  <a:cubicBezTo>
                    <a:pt x="725002" y="166582"/>
                    <a:pt x="753645" y="146018"/>
                    <a:pt x="785966" y="147391"/>
                  </a:cubicBezTo>
                  <a:cubicBezTo>
                    <a:pt x="814773" y="148618"/>
                    <a:pt x="835725" y="150164"/>
                    <a:pt x="825165" y="114834"/>
                  </a:cubicBezTo>
                  <a:cubicBezTo>
                    <a:pt x="816365" y="89379"/>
                    <a:pt x="798776" y="67896"/>
                    <a:pt x="775558" y="54245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FBA74486-D6C4-43E8-A74D-909D4A51D250}"/>
                </a:ext>
              </a:extLst>
            </p:cNvPr>
            <p:cNvSpPr/>
            <p:nvPr/>
          </p:nvSpPr>
          <p:spPr>
            <a:xfrm>
              <a:off x="2700122" y="5196663"/>
              <a:ext cx="741221" cy="283677"/>
            </a:xfrm>
            <a:custGeom>
              <a:avLst/>
              <a:gdLst>
                <a:gd name="connsiteX0" fmla="*/ 719097 w 741221"/>
                <a:gd name="connsiteY0" fmla="*/ 215658 h 283677"/>
                <a:gd name="connsiteX1" fmla="*/ 646396 w 741221"/>
                <a:gd name="connsiteY1" fmla="*/ 247637 h 283677"/>
                <a:gd name="connsiteX2" fmla="*/ 465445 w 741221"/>
                <a:gd name="connsiteY2" fmla="*/ 270001 h 283677"/>
                <a:gd name="connsiteX3" fmla="*/ 406367 w 741221"/>
                <a:gd name="connsiteY3" fmla="*/ 274517 h 283677"/>
                <a:gd name="connsiteX4" fmla="*/ 232993 w 741221"/>
                <a:gd name="connsiteY4" fmla="*/ 283551 h 283677"/>
                <a:gd name="connsiteX5" fmla="*/ 19772 w 741221"/>
                <a:gd name="connsiteY5" fmla="*/ 265120 h 283677"/>
                <a:gd name="connsiteX6" fmla="*/ 38 w 741221"/>
                <a:gd name="connsiteY6" fmla="*/ 248840 h 283677"/>
                <a:gd name="connsiteX7" fmla="*/ 322 w 741221"/>
                <a:gd name="connsiteY7" fmla="*/ 243486 h 283677"/>
                <a:gd name="connsiteX8" fmla="*/ 26546 w 741221"/>
                <a:gd name="connsiteY8" fmla="*/ 29463 h 283677"/>
                <a:gd name="connsiteX9" fmla="*/ 87300 w 741221"/>
                <a:gd name="connsiteY9" fmla="*/ 67998 h 283677"/>
                <a:gd name="connsiteX10" fmla="*/ 134286 w 741221"/>
                <a:gd name="connsiteY10" fmla="*/ 92984 h 283677"/>
                <a:gd name="connsiteX11" fmla="*/ 307733 w 741221"/>
                <a:gd name="connsiteY11" fmla="*/ 27860 h 283677"/>
                <a:gd name="connsiteX12" fmla="*/ 339858 w 741221"/>
                <a:gd name="connsiteY12" fmla="*/ 7973 h 283677"/>
                <a:gd name="connsiteX13" fmla="*/ 365865 w 741221"/>
                <a:gd name="connsiteY13" fmla="*/ 543 h 283677"/>
                <a:gd name="connsiteX14" fmla="*/ 454373 w 741221"/>
                <a:gd name="connsiteY14" fmla="*/ 18463 h 283677"/>
                <a:gd name="connsiteX15" fmla="*/ 556285 w 741221"/>
                <a:gd name="connsiteY15" fmla="*/ 79581 h 283677"/>
                <a:gd name="connsiteX16" fmla="*/ 647634 w 741221"/>
                <a:gd name="connsiteY16" fmla="*/ 108501 h 283677"/>
                <a:gd name="connsiteX17" fmla="*/ 734832 w 741221"/>
                <a:gd name="connsiteY17" fmla="*/ 142957 h 283677"/>
                <a:gd name="connsiteX18" fmla="*/ 734905 w 741221"/>
                <a:gd name="connsiteY18" fmla="*/ 143176 h 283677"/>
                <a:gd name="connsiteX19" fmla="*/ 719097 w 741221"/>
                <a:gd name="connsiteY19" fmla="*/ 215658 h 283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41221" h="283677">
                  <a:moveTo>
                    <a:pt x="719097" y="215658"/>
                  </a:moveTo>
                  <a:cubicBezTo>
                    <a:pt x="699501" y="233943"/>
                    <a:pt x="672548" y="241955"/>
                    <a:pt x="646396" y="247637"/>
                  </a:cubicBezTo>
                  <a:cubicBezTo>
                    <a:pt x="586671" y="259284"/>
                    <a:pt x="526208" y="266757"/>
                    <a:pt x="465445" y="270001"/>
                  </a:cubicBezTo>
                  <a:cubicBezTo>
                    <a:pt x="445777" y="271458"/>
                    <a:pt x="426035" y="272988"/>
                    <a:pt x="406367" y="274517"/>
                  </a:cubicBezTo>
                  <a:cubicBezTo>
                    <a:pt x="348673" y="278889"/>
                    <a:pt x="290905" y="283332"/>
                    <a:pt x="232993" y="283551"/>
                  </a:cubicBezTo>
                  <a:cubicBezTo>
                    <a:pt x="161511" y="283793"/>
                    <a:pt x="90152" y="277625"/>
                    <a:pt x="19772" y="265120"/>
                  </a:cubicBezTo>
                  <a:cubicBezTo>
                    <a:pt x="9827" y="266074"/>
                    <a:pt x="991" y="258785"/>
                    <a:pt x="38" y="248840"/>
                  </a:cubicBezTo>
                  <a:cubicBezTo>
                    <a:pt x="-134" y="247051"/>
                    <a:pt x="-38" y="245246"/>
                    <a:pt x="322" y="243486"/>
                  </a:cubicBezTo>
                  <a:cubicBezTo>
                    <a:pt x="1574" y="171425"/>
                    <a:pt x="10363" y="99694"/>
                    <a:pt x="26546" y="29463"/>
                  </a:cubicBezTo>
                  <a:cubicBezTo>
                    <a:pt x="33249" y="616"/>
                    <a:pt x="84968" y="65303"/>
                    <a:pt x="87300" y="67998"/>
                  </a:cubicBezTo>
                  <a:cubicBezTo>
                    <a:pt x="101651" y="84316"/>
                    <a:pt x="112505" y="91819"/>
                    <a:pt x="134286" y="92984"/>
                  </a:cubicBezTo>
                  <a:cubicBezTo>
                    <a:pt x="193801" y="96263"/>
                    <a:pt x="260456" y="60058"/>
                    <a:pt x="307733" y="27860"/>
                  </a:cubicBezTo>
                  <a:cubicBezTo>
                    <a:pt x="317857" y="20330"/>
                    <a:pt x="328604" y="13677"/>
                    <a:pt x="339858" y="7973"/>
                  </a:cubicBezTo>
                  <a:cubicBezTo>
                    <a:pt x="348126" y="4263"/>
                    <a:pt x="356884" y="1761"/>
                    <a:pt x="365865" y="543"/>
                  </a:cubicBezTo>
                  <a:cubicBezTo>
                    <a:pt x="396486" y="-2280"/>
                    <a:pt x="427262" y="3952"/>
                    <a:pt x="454373" y="18463"/>
                  </a:cubicBezTo>
                  <a:cubicBezTo>
                    <a:pt x="489922" y="36091"/>
                    <a:pt x="521101" y="61442"/>
                    <a:pt x="556285" y="79581"/>
                  </a:cubicBezTo>
                  <a:cubicBezTo>
                    <a:pt x="584895" y="94281"/>
                    <a:pt x="615776" y="104058"/>
                    <a:pt x="647634" y="108501"/>
                  </a:cubicBezTo>
                  <a:cubicBezTo>
                    <a:pt x="679833" y="112944"/>
                    <a:pt x="718295" y="115057"/>
                    <a:pt x="734832" y="142957"/>
                  </a:cubicBezTo>
                  <a:cubicBezTo>
                    <a:pt x="734888" y="143015"/>
                    <a:pt x="734915" y="143096"/>
                    <a:pt x="734905" y="143176"/>
                  </a:cubicBezTo>
                  <a:cubicBezTo>
                    <a:pt x="748454" y="166268"/>
                    <a:pt x="738619" y="197446"/>
                    <a:pt x="719097" y="215658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2A77625F-A387-43B9-9B7B-AE43D5C6EEC8}"/>
                </a:ext>
              </a:extLst>
            </p:cNvPr>
            <p:cNvSpPr/>
            <p:nvPr/>
          </p:nvSpPr>
          <p:spPr>
            <a:xfrm>
              <a:off x="2689828" y="5197325"/>
              <a:ext cx="755498" cy="293676"/>
            </a:xfrm>
            <a:custGeom>
              <a:avLst/>
              <a:gdLst>
                <a:gd name="connsiteX0" fmla="*/ 729391 w 755498"/>
                <a:gd name="connsiteY0" fmla="*/ 225656 h 293676"/>
                <a:gd name="connsiteX1" fmla="*/ 656690 w 755498"/>
                <a:gd name="connsiteY1" fmla="*/ 257636 h 293676"/>
                <a:gd name="connsiteX2" fmla="*/ 475739 w 755498"/>
                <a:gd name="connsiteY2" fmla="*/ 280000 h 293676"/>
                <a:gd name="connsiteX3" fmla="*/ 416662 w 755498"/>
                <a:gd name="connsiteY3" fmla="*/ 284516 h 293676"/>
                <a:gd name="connsiteX4" fmla="*/ 243287 w 755498"/>
                <a:gd name="connsiteY4" fmla="*/ 293549 h 293676"/>
                <a:gd name="connsiteX5" fmla="*/ 30066 w 755498"/>
                <a:gd name="connsiteY5" fmla="*/ 275119 h 293676"/>
                <a:gd name="connsiteX6" fmla="*/ 13165 w 755498"/>
                <a:gd name="connsiteY6" fmla="*/ 266960 h 293676"/>
                <a:gd name="connsiteX7" fmla="*/ -45 w 755498"/>
                <a:gd name="connsiteY7" fmla="*/ 242822 h 293676"/>
                <a:gd name="connsiteX8" fmla="*/ 36840 w 755498"/>
                <a:gd name="connsiteY8" fmla="*/ 28800 h 293676"/>
                <a:gd name="connsiteX9" fmla="*/ 97594 w 755498"/>
                <a:gd name="connsiteY9" fmla="*/ 67335 h 293676"/>
                <a:gd name="connsiteX10" fmla="*/ 144580 w 755498"/>
                <a:gd name="connsiteY10" fmla="*/ 92321 h 293676"/>
                <a:gd name="connsiteX11" fmla="*/ 318027 w 755498"/>
                <a:gd name="connsiteY11" fmla="*/ 27197 h 293676"/>
                <a:gd name="connsiteX12" fmla="*/ 350152 w 755498"/>
                <a:gd name="connsiteY12" fmla="*/ 7310 h 293676"/>
                <a:gd name="connsiteX13" fmla="*/ 376159 w 755498"/>
                <a:gd name="connsiteY13" fmla="*/ -120 h 293676"/>
                <a:gd name="connsiteX14" fmla="*/ 275411 w 755498"/>
                <a:gd name="connsiteY14" fmla="*/ 110169 h 293676"/>
                <a:gd name="connsiteX15" fmla="*/ 63576 w 755498"/>
                <a:gd name="connsiteY15" fmla="*/ 129838 h 293676"/>
                <a:gd name="connsiteX16" fmla="*/ 48569 w 755498"/>
                <a:gd name="connsiteY16" fmla="*/ 133480 h 293676"/>
                <a:gd name="connsiteX17" fmla="*/ 39755 w 755498"/>
                <a:gd name="connsiteY17" fmla="*/ 161599 h 293676"/>
                <a:gd name="connsiteX18" fmla="*/ 57310 w 755498"/>
                <a:gd name="connsiteY18" fmla="*/ 207346 h 293676"/>
                <a:gd name="connsiteX19" fmla="*/ 81058 w 755498"/>
                <a:gd name="connsiteY19" fmla="*/ 212300 h 293676"/>
                <a:gd name="connsiteX20" fmla="*/ 609267 w 755498"/>
                <a:gd name="connsiteY20" fmla="*/ 193796 h 293676"/>
                <a:gd name="connsiteX21" fmla="*/ 695299 w 755498"/>
                <a:gd name="connsiteY21" fmla="*/ 174637 h 293676"/>
                <a:gd name="connsiteX22" fmla="*/ 745198 w 755498"/>
                <a:gd name="connsiteY22" fmla="*/ 142513 h 293676"/>
                <a:gd name="connsiteX23" fmla="*/ 729391 w 755498"/>
                <a:gd name="connsiteY23" fmla="*/ 225656 h 29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55498" h="293676">
                  <a:moveTo>
                    <a:pt x="729391" y="225656"/>
                  </a:moveTo>
                  <a:cubicBezTo>
                    <a:pt x="709795" y="243941"/>
                    <a:pt x="682842" y="251954"/>
                    <a:pt x="656690" y="257636"/>
                  </a:cubicBezTo>
                  <a:cubicBezTo>
                    <a:pt x="596965" y="269283"/>
                    <a:pt x="536502" y="276756"/>
                    <a:pt x="475739" y="280000"/>
                  </a:cubicBezTo>
                  <a:cubicBezTo>
                    <a:pt x="456071" y="281457"/>
                    <a:pt x="436330" y="282987"/>
                    <a:pt x="416662" y="284516"/>
                  </a:cubicBezTo>
                  <a:cubicBezTo>
                    <a:pt x="358967" y="288887"/>
                    <a:pt x="301199" y="293331"/>
                    <a:pt x="243287" y="293549"/>
                  </a:cubicBezTo>
                  <a:cubicBezTo>
                    <a:pt x="171806" y="293792"/>
                    <a:pt x="100446" y="287623"/>
                    <a:pt x="30066" y="275119"/>
                  </a:cubicBezTo>
                  <a:cubicBezTo>
                    <a:pt x="23544" y="274861"/>
                    <a:pt x="17423" y="271906"/>
                    <a:pt x="13165" y="266960"/>
                  </a:cubicBezTo>
                  <a:cubicBezTo>
                    <a:pt x="7608" y="259602"/>
                    <a:pt x="3158" y="251469"/>
                    <a:pt x="-45" y="242822"/>
                  </a:cubicBezTo>
                  <a:cubicBezTo>
                    <a:pt x="1193" y="170850"/>
                    <a:pt x="20668" y="98951"/>
                    <a:pt x="36840" y="28800"/>
                  </a:cubicBezTo>
                  <a:cubicBezTo>
                    <a:pt x="43543" y="-47"/>
                    <a:pt x="95263" y="64640"/>
                    <a:pt x="97594" y="67335"/>
                  </a:cubicBezTo>
                  <a:cubicBezTo>
                    <a:pt x="111945" y="83653"/>
                    <a:pt x="122799" y="91156"/>
                    <a:pt x="144580" y="92321"/>
                  </a:cubicBezTo>
                  <a:cubicBezTo>
                    <a:pt x="204095" y="95600"/>
                    <a:pt x="270750" y="59395"/>
                    <a:pt x="318027" y="27197"/>
                  </a:cubicBezTo>
                  <a:cubicBezTo>
                    <a:pt x="328151" y="19667"/>
                    <a:pt x="338898" y="13014"/>
                    <a:pt x="350152" y="7310"/>
                  </a:cubicBezTo>
                  <a:cubicBezTo>
                    <a:pt x="358420" y="3600"/>
                    <a:pt x="367179" y="1098"/>
                    <a:pt x="376159" y="-120"/>
                  </a:cubicBezTo>
                  <a:cubicBezTo>
                    <a:pt x="368509" y="42713"/>
                    <a:pt x="307100" y="94434"/>
                    <a:pt x="275411" y="110169"/>
                  </a:cubicBezTo>
                  <a:cubicBezTo>
                    <a:pt x="211307" y="142003"/>
                    <a:pt x="135110" y="126122"/>
                    <a:pt x="63576" y="129838"/>
                  </a:cubicBezTo>
                  <a:cubicBezTo>
                    <a:pt x="58339" y="129700"/>
                    <a:pt x="53160" y="130957"/>
                    <a:pt x="48569" y="133480"/>
                  </a:cubicBezTo>
                  <a:cubicBezTo>
                    <a:pt x="39973" y="139162"/>
                    <a:pt x="39463" y="151327"/>
                    <a:pt x="39755" y="161599"/>
                  </a:cubicBezTo>
                  <a:cubicBezTo>
                    <a:pt x="40337" y="178645"/>
                    <a:pt x="42522" y="198677"/>
                    <a:pt x="57310" y="207346"/>
                  </a:cubicBezTo>
                  <a:cubicBezTo>
                    <a:pt x="64708" y="210897"/>
                    <a:pt x="72858" y="212597"/>
                    <a:pt x="81058" y="212300"/>
                  </a:cubicBezTo>
                  <a:cubicBezTo>
                    <a:pt x="257340" y="220017"/>
                    <a:pt x="433957" y="213830"/>
                    <a:pt x="609267" y="193796"/>
                  </a:cubicBezTo>
                  <a:cubicBezTo>
                    <a:pt x="638752" y="191824"/>
                    <a:pt x="667764" y="185363"/>
                    <a:pt x="695299" y="174637"/>
                  </a:cubicBezTo>
                  <a:cubicBezTo>
                    <a:pt x="713291" y="166204"/>
                    <a:pt x="730073" y="155399"/>
                    <a:pt x="745198" y="142513"/>
                  </a:cubicBezTo>
                  <a:cubicBezTo>
                    <a:pt x="767717" y="160206"/>
                    <a:pt x="748913" y="207445"/>
                    <a:pt x="729391" y="225656"/>
                  </a:cubicBezTo>
                  <a:close/>
                </a:path>
              </a:pathLst>
            </a:custGeom>
            <a:solidFill>
              <a:srgbClr val="E8EAF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FE286788-E539-462B-8B75-54EBC76E65BB}"/>
                </a:ext>
              </a:extLst>
            </p:cNvPr>
            <p:cNvSpPr/>
            <p:nvPr/>
          </p:nvSpPr>
          <p:spPr>
            <a:xfrm>
              <a:off x="2857280" y="828932"/>
              <a:ext cx="498126" cy="504805"/>
            </a:xfrm>
            <a:custGeom>
              <a:avLst/>
              <a:gdLst>
                <a:gd name="connsiteX0" fmla="*/ 414644 w 498126"/>
                <a:gd name="connsiteY0" fmla="*/ 284945 h 504805"/>
                <a:gd name="connsiteX1" fmla="*/ 380406 w 498126"/>
                <a:gd name="connsiteY1" fmla="*/ 352036 h 504805"/>
                <a:gd name="connsiteX2" fmla="*/ 300857 w 498126"/>
                <a:gd name="connsiteY2" fmla="*/ 314301 h 504805"/>
                <a:gd name="connsiteX3" fmla="*/ 238793 w 498126"/>
                <a:gd name="connsiteY3" fmla="*/ 403174 h 504805"/>
                <a:gd name="connsiteX4" fmla="*/ 115536 w 498126"/>
                <a:gd name="connsiteY4" fmla="*/ 502755 h 504805"/>
                <a:gd name="connsiteX5" fmla="*/ 81591 w 498126"/>
                <a:gd name="connsiteY5" fmla="*/ 502682 h 504805"/>
                <a:gd name="connsiteX6" fmla="*/ 31108 w 498126"/>
                <a:gd name="connsiteY6" fmla="*/ 444696 h 504805"/>
                <a:gd name="connsiteX7" fmla="*/ 8744 w 498126"/>
                <a:gd name="connsiteY7" fmla="*/ 381029 h 504805"/>
                <a:gd name="connsiteX8" fmla="*/ 657 w 498126"/>
                <a:gd name="connsiteY8" fmla="*/ 334334 h 504805"/>
                <a:gd name="connsiteX9" fmla="*/ 658 w 498126"/>
                <a:gd name="connsiteY9" fmla="*/ 334261 h 504805"/>
                <a:gd name="connsiteX10" fmla="*/ 512 w 498126"/>
                <a:gd name="connsiteY10" fmla="*/ 301990 h 504805"/>
                <a:gd name="connsiteX11" fmla="*/ 87783 w 498126"/>
                <a:gd name="connsiteY11" fmla="*/ 136557 h 504805"/>
                <a:gd name="connsiteX12" fmla="*/ 246004 w 498126"/>
                <a:gd name="connsiteY12" fmla="*/ 29764 h 504805"/>
                <a:gd name="connsiteX13" fmla="*/ 304354 w 498126"/>
                <a:gd name="connsiteY13" fmla="*/ 3757 h 504805"/>
                <a:gd name="connsiteX14" fmla="*/ 365983 w 498126"/>
                <a:gd name="connsiteY14" fmla="*/ 1208 h 504805"/>
                <a:gd name="connsiteX15" fmla="*/ 444366 w 498126"/>
                <a:gd name="connsiteY15" fmla="*/ 19638 h 504805"/>
                <a:gd name="connsiteX16" fmla="*/ 471974 w 498126"/>
                <a:gd name="connsiteY16" fmla="*/ 39015 h 504805"/>
                <a:gd name="connsiteX17" fmla="*/ 495867 w 498126"/>
                <a:gd name="connsiteY17" fmla="*/ 78935 h 504805"/>
                <a:gd name="connsiteX18" fmla="*/ 458425 w 498126"/>
                <a:gd name="connsiteY18" fmla="*/ 189515 h 504805"/>
                <a:gd name="connsiteX19" fmla="*/ 414644 w 498126"/>
                <a:gd name="connsiteY19" fmla="*/ 284945 h 504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98126" h="504805">
                  <a:moveTo>
                    <a:pt x="414644" y="284945"/>
                  </a:moveTo>
                  <a:cubicBezTo>
                    <a:pt x="413623" y="312917"/>
                    <a:pt x="432709" y="367188"/>
                    <a:pt x="380406" y="352036"/>
                  </a:cubicBezTo>
                  <a:cubicBezTo>
                    <a:pt x="349227" y="343003"/>
                    <a:pt x="340413" y="306070"/>
                    <a:pt x="300857" y="314301"/>
                  </a:cubicBezTo>
                  <a:cubicBezTo>
                    <a:pt x="260937" y="322679"/>
                    <a:pt x="252196" y="371267"/>
                    <a:pt x="238793" y="403174"/>
                  </a:cubicBezTo>
                  <a:cubicBezTo>
                    <a:pt x="216626" y="454650"/>
                    <a:pt x="170521" y="491899"/>
                    <a:pt x="115536" y="502755"/>
                  </a:cubicBezTo>
                  <a:cubicBezTo>
                    <a:pt x="104367" y="505354"/>
                    <a:pt x="92748" y="505329"/>
                    <a:pt x="81591" y="502682"/>
                  </a:cubicBezTo>
                  <a:cubicBezTo>
                    <a:pt x="56094" y="495398"/>
                    <a:pt x="41525" y="469100"/>
                    <a:pt x="31108" y="444696"/>
                  </a:cubicBezTo>
                  <a:cubicBezTo>
                    <a:pt x="22087" y="424057"/>
                    <a:pt x="14612" y="402776"/>
                    <a:pt x="8744" y="381029"/>
                  </a:cubicBezTo>
                  <a:cubicBezTo>
                    <a:pt x="4679" y="365732"/>
                    <a:pt x="1973" y="350107"/>
                    <a:pt x="657" y="334334"/>
                  </a:cubicBezTo>
                  <a:lnTo>
                    <a:pt x="658" y="334261"/>
                  </a:lnTo>
                  <a:cubicBezTo>
                    <a:pt x="-228" y="323524"/>
                    <a:pt x="-277" y="312735"/>
                    <a:pt x="512" y="301990"/>
                  </a:cubicBezTo>
                  <a:cubicBezTo>
                    <a:pt x="5248" y="238396"/>
                    <a:pt x="41452" y="180410"/>
                    <a:pt x="87783" y="136557"/>
                  </a:cubicBezTo>
                  <a:cubicBezTo>
                    <a:pt x="134112" y="92703"/>
                    <a:pt x="190423" y="61015"/>
                    <a:pt x="246004" y="29764"/>
                  </a:cubicBezTo>
                  <a:cubicBezTo>
                    <a:pt x="264156" y="18435"/>
                    <a:pt x="283794" y="9682"/>
                    <a:pt x="304354" y="3757"/>
                  </a:cubicBezTo>
                  <a:cubicBezTo>
                    <a:pt x="324634" y="-334"/>
                    <a:pt x="345434" y="-1194"/>
                    <a:pt x="365983" y="1208"/>
                  </a:cubicBezTo>
                  <a:cubicBezTo>
                    <a:pt x="393038" y="2363"/>
                    <a:pt x="419631" y="8616"/>
                    <a:pt x="444366" y="19638"/>
                  </a:cubicBezTo>
                  <a:cubicBezTo>
                    <a:pt x="454507" y="24645"/>
                    <a:pt x="463818" y="31180"/>
                    <a:pt x="471974" y="39015"/>
                  </a:cubicBezTo>
                  <a:cubicBezTo>
                    <a:pt x="483581" y="49772"/>
                    <a:pt x="491871" y="63623"/>
                    <a:pt x="495867" y="78935"/>
                  </a:cubicBezTo>
                  <a:cubicBezTo>
                    <a:pt x="505921" y="120020"/>
                    <a:pt x="479695" y="157026"/>
                    <a:pt x="458425" y="189515"/>
                  </a:cubicBezTo>
                  <a:cubicBezTo>
                    <a:pt x="439483" y="218363"/>
                    <a:pt x="416027" y="248958"/>
                    <a:pt x="414644" y="284945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C7721E25-C5D1-4E6C-953A-F1BEC75AA18C}"/>
                </a:ext>
              </a:extLst>
            </p:cNvPr>
            <p:cNvSpPr/>
            <p:nvPr/>
          </p:nvSpPr>
          <p:spPr>
            <a:xfrm>
              <a:off x="4105167" y="1581430"/>
              <a:ext cx="47026" cy="132906"/>
            </a:xfrm>
            <a:custGeom>
              <a:avLst/>
              <a:gdLst>
                <a:gd name="connsiteX0" fmla="*/ 46981 w 47026"/>
                <a:gd name="connsiteY0" fmla="*/ 132786 h 132906"/>
                <a:gd name="connsiteX1" fmla="*/ 2402 w 47026"/>
                <a:gd name="connsiteY1" fmla="*/ -120 h 132906"/>
                <a:gd name="connsiteX2" fmla="*/ 38146 w 47026"/>
                <a:gd name="connsiteY2" fmla="*/ 63809 h 132906"/>
                <a:gd name="connsiteX3" fmla="*/ 46981 w 47026"/>
                <a:gd name="connsiteY3" fmla="*/ 132786 h 1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26" h="132906">
                  <a:moveTo>
                    <a:pt x="46981" y="132786"/>
                  </a:moveTo>
                  <a:cubicBezTo>
                    <a:pt x="35786" y="104594"/>
                    <a:pt x="-11194" y="26680"/>
                    <a:pt x="2402" y="-120"/>
                  </a:cubicBezTo>
                  <a:cubicBezTo>
                    <a:pt x="16515" y="19884"/>
                    <a:pt x="28495" y="41310"/>
                    <a:pt x="38146" y="63809"/>
                  </a:cubicBezTo>
                  <a:cubicBezTo>
                    <a:pt x="47024" y="85604"/>
                    <a:pt x="39772" y="114826"/>
                    <a:pt x="46981" y="13278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EDBC66DE-2E24-4EE6-BFEA-BB37CC1F6F7A}"/>
                </a:ext>
              </a:extLst>
            </p:cNvPr>
            <p:cNvSpPr/>
            <p:nvPr/>
          </p:nvSpPr>
          <p:spPr>
            <a:xfrm>
              <a:off x="2901409" y="862431"/>
              <a:ext cx="455206" cy="471307"/>
            </a:xfrm>
            <a:custGeom>
              <a:avLst/>
              <a:gdLst>
                <a:gd name="connsiteX0" fmla="*/ 415455 w 455206"/>
                <a:gd name="connsiteY0" fmla="*/ 156005 h 471307"/>
                <a:gd name="connsiteX1" fmla="*/ 452952 w 455206"/>
                <a:gd name="connsiteY1" fmla="*/ 45406 h 471307"/>
                <a:gd name="connsiteX2" fmla="*/ 422529 w 455206"/>
                <a:gd name="connsiteY2" fmla="*/ -120 h 471307"/>
                <a:gd name="connsiteX3" fmla="*/ 430238 w 455206"/>
                <a:gd name="connsiteY3" fmla="*/ 19073 h 471307"/>
                <a:gd name="connsiteX4" fmla="*/ 392740 w 455206"/>
                <a:gd name="connsiteY4" fmla="*/ 129671 h 471307"/>
                <a:gd name="connsiteX5" fmla="*/ 349002 w 455206"/>
                <a:gd name="connsiteY5" fmla="*/ 225110 h 471307"/>
                <a:gd name="connsiteX6" fmla="*/ 314720 w 455206"/>
                <a:gd name="connsiteY6" fmla="*/ 292210 h 471307"/>
                <a:gd name="connsiteX7" fmla="*/ 235189 w 455206"/>
                <a:gd name="connsiteY7" fmla="*/ 254483 h 471307"/>
                <a:gd name="connsiteX8" fmla="*/ 173143 w 455206"/>
                <a:gd name="connsiteY8" fmla="*/ 343349 h 471307"/>
                <a:gd name="connsiteX9" fmla="*/ 49860 w 455206"/>
                <a:gd name="connsiteY9" fmla="*/ 442937 h 471307"/>
                <a:gd name="connsiteX10" fmla="*/ 15938 w 455206"/>
                <a:gd name="connsiteY10" fmla="*/ 442853 h 471307"/>
                <a:gd name="connsiteX11" fmla="*/ -45 w 455206"/>
                <a:gd name="connsiteY11" fmla="*/ 435005 h 471307"/>
                <a:gd name="connsiteX12" fmla="*/ 38652 w 455206"/>
                <a:gd name="connsiteY12" fmla="*/ 469187 h 471307"/>
                <a:gd name="connsiteX13" fmla="*/ 72574 w 455206"/>
                <a:gd name="connsiteY13" fmla="*/ 469271 h 471307"/>
                <a:gd name="connsiteX14" fmla="*/ 195859 w 455206"/>
                <a:gd name="connsiteY14" fmla="*/ 369683 h 471307"/>
                <a:gd name="connsiteX15" fmla="*/ 257904 w 455206"/>
                <a:gd name="connsiteY15" fmla="*/ 280817 h 471307"/>
                <a:gd name="connsiteX16" fmla="*/ 337434 w 455206"/>
                <a:gd name="connsiteY16" fmla="*/ 318544 h 471307"/>
                <a:gd name="connsiteX17" fmla="*/ 371717 w 455206"/>
                <a:gd name="connsiteY17" fmla="*/ 251443 h 471307"/>
                <a:gd name="connsiteX18" fmla="*/ 415455 w 455206"/>
                <a:gd name="connsiteY18" fmla="*/ 156005 h 471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5206" h="471307">
                  <a:moveTo>
                    <a:pt x="415455" y="156005"/>
                  </a:moveTo>
                  <a:cubicBezTo>
                    <a:pt x="436766" y="123497"/>
                    <a:pt x="462992" y="86495"/>
                    <a:pt x="452952" y="45406"/>
                  </a:cubicBezTo>
                  <a:cubicBezTo>
                    <a:pt x="448026" y="27329"/>
                    <a:pt x="437346" y="11348"/>
                    <a:pt x="422529" y="-120"/>
                  </a:cubicBezTo>
                  <a:cubicBezTo>
                    <a:pt x="425969" y="5893"/>
                    <a:pt x="428563" y="12351"/>
                    <a:pt x="430238" y="19073"/>
                  </a:cubicBezTo>
                  <a:cubicBezTo>
                    <a:pt x="440278" y="60161"/>
                    <a:pt x="414052" y="97164"/>
                    <a:pt x="392740" y="129671"/>
                  </a:cubicBezTo>
                  <a:cubicBezTo>
                    <a:pt x="373828" y="158519"/>
                    <a:pt x="350352" y="189147"/>
                    <a:pt x="349002" y="225110"/>
                  </a:cubicBezTo>
                  <a:cubicBezTo>
                    <a:pt x="347953" y="253061"/>
                    <a:pt x="367073" y="307371"/>
                    <a:pt x="314720" y="292210"/>
                  </a:cubicBezTo>
                  <a:cubicBezTo>
                    <a:pt x="283575" y="283192"/>
                    <a:pt x="274765" y="246230"/>
                    <a:pt x="235189" y="254483"/>
                  </a:cubicBezTo>
                  <a:cubicBezTo>
                    <a:pt x="195265" y="262810"/>
                    <a:pt x="186549" y="311412"/>
                    <a:pt x="173143" y="343349"/>
                  </a:cubicBezTo>
                  <a:cubicBezTo>
                    <a:pt x="150950" y="394817"/>
                    <a:pt x="104843" y="432062"/>
                    <a:pt x="49860" y="442937"/>
                  </a:cubicBezTo>
                  <a:cubicBezTo>
                    <a:pt x="38697" y="445521"/>
                    <a:pt x="27088" y="445492"/>
                    <a:pt x="15938" y="442853"/>
                  </a:cubicBezTo>
                  <a:cubicBezTo>
                    <a:pt x="10194" y="441187"/>
                    <a:pt x="4786" y="438531"/>
                    <a:pt x="-45" y="435005"/>
                  </a:cubicBezTo>
                  <a:cubicBezTo>
                    <a:pt x="7942" y="450980"/>
                    <a:pt x="21814" y="463233"/>
                    <a:pt x="38652" y="469187"/>
                  </a:cubicBezTo>
                  <a:cubicBezTo>
                    <a:pt x="49802" y="471826"/>
                    <a:pt x="61411" y="471855"/>
                    <a:pt x="72574" y="469271"/>
                  </a:cubicBezTo>
                  <a:cubicBezTo>
                    <a:pt x="127558" y="458396"/>
                    <a:pt x="173665" y="421151"/>
                    <a:pt x="195859" y="369683"/>
                  </a:cubicBezTo>
                  <a:cubicBezTo>
                    <a:pt x="209263" y="337746"/>
                    <a:pt x="217978" y="289144"/>
                    <a:pt x="257904" y="280817"/>
                  </a:cubicBezTo>
                  <a:cubicBezTo>
                    <a:pt x="297480" y="272563"/>
                    <a:pt x="306291" y="309526"/>
                    <a:pt x="337434" y="318544"/>
                  </a:cubicBezTo>
                  <a:cubicBezTo>
                    <a:pt x="389788" y="333704"/>
                    <a:pt x="370668" y="279395"/>
                    <a:pt x="371717" y="251443"/>
                  </a:cubicBezTo>
                  <a:cubicBezTo>
                    <a:pt x="373067" y="215481"/>
                    <a:pt x="396543" y="184853"/>
                    <a:pt x="415455" y="156005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B63DDE22-341D-4036-90E0-07FEFBDBFF3C}"/>
                </a:ext>
              </a:extLst>
            </p:cNvPr>
            <p:cNvSpPr/>
            <p:nvPr/>
          </p:nvSpPr>
          <p:spPr>
            <a:xfrm>
              <a:off x="2857279" y="828932"/>
              <a:ext cx="488172" cy="381148"/>
            </a:xfrm>
            <a:custGeom>
              <a:avLst/>
              <a:gdLst>
                <a:gd name="connsiteX0" fmla="*/ 471173 w 488172"/>
                <a:gd name="connsiteY0" fmla="*/ 133934 h 381148"/>
                <a:gd name="connsiteX1" fmla="*/ 455147 w 488172"/>
                <a:gd name="connsiteY1" fmla="*/ 156808 h 381148"/>
                <a:gd name="connsiteX2" fmla="*/ 418140 w 488172"/>
                <a:gd name="connsiteY2" fmla="*/ 195125 h 381148"/>
                <a:gd name="connsiteX3" fmla="*/ 393155 w 488172"/>
                <a:gd name="connsiteY3" fmla="*/ 214720 h 381148"/>
                <a:gd name="connsiteX4" fmla="*/ 342672 w 488172"/>
                <a:gd name="connsiteY4" fmla="*/ 244879 h 381148"/>
                <a:gd name="connsiteX5" fmla="*/ 181098 w 488172"/>
                <a:gd name="connsiteY5" fmla="*/ 302792 h 381148"/>
                <a:gd name="connsiteX6" fmla="*/ 73068 w 488172"/>
                <a:gd name="connsiteY6" fmla="*/ 334189 h 381148"/>
                <a:gd name="connsiteX7" fmla="*/ 8744 w 488172"/>
                <a:gd name="connsiteY7" fmla="*/ 381029 h 381148"/>
                <a:gd name="connsiteX8" fmla="*/ 658 w 488172"/>
                <a:gd name="connsiteY8" fmla="*/ 334334 h 381148"/>
                <a:gd name="connsiteX9" fmla="*/ 658 w 488172"/>
                <a:gd name="connsiteY9" fmla="*/ 334261 h 381148"/>
                <a:gd name="connsiteX10" fmla="*/ 512 w 488172"/>
                <a:gd name="connsiteY10" fmla="*/ 301990 h 381148"/>
                <a:gd name="connsiteX11" fmla="*/ 87783 w 488172"/>
                <a:gd name="connsiteY11" fmla="*/ 136557 h 381148"/>
                <a:gd name="connsiteX12" fmla="*/ 246005 w 488172"/>
                <a:gd name="connsiteY12" fmla="*/ 29764 h 381148"/>
                <a:gd name="connsiteX13" fmla="*/ 304355 w 488172"/>
                <a:gd name="connsiteY13" fmla="*/ 3757 h 381148"/>
                <a:gd name="connsiteX14" fmla="*/ 365984 w 488172"/>
                <a:gd name="connsiteY14" fmla="*/ 1208 h 381148"/>
                <a:gd name="connsiteX15" fmla="*/ 444367 w 488172"/>
                <a:gd name="connsiteY15" fmla="*/ 19638 h 381148"/>
                <a:gd name="connsiteX16" fmla="*/ 471975 w 488172"/>
                <a:gd name="connsiteY16" fmla="*/ 39015 h 381148"/>
                <a:gd name="connsiteX17" fmla="*/ 485816 w 488172"/>
                <a:gd name="connsiteY17" fmla="*/ 68300 h 381148"/>
                <a:gd name="connsiteX18" fmla="*/ 471173 w 488172"/>
                <a:gd name="connsiteY18" fmla="*/ 133934 h 381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88172" h="381148">
                  <a:moveTo>
                    <a:pt x="471173" y="133934"/>
                  </a:moveTo>
                  <a:cubicBezTo>
                    <a:pt x="466282" y="141865"/>
                    <a:pt x="460931" y="149503"/>
                    <a:pt x="455147" y="156808"/>
                  </a:cubicBezTo>
                  <a:cubicBezTo>
                    <a:pt x="444102" y="170766"/>
                    <a:pt x="431706" y="183601"/>
                    <a:pt x="418140" y="195125"/>
                  </a:cubicBezTo>
                  <a:cubicBezTo>
                    <a:pt x="410154" y="202082"/>
                    <a:pt x="401815" y="208623"/>
                    <a:pt x="393155" y="214720"/>
                  </a:cubicBezTo>
                  <a:cubicBezTo>
                    <a:pt x="377103" y="226019"/>
                    <a:pt x="360229" y="236100"/>
                    <a:pt x="342672" y="244879"/>
                  </a:cubicBezTo>
                  <a:cubicBezTo>
                    <a:pt x="291534" y="270666"/>
                    <a:pt x="236171" y="286839"/>
                    <a:pt x="181098" y="302792"/>
                  </a:cubicBezTo>
                  <a:cubicBezTo>
                    <a:pt x="145113" y="313282"/>
                    <a:pt x="109103" y="323747"/>
                    <a:pt x="73068" y="334189"/>
                  </a:cubicBezTo>
                  <a:cubicBezTo>
                    <a:pt x="59810" y="344242"/>
                    <a:pt x="35552" y="362307"/>
                    <a:pt x="8744" y="381029"/>
                  </a:cubicBezTo>
                  <a:cubicBezTo>
                    <a:pt x="4680" y="365732"/>
                    <a:pt x="1973" y="350107"/>
                    <a:pt x="658" y="334334"/>
                  </a:cubicBezTo>
                  <a:lnTo>
                    <a:pt x="658" y="334261"/>
                  </a:lnTo>
                  <a:cubicBezTo>
                    <a:pt x="-228" y="323524"/>
                    <a:pt x="-277" y="312735"/>
                    <a:pt x="512" y="301990"/>
                  </a:cubicBezTo>
                  <a:cubicBezTo>
                    <a:pt x="5248" y="238396"/>
                    <a:pt x="41452" y="180410"/>
                    <a:pt x="87783" y="136557"/>
                  </a:cubicBezTo>
                  <a:cubicBezTo>
                    <a:pt x="134113" y="92703"/>
                    <a:pt x="190423" y="61015"/>
                    <a:pt x="246005" y="29764"/>
                  </a:cubicBezTo>
                  <a:cubicBezTo>
                    <a:pt x="264157" y="18435"/>
                    <a:pt x="283795" y="9682"/>
                    <a:pt x="304355" y="3757"/>
                  </a:cubicBezTo>
                  <a:cubicBezTo>
                    <a:pt x="324635" y="-334"/>
                    <a:pt x="345434" y="-1194"/>
                    <a:pt x="365984" y="1208"/>
                  </a:cubicBezTo>
                  <a:cubicBezTo>
                    <a:pt x="393038" y="2363"/>
                    <a:pt x="419632" y="8616"/>
                    <a:pt x="444367" y="19638"/>
                  </a:cubicBezTo>
                  <a:cubicBezTo>
                    <a:pt x="454507" y="24645"/>
                    <a:pt x="463819" y="31180"/>
                    <a:pt x="471975" y="39015"/>
                  </a:cubicBezTo>
                  <a:cubicBezTo>
                    <a:pt x="478071" y="48005"/>
                    <a:pt x="482740" y="57883"/>
                    <a:pt x="485816" y="68300"/>
                  </a:cubicBezTo>
                  <a:cubicBezTo>
                    <a:pt x="492662" y="90445"/>
                    <a:pt x="483264" y="114265"/>
                    <a:pt x="471173" y="133934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7A0C4CCB-B515-4F98-888D-D6D943D227DD}"/>
                </a:ext>
              </a:extLst>
            </p:cNvPr>
            <p:cNvSpPr/>
            <p:nvPr/>
          </p:nvSpPr>
          <p:spPr>
            <a:xfrm>
              <a:off x="2742316" y="770599"/>
              <a:ext cx="603135" cy="496646"/>
            </a:xfrm>
            <a:custGeom>
              <a:avLst/>
              <a:gdLst>
                <a:gd name="connsiteX0" fmla="*/ 586136 w 603135"/>
                <a:gd name="connsiteY0" fmla="*/ 184982 h 496646"/>
                <a:gd name="connsiteX1" fmla="*/ 570110 w 603135"/>
                <a:gd name="connsiteY1" fmla="*/ 207856 h 496646"/>
                <a:gd name="connsiteX2" fmla="*/ 533104 w 603135"/>
                <a:gd name="connsiteY2" fmla="*/ 246173 h 496646"/>
                <a:gd name="connsiteX3" fmla="*/ 508118 w 603135"/>
                <a:gd name="connsiteY3" fmla="*/ 265769 h 496646"/>
                <a:gd name="connsiteX4" fmla="*/ 457636 w 603135"/>
                <a:gd name="connsiteY4" fmla="*/ 295927 h 496646"/>
                <a:gd name="connsiteX5" fmla="*/ 296062 w 603135"/>
                <a:gd name="connsiteY5" fmla="*/ 353840 h 496646"/>
                <a:gd name="connsiteX6" fmla="*/ 188031 w 603135"/>
                <a:gd name="connsiteY6" fmla="*/ 385237 h 496646"/>
                <a:gd name="connsiteX7" fmla="*/ 3001 w 603135"/>
                <a:gd name="connsiteY7" fmla="*/ 495526 h 496646"/>
                <a:gd name="connsiteX8" fmla="*/ 114935 w 603135"/>
                <a:gd name="connsiteY8" fmla="*/ 384829 h 496646"/>
                <a:gd name="connsiteX9" fmla="*/ 121231 w 603135"/>
                <a:gd name="connsiteY9" fmla="*/ 389608 h 496646"/>
                <a:gd name="connsiteX10" fmla="*/ 86192 w 603135"/>
                <a:gd name="connsiteY10" fmla="*/ 322516 h 496646"/>
                <a:gd name="connsiteX11" fmla="*/ 85099 w 603135"/>
                <a:gd name="connsiteY11" fmla="*/ 185565 h 496646"/>
                <a:gd name="connsiteX12" fmla="*/ 163628 w 603135"/>
                <a:gd name="connsiteY12" fmla="*/ 77461 h 496646"/>
                <a:gd name="connsiteX13" fmla="*/ 216879 w 603135"/>
                <a:gd name="connsiteY13" fmla="*/ 47448 h 496646"/>
                <a:gd name="connsiteX14" fmla="*/ 222051 w 603135"/>
                <a:gd name="connsiteY14" fmla="*/ 40455 h 496646"/>
                <a:gd name="connsiteX15" fmla="*/ 224091 w 603135"/>
                <a:gd name="connsiteY15" fmla="*/ 36740 h 496646"/>
                <a:gd name="connsiteX16" fmla="*/ 229846 w 603135"/>
                <a:gd name="connsiteY16" fmla="*/ 25595 h 496646"/>
                <a:gd name="connsiteX17" fmla="*/ 262335 w 603135"/>
                <a:gd name="connsiteY17" fmla="*/ 20933 h 496646"/>
                <a:gd name="connsiteX18" fmla="*/ 265977 w 603135"/>
                <a:gd name="connsiteY18" fmla="*/ 21297 h 496646"/>
                <a:gd name="connsiteX19" fmla="*/ 272095 w 603135"/>
                <a:gd name="connsiteY19" fmla="*/ 21588 h 496646"/>
                <a:gd name="connsiteX20" fmla="*/ 393094 w 603135"/>
                <a:gd name="connsiteY20" fmla="*/ -120 h 496646"/>
                <a:gd name="connsiteX21" fmla="*/ 516058 w 603135"/>
                <a:gd name="connsiteY21" fmla="*/ 43661 h 496646"/>
                <a:gd name="connsiteX22" fmla="*/ 538787 w 603135"/>
                <a:gd name="connsiteY22" fmla="*/ 53932 h 496646"/>
                <a:gd name="connsiteX23" fmla="*/ 600779 w 603135"/>
                <a:gd name="connsiteY23" fmla="*/ 119348 h 496646"/>
                <a:gd name="connsiteX24" fmla="*/ 586136 w 603135"/>
                <a:gd name="connsiteY24" fmla="*/ 184982 h 49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603135" h="496646">
                  <a:moveTo>
                    <a:pt x="586136" y="184982"/>
                  </a:moveTo>
                  <a:cubicBezTo>
                    <a:pt x="581246" y="192913"/>
                    <a:pt x="575895" y="200551"/>
                    <a:pt x="570110" y="207856"/>
                  </a:cubicBezTo>
                  <a:cubicBezTo>
                    <a:pt x="559065" y="221814"/>
                    <a:pt x="546669" y="234649"/>
                    <a:pt x="533104" y="246173"/>
                  </a:cubicBezTo>
                  <a:cubicBezTo>
                    <a:pt x="525118" y="253130"/>
                    <a:pt x="516778" y="259671"/>
                    <a:pt x="508118" y="265769"/>
                  </a:cubicBezTo>
                  <a:cubicBezTo>
                    <a:pt x="492067" y="277067"/>
                    <a:pt x="475192" y="287148"/>
                    <a:pt x="457636" y="295927"/>
                  </a:cubicBezTo>
                  <a:cubicBezTo>
                    <a:pt x="406497" y="321715"/>
                    <a:pt x="351134" y="337887"/>
                    <a:pt x="296062" y="353840"/>
                  </a:cubicBezTo>
                  <a:cubicBezTo>
                    <a:pt x="260076" y="364330"/>
                    <a:pt x="224066" y="374796"/>
                    <a:pt x="188031" y="385237"/>
                  </a:cubicBezTo>
                  <a:cubicBezTo>
                    <a:pt x="150369" y="413720"/>
                    <a:pt x="24199" y="507182"/>
                    <a:pt x="3001" y="495526"/>
                  </a:cubicBezTo>
                  <a:cubicBezTo>
                    <a:pt x="-21984" y="481758"/>
                    <a:pt x="114935" y="384829"/>
                    <a:pt x="114935" y="384829"/>
                  </a:cubicBezTo>
                  <a:lnTo>
                    <a:pt x="121231" y="389608"/>
                  </a:lnTo>
                  <a:cubicBezTo>
                    <a:pt x="101198" y="377005"/>
                    <a:pt x="90709" y="347794"/>
                    <a:pt x="86192" y="322516"/>
                  </a:cubicBezTo>
                  <a:cubicBezTo>
                    <a:pt x="78179" y="277279"/>
                    <a:pt x="74391" y="230293"/>
                    <a:pt x="85099" y="185565"/>
                  </a:cubicBezTo>
                  <a:cubicBezTo>
                    <a:pt x="95807" y="140910"/>
                    <a:pt x="122688" y="98368"/>
                    <a:pt x="163628" y="77461"/>
                  </a:cubicBezTo>
                  <a:cubicBezTo>
                    <a:pt x="181767" y="68136"/>
                    <a:pt x="203766" y="61799"/>
                    <a:pt x="216879" y="47448"/>
                  </a:cubicBezTo>
                  <a:cubicBezTo>
                    <a:pt x="218866" y="45324"/>
                    <a:pt x="220602" y="42978"/>
                    <a:pt x="222051" y="40455"/>
                  </a:cubicBezTo>
                  <a:cubicBezTo>
                    <a:pt x="222844" y="39282"/>
                    <a:pt x="223527" y="38039"/>
                    <a:pt x="224091" y="36740"/>
                  </a:cubicBezTo>
                  <a:cubicBezTo>
                    <a:pt x="225538" y="32800"/>
                    <a:pt x="227471" y="29056"/>
                    <a:pt x="229846" y="25595"/>
                  </a:cubicBezTo>
                  <a:cubicBezTo>
                    <a:pt x="237349" y="16926"/>
                    <a:pt x="250971" y="19549"/>
                    <a:pt x="262335" y="20933"/>
                  </a:cubicBezTo>
                  <a:cubicBezTo>
                    <a:pt x="263573" y="21078"/>
                    <a:pt x="264738" y="21224"/>
                    <a:pt x="265977" y="21297"/>
                  </a:cubicBezTo>
                  <a:cubicBezTo>
                    <a:pt x="268010" y="21503"/>
                    <a:pt x="270052" y="21600"/>
                    <a:pt x="272095" y="21588"/>
                  </a:cubicBezTo>
                  <a:cubicBezTo>
                    <a:pt x="312671" y="22462"/>
                    <a:pt x="352009" y="-120"/>
                    <a:pt x="393094" y="-120"/>
                  </a:cubicBezTo>
                  <a:cubicBezTo>
                    <a:pt x="438113" y="-193"/>
                    <a:pt x="476429" y="25886"/>
                    <a:pt x="516058" y="43661"/>
                  </a:cubicBezTo>
                  <a:cubicBezTo>
                    <a:pt x="524071" y="47303"/>
                    <a:pt x="531648" y="50581"/>
                    <a:pt x="538787" y="53932"/>
                  </a:cubicBezTo>
                  <a:cubicBezTo>
                    <a:pt x="567415" y="67263"/>
                    <a:pt x="588977" y="81468"/>
                    <a:pt x="600779" y="119348"/>
                  </a:cubicBezTo>
                  <a:cubicBezTo>
                    <a:pt x="607626" y="141493"/>
                    <a:pt x="598228" y="165314"/>
                    <a:pt x="586136" y="184982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2F57EC63-621E-4568-8332-FE7A0EEFD5C9}"/>
                </a:ext>
              </a:extLst>
            </p:cNvPr>
            <p:cNvSpPr/>
            <p:nvPr/>
          </p:nvSpPr>
          <p:spPr>
            <a:xfrm>
              <a:off x="2959239" y="792015"/>
              <a:ext cx="57769" cy="31222"/>
            </a:xfrm>
            <a:custGeom>
              <a:avLst/>
              <a:gdLst>
                <a:gd name="connsiteX0" fmla="*/ 55173 w 57769"/>
                <a:gd name="connsiteY0" fmla="*/ 172 h 31222"/>
                <a:gd name="connsiteX1" fmla="*/ 50875 w 57769"/>
                <a:gd name="connsiteY1" fmla="*/ 23920 h 31222"/>
                <a:gd name="connsiteX2" fmla="*/ 33829 w 57769"/>
                <a:gd name="connsiteY2" fmla="*/ 29966 h 31222"/>
                <a:gd name="connsiteX3" fmla="*/ 20571 w 57769"/>
                <a:gd name="connsiteY3" fmla="*/ 30986 h 31222"/>
                <a:gd name="connsiteX4" fmla="*/ 3015 w 57769"/>
                <a:gd name="connsiteY4" fmla="*/ 27999 h 31222"/>
                <a:gd name="connsiteX5" fmla="*/ -45 w 57769"/>
                <a:gd name="connsiteY5" fmla="*/ 26032 h 31222"/>
                <a:gd name="connsiteX6" fmla="*/ 5127 w 57769"/>
                <a:gd name="connsiteY6" fmla="*/ 19039 h 31222"/>
                <a:gd name="connsiteX7" fmla="*/ 11246 w 57769"/>
                <a:gd name="connsiteY7" fmla="*/ 19330 h 31222"/>
                <a:gd name="connsiteX8" fmla="*/ 33100 w 57769"/>
                <a:gd name="connsiteY8" fmla="*/ 15615 h 31222"/>
                <a:gd name="connsiteX9" fmla="*/ 41332 w 57769"/>
                <a:gd name="connsiteY9" fmla="*/ 11682 h 31222"/>
                <a:gd name="connsiteX10" fmla="*/ 49053 w 57769"/>
                <a:gd name="connsiteY10" fmla="*/ -120 h 3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769" h="31222">
                  <a:moveTo>
                    <a:pt x="55173" y="172"/>
                  </a:moveTo>
                  <a:cubicBezTo>
                    <a:pt x="59809" y="8062"/>
                    <a:pt x="57982" y="18155"/>
                    <a:pt x="50875" y="23920"/>
                  </a:cubicBezTo>
                  <a:cubicBezTo>
                    <a:pt x="45862" y="27473"/>
                    <a:pt x="39961" y="29567"/>
                    <a:pt x="33829" y="29966"/>
                  </a:cubicBezTo>
                  <a:cubicBezTo>
                    <a:pt x="29433" y="30562"/>
                    <a:pt x="25006" y="30902"/>
                    <a:pt x="20571" y="30986"/>
                  </a:cubicBezTo>
                  <a:cubicBezTo>
                    <a:pt x="14561" y="31470"/>
                    <a:pt x="8526" y="30443"/>
                    <a:pt x="3015" y="27999"/>
                  </a:cubicBezTo>
                  <a:cubicBezTo>
                    <a:pt x="1942" y="27429"/>
                    <a:pt x="919" y="26771"/>
                    <a:pt x="-45" y="26032"/>
                  </a:cubicBezTo>
                  <a:cubicBezTo>
                    <a:pt x="1943" y="23908"/>
                    <a:pt x="3678" y="21561"/>
                    <a:pt x="5127" y="19039"/>
                  </a:cubicBezTo>
                  <a:cubicBezTo>
                    <a:pt x="6147" y="19840"/>
                    <a:pt x="7167" y="19622"/>
                    <a:pt x="11246" y="19330"/>
                  </a:cubicBezTo>
                  <a:cubicBezTo>
                    <a:pt x="18653" y="18970"/>
                    <a:pt x="25990" y="17723"/>
                    <a:pt x="33100" y="15615"/>
                  </a:cubicBezTo>
                  <a:cubicBezTo>
                    <a:pt x="36066" y="14830"/>
                    <a:pt x="38858" y="13496"/>
                    <a:pt x="41332" y="11682"/>
                  </a:cubicBezTo>
                  <a:cubicBezTo>
                    <a:pt x="44977" y="8563"/>
                    <a:pt x="47656" y="4469"/>
                    <a:pt x="49053" y="-120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7C206EBA-19DF-4B0D-808F-FD523ED77D7A}"/>
                </a:ext>
              </a:extLst>
            </p:cNvPr>
            <p:cNvSpPr/>
            <p:nvPr/>
          </p:nvSpPr>
          <p:spPr>
            <a:xfrm>
              <a:off x="2859995" y="1153962"/>
              <a:ext cx="68540" cy="9864"/>
            </a:xfrm>
            <a:custGeom>
              <a:avLst/>
              <a:gdLst>
                <a:gd name="connsiteX0" fmla="*/ -45 w 68540"/>
                <a:gd name="connsiteY0" fmla="*/ 393 h 9864"/>
                <a:gd name="connsiteX1" fmla="*/ 18643 w 68540"/>
                <a:gd name="connsiteY1" fmla="*/ 7350 h 9864"/>
                <a:gd name="connsiteX2" fmla="*/ 68495 w 68540"/>
                <a:gd name="connsiteY2" fmla="*/ -120 h 9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8540" h="9864">
                  <a:moveTo>
                    <a:pt x="-45" y="393"/>
                  </a:moveTo>
                  <a:cubicBezTo>
                    <a:pt x="5654" y="3944"/>
                    <a:pt x="12009" y="6310"/>
                    <a:pt x="18643" y="7350"/>
                  </a:cubicBezTo>
                  <a:cubicBezTo>
                    <a:pt x="35553" y="12266"/>
                    <a:pt x="53768" y="9536"/>
                    <a:pt x="68495" y="-120"/>
                  </a:cubicBezTo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463788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交换机的日常执勤中，很少直接操作交换机</a:t>
            </a:r>
            <a:endParaRPr lang="en-US" altLang="zh-CN" dirty="0"/>
          </a:p>
          <a:p>
            <a:r>
              <a:rPr lang="zh-CN" altLang="en-US" dirty="0"/>
              <a:t>初始化配置</a:t>
            </a:r>
            <a:endParaRPr lang="en-US" altLang="zh-CN" dirty="0"/>
          </a:p>
          <a:p>
            <a:pPr lvl="1"/>
            <a:r>
              <a:rPr lang="zh-CN" altLang="en-US" dirty="0"/>
              <a:t>通常使用</a:t>
            </a:r>
            <a:r>
              <a:rPr lang="en-US" altLang="zh-CN" dirty="0"/>
              <a:t>PC</a:t>
            </a:r>
            <a:r>
              <a:rPr lang="zh-CN" altLang="en-US" dirty="0"/>
              <a:t>的串口</a:t>
            </a:r>
            <a:r>
              <a:rPr lang="en-US" altLang="zh-CN" dirty="0"/>
              <a:t>RS232</a:t>
            </a:r>
            <a:r>
              <a:rPr lang="zh-CN" altLang="en-US" dirty="0"/>
              <a:t>连接交换机，在</a:t>
            </a:r>
            <a:r>
              <a:rPr lang="en-US" altLang="zh-CN" dirty="0"/>
              <a:t>PC</a:t>
            </a:r>
            <a:r>
              <a:rPr lang="zh-CN" altLang="en-US" dirty="0"/>
              <a:t>上操作交换机，配置其基本参数，如主机名、登陆权限等</a:t>
            </a:r>
            <a:endParaRPr lang="en-US" altLang="zh-CN" dirty="0"/>
          </a:p>
          <a:p>
            <a:r>
              <a:rPr lang="zh-CN" altLang="en-US" dirty="0"/>
              <a:t>日常运维</a:t>
            </a:r>
            <a:endParaRPr lang="en-US" altLang="zh-CN" dirty="0"/>
          </a:p>
          <a:p>
            <a:pPr lvl="1"/>
            <a:r>
              <a:rPr lang="zh-CN" altLang="en-US" dirty="0"/>
              <a:t>使用串口</a:t>
            </a:r>
            <a:endParaRPr lang="en-US" altLang="zh-CN" dirty="0"/>
          </a:p>
          <a:p>
            <a:pPr lvl="1"/>
            <a:r>
              <a:rPr lang="zh-CN" altLang="en-US" dirty="0"/>
              <a:t>使用</a:t>
            </a:r>
            <a:r>
              <a:rPr lang="en-US" altLang="zh-CN" dirty="0"/>
              <a:t>telnet</a:t>
            </a:r>
            <a:r>
              <a:rPr lang="zh-CN" altLang="en-US" dirty="0"/>
              <a:t>远程登陆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749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步骤</a:t>
            </a:r>
            <a:endParaRPr lang="en-US" altLang="zh-CN" dirty="0"/>
          </a:p>
          <a:p>
            <a:pPr lvl="1"/>
            <a:r>
              <a:rPr lang="zh-CN" altLang="en-US" dirty="0"/>
              <a:t>搭建拓扑：利用串口线（</a:t>
            </a:r>
            <a:r>
              <a:rPr lang="en-US" altLang="zh-CN" dirty="0"/>
              <a:t>console</a:t>
            </a:r>
            <a:r>
              <a:rPr lang="zh-CN" altLang="en-US" dirty="0"/>
              <a:t>）分别连接</a:t>
            </a:r>
            <a:r>
              <a:rPr lang="en-US" altLang="zh-CN" dirty="0"/>
              <a:t>PC</a:t>
            </a:r>
            <a:r>
              <a:rPr lang="zh-CN" altLang="en-US" dirty="0"/>
              <a:t>和交换机的串口</a:t>
            </a:r>
            <a:endParaRPr lang="en-US" altLang="zh-CN" dirty="0"/>
          </a:p>
          <a:p>
            <a:pPr lvl="1"/>
            <a:r>
              <a:rPr lang="zh-CN" altLang="en-US" dirty="0"/>
              <a:t>打开</a:t>
            </a:r>
            <a:r>
              <a:rPr lang="en-US" altLang="zh-CN" dirty="0"/>
              <a:t>PC</a:t>
            </a:r>
            <a:r>
              <a:rPr lang="zh-CN" altLang="en-US" dirty="0"/>
              <a:t>的终端程序（</a:t>
            </a:r>
            <a:r>
              <a:rPr lang="en-US" altLang="zh-CN" dirty="0"/>
              <a:t>terminal</a:t>
            </a:r>
            <a:r>
              <a:rPr lang="zh-CN" altLang="en-US" dirty="0"/>
              <a:t>），保持默认的参数，连接交换机</a:t>
            </a:r>
            <a:endParaRPr lang="en-US" altLang="zh-CN" dirty="0"/>
          </a:p>
          <a:p>
            <a:pPr lvl="1"/>
            <a:r>
              <a:rPr lang="zh-CN" altLang="en-US" dirty="0"/>
              <a:t>查看感兴趣的参数 </a:t>
            </a:r>
            <a:r>
              <a:rPr lang="en-US" altLang="zh-CN" dirty="0"/>
              <a:t>– </a:t>
            </a:r>
            <a:r>
              <a:rPr lang="zh-CN" altLang="en-US" dirty="0"/>
              <a:t>配合</a:t>
            </a:r>
            <a:r>
              <a:rPr lang="en-US" altLang="zh-CN" dirty="0"/>
              <a:t>?</a:t>
            </a:r>
            <a:r>
              <a:rPr lang="zh-CN" altLang="en-US" dirty="0"/>
              <a:t>使用</a:t>
            </a:r>
            <a:endParaRPr lang="en-US" altLang="zh-CN" dirty="0"/>
          </a:p>
          <a:p>
            <a:pPr lvl="1"/>
            <a:r>
              <a:rPr lang="zh-CN" altLang="en-US" dirty="0"/>
              <a:t>修改主机名</a:t>
            </a:r>
            <a:endParaRPr lang="en-US" altLang="zh-CN" dirty="0"/>
          </a:p>
          <a:p>
            <a:pPr lvl="1"/>
            <a:r>
              <a:rPr lang="zh-CN" altLang="en-US" dirty="0"/>
              <a:t>设置特权密码</a:t>
            </a:r>
            <a:endParaRPr lang="en-US" altLang="zh-CN" dirty="0"/>
          </a:p>
          <a:p>
            <a:pPr lvl="1"/>
            <a:r>
              <a:rPr lang="zh-CN" altLang="en-US" dirty="0"/>
              <a:t>取消主机名和特权密码的设置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D6F02D1-D652-46BA-9628-67E3F89689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999" y="4991345"/>
            <a:ext cx="1057275" cy="12192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31FC99E-837D-4D13-83A9-149C1C05A6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098" y="3819770"/>
            <a:ext cx="6438900" cy="2390775"/>
          </a:xfrm>
          <a:prstGeom prst="rect">
            <a:avLst/>
          </a:prstGeom>
        </p:spPr>
      </p:pic>
      <p:sp>
        <p:nvSpPr>
          <p:cNvPr id="12" name="箭头: 下 11">
            <a:extLst>
              <a:ext uri="{FF2B5EF4-FFF2-40B4-BE49-F238E27FC236}">
                <a16:creationId xmlns:a16="http://schemas.microsoft.com/office/drawing/2014/main" id="{28367CA9-B4AC-453D-A286-6E31097E652E}"/>
              </a:ext>
            </a:extLst>
          </p:cNvPr>
          <p:cNvSpPr/>
          <p:nvPr/>
        </p:nvSpPr>
        <p:spPr>
          <a:xfrm>
            <a:off x="1427752" y="4598897"/>
            <a:ext cx="360000" cy="360000"/>
          </a:xfrm>
          <a:prstGeom prst="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箭头: 下 12">
            <a:extLst>
              <a:ext uri="{FF2B5EF4-FFF2-40B4-BE49-F238E27FC236}">
                <a16:creationId xmlns:a16="http://schemas.microsoft.com/office/drawing/2014/main" id="{1E727C1E-006D-4BA7-A23C-8D358C095699}"/>
              </a:ext>
            </a:extLst>
          </p:cNvPr>
          <p:cNvSpPr/>
          <p:nvPr/>
        </p:nvSpPr>
        <p:spPr>
          <a:xfrm rot="16200000">
            <a:off x="2686597" y="5420945"/>
            <a:ext cx="360000" cy="360000"/>
          </a:xfrm>
          <a:prstGeom prst="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E20A5EFB-7BD1-4907-AE45-1A0ED9F1A373}"/>
              </a:ext>
            </a:extLst>
          </p:cNvPr>
          <p:cNvSpPr/>
          <p:nvPr/>
        </p:nvSpPr>
        <p:spPr>
          <a:xfrm>
            <a:off x="9968754" y="5670208"/>
            <a:ext cx="977152" cy="345108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CEDF39D8-FFD2-4E65-9F57-651D0DFAD1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999" y="3744035"/>
            <a:ext cx="3438525" cy="828675"/>
          </a:xfrm>
          <a:prstGeom prst="rect">
            <a:avLst/>
          </a:prstGeom>
        </p:spPr>
      </p:pic>
      <p:sp>
        <p:nvSpPr>
          <p:cNvPr id="28" name="文本框 27">
            <a:extLst>
              <a:ext uri="{FF2B5EF4-FFF2-40B4-BE49-F238E27FC236}">
                <a16:creationId xmlns:a16="http://schemas.microsoft.com/office/drawing/2014/main" id="{31D0E4C4-F443-45A7-8B10-CAB0C01BED3E}"/>
              </a:ext>
            </a:extLst>
          </p:cNvPr>
          <p:cNvSpPr txBox="1"/>
          <p:nvPr/>
        </p:nvSpPr>
        <p:spPr>
          <a:xfrm>
            <a:off x="1055999" y="676945"/>
            <a:ext cx="3669594" cy="400110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</a:t>
            </a:r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：串口初始化配置交换机</a:t>
            </a:r>
          </a:p>
        </p:txBody>
      </p:sp>
    </p:spTree>
    <p:extLst>
      <p:ext uri="{BB962C8B-B14F-4D97-AF65-F5344CB8AC3E}">
        <p14:creationId xmlns:p14="http://schemas.microsoft.com/office/powerpoint/2010/main" val="32958514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5999" y="1530545"/>
            <a:ext cx="10079999" cy="4680000"/>
          </a:xfrm>
        </p:spPr>
        <p:txBody>
          <a:bodyPr/>
          <a:lstStyle/>
          <a:p>
            <a:r>
              <a:rPr lang="zh-CN" altLang="en-US" dirty="0"/>
              <a:t>步骤</a:t>
            </a:r>
            <a:endParaRPr lang="en-US" altLang="zh-CN" dirty="0"/>
          </a:p>
          <a:p>
            <a:pPr lvl="1"/>
            <a:r>
              <a:rPr lang="zh-CN" altLang="en-US" dirty="0"/>
              <a:t>搭建拓扑：利用串口线（</a:t>
            </a:r>
            <a:r>
              <a:rPr lang="en-US" altLang="zh-CN" dirty="0"/>
              <a:t>console</a:t>
            </a:r>
            <a:r>
              <a:rPr lang="zh-CN" altLang="en-US" dirty="0"/>
              <a:t>）分别连接</a:t>
            </a:r>
            <a:r>
              <a:rPr lang="en-US" altLang="zh-CN" dirty="0"/>
              <a:t>PC</a:t>
            </a:r>
            <a:r>
              <a:rPr lang="zh-CN" altLang="en-US" dirty="0"/>
              <a:t>和交换机的串口</a:t>
            </a:r>
            <a:endParaRPr lang="en-US" altLang="zh-CN" dirty="0"/>
          </a:p>
          <a:p>
            <a:pPr lvl="1"/>
            <a:r>
              <a:rPr lang="zh-CN" altLang="en-US" dirty="0"/>
              <a:t>打开</a:t>
            </a:r>
            <a:r>
              <a:rPr lang="en-US" altLang="zh-CN" dirty="0"/>
              <a:t>PC</a:t>
            </a:r>
            <a:r>
              <a:rPr lang="zh-CN" altLang="en-US" dirty="0"/>
              <a:t>的终端程序（</a:t>
            </a:r>
            <a:r>
              <a:rPr lang="en-US" altLang="zh-CN" dirty="0"/>
              <a:t>terminal</a:t>
            </a:r>
            <a:r>
              <a:rPr lang="zh-CN" altLang="en-US" dirty="0"/>
              <a:t>），保持默认的参数，连接交换机</a:t>
            </a:r>
            <a:endParaRPr lang="en-US" altLang="zh-CN" dirty="0"/>
          </a:p>
          <a:p>
            <a:pPr lvl="1"/>
            <a:r>
              <a:rPr lang="zh-CN" altLang="en-US" dirty="0"/>
              <a:t>查看感兴趣的参数 </a:t>
            </a:r>
            <a:r>
              <a:rPr lang="en-US" altLang="zh-CN" dirty="0"/>
              <a:t>– </a:t>
            </a:r>
            <a:r>
              <a:rPr lang="zh-CN" altLang="en-US" dirty="0"/>
              <a:t>配合</a:t>
            </a:r>
            <a:r>
              <a:rPr lang="en-US" altLang="zh-CN" dirty="0"/>
              <a:t>?</a:t>
            </a:r>
            <a:r>
              <a:rPr lang="zh-CN" altLang="en-US" dirty="0"/>
              <a:t>使用</a:t>
            </a:r>
            <a:endParaRPr lang="en-US" altLang="zh-CN" dirty="0"/>
          </a:p>
          <a:p>
            <a:pPr lvl="1"/>
            <a:r>
              <a:rPr lang="zh-CN" altLang="en-US" dirty="0"/>
              <a:t>修改主机名</a:t>
            </a:r>
            <a:endParaRPr lang="en-US" altLang="zh-CN" dirty="0"/>
          </a:p>
          <a:p>
            <a:pPr lvl="1"/>
            <a:r>
              <a:rPr lang="zh-CN" altLang="en-US" dirty="0"/>
              <a:t>设置特权密码</a:t>
            </a:r>
            <a:endParaRPr lang="en-US" altLang="zh-CN" dirty="0"/>
          </a:p>
          <a:p>
            <a:pPr lvl="1"/>
            <a:r>
              <a:rPr lang="zh-CN" altLang="en-US" dirty="0"/>
              <a:t>取消主机名和特权密码的设置</a:t>
            </a:r>
            <a:endParaRPr lang="en-US" altLang="zh-CN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510DE3-82E7-4911-840B-8C91114A693E}"/>
              </a:ext>
            </a:extLst>
          </p:cNvPr>
          <p:cNvSpPr/>
          <p:nvPr/>
        </p:nvSpPr>
        <p:spPr>
          <a:xfrm>
            <a:off x="1647671" y="4091820"/>
            <a:ext cx="1800000" cy="36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600" dirty="0">
                <a:solidFill>
                  <a:schemeClr val="bg1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参考命令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8475F1E-94BF-49D6-9868-D926ABCC1D02}"/>
              </a:ext>
            </a:extLst>
          </p:cNvPr>
          <p:cNvCxnSpPr>
            <a:cxnSpLocks/>
          </p:cNvCxnSpPr>
          <p:nvPr/>
        </p:nvCxnSpPr>
        <p:spPr>
          <a:xfrm>
            <a:off x="1647671" y="4451820"/>
            <a:ext cx="9489600" cy="0"/>
          </a:xfrm>
          <a:prstGeom prst="line">
            <a:avLst/>
          </a:prstGeom>
          <a:ln w="1270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2D67C652-7668-4C6F-AC67-22905C6261E0}"/>
              </a:ext>
            </a:extLst>
          </p:cNvPr>
          <p:cNvSpPr txBox="1"/>
          <p:nvPr/>
        </p:nvSpPr>
        <p:spPr>
          <a:xfrm>
            <a:off x="1647670" y="4579329"/>
            <a:ext cx="9488327" cy="16312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Switch(config)#hostname </a:t>
            </a: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xit</a:t>
            </a:r>
            <a:endParaRPr lang="en-US" altLang="zh-CN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xit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(config)#enable password 123</a:t>
            </a:r>
          </a:p>
          <a:p>
            <a:pPr algn="just">
              <a:spcAft>
                <a:spcPts val="600"/>
              </a:spcAft>
              <a:buClr>
                <a:srgbClr val="C00000"/>
              </a:buClr>
            </a:pPr>
            <a:endParaRPr lang="en-US" altLang="zh-CN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xit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(config)#no hostname</a:t>
            </a:r>
          </a:p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xit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(config)#no enable password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5604583-844C-4254-BBB7-D0662D923654}"/>
              </a:ext>
            </a:extLst>
          </p:cNvPr>
          <p:cNvSpPr txBox="1"/>
          <p:nvPr/>
        </p:nvSpPr>
        <p:spPr>
          <a:xfrm>
            <a:off x="1055999" y="676945"/>
            <a:ext cx="3669594" cy="400110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</a:t>
            </a:r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：串口初始化配置交换机</a:t>
            </a:r>
          </a:p>
        </p:txBody>
      </p:sp>
    </p:spTree>
    <p:extLst>
      <p:ext uri="{BB962C8B-B14F-4D97-AF65-F5344CB8AC3E}">
        <p14:creationId xmlns:p14="http://schemas.microsoft.com/office/powerpoint/2010/main" val="1043441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提示</a:t>
            </a:r>
            <a:endParaRPr lang="en-US" altLang="zh-CN" dirty="0"/>
          </a:p>
          <a:p>
            <a:pPr lvl="1"/>
            <a:r>
              <a:rPr lang="zh-CN" altLang="en-US" dirty="0"/>
              <a:t>所有命令不区分大小写</a:t>
            </a:r>
          </a:p>
          <a:p>
            <a:pPr lvl="1"/>
            <a:r>
              <a:rPr lang="zh-CN" altLang="en-US" dirty="0"/>
              <a:t>利用</a:t>
            </a:r>
            <a:r>
              <a:rPr lang="en-US" altLang="zh-CN" dirty="0"/>
              <a:t>tab</a:t>
            </a:r>
            <a:r>
              <a:rPr lang="zh-CN" altLang="en-US" dirty="0"/>
              <a:t>键快速补全命令</a:t>
            </a:r>
          </a:p>
          <a:p>
            <a:pPr lvl="1"/>
            <a:r>
              <a:rPr lang="zh-CN" altLang="en-US" dirty="0"/>
              <a:t>通常输入命令关键字的前</a:t>
            </a:r>
            <a:r>
              <a:rPr lang="en-US" altLang="zh-CN" dirty="0"/>
              <a:t>3</a:t>
            </a:r>
            <a:r>
              <a:rPr lang="zh-CN" altLang="en-US" dirty="0"/>
              <a:t>个字母即可；应确保命令是唯一的</a:t>
            </a:r>
          </a:p>
          <a:p>
            <a:pPr lvl="1"/>
            <a:r>
              <a:rPr lang="en-US" altLang="zh-CN" dirty="0"/>
              <a:t>Hostname</a:t>
            </a:r>
            <a:r>
              <a:rPr lang="zh-CN" altLang="en-US" dirty="0"/>
              <a:t>可以不唯一</a:t>
            </a:r>
          </a:p>
          <a:p>
            <a:pPr lvl="1"/>
            <a:r>
              <a:rPr lang="zh-CN" altLang="en-US" dirty="0"/>
              <a:t>为了方便用户首次初始化配置，</a:t>
            </a:r>
            <a:r>
              <a:rPr lang="en-US" altLang="zh-CN" dirty="0"/>
              <a:t>Console</a:t>
            </a:r>
            <a:r>
              <a:rPr lang="zh-CN" altLang="en-US" dirty="0"/>
              <a:t>访问交换机默认没有密码</a:t>
            </a:r>
          </a:p>
          <a:p>
            <a:pPr lvl="1"/>
            <a:r>
              <a:rPr lang="zh-CN" altLang="en-US" dirty="0"/>
              <a:t>用户模式进入特权模式默认没有密码</a:t>
            </a:r>
          </a:p>
          <a:p>
            <a:pPr lvl="1"/>
            <a:r>
              <a:rPr lang="zh-CN" altLang="en-US" dirty="0"/>
              <a:t>安全起见，应为不同的模式配置不同的密码；建议根据需要选择合适的密码前缀</a:t>
            </a:r>
          </a:p>
          <a:p>
            <a:pPr lvl="1"/>
            <a:r>
              <a:rPr lang="zh-CN" altLang="en-US" dirty="0"/>
              <a:t>强制退出命令行卡顿：</a:t>
            </a:r>
            <a:r>
              <a:rPr lang="en-US" altLang="zh-CN" dirty="0"/>
              <a:t>CTRL+shift+6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E8E36E5-3A8B-4DFD-84C6-E0AEDB21387A}"/>
              </a:ext>
            </a:extLst>
          </p:cNvPr>
          <p:cNvSpPr txBox="1"/>
          <p:nvPr/>
        </p:nvSpPr>
        <p:spPr>
          <a:xfrm>
            <a:off x="1055999" y="676945"/>
            <a:ext cx="3669594" cy="400110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</a:t>
            </a:r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：串口初始化配置交换机</a:t>
            </a:r>
          </a:p>
        </p:txBody>
      </p:sp>
    </p:spTree>
    <p:extLst>
      <p:ext uri="{BB962C8B-B14F-4D97-AF65-F5344CB8AC3E}">
        <p14:creationId xmlns:p14="http://schemas.microsoft.com/office/powerpoint/2010/main" val="3452824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5999" y="1530545"/>
            <a:ext cx="10079999" cy="4680000"/>
          </a:xfrm>
        </p:spPr>
        <p:txBody>
          <a:bodyPr/>
          <a:lstStyle/>
          <a:p>
            <a:r>
              <a:rPr lang="zh-CN" altLang="en-US" dirty="0"/>
              <a:t>条件</a:t>
            </a:r>
          </a:p>
          <a:p>
            <a:pPr lvl="1"/>
            <a:r>
              <a:rPr lang="zh-CN" altLang="en-US" dirty="0"/>
              <a:t>要成功地建立</a:t>
            </a:r>
            <a:r>
              <a:rPr lang="en-US" altLang="zh-CN" dirty="0"/>
              <a:t>Telnet</a:t>
            </a:r>
            <a:r>
              <a:rPr lang="zh-CN" altLang="en-US" dirty="0"/>
              <a:t>连接，除了要求掌握远程计算机上的账号和密码外，还需要远程计算机开启“</a:t>
            </a:r>
            <a:r>
              <a:rPr lang="en-US" altLang="zh-CN" dirty="0"/>
              <a:t>Telnet</a:t>
            </a:r>
            <a:r>
              <a:rPr lang="zh-CN" altLang="en-US" dirty="0"/>
              <a:t>服务”，并去除</a:t>
            </a:r>
            <a:r>
              <a:rPr lang="en-US" altLang="zh-CN" dirty="0"/>
              <a:t>NTLM</a:t>
            </a:r>
            <a:r>
              <a:rPr lang="zh-CN" altLang="en-US" dirty="0"/>
              <a:t>验证。也可以使用专门的</a:t>
            </a:r>
            <a:r>
              <a:rPr lang="en-US" altLang="zh-CN" dirty="0"/>
              <a:t>Telnet</a:t>
            </a:r>
            <a:r>
              <a:rPr lang="zh-CN" altLang="en-US" dirty="0"/>
              <a:t>工具来进行连接，比如</a:t>
            </a:r>
            <a:r>
              <a:rPr lang="en-US" altLang="zh-CN" dirty="0"/>
              <a:t>STERM</a:t>
            </a:r>
            <a:r>
              <a:rPr lang="zh-CN" altLang="en-US" dirty="0"/>
              <a:t>，</a:t>
            </a:r>
            <a:r>
              <a:rPr lang="en-US" altLang="zh-CN" dirty="0"/>
              <a:t>CTERM</a:t>
            </a:r>
            <a:r>
              <a:rPr lang="zh-CN" altLang="en-US" dirty="0"/>
              <a:t>等工具（</a:t>
            </a:r>
            <a:r>
              <a:rPr lang="en-US" altLang="zh-CN" dirty="0">
                <a:solidFill>
                  <a:srgbClr val="C00000"/>
                </a:solidFill>
              </a:rPr>
              <a:t>win11</a:t>
            </a:r>
            <a:r>
              <a:rPr lang="en-US" altLang="zh-CN" dirty="0">
                <a:solidFill>
                  <a:srgbClr val="C00000"/>
                </a:solidFill>
                <a:sym typeface="Wingdings 3" panose="05040102010807070707" pitchFamily="18" charset="2"/>
              </a:rPr>
              <a:t></a:t>
            </a:r>
            <a:r>
              <a:rPr lang="zh-CN" altLang="en-US" dirty="0">
                <a:solidFill>
                  <a:srgbClr val="C00000"/>
                </a:solidFill>
                <a:sym typeface="Wingdings 3" panose="05040102010807070707" pitchFamily="18" charset="2"/>
              </a:rPr>
              <a:t>程序和应用可选功能更多</a:t>
            </a:r>
            <a:r>
              <a:rPr lang="en-US" altLang="zh-CN" dirty="0">
                <a:solidFill>
                  <a:srgbClr val="C00000"/>
                </a:solidFill>
                <a:sym typeface="Wingdings 3" panose="05040102010807070707" pitchFamily="18" charset="2"/>
              </a:rPr>
              <a:t>window</a:t>
            </a:r>
            <a:r>
              <a:rPr lang="zh-CN" altLang="en-US" dirty="0">
                <a:solidFill>
                  <a:srgbClr val="C00000"/>
                </a:solidFill>
                <a:sym typeface="Wingdings 3" panose="05040102010807070707" pitchFamily="18" charset="2"/>
              </a:rPr>
              <a:t>功能</a:t>
            </a:r>
            <a:r>
              <a:rPr lang="zh-CN" altLang="en-US" dirty="0"/>
              <a:t>）</a:t>
            </a:r>
          </a:p>
          <a:p>
            <a:pPr lvl="1"/>
            <a:r>
              <a:rPr lang="zh-CN" altLang="en-US" dirty="0"/>
              <a:t>应配置交换机的管理</a:t>
            </a:r>
            <a:r>
              <a:rPr lang="en-US" altLang="zh-CN" dirty="0"/>
              <a:t>IP</a:t>
            </a:r>
            <a:r>
              <a:rPr lang="zh-CN" altLang="en-US" dirty="0"/>
              <a:t>地址，且和网管计算机</a:t>
            </a:r>
            <a:r>
              <a:rPr lang="en-US" altLang="zh-CN" dirty="0"/>
              <a:t>IP</a:t>
            </a:r>
            <a:r>
              <a:rPr lang="zh-CN" altLang="en-US" dirty="0"/>
              <a:t>地址在同一个网段，通常配置</a:t>
            </a:r>
            <a:r>
              <a:rPr lang="en-US" altLang="zh-CN" dirty="0"/>
              <a:t>vlan1</a:t>
            </a:r>
            <a:r>
              <a:rPr lang="zh-CN" altLang="en-US" dirty="0"/>
              <a:t>为管理地址</a:t>
            </a:r>
          </a:p>
          <a:p>
            <a:pPr lvl="1"/>
            <a:r>
              <a:rPr lang="zh-CN" altLang="en-US" dirty="0"/>
              <a:t>为</a:t>
            </a:r>
            <a:r>
              <a:rPr lang="en-US" altLang="zh-CN" dirty="0"/>
              <a:t>telnet</a:t>
            </a:r>
            <a:r>
              <a:rPr lang="zh-CN" altLang="en-US" dirty="0"/>
              <a:t>用户配置用户名和管理密码</a:t>
            </a:r>
            <a:endParaRPr lang="en-US" altLang="zh-CN" dirty="0"/>
          </a:p>
          <a:p>
            <a:r>
              <a:rPr lang="zh-CN" altLang="en-US" dirty="0"/>
              <a:t>说明</a:t>
            </a:r>
            <a:endParaRPr lang="en-US" altLang="zh-CN" dirty="0"/>
          </a:p>
          <a:p>
            <a:pPr lvl="1"/>
            <a:r>
              <a:rPr lang="zh-CN" altLang="en-US" dirty="0"/>
              <a:t>学完网络层再回来做这个实验</a:t>
            </a:r>
            <a:endParaRPr lang="en-US" altLang="zh-CN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722130-AE78-4374-9DDB-26738FA7EFC3}"/>
              </a:ext>
            </a:extLst>
          </p:cNvPr>
          <p:cNvSpPr txBox="1"/>
          <p:nvPr/>
        </p:nvSpPr>
        <p:spPr>
          <a:xfrm>
            <a:off x="1055999" y="676945"/>
            <a:ext cx="3634649" cy="400110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</a:t>
            </a:r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Telnet</a:t>
            </a:r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远程登陆交换机</a:t>
            </a:r>
          </a:p>
        </p:txBody>
      </p:sp>
    </p:spTree>
    <p:extLst>
      <p:ext uri="{BB962C8B-B14F-4D97-AF65-F5344CB8AC3E}">
        <p14:creationId xmlns:p14="http://schemas.microsoft.com/office/powerpoint/2010/main" val="23297260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5999" y="1530545"/>
            <a:ext cx="10079999" cy="4680000"/>
          </a:xfrm>
        </p:spPr>
        <p:txBody>
          <a:bodyPr/>
          <a:lstStyle/>
          <a:p>
            <a:r>
              <a:rPr lang="zh-CN" altLang="en-US" dirty="0"/>
              <a:t>步骤</a:t>
            </a:r>
          </a:p>
          <a:p>
            <a:pPr lvl="1"/>
            <a:r>
              <a:rPr lang="zh-CN" altLang="en-US" dirty="0"/>
              <a:t>搭建拓扑</a:t>
            </a:r>
            <a:endParaRPr lang="en-US" altLang="zh-CN" dirty="0"/>
          </a:p>
          <a:p>
            <a:pPr lvl="1"/>
            <a:r>
              <a:rPr lang="zh-CN" altLang="en-US" dirty="0"/>
              <a:t>使用用串口配置交换机：特权密码；</a:t>
            </a:r>
            <a:r>
              <a:rPr lang="en-US" altLang="zh-CN" dirty="0"/>
              <a:t>telnet</a:t>
            </a:r>
            <a:r>
              <a:rPr lang="zh-CN" altLang="en-US" dirty="0"/>
              <a:t>远程登陆密码；管理</a:t>
            </a:r>
            <a:r>
              <a:rPr lang="en-US" altLang="zh-CN" dirty="0"/>
              <a:t>IP</a:t>
            </a:r>
            <a:r>
              <a:rPr lang="zh-CN" altLang="en-US" dirty="0"/>
              <a:t>地址</a:t>
            </a:r>
            <a:endParaRPr lang="en-US" altLang="zh-CN" dirty="0"/>
          </a:p>
          <a:p>
            <a:pPr lvl="1"/>
            <a:r>
              <a:rPr lang="zh-CN" altLang="en-US" dirty="0"/>
              <a:t>配置</a:t>
            </a:r>
            <a:r>
              <a:rPr lang="en-US" altLang="zh-CN" dirty="0"/>
              <a:t>PC</a:t>
            </a:r>
            <a:r>
              <a:rPr lang="zh-CN" altLang="en-US" dirty="0"/>
              <a:t>并远程登陆交换机</a:t>
            </a:r>
            <a:endParaRPr lang="en-US" altLang="zh-CN" dirty="0"/>
          </a:p>
          <a:p>
            <a:pPr lvl="1"/>
            <a:endParaRPr lang="en-US" altLang="zh-CN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722130-AE78-4374-9DDB-26738FA7EFC3}"/>
              </a:ext>
            </a:extLst>
          </p:cNvPr>
          <p:cNvSpPr txBox="1"/>
          <p:nvPr/>
        </p:nvSpPr>
        <p:spPr>
          <a:xfrm>
            <a:off x="1055999" y="676945"/>
            <a:ext cx="3634649" cy="400110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</a:t>
            </a:r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Telnet</a:t>
            </a:r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远程登陆交换机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178D4EC-A8DE-4DEF-BDF8-451F39C56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223" y="5019920"/>
            <a:ext cx="4295775" cy="119062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A2BFEBE-E3FD-4978-ADA6-04CB7DBA450A}"/>
              </a:ext>
            </a:extLst>
          </p:cNvPr>
          <p:cNvSpPr/>
          <p:nvPr/>
        </p:nvSpPr>
        <p:spPr>
          <a:xfrm>
            <a:off x="1646315" y="2873661"/>
            <a:ext cx="1800000" cy="36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600" dirty="0">
                <a:solidFill>
                  <a:schemeClr val="bg1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参考命令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EB2C946-1240-485E-A59A-CDAEB5B737DF}"/>
              </a:ext>
            </a:extLst>
          </p:cNvPr>
          <p:cNvCxnSpPr>
            <a:cxnSpLocks/>
          </p:cNvCxnSpPr>
          <p:nvPr/>
        </p:nvCxnSpPr>
        <p:spPr>
          <a:xfrm>
            <a:off x="1646315" y="3233661"/>
            <a:ext cx="5191200" cy="0"/>
          </a:xfrm>
          <a:prstGeom prst="line">
            <a:avLst/>
          </a:prstGeom>
          <a:ln w="1270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9312D8F7-CA39-4A06-B57D-EC8333379245}"/>
              </a:ext>
            </a:extLst>
          </p:cNvPr>
          <p:cNvSpPr txBox="1"/>
          <p:nvPr/>
        </p:nvSpPr>
        <p:spPr>
          <a:xfrm>
            <a:off x="1646315" y="4819607"/>
            <a:ext cx="5192553" cy="98488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Switch(config)#int vlan 1</a:t>
            </a:r>
          </a:p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Switch(config-if)#ip add 192.168.1.254 255.255.255.0</a:t>
            </a:r>
          </a:p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Switch(config-if)#no shutdown 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073CA17-C1BC-45C4-A6E1-C936D1DADBC7}"/>
              </a:ext>
            </a:extLst>
          </p:cNvPr>
          <p:cNvSpPr txBox="1"/>
          <p:nvPr/>
        </p:nvSpPr>
        <p:spPr>
          <a:xfrm>
            <a:off x="1646315" y="3767223"/>
            <a:ext cx="5192553" cy="98488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Switch(config)#line vty 0 4</a:t>
            </a:r>
          </a:p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Switch(config-line)#password </a:t>
            </a: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xit</a:t>
            </a:r>
            <a:endParaRPr lang="en-US" altLang="zh-CN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Switch(config-line)#login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1549E0F-B22D-4D81-A3A1-BD1CCE11235A}"/>
              </a:ext>
            </a:extLst>
          </p:cNvPr>
          <p:cNvSpPr txBox="1"/>
          <p:nvPr/>
        </p:nvSpPr>
        <p:spPr>
          <a:xfrm>
            <a:off x="1646315" y="3361170"/>
            <a:ext cx="5192553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Switch(config)#enable password </a:t>
            </a: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xit</a:t>
            </a:r>
            <a:endParaRPr lang="en-US" altLang="zh-CN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AE73D9-0930-4068-B7D0-60F1F6334383}"/>
              </a:ext>
            </a:extLst>
          </p:cNvPr>
          <p:cNvSpPr txBox="1"/>
          <p:nvPr/>
        </p:nvSpPr>
        <p:spPr>
          <a:xfrm>
            <a:off x="1644962" y="5871991"/>
            <a:ext cx="5192553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  <a:buClr>
                <a:srgbClr val="C00000"/>
              </a:buClr>
            </a:pPr>
            <a:r>
              <a:rPr lang="en-US" altLang="zh-CN" sz="1600" dirty="0" err="1">
                <a:latin typeface="Cuprum" panose="00000500000000000000" pitchFamily="2" charset="0"/>
                <a:ea typeface="微软雅黑 Light" panose="020B0502040204020203" pitchFamily="34" charset="-122"/>
              </a:rPr>
              <a:t>Switch#write</a:t>
            </a:r>
            <a:endParaRPr lang="en-US" altLang="zh-CN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08430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5999" y="1530545"/>
            <a:ext cx="10079999" cy="4680000"/>
          </a:xfrm>
        </p:spPr>
        <p:txBody>
          <a:bodyPr/>
          <a:lstStyle/>
          <a:p>
            <a:r>
              <a:rPr lang="zh-CN" altLang="en-US" dirty="0"/>
              <a:t>提示</a:t>
            </a:r>
            <a:endParaRPr lang="en-US" altLang="zh-CN" dirty="0"/>
          </a:p>
          <a:p>
            <a:pPr lvl="1"/>
            <a:r>
              <a:rPr lang="en-US" altLang="zh-CN" dirty="0"/>
              <a:t>vty-Virtual Teletype Terminal</a:t>
            </a:r>
            <a:r>
              <a:rPr lang="zh-CN" altLang="en-US" dirty="0"/>
              <a:t>，表示虚拟电信终端</a:t>
            </a:r>
          </a:p>
          <a:p>
            <a:pPr lvl="1"/>
            <a:r>
              <a:rPr lang="en-US" altLang="zh-CN" dirty="0"/>
              <a:t>vty 0 4</a:t>
            </a:r>
            <a:r>
              <a:rPr lang="zh-CN" altLang="en-US" dirty="0"/>
              <a:t>：表示允许</a:t>
            </a:r>
            <a:r>
              <a:rPr lang="en-US" altLang="zh-CN" dirty="0"/>
              <a:t>5</a:t>
            </a:r>
            <a:r>
              <a:rPr lang="zh-CN" altLang="en-US" dirty="0"/>
              <a:t>个线路</a:t>
            </a:r>
            <a:r>
              <a:rPr lang="en-US" altLang="zh-CN" dirty="0"/>
              <a:t>/</a:t>
            </a:r>
            <a:r>
              <a:rPr lang="zh-CN" altLang="en-US" dirty="0"/>
              <a:t>用户远程登陆该设备；默认至少</a:t>
            </a:r>
            <a:r>
              <a:rPr lang="en-US" altLang="zh-CN" dirty="0"/>
              <a:t>4</a:t>
            </a:r>
            <a:r>
              <a:rPr lang="zh-CN" altLang="en-US" dirty="0"/>
              <a:t>个；最多</a:t>
            </a:r>
            <a:r>
              <a:rPr lang="en-US" altLang="zh-CN" dirty="0"/>
              <a:t>15</a:t>
            </a:r>
            <a:r>
              <a:rPr lang="zh-CN" altLang="en-US" dirty="0"/>
              <a:t>个</a:t>
            </a:r>
          </a:p>
          <a:p>
            <a:pPr lvl="1"/>
            <a:r>
              <a:rPr lang="zh-CN" altLang="en-US" dirty="0"/>
              <a:t>交换机和</a:t>
            </a:r>
            <a:r>
              <a:rPr lang="en-US" altLang="zh-CN" dirty="0"/>
              <a:t>PC</a:t>
            </a:r>
            <a:r>
              <a:rPr lang="zh-CN" altLang="en-US" dirty="0"/>
              <a:t>的</a:t>
            </a:r>
            <a:r>
              <a:rPr lang="en-US" altLang="zh-CN" dirty="0"/>
              <a:t>IP</a:t>
            </a:r>
            <a:r>
              <a:rPr lang="zh-CN" altLang="en-US" dirty="0"/>
              <a:t>地址必须是同一网段</a:t>
            </a:r>
          </a:p>
          <a:p>
            <a:pPr lvl="1"/>
            <a:r>
              <a:rPr lang="zh-CN" altLang="en-US" dirty="0"/>
              <a:t>查看交换机配置：</a:t>
            </a:r>
            <a:r>
              <a:rPr lang="en-US" altLang="zh-CN" dirty="0" err="1"/>
              <a:t>glc#show</a:t>
            </a:r>
            <a:r>
              <a:rPr lang="en-US" altLang="zh-CN" dirty="0"/>
              <a:t> running-config</a:t>
            </a:r>
          </a:p>
          <a:p>
            <a:pPr lvl="1"/>
            <a:r>
              <a:rPr lang="zh-CN" altLang="en-US" dirty="0"/>
              <a:t>可以使用密码或者密码加用户名登陆</a:t>
            </a:r>
            <a:endParaRPr lang="en-US" altLang="zh-CN" dirty="0"/>
          </a:p>
          <a:p>
            <a:pPr lvl="1"/>
            <a:r>
              <a:rPr lang="zh-CN" altLang="en-US" dirty="0"/>
              <a:t>所有配置完成后，请保存设置</a:t>
            </a:r>
            <a:r>
              <a:rPr lang="en-US" altLang="zh-CN" dirty="0" err="1"/>
              <a:t>Switch#write</a:t>
            </a:r>
            <a:endParaRPr lang="en-US" altLang="zh-CN" dirty="0"/>
          </a:p>
          <a:p>
            <a:pPr lvl="1"/>
            <a:r>
              <a:rPr lang="zh-CN" altLang="en-US" dirty="0"/>
              <a:t>可以使用查看配置命令查看详细信息</a:t>
            </a:r>
            <a:endParaRPr lang="en-US" altLang="zh-CN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722130-AE78-4374-9DDB-26738FA7EFC3}"/>
              </a:ext>
            </a:extLst>
          </p:cNvPr>
          <p:cNvSpPr txBox="1"/>
          <p:nvPr/>
        </p:nvSpPr>
        <p:spPr>
          <a:xfrm>
            <a:off x="1055999" y="676945"/>
            <a:ext cx="3634649" cy="400110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</a:t>
            </a:r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Telnet</a:t>
            </a:r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远程登陆交换机</a:t>
            </a:r>
          </a:p>
        </p:txBody>
      </p:sp>
    </p:spTree>
    <p:extLst>
      <p:ext uri="{BB962C8B-B14F-4D97-AF65-F5344CB8AC3E}">
        <p14:creationId xmlns:p14="http://schemas.microsoft.com/office/powerpoint/2010/main" val="3231623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选择</a:t>
            </a:r>
            <a:r>
              <a:rPr lang="zh-CN" altLang="en-US" dirty="0">
                <a:hlinkClick r:id="rId2"/>
              </a:rPr>
              <a:t>学校组织结构</a:t>
            </a:r>
            <a:r>
              <a:rPr lang="zh-CN" altLang="en-US" dirty="0"/>
              <a:t>中某一个或几个分系统，利用交换机和</a:t>
            </a:r>
            <a:r>
              <a:rPr lang="en-US" altLang="zh-CN" dirty="0"/>
              <a:t>PC</a:t>
            </a:r>
            <a:r>
              <a:rPr lang="zh-CN" altLang="en-US" dirty="0"/>
              <a:t>模拟搭建局域网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693DE17-70EA-4737-A5E3-A4319752EAFF}"/>
              </a:ext>
            </a:extLst>
          </p:cNvPr>
          <p:cNvSpPr txBox="1"/>
          <p:nvPr/>
        </p:nvSpPr>
        <p:spPr>
          <a:xfrm>
            <a:off x="1055999" y="676945"/>
            <a:ext cx="2387192" cy="400110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</a:t>
            </a:r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：搭建局域网</a:t>
            </a:r>
          </a:p>
        </p:txBody>
      </p:sp>
    </p:spTree>
    <p:extLst>
      <p:ext uri="{BB962C8B-B14F-4D97-AF65-F5344CB8AC3E}">
        <p14:creationId xmlns:p14="http://schemas.microsoft.com/office/powerpoint/2010/main" val="2412960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52302F1-CA86-4F12-94C2-767DA34B6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部门之间如何互不影响的通信？</a:t>
            </a:r>
            <a:endParaRPr lang="en-US" altLang="zh-CN" dirty="0"/>
          </a:p>
          <a:p>
            <a:r>
              <a:rPr lang="zh-CN" altLang="en-US" dirty="0"/>
              <a:t>学校规模达到一定阶段后，如何更好的组织网络？</a:t>
            </a:r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513849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>
              <a:lumMod val="50000"/>
            </a:schemeClr>
          </a:solidFill>
          <a:tailEnd type="none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lIns="91440" tIns="45720" rIns="91440" bIns="45720" rtlCol="0">
        <a:spAutoFit/>
      </a:bodyPr>
      <a:lstStyle>
        <a:defPPr algn="l">
          <a:defRPr sz="2000" dirty="0" smtClean="0">
            <a:solidFill>
              <a:schemeClr val="tx1"/>
            </a:solidFill>
            <a:latin typeface="IBM Plex Sans Light" panose="020B0403050203000203" pitchFamily="34" charset="0"/>
            <a:ea typeface="微软雅黑 Light" panose="020B0502040204020203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14309</TotalTime>
  <Words>2460</Words>
  <Application>Microsoft Office PowerPoint</Application>
  <PresentationFormat>宽屏</PresentationFormat>
  <Paragraphs>258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8" baseType="lpstr">
      <vt:lpstr>微软雅黑</vt:lpstr>
      <vt:lpstr>27禹卫书法行书简体</vt:lpstr>
      <vt:lpstr>IBM Plex Sans Light</vt:lpstr>
      <vt:lpstr>Cuprum</vt:lpstr>
      <vt:lpstr>等线</vt:lpstr>
      <vt:lpstr>Courier New</vt:lpstr>
      <vt:lpstr>微软雅黑 Light</vt:lpstr>
      <vt:lpstr>Arial</vt:lpstr>
      <vt:lpstr>Wingdings 3</vt:lpstr>
      <vt:lpstr>Office 主题​​</vt:lpstr>
      <vt:lpstr>链路层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以太网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</dc:title>
  <dc:creator>cnplaman</dc:creator>
  <cp:lastModifiedBy>cn plaman</cp:lastModifiedBy>
  <cp:revision>3642</cp:revision>
  <dcterms:created xsi:type="dcterms:W3CDTF">2020-11-07T11:40:45Z</dcterms:created>
  <dcterms:modified xsi:type="dcterms:W3CDTF">2026-08-03T15:07:57Z</dcterms:modified>
</cp:coreProperties>
</file>
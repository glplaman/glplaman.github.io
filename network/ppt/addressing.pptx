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0" r:id="rId2"/>
    <p:sldId id="275" r:id="rId3"/>
    <p:sldId id="280" r:id="rId4"/>
    <p:sldId id="287" r:id="rId5"/>
    <p:sldId id="281" r:id="rId6"/>
    <p:sldId id="286" r:id="rId7"/>
    <p:sldId id="285" r:id="rId8"/>
    <p:sldId id="284" r:id="rId9"/>
    <p:sldId id="283" r:id="rId10"/>
    <p:sldId id="282" r:id="rId11"/>
    <p:sldId id="288" r:id="rId12"/>
    <p:sldId id="289" r:id="rId13"/>
    <p:sldId id="279" r:id="rId14"/>
    <p:sldId id="278" r:id="rId15"/>
    <p:sldId id="271" r:id="rId16"/>
    <p:sldId id="272" r:id="rId17"/>
    <p:sldId id="273" r:id="rId18"/>
    <p:sldId id="274" r:id="rId19"/>
    <p:sldId id="267" r:id="rId20"/>
    <p:sldId id="268" r:id="rId21"/>
    <p:sldId id="269" r:id="rId22"/>
    <p:sldId id="277" r:id="rId23"/>
    <p:sldId id="276" r:id="rId24"/>
    <p:sldId id="256" r:id="rId25"/>
    <p:sldId id="257" r:id="rId26"/>
    <p:sldId id="258" r:id="rId27"/>
    <p:sldId id="259" r:id="rId28"/>
    <p:sldId id="260" r:id="rId29"/>
    <p:sldId id="261" r:id="rId30"/>
    <p:sldId id="262" r:id="rId31"/>
    <p:sldId id="263" r:id="rId32"/>
    <p:sldId id="264" r:id="rId33"/>
    <p:sldId id="265" r:id="rId34"/>
    <p:sldId id="266" r:id="rId3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9D18E"/>
    <a:srgbClr val="FCEC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18603FDC-E32A-4AB5-989C-0864C3EAD2B8}" styleName="主题样式 2 - 强调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2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explosion val="10"/>
          <c:dPt>
            <c:idx val="0"/>
            <c:bubble3D val="0"/>
            <c:spPr>
              <a:solidFill>
                <a:schemeClr val="accent1">
                  <a:shade val="42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EDE-4BF0-BDF5-37641BAB185D}"/>
              </c:ext>
            </c:extLst>
          </c:dPt>
          <c:dPt>
            <c:idx val="1"/>
            <c:bubble3D val="0"/>
            <c:spPr>
              <a:solidFill>
                <a:schemeClr val="accent1">
                  <a:shade val="5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EDE-4BF0-BDF5-37641BAB185D}"/>
              </c:ext>
            </c:extLst>
          </c:dPt>
          <c:dPt>
            <c:idx val="2"/>
            <c:bubble3D val="0"/>
            <c:spPr>
              <a:solidFill>
                <a:schemeClr val="accent1">
                  <a:shade val="6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FEDE-4BF0-BDF5-37641BAB185D}"/>
              </c:ext>
            </c:extLst>
          </c:dPt>
          <c:dPt>
            <c:idx val="3"/>
            <c:bubble3D val="0"/>
            <c:spPr>
              <a:solidFill>
                <a:schemeClr val="accent1">
                  <a:shade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FEDE-4BF0-BDF5-37641BAB185D}"/>
              </c:ext>
            </c:extLst>
          </c:dPt>
          <c:dPt>
            <c:idx val="4"/>
            <c:bubble3D val="0"/>
            <c:spPr>
              <a:solidFill>
                <a:schemeClr val="accent1">
                  <a:shade val="93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FEDE-4BF0-BDF5-37641BAB185D}"/>
              </c:ext>
            </c:extLst>
          </c:dPt>
          <c:dPt>
            <c:idx val="5"/>
            <c:bubble3D val="0"/>
            <c:spPr>
              <a:solidFill>
                <a:schemeClr val="accent1">
                  <a:tint val="94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FEDE-4BF0-BDF5-37641BAB185D}"/>
              </c:ext>
            </c:extLst>
          </c:dPt>
          <c:dPt>
            <c:idx val="6"/>
            <c:bubble3D val="0"/>
            <c:spPr>
              <a:solidFill>
                <a:schemeClr val="accent1">
                  <a:tint val="81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FEDE-4BF0-BDF5-37641BAB185D}"/>
              </c:ext>
            </c:extLst>
          </c:dPt>
          <c:dPt>
            <c:idx val="7"/>
            <c:bubble3D val="0"/>
            <c:spPr>
              <a:solidFill>
                <a:schemeClr val="accent1">
                  <a:tint val="69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F-FEDE-4BF0-BDF5-37641BAB185D}"/>
              </c:ext>
            </c:extLst>
          </c:dPt>
          <c:dPt>
            <c:idx val="8"/>
            <c:bubble3D val="0"/>
            <c:spPr>
              <a:solidFill>
                <a:schemeClr val="accent1">
                  <a:tint val="5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1-FEDE-4BF0-BDF5-37641BAB185D}"/>
              </c:ext>
            </c:extLst>
          </c:dPt>
          <c:dPt>
            <c:idx val="9"/>
            <c:bubble3D val="0"/>
            <c:spPr>
              <a:solidFill>
                <a:schemeClr val="accent1">
                  <a:tint val="43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3-FEDE-4BF0-BDF5-37641BAB185D}"/>
              </c:ext>
            </c:extLst>
          </c:dPt>
          <c:cat>
            <c:strRef>
              <c:f>Sheet1!$A$2:$A$11</c:f>
              <c:strCache>
                <c:ptCount val="4"/>
                <c:pt idx="0">
                  <c:v>第一季度</c:v>
                </c:pt>
                <c:pt idx="1">
                  <c:v>第二季度</c:v>
                </c:pt>
                <c:pt idx="2">
                  <c:v>第三季度</c:v>
                </c:pt>
                <c:pt idx="3">
                  <c:v>第四季度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A2B-4DB9-AA0A-3DAC59CE4C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90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explosion val="10"/>
          <c:dPt>
            <c:idx val="0"/>
            <c:bubble3D val="0"/>
            <c:spPr>
              <a:solidFill>
                <a:schemeClr val="accent2">
                  <a:shade val="42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1A2-4261-B462-93283262EA98}"/>
              </c:ext>
            </c:extLst>
          </c:dPt>
          <c:dPt>
            <c:idx val="1"/>
            <c:bubble3D val="0"/>
            <c:spPr>
              <a:solidFill>
                <a:schemeClr val="accent2">
                  <a:shade val="5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41A2-4261-B462-93283262EA98}"/>
              </c:ext>
            </c:extLst>
          </c:dPt>
          <c:dPt>
            <c:idx val="2"/>
            <c:bubble3D val="0"/>
            <c:spPr>
              <a:solidFill>
                <a:schemeClr val="accent2">
                  <a:shade val="6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41A2-4261-B462-93283262EA98}"/>
              </c:ext>
            </c:extLst>
          </c:dPt>
          <c:dPt>
            <c:idx val="3"/>
            <c:bubble3D val="0"/>
            <c:spPr>
              <a:solidFill>
                <a:schemeClr val="accent2">
                  <a:shade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41A2-4261-B462-93283262EA98}"/>
              </c:ext>
            </c:extLst>
          </c:dPt>
          <c:dPt>
            <c:idx val="4"/>
            <c:bubble3D val="0"/>
            <c:spPr>
              <a:solidFill>
                <a:schemeClr val="accent2">
                  <a:shade val="93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41A2-4261-B462-93283262EA98}"/>
              </c:ext>
            </c:extLst>
          </c:dPt>
          <c:dPt>
            <c:idx val="5"/>
            <c:bubble3D val="0"/>
            <c:spPr>
              <a:solidFill>
                <a:schemeClr val="accent2">
                  <a:tint val="94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41A2-4261-B462-93283262EA98}"/>
              </c:ext>
            </c:extLst>
          </c:dPt>
          <c:dPt>
            <c:idx val="6"/>
            <c:bubble3D val="0"/>
            <c:spPr>
              <a:solidFill>
                <a:schemeClr val="accent2">
                  <a:tint val="81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41A2-4261-B462-93283262EA98}"/>
              </c:ext>
            </c:extLst>
          </c:dPt>
          <c:dPt>
            <c:idx val="7"/>
            <c:bubble3D val="0"/>
            <c:spPr>
              <a:solidFill>
                <a:schemeClr val="accent2">
                  <a:tint val="69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F-41A2-4261-B462-93283262EA98}"/>
              </c:ext>
            </c:extLst>
          </c:dPt>
          <c:dPt>
            <c:idx val="8"/>
            <c:bubble3D val="0"/>
            <c:spPr>
              <a:solidFill>
                <a:schemeClr val="accent2">
                  <a:tint val="5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1-41A2-4261-B462-93283262EA98}"/>
              </c:ext>
            </c:extLst>
          </c:dPt>
          <c:dPt>
            <c:idx val="9"/>
            <c:bubble3D val="0"/>
            <c:spPr>
              <a:solidFill>
                <a:schemeClr val="accent2">
                  <a:tint val="43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3-41A2-4261-B462-93283262EA98}"/>
              </c:ext>
            </c:extLst>
          </c:dPt>
          <c:cat>
            <c:strRef>
              <c:f>Sheet1!$A$2:$A$11</c:f>
              <c:strCache>
                <c:ptCount val="4"/>
                <c:pt idx="0">
                  <c:v>第一季度</c:v>
                </c:pt>
                <c:pt idx="1">
                  <c:v>第二季度</c:v>
                </c:pt>
                <c:pt idx="2">
                  <c:v>第三季度</c:v>
                </c:pt>
                <c:pt idx="3">
                  <c:v>第四季度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41A2-4261-B462-93283262EA9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9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explosion val="10"/>
          <c:dPt>
            <c:idx val="0"/>
            <c:bubble3D val="0"/>
            <c:spPr>
              <a:solidFill>
                <a:schemeClr val="accent6">
                  <a:shade val="42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2F86-4E62-A82F-B67AA0DB3591}"/>
              </c:ext>
            </c:extLst>
          </c:dPt>
          <c:dPt>
            <c:idx val="1"/>
            <c:bubble3D val="0"/>
            <c:spPr>
              <a:solidFill>
                <a:schemeClr val="accent6">
                  <a:shade val="5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2F86-4E62-A82F-B67AA0DB3591}"/>
              </c:ext>
            </c:extLst>
          </c:dPt>
          <c:dPt>
            <c:idx val="2"/>
            <c:bubble3D val="0"/>
            <c:spPr>
              <a:solidFill>
                <a:schemeClr val="accent6">
                  <a:shade val="6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2F86-4E62-A82F-B67AA0DB3591}"/>
              </c:ext>
            </c:extLst>
          </c:dPt>
          <c:dPt>
            <c:idx val="3"/>
            <c:bubble3D val="0"/>
            <c:spPr>
              <a:solidFill>
                <a:schemeClr val="accent6">
                  <a:shade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2F86-4E62-A82F-B67AA0DB3591}"/>
              </c:ext>
            </c:extLst>
          </c:dPt>
          <c:dPt>
            <c:idx val="4"/>
            <c:bubble3D val="0"/>
            <c:spPr>
              <a:solidFill>
                <a:schemeClr val="accent6">
                  <a:shade val="93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2F86-4E62-A82F-B67AA0DB3591}"/>
              </c:ext>
            </c:extLst>
          </c:dPt>
          <c:dPt>
            <c:idx val="5"/>
            <c:bubble3D val="0"/>
            <c:spPr>
              <a:solidFill>
                <a:schemeClr val="accent6">
                  <a:tint val="94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2F86-4E62-A82F-B67AA0DB3591}"/>
              </c:ext>
            </c:extLst>
          </c:dPt>
          <c:dPt>
            <c:idx val="6"/>
            <c:bubble3D val="0"/>
            <c:spPr>
              <a:solidFill>
                <a:schemeClr val="accent6">
                  <a:tint val="81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2F86-4E62-A82F-B67AA0DB3591}"/>
              </c:ext>
            </c:extLst>
          </c:dPt>
          <c:dPt>
            <c:idx val="7"/>
            <c:bubble3D val="0"/>
            <c:spPr>
              <a:solidFill>
                <a:schemeClr val="accent6">
                  <a:tint val="69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F-2F86-4E62-A82F-B67AA0DB3591}"/>
              </c:ext>
            </c:extLst>
          </c:dPt>
          <c:dPt>
            <c:idx val="8"/>
            <c:bubble3D val="0"/>
            <c:spPr>
              <a:solidFill>
                <a:schemeClr val="accent6">
                  <a:tint val="5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1-2F86-4E62-A82F-B67AA0DB3591}"/>
              </c:ext>
            </c:extLst>
          </c:dPt>
          <c:dPt>
            <c:idx val="9"/>
            <c:bubble3D val="0"/>
            <c:spPr>
              <a:solidFill>
                <a:schemeClr val="accent6">
                  <a:tint val="43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3-2F86-4E62-A82F-B67AA0DB3591}"/>
              </c:ext>
            </c:extLst>
          </c:dPt>
          <c:cat>
            <c:strRef>
              <c:f>Sheet1!$A$2:$A$11</c:f>
              <c:strCache>
                <c:ptCount val="4"/>
                <c:pt idx="0">
                  <c:v>第一季度</c:v>
                </c:pt>
                <c:pt idx="1">
                  <c:v>第二季度</c:v>
                </c:pt>
                <c:pt idx="2">
                  <c:v>第三季度</c:v>
                </c:pt>
                <c:pt idx="3">
                  <c:v>第四季度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2F86-4E62-A82F-B67AA0DB359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7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2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3.xml><?xml version="1.0" encoding="utf-8"?>
<cs:colorStyle xmlns:cs="http://schemas.microsoft.com/office/drawing/2012/chartStyle" xmlns:a="http://schemas.openxmlformats.org/drawingml/2006/main" meth="withinLinear" id="19">
  <a:schemeClr val="accent6"/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7E401B-3637-56D5-1388-DF212F4ECE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6F01E09-4642-6EC1-9569-B3BC8A9158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C68D69-3BB0-FD26-35A3-B877B2409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49793-2914-403A-86AB-13D74555B830}" type="datetimeFigureOut">
              <a:rPr lang="zh-CN" altLang="en-US" smtClean="0"/>
              <a:t>2023/11/4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0628047-11C1-59B7-F48E-667DDB98A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BED929B-5ED5-3D96-1272-B54BB8DAA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EE220-E934-48B6-92A1-96FAFA9EBF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207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B678BC-87F2-CD41-7DD0-90A3A073E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77A35DB-65EE-EBEA-11BB-BAA32E25BC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D93803-6896-40A7-B620-308EE7954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49793-2914-403A-86AB-13D74555B830}" type="datetimeFigureOut">
              <a:rPr lang="zh-CN" altLang="en-US" smtClean="0"/>
              <a:t>2023/11/4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9AC65B4-7DD8-4BC0-C873-55B985316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B0A8568-5499-9AF6-F76E-89EB5C742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EE220-E934-48B6-92A1-96FAFA9EBF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8573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D2E8EC-2B9C-E79A-7429-321F68A90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C0885B0-D0A6-1DF9-BFA7-8A74A6B03A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EC266E0-C349-8622-3C98-54E5482C8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49793-2914-403A-86AB-13D74555B830}" type="datetimeFigureOut">
              <a:rPr lang="zh-CN" altLang="en-US" smtClean="0"/>
              <a:t>2023/11/4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4A07E32-256D-FDD3-B82A-21E22A8CD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BECB3DD-412B-A111-A9E0-DA4EE3962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EE220-E934-48B6-92A1-96FAFA9EBF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68258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E4D5E3-C74A-5CDB-34D6-466F22FB8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7E0169D-559D-660C-C068-F093836D90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70CCCAB-F127-0C5A-747E-04BE38E8BB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A846561-EF9F-CB52-4339-ECB574E2E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49793-2914-403A-86AB-13D74555B830}" type="datetimeFigureOut">
              <a:rPr lang="zh-CN" altLang="en-US" smtClean="0"/>
              <a:t>2023/11/4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F433AD5-B68F-A494-6E51-5F407EEF1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BF8C1F6-39DC-7AB7-6747-4EDE14712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EE220-E934-48B6-92A1-96FAFA9EBF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34653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D74227-4060-2A34-4D24-588C6A596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4977FF8-DC39-D7B6-43D3-87266B90A7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4EF8F23-7A01-AC5B-A9AD-092A6F88F7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AEA4BCD-F9E8-C0DF-0310-5FD7276112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14B7B4F-1689-1022-2AB3-1064ABBA46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D6BCA0E-DC8A-6143-2052-E46B0F7AF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49793-2914-403A-86AB-13D74555B830}" type="datetimeFigureOut">
              <a:rPr lang="zh-CN" altLang="en-US" smtClean="0"/>
              <a:t>2023/11/4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1A1342F-DA95-7315-2AC0-20078DB02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B871E3A-F02E-847E-3808-20FEC35A9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EE220-E934-48B6-92A1-96FAFA9EBF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69460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60BBA9-ED99-86BE-CF23-D40F648CE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148C5D2-E2DB-23D0-01E5-6AE08FFA1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49793-2914-403A-86AB-13D74555B830}" type="datetimeFigureOut">
              <a:rPr lang="zh-CN" altLang="en-US" smtClean="0"/>
              <a:t>2023/11/4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09448B5-062B-4094-AFA6-75DC2E2CC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7527751-21B1-3432-DCB3-448ABB529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EE220-E934-48B6-92A1-96FAFA9EBF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9706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CAC492B-5F8A-5128-AF10-4971572A5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49793-2914-403A-86AB-13D74555B830}" type="datetimeFigureOut">
              <a:rPr lang="zh-CN" altLang="en-US" smtClean="0"/>
              <a:t>2023/11/4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86E9346-BFBB-64BE-CD81-82848293D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F4D475E-4BDA-7B22-8EAB-B1F518667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EE220-E934-48B6-92A1-96FAFA9EBF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93361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9AF0CB-7167-2A61-FC5E-22790A57D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A61BAB-CCB8-3ABB-D808-41E9E97ECB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868187E-CD39-1F75-3F83-57E7C169A2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60F34BB-FA73-3E86-9885-3AC83397F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49793-2914-403A-86AB-13D74555B830}" type="datetimeFigureOut">
              <a:rPr lang="zh-CN" altLang="en-US" smtClean="0"/>
              <a:t>2023/11/4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C95B44A-C196-31CE-6C2F-9A4B3F950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855B9FE-6061-00E7-26A2-CA524686F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EE220-E934-48B6-92A1-96FAFA9EBF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61212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997176-F3E0-50AA-B60B-50970439CB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3CF8D27-6782-C029-C55A-1C58B5BEAE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E57E4D6-DA7C-36D1-1CC7-8DE381FB63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37E7179-34C5-E5B6-1D14-D74DC2E8A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49793-2914-403A-86AB-13D74555B830}" type="datetimeFigureOut">
              <a:rPr lang="zh-CN" altLang="en-US" smtClean="0"/>
              <a:t>2023/11/4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B51D54D-FD71-F351-D2B0-795891AF4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A07C28C-E534-9253-2EAC-215E36219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EE220-E934-48B6-92A1-96FAFA9EBF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3827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94E6C7-89DD-31CB-9B27-0D2D313B5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D1C93C3-4D71-7BEB-3E25-69B844B450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24B3564-037B-2271-5203-F2A0193E2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49793-2914-403A-86AB-13D74555B830}" type="datetimeFigureOut">
              <a:rPr lang="zh-CN" altLang="en-US" smtClean="0"/>
              <a:t>2023/11/4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E5DBF4E-A3F1-B67E-9478-328C37305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883EB30-FD05-F072-6A7B-4B055F307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EE220-E934-48B6-92A1-96FAFA9EBF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31890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B7DEB04-578D-1066-DF43-928207FEE0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025BCFF-4D93-2F59-47D5-D682A9A34A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6A71383-4DCC-ED2F-515E-0D7A49D3D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49793-2914-403A-86AB-13D74555B830}" type="datetimeFigureOut">
              <a:rPr lang="zh-CN" altLang="en-US" smtClean="0"/>
              <a:t>2023/11/4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EFD82E-4E1B-892F-FB1E-F9B49BFA0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D73C3CD-FE32-4C32-65DF-EB1114D6A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EE220-E934-48B6-92A1-96FAFA9EBF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76015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CF72590-0714-2481-EDE4-D34B7E88A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F97635F-0874-4C17-0414-E95233DFBD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6DF0995-3F9B-72A3-97A7-C5F6F3E394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649793-2914-403A-86AB-13D74555B830}" type="datetimeFigureOut">
              <a:rPr lang="zh-CN" altLang="en-US" smtClean="0"/>
              <a:t>2023/11/4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F5CD8F2-194A-0112-5EB0-AC11CFB4EE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72DEED2-B919-1B9B-39A8-1E7F38E83E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9EE220-E934-48B6-92A1-96FAFA9EBF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8755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A53059-40F9-3AF7-8280-5FB5BFF69B2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/>
              <a:t>Diagram</a:t>
            </a:r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303FEAC-45DE-7DEB-4952-73C4968F39B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38613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E808D8D5-6307-24E0-E28D-E26DAD13771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902"/>
          <a:stretch/>
        </p:blipFill>
        <p:spPr>
          <a:xfrm>
            <a:off x="7485176" y="3935981"/>
            <a:ext cx="4727144" cy="2922019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C2757E7A-4B80-0240-4E8C-DA6624C75D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14875"/>
            <a:ext cx="3806190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0441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510D5CDD-0188-9316-B6D1-D3DD8BA92F1C}"/>
              </a:ext>
            </a:extLst>
          </p:cNvPr>
          <p:cNvGrpSpPr/>
          <p:nvPr/>
        </p:nvGrpSpPr>
        <p:grpSpPr>
          <a:xfrm>
            <a:off x="5016000" y="1327376"/>
            <a:ext cx="2160000" cy="1498518"/>
            <a:chOff x="3382058" y="1327376"/>
            <a:chExt cx="2160000" cy="1498518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1C76C141-140E-BE07-380F-0DEEF6F87932}"/>
                </a:ext>
              </a:extLst>
            </p:cNvPr>
            <p:cNvSpPr/>
            <p:nvPr/>
          </p:nvSpPr>
          <p:spPr>
            <a:xfrm>
              <a:off x="3382058" y="2465894"/>
              <a:ext cx="2160000" cy="360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00"/>
                <a:t>计算机硬件</a:t>
              </a:r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F11AA6EE-E4EA-AFAF-24D0-190EE7613624}"/>
                </a:ext>
              </a:extLst>
            </p:cNvPr>
            <p:cNvSpPr/>
            <p:nvPr/>
          </p:nvSpPr>
          <p:spPr>
            <a:xfrm>
              <a:off x="3562058" y="2086388"/>
              <a:ext cx="1800000" cy="360000"/>
            </a:xfrm>
            <a:prstGeom prst="rect">
              <a:avLst/>
            </a:prstGeom>
            <a:ln/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00"/>
                <a:t>操作系统</a:t>
              </a:r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5E43073F-5F45-D648-D36C-5B6A2966F229}"/>
                </a:ext>
              </a:extLst>
            </p:cNvPr>
            <p:cNvSpPr/>
            <p:nvPr/>
          </p:nvSpPr>
          <p:spPr>
            <a:xfrm>
              <a:off x="3742058" y="1706882"/>
              <a:ext cx="1440000" cy="360000"/>
            </a:xfrm>
            <a:prstGeom prst="rect">
              <a:avLst/>
            </a:prstGeom>
            <a:ln/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00"/>
                <a:t>系统软件</a:t>
              </a: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A4B3F927-D562-D0E8-71A3-0677CBAB9232}"/>
                </a:ext>
              </a:extLst>
            </p:cNvPr>
            <p:cNvSpPr/>
            <p:nvPr/>
          </p:nvSpPr>
          <p:spPr>
            <a:xfrm>
              <a:off x="3922058" y="1327376"/>
              <a:ext cx="1080000" cy="360000"/>
            </a:xfrm>
            <a:prstGeom prst="rect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00"/>
                <a:t>应用软件</a:t>
              </a:r>
            </a:p>
          </p:txBody>
        </p:sp>
      </p:grpSp>
      <p:sp>
        <p:nvSpPr>
          <p:cNvPr id="8" name="矩形 7">
            <a:extLst>
              <a:ext uri="{FF2B5EF4-FFF2-40B4-BE49-F238E27FC236}">
                <a16:creationId xmlns:a16="http://schemas.microsoft.com/office/drawing/2014/main" id="{CAA066E6-D706-3C1B-5240-0E4CEFB27347}"/>
              </a:ext>
            </a:extLst>
          </p:cNvPr>
          <p:cNvSpPr/>
          <p:nvPr/>
        </p:nvSpPr>
        <p:spPr>
          <a:xfrm>
            <a:off x="5016000" y="4895331"/>
            <a:ext cx="2160000" cy="36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/>
              <a:t>中断处理程序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B7438DB-AA84-7A43-23D3-175545C90B4F}"/>
              </a:ext>
            </a:extLst>
          </p:cNvPr>
          <p:cNvSpPr/>
          <p:nvPr/>
        </p:nvSpPr>
        <p:spPr>
          <a:xfrm>
            <a:off x="5196000" y="4515825"/>
            <a:ext cx="1800000" cy="36000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/>
              <a:t>设备驱动软件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D147555-83C7-7ADF-A04B-13BA17C963AB}"/>
              </a:ext>
            </a:extLst>
          </p:cNvPr>
          <p:cNvSpPr/>
          <p:nvPr/>
        </p:nvSpPr>
        <p:spPr>
          <a:xfrm>
            <a:off x="5376000" y="4136319"/>
            <a:ext cx="1440000" cy="360000"/>
          </a:xfrm>
          <a:prstGeom prst="rect">
            <a:avLst/>
          </a:pr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/>
              <a:t>设备独立软件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3B51965-C4A6-CE34-1AAF-E913E806B83C}"/>
              </a:ext>
            </a:extLst>
          </p:cNvPr>
          <p:cNvSpPr/>
          <p:nvPr/>
        </p:nvSpPr>
        <p:spPr>
          <a:xfrm>
            <a:off x="5556000" y="3756813"/>
            <a:ext cx="1080000" cy="360000"/>
          </a:xfrm>
          <a:prstGeom prst="rect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/>
              <a:t>用户</a:t>
            </a:r>
            <a:r>
              <a:rPr lang="en-US" altLang="zh-CN" sz="1000"/>
              <a:t>IO</a:t>
            </a:r>
            <a:r>
              <a:rPr lang="zh-CN" altLang="en-US" sz="1000"/>
              <a:t>软件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B19A3DB-0326-12BC-463B-0319CD7F7B96}"/>
              </a:ext>
            </a:extLst>
          </p:cNvPr>
          <p:cNvSpPr/>
          <p:nvPr/>
        </p:nvSpPr>
        <p:spPr>
          <a:xfrm>
            <a:off x="4836000" y="5262882"/>
            <a:ext cx="2520000" cy="360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/>
              <a:t>硬件</a:t>
            </a:r>
          </a:p>
        </p:txBody>
      </p:sp>
    </p:spTree>
    <p:extLst>
      <p:ext uri="{BB962C8B-B14F-4D97-AF65-F5344CB8AC3E}">
        <p14:creationId xmlns:p14="http://schemas.microsoft.com/office/powerpoint/2010/main" val="30030145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组合 22">
            <a:extLst>
              <a:ext uri="{FF2B5EF4-FFF2-40B4-BE49-F238E27FC236}">
                <a16:creationId xmlns:a16="http://schemas.microsoft.com/office/drawing/2014/main" id="{93B815F0-8CF3-7875-60E5-8469096B4039}"/>
              </a:ext>
            </a:extLst>
          </p:cNvPr>
          <p:cNvGrpSpPr/>
          <p:nvPr/>
        </p:nvGrpSpPr>
        <p:grpSpPr>
          <a:xfrm>
            <a:off x="4286452" y="2278274"/>
            <a:ext cx="3619097" cy="2301453"/>
            <a:chOff x="4323586" y="3275004"/>
            <a:chExt cx="3619097" cy="2301453"/>
          </a:xfrm>
        </p:grpSpPr>
        <p:sp>
          <p:nvSpPr>
            <p:cNvPr id="2" name="椭圆 1">
              <a:extLst>
                <a:ext uri="{FF2B5EF4-FFF2-40B4-BE49-F238E27FC236}">
                  <a16:creationId xmlns:a16="http://schemas.microsoft.com/office/drawing/2014/main" id="{283DEF61-1496-362C-DE45-82ADEF5AD45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058199" y="3275004"/>
              <a:ext cx="432000" cy="43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000">
                  <a:solidFill>
                    <a:schemeClr val="tx1"/>
                  </a:solidFill>
                  <a:latin typeface="Microsoft YaHei Light" panose="020B0502040204020203" pitchFamily="34" charset="-122"/>
                  <a:ea typeface="Microsoft YaHei Light" panose="020B0502040204020203" pitchFamily="34" charset="-122"/>
                  <a:cs typeface="Courier New" panose="02070309020205020404" pitchFamily="49" charset="0"/>
                </a:rPr>
                <a:t>16</a:t>
              </a:r>
              <a:endParaRPr lang="zh-CN" altLang="en-US" sz="1000" dirty="0">
                <a:solidFill>
                  <a:schemeClr val="tx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cs typeface="Courier New" panose="02070309020205020404" pitchFamily="49" charset="0"/>
              </a:endParaRPr>
            </a:p>
          </p:txBody>
        </p:sp>
        <p:sp>
          <p:nvSpPr>
            <p:cNvPr id="3" name="椭圆 2">
              <a:extLst>
                <a:ext uri="{FF2B5EF4-FFF2-40B4-BE49-F238E27FC236}">
                  <a16:creationId xmlns:a16="http://schemas.microsoft.com/office/drawing/2014/main" id="{A62D9AE1-00A1-E985-5CE0-E83C6BBDFA2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089877" y="3850376"/>
              <a:ext cx="432000" cy="43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000">
                  <a:solidFill>
                    <a:schemeClr val="tx1"/>
                  </a:solidFill>
                  <a:latin typeface="Microsoft YaHei Light" panose="020B0502040204020203" pitchFamily="34" charset="-122"/>
                  <a:ea typeface="Microsoft YaHei Light" panose="020B0502040204020203" pitchFamily="34" charset="-122"/>
                  <a:cs typeface="Courier New" panose="02070309020205020404" pitchFamily="49" charset="0"/>
                </a:rPr>
                <a:t>14</a:t>
              </a:r>
              <a:endParaRPr lang="zh-CN" altLang="en-US" sz="1000" dirty="0">
                <a:solidFill>
                  <a:schemeClr val="tx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cs typeface="Courier New" panose="02070309020205020404" pitchFamily="49" charset="0"/>
              </a:endParaRPr>
            </a:p>
          </p:txBody>
        </p: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D59D0C04-EF88-DA42-6F56-D7AE13DB10E8}"/>
                </a:ext>
              </a:extLst>
            </p:cNvPr>
            <p:cNvCxnSpPr>
              <a:cxnSpLocks/>
              <a:stCxn id="2" idx="5"/>
              <a:endCxn id="10" idx="1"/>
            </p:cNvCxnSpPr>
            <p:nvPr/>
          </p:nvCxnSpPr>
          <p:spPr>
            <a:xfrm>
              <a:off x="6426934" y="3643739"/>
              <a:ext cx="662852" cy="269902"/>
            </a:xfrm>
            <a:prstGeom prst="line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直接连接符 4">
              <a:extLst>
                <a:ext uri="{FF2B5EF4-FFF2-40B4-BE49-F238E27FC236}">
                  <a16:creationId xmlns:a16="http://schemas.microsoft.com/office/drawing/2014/main" id="{147C8A84-3E42-A373-32C8-BE42385633C5}"/>
                </a:ext>
              </a:extLst>
            </p:cNvPr>
            <p:cNvCxnSpPr>
              <a:cxnSpLocks/>
              <a:stCxn id="2" idx="3"/>
              <a:endCxn id="3" idx="7"/>
            </p:cNvCxnSpPr>
            <p:nvPr/>
          </p:nvCxnSpPr>
          <p:spPr>
            <a:xfrm flipH="1">
              <a:off x="5458612" y="3643739"/>
              <a:ext cx="662852" cy="269902"/>
            </a:xfrm>
            <a:prstGeom prst="line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FC90ECA6-2B89-B021-50F3-2570E56E4A1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574038" y="4429861"/>
              <a:ext cx="432000" cy="43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Microsoft YaHei Light" panose="020B0502040204020203" pitchFamily="34" charset="-122"/>
                  <a:ea typeface="Microsoft YaHei Light" panose="020B0502040204020203" pitchFamily="34" charset="-122"/>
                  <a:cs typeface="Courier New" panose="02070309020205020404" pitchFamily="49" charset="0"/>
                </a:rPr>
                <a:t>7</a:t>
              </a:r>
              <a:endParaRPr lang="zh-CN" altLang="en-US" sz="1000" dirty="0">
                <a:solidFill>
                  <a:schemeClr val="tx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cs typeface="Courier New" panose="02070309020205020404" pitchFamily="49" charset="0"/>
              </a:endParaRPr>
            </a:p>
          </p:txBody>
        </p: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B3C93B4A-0E87-29EE-D405-FBCD4756369D}"/>
                </a:ext>
              </a:extLst>
            </p:cNvPr>
            <p:cNvCxnSpPr>
              <a:cxnSpLocks/>
              <a:stCxn id="3" idx="5"/>
              <a:endCxn id="6" idx="0"/>
            </p:cNvCxnSpPr>
            <p:nvPr/>
          </p:nvCxnSpPr>
          <p:spPr>
            <a:xfrm>
              <a:off x="5458612" y="4219111"/>
              <a:ext cx="331426" cy="210750"/>
            </a:xfrm>
            <a:prstGeom prst="line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7DE15800-8F1D-1266-C26B-80748ABACDC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05716" y="4429861"/>
              <a:ext cx="432000" cy="43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000">
                  <a:solidFill>
                    <a:schemeClr val="tx1"/>
                  </a:solidFill>
                  <a:latin typeface="Microsoft YaHei Light" panose="020B0502040204020203" pitchFamily="34" charset="-122"/>
                  <a:ea typeface="Microsoft YaHei Light" panose="020B0502040204020203" pitchFamily="34" charset="-122"/>
                  <a:cs typeface="Courier New" panose="02070309020205020404" pitchFamily="49" charset="0"/>
                </a:rPr>
                <a:t>8</a:t>
              </a:r>
              <a:endParaRPr lang="zh-CN" altLang="en-US" sz="1000" dirty="0">
                <a:solidFill>
                  <a:schemeClr val="tx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cs typeface="Courier New" panose="02070309020205020404" pitchFamily="49" charset="0"/>
              </a:endParaRPr>
            </a:p>
          </p:txBody>
        </p: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D6CD4B7D-3872-CFFA-0EB3-7361D25ABE77}"/>
                </a:ext>
              </a:extLst>
            </p:cNvPr>
            <p:cNvCxnSpPr>
              <a:cxnSpLocks/>
              <a:stCxn id="3" idx="3"/>
              <a:endCxn id="8" idx="0"/>
            </p:cNvCxnSpPr>
            <p:nvPr/>
          </p:nvCxnSpPr>
          <p:spPr>
            <a:xfrm flipH="1">
              <a:off x="4821716" y="4219111"/>
              <a:ext cx="331426" cy="210750"/>
            </a:xfrm>
            <a:prstGeom prst="line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2B422215-E11D-726D-AFA3-11982D2C51A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6521" y="3850376"/>
              <a:ext cx="432000" cy="43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000">
                  <a:solidFill>
                    <a:schemeClr val="tx1"/>
                  </a:solidFill>
                  <a:latin typeface="Microsoft YaHei Light" panose="020B0502040204020203" pitchFamily="34" charset="-122"/>
                  <a:ea typeface="Microsoft YaHei Light" panose="020B0502040204020203" pitchFamily="34" charset="-122"/>
                  <a:cs typeface="Courier New" panose="02070309020205020404" pitchFamily="49" charset="0"/>
                </a:rPr>
                <a:t>1</a:t>
              </a:r>
              <a:r>
                <a:rPr lang="en-US" altLang="zh-CN" sz="1000" dirty="0">
                  <a:solidFill>
                    <a:schemeClr val="tx1"/>
                  </a:solidFill>
                  <a:latin typeface="Microsoft YaHei Light" panose="020B0502040204020203" pitchFamily="34" charset="-122"/>
                  <a:ea typeface="Microsoft YaHei Light" panose="020B0502040204020203" pitchFamily="34" charset="-122"/>
                  <a:cs typeface="Courier New" panose="02070309020205020404" pitchFamily="49" charset="0"/>
                </a:rPr>
                <a:t>0</a:t>
              </a:r>
              <a:endParaRPr lang="zh-CN" altLang="en-US" sz="1000" dirty="0">
                <a:solidFill>
                  <a:schemeClr val="tx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cs typeface="Courier New" panose="02070309020205020404" pitchFamily="49" charset="0"/>
              </a:endParaRPr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5C4A82D5-D72C-9F55-3D9F-EDB8279ED29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510683" y="4429861"/>
              <a:ext cx="432000" cy="43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000">
                  <a:solidFill>
                    <a:schemeClr val="tx1"/>
                  </a:solidFill>
                  <a:latin typeface="Microsoft YaHei Light" panose="020B0502040204020203" pitchFamily="34" charset="-122"/>
                  <a:ea typeface="Microsoft YaHei Light" panose="020B0502040204020203" pitchFamily="34" charset="-122"/>
                  <a:cs typeface="Courier New" panose="02070309020205020404" pitchFamily="49" charset="0"/>
                </a:rPr>
                <a:t>3</a:t>
              </a:r>
              <a:endParaRPr lang="zh-CN" altLang="en-US" sz="1000" dirty="0">
                <a:solidFill>
                  <a:schemeClr val="tx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cs typeface="Courier New" panose="02070309020205020404" pitchFamily="49" charset="0"/>
              </a:endParaRPr>
            </a:p>
          </p:txBody>
        </p: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58964890-45A1-A42C-4A08-A9DF4B1527BC}"/>
                </a:ext>
              </a:extLst>
            </p:cNvPr>
            <p:cNvCxnSpPr>
              <a:cxnSpLocks/>
              <a:stCxn id="10" idx="5"/>
              <a:endCxn id="11" idx="0"/>
            </p:cNvCxnSpPr>
            <p:nvPr/>
          </p:nvCxnSpPr>
          <p:spPr>
            <a:xfrm>
              <a:off x="7395256" y="4219111"/>
              <a:ext cx="331427" cy="210750"/>
            </a:xfrm>
            <a:prstGeom prst="line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A41EDF97-76D2-6DE8-1767-BC50FD2F9A9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542360" y="4429861"/>
              <a:ext cx="432000" cy="43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000">
                  <a:solidFill>
                    <a:schemeClr val="tx1"/>
                  </a:solidFill>
                  <a:latin typeface="Microsoft YaHei Light" panose="020B0502040204020203" pitchFamily="34" charset="-122"/>
                  <a:ea typeface="Microsoft YaHei Light" panose="020B0502040204020203" pitchFamily="34" charset="-122"/>
                  <a:cs typeface="Courier New" panose="02070309020205020404" pitchFamily="49" charset="0"/>
                </a:rPr>
                <a:t>9</a:t>
              </a:r>
              <a:endParaRPr lang="zh-CN" altLang="en-US" sz="1000" dirty="0">
                <a:solidFill>
                  <a:schemeClr val="tx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cs typeface="Courier New" panose="02070309020205020404" pitchFamily="49" charset="0"/>
              </a:endParaRPr>
            </a:p>
          </p:txBody>
        </p: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0BA985C7-09F9-963D-76A4-A58FAF2B553D}"/>
                </a:ext>
              </a:extLst>
            </p:cNvPr>
            <p:cNvCxnSpPr>
              <a:cxnSpLocks/>
              <a:stCxn id="10" idx="3"/>
              <a:endCxn id="13" idx="0"/>
            </p:cNvCxnSpPr>
            <p:nvPr/>
          </p:nvCxnSpPr>
          <p:spPr>
            <a:xfrm flipH="1">
              <a:off x="6758360" y="4219111"/>
              <a:ext cx="331426" cy="210750"/>
            </a:xfrm>
            <a:prstGeom prst="line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46F13BAC-F2E2-B40B-E277-340FFD20236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819190" y="5144457"/>
              <a:ext cx="432000" cy="43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000">
                  <a:solidFill>
                    <a:schemeClr val="tx1"/>
                  </a:solidFill>
                  <a:latin typeface="Microsoft YaHei Light" panose="020B0502040204020203" pitchFamily="34" charset="-122"/>
                  <a:ea typeface="Microsoft YaHei Light" panose="020B0502040204020203" pitchFamily="34" charset="-122"/>
                  <a:cs typeface="Courier New" panose="02070309020205020404" pitchFamily="49" charset="0"/>
                </a:rPr>
                <a:t>4</a:t>
              </a:r>
              <a:endParaRPr lang="zh-CN" altLang="en-US" sz="1000" dirty="0">
                <a:solidFill>
                  <a:schemeClr val="tx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cs typeface="Courier New" panose="02070309020205020404" pitchFamily="49" charset="0"/>
              </a:endParaRPr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7C9F2392-2A61-F235-DC6B-C1BA60ECA33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23586" y="5144457"/>
              <a:ext cx="432000" cy="43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Microsoft YaHei Light" panose="020B0502040204020203" pitchFamily="34" charset="-122"/>
                  <a:ea typeface="Microsoft YaHei Light" panose="020B0502040204020203" pitchFamily="34" charset="-122"/>
                  <a:cs typeface="Courier New" panose="02070309020205020404" pitchFamily="49" charset="0"/>
                </a:rPr>
                <a:t>2</a:t>
              </a:r>
              <a:endParaRPr lang="zh-CN" altLang="en-US" sz="1000" dirty="0">
                <a:solidFill>
                  <a:schemeClr val="tx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cs typeface="Courier New" panose="02070309020205020404" pitchFamily="49" charset="0"/>
              </a:endParaRPr>
            </a:p>
          </p:txBody>
        </p: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6F653440-C5D5-F59B-C9D5-1C63C9E3F339}"/>
                </a:ext>
              </a:extLst>
            </p:cNvPr>
            <p:cNvCxnSpPr>
              <a:cxnSpLocks/>
              <a:stCxn id="8" idx="3"/>
              <a:endCxn id="16" idx="0"/>
            </p:cNvCxnSpPr>
            <p:nvPr/>
          </p:nvCxnSpPr>
          <p:spPr>
            <a:xfrm flipH="1">
              <a:off x="4539586" y="4798596"/>
              <a:ext cx="129395" cy="345861"/>
            </a:xfrm>
            <a:prstGeom prst="line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72CC39C9-2ABB-6450-C318-DD7399E3DED1}"/>
                </a:ext>
              </a:extLst>
            </p:cNvPr>
            <p:cNvCxnSpPr>
              <a:cxnSpLocks/>
              <a:stCxn id="8" idx="5"/>
              <a:endCxn id="15" idx="0"/>
            </p:cNvCxnSpPr>
            <p:nvPr/>
          </p:nvCxnSpPr>
          <p:spPr>
            <a:xfrm>
              <a:off x="4974451" y="4798596"/>
              <a:ext cx="60739" cy="345861"/>
            </a:xfrm>
            <a:prstGeom prst="line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801966C0-D5B4-F0BF-058A-023EE9A8685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10398" y="5144457"/>
              <a:ext cx="432000" cy="43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000" dirty="0">
                <a:solidFill>
                  <a:schemeClr val="tx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cs typeface="Courier New" panose="02070309020205020404" pitchFamily="49" charset="0"/>
              </a:endParaRPr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7882FC60-05F6-DD61-037B-7E00F26779F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314794" y="5144457"/>
              <a:ext cx="432000" cy="43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Microsoft YaHei Light" panose="020B0502040204020203" pitchFamily="34" charset="-122"/>
                  <a:ea typeface="Microsoft YaHei Light" panose="020B0502040204020203" pitchFamily="34" charset="-122"/>
                  <a:cs typeface="Courier New" panose="02070309020205020404" pitchFamily="49" charset="0"/>
                </a:rPr>
                <a:t>1</a:t>
              </a:r>
              <a:endParaRPr lang="zh-CN" altLang="en-US" sz="1000" dirty="0">
                <a:solidFill>
                  <a:schemeClr val="tx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cs typeface="Courier New" panose="02070309020205020404" pitchFamily="49" charset="0"/>
              </a:endParaRPr>
            </a:p>
          </p:txBody>
        </p: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BE0A2200-901F-3E37-7857-9B7C052161CD}"/>
                </a:ext>
              </a:extLst>
            </p:cNvPr>
            <p:cNvCxnSpPr>
              <a:cxnSpLocks/>
              <a:stCxn id="6" idx="3"/>
              <a:endCxn id="20" idx="0"/>
            </p:cNvCxnSpPr>
            <p:nvPr/>
          </p:nvCxnSpPr>
          <p:spPr>
            <a:xfrm flipH="1">
              <a:off x="5530794" y="4798596"/>
              <a:ext cx="106509" cy="345861"/>
            </a:xfrm>
            <a:prstGeom prst="line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437AC34F-AA2B-F71E-C3E8-05211B87C65F}"/>
                </a:ext>
              </a:extLst>
            </p:cNvPr>
            <p:cNvCxnSpPr>
              <a:cxnSpLocks/>
              <a:stCxn id="6" idx="5"/>
              <a:endCxn id="19" idx="0"/>
            </p:cNvCxnSpPr>
            <p:nvPr/>
          </p:nvCxnSpPr>
          <p:spPr>
            <a:xfrm>
              <a:off x="5942773" y="4798596"/>
              <a:ext cx="83625" cy="345861"/>
            </a:xfrm>
            <a:prstGeom prst="line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923895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组合 24">
            <a:extLst>
              <a:ext uri="{FF2B5EF4-FFF2-40B4-BE49-F238E27FC236}">
                <a16:creationId xmlns:a16="http://schemas.microsoft.com/office/drawing/2014/main" id="{52FBA9AB-C4F9-FF00-3F4C-ECEF504C1641}"/>
              </a:ext>
            </a:extLst>
          </p:cNvPr>
          <p:cNvGrpSpPr/>
          <p:nvPr/>
        </p:nvGrpSpPr>
        <p:grpSpPr>
          <a:xfrm>
            <a:off x="4286452" y="2278274"/>
            <a:ext cx="3619097" cy="2301453"/>
            <a:chOff x="773563" y="1966156"/>
            <a:chExt cx="3619097" cy="2301453"/>
          </a:xfrm>
        </p:grpSpPr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3222BF24-5AB6-A378-B6CB-0E3AD8EB2BCA}"/>
                </a:ext>
              </a:extLst>
            </p:cNvPr>
            <p:cNvSpPr>
              <a:spLocks/>
            </p:cNvSpPr>
            <p:nvPr/>
          </p:nvSpPr>
          <p:spPr>
            <a:xfrm>
              <a:off x="2508176" y="1966156"/>
              <a:ext cx="432000" cy="43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000">
                  <a:solidFill>
                    <a:schemeClr val="tx1"/>
                  </a:solidFill>
                  <a:latin typeface="Microsoft YaHei Light" panose="020B0502040204020203" pitchFamily="34" charset="-122"/>
                  <a:ea typeface="Microsoft YaHei Light" panose="020B0502040204020203" pitchFamily="34" charset="-122"/>
                  <a:cs typeface="Courier New" panose="02070309020205020404" pitchFamily="49" charset="0"/>
                </a:rPr>
                <a:t>7</a:t>
              </a:r>
              <a:endParaRPr lang="zh-CN" altLang="en-US" sz="1000" dirty="0">
                <a:solidFill>
                  <a:schemeClr val="tx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cs typeface="Courier New" panose="02070309020205020404" pitchFamily="49" charset="0"/>
              </a:endParaRPr>
            </a:p>
          </p:txBody>
        </p:sp>
        <p:sp>
          <p:nvSpPr>
            <p:cNvPr id="5" name="椭圆 4">
              <a:extLst>
                <a:ext uri="{FF2B5EF4-FFF2-40B4-BE49-F238E27FC236}">
                  <a16:creationId xmlns:a16="http://schemas.microsoft.com/office/drawing/2014/main" id="{B2847147-AA2A-8782-80CD-6A8AD9DB1F38}"/>
                </a:ext>
              </a:extLst>
            </p:cNvPr>
            <p:cNvSpPr>
              <a:spLocks/>
            </p:cNvSpPr>
            <p:nvPr/>
          </p:nvSpPr>
          <p:spPr>
            <a:xfrm>
              <a:off x="1539854" y="2541528"/>
              <a:ext cx="432000" cy="43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000">
                  <a:solidFill>
                    <a:schemeClr val="tx1"/>
                  </a:solidFill>
                  <a:latin typeface="Microsoft YaHei Light" panose="020B0502040204020203" pitchFamily="34" charset="-122"/>
                  <a:ea typeface="Microsoft YaHei Light" panose="020B0502040204020203" pitchFamily="34" charset="-122"/>
                  <a:cs typeface="Courier New" panose="02070309020205020404" pitchFamily="49" charset="0"/>
                </a:rPr>
                <a:t>10</a:t>
              </a:r>
              <a:endParaRPr lang="zh-CN" altLang="en-US" sz="1000" dirty="0">
                <a:solidFill>
                  <a:schemeClr val="tx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cs typeface="Courier New" panose="02070309020205020404" pitchFamily="49" charset="0"/>
              </a:endParaRPr>
            </a:p>
          </p:txBody>
        </p: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604D32D9-6602-EB6D-FAEA-A1F837270783}"/>
                </a:ext>
              </a:extLst>
            </p:cNvPr>
            <p:cNvCxnSpPr>
              <a:cxnSpLocks/>
              <a:stCxn id="4" idx="5"/>
              <a:endCxn id="12" idx="1"/>
            </p:cNvCxnSpPr>
            <p:nvPr/>
          </p:nvCxnSpPr>
          <p:spPr>
            <a:xfrm>
              <a:off x="2876911" y="2334891"/>
              <a:ext cx="662852" cy="269902"/>
            </a:xfrm>
            <a:prstGeom prst="line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9E6AAD09-18E4-A0F6-54BF-4FCD64746276}"/>
                </a:ext>
              </a:extLst>
            </p:cNvPr>
            <p:cNvCxnSpPr>
              <a:cxnSpLocks/>
              <a:stCxn id="4" idx="3"/>
              <a:endCxn id="5" idx="7"/>
            </p:cNvCxnSpPr>
            <p:nvPr/>
          </p:nvCxnSpPr>
          <p:spPr>
            <a:xfrm flipH="1">
              <a:off x="1908589" y="2334891"/>
              <a:ext cx="662852" cy="269902"/>
            </a:xfrm>
            <a:prstGeom prst="line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9A376F33-DA83-2176-238E-73C924AA8882}"/>
                </a:ext>
              </a:extLst>
            </p:cNvPr>
            <p:cNvSpPr>
              <a:spLocks/>
            </p:cNvSpPr>
            <p:nvPr/>
          </p:nvSpPr>
          <p:spPr>
            <a:xfrm>
              <a:off x="2024015" y="3121013"/>
              <a:ext cx="432000" cy="43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000">
                  <a:solidFill>
                    <a:schemeClr val="tx1"/>
                  </a:solidFill>
                  <a:latin typeface="Microsoft YaHei Light" panose="020B0502040204020203" pitchFamily="34" charset="-122"/>
                  <a:ea typeface="Microsoft YaHei Light" panose="020B0502040204020203" pitchFamily="34" charset="-122"/>
                  <a:cs typeface="Courier New" panose="02070309020205020404" pitchFamily="49" charset="0"/>
                </a:rPr>
                <a:t>4</a:t>
              </a:r>
              <a:endParaRPr lang="zh-CN" altLang="en-US" sz="1000" dirty="0">
                <a:solidFill>
                  <a:schemeClr val="tx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cs typeface="Courier New" panose="02070309020205020404" pitchFamily="49" charset="0"/>
              </a:endParaRPr>
            </a:p>
          </p:txBody>
        </p: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D6D31A18-8943-EBB8-49E8-9AD46FC3C2D6}"/>
                </a:ext>
              </a:extLst>
            </p:cNvPr>
            <p:cNvCxnSpPr>
              <a:cxnSpLocks/>
              <a:stCxn id="5" idx="5"/>
              <a:endCxn id="8" idx="0"/>
            </p:cNvCxnSpPr>
            <p:nvPr/>
          </p:nvCxnSpPr>
          <p:spPr>
            <a:xfrm>
              <a:off x="1908589" y="2910263"/>
              <a:ext cx="331426" cy="210750"/>
            </a:xfrm>
            <a:prstGeom prst="line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B400ED25-5F0F-2123-FEC8-9904CCE40F9D}"/>
                </a:ext>
              </a:extLst>
            </p:cNvPr>
            <p:cNvSpPr>
              <a:spLocks/>
            </p:cNvSpPr>
            <p:nvPr/>
          </p:nvSpPr>
          <p:spPr>
            <a:xfrm>
              <a:off x="1055693" y="3121013"/>
              <a:ext cx="432000" cy="43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000">
                  <a:solidFill>
                    <a:schemeClr val="tx1"/>
                  </a:solidFill>
                  <a:latin typeface="Microsoft YaHei Light" panose="020B0502040204020203" pitchFamily="34" charset="-122"/>
                  <a:ea typeface="Microsoft YaHei Light" panose="020B0502040204020203" pitchFamily="34" charset="-122"/>
                  <a:cs typeface="Courier New" panose="02070309020205020404" pitchFamily="49" charset="0"/>
                </a:rPr>
                <a:t>15</a:t>
              </a:r>
              <a:endParaRPr lang="zh-CN" altLang="en-US" sz="1000" dirty="0">
                <a:solidFill>
                  <a:schemeClr val="tx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cs typeface="Courier New" panose="02070309020205020404" pitchFamily="49" charset="0"/>
              </a:endParaRPr>
            </a:p>
          </p:txBody>
        </p: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6EAA96FE-4875-CD97-A64A-9C6F25AE610B}"/>
                </a:ext>
              </a:extLst>
            </p:cNvPr>
            <p:cNvCxnSpPr>
              <a:cxnSpLocks/>
              <a:stCxn id="5" idx="3"/>
              <a:endCxn id="10" idx="0"/>
            </p:cNvCxnSpPr>
            <p:nvPr/>
          </p:nvCxnSpPr>
          <p:spPr>
            <a:xfrm flipH="1">
              <a:off x="1271693" y="2910263"/>
              <a:ext cx="331426" cy="210750"/>
            </a:xfrm>
            <a:prstGeom prst="line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26E5906E-AA3D-4251-EE02-5E3152B8FA2A}"/>
                </a:ext>
              </a:extLst>
            </p:cNvPr>
            <p:cNvSpPr>
              <a:spLocks/>
            </p:cNvSpPr>
            <p:nvPr/>
          </p:nvSpPr>
          <p:spPr>
            <a:xfrm>
              <a:off x="3476498" y="2541528"/>
              <a:ext cx="432000" cy="43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000">
                  <a:solidFill>
                    <a:schemeClr val="tx1"/>
                  </a:solidFill>
                  <a:latin typeface="Microsoft YaHei Light" panose="020B0502040204020203" pitchFamily="34" charset="-122"/>
                  <a:ea typeface="Microsoft YaHei Light" panose="020B0502040204020203" pitchFamily="34" charset="-122"/>
                  <a:cs typeface="Courier New" panose="02070309020205020404" pitchFamily="49" charset="0"/>
                </a:rPr>
                <a:t>13</a:t>
              </a:r>
              <a:endParaRPr lang="zh-CN" altLang="en-US" sz="1000" dirty="0">
                <a:solidFill>
                  <a:schemeClr val="tx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cs typeface="Courier New" panose="02070309020205020404" pitchFamily="49" charset="0"/>
              </a:endParaRPr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58B117FF-8891-52FB-3F4D-9C4FA5386343}"/>
                </a:ext>
              </a:extLst>
            </p:cNvPr>
            <p:cNvSpPr>
              <a:spLocks/>
            </p:cNvSpPr>
            <p:nvPr/>
          </p:nvSpPr>
          <p:spPr>
            <a:xfrm>
              <a:off x="3960660" y="3121013"/>
              <a:ext cx="432000" cy="43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000">
                  <a:solidFill>
                    <a:schemeClr val="tx1"/>
                  </a:solidFill>
                  <a:latin typeface="Microsoft YaHei Light" panose="020B0502040204020203" pitchFamily="34" charset="-122"/>
                  <a:ea typeface="Microsoft YaHei Light" panose="020B0502040204020203" pitchFamily="34" charset="-122"/>
                  <a:cs typeface="Courier New" panose="02070309020205020404" pitchFamily="49" charset="0"/>
                </a:rPr>
                <a:t>19</a:t>
              </a:r>
              <a:endParaRPr lang="zh-CN" altLang="en-US" sz="1000" dirty="0">
                <a:solidFill>
                  <a:schemeClr val="tx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cs typeface="Courier New" panose="02070309020205020404" pitchFamily="49" charset="0"/>
              </a:endParaRPr>
            </a:p>
          </p:txBody>
        </p: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B0E6FC1A-AD7D-32B6-3B3E-67576FBD9AF7}"/>
                </a:ext>
              </a:extLst>
            </p:cNvPr>
            <p:cNvCxnSpPr>
              <a:cxnSpLocks/>
              <a:stCxn id="12" idx="5"/>
              <a:endCxn id="13" idx="0"/>
            </p:cNvCxnSpPr>
            <p:nvPr/>
          </p:nvCxnSpPr>
          <p:spPr>
            <a:xfrm>
              <a:off x="3845233" y="2910263"/>
              <a:ext cx="331427" cy="210750"/>
            </a:xfrm>
            <a:prstGeom prst="line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EA60D686-6EA5-1CB7-0176-BABC5C6601AE}"/>
                </a:ext>
              </a:extLst>
            </p:cNvPr>
            <p:cNvSpPr>
              <a:spLocks/>
            </p:cNvSpPr>
            <p:nvPr/>
          </p:nvSpPr>
          <p:spPr>
            <a:xfrm>
              <a:off x="2992337" y="3121013"/>
              <a:ext cx="432000" cy="43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000">
                  <a:solidFill>
                    <a:schemeClr val="tx1"/>
                  </a:solidFill>
                  <a:latin typeface="Microsoft YaHei Light" panose="020B0502040204020203" pitchFamily="34" charset="-122"/>
                  <a:ea typeface="Microsoft YaHei Light" panose="020B0502040204020203" pitchFamily="34" charset="-122"/>
                  <a:cs typeface="Courier New" panose="02070309020205020404" pitchFamily="49" charset="0"/>
                </a:rPr>
                <a:t>20</a:t>
              </a:r>
              <a:endParaRPr lang="zh-CN" altLang="en-US" sz="1000" dirty="0">
                <a:solidFill>
                  <a:schemeClr val="tx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cs typeface="Courier New" panose="02070309020205020404" pitchFamily="49" charset="0"/>
              </a:endParaRPr>
            </a:p>
          </p:txBody>
        </p: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1507E607-FFA0-754D-AC2F-347FCF0D3978}"/>
                </a:ext>
              </a:extLst>
            </p:cNvPr>
            <p:cNvCxnSpPr>
              <a:cxnSpLocks/>
              <a:stCxn id="12" idx="3"/>
              <a:endCxn id="15" idx="0"/>
            </p:cNvCxnSpPr>
            <p:nvPr/>
          </p:nvCxnSpPr>
          <p:spPr>
            <a:xfrm flipH="1">
              <a:off x="3208337" y="2910263"/>
              <a:ext cx="331426" cy="210750"/>
            </a:xfrm>
            <a:prstGeom prst="line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FECD18F5-AF1C-40A8-F16B-439822D35E05}"/>
                </a:ext>
              </a:extLst>
            </p:cNvPr>
            <p:cNvSpPr>
              <a:spLocks/>
            </p:cNvSpPr>
            <p:nvPr/>
          </p:nvSpPr>
          <p:spPr>
            <a:xfrm>
              <a:off x="773563" y="3835609"/>
              <a:ext cx="432000" cy="43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Microsoft YaHei Light" panose="020B0502040204020203" pitchFamily="34" charset="-122"/>
                  <a:ea typeface="Microsoft YaHei Light" panose="020B0502040204020203" pitchFamily="34" charset="-122"/>
                  <a:cs typeface="Courier New" panose="02070309020205020404" pitchFamily="49" charset="0"/>
                </a:rPr>
                <a:t>8</a:t>
              </a:r>
              <a:endParaRPr lang="zh-CN" altLang="en-US" sz="1000" dirty="0">
                <a:solidFill>
                  <a:schemeClr val="tx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cs typeface="Courier New" panose="02070309020205020404" pitchFamily="49" charset="0"/>
              </a:endParaRPr>
            </a:p>
          </p:txBody>
        </p: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1708E9F9-EDEA-F743-114F-2AA0CF6ADF66}"/>
                </a:ext>
              </a:extLst>
            </p:cNvPr>
            <p:cNvCxnSpPr>
              <a:cxnSpLocks/>
              <a:stCxn id="10" idx="3"/>
              <a:endCxn id="18" idx="0"/>
            </p:cNvCxnSpPr>
            <p:nvPr/>
          </p:nvCxnSpPr>
          <p:spPr>
            <a:xfrm flipH="1">
              <a:off x="989563" y="3489748"/>
              <a:ext cx="129395" cy="345861"/>
            </a:xfrm>
            <a:prstGeom prst="line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648977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1A9A1DD3-8A9B-6C65-8C3C-4B12CE1D37AE}"/>
              </a:ext>
            </a:extLst>
          </p:cNvPr>
          <p:cNvGrpSpPr/>
          <p:nvPr/>
        </p:nvGrpSpPr>
        <p:grpSpPr>
          <a:xfrm>
            <a:off x="4286452" y="2278274"/>
            <a:ext cx="3619097" cy="2301453"/>
            <a:chOff x="773563" y="1966156"/>
            <a:chExt cx="3619097" cy="2301453"/>
          </a:xfrm>
        </p:grpSpPr>
        <p:sp>
          <p:nvSpPr>
            <p:cNvPr id="3" name="椭圆 2">
              <a:extLst>
                <a:ext uri="{FF2B5EF4-FFF2-40B4-BE49-F238E27FC236}">
                  <a16:creationId xmlns:a16="http://schemas.microsoft.com/office/drawing/2014/main" id="{45F41E87-16AD-B5DF-24BA-D200B3E4323A}"/>
                </a:ext>
              </a:extLst>
            </p:cNvPr>
            <p:cNvSpPr>
              <a:spLocks/>
            </p:cNvSpPr>
            <p:nvPr/>
          </p:nvSpPr>
          <p:spPr>
            <a:xfrm>
              <a:off x="2508176" y="1966156"/>
              <a:ext cx="432000" cy="43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000">
                  <a:solidFill>
                    <a:schemeClr val="tx1"/>
                  </a:solidFill>
                  <a:latin typeface="Microsoft YaHei Light" panose="020B0502040204020203" pitchFamily="34" charset="-122"/>
                  <a:ea typeface="Microsoft YaHei Light" panose="020B0502040204020203" pitchFamily="34" charset="-122"/>
                  <a:cs typeface="Courier New" panose="02070309020205020404" pitchFamily="49" charset="0"/>
                </a:rPr>
                <a:t>7</a:t>
              </a:r>
              <a:endParaRPr lang="zh-CN" altLang="en-US" sz="1000" dirty="0">
                <a:solidFill>
                  <a:schemeClr val="tx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cs typeface="Courier New" panose="02070309020205020404" pitchFamily="49" charset="0"/>
              </a:endParaRPr>
            </a:p>
          </p:txBody>
        </p:sp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01507652-00CD-5124-EEA3-DA6FBB396FA5}"/>
                </a:ext>
              </a:extLst>
            </p:cNvPr>
            <p:cNvSpPr>
              <a:spLocks/>
            </p:cNvSpPr>
            <p:nvPr/>
          </p:nvSpPr>
          <p:spPr>
            <a:xfrm>
              <a:off x="1539854" y="2541528"/>
              <a:ext cx="432000" cy="43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000">
                  <a:solidFill>
                    <a:schemeClr val="tx1"/>
                  </a:solidFill>
                  <a:latin typeface="Microsoft YaHei Light" panose="020B0502040204020203" pitchFamily="34" charset="-122"/>
                  <a:ea typeface="Microsoft YaHei Light" panose="020B0502040204020203" pitchFamily="34" charset="-122"/>
                  <a:cs typeface="Courier New" panose="02070309020205020404" pitchFamily="49" charset="0"/>
                </a:rPr>
                <a:t>10</a:t>
              </a:r>
              <a:endParaRPr lang="zh-CN" altLang="en-US" sz="1000" dirty="0">
                <a:solidFill>
                  <a:schemeClr val="tx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cs typeface="Courier New" panose="02070309020205020404" pitchFamily="49" charset="0"/>
              </a:endParaRPr>
            </a:p>
          </p:txBody>
        </p:sp>
        <p:cxnSp>
          <p:nvCxnSpPr>
            <p:cNvPr id="5" name="直接连接符 4">
              <a:extLst>
                <a:ext uri="{FF2B5EF4-FFF2-40B4-BE49-F238E27FC236}">
                  <a16:creationId xmlns:a16="http://schemas.microsoft.com/office/drawing/2014/main" id="{9840F423-422F-B47A-4E6D-39256B292F88}"/>
                </a:ext>
              </a:extLst>
            </p:cNvPr>
            <p:cNvCxnSpPr>
              <a:cxnSpLocks/>
              <a:stCxn id="3" idx="5"/>
              <a:endCxn id="11" idx="1"/>
            </p:cNvCxnSpPr>
            <p:nvPr/>
          </p:nvCxnSpPr>
          <p:spPr>
            <a:xfrm>
              <a:off x="2876911" y="2334891"/>
              <a:ext cx="662852" cy="269902"/>
            </a:xfrm>
            <a:prstGeom prst="line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849CB6BF-6A91-9700-4815-49F5B7A1BD70}"/>
                </a:ext>
              </a:extLst>
            </p:cNvPr>
            <p:cNvCxnSpPr>
              <a:cxnSpLocks/>
              <a:stCxn id="3" idx="3"/>
              <a:endCxn id="4" idx="7"/>
            </p:cNvCxnSpPr>
            <p:nvPr/>
          </p:nvCxnSpPr>
          <p:spPr>
            <a:xfrm flipH="1">
              <a:off x="1908589" y="2334891"/>
              <a:ext cx="662852" cy="269902"/>
            </a:xfrm>
            <a:prstGeom prst="line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74C52F2F-551B-6B37-EEF9-9DA861E62EEF}"/>
                </a:ext>
              </a:extLst>
            </p:cNvPr>
            <p:cNvSpPr>
              <a:spLocks/>
            </p:cNvSpPr>
            <p:nvPr/>
          </p:nvSpPr>
          <p:spPr>
            <a:xfrm>
              <a:off x="2024015" y="3121013"/>
              <a:ext cx="432000" cy="43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000">
                  <a:solidFill>
                    <a:schemeClr val="tx1"/>
                  </a:solidFill>
                  <a:latin typeface="Microsoft YaHei Light" panose="020B0502040204020203" pitchFamily="34" charset="-122"/>
                  <a:ea typeface="Microsoft YaHei Light" panose="020B0502040204020203" pitchFamily="34" charset="-122"/>
                  <a:cs typeface="Courier New" panose="02070309020205020404" pitchFamily="49" charset="0"/>
                </a:rPr>
                <a:t>4</a:t>
              </a:r>
              <a:endParaRPr lang="zh-CN" altLang="en-US" sz="1000" dirty="0">
                <a:solidFill>
                  <a:schemeClr val="tx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cs typeface="Courier New" panose="02070309020205020404" pitchFamily="49" charset="0"/>
              </a:endParaRPr>
            </a:p>
          </p:txBody>
        </p: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1A78F6DD-1169-70ED-D1CC-B6C9FD9F0CD2}"/>
                </a:ext>
              </a:extLst>
            </p:cNvPr>
            <p:cNvCxnSpPr>
              <a:cxnSpLocks/>
              <a:stCxn id="4" idx="5"/>
              <a:endCxn id="7" idx="0"/>
            </p:cNvCxnSpPr>
            <p:nvPr/>
          </p:nvCxnSpPr>
          <p:spPr>
            <a:xfrm>
              <a:off x="1908589" y="2910263"/>
              <a:ext cx="331426" cy="210750"/>
            </a:xfrm>
            <a:prstGeom prst="line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D90401A9-DCE2-AC7A-653C-367D51F01472}"/>
                </a:ext>
              </a:extLst>
            </p:cNvPr>
            <p:cNvSpPr>
              <a:spLocks/>
            </p:cNvSpPr>
            <p:nvPr/>
          </p:nvSpPr>
          <p:spPr>
            <a:xfrm>
              <a:off x="1055693" y="3121013"/>
              <a:ext cx="432000" cy="432000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000">
                  <a:solidFill>
                    <a:schemeClr val="tx1"/>
                  </a:solidFill>
                  <a:latin typeface="Microsoft YaHei Light" panose="020B0502040204020203" pitchFamily="34" charset="-122"/>
                  <a:ea typeface="Microsoft YaHei Light" panose="020B0502040204020203" pitchFamily="34" charset="-122"/>
                  <a:cs typeface="Courier New" panose="02070309020205020404" pitchFamily="49" charset="0"/>
                </a:rPr>
                <a:t>15</a:t>
              </a:r>
              <a:endParaRPr lang="zh-CN" altLang="en-US" sz="1000" dirty="0">
                <a:solidFill>
                  <a:schemeClr val="tx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cs typeface="Courier New" panose="02070309020205020404" pitchFamily="49" charset="0"/>
              </a:endParaRPr>
            </a:p>
          </p:txBody>
        </p: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7E01EFE4-DA29-0558-D12F-7C73C28E997A}"/>
                </a:ext>
              </a:extLst>
            </p:cNvPr>
            <p:cNvCxnSpPr>
              <a:cxnSpLocks/>
              <a:stCxn id="4" idx="3"/>
              <a:endCxn id="9" idx="0"/>
            </p:cNvCxnSpPr>
            <p:nvPr/>
          </p:nvCxnSpPr>
          <p:spPr>
            <a:xfrm flipH="1">
              <a:off x="1271693" y="2910263"/>
              <a:ext cx="331426" cy="210750"/>
            </a:xfrm>
            <a:prstGeom prst="line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610F2DE0-5657-3CBB-C99B-31A5A001DC82}"/>
                </a:ext>
              </a:extLst>
            </p:cNvPr>
            <p:cNvSpPr>
              <a:spLocks/>
            </p:cNvSpPr>
            <p:nvPr/>
          </p:nvSpPr>
          <p:spPr>
            <a:xfrm>
              <a:off x="3476498" y="2541528"/>
              <a:ext cx="432000" cy="43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000">
                  <a:solidFill>
                    <a:schemeClr val="tx1"/>
                  </a:solidFill>
                  <a:latin typeface="Microsoft YaHei Light" panose="020B0502040204020203" pitchFamily="34" charset="-122"/>
                  <a:ea typeface="Microsoft YaHei Light" panose="020B0502040204020203" pitchFamily="34" charset="-122"/>
                  <a:cs typeface="Courier New" panose="02070309020205020404" pitchFamily="49" charset="0"/>
                </a:rPr>
                <a:t>13</a:t>
              </a:r>
              <a:endParaRPr lang="zh-CN" altLang="en-US" sz="1000" dirty="0">
                <a:solidFill>
                  <a:schemeClr val="tx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cs typeface="Courier New" panose="02070309020205020404" pitchFamily="49" charset="0"/>
              </a:endParaRPr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9F8198E4-09D3-4A92-4C43-6E28A0E4EDAD}"/>
                </a:ext>
              </a:extLst>
            </p:cNvPr>
            <p:cNvSpPr>
              <a:spLocks/>
            </p:cNvSpPr>
            <p:nvPr/>
          </p:nvSpPr>
          <p:spPr>
            <a:xfrm>
              <a:off x="3960660" y="3121013"/>
              <a:ext cx="432000" cy="43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000">
                  <a:solidFill>
                    <a:schemeClr val="tx1"/>
                  </a:solidFill>
                  <a:latin typeface="Microsoft YaHei Light" panose="020B0502040204020203" pitchFamily="34" charset="-122"/>
                  <a:ea typeface="Microsoft YaHei Light" panose="020B0502040204020203" pitchFamily="34" charset="-122"/>
                  <a:cs typeface="Courier New" panose="02070309020205020404" pitchFamily="49" charset="0"/>
                </a:rPr>
                <a:t>19</a:t>
              </a:r>
              <a:endParaRPr lang="zh-CN" altLang="en-US" sz="1000" dirty="0">
                <a:solidFill>
                  <a:schemeClr val="tx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cs typeface="Courier New" panose="02070309020205020404" pitchFamily="49" charset="0"/>
              </a:endParaRPr>
            </a:p>
          </p:txBody>
        </p: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5EE8B4BB-B538-B8BD-D0AF-C76B4AFA3B80}"/>
                </a:ext>
              </a:extLst>
            </p:cNvPr>
            <p:cNvCxnSpPr>
              <a:cxnSpLocks/>
              <a:stCxn id="11" idx="5"/>
              <a:endCxn id="12" idx="0"/>
            </p:cNvCxnSpPr>
            <p:nvPr/>
          </p:nvCxnSpPr>
          <p:spPr>
            <a:xfrm>
              <a:off x="3845233" y="2910263"/>
              <a:ext cx="331427" cy="210750"/>
            </a:xfrm>
            <a:prstGeom prst="line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BAEC70B7-E407-7EE8-80C7-73D70D095E80}"/>
                </a:ext>
              </a:extLst>
            </p:cNvPr>
            <p:cNvSpPr>
              <a:spLocks/>
            </p:cNvSpPr>
            <p:nvPr/>
          </p:nvSpPr>
          <p:spPr>
            <a:xfrm>
              <a:off x="2992337" y="3121013"/>
              <a:ext cx="432000" cy="43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000">
                  <a:solidFill>
                    <a:schemeClr val="tx1"/>
                  </a:solidFill>
                  <a:latin typeface="Microsoft YaHei Light" panose="020B0502040204020203" pitchFamily="34" charset="-122"/>
                  <a:ea typeface="Microsoft YaHei Light" panose="020B0502040204020203" pitchFamily="34" charset="-122"/>
                  <a:cs typeface="Courier New" panose="02070309020205020404" pitchFamily="49" charset="0"/>
                </a:rPr>
                <a:t>20</a:t>
              </a:r>
              <a:endParaRPr lang="zh-CN" altLang="en-US" sz="1000" dirty="0">
                <a:solidFill>
                  <a:schemeClr val="tx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cs typeface="Courier New" panose="02070309020205020404" pitchFamily="49" charset="0"/>
              </a:endParaRPr>
            </a:p>
          </p:txBody>
        </p: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131EB9B3-DDB3-833A-2327-9EEAF662C044}"/>
                </a:ext>
              </a:extLst>
            </p:cNvPr>
            <p:cNvCxnSpPr>
              <a:cxnSpLocks/>
              <a:stCxn id="11" idx="3"/>
              <a:endCxn id="14" idx="0"/>
            </p:cNvCxnSpPr>
            <p:nvPr/>
          </p:nvCxnSpPr>
          <p:spPr>
            <a:xfrm flipH="1">
              <a:off x="3208337" y="2910263"/>
              <a:ext cx="331426" cy="210750"/>
            </a:xfrm>
            <a:prstGeom prst="line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28791035-BBCB-9B7B-15A6-48ADA3BF41F9}"/>
                </a:ext>
              </a:extLst>
            </p:cNvPr>
            <p:cNvSpPr>
              <a:spLocks/>
            </p:cNvSpPr>
            <p:nvPr/>
          </p:nvSpPr>
          <p:spPr>
            <a:xfrm>
              <a:off x="773563" y="3835609"/>
              <a:ext cx="432000" cy="43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Microsoft YaHei Light" panose="020B0502040204020203" pitchFamily="34" charset="-122"/>
                  <a:ea typeface="Microsoft YaHei Light" panose="020B0502040204020203" pitchFamily="34" charset="-122"/>
                  <a:cs typeface="Courier New" panose="02070309020205020404" pitchFamily="49" charset="0"/>
                </a:rPr>
                <a:t>8</a:t>
              </a:r>
              <a:endParaRPr lang="zh-CN" altLang="en-US" sz="1000" dirty="0">
                <a:solidFill>
                  <a:schemeClr val="tx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cs typeface="Courier New" panose="02070309020205020404" pitchFamily="49" charset="0"/>
              </a:endParaRPr>
            </a:p>
          </p:txBody>
        </p: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13EF20CB-18B8-2121-DC66-DD8C4608DC06}"/>
                </a:ext>
              </a:extLst>
            </p:cNvPr>
            <p:cNvCxnSpPr>
              <a:cxnSpLocks/>
              <a:stCxn id="9" idx="3"/>
              <a:endCxn id="16" idx="0"/>
            </p:cNvCxnSpPr>
            <p:nvPr/>
          </p:nvCxnSpPr>
          <p:spPr>
            <a:xfrm flipH="1">
              <a:off x="989563" y="3489748"/>
              <a:ext cx="129395" cy="345861"/>
            </a:xfrm>
            <a:prstGeom prst="line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936531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DF5475AD-0D2E-C15F-B228-278AE7F230F4}"/>
              </a:ext>
            </a:extLst>
          </p:cNvPr>
          <p:cNvGrpSpPr/>
          <p:nvPr/>
        </p:nvGrpSpPr>
        <p:grpSpPr>
          <a:xfrm>
            <a:off x="4286452" y="2278274"/>
            <a:ext cx="3619097" cy="2301453"/>
            <a:chOff x="773563" y="1966156"/>
            <a:chExt cx="3619097" cy="2301453"/>
          </a:xfrm>
        </p:grpSpPr>
        <p:sp>
          <p:nvSpPr>
            <p:cNvPr id="3" name="椭圆 2">
              <a:extLst>
                <a:ext uri="{FF2B5EF4-FFF2-40B4-BE49-F238E27FC236}">
                  <a16:creationId xmlns:a16="http://schemas.microsoft.com/office/drawing/2014/main" id="{42E36729-3EC2-67C4-33F1-587633AAF3F3}"/>
                </a:ext>
              </a:extLst>
            </p:cNvPr>
            <p:cNvSpPr>
              <a:spLocks/>
            </p:cNvSpPr>
            <p:nvPr/>
          </p:nvSpPr>
          <p:spPr>
            <a:xfrm>
              <a:off x="2508176" y="1966156"/>
              <a:ext cx="432000" cy="43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000">
                  <a:solidFill>
                    <a:schemeClr val="tx1"/>
                  </a:solidFill>
                  <a:latin typeface="Microsoft YaHei Light" panose="020B0502040204020203" pitchFamily="34" charset="-122"/>
                  <a:ea typeface="Microsoft YaHei Light" panose="020B0502040204020203" pitchFamily="34" charset="-122"/>
                  <a:cs typeface="Courier New" panose="02070309020205020404" pitchFamily="49" charset="0"/>
                </a:rPr>
                <a:t>7</a:t>
              </a:r>
              <a:endParaRPr lang="zh-CN" altLang="en-US" sz="1000" dirty="0">
                <a:solidFill>
                  <a:schemeClr val="tx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cs typeface="Courier New" panose="02070309020205020404" pitchFamily="49" charset="0"/>
              </a:endParaRPr>
            </a:p>
          </p:txBody>
        </p:sp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728AF2C1-F5E3-4651-B789-0228B8351441}"/>
                </a:ext>
              </a:extLst>
            </p:cNvPr>
            <p:cNvSpPr>
              <a:spLocks/>
            </p:cNvSpPr>
            <p:nvPr/>
          </p:nvSpPr>
          <p:spPr>
            <a:xfrm>
              <a:off x="1539854" y="2541528"/>
              <a:ext cx="432000" cy="43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000">
                  <a:solidFill>
                    <a:schemeClr val="tx1"/>
                  </a:solidFill>
                  <a:latin typeface="Microsoft YaHei Light" panose="020B0502040204020203" pitchFamily="34" charset="-122"/>
                  <a:ea typeface="Microsoft YaHei Light" panose="020B0502040204020203" pitchFamily="34" charset="-122"/>
                  <a:cs typeface="Courier New" panose="02070309020205020404" pitchFamily="49" charset="0"/>
                </a:rPr>
                <a:t>10</a:t>
              </a:r>
              <a:endParaRPr lang="zh-CN" altLang="en-US" sz="1000" dirty="0">
                <a:solidFill>
                  <a:schemeClr val="tx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cs typeface="Courier New" panose="02070309020205020404" pitchFamily="49" charset="0"/>
              </a:endParaRPr>
            </a:p>
          </p:txBody>
        </p:sp>
        <p:cxnSp>
          <p:nvCxnSpPr>
            <p:cNvPr id="5" name="直接连接符 4">
              <a:extLst>
                <a:ext uri="{FF2B5EF4-FFF2-40B4-BE49-F238E27FC236}">
                  <a16:creationId xmlns:a16="http://schemas.microsoft.com/office/drawing/2014/main" id="{9AFCEFB7-E9A0-AC12-D60E-F6378BFF32DC}"/>
                </a:ext>
              </a:extLst>
            </p:cNvPr>
            <p:cNvCxnSpPr>
              <a:cxnSpLocks/>
              <a:stCxn id="3" idx="5"/>
              <a:endCxn id="11" idx="1"/>
            </p:cNvCxnSpPr>
            <p:nvPr/>
          </p:nvCxnSpPr>
          <p:spPr>
            <a:xfrm>
              <a:off x="2876911" y="2334891"/>
              <a:ext cx="662852" cy="269902"/>
            </a:xfrm>
            <a:prstGeom prst="line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64D58DCB-0A0F-D2AB-21E6-14A64F5A9549}"/>
                </a:ext>
              </a:extLst>
            </p:cNvPr>
            <p:cNvCxnSpPr>
              <a:cxnSpLocks/>
              <a:stCxn id="3" idx="3"/>
              <a:endCxn id="4" idx="7"/>
            </p:cNvCxnSpPr>
            <p:nvPr/>
          </p:nvCxnSpPr>
          <p:spPr>
            <a:xfrm flipH="1">
              <a:off x="1908589" y="2334891"/>
              <a:ext cx="662852" cy="269902"/>
            </a:xfrm>
            <a:prstGeom prst="line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FD83E5-E3D9-66D8-DA16-F487E7FCC20A}"/>
                </a:ext>
              </a:extLst>
            </p:cNvPr>
            <p:cNvSpPr>
              <a:spLocks/>
            </p:cNvSpPr>
            <p:nvPr/>
          </p:nvSpPr>
          <p:spPr>
            <a:xfrm>
              <a:off x="2024015" y="3121013"/>
              <a:ext cx="432000" cy="43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000">
                  <a:solidFill>
                    <a:schemeClr val="tx1"/>
                  </a:solidFill>
                  <a:latin typeface="Microsoft YaHei Light" panose="020B0502040204020203" pitchFamily="34" charset="-122"/>
                  <a:ea typeface="Microsoft YaHei Light" panose="020B0502040204020203" pitchFamily="34" charset="-122"/>
                  <a:cs typeface="Courier New" panose="02070309020205020404" pitchFamily="49" charset="0"/>
                </a:rPr>
                <a:t>4</a:t>
              </a:r>
              <a:endParaRPr lang="zh-CN" altLang="en-US" sz="1000" dirty="0">
                <a:solidFill>
                  <a:schemeClr val="tx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cs typeface="Courier New" panose="02070309020205020404" pitchFamily="49" charset="0"/>
              </a:endParaRPr>
            </a:p>
          </p:txBody>
        </p: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817CF358-ACB4-9579-A7B7-BCC3B0D85C29}"/>
                </a:ext>
              </a:extLst>
            </p:cNvPr>
            <p:cNvCxnSpPr>
              <a:cxnSpLocks/>
              <a:stCxn id="4" idx="5"/>
              <a:endCxn id="7" idx="0"/>
            </p:cNvCxnSpPr>
            <p:nvPr/>
          </p:nvCxnSpPr>
          <p:spPr>
            <a:xfrm>
              <a:off x="1908589" y="2910263"/>
              <a:ext cx="331426" cy="210750"/>
            </a:xfrm>
            <a:prstGeom prst="line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798842FB-0CF2-2130-8E24-82717BEF1AB8}"/>
                </a:ext>
              </a:extLst>
            </p:cNvPr>
            <p:cNvSpPr>
              <a:spLocks/>
            </p:cNvSpPr>
            <p:nvPr/>
          </p:nvSpPr>
          <p:spPr>
            <a:xfrm>
              <a:off x="1055693" y="3121013"/>
              <a:ext cx="432000" cy="43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000">
                  <a:solidFill>
                    <a:schemeClr val="tx1"/>
                  </a:solidFill>
                  <a:latin typeface="Microsoft YaHei Light" panose="020B0502040204020203" pitchFamily="34" charset="-122"/>
                  <a:ea typeface="Microsoft YaHei Light" panose="020B0502040204020203" pitchFamily="34" charset="-122"/>
                  <a:cs typeface="Courier New" panose="02070309020205020404" pitchFamily="49" charset="0"/>
                </a:rPr>
                <a:t>15</a:t>
              </a:r>
              <a:endParaRPr lang="zh-CN" altLang="en-US" sz="1000" dirty="0">
                <a:solidFill>
                  <a:schemeClr val="tx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cs typeface="Courier New" panose="02070309020205020404" pitchFamily="49" charset="0"/>
              </a:endParaRPr>
            </a:p>
          </p:txBody>
        </p: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9679E0FC-4212-0B36-D980-C044F6273305}"/>
                </a:ext>
              </a:extLst>
            </p:cNvPr>
            <p:cNvCxnSpPr>
              <a:cxnSpLocks/>
              <a:stCxn id="4" idx="3"/>
              <a:endCxn id="9" idx="0"/>
            </p:cNvCxnSpPr>
            <p:nvPr/>
          </p:nvCxnSpPr>
          <p:spPr>
            <a:xfrm flipH="1">
              <a:off x="1271693" y="2910263"/>
              <a:ext cx="331426" cy="210750"/>
            </a:xfrm>
            <a:prstGeom prst="line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C277FBFE-D62C-CA13-994E-DED69088B608}"/>
                </a:ext>
              </a:extLst>
            </p:cNvPr>
            <p:cNvSpPr>
              <a:spLocks/>
            </p:cNvSpPr>
            <p:nvPr/>
          </p:nvSpPr>
          <p:spPr>
            <a:xfrm>
              <a:off x="3476498" y="2541528"/>
              <a:ext cx="432000" cy="432000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000">
                  <a:solidFill>
                    <a:schemeClr val="tx1"/>
                  </a:solidFill>
                  <a:latin typeface="Microsoft YaHei Light" panose="020B0502040204020203" pitchFamily="34" charset="-122"/>
                  <a:ea typeface="Microsoft YaHei Light" panose="020B0502040204020203" pitchFamily="34" charset="-122"/>
                  <a:cs typeface="Courier New" panose="02070309020205020404" pitchFamily="49" charset="0"/>
                </a:rPr>
                <a:t>20</a:t>
              </a:r>
              <a:endParaRPr lang="zh-CN" altLang="en-US" sz="1000" dirty="0">
                <a:solidFill>
                  <a:schemeClr val="tx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cs typeface="Courier New" panose="02070309020205020404" pitchFamily="49" charset="0"/>
              </a:endParaRPr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65AB69DB-13D0-79A6-5033-8C386207AED4}"/>
                </a:ext>
              </a:extLst>
            </p:cNvPr>
            <p:cNvSpPr>
              <a:spLocks/>
            </p:cNvSpPr>
            <p:nvPr/>
          </p:nvSpPr>
          <p:spPr>
            <a:xfrm>
              <a:off x="3960660" y="3121013"/>
              <a:ext cx="432000" cy="43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000">
                  <a:solidFill>
                    <a:schemeClr val="tx1"/>
                  </a:solidFill>
                  <a:latin typeface="Microsoft YaHei Light" panose="020B0502040204020203" pitchFamily="34" charset="-122"/>
                  <a:ea typeface="Microsoft YaHei Light" panose="020B0502040204020203" pitchFamily="34" charset="-122"/>
                  <a:cs typeface="Courier New" panose="02070309020205020404" pitchFamily="49" charset="0"/>
                </a:rPr>
                <a:t>19</a:t>
              </a:r>
              <a:endParaRPr lang="zh-CN" altLang="en-US" sz="1000" dirty="0">
                <a:solidFill>
                  <a:schemeClr val="tx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cs typeface="Courier New" panose="02070309020205020404" pitchFamily="49" charset="0"/>
              </a:endParaRPr>
            </a:p>
          </p:txBody>
        </p: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C60F51BA-4688-7DEB-FCC4-6C2C49877294}"/>
                </a:ext>
              </a:extLst>
            </p:cNvPr>
            <p:cNvCxnSpPr>
              <a:cxnSpLocks/>
              <a:stCxn id="11" idx="5"/>
              <a:endCxn id="12" idx="0"/>
            </p:cNvCxnSpPr>
            <p:nvPr/>
          </p:nvCxnSpPr>
          <p:spPr>
            <a:xfrm>
              <a:off x="3845233" y="2910263"/>
              <a:ext cx="331427" cy="210750"/>
            </a:xfrm>
            <a:prstGeom prst="line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B763083A-966A-4223-421C-4A7979797160}"/>
                </a:ext>
              </a:extLst>
            </p:cNvPr>
            <p:cNvSpPr>
              <a:spLocks/>
            </p:cNvSpPr>
            <p:nvPr/>
          </p:nvSpPr>
          <p:spPr>
            <a:xfrm>
              <a:off x="2992337" y="3121013"/>
              <a:ext cx="432000" cy="43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000">
                  <a:solidFill>
                    <a:schemeClr val="tx1"/>
                  </a:solidFill>
                  <a:latin typeface="Microsoft YaHei Light" panose="020B0502040204020203" pitchFamily="34" charset="-122"/>
                  <a:ea typeface="Microsoft YaHei Light" panose="020B0502040204020203" pitchFamily="34" charset="-122"/>
                  <a:cs typeface="Courier New" panose="02070309020205020404" pitchFamily="49" charset="0"/>
                </a:rPr>
                <a:t>13</a:t>
              </a:r>
              <a:endParaRPr lang="zh-CN" altLang="en-US" sz="1000" dirty="0">
                <a:solidFill>
                  <a:schemeClr val="tx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cs typeface="Courier New" panose="02070309020205020404" pitchFamily="49" charset="0"/>
              </a:endParaRPr>
            </a:p>
          </p:txBody>
        </p: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35B0DAD2-AD9F-FB1C-A659-6F747370A962}"/>
                </a:ext>
              </a:extLst>
            </p:cNvPr>
            <p:cNvCxnSpPr>
              <a:cxnSpLocks/>
              <a:stCxn id="11" idx="3"/>
              <a:endCxn id="14" idx="0"/>
            </p:cNvCxnSpPr>
            <p:nvPr/>
          </p:nvCxnSpPr>
          <p:spPr>
            <a:xfrm flipH="1">
              <a:off x="3208337" y="2910263"/>
              <a:ext cx="331426" cy="210750"/>
            </a:xfrm>
            <a:prstGeom prst="line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0B0CC9F1-C413-189C-FCEF-BC768F511A48}"/>
                </a:ext>
              </a:extLst>
            </p:cNvPr>
            <p:cNvSpPr>
              <a:spLocks/>
            </p:cNvSpPr>
            <p:nvPr/>
          </p:nvSpPr>
          <p:spPr>
            <a:xfrm>
              <a:off x="773563" y="3835609"/>
              <a:ext cx="432000" cy="43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Microsoft YaHei Light" panose="020B0502040204020203" pitchFamily="34" charset="-122"/>
                  <a:ea typeface="Microsoft YaHei Light" panose="020B0502040204020203" pitchFamily="34" charset="-122"/>
                  <a:cs typeface="Courier New" panose="02070309020205020404" pitchFamily="49" charset="0"/>
                </a:rPr>
                <a:t>8</a:t>
              </a:r>
              <a:endParaRPr lang="zh-CN" altLang="en-US" sz="1000" dirty="0">
                <a:solidFill>
                  <a:schemeClr val="tx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cs typeface="Courier New" panose="02070309020205020404" pitchFamily="49" charset="0"/>
              </a:endParaRPr>
            </a:p>
          </p:txBody>
        </p: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2F50887E-C974-B04C-21A3-DB85EE00BB6D}"/>
                </a:ext>
              </a:extLst>
            </p:cNvPr>
            <p:cNvCxnSpPr>
              <a:cxnSpLocks/>
              <a:stCxn id="9" idx="3"/>
              <a:endCxn id="16" idx="0"/>
            </p:cNvCxnSpPr>
            <p:nvPr/>
          </p:nvCxnSpPr>
          <p:spPr>
            <a:xfrm flipH="1">
              <a:off x="989563" y="3489748"/>
              <a:ext cx="129395" cy="345861"/>
            </a:xfrm>
            <a:prstGeom prst="line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408111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A4F35989-C8FE-DA72-B6B5-83BF14ABCCDD}"/>
              </a:ext>
            </a:extLst>
          </p:cNvPr>
          <p:cNvGrpSpPr/>
          <p:nvPr/>
        </p:nvGrpSpPr>
        <p:grpSpPr>
          <a:xfrm>
            <a:off x="4286452" y="2278274"/>
            <a:ext cx="3619097" cy="2301453"/>
            <a:chOff x="773563" y="1966156"/>
            <a:chExt cx="3619097" cy="2301453"/>
          </a:xfrm>
        </p:grpSpPr>
        <p:sp>
          <p:nvSpPr>
            <p:cNvPr id="3" name="椭圆 2">
              <a:extLst>
                <a:ext uri="{FF2B5EF4-FFF2-40B4-BE49-F238E27FC236}">
                  <a16:creationId xmlns:a16="http://schemas.microsoft.com/office/drawing/2014/main" id="{6D848EA2-CBF5-38CB-7ECD-062C37782765}"/>
                </a:ext>
              </a:extLst>
            </p:cNvPr>
            <p:cNvSpPr>
              <a:spLocks/>
            </p:cNvSpPr>
            <p:nvPr/>
          </p:nvSpPr>
          <p:spPr>
            <a:xfrm>
              <a:off x="2508176" y="1966156"/>
              <a:ext cx="432000" cy="43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000">
                  <a:solidFill>
                    <a:schemeClr val="tx1"/>
                  </a:solidFill>
                  <a:latin typeface="Microsoft YaHei Light" panose="020B0502040204020203" pitchFamily="34" charset="-122"/>
                  <a:ea typeface="Microsoft YaHei Light" panose="020B0502040204020203" pitchFamily="34" charset="-122"/>
                  <a:cs typeface="Courier New" panose="02070309020205020404" pitchFamily="49" charset="0"/>
                </a:rPr>
                <a:t>7</a:t>
              </a:r>
              <a:endParaRPr lang="zh-CN" altLang="en-US" sz="1000" dirty="0">
                <a:solidFill>
                  <a:schemeClr val="tx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cs typeface="Courier New" panose="02070309020205020404" pitchFamily="49" charset="0"/>
              </a:endParaRPr>
            </a:p>
          </p:txBody>
        </p:sp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4786A317-1F3A-39F1-9AB2-8D3C082CBD83}"/>
                </a:ext>
              </a:extLst>
            </p:cNvPr>
            <p:cNvSpPr>
              <a:spLocks/>
            </p:cNvSpPr>
            <p:nvPr/>
          </p:nvSpPr>
          <p:spPr>
            <a:xfrm>
              <a:off x="1539854" y="2541528"/>
              <a:ext cx="432000" cy="432000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000">
                  <a:solidFill>
                    <a:schemeClr val="tx1"/>
                  </a:solidFill>
                  <a:latin typeface="Microsoft YaHei Light" panose="020B0502040204020203" pitchFamily="34" charset="-122"/>
                  <a:ea typeface="Microsoft YaHei Light" panose="020B0502040204020203" pitchFamily="34" charset="-122"/>
                  <a:cs typeface="Courier New" panose="02070309020205020404" pitchFamily="49" charset="0"/>
                </a:rPr>
                <a:t>15</a:t>
              </a:r>
              <a:endParaRPr lang="zh-CN" altLang="en-US" sz="1000" dirty="0">
                <a:solidFill>
                  <a:schemeClr val="tx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cs typeface="Courier New" panose="02070309020205020404" pitchFamily="49" charset="0"/>
              </a:endParaRPr>
            </a:p>
          </p:txBody>
        </p:sp>
        <p:cxnSp>
          <p:nvCxnSpPr>
            <p:cNvPr id="5" name="直接连接符 4">
              <a:extLst>
                <a:ext uri="{FF2B5EF4-FFF2-40B4-BE49-F238E27FC236}">
                  <a16:creationId xmlns:a16="http://schemas.microsoft.com/office/drawing/2014/main" id="{7CCC77EC-339C-7A14-F4DF-3FB4BC796A0E}"/>
                </a:ext>
              </a:extLst>
            </p:cNvPr>
            <p:cNvCxnSpPr>
              <a:cxnSpLocks/>
              <a:stCxn id="3" idx="5"/>
              <a:endCxn id="11" idx="1"/>
            </p:cNvCxnSpPr>
            <p:nvPr/>
          </p:nvCxnSpPr>
          <p:spPr>
            <a:xfrm>
              <a:off x="2876911" y="2334891"/>
              <a:ext cx="662852" cy="269902"/>
            </a:xfrm>
            <a:prstGeom prst="line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BACCB708-7FD7-ED44-2EF5-75F065F551EA}"/>
                </a:ext>
              </a:extLst>
            </p:cNvPr>
            <p:cNvCxnSpPr>
              <a:cxnSpLocks/>
              <a:stCxn id="3" idx="3"/>
              <a:endCxn id="4" idx="7"/>
            </p:cNvCxnSpPr>
            <p:nvPr/>
          </p:nvCxnSpPr>
          <p:spPr>
            <a:xfrm flipH="1">
              <a:off x="1908589" y="2334891"/>
              <a:ext cx="662852" cy="269902"/>
            </a:xfrm>
            <a:prstGeom prst="line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BDA2498C-C9D4-E57D-A63A-923D12578C98}"/>
                </a:ext>
              </a:extLst>
            </p:cNvPr>
            <p:cNvSpPr>
              <a:spLocks/>
            </p:cNvSpPr>
            <p:nvPr/>
          </p:nvSpPr>
          <p:spPr>
            <a:xfrm>
              <a:off x="2024015" y="3121013"/>
              <a:ext cx="432000" cy="43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000">
                  <a:solidFill>
                    <a:schemeClr val="tx1"/>
                  </a:solidFill>
                  <a:latin typeface="Microsoft YaHei Light" panose="020B0502040204020203" pitchFamily="34" charset="-122"/>
                  <a:ea typeface="Microsoft YaHei Light" panose="020B0502040204020203" pitchFamily="34" charset="-122"/>
                  <a:cs typeface="Courier New" panose="02070309020205020404" pitchFamily="49" charset="0"/>
                </a:rPr>
                <a:t>4</a:t>
              </a:r>
              <a:endParaRPr lang="zh-CN" altLang="en-US" sz="1000" dirty="0">
                <a:solidFill>
                  <a:schemeClr val="tx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cs typeface="Courier New" panose="02070309020205020404" pitchFamily="49" charset="0"/>
              </a:endParaRPr>
            </a:p>
          </p:txBody>
        </p: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AD932A5E-4AD9-FC57-53CC-9CD1D150922C}"/>
                </a:ext>
              </a:extLst>
            </p:cNvPr>
            <p:cNvCxnSpPr>
              <a:cxnSpLocks/>
              <a:stCxn id="4" idx="5"/>
              <a:endCxn id="7" idx="0"/>
            </p:cNvCxnSpPr>
            <p:nvPr/>
          </p:nvCxnSpPr>
          <p:spPr>
            <a:xfrm>
              <a:off x="1908589" y="2910263"/>
              <a:ext cx="331426" cy="210750"/>
            </a:xfrm>
            <a:prstGeom prst="line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DEB03351-E386-3A5E-E394-D52E064451B1}"/>
                </a:ext>
              </a:extLst>
            </p:cNvPr>
            <p:cNvSpPr>
              <a:spLocks/>
            </p:cNvSpPr>
            <p:nvPr/>
          </p:nvSpPr>
          <p:spPr>
            <a:xfrm>
              <a:off x="1055693" y="3121013"/>
              <a:ext cx="432000" cy="43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000">
                  <a:solidFill>
                    <a:schemeClr val="tx1"/>
                  </a:solidFill>
                  <a:latin typeface="Microsoft YaHei Light" panose="020B0502040204020203" pitchFamily="34" charset="-122"/>
                  <a:ea typeface="Microsoft YaHei Light" panose="020B0502040204020203" pitchFamily="34" charset="-122"/>
                  <a:cs typeface="Courier New" panose="02070309020205020404" pitchFamily="49" charset="0"/>
                </a:rPr>
                <a:t>10</a:t>
              </a:r>
              <a:endParaRPr lang="zh-CN" altLang="en-US" sz="1000" dirty="0">
                <a:solidFill>
                  <a:schemeClr val="tx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cs typeface="Courier New" panose="02070309020205020404" pitchFamily="49" charset="0"/>
              </a:endParaRPr>
            </a:p>
          </p:txBody>
        </p: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A828DD23-8A63-5ADA-12F3-9B5861D1CF65}"/>
                </a:ext>
              </a:extLst>
            </p:cNvPr>
            <p:cNvCxnSpPr>
              <a:cxnSpLocks/>
              <a:stCxn id="4" idx="3"/>
              <a:endCxn id="9" idx="0"/>
            </p:cNvCxnSpPr>
            <p:nvPr/>
          </p:nvCxnSpPr>
          <p:spPr>
            <a:xfrm flipH="1">
              <a:off x="1271693" y="2910263"/>
              <a:ext cx="331426" cy="210750"/>
            </a:xfrm>
            <a:prstGeom prst="line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F88DCBEC-0CA9-3CD6-A37B-5F72D0846FEE}"/>
                </a:ext>
              </a:extLst>
            </p:cNvPr>
            <p:cNvSpPr>
              <a:spLocks/>
            </p:cNvSpPr>
            <p:nvPr/>
          </p:nvSpPr>
          <p:spPr>
            <a:xfrm>
              <a:off x="3476498" y="2541528"/>
              <a:ext cx="432000" cy="432000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000">
                  <a:solidFill>
                    <a:schemeClr val="tx1"/>
                  </a:solidFill>
                  <a:latin typeface="Microsoft YaHei Light" panose="020B0502040204020203" pitchFamily="34" charset="-122"/>
                  <a:ea typeface="Microsoft YaHei Light" panose="020B0502040204020203" pitchFamily="34" charset="-122"/>
                  <a:cs typeface="Courier New" panose="02070309020205020404" pitchFamily="49" charset="0"/>
                </a:rPr>
                <a:t>20</a:t>
              </a:r>
              <a:endParaRPr lang="zh-CN" altLang="en-US" sz="1000" dirty="0">
                <a:solidFill>
                  <a:schemeClr val="tx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cs typeface="Courier New" panose="02070309020205020404" pitchFamily="49" charset="0"/>
              </a:endParaRPr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3B7E967C-0DBD-7E84-1C26-D28CFC02F8C5}"/>
                </a:ext>
              </a:extLst>
            </p:cNvPr>
            <p:cNvSpPr>
              <a:spLocks/>
            </p:cNvSpPr>
            <p:nvPr/>
          </p:nvSpPr>
          <p:spPr>
            <a:xfrm>
              <a:off x="3960660" y="3121013"/>
              <a:ext cx="432000" cy="43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000">
                  <a:solidFill>
                    <a:schemeClr val="tx1"/>
                  </a:solidFill>
                  <a:latin typeface="Microsoft YaHei Light" panose="020B0502040204020203" pitchFamily="34" charset="-122"/>
                  <a:ea typeface="Microsoft YaHei Light" panose="020B0502040204020203" pitchFamily="34" charset="-122"/>
                  <a:cs typeface="Courier New" panose="02070309020205020404" pitchFamily="49" charset="0"/>
                </a:rPr>
                <a:t>19</a:t>
              </a:r>
              <a:endParaRPr lang="zh-CN" altLang="en-US" sz="1000" dirty="0">
                <a:solidFill>
                  <a:schemeClr val="tx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cs typeface="Courier New" panose="02070309020205020404" pitchFamily="49" charset="0"/>
              </a:endParaRPr>
            </a:p>
          </p:txBody>
        </p: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94D459AD-008C-7D62-02E0-75F07AAF05F9}"/>
                </a:ext>
              </a:extLst>
            </p:cNvPr>
            <p:cNvCxnSpPr>
              <a:cxnSpLocks/>
              <a:stCxn id="11" idx="5"/>
              <a:endCxn id="12" idx="0"/>
            </p:cNvCxnSpPr>
            <p:nvPr/>
          </p:nvCxnSpPr>
          <p:spPr>
            <a:xfrm>
              <a:off x="3845233" y="2910263"/>
              <a:ext cx="331427" cy="210750"/>
            </a:xfrm>
            <a:prstGeom prst="line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B90D46D7-4F59-A327-CFD0-80F9A07404EE}"/>
                </a:ext>
              </a:extLst>
            </p:cNvPr>
            <p:cNvSpPr>
              <a:spLocks/>
            </p:cNvSpPr>
            <p:nvPr/>
          </p:nvSpPr>
          <p:spPr>
            <a:xfrm>
              <a:off x="2992337" y="3121013"/>
              <a:ext cx="432000" cy="43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000">
                  <a:solidFill>
                    <a:schemeClr val="tx1"/>
                  </a:solidFill>
                  <a:latin typeface="Microsoft YaHei Light" panose="020B0502040204020203" pitchFamily="34" charset="-122"/>
                  <a:ea typeface="Microsoft YaHei Light" panose="020B0502040204020203" pitchFamily="34" charset="-122"/>
                  <a:cs typeface="Courier New" panose="02070309020205020404" pitchFamily="49" charset="0"/>
                </a:rPr>
                <a:t>13</a:t>
              </a:r>
              <a:endParaRPr lang="zh-CN" altLang="en-US" sz="1000" dirty="0">
                <a:solidFill>
                  <a:schemeClr val="tx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cs typeface="Courier New" panose="02070309020205020404" pitchFamily="49" charset="0"/>
              </a:endParaRPr>
            </a:p>
          </p:txBody>
        </p: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0B53C751-94F6-5909-EB18-D9701120FEDC}"/>
                </a:ext>
              </a:extLst>
            </p:cNvPr>
            <p:cNvCxnSpPr>
              <a:cxnSpLocks/>
              <a:stCxn id="11" idx="3"/>
              <a:endCxn id="14" idx="0"/>
            </p:cNvCxnSpPr>
            <p:nvPr/>
          </p:nvCxnSpPr>
          <p:spPr>
            <a:xfrm flipH="1">
              <a:off x="3208337" y="2910263"/>
              <a:ext cx="331426" cy="210750"/>
            </a:xfrm>
            <a:prstGeom prst="line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C9CCDBC-E4CF-F8DA-FBB3-B610DD73F174}"/>
                </a:ext>
              </a:extLst>
            </p:cNvPr>
            <p:cNvSpPr>
              <a:spLocks/>
            </p:cNvSpPr>
            <p:nvPr/>
          </p:nvSpPr>
          <p:spPr>
            <a:xfrm>
              <a:off x="773563" y="3835609"/>
              <a:ext cx="432000" cy="43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Microsoft YaHei Light" panose="020B0502040204020203" pitchFamily="34" charset="-122"/>
                  <a:ea typeface="Microsoft YaHei Light" panose="020B0502040204020203" pitchFamily="34" charset="-122"/>
                  <a:cs typeface="Courier New" panose="02070309020205020404" pitchFamily="49" charset="0"/>
                </a:rPr>
                <a:t>8</a:t>
              </a:r>
              <a:endParaRPr lang="zh-CN" altLang="en-US" sz="1000" dirty="0">
                <a:solidFill>
                  <a:schemeClr val="tx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cs typeface="Courier New" panose="02070309020205020404" pitchFamily="49" charset="0"/>
              </a:endParaRPr>
            </a:p>
          </p:txBody>
        </p: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38634B15-CEF9-8459-02AE-AEE3E2CE0CC1}"/>
                </a:ext>
              </a:extLst>
            </p:cNvPr>
            <p:cNvCxnSpPr>
              <a:cxnSpLocks/>
              <a:stCxn id="9" idx="3"/>
              <a:endCxn id="16" idx="0"/>
            </p:cNvCxnSpPr>
            <p:nvPr/>
          </p:nvCxnSpPr>
          <p:spPr>
            <a:xfrm flipH="1">
              <a:off x="989563" y="3489748"/>
              <a:ext cx="129395" cy="345861"/>
            </a:xfrm>
            <a:prstGeom prst="line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332804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24FFDD2F-81BF-A378-D942-0C457EBBD828}"/>
              </a:ext>
            </a:extLst>
          </p:cNvPr>
          <p:cNvGrpSpPr/>
          <p:nvPr/>
        </p:nvGrpSpPr>
        <p:grpSpPr>
          <a:xfrm>
            <a:off x="4286452" y="2278274"/>
            <a:ext cx="3619097" cy="2301453"/>
            <a:chOff x="773563" y="1966156"/>
            <a:chExt cx="3619097" cy="2301453"/>
          </a:xfrm>
        </p:grpSpPr>
        <p:sp>
          <p:nvSpPr>
            <p:cNvPr id="3" name="椭圆 2">
              <a:extLst>
                <a:ext uri="{FF2B5EF4-FFF2-40B4-BE49-F238E27FC236}">
                  <a16:creationId xmlns:a16="http://schemas.microsoft.com/office/drawing/2014/main" id="{79F92BE7-8D1F-8890-FA34-A0DE443FBD7B}"/>
                </a:ext>
              </a:extLst>
            </p:cNvPr>
            <p:cNvSpPr>
              <a:spLocks/>
            </p:cNvSpPr>
            <p:nvPr/>
          </p:nvSpPr>
          <p:spPr>
            <a:xfrm>
              <a:off x="2508176" y="1966156"/>
              <a:ext cx="432000" cy="43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000">
                  <a:solidFill>
                    <a:schemeClr val="tx1"/>
                  </a:solidFill>
                  <a:latin typeface="Microsoft YaHei Light" panose="020B0502040204020203" pitchFamily="34" charset="-122"/>
                  <a:ea typeface="Microsoft YaHei Light" panose="020B0502040204020203" pitchFamily="34" charset="-122"/>
                  <a:cs typeface="Courier New" panose="02070309020205020404" pitchFamily="49" charset="0"/>
                </a:rPr>
                <a:t>20</a:t>
              </a:r>
              <a:endParaRPr lang="zh-CN" altLang="en-US" sz="1000" dirty="0">
                <a:solidFill>
                  <a:schemeClr val="tx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cs typeface="Courier New" panose="02070309020205020404" pitchFamily="49" charset="0"/>
              </a:endParaRPr>
            </a:p>
          </p:txBody>
        </p:sp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3D966DF4-9D5C-2C84-A519-B56E9726E533}"/>
                </a:ext>
              </a:extLst>
            </p:cNvPr>
            <p:cNvSpPr>
              <a:spLocks/>
            </p:cNvSpPr>
            <p:nvPr/>
          </p:nvSpPr>
          <p:spPr>
            <a:xfrm>
              <a:off x="1539854" y="2541528"/>
              <a:ext cx="432000" cy="432000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000">
                  <a:solidFill>
                    <a:schemeClr val="tx1"/>
                  </a:solidFill>
                  <a:latin typeface="Microsoft YaHei Light" panose="020B0502040204020203" pitchFamily="34" charset="-122"/>
                  <a:ea typeface="Microsoft YaHei Light" panose="020B0502040204020203" pitchFamily="34" charset="-122"/>
                  <a:cs typeface="Courier New" panose="02070309020205020404" pitchFamily="49" charset="0"/>
                </a:rPr>
                <a:t>15</a:t>
              </a:r>
              <a:endParaRPr lang="zh-CN" altLang="en-US" sz="1000" dirty="0">
                <a:solidFill>
                  <a:schemeClr val="tx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cs typeface="Courier New" panose="02070309020205020404" pitchFamily="49" charset="0"/>
              </a:endParaRPr>
            </a:p>
          </p:txBody>
        </p:sp>
        <p:cxnSp>
          <p:nvCxnSpPr>
            <p:cNvPr id="5" name="直接连接符 4">
              <a:extLst>
                <a:ext uri="{FF2B5EF4-FFF2-40B4-BE49-F238E27FC236}">
                  <a16:creationId xmlns:a16="http://schemas.microsoft.com/office/drawing/2014/main" id="{041CE9EC-468A-05CA-E5B9-C618447E1481}"/>
                </a:ext>
              </a:extLst>
            </p:cNvPr>
            <p:cNvCxnSpPr>
              <a:cxnSpLocks/>
              <a:stCxn id="3" idx="5"/>
              <a:endCxn id="11" idx="1"/>
            </p:cNvCxnSpPr>
            <p:nvPr/>
          </p:nvCxnSpPr>
          <p:spPr>
            <a:xfrm>
              <a:off x="2876911" y="2334891"/>
              <a:ext cx="662852" cy="269902"/>
            </a:xfrm>
            <a:prstGeom prst="line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022B3A68-C5DF-E20B-1374-A2C5DD61BA7F}"/>
                </a:ext>
              </a:extLst>
            </p:cNvPr>
            <p:cNvCxnSpPr>
              <a:cxnSpLocks/>
              <a:stCxn id="3" idx="3"/>
              <a:endCxn id="4" idx="7"/>
            </p:cNvCxnSpPr>
            <p:nvPr/>
          </p:nvCxnSpPr>
          <p:spPr>
            <a:xfrm flipH="1">
              <a:off x="1908589" y="2334891"/>
              <a:ext cx="662852" cy="269902"/>
            </a:xfrm>
            <a:prstGeom prst="line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20A04D67-2A37-3A5A-A000-4F1D9F0F6FA3}"/>
                </a:ext>
              </a:extLst>
            </p:cNvPr>
            <p:cNvSpPr>
              <a:spLocks/>
            </p:cNvSpPr>
            <p:nvPr/>
          </p:nvSpPr>
          <p:spPr>
            <a:xfrm>
              <a:off x="2024015" y="3121013"/>
              <a:ext cx="432000" cy="43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000">
                  <a:solidFill>
                    <a:schemeClr val="tx1"/>
                  </a:solidFill>
                  <a:latin typeface="Microsoft YaHei Light" panose="020B0502040204020203" pitchFamily="34" charset="-122"/>
                  <a:ea typeface="Microsoft YaHei Light" panose="020B0502040204020203" pitchFamily="34" charset="-122"/>
                  <a:cs typeface="Courier New" panose="02070309020205020404" pitchFamily="49" charset="0"/>
                </a:rPr>
                <a:t>4</a:t>
              </a:r>
              <a:endParaRPr lang="zh-CN" altLang="en-US" sz="1000" dirty="0">
                <a:solidFill>
                  <a:schemeClr val="tx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cs typeface="Courier New" panose="02070309020205020404" pitchFamily="49" charset="0"/>
              </a:endParaRPr>
            </a:p>
          </p:txBody>
        </p: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762FA7CC-178A-8754-6E2F-0DE5C8772F81}"/>
                </a:ext>
              </a:extLst>
            </p:cNvPr>
            <p:cNvCxnSpPr>
              <a:cxnSpLocks/>
              <a:stCxn id="4" idx="5"/>
              <a:endCxn id="7" idx="0"/>
            </p:cNvCxnSpPr>
            <p:nvPr/>
          </p:nvCxnSpPr>
          <p:spPr>
            <a:xfrm>
              <a:off x="1908589" y="2910263"/>
              <a:ext cx="331426" cy="210750"/>
            </a:xfrm>
            <a:prstGeom prst="line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88D136F0-102F-BE86-A02B-CC0DA8A1653A}"/>
                </a:ext>
              </a:extLst>
            </p:cNvPr>
            <p:cNvSpPr>
              <a:spLocks/>
            </p:cNvSpPr>
            <p:nvPr/>
          </p:nvSpPr>
          <p:spPr>
            <a:xfrm>
              <a:off x="1055693" y="3121013"/>
              <a:ext cx="432000" cy="43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000">
                  <a:solidFill>
                    <a:schemeClr val="tx1"/>
                  </a:solidFill>
                  <a:latin typeface="Microsoft YaHei Light" panose="020B0502040204020203" pitchFamily="34" charset="-122"/>
                  <a:ea typeface="Microsoft YaHei Light" panose="020B0502040204020203" pitchFamily="34" charset="-122"/>
                  <a:cs typeface="Courier New" panose="02070309020205020404" pitchFamily="49" charset="0"/>
                </a:rPr>
                <a:t>10</a:t>
              </a:r>
              <a:endParaRPr lang="zh-CN" altLang="en-US" sz="1000" dirty="0">
                <a:solidFill>
                  <a:schemeClr val="tx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cs typeface="Courier New" panose="02070309020205020404" pitchFamily="49" charset="0"/>
              </a:endParaRPr>
            </a:p>
          </p:txBody>
        </p: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C8D5418F-82FB-622F-F737-F30117D93AF5}"/>
                </a:ext>
              </a:extLst>
            </p:cNvPr>
            <p:cNvCxnSpPr>
              <a:cxnSpLocks/>
              <a:stCxn id="4" idx="3"/>
              <a:endCxn id="9" idx="0"/>
            </p:cNvCxnSpPr>
            <p:nvPr/>
          </p:nvCxnSpPr>
          <p:spPr>
            <a:xfrm flipH="1">
              <a:off x="1271693" y="2910263"/>
              <a:ext cx="331426" cy="210750"/>
            </a:xfrm>
            <a:prstGeom prst="line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C7173FFD-831B-863F-48B1-656524D87A74}"/>
                </a:ext>
              </a:extLst>
            </p:cNvPr>
            <p:cNvSpPr>
              <a:spLocks/>
            </p:cNvSpPr>
            <p:nvPr/>
          </p:nvSpPr>
          <p:spPr>
            <a:xfrm>
              <a:off x="3476498" y="2541528"/>
              <a:ext cx="432000" cy="432000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000">
                  <a:solidFill>
                    <a:schemeClr val="tx1"/>
                  </a:solidFill>
                  <a:latin typeface="Microsoft YaHei Light" panose="020B0502040204020203" pitchFamily="34" charset="-122"/>
                  <a:ea typeface="Microsoft YaHei Light" panose="020B0502040204020203" pitchFamily="34" charset="-122"/>
                  <a:cs typeface="Courier New" panose="02070309020205020404" pitchFamily="49" charset="0"/>
                </a:rPr>
                <a:t>7</a:t>
              </a:r>
              <a:endParaRPr lang="zh-CN" altLang="en-US" sz="1000" dirty="0">
                <a:solidFill>
                  <a:schemeClr val="tx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cs typeface="Courier New" panose="02070309020205020404" pitchFamily="49" charset="0"/>
              </a:endParaRPr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36310610-1263-F8CD-A718-2775EAFD6A53}"/>
                </a:ext>
              </a:extLst>
            </p:cNvPr>
            <p:cNvSpPr>
              <a:spLocks/>
            </p:cNvSpPr>
            <p:nvPr/>
          </p:nvSpPr>
          <p:spPr>
            <a:xfrm>
              <a:off x="3960660" y="3121013"/>
              <a:ext cx="432000" cy="43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000">
                  <a:solidFill>
                    <a:schemeClr val="tx1"/>
                  </a:solidFill>
                  <a:latin typeface="Microsoft YaHei Light" panose="020B0502040204020203" pitchFamily="34" charset="-122"/>
                  <a:ea typeface="Microsoft YaHei Light" panose="020B0502040204020203" pitchFamily="34" charset="-122"/>
                  <a:cs typeface="Courier New" panose="02070309020205020404" pitchFamily="49" charset="0"/>
                </a:rPr>
                <a:t>19</a:t>
              </a:r>
              <a:endParaRPr lang="zh-CN" altLang="en-US" sz="1000" dirty="0">
                <a:solidFill>
                  <a:schemeClr val="tx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cs typeface="Courier New" panose="02070309020205020404" pitchFamily="49" charset="0"/>
              </a:endParaRPr>
            </a:p>
          </p:txBody>
        </p: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6E67A0F5-495E-7034-5AAE-286BA9204E6C}"/>
                </a:ext>
              </a:extLst>
            </p:cNvPr>
            <p:cNvCxnSpPr>
              <a:cxnSpLocks/>
              <a:stCxn id="11" idx="5"/>
              <a:endCxn id="12" idx="0"/>
            </p:cNvCxnSpPr>
            <p:nvPr/>
          </p:nvCxnSpPr>
          <p:spPr>
            <a:xfrm>
              <a:off x="3845233" y="2910263"/>
              <a:ext cx="331427" cy="210750"/>
            </a:xfrm>
            <a:prstGeom prst="line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0B1DC9A8-383D-A741-9739-8041833933DA}"/>
                </a:ext>
              </a:extLst>
            </p:cNvPr>
            <p:cNvSpPr>
              <a:spLocks/>
            </p:cNvSpPr>
            <p:nvPr/>
          </p:nvSpPr>
          <p:spPr>
            <a:xfrm>
              <a:off x="2992337" y="3121013"/>
              <a:ext cx="432000" cy="43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000">
                  <a:solidFill>
                    <a:schemeClr val="tx1"/>
                  </a:solidFill>
                  <a:latin typeface="Microsoft YaHei Light" panose="020B0502040204020203" pitchFamily="34" charset="-122"/>
                  <a:ea typeface="Microsoft YaHei Light" panose="020B0502040204020203" pitchFamily="34" charset="-122"/>
                  <a:cs typeface="Courier New" panose="02070309020205020404" pitchFamily="49" charset="0"/>
                </a:rPr>
                <a:t>13</a:t>
              </a:r>
              <a:endParaRPr lang="zh-CN" altLang="en-US" sz="1000" dirty="0">
                <a:solidFill>
                  <a:schemeClr val="tx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cs typeface="Courier New" panose="02070309020205020404" pitchFamily="49" charset="0"/>
              </a:endParaRPr>
            </a:p>
          </p:txBody>
        </p: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DF473B7D-D263-332D-7536-55E4953FA918}"/>
                </a:ext>
              </a:extLst>
            </p:cNvPr>
            <p:cNvCxnSpPr>
              <a:cxnSpLocks/>
              <a:stCxn id="11" idx="3"/>
              <a:endCxn id="14" idx="0"/>
            </p:cNvCxnSpPr>
            <p:nvPr/>
          </p:nvCxnSpPr>
          <p:spPr>
            <a:xfrm flipH="1">
              <a:off x="3208337" y="2910263"/>
              <a:ext cx="331426" cy="210750"/>
            </a:xfrm>
            <a:prstGeom prst="line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EF4C360B-8639-E317-03D7-D01D9EE57F14}"/>
                </a:ext>
              </a:extLst>
            </p:cNvPr>
            <p:cNvSpPr>
              <a:spLocks/>
            </p:cNvSpPr>
            <p:nvPr/>
          </p:nvSpPr>
          <p:spPr>
            <a:xfrm>
              <a:off x="773563" y="3835609"/>
              <a:ext cx="432000" cy="43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Microsoft YaHei Light" panose="020B0502040204020203" pitchFamily="34" charset="-122"/>
                  <a:ea typeface="Microsoft YaHei Light" panose="020B0502040204020203" pitchFamily="34" charset="-122"/>
                  <a:cs typeface="Courier New" panose="02070309020205020404" pitchFamily="49" charset="0"/>
                </a:rPr>
                <a:t>8</a:t>
              </a:r>
              <a:endParaRPr lang="zh-CN" altLang="en-US" sz="1000" dirty="0">
                <a:solidFill>
                  <a:schemeClr val="tx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cs typeface="Courier New" panose="02070309020205020404" pitchFamily="49" charset="0"/>
              </a:endParaRPr>
            </a:p>
          </p:txBody>
        </p: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9893CAB2-9A6C-E4B5-33F0-D504D5BC3D00}"/>
                </a:ext>
              </a:extLst>
            </p:cNvPr>
            <p:cNvCxnSpPr>
              <a:cxnSpLocks/>
              <a:stCxn id="9" idx="3"/>
              <a:endCxn id="16" idx="0"/>
            </p:cNvCxnSpPr>
            <p:nvPr/>
          </p:nvCxnSpPr>
          <p:spPr>
            <a:xfrm flipH="1">
              <a:off x="989563" y="3489748"/>
              <a:ext cx="129395" cy="345861"/>
            </a:xfrm>
            <a:prstGeom prst="line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617974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B5F1616E-4DA6-FF1E-5B09-EAB52290438B}"/>
              </a:ext>
            </a:extLst>
          </p:cNvPr>
          <p:cNvGrpSpPr/>
          <p:nvPr/>
        </p:nvGrpSpPr>
        <p:grpSpPr>
          <a:xfrm>
            <a:off x="4286452" y="2278274"/>
            <a:ext cx="3619097" cy="2301453"/>
            <a:chOff x="773563" y="1966156"/>
            <a:chExt cx="3619097" cy="2301453"/>
          </a:xfrm>
        </p:grpSpPr>
        <p:sp>
          <p:nvSpPr>
            <p:cNvPr id="3" name="椭圆 2">
              <a:extLst>
                <a:ext uri="{FF2B5EF4-FFF2-40B4-BE49-F238E27FC236}">
                  <a16:creationId xmlns:a16="http://schemas.microsoft.com/office/drawing/2014/main" id="{552C83AE-4029-DB22-EDCD-9C7B93051640}"/>
                </a:ext>
              </a:extLst>
            </p:cNvPr>
            <p:cNvSpPr>
              <a:spLocks/>
            </p:cNvSpPr>
            <p:nvPr/>
          </p:nvSpPr>
          <p:spPr>
            <a:xfrm>
              <a:off x="2508176" y="1966156"/>
              <a:ext cx="432000" cy="43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000">
                  <a:solidFill>
                    <a:schemeClr val="tx1"/>
                  </a:solidFill>
                  <a:latin typeface="Microsoft YaHei Light" panose="020B0502040204020203" pitchFamily="34" charset="-122"/>
                  <a:ea typeface="Microsoft YaHei Light" panose="020B0502040204020203" pitchFamily="34" charset="-122"/>
                  <a:cs typeface="Courier New" panose="02070309020205020404" pitchFamily="49" charset="0"/>
                </a:rPr>
                <a:t>20</a:t>
              </a:r>
              <a:endParaRPr lang="zh-CN" altLang="en-US" sz="1000" dirty="0">
                <a:solidFill>
                  <a:schemeClr val="tx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cs typeface="Courier New" panose="02070309020205020404" pitchFamily="49" charset="0"/>
              </a:endParaRPr>
            </a:p>
          </p:txBody>
        </p:sp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AF23D041-FF72-A443-F1CF-A17C51018C89}"/>
                </a:ext>
              </a:extLst>
            </p:cNvPr>
            <p:cNvSpPr>
              <a:spLocks/>
            </p:cNvSpPr>
            <p:nvPr/>
          </p:nvSpPr>
          <p:spPr>
            <a:xfrm>
              <a:off x="1539854" y="2541528"/>
              <a:ext cx="432000" cy="432000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000">
                  <a:solidFill>
                    <a:schemeClr val="tx1"/>
                  </a:solidFill>
                  <a:latin typeface="Microsoft YaHei Light" panose="020B0502040204020203" pitchFamily="34" charset="-122"/>
                  <a:ea typeface="Microsoft YaHei Light" panose="020B0502040204020203" pitchFamily="34" charset="-122"/>
                  <a:cs typeface="Courier New" panose="02070309020205020404" pitchFamily="49" charset="0"/>
                </a:rPr>
                <a:t>15</a:t>
              </a:r>
              <a:endParaRPr lang="zh-CN" altLang="en-US" sz="1000" dirty="0">
                <a:solidFill>
                  <a:schemeClr val="tx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cs typeface="Courier New" panose="02070309020205020404" pitchFamily="49" charset="0"/>
              </a:endParaRPr>
            </a:p>
          </p:txBody>
        </p:sp>
        <p:cxnSp>
          <p:nvCxnSpPr>
            <p:cNvPr id="5" name="直接连接符 4">
              <a:extLst>
                <a:ext uri="{FF2B5EF4-FFF2-40B4-BE49-F238E27FC236}">
                  <a16:creationId xmlns:a16="http://schemas.microsoft.com/office/drawing/2014/main" id="{347B63DE-A1DD-9775-D061-87A0F49C9A10}"/>
                </a:ext>
              </a:extLst>
            </p:cNvPr>
            <p:cNvCxnSpPr>
              <a:cxnSpLocks/>
              <a:stCxn id="3" idx="5"/>
              <a:endCxn id="11" idx="1"/>
            </p:cNvCxnSpPr>
            <p:nvPr/>
          </p:nvCxnSpPr>
          <p:spPr>
            <a:xfrm>
              <a:off x="2876911" y="2334891"/>
              <a:ext cx="662852" cy="269902"/>
            </a:xfrm>
            <a:prstGeom prst="line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B35BFF18-032F-02A0-5CAA-10006871953D}"/>
                </a:ext>
              </a:extLst>
            </p:cNvPr>
            <p:cNvCxnSpPr>
              <a:cxnSpLocks/>
              <a:stCxn id="3" idx="3"/>
              <a:endCxn id="4" idx="7"/>
            </p:cNvCxnSpPr>
            <p:nvPr/>
          </p:nvCxnSpPr>
          <p:spPr>
            <a:xfrm flipH="1">
              <a:off x="1908589" y="2334891"/>
              <a:ext cx="662852" cy="269902"/>
            </a:xfrm>
            <a:prstGeom prst="line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5AC1488-DFA3-05D4-CAF2-8BD0C10189F4}"/>
                </a:ext>
              </a:extLst>
            </p:cNvPr>
            <p:cNvSpPr>
              <a:spLocks/>
            </p:cNvSpPr>
            <p:nvPr/>
          </p:nvSpPr>
          <p:spPr>
            <a:xfrm>
              <a:off x="2024015" y="3121013"/>
              <a:ext cx="432000" cy="43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000">
                  <a:solidFill>
                    <a:schemeClr val="tx1"/>
                  </a:solidFill>
                  <a:latin typeface="Microsoft YaHei Light" panose="020B0502040204020203" pitchFamily="34" charset="-122"/>
                  <a:ea typeface="Microsoft YaHei Light" panose="020B0502040204020203" pitchFamily="34" charset="-122"/>
                  <a:cs typeface="Courier New" panose="02070309020205020404" pitchFamily="49" charset="0"/>
                </a:rPr>
                <a:t>4</a:t>
              </a:r>
              <a:endParaRPr lang="zh-CN" altLang="en-US" sz="1000" dirty="0">
                <a:solidFill>
                  <a:schemeClr val="tx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cs typeface="Courier New" panose="02070309020205020404" pitchFamily="49" charset="0"/>
              </a:endParaRPr>
            </a:p>
          </p:txBody>
        </p: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C4099C2E-26C7-C516-7A0C-D258A8F37C7C}"/>
                </a:ext>
              </a:extLst>
            </p:cNvPr>
            <p:cNvCxnSpPr>
              <a:cxnSpLocks/>
              <a:stCxn id="4" idx="5"/>
              <a:endCxn id="7" idx="0"/>
            </p:cNvCxnSpPr>
            <p:nvPr/>
          </p:nvCxnSpPr>
          <p:spPr>
            <a:xfrm>
              <a:off x="1908589" y="2910263"/>
              <a:ext cx="331426" cy="210750"/>
            </a:xfrm>
            <a:prstGeom prst="line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29692066-CDC3-C1D4-2B8B-7A605FF77EBE}"/>
                </a:ext>
              </a:extLst>
            </p:cNvPr>
            <p:cNvSpPr>
              <a:spLocks/>
            </p:cNvSpPr>
            <p:nvPr/>
          </p:nvSpPr>
          <p:spPr>
            <a:xfrm>
              <a:off x="1055693" y="3121013"/>
              <a:ext cx="432000" cy="43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000">
                  <a:solidFill>
                    <a:schemeClr val="tx1"/>
                  </a:solidFill>
                  <a:latin typeface="Microsoft YaHei Light" panose="020B0502040204020203" pitchFamily="34" charset="-122"/>
                  <a:ea typeface="Microsoft YaHei Light" panose="020B0502040204020203" pitchFamily="34" charset="-122"/>
                  <a:cs typeface="Courier New" panose="02070309020205020404" pitchFamily="49" charset="0"/>
                </a:rPr>
                <a:t>10</a:t>
              </a:r>
              <a:endParaRPr lang="zh-CN" altLang="en-US" sz="1000" dirty="0">
                <a:solidFill>
                  <a:schemeClr val="tx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cs typeface="Courier New" panose="02070309020205020404" pitchFamily="49" charset="0"/>
              </a:endParaRPr>
            </a:p>
          </p:txBody>
        </p: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63C092C0-D6AD-1C46-1B1D-1FF407FBAC2F}"/>
                </a:ext>
              </a:extLst>
            </p:cNvPr>
            <p:cNvCxnSpPr>
              <a:cxnSpLocks/>
              <a:stCxn id="4" idx="3"/>
              <a:endCxn id="9" idx="0"/>
            </p:cNvCxnSpPr>
            <p:nvPr/>
          </p:nvCxnSpPr>
          <p:spPr>
            <a:xfrm flipH="1">
              <a:off x="1271693" y="2910263"/>
              <a:ext cx="331426" cy="210750"/>
            </a:xfrm>
            <a:prstGeom prst="line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A5A1772A-6597-267B-80FE-1AE2D12D6C6C}"/>
                </a:ext>
              </a:extLst>
            </p:cNvPr>
            <p:cNvSpPr>
              <a:spLocks/>
            </p:cNvSpPr>
            <p:nvPr/>
          </p:nvSpPr>
          <p:spPr>
            <a:xfrm>
              <a:off x="3476498" y="2541528"/>
              <a:ext cx="432000" cy="432000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000">
                  <a:solidFill>
                    <a:schemeClr val="tx1"/>
                  </a:solidFill>
                  <a:latin typeface="Microsoft YaHei Light" panose="020B0502040204020203" pitchFamily="34" charset="-122"/>
                  <a:ea typeface="Microsoft YaHei Light" panose="020B0502040204020203" pitchFamily="34" charset="-122"/>
                  <a:cs typeface="Courier New" panose="02070309020205020404" pitchFamily="49" charset="0"/>
                </a:rPr>
                <a:t>19</a:t>
              </a:r>
              <a:endParaRPr lang="zh-CN" altLang="en-US" sz="1000" dirty="0">
                <a:solidFill>
                  <a:schemeClr val="tx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cs typeface="Courier New" panose="02070309020205020404" pitchFamily="49" charset="0"/>
              </a:endParaRPr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464A74B2-1CF8-EA50-4FFF-4967022FB9FE}"/>
                </a:ext>
              </a:extLst>
            </p:cNvPr>
            <p:cNvSpPr>
              <a:spLocks/>
            </p:cNvSpPr>
            <p:nvPr/>
          </p:nvSpPr>
          <p:spPr>
            <a:xfrm>
              <a:off x="3960660" y="3121013"/>
              <a:ext cx="432000" cy="43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000">
                  <a:solidFill>
                    <a:schemeClr val="tx1"/>
                  </a:solidFill>
                  <a:latin typeface="Microsoft YaHei Light" panose="020B0502040204020203" pitchFamily="34" charset="-122"/>
                  <a:ea typeface="Microsoft YaHei Light" panose="020B0502040204020203" pitchFamily="34" charset="-122"/>
                  <a:cs typeface="Courier New" panose="02070309020205020404" pitchFamily="49" charset="0"/>
                </a:rPr>
                <a:t>7</a:t>
              </a:r>
              <a:endParaRPr lang="zh-CN" altLang="en-US" sz="1000" dirty="0">
                <a:solidFill>
                  <a:schemeClr val="tx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cs typeface="Courier New" panose="02070309020205020404" pitchFamily="49" charset="0"/>
              </a:endParaRPr>
            </a:p>
          </p:txBody>
        </p: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736E7506-21A2-84BE-4F97-28F25FE11BD9}"/>
                </a:ext>
              </a:extLst>
            </p:cNvPr>
            <p:cNvCxnSpPr>
              <a:cxnSpLocks/>
              <a:stCxn id="11" idx="5"/>
              <a:endCxn id="12" idx="0"/>
            </p:cNvCxnSpPr>
            <p:nvPr/>
          </p:nvCxnSpPr>
          <p:spPr>
            <a:xfrm>
              <a:off x="3845233" y="2910263"/>
              <a:ext cx="331427" cy="210750"/>
            </a:xfrm>
            <a:prstGeom prst="line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273BEF75-D50F-8888-3E19-1AFF5731C730}"/>
                </a:ext>
              </a:extLst>
            </p:cNvPr>
            <p:cNvSpPr>
              <a:spLocks/>
            </p:cNvSpPr>
            <p:nvPr/>
          </p:nvSpPr>
          <p:spPr>
            <a:xfrm>
              <a:off x="2992337" y="3121013"/>
              <a:ext cx="432000" cy="43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000">
                  <a:solidFill>
                    <a:schemeClr val="tx1"/>
                  </a:solidFill>
                  <a:latin typeface="Microsoft YaHei Light" panose="020B0502040204020203" pitchFamily="34" charset="-122"/>
                  <a:ea typeface="Microsoft YaHei Light" panose="020B0502040204020203" pitchFamily="34" charset="-122"/>
                  <a:cs typeface="Courier New" panose="02070309020205020404" pitchFamily="49" charset="0"/>
                </a:rPr>
                <a:t>13</a:t>
              </a:r>
              <a:endParaRPr lang="zh-CN" altLang="en-US" sz="1000" dirty="0">
                <a:solidFill>
                  <a:schemeClr val="tx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cs typeface="Courier New" panose="02070309020205020404" pitchFamily="49" charset="0"/>
              </a:endParaRPr>
            </a:p>
          </p:txBody>
        </p: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30B5B0F9-52FE-7FA6-993B-837C55C82C92}"/>
                </a:ext>
              </a:extLst>
            </p:cNvPr>
            <p:cNvCxnSpPr>
              <a:cxnSpLocks/>
              <a:stCxn id="11" idx="3"/>
              <a:endCxn id="14" idx="0"/>
            </p:cNvCxnSpPr>
            <p:nvPr/>
          </p:nvCxnSpPr>
          <p:spPr>
            <a:xfrm flipH="1">
              <a:off x="3208337" y="2910263"/>
              <a:ext cx="331426" cy="210750"/>
            </a:xfrm>
            <a:prstGeom prst="line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99B3250A-677D-C8A0-EB68-BD66ABBD2573}"/>
                </a:ext>
              </a:extLst>
            </p:cNvPr>
            <p:cNvSpPr>
              <a:spLocks/>
            </p:cNvSpPr>
            <p:nvPr/>
          </p:nvSpPr>
          <p:spPr>
            <a:xfrm>
              <a:off x="773563" y="3835609"/>
              <a:ext cx="432000" cy="43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Microsoft YaHei Light" panose="020B0502040204020203" pitchFamily="34" charset="-122"/>
                  <a:ea typeface="Microsoft YaHei Light" panose="020B0502040204020203" pitchFamily="34" charset="-122"/>
                  <a:cs typeface="Courier New" panose="02070309020205020404" pitchFamily="49" charset="0"/>
                </a:rPr>
                <a:t>8</a:t>
              </a:r>
              <a:endParaRPr lang="zh-CN" altLang="en-US" sz="1000" dirty="0">
                <a:solidFill>
                  <a:schemeClr val="tx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cs typeface="Courier New" panose="02070309020205020404" pitchFamily="49" charset="0"/>
              </a:endParaRPr>
            </a:p>
          </p:txBody>
        </p: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9AE2F113-CF61-C8A7-52A7-CCA955EA62F4}"/>
                </a:ext>
              </a:extLst>
            </p:cNvPr>
            <p:cNvCxnSpPr>
              <a:cxnSpLocks/>
              <a:stCxn id="9" idx="3"/>
              <a:endCxn id="16" idx="0"/>
            </p:cNvCxnSpPr>
            <p:nvPr/>
          </p:nvCxnSpPr>
          <p:spPr>
            <a:xfrm flipH="1">
              <a:off x="989563" y="3489748"/>
              <a:ext cx="129395" cy="345861"/>
            </a:xfrm>
            <a:prstGeom prst="line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56560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A14AC259-379B-6BD5-709A-2974A756DEF6}"/>
              </a:ext>
            </a:extLst>
          </p:cNvPr>
          <p:cNvGrpSpPr/>
          <p:nvPr/>
        </p:nvGrpSpPr>
        <p:grpSpPr>
          <a:xfrm>
            <a:off x="3874988" y="2085975"/>
            <a:ext cx="4442025" cy="432000"/>
            <a:chOff x="2085975" y="2085975"/>
            <a:chExt cx="4442025" cy="432000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2FECDE53-B68E-FE0E-2E20-71C21CD878C1}"/>
                </a:ext>
              </a:extLst>
            </p:cNvPr>
            <p:cNvSpPr/>
            <p:nvPr/>
          </p:nvSpPr>
          <p:spPr>
            <a:xfrm>
              <a:off x="2085975" y="2085975"/>
              <a:ext cx="432000" cy="432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4</a:t>
              </a:r>
              <a:endParaRPr lang="zh-CN" altLang="en-US" sz="1000">
                <a:solidFill>
                  <a:schemeClr val="tx1"/>
                </a:solidFill>
              </a:endParaRPr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67E8F1A2-3A91-3DA5-6465-AD0C14605F3D}"/>
                </a:ext>
              </a:extLst>
            </p:cNvPr>
            <p:cNvSpPr/>
            <p:nvPr/>
          </p:nvSpPr>
          <p:spPr>
            <a:xfrm>
              <a:off x="2754312" y="2085975"/>
              <a:ext cx="432000" cy="432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2</a:t>
              </a:r>
              <a:endParaRPr lang="zh-CN" altLang="en-US" sz="1000">
                <a:solidFill>
                  <a:schemeClr val="tx1"/>
                </a:solidFill>
              </a:endParaRP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1CC3FCBB-7352-3622-00CA-368F10D91FA9}"/>
                </a:ext>
              </a:extLst>
            </p:cNvPr>
            <p:cNvSpPr/>
            <p:nvPr/>
          </p:nvSpPr>
          <p:spPr>
            <a:xfrm>
              <a:off x="3422649" y="2085975"/>
              <a:ext cx="432000" cy="432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5</a:t>
              </a:r>
              <a:endParaRPr lang="zh-CN" altLang="en-US" sz="1000">
                <a:solidFill>
                  <a:schemeClr val="tx1"/>
                </a:solidFill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B9866BF7-00BF-4AD7-3C9B-D8FCC109DD9A}"/>
                </a:ext>
              </a:extLst>
            </p:cNvPr>
            <p:cNvSpPr/>
            <p:nvPr/>
          </p:nvSpPr>
          <p:spPr>
            <a:xfrm>
              <a:off x="4090986" y="2085975"/>
              <a:ext cx="432000" cy="432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1</a:t>
              </a:r>
              <a:endParaRPr lang="zh-CN" altLang="en-US" sz="1000">
                <a:solidFill>
                  <a:schemeClr val="tx1"/>
                </a:solidFill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D5B09EA9-EE6B-B233-D896-CF184001DA58}"/>
                </a:ext>
              </a:extLst>
            </p:cNvPr>
            <p:cNvSpPr/>
            <p:nvPr/>
          </p:nvSpPr>
          <p:spPr>
            <a:xfrm>
              <a:off x="4759323" y="2085975"/>
              <a:ext cx="432000" cy="432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7</a:t>
              </a:r>
              <a:endParaRPr lang="zh-CN" altLang="en-US" sz="1000">
                <a:solidFill>
                  <a:schemeClr val="tx1"/>
                </a:solidFill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56BCC66E-F8E6-2A78-D0EC-A3D97BFA051F}"/>
                </a:ext>
              </a:extLst>
            </p:cNvPr>
            <p:cNvSpPr/>
            <p:nvPr/>
          </p:nvSpPr>
          <p:spPr>
            <a:xfrm>
              <a:off x="5427660" y="2085975"/>
              <a:ext cx="432000" cy="432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6</a:t>
              </a:r>
              <a:endParaRPr lang="zh-CN" altLang="en-US" sz="1000">
                <a:solidFill>
                  <a:schemeClr val="tx1"/>
                </a:solidFill>
              </a:endParaRP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156A78F1-3DF7-F574-DF55-2F4A165D0AA0}"/>
                </a:ext>
              </a:extLst>
            </p:cNvPr>
            <p:cNvSpPr/>
            <p:nvPr/>
          </p:nvSpPr>
          <p:spPr>
            <a:xfrm>
              <a:off x="6096000" y="2085975"/>
              <a:ext cx="432000" cy="432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3</a:t>
              </a:r>
              <a:endParaRPr lang="zh-CN" altLang="en-US" sz="1000">
                <a:solidFill>
                  <a:schemeClr val="tx1"/>
                </a:solidFill>
              </a:endParaRPr>
            </a:p>
          </p:txBody>
        </p:sp>
      </p:grp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07D00F40-6C78-09AB-99D1-E5D0C090A7AF}"/>
              </a:ext>
            </a:extLst>
          </p:cNvPr>
          <p:cNvGrpSpPr/>
          <p:nvPr/>
        </p:nvGrpSpPr>
        <p:grpSpPr>
          <a:xfrm>
            <a:off x="2952750" y="2793996"/>
            <a:ext cx="5364263" cy="432000"/>
            <a:chOff x="2952750" y="2781300"/>
            <a:chExt cx="5364263" cy="432000"/>
          </a:xfrm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88FBBFBA-1558-924D-E5E6-8D6CCFB3B137}"/>
                </a:ext>
              </a:extLst>
            </p:cNvPr>
            <p:cNvSpPr/>
            <p:nvPr/>
          </p:nvSpPr>
          <p:spPr>
            <a:xfrm>
              <a:off x="3874988" y="2781300"/>
              <a:ext cx="432000" cy="432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2</a:t>
              </a:r>
              <a:endParaRPr lang="zh-CN" altLang="en-US" sz="1000">
                <a:solidFill>
                  <a:schemeClr val="tx1"/>
                </a:solidFill>
              </a:endParaRP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3ECA8F46-2E42-92A1-4860-C6C77BB5801E}"/>
                </a:ext>
              </a:extLst>
            </p:cNvPr>
            <p:cNvSpPr/>
            <p:nvPr/>
          </p:nvSpPr>
          <p:spPr>
            <a:xfrm>
              <a:off x="4543326" y="2781300"/>
              <a:ext cx="432000" cy="432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1</a:t>
              </a:r>
              <a:endParaRPr lang="zh-CN" altLang="en-US" sz="1000">
                <a:solidFill>
                  <a:schemeClr val="tx1"/>
                </a:solidFill>
              </a:endParaRP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134D6D5F-81B6-8D85-51BE-2672C4748906}"/>
                </a:ext>
              </a:extLst>
            </p:cNvPr>
            <p:cNvSpPr/>
            <p:nvPr/>
          </p:nvSpPr>
          <p:spPr>
            <a:xfrm>
              <a:off x="7885013" y="2781300"/>
              <a:ext cx="432000" cy="432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6</a:t>
              </a:r>
              <a:endParaRPr lang="zh-CN" altLang="en-US" sz="1000">
                <a:solidFill>
                  <a:schemeClr val="tx1"/>
                </a:solidFill>
              </a:endParaRP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6972D5E0-E337-823D-45D1-D6ECA24137E1}"/>
                </a:ext>
              </a:extLst>
            </p:cNvPr>
            <p:cNvSpPr/>
            <p:nvPr/>
          </p:nvSpPr>
          <p:spPr>
            <a:xfrm>
              <a:off x="5211664" y="2781300"/>
              <a:ext cx="432000" cy="4320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3</a:t>
              </a:r>
              <a:endParaRPr lang="zh-CN" altLang="en-US" sz="1000">
                <a:solidFill>
                  <a:schemeClr val="tx1"/>
                </a:solidFill>
              </a:endParaRP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2224DF08-5D1D-45CE-E9BA-79F0E6B20C44}"/>
                </a:ext>
              </a:extLst>
            </p:cNvPr>
            <p:cNvSpPr/>
            <p:nvPr/>
          </p:nvSpPr>
          <p:spPr>
            <a:xfrm>
              <a:off x="5880002" y="2781300"/>
              <a:ext cx="432000" cy="432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4</a:t>
              </a:r>
              <a:endParaRPr lang="zh-CN" altLang="en-US" sz="1000">
                <a:solidFill>
                  <a:schemeClr val="tx1"/>
                </a:solidFill>
              </a:endParaRP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5ED9B6B6-8438-E0EC-C56D-E7F4926E7BAB}"/>
                </a:ext>
              </a:extLst>
            </p:cNvPr>
            <p:cNvSpPr/>
            <p:nvPr/>
          </p:nvSpPr>
          <p:spPr>
            <a:xfrm>
              <a:off x="6548340" y="2781300"/>
              <a:ext cx="432000" cy="432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5</a:t>
              </a:r>
              <a:endParaRPr lang="zh-CN" altLang="en-US" sz="1000">
                <a:solidFill>
                  <a:schemeClr val="tx1"/>
                </a:solidFill>
              </a:endParaRP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33BF90F8-555D-CE14-7971-CC6D40D265F8}"/>
                </a:ext>
              </a:extLst>
            </p:cNvPr>
            <p:cNvSpPr/>
            <p:nvPr/>
          </p:nvSpPr>
          <p:spPr>
            <a:xfrm>
              <a:off x="7216678" y="2781300"/>
              <a:ext cx="432000" cy="432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7</a:t>
              </a:r>
              <a:endParaRPr lang="zh-CN" altLang="en-US" sz="1000">
                <a:solidFill>
                  <a:schemeClr val="tx1"/>
                </a:solidFill>
              </a:endParaRP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31BE6ED9-5A33-3A7F-AE18-B26CA6972626}"/>
                </a:ext>
              </a:extLst>
            </p:cNvPr>
            <p:cNvSpPr txBox="1"/>
            <p:nvPr/>
          </p:nvSpPr>
          <p:spPr>
            <a:xfrm>
              <a:off x="2952750" y="2874190"/>
              <a:ext cx="50847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000"/>
                <a:t>基准</a:t>
              </a:r>
              <a:r>
                <a:rPr lang="en-US" altLang="zh-CN" sz="1000"/>
                <a:t>3</a:t>
              </a:r>
              <a:endParaRPr lang="zh-CN" altLang="en-US" sz="1000"/>
            </a:p>
          </p:txBody>
        </p:sp>
      </p:grp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7BF721FE-7EFD-226E-23B0-F0BE63FAC865}"/>
              </a:ext>
            </a:extLst>
          </p:cNvPr>
          <p:cNvGrpSpPr/>
          <p:nvPr/>
        </p:nvGrpSpPr>
        <p:grpSpPr>
          <a:xfrm>
            <a:off x="2952750" y="3502017"/>
            <a:ext cx="6053626" cy="432000"/>
            <a:chOff x="2952750" y="3476625"/>
            <a:chExt cx="6053626" cy="432000"/>
          </a:xfrm>
        </p:grpSpPr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EFA34E90-45ED-7B5A-6650-295B2F63E1EC}"/>
                </a:ext>
              </a:extLst>
            </p:cNvPr>
            <p:cNvSpPr/>
            <p:nvPr/>
          </p:nvSpPr>
          <p:spPr>
            <a:xfrm>
              <a:off x="4551261" y="3476625"/>
              <a:ext cx="432000" cy="432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2</a:t>
              </a:r>
              <a:endParaRPr lang="zh-CN" altLang="en-US" sz="1000">
                <a:solidFill>
                  <a:schemeClr val="tx1"/>
                </a:solidFill>
              </a:endParaRP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F44044B8-6EC4-0681-16A2-837AFF12C9D9}"/>
                </a:ext>
              </a:extLst>
            </p:cNvPr>
            <p:cNvSpPr/>
            <p:nvPr/>
          </p:nvSpPr>
          <p:spPr>
            <a:xfrm>
              <a:off x="3874986" y="3476625"/>
              <a:ext cx="432000" cy="4320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1</a:t>
              </a:r>
              <a:endParaRPr lang="zh-CN" altLang="en-US" sz="1000">
                <a:solidFill>
                  <a:schemeClr val="tx1"/>
                </a:solidFill>
              </a:endParaRP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78A97E76-FE9C-2BB5-DD89-60CFDA95E150}"/>
                </a:ext>
              </a:extLst>
            </p:cNvPr>
            <p:cNvSpPr/>
            <p:nvPr/>
          </p:nvSpPr>
          <p:spPr>
            <a:xfrm>
              <a:off x="7216676" y="3476625"/>
              <a:ext cx="432000" cy="4320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6</a:t>
              </a:r>
              <a:endParaRPr lang="zh-CN" altLang="en-US" sz="1000">
                <a:solidFill>
                  <a:schemeClr val="tx1"/>
                </a:solidFill>
              </a:endParaRPr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B961F69D-1C6F-0381-7172-8C249B360A0E}"/>
                </a:ext>
              </a:extLst>
            </p:cNvPr>
            <p:cNvSpPr/>
            <p:nvPr/>
          </p:nvSpPr>
          <p:spPr>
            <a:xfrm>
              <a:off x="5211662" y="3476625"/>
              <a:ext cx="432000" cy="4320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3</a:t>
              </a:r>
              <a:endParaRPr lang="zh-CN" altLang="en-US" sz="1000">
                <a:solidFill>
                  <a:schemeClr val="tx1"/>
                </a:solidFill>
              </a:endParaRPr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D250B556-CB42-6C27-CA1F-B3165EABB481}"/>
                </a:ext>
              </a:extLst>
            </p:cNvPr>
            <p:cNvSpPr/>
            <p:nvPr/>
          </p:nvSpPr>
          <p:spPr>
            <a:xfrm>
              <a:off x="5880000" y="3476625"/>
              <a:ext cx="432000" cy="432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4</a:t>
              </a:r>
              <a:endParaRPr lang="zh-CN" altLang="en-US" sz="1000">
                <a:solidFill>
                  <a:schemeClr val="tx1"/>
                </a:solidFill>
              </a:endParaRP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35C1D14C-9E61-9F8F-BDB2-D52FFE271BAB}"/>
                </a:ext>
              </a:extLst>
            </p:cNvPr>
            <p:cNvSpPr/>
            <p:nvPr/>
          </p:nvSpPr>
          <p:spPr>
            <a:xfrm>
              <a:off x="6548338" y="3476625"/>
              <a:ext cx="432000" cy="432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5</a:t>
              </a:r>
              <a:endParaRPr lang="zh-CN" altLang="en-US" sz="1000">
                <a:solidFill>
                  <a:schemeClr val="tx1"/>
                </a:solidFill>
              </a:endParaRPr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A21B94FC-B48E-0D12-7E93-5B326D2E0FB2}"/>
                </a:ext>
              </a:extLst>
            </p:cNvPr>
            <p:cNvSpPr/>
            <p:nvPr/>
          </p:nvSpPr>
          <p:spPr>
            <a:xfrm>
              <a:off x="7885013" y="3476625"/>
              <a:ext cx="432000" cy="432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7</a:t>
              </a:r>
              <a:endParaRPr lang="zh-CN" altLang="en-US" sz="1000">
                <a:solidFill>
                  <a:schemeClr val="tx1"/>
                </a:solidFill>
              </a:endParaRPr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C2A44515-548D-E416-3538-993F71F744ED}"/>
                </a:ext>
              </a:extLst>
            </p:cNvPr>
            <p:cNvSpPr txBox="1"/>
            <p:nvPr/>
          </p:nvSpPr>
          <p:spPr>
            <a:xfrm>
              <a:off x="2952750" y="3569515"/>
              <a:ext cx="48282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000"/>
                <a:t>基准</a:t>
              </a:r>
              <a:r>
                <a:rPr lang="en-US" altLang="zh-CN" sz="1000"/>
                <a:t>1</a:t>
              </a:r>
              <a:endParaRPr lang="zh-CN" altLang="en-US" sz="1000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A09B0907-66DF-C393-9933-FEB2BD5F4B50}"/>
                </a:ext>
              </a:extLst>
            </p:cNvPr>
            <p:cNvSpPr txBox="1"/>
            <p:nvPr/>
          </p:nvSpPr>
          <p:spPr>
            <a:xfrm>
              <a:off x="8496300" y="3569515"/>
              <a:ext cx="51007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000"/>
                <a:t>基准</a:t>
              </a:r>
              <a:r>
                <a:rPr lang="en-US" altLang="zh-CN" sz="1000"/>
                <a:t>6</a:t>
              </a:r>
              <a:endParaRPr lang="zh-CN" altLang="en-US" sz="1000"/>
            </a:p>
          </p:txBody>
        </p:sp>
      </p:grp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CFC746A5-8958-3F1B-326C-E17518602C90}"/>
              </a:ext>
            </a:extLst>
          </p:cNvPr>
          <p:cNvGrpSpPr/>
          <p:nvPr/>
        </p:nvGrpSpPr>
        <p:grpSpPr>
          <a:xfrm>
            <a:off x="2952750" y="4210038"/>
            <a:ext cx="6409493" cy="432000"/>
            <a:chOff x="2952750" y="4171950"/>
            <a:chExt cx="6409493" cy="432000"/>
          </a:xfrm>
        </p:grpSpPr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921BC4BB-07CE-D27C-D4C3-30E5F0B9EBAB}"/>
                </a:ext>
              </a:extLst>
            </p:cNvPr>
            <p:cNvSpPr/>
            <p:nvPr/>
          </p:nvSpPr>
          <p:spPr>
            <a:xfrm>
              <a:off x="4551261" y="4171950"/>
              <a:ext cx="432000" cy="4320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2</a:t>
              </a:r>
              <a:endParaRPr lang="zh-CN" altLang="en-US" sz="1000">
                <a:solidFill>
                  <a:schemeClr val="tx1"/>
                </a:solidFill>
              </a:endParaRPr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F6C1262D-DC6C-901D-33F2-0EA2B09E8217}"/>
                </a:ext>
              </a:extLst>
            </p:cNvPr>
            <p:cNvSpPr/>
            <p:nvPr/>
          </p:nvSpPr>
          <p:spPr>
            <a:xfrm>
              <a:off x="3874986" y="4171950"/>
              <a:ext cx="432000" cy="4320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1</a:t>
              </a:r>
              <a:endParaRPr lang="zh-CN" altLang="en-US" sz="1000">
                <a:solidFill>
                  <a:schemeClr val="tx1"/>
                </a:solidFill>
              </a:endParaRPr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AD0D6940-0C86-6A2F-5AB0-BDD543EDD47E}"/>
                </a:ext>
              </a:extLst>
            </p:cNvPr>
            <p:cNvSpPr/>
            <p:nvPr/>
          </p:nvSpPr>
          <p:spPr>
            <a:xfrm>
              <a:off x="7216676" y="4171950"/>
              <a:ext cx="432000" cy="4320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6</a:t>
              </a:r>
              <a:endParaRPr lang="zh-CN" altLang="en-US" sz="1000">
                <a:solidFill>
                  <a:schemeClr val="tx1"/>
                </a:solidFill>
              </a:endParaRPr>
            </a:p>
          </p:txBody>
        </p: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AEBAFAD2-59AE-A79A-DE98-AEC59F8EB338}"/>
                </a:ext>
              </a:extLst>
            </p:cNvPr>
            <p:cNvSpPr/>
            <p:nvPr/>
          </p:nvSpPr>
          <p:spPr>
            <a:xfrm>
              <a:off x="5211662" y="4171950"/>
              <a:ext cx="432000" cy="4320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3</a:t>
              </a:r>
              <a:endParaRPr lang="zh-CN" altLang="en-US" sz="1000">
                <a:solidFill>
                  <a:schemeClr val="tx1"/>
                </a:solidFill>
              </a:endParaRPr>
            </a:p>
          </p:txBody>
        </p: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83D68661-B78E-344E-E7DA-C679B3202057}"/>
                </a:ext>
              </a:extLst>
            </p:cNvPr>
            <p:cNvSpPr/>
            <p:nvPr/>
          </p:nvSpPr>
          <p:spPr>
            <a:xfrm>
              <a:off x="5880000" y="4171950"/>
              <a:ext cx="432000" cy="432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4</a:t>
              </a:r>
              <a:endParaRPr lang="zh-CN" altLang="en-US" sz="1000">
                <a:solidFill>
                  <a:schemeClr val="tx1"/>
                </a:solidFill>
              </a:endParaRPr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F6C4D246-7A0F-4478-9E69-6D38EF4B40E6}"/>
                </a:ext>
              </a:extLst>
            </p:cNvPr>
            <p:cNvSpPr/>
            <p:nvPr/>
          </p:nvSpPr>
          <p:spPr>
            <a:xfrm>
              <a:off x="6548338" y="4171950"/>
              <a:ext cx="432000" cy="4320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5</a:t>
              </a:r>
              <a:endParaRPr lang="zh-CN" altLang="en-US" sz="1000">
                <a:solidFill>
                  <a:schemeClr val="tx1"/>
                </a:solidFill>
              </a:endParaRPr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88BE4277-D7C1-80E9-41D2-462FC847D52B}"/>
                </a:ext>
              </a:extLst>
            </p:cNvPr>
            <p:cNvSpPr/>
            <p:nvPr/>
          </p:nvSpPr>
          <p:spPr>
            <a:xfrm>
              <a:off x="7885013" y="4171950"/>
              <a:ext cx="432000" cy="4320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7</a:t>
              </a:r>
              <a:endParaRPr lang="zh-CN" altLang="en-US" sz="1000">
                <a:solidFill>
                  <a:schemeClr val="tx1"/>
                </a:solidFill>
              </a:endParaRP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F71550C-26C7-43A9-405F-1E50D839A714}"/>
                </a:ext>
              </a:extLst>
            </p:cNvPr>
            <p:cNvSpPr txBox="1"/>
            <p:nvPr/>
          </p:nvSpPr>
          <p:spPr>
            <a:xfrm>
              <a:off x="2952750" y="4264840"/>
              <a:ext cx="514885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000"/>
                <a:t>基准</a:t>
              </a:r>
              <a:r>
                <a:rPr lang="en-US" altLang="zh-CN" sz="1000"/>
                <a:t>2</a:t>
              </a:r>
              <a:endParaRPr lang="zh-CN" altLang="en-US" sz="1000"/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442C08FA-01DA-FEA3-3B3B-171C5C864930}"/>
                </a:ext>
              </a:extLst>
            </p:cNvPr>
            <p:cNvSpPr txBox="1"/>
            <p:nvPr/>
          </p:nvSpPr>
          <p:spPr>
            <a:xfrm>
              <a:off x="8496300" y="4264840"/>
              <a:ext cx="86594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000"/>
                <a:t>基准</a:t>
              </a:r>
              <a:r>
                <a:rPr lang="en-US" altLang="zh-CN" sz="1000"/>
                <a:t>5 </a:t>
              </a:r>
              <a:r>
                <a:rPr lang="zh-CN" altLang="en-US" sz="1000"/>
                <a:t>基准</a:t>
              </a:r>
              <a:r>
                <a:rPr lang="en-US" altLang="zh-CN" sz="1000"/>
                <a:t>7</a:t>
              </a:r>
              <a:endParaRPr lang="zh-CN" altLang="en-US" sz="1000"/>
            </a:p>
          </p:txBody>
        </p: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24BCA50F-80B2-21AD-FC52-7196FDFEA294}"/>
              </a:ext>
            </a:extLst>
          </p:cNvPr>
          <p:cNvGrpSpPr/>
          <p:nvPr/>
        </p:nvGrpSpPr>
        <p:grpSpPr>
          <a:xfrm>
            <a:off x="2952750" y="4918058"/>
            <a:ext cx="5728281" cy="432000"/>
            <a:chOff x="3105150" y="4324350"/>
            <a:chExt cx="5728281" cy="432000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F0F9F38C-ED3A-AD82-6C36-D090CCB13BDF}"/>
                </a:ext>
              </a:extLst>
            </p:cNvPr>
            <p:cNvSpPr/>
            <p:nvPr/>
          </p:nvSpPr>
          <p:spPr>
            <a:xfrm>
              <a:off x="4703661" y="4324350"/>
              <a:ext cx="432000" cy="4320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2</a:t>
              </a:r>
              <a:endParaRPr lang="zh-CN" altLang="en-US" sz="1000">
                <a:solidFill>
                  <a:schemeClr val="tx1"/>
                </a:solidFill>
              </a:endParaRPr>
            </a:p>
          </p:txBody>
        </p: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330838A9-D101-905F-A108-D01478CFA1E9}"/>
                </a:ext>
              </a:extLst>
            </p:cNvPr>
            <p:cNvSpPr/>
            <p:nvPr/>
          </p:nvSpPr>
          <p:spPr>
            <a:xfrm>
              <a:off x="4027386" y="4324350"/>
              <a:ext cx="432000" cy="4320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1</a:t>
              </a:r>
              <a:endParaRPr lang="zh-CN" altLang="en-US" sz="1000">
                <a:solidFill>
                  <a:schemeClr val="tx1"/>
                </a:solidFill>
              </a:endParaRPr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4706C5B5-0893-7CB0-1440-279E6D88E293}"/>
                </a:ext>
              </a:extLst>
            </p:cNvPr>
            <p:cNvSpPr/>
            <p:nvPr/>
          </p:nvSpPr>
          <p:spPr>
            <a:xfrm>
              <a:off x="7369076" y="4324350"/>
              <a:ext cx="432000" cy="4320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6</a:t>
              </a:r>
              <a:endParaRPr lang="zh-CN" altLang="en-US" sz="1000">
                <a:solidFill>
                  <a:schemeClr val="tx1"/>
                </a:solidFill>
              </a:endParaRPr>
            </a:p>
          </p:txBody>
        </p:sp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59DFAA52-59DA-016B-ED57-A488AC8E3AF6}"/>
                </a:ext>
              </a:extLst>
            </p:cNvPr>
            <p:cNvSpPr/>
            <p:nvPr/>
          </p:nvSpPr>
          <p:spPr>
            <a:xfrm>
              <a:off x="5364062" y="4324350"/>
              <a:ext cx="432000" cy="4320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3</a:t>
              </a:r>
              <a:endParaRPr lang="zh-CN" altLang="en-US" sz="1000">
                <a:solidFill>
                  <a:schemeClr val="tx1"/>
                </a:solidFill>
              </a:endParaRPr>
            </a:p>
          </p:txBody>
        </p:sp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15BA1A9F-0AFD-0721-E306-DADB52B04967}"/>
                </a:ext>
              </a:extLst>
            </p:cNvPr>
            <p:cNvSpPr/>
            <p:nvPr/>
          </p:nvSpPr>
          <p:spPr>
            <a:xfrm>
              <a:off x="6032400" y="4324350"/>
              <a:ext cx="432000" cy="4320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4</a:t>
              </a:r>
              <a:endParaRPr lang="zh-CN" altLang="en-US" sz="1000">
                <a:solidFill>
                  <a:schemeClr val="tx1"/>
                </a:solidFill>
              </a:endParaRPr>
            </a:p>
          </p:txBody>
        </p:sp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2080A3D3-F8BA-A98A-6EDE-0630F28B03F8}"/>
                </a:ext>
              </a:extLst>
            </p:cNvPr>
            <p:cNvSpPr/>
            <p:nvPr/>
          </p:nvSpPr>
          <p:spPr>
            <a:xfrm>
              <a:off x="6700738" y="4324350"/>
              <a:ext cx="432000" cy="4320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5</a:t>
              </a:r>
              <a:endParaRPr lang="zh-CN" altLang="en-US" sz="1000">
                <a:solidFill>
                  <a:schemeClr val="tx1"/>
                </a:solidFill>
              </a:endParaRPr>
            </a:p>
          </p:txBody>
        </p: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8D8D3E16-4768-E16E-3DA1-A02ABC86EBF9}"/>
                </a:ext>
              </a:extLst>
            </p:cNvPr>
            <p:cNvSpPr/>
            <p:nvPr/>
          </p:nvSpPr>
          <p:spPr>
            <a:xfrm>
              <a:off x="8037413" y="4324350"/>
              <a:ext cx="432000" cy="4320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7</a:t>
              </a:r>
              <a:endParaRPr lang="zh-CN" altLang="en-US" sz="1000">
                <a:solidFill>
                  <a:schemeClr val="tx1"/>
                </a:solidFill>
              </a:endParaRPr>
            </a:p>
          </p:txBody>
        </p:sp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EDB1298C-168D-72BE-92F7-600E1EA966D2}"/>
                </a:ext>
              </a:extLst>
            </p:cNvPr>
            <p:cNvSpPr txBox="1"/>
            <p:nvPr/>
          </p:nvSpPr>
          <p:spPr>
            <a:xfrm>
              <a:off x="3105150" y="4417240"/>
              <a:ext cx="50526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000"/>
                <a:t>基准</a:t>
              </a:r>
              <a:r>
                <a:rPr lang="en-US" altLang="zh-CN" sz="1000"/>
                <a:t>4</a:t>
              </a:r>
              <a:endParaRPr lang="zh-CN" altLang="en-US" sz="1000"/>
            </a:p>
          </p:txBody>
        </p: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F13E94D5-82D7-153B-FD77-895FBE086A15}"/>
                </a:ext>
              </a:extLst>
            </p:cNvPr>
            <p:cNvSpPr txBox="1"/>
            <p:nvPr/>
          </p:nvSpPr>
          <p:spPr>
            <a:xfrm>
              <a:off x="8648700" y="4417240"/>
              <a:ext cx="18473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 sz="1000"/>
            </a:p>
          </p:txBody>
        </p:sp>
      </p:grp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CC5D8CBE-E45D-CFFE-2AD3-22470886D4E6}"/>
              </a:ext>
            </a:extLst>
          </p:cNvPr>
          <p:cNvGrpSpPr/>
          <p:nvPr/>
        </p:nvGrpSpPr>
        <p:grpSpPr>
          <a:xfrm>
            <a:off x="2952750" y="5680058"/>
            <a:ext cx="5728281" cy="432000"/>
            <a:chOff x="3105150" y="4324350"/>
            <a:chExt cx="5728281" cy="432000"/>
          </a:xfrm>
        </p:grpSpPr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C7F4B7A9-9D7F-38AA-0A46-1B3BCDB4675B}"/>
                </a:ext>
              </a:extLst>
            </p:cNvPr>
            <p:cNvSpPr/>
            <p:nvPr/>
          </p:nvSpPr>
          <p:spPr>
            <a:xfrm>
              <a:off x="4703661" y="4324350"/>
              <a:ext cx="432000" cy="4320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2</a:t>
              </a:r>
              <a:endParaRPr lang="zh-CN" altLang="en-US" sz="1000">
                <a:solidFill>
                  <a:schemeClr val="tx1"/>
                </a:solidFill>
              </a:endParaRPr>
            </a:p>
          </p:txBody>
        </p:sp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29451DEC-C4C1-57DB-9FBD-9594F642B363}"/>
                </a:ext>
              </a:extLst>
            </p:cNvPr>
            <p:cNvSpPr/>
            <p:nvPr/>
          </p:nvSpPr>
          <p:spPr>
            <a:xfrm>
              <a:off x="4027386" y="4324350"/>
              <a:ext cx="432000" cy="4320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1</a:t>
              </a:r>
              <a:endParaRPr lang="zh-CN" altLang="en-US" sz="1000">
                <a:solidFill>
                  <a:schemeClr val="tx1"/>
                </a:solidFill>
              </a:endParaRPr>
            </a:p>
          </p:txBody>
        </p:sp>
        <p:sp>
          <p:nvSpPr>
            <p:cNvPr id="56" name="矩形 55">
              <a:extLst>
                <a:ext uri="{FF2B5EF4-FFF2-40B4-BE49-F238E27FC236}">
                  <a16:creationId xmlns:a16="http://schemas.microsoft.com/office/drawing/2014/main" id="{005B5574-EFA8-D7D4-1860-341E896AFED4}"/>
                </a:ext>
              </a:extLst>
            </p:cNvPr>
            <p:cNvSpPr/>
            <p:nvPr/>
          </p:nvSpPr>
          <p:spPr>
            <a:xfrm>
              <a:off x="7369076" y="4324350"/>
              <a:ext cx="432000" cy="4320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6</a:t>
              </a:r>
              <a:endParaRPr lang="zh-CN" altLang="en-US" sz="1000">
                <a:solidFill>
                  <a:schemeClr val="tx1"/>
                </a:solidFill>
              </a:endParaRPr>
            </a:p>
          </p:txBody>
        </p:sp>
        <p:sp>
          <p:nvSpPr>
            <p:cNvPr id="57" name="矩形 56">
              <a:extLst>
                <a:ext uri="{FF2B5EF4-FFF2-40B4-BE49-F238E27FC236}">
                  <a16:creationId xmlns:a16="http://schemas.microsoft.com/office/drawing/2014/main" id="{24CDBFAD-57F0-B0C7-E55D-7571D2F82F7F}"/>
                </a:ext>
              </a:extLst>
            </p:cNvPr>
            <p:cNvSpPr/>
            <p:nvPr/>
          </p:nvSpPr>
          <p:spPr>
            <a:xfrm>
              <a:off x="5364062" y="4324350"/>
              <a:ext cx="432000" cy="4320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3</a:t>
              </a:r>
              <a:endParaRPr lang="zh-CN" altLang="en-US" sz="1000">
                <a:solidFill>
                  <a:schemeClr val="tx1"/>
                </a:solidFill>
              </a:endParaRPr>
            </a:p>
          </p:txBody>
        </p:sp>
        <p:sp>
          <p:nvSpPr>
            <p:cNvPr id="58" name="矩形 57">
              <a:extLst>
                <a:ext uri="{FF2B5EF4-FFF2-40B4-BE49-F238E27FC236}">
                  <a16:creationId xmlns:a16="http://schemas.microsoft.com/office/drawing/2014/main" id="{4F491DF0-0C64-4AD7-13EE-106AF72906B2}"/>
                </a:ext>
              </a:extLst>
            </p:cNvPr>
            <p:cNvSpPr/>
            <p:nvPr/>
          </p:nvSpPr>
          <p:spPr>
            <a:xfrm>
              <a:off x="6032400" y="4324350"/>
              <a:ext cx="432000" cy="4320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4</a:t>
              </a:r>
              <a:endParaRPr lang="zh-CN" altLang="en-US" sz="1000">
                <a:solidFill>
                  <a:schemeClr val="tx1"/>
                </a:solidFill>
              </a:endParaRPr>
            </a:p>
          </p:txBody>
        </p:sp>
        <p:sp>
          <p:nvSpPr>
            <p:cNvPr id="59" name="矩形 58">
              <a:extLst>
                <a:ext uri="{FF2B5EF4-FFF2-40B4-BE49-F238E27FC236}">
                  <a16:creationId xmlns:a16="http://schemas.microsoft.com/office/drawing/2014/main" id="{CF59AB39-ABD9-9888-ACBC-B9C8570398FA}"/>
                </a:ext>
              </a:extLst>
            </p:cNvPr>
            <p:cNvSpPr/>
            <p:nvPr/>
          </p:nvSpPr>
          <p:spPr>
            <a:xfrm>
              <a:off x="6700738" y="4324350"/>
              <a:ext cx="432000" cy="4320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5</a:t>
              </a:r>
              <a:endParaRPr lang="zh-CN" altLang="en-US" sz="1000">
                <a:solidFill>
                  <a:schemeClr val="tx1"/>
                </a:solidFill>
              </a:endParaRPr>
            </a:p>
          </p:txBody>
        </p:sp>
        <p:sp>
          <p:nvSpPr>
            <p:cNvPr id="60" name="矩形 59">
              <a:extLst>
                <a:ext uri="{FF2B5EF4-FFF2-40B4-BE49-F238E27FC236}">
                  <a16:creationId xmlns:a16="http://schemas.microsoft.com/office/drawing/2014/main" id="{82AE8EEC-2287-DDA7-1AC8-0653D003657E}"/>
                </a:ext>
              </a:extLst>
            </p:cNvPr>
            <p:cNvSpPr/>
            <p:nvPr/>
          </p:nvSpPr>
          <p:spPr>
            <a:xfrm>
              <a:off x="8037413" y="4324350"/>
              <a:ext cx="432000" cy="4320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7</a:t>
              </a:r>
              <a:endParaRPr lang="zh-CN" altLang="en-US" sz="1000">
                <a:solidFill>
                  <a:schemeClr val="tx1"/>
                </a:solidFill>
              </a:endParaRPr>
            </a:p>
          </p:txBody>
        </p:sp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6404AA4D-7174-30BD-C375-A20952D8885D}"/>
                </a:ext>
              </a:extLst>
            </p:cNvPr>
            <p:cNvSpPr txBox="1"/>
            <p:nvPr/>
          </p:nvSpPr>
          <p:spPr>
            <a:xfrm>
              <a:off x="3105150" y="4417240"/>
              <a:ext cx="50526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000"/>
                <a:t>基准</a:t>
              </a:r>
              <a:r>
                <a:rPr lang="en-US" altLang="zh-CN" sz="1000"/>
                <a:t>4</a:t>
              </a:r>
              <a:endParaRPr lang="zh-CN" altLang="en-US" sz="1000"/>
            </a:p>
          </p:txBody>
        </p:sp>
        <p:sp>
          <p:nvSpPr>
            <p:cNvPr id="62" name="文本框 61">
              <a:extLst>
                <a:ext uri="{FF2B5EF4-FFF2-40B4-BE49-F238E27FC236}">
                  <a16:creationId xmlns:a16="http://schemas.microsoft.com/office/drawing/2014/main" id="{7AFD2048-01D6-6E06-06C7-0B9C6C1AA0D3}"/>
                </a:ext>
              </a:extLst>
            </p:cNvPr>
            <p:cNvSpPr txBox="1"/>
            <p:nvPr/>
          </p:nvSpPr>
          <p:spPr>
            <a:xfrm>
              <a:off x="8648700" y="4417240"/>
              <a:ext cx="18473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 sz="1000"/>
            </a:p>
          </p:txBody>
        </p:sp>
      </p:grpSp>
    </p:spTree>
    <p:extLst>
      <p:ext uri="{BB962C8B-B14F-4D97-AF65-F5344CB8AC3E}">
        <p14:creationId xmlns:p14="http://schemas.microsoft.com/office/powerpoint/2010/main" val="28279682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46141DE0-9516-6A01-4215-C0E5260A85D7}"/>
              </a:ext>
            </a:extLst>
          </p:cNvPr>
          <p:cNvSpPr/>
          <p:nvPr/>
        </p:nvSpPr>
        <p:spPr>
          <a:xfrm>
            <a:off x="3874988" y="2085975"/>
            <a:ext cx="432000" cy="432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solidFill>
                  <a:schemeClr val="tx1"/>
                </a:solidFill>
              </a:rPr>
              <a:t>4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5EF2CE2-A162-57BE-A3F2-ADF577F455A9}"/>
              </a:ext>
            </a:extLst>
          </p:cNvPr>
          <p:cNvSpPr/>
          <p:nvPr/>
        </p:nvSpPr>
        <p:spPr>
          <a:xfrm>
            <a:off x="4543325" y="2085975"/>
            <a:ext cx="432000" cy="432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solidFill>
                  <a:schemeClr val="tx1"/>
                </a:solidFill>
              </a:rPr>
              <a:t>2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53E1388-0636-0AAA-CF60-EB26AA155370}"/>
              </a:ext>
            </a:extLst>
          </p:cNvPr>
          <p:cNvSpPr/>
          <p:nvPr/>
        </p:nvSpPr>
        <p:spPr>
          <a:xfrm>
            <a:off x="5211662" y="2085975"/>
            <a:ext cx="432000" cy="432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solidFill>
                  <a:schemeClr val="tx1"/>
                </a:solidFill>
              </a:rPr>
              <a:t>5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DFAC5EE-ABB2-066B-8486-03D3459B222F}"/>
              </a:ext>
            </a:extLst>
          </p:cNvPr>
          <p:cNvSpPr/>
          <p:nvPr/>
        </p:nvSpPr>
        <p:spPr>
          <a:xfrm>
            <a:off x="5879999" y="2085975"/>
            <a:ext cx="432000" cy="432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solidFill>
                  <a:schemeClr val="tx1"/>
                </a:solidFill>
              </a:rPr>
              <a:t>1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F1F542F-9B5E-47C9-B50B-0A13DB1BF4BD}"/>
              </a:ext>
            </a:extLst>
          </p:cNvPr>
          <p:cNvSpPr/>
          <p:nvPr/>
        </p:nvSpPr>
        <p:spPr>
          <a:xfrm>
            <a:off x="6548336" y="2085975"/>
            <a:ext cx="432000" cy="432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solidFill>
                  <a:schemeClr val="tx1"/>
                </a:solidFill>
              </a:rPr>
              <a:t>7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500B8B5-ECC1-7C59-7A43-B9A86D10B72F}"/>
              </a:ext>
            </a:extLst>
          </p:cNvPr>
          <p:cNvSpPr/>
          <p:nvPr/>
        </p:nvSpPr>
        <p:spPr>
          <a:xfrm>
            <a:off x="7216673" y="2085975"/>
            <a:ext cx="432000" cy="432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solidFill>
                  <a:schemeClr val="tx1"/>
                </a:solidFill>
              </a:rPr>
              <a:t>6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3DB50BB-06A8-DE3C-C88D-973790D16FCB}"/>
              </a:ext>
            </a:extLst>
          </p:cNvPr>
          <p:cNvSpPr/>
          <p:nvPr/>
        </p:nvSpPr>
        <p:spPr>
          <a:xfrm>
            <a:off x="7885013" y="2085975"/>
            <a:ext cx="432000" cy="432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solidFill>
                  <a:schemeClr val="tx1"/>
                </a:solidFill>
              </a:rPr>
              <a:t>3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0" name="箭头: 上 9">
            <a:extLst>
              <a:ext uri="{FF2B5EF4-FFF2-40B4-BE49-F238E27FC236}">
                <a16:creationId xmlns:a16="http://schemas.microsoft.com/office/drawing/2014/main" id="{2A048977-7DD7-6EBC-1BD2-00B9F83FB3DD}"/>
              </a:ext>
            </a:extLst>
          </p:cNvPr>
          <p:cNvSpPr/>
          <p:nvPr/>
        </p:nvSpPr>
        <p:spPr>
          <a:xfrm>
            <a:off x="3896211" y="2863842"/>
            <a:ext cx="180000" cy="216000"/>
          </a:xfrm>
          <a:prstGeom prst="upArrow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箭头: 上 10">
            <a:extLst>
              <a:ext uri="{FF2B5EF4-FFF2-40B4-BE49-F238E27FC236}">
                <a16:creationId xmlns:a16="http://schemas.microsoft.com/office/drawing/2014/main" id="{AA9BDB44-D9A0-A13A-9269-3CBAB8A58E32}"/>
              </a:ext>
            </a:extLst>
          </p:cNvPr>
          <p:cNvSpPr/>
          <p:nvPr/>
        </p:nvSpPr>
        <p:spPr>
          <a:xfrm>
            <a:off x="4096236" y="2863842"/>
            <a:ext cx="180000" cy="216000"/>
          </a:xfrm>
          <a:prstGeom prst="upArrow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箭头: 上 11">
            <a:extLst>
              <a:ext uri="{FF2B5EF4-FFF2-40B4-BE49-F238E27FC236}">
                <a16:creationId xmlns:a16="http://schemas.microsoft.com/office/drawing/2014/main" id="{15F16524-1C03-354A-4991-32D7C1A9DCC8}"/>
              </a:ext>
            </a:extLst>
          </p:cNvPr>
          <p:cNvSpPr/>
          <p:nvPr/>
        </p:nvSpPr>
        <p:spPr>
          <a:xfrm>
            <a:off x="8011013" y="2863842"/>
            <a:ext cx="180000" cy="216000"/>
          </a:xfrm>
          <a:prstGeom prst="up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BF0D6E7-DC90-348B-A96D-04CB6B9F684B}"/>
              </a:ext>
            </a:extLst>
          </p:cNvPr>
          <p:cNvSpPr txBox="1"/>
          <p:nvPr/>
        </p:nvSpPr>
        <p:spPr>
          <a:xfrm>
            <a:off x="3884947" y="3016848"/>
            <a:ext cx="21031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/>
              <a:t>i</a:t>
            </a:r>
            <a:endParaRPr lang="zh-CN" altLang="en-US" sz="100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5C6E0B2-4759-E225-AC19-B4A830FD3866}"/>
              </a:ext>
            </a:extLst>
          </p:cNvPr>
          <p:cNvSpPr txBox="1"/>
          <p:nvPr/>
        </p:nvSpPr>
        <p:spPr>
          <a:xfrm>
            <a:off x="4075447" y="3016848"/>
            <a:ext cx="2183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/>
              <a:t>j</a:t>
            </a:r>
            <a:endParaRPr lang="zh-CN" altLang="en-US" sz="100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E2AE721-418E-BE8D-E8D6-0B6894D19C25}"/>
              </a:ext>
            </a:extLst>
          </p:cNvPr>
          <p:cNvSpPr txBox="1"/>
          <p:nvPr/>
        </p:nvSpPr>
        <p:spPr>
          <a:xfrm>
            <a:off x="7970208" y="3016848"/>
            <a:ext cx="26161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/>
              <a:t>p</a:t>
            </a:r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12201645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组合 23">
            <a:extLst>
              <a:ext uri="{FF2B5EF4-FFF2-40B4-BE49-F238E27FC236}">
                <a16:creationId xmlns:a16="http://schemas.microsoft.com/office/drawing/2014/main" id="{9CA9F0F0-2071-8A86-EBDC-C1E45014299D}"/>
              </a:ext>
            </a:extLst>
          </p:cNvPr>
          <p:cNvGrpSpPr/>
          <p:nvPr/>
        </p:nvGrpSpPr>
        <p:grpSpPr>
          <a:xfrm>
            <a:off x="3711388" y="636492"/>
            <a:ext cx="4322400" cy="360000"/>
            <a:chOff x="3711388" y="1102659"/>
            <a:chExt cx="4322400" cy="360000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F8391E5-EC02-449A-1A99-C72ED357304F}"/>
                </a:ext>
              </a:extLst>
            </p:cNvPr>
            <p:cNvSpPr/>
            <p:nvPr/>
          </p:nvSpPr>
          <p:spPr>
            <a:xfrm>
              <a:off x="3711388" y="1102659"/>
              <a:ext cx="360000" cy="36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0</a:t>
              </a:r>
              <a:endParaRPr lang="zh-CN" altLang="en-US" sz="1000">
                <a:solidFill>
                  <a:schemeClr val="tx1"/>
                </a:solidFill>
              </a:endParaRPr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3ADB884B-D77F-F624-5062-12E1107F68F1}"/>
                </a:ext>
              </a:extLst>
            </p:cNvPr>
            <p:cNvSpPr/>
            <p:nvPr/>
          </p:nvSpPr>
          <p:spPr>
            <a:xfrm>
              <a:off x="4107628" y="1102659"/>
              <a:ext cx="360000" cy="36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1</a:t>
              </a:r>
              <a:endParaRPr lang="zh-CN" altLang="en-US" sz="1000">
                <a:solidFill>
                  <a:schemeClr val="tx1"/>
                </a:solidFill>
              </a:endParaRPr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9E199C80-3361-276E-ED16-F2291D11D3FB}"/>
                </a:ext>
              </a:extLst>
            </p:cNvPr>
            <p:cNvSpPr/>
            <p:nvPr/>
          </p:nvSpPr>
          <p:spPr>
            <a:xfrm>
              <a:off x="4503868" y="1102659"/>
              <a:ext cx="360000" cy="36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2</a:t>
              </a:r>
              <a:endParaRPr lang="zh-CN" altLang="en-US" sz="1000">
                <a:solidFill>
                  <a:schemeClr val="tx1"/>
                </a:solidFill>
              </a:endParaRP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4F2B8B8C-D808-8368-BB58-9FB1C570A5D9}"/>
                </a:ext>
              </a:extLst>
            </p:cNvPr>
            <p:cNvSpPr/>
            <p:nvPr/>
          </p:nvSpPr>
          <p:spPr>
            <a:xfrm>
              <a:off x="4900108" y="1102659"/>
              <a:ext cx="360000" cy="36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3</a:t>
              </a:r>
              <a:endParaRPr lang="zh-CN" altLang="en-US" sz="1000">
                <a:solidFill>
                  <a:schemeClr val="tx1"/>
                </a:solidFill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0B7D9B64-C907-8151-045F-9EEF3849EE69}"/>
                </a:ext>
              </a:extLst>
            </p:cNvPr>
            <p:cNvSpPr/>
            <p:nvPr/>
          </p:nvSpPr>
          <p:spPr>
            <a:xfrm>
              <a:off x="5296348" y="1102659"/>
              <a:ext cx="360000" cy="36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4</a:t>
              </a:r>
              <a:endParaRPr lang="zh-CN" altLang="en-US" sz="1000">
                <a:solidFill>
                  <a:schemeClr val="tx1"/>
                </a:solidFill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80076AC0-992C-2A4D-EE71-BE74B4C4D28D}"/>
                </a:ext>
              </a:extLst>
            </p:cNvPr>
            <p:cNvSpPr/>
            <p:nvPr/>
          </p:nvSpPr>
          <p:spPr>
            <a:xfrm>
              <a:off x="5692588" y="1102659"/>
              <a:ext cx="360000" cy="36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5</a:t>
              </a:r>
              <a:endParaRPr lang="zh-CN" altLang="en-US" sz="1000">
                <a:solidFill>
                  <a:schemeClr val="tx1"/>
                </a:solidFill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DA91CC7A-F727-8E9E-DDF6-77FC6D1EA42B}"/>
                </a:ext>
              </a:extLst>
            </p:cNvPr>
            <p:cNvSpPr/>
            <p:nvPr/>
          </p:nvSpPr>
          <p:spPr>
            <a:xfrm>
              <a:off x="6088828" y="1102659"/>
              <a:ext cx="360000" cy="36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6</a:t>
              </a:r>
              <a:endParaRPr lang="zh-CN" altLang="en-US" sz="1000">
                <a:solidFill>
                  <a:schemeClr val="tx1"/>
                </a:solidFill>
              </a:endParaRP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C2EC7407-3020-3129-6205-3634B3BC6E65}"/>
                </a:ext>
              </a:extLst>
            </p:cNvPr>
            <p:cNvSpPr/>
            <p:nvPr/>
          </p:nvSpPr>
          <p:spPr>
            <a:xfrm>
              <a:off x="6485068" y="1102659"/>
              <a:ext cx="360000" cy="36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7</a:t>
              </a:r>
              <a:endParaRPr lang="zh-CN" altLang="en-US" sz="1000">
                <a:solidFill>
                  <a:schemeClr val="tx1"/>
                </a:solidFill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0701369F-83C1-746C-5A16-9BDF8FB784EC}"/>
                </a:ext>
              </a:extLst>
            </p:cNvPr>
            <p:cNvSpPr/>
            <p:nvPr/>
          </p:nvSpPr>
          <p:spPr>
            <a:xfrm>
              <a:off x="6881308" y="1102659"/>
              <a:ext cx="360000" cy="36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8</a:t>
              </a:r>
              <a:endParaRPr lang="zh-CN" altLang="en-US" sz="1000">
                <a:solidFill>
                  <a:schemeClr val="tx1"/>
                </a:solidFill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D0CDFF8D-DEE2-3784-9595-8A57BFAF9385}"/>
                </a:ext>
              </a:extLst>
            </p:cNvPr>
            <p:cNvSpPr/>
            <p:nvPr/>
          </p:nvSpPr>
          <p:spPr>
            <a:xfrm>
              <a:off x="7277548" y="1102659"/>
              <a:ext cx="360000" cy="36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9</a:t>
              </a:r>
              <a:endParaRPr lang="zh-CN" altLang="en-US" sz="1000">
                <a:solidFill>
                  <a:schemeClr val="tx1"/>
                </a:solidFill>
              </a:endParaRPr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C15800CE-9DD0-4FC8-67A8-9EDD96D51F20}"/>
                </a:ext>
              </a:extLst>
            </p:cNvPr>
            <p:cNvSpPr/>
            <p:nvPr/>
          </p:nvSpPr>
          <p:spPr>
            <a:xfrm>
              <a:off x="7673788" y="1102659"/>
              <a:ext cx="360000" cy="36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10</a:t>
              </a:r>
              <a:endParaRPr lang="zh-CN" altLang="en-US" sz="1000">
                <a:solidFill>
                  <a:schemeClr val="tx1"/>
                </a:solidFill>
              </a:endParaRPr>
            </a:p>
          </p:txBody>
        </p:sp>
      </p:grpSp>
      <p:sp>
        <p:nvSpPr>
          <p:cNvPr id="12" name="矩形 11">
            <a:extLst>
              <a:ext uri="{FF2B5EF4-FFF2-40B4-BE49-F238E27FC236}">
                <a16:creationId xmlns:a16="http://schemas.microsoft.com/office/drawing/2014/main" id="{40A084F1-87B9-B0C7-B5B0-675B029992E1}"/>
              </a:ext>
            </a:extLst>
          </p:cNvPr>
          <p:cNvSpPr/>
          <p:nvPr/>
        </p:nvSpPr>
        <p:spPr>
          <a:xfrm>
            <a:off x="3711388" y="1066798"/>
            <a:ext cx="360000" cy="36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solidFill>
                  <a:schemeClr val="tx1"/>
                </a:solidFill>
              </a:rPr>
              <a:t>6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B75CE62-C3CE-2F01-2201-162BF4C20AF0}"/>
              </a:ext>
            </a:extLst>
          </p:cNvPr>
          <p:cNvSpPr/>
          <p:nvPr/>
        </p:nvSpPr>
        <p:spPr>
          <a:xfrm>
            <a:off x="4107628" y="1066798"/>
            <a:ext cx="360000" cy="36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solidFill>
                  <a:schemeClr val="tx1"/>
                </a:solidFill>
              </a:rPr>
              <a:t>10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A22CB98-0578-A26D-E04B-B966A68879B0}"/>
              </a:ext>
            </a:extLst>
          </p:cNvPr>
          <p:cNvSpPr/>
          <p:nvPr/>
        </p:nvSpPr>
        <p:spPr>
          <a:xfrm>
            <a:off x="4503868" y="1066798"/>
            <a:ext cx="360000" cy="36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solidFill>
                  <a:schemeClr val="tx1"/>
                </a:solidFill>
              </a:rPr>
              <a:t>20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512B4BE-2FFE-CF58-384A-080395FAD50F}"/>
              </a:ext>
            </a:extLst>
          </p:cNvPr>
          <p:cNvSpPr/>
          <p:nvPr/>
        </p:nvSpPr>
        <p:spPr>
          <a:xfrm>
            <a:off x="4900108" y="1066798"/>
            <a:ext cx="360000" cy="36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solidFill>
                  <a:schemeClr val="tx1"/>
                </a:solidFill>
              </a:rPr>
              <a:t>21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44214B2-838D-4202-4D22-34210E5B5B6E}"/>
              </a:ext>
            </a:extLst>
          </p:cNvPr>
          <p:cNvSpPr/>
          <p:nvPr/>
        </p:nvSpPr>
        <p:spPr>
          <a:xfrm>
            <a:off x="5296348" y="1066798"/>
            <a:ext cx="360000" cy="36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solidFill>
                  <a:schemeClr val="tx1"/>
                </a:solidFill>
              </a:rPr>
              <a:t>49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8F4E8D1-B425-AD50-D48B-C62258CD4BF0}"/>
              </a:ext>
            </a:extLst>
          </p:cNvPr>
          <p:cNvSpPr/>
          <p:nvPr/>
        </p:nvSpPr>
        <p:spPr>
          <a:xfrm>
            <a:off x="5692588" y="1066798"/>
            <a:ext cx="360000" cy="36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solidFill>
                  <a:schemeClr val="bg1"/>
                </a:solidFill>
              </a:rPr>
              <a:t>51</a:t>
            </a:r>
            <a:endParaRPr lang="zh-CN" altLang="en-US" sz="1000">
              <a:solidFill>
                <a:schemeClr val="bg1"/>
              </a:solidFill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C862393-F1DB-AC4B-8A60-3680BB3FC15E}"/>
              </a:ext>
            </a:extLst>
          </p:cNvPr>
          <p:cNvSpPr/>
          <p:nvPr/>
        </p:nvSpPr>
        <p:spPr>
          <a:xfrm>
            <a:off x="6088828" y="1066798"/>
            <a:ext cx="360000" cy="36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solidFill>
                  <a:schemeClr val="tx1"/>
                </a:solidFill>
              </a:rPr>
              <a:t>69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285BF6D-B54E-5EBE-9F28-0C34969AECDF}"/>
              </a:ext>
            </a:extLst>
          </p:cNvPr>
          <p:cNvSpPr/>
          <p:nvPr/>
        </p:nvSpPr>
        <p:spPr>
          <a:xfrm>
            <a:off x="6485068" y="1066798"/>
            <a:ext cx="360000" cy="36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solidFill>
                  <a:schemeClr val="tx1"/>
                </a:solidFill>
              </a:rPr>
              <a:t>79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4F38A9C-1DAD-275F-07F5-7FE6205B9959}"/>
              </a:ext>
            </a:extLst>
          </p:cNvPr>
          <p:cNvSpPr/>
          <p:nvPr/>
        </p:nvSpPr>
        <p:spPr>
          <a:xfrm>
            <a:off x="6881308" y="1066798"/>
            <a:ext cx="360000" cy="36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solidFill>
                  <a:schemeClr val="tx1"/>
                </a:solidFill>
              </a:rPr>
              <a:t>82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AEFB849-852B-CD67-90FE-4CC15FAD157B}"/>
              </a:ext>
            </a:extLst>
          </p:cNvPr>
          <p:cNvSpPr/>
          <p:nvPr/>
        </p:nvSpPr>
        <p:spPr>
          <a:xfrm>
            <a:off x="7277548" y="1066798"/>
            <a:ext cx="360000" cy="36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solidFill>
                  <a:schemeClr val="tx1"/>
                </a:solidFill>
              </a:rPr>
              <a:t>88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AD4F5AA-7E2F-F879-1EFF-3455068AF199}"/>
              </a:ext>
            </a:extLst>
          </p:cNvPr>
          <p:cNvSpPr/>
          <p:nvPr/>
        </p:nvSpPr>
        <p:spPr>
          <a:xfrm>
            <a:off x="7673788" y="1066798"/>
            <a:ext cx="360000" cy="36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solidFill>
                  <a:schemeClr val="tx1"/>
                </a:solidFill>
              </a:rPr>
              <a:t>94</a:t>
            </a:r>
            <a:endParaRPr lang="zh-CN" altLang="en-US" sz="1000">
              <a:solidFill>
                <a:schemeClr val="tx1"/>
              </a:solidFill>
            </a:endParaRPr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95C7CDAC-DB53-320E-EB9E-CB741160DB1D}"/>
              </a:ext>
            </a:extLst>
          </p:cNvPr>
          <p:cNvGrpSpPr/>
          <p:nvPr/>
        </p:nvGrpSpPr>
        <p:grpSpPr>
          <a:xfrm>
            <a:off x="3711388" y="1426798"/>
            <a:ext cx="360000" cy="636495"/>
            <a:chOff x="3711388" y="1892965"/>
            <a:chExt cx="360000" cy="636495"/>
          </a:xfrm>
        </p:grpSpPr>
        <p:cxnSp>
          <p:nvCxnSpPr>
            <p:cNvPr id="27" name="直接箭头连接符 26">
              <a:extLst>
                <a:ext uri="{FF2B5EF4-FFF2-40B4-BE49-F238E27FC236}">
                  <a16:creationId xmlns:a16="http://schemas.microsoft.com/office/drawing/2014/main" id="{A5727D78-9464-278F-980D-90C8F0425D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91388" y="1892965"/>
              <a:ext cx="0" cy="3600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12301B4D-814E-A569-A35C-D9EAEF4B3E54}"/>
                </a:ext>
              </a:extLst>
            </p:cNvPr>
            <p:cNvSpPr/>
            <p:nvPr/>
          </p:nvSpPr>
          <p:spPr>
            <a:xfrm>
              <a:off x="3711388" y="2169460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L</a:t>
              </a:r>
              <a:endParaRPr lang="zh-CN" altLang="en-US" sz="1000">
                <a:solidFill>
                  <a:schemeClr val="tx1"/>
                </a:solidFill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85C6B4A6-0911-AF67-AB6A-6AF3DCE80595}"/>
              </a:ext>
            </a:extLst>
          </p:cNvPr>
          <p:cNvGrpSpPr/>
          <p:nvPr/>
        </p:nvGrpSpPr>
        <p:grpSpPr>
          <a:xfrm>
            <a:off x="7673788" y="1426798"/>
            <a:ext cx="360000" cy="636495"/>
            <a:chOff x="7673788" y="1892965"/>
            <a:chExt cx="360000" cy="636495"/>
          </a:xfrm>
        </p:grpSpPr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7FDF83E2-3D8D-DEE5-D925-7B485BDEA194}"/>
                </a:ext>
              </a:extLst>
            </p:cNvPr>
            <p:cNvSpPr/>
            <p:nvPr/>
          </p:nvSpPr>
          <p:spPr>
            <a:xfrm>
              <a:off x="7673788" y="2169460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H</a:t>
              </a:r>
              <a:endParaRPr lang="zh-CN" altLang="en-US" sz="1000">
                <a:solidFill>
                  <a:schemeClr val="tx1"/>
                </a:solidFill>
              </a:endParaRPr>
            </a:p>
          </p:txBody>
        </p:sp>
        <p:cxnSp>
          <p:nvCxnSpPr>
            <p:cNvPr id="31" name="直接箭头连接符 30">
              <a:extLst>
                <a:ext uri="{FF2B5EF4-FFF2-40B4-BE49-F238E27FC236}">
                  <a16:creationId xmlns:a16="http://schemas.microsoft.com/office/drawing/2014/main" id="{0849A319-D237-00C4-4B24-CEDB0F05C1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53788" y="1892965"/>
              <a:ext cx="0" cy="3600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40521786-6DE5-C399-49F5-CA3EC74F1A51}"/>
              </a:ext>
            </a:extLst>
          </p:cNvPr>
          <p:cNvGrpSpPr/>
          <p:nvPr/>
        </p:nvGrpSpPr>
        <p:grpSpPr>
          <a:xfrm>
            <a:off x="5692588" y="1426798"/>
            <a:ext cx="360000" cy="636495"/>
            <a:chOff x="7673788" y="1892965"/>
            <a:chExt cx="360000" cy="636495"/>
          </a:xfrm>
        </p:grpSpPr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69E28160-43FE-2FA0-80F8-31B24DADF58D}"/>
                </a:ext>
              </a:extLst>
            </p:cNvPr>
            <p:cNvSpPr/>
            <p:nvPr/>
          </p:nvSpPr>
          <p:spPr>
            <a:xfrm>
              <a:off x="7673788" y="2169460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M</a:t>
              </a:r>
              <a:endParaRPr lang="zh-CN" altLang="en-US" sz="1000">
                <a:solidFill>
                  <a:schemeClr val="tx1"/>
                </a:solidFill>
              </a:endParaRPr>
            </a:p>
          </p:txBody>
        </p:sp>
        <p:cxnSp>
          <p:nvCxnSpPr>
            <p:cNvPr id="36" name="直接箭头连接符 35">
              <a:extLst>
                <a:ext uri="{FF2B5EF4-FFF2-40B4-BE49-F238E27FC236}">
                  <a16:creationId xmlns:a16="http://schemas.microsoft.com/office/drawing/2014/main" id="{3937FEF0-D5B9-EC4E-E4FA-0FFF991220D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53788" y="1892965"/>
              <a:ext cx="0" cy="3600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37" name="矩形 36">
            <a:extLst>
              <a:ext uri="{FF2B5EF4-FFF2-40B4-BE49-F238E27FC236}">
                <a16:creationId xmlns:a16="http://schemas.microsoft.com/office/drawing/2014/main" id="{411FD9B8-9FF7-ED12-B938-90B3F9FD8993}"/>
              </a:ext>
            </a:extLst>
          </p:cNvPr>
          <p:cNvSpPr/>
          <p:nvPr/>
        </p:nvSpPr>
        <p:spPr>
          <a:xfrm>
            <a:off x="2297328" y="2063293"/>
            <a:ext cx="5736457" cy="3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000">
                <a:solidFill>
                  <a:schemeClr val="tx1"/>
                </a:solidFill>
              </a:rPr>
              <a:t>第</a:t>
            </a:r>
            <a:r>
              <a:rPr lang="en-US" altLang="zh-CN" sz="1000">
                <a:solidFill>
                  <a:schemeClr val="tx1"/>
                </a:solidFill>
              </a:rPr>
              <a:t>1</a:t>
            </a:r>
            <a:r>
              <a:rPr lang="zh-CN" altLang="en-US" sz="1000">
                <a:solidFill>
                  <a:schemeClr val="tx1"/>
                </a:solidFill>
              </a:rPr>
              <a:t>次查找：</a:t>
            </a:r>
            <a:r>
              <a:rPr lang="en-US" altLang="zh-CN" sz="1000">
                <a:solidFill>
                  <a:schemeClr val="tx1"/>
                </a:solidFill>
              </a:rPr>
              <a:t>mid = (low + high)/2 = (0 + 10)/2 = 5</a:t>
            </a:r>
            <a:r>
              <a:rPr lang="zh-CN" altLang="en-US" sz="1000">
                <a:solidFill>
                  <a:schemeClr val="tx1"/>
                </a:solidFill>
              </a:rPr>
              <a:t>；</a:t>
            </a:r>
            <a:r>
              <a:rPr lang="en-US" altLang="zh-CN" sz="1000">
                <a:solidFill>
                  <a:schemeClr val="tx1"/>
                </a:solidFill>
              </a:rPr>
              <a:t>51 &gt; 21</a:t>
            </a:r>
            <a:r>
              <a:rPr lang="zh-CN" altLang="en-US" sz="1000">
                <a:solidFill>
                  <a:schemeClr val="tx1"/>
                </a:solidFill>
              </a:rPr>
              <a:t>，</a:t>
            </a:r>
            <a:r>
              <a:rPr lang="en-US" altLang="zh-CN" sz="1000">
                <a:solidFill>
                  <a:schemeClr val="tx1"/>
                </a:solidFill>
              </a:rPr>
              <a:t>low = 0</a:t>
            </a:r>
            <a:r>
              <a:rPr lang="zh-CN" altLang="en-US" sz="1000">
                <a:solidFill>
                  <a:schemeClr val="tx1"/>
                </a:solidFill>
              </a:rPr>
              <a:t>，</a:t>
            </a:r>
            <a:r>
              <a:rPr lang="en-US" altLang="zh-CN" sz="1000">
                <a:solidFill>
                  <a:schemeClr val="tx1"/>
                </a:solidFill>
              </a:rPr>
              <a:t>high = mid – 1 = 4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B8264736-04EF-346F-394E-B06DC6D1E824}"/>
              </a:ext>
            </a:extLst>
          </p:cNvPr>
          <p:cNvSpPr/>
          <p:nvPr/>
        </p:nvSpPr>
        <p:spPr>
          <a:xfrm>
            <a:off x="2297327" y="4097581"/>
            <a:ext cx="5736457" cy="3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000">
                <a:solidFill>
                  <a:schemeClr val="tx1"/>
                </a:solidFill>
              </a:rPr>
              <a:t>第</a:t>
            </a:r>
            <a:r>
              <a:rPr lang="en-US" altLang="zh-CN" sz="1000">
                <a:solidFill>
                  <a:schemeClr val="tx1"/>
                </a:solidFill>
              </a:rPr>
              <a:t>2</a:t>
            </a:r>
            <a:r>
              <a:rPr lang="zh-CN" altLang="en-US" sz="1000">
                <a:solidFill>
                  <a:schemeClr val="tx1"/>
                </a:solidFill>
              </a:rPr>
              <a:t>次查找：</a:t>
            </a:r>
            <a:r>
              <a:rPr lang="en-US" altLang="zh-CN" sz="1000">
                <a:solidFill>
                  <a:schemeClr val="tx1"/>
                </a:solidFill>
              </a:rPr>
              <a:t>mid = (low + high)/2 = (0 + 4)/2 = 2</a:t>
            </a:r>
            <a:r>
              <a:rPr lang="zh-CN" altLang="en-US" sz="1000">
                <a:solidFill>
                  <a:schemeClr val="tx1"/>
                </a:solidFill>
              </a:rPr>
              <a:t>；</a:t>
            </a:r>
            <a:r>
              <a:rPr lang="en-US" altLang="zh-CN" sz="1000">
                <a:solidFill>
                  <a:schemeClr val="tx1"/>
                </a:solidFill>
              </a:rPr>
              <a:t>20&lt; 21</a:t>
            </a:r>
            <a:r>
              <a:rPr lang="zh-CN" altLang="en-US" sz="1000">
                <a:solidFill>
                  <a:schemeClr val="tx1"/>
                </a:solidFill>
              </a:rPr>
              <a:t>，</a:t>
            </a:r>
            <a:r>
              <a:rPr lang="en-US" altLang="zh-CN" sz="1000">
                <a:solidFill>
                  <a:schemeClr val="tx1"/>
                </a:solidFill>
              </a:rPr>
              <a:t>low = mid + 1 = 3</a:t>
            </a:r>
            <a:r>
              <a:rPr lang="zh-CN" altLang="en-US" sz="1000">
                <a:solidFill>
                  <a:schemeClr val="tx1"/>
                </a:solidFill>
              </a:rPr>
              <a:t>，</a:t>
            </a:r>
            <a:r>
              <a:rPr lang="en-US" altLang="zh-CN" sz="1000">
                <a:solidFill>
                  <a:schemeClr val="tx1"/>
                </a:solidFill>
              </a:rPr>
              <a:t>high = 4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E57B7417-1AEA-53CE-9E0B-35A9214DDC75}"/>
              </a:ext>
            </a:extLst>
          </p:cNvPr>
          <p:cNvGrpSpPr/>
          <p:nvPr/>
        </p:nvGrpSpPr>
        <p:grpSpPr>
          <a:xfrm>
            <a:off x="3711388" y="2751459"/>
            <a:ext cx="4322400" cy="360000"/>
            <a:chOff x="3711388" y="1102659"/>
            <a:chExt cx="4322400" cy="360000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49F555DD-D77F-3556-107B-341B07B9E2CE}"/>
                </a:ext>
              </a:extLst>
            </p:cNvPr>
            <p:cNvSpPr/>
            <p:nvPr/>
          </p:nvSpPr>
          <p:spPr>
            <a:xfrm>
              <a:off x="3711388" y="1102659"/>
              <a:ext cx="360000" cy="36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0</a:t>
              </a:r>
              <a:endParaRPr lang="zh-CN" altLang="en-US" sz="1000">
                <a:solidFill>
                  <a:schemeClr val="tx1"/>
                </a:solidFill>
              </a:endParaRPr>
            </a:p>
          </p:txBody>
        </p: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512C89F4-06A0-2B7C-36F1-F3DD6C3FF2EF}"/>
                </a:ext>
              </a:extLst>
            </p:cNvPr>
            <p:cNvSpPr/>
            <p:nvPr/>
          </p:nvSpPr>
          <p:spPr>
            <a:xfrm>
              <a:off x="4107628" y="1102659"/>
              <a:ext cx="360000" cy="36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1</a:t>
              </a:r>
              <a:endParaRPr lang="zh-CN" altLang="en-US" sz="1000">
                <a:solidFill>
                  <a:schemeClr val="tx1"/>
                </a:solidFill>
              </a:endParaRPr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6903BB87-5907-D4E6-CF6C-3BAAA1F89412}"/>
                </a:ext>
              </a:extLst>
            </p:cNvPr>
            <p:cNvSpPr/>
            <p:nvPr/>
          </p:nvSpPr>
          <p:spPr>
            <a:xfrm>
              <a:off x="4503868" y="1102659"/>
              <a:ext cx="360000" cy="36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2</a:t>
              </a:r>
              <a:endParaRPr lang="zh-CN" altLang="en-US" sz="1000">
                <a:solidFill>
                  <a:schemeClr val="tx1"/>
                </a:solidFill>
              </a:endParaRPr>
            </a:p>
          </p:txBody>
        </p:sp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B325F9DE-93BB-5023-D7FB-608211389820}"/>
                </a:ext>
              </a:extLst>
            </p:cNvPr>
            <p:cNvSpPr/>
            <p:nvPr/>
          </p:nvSpPr>
          <p:spPr>
            <a:xfrm>
              <a:off x="4900108" y="1102659"/>
              <a:ext cx="360000" cy="36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3</a:t>
              </a:r>
              <a:endParaRPr lang="zh-CN" altLang="en-US" sz="1000">
                <a:solidFill>
                  <a:schemeClr val="tx1"/>
                </a:solidFill>
              </a:endParaRPr>
            </a:p>
          </p:txBody>
        </p:sp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610254FB-6039-FE41-DD0B-6E775BABF52E}"/>
                </a:ext>
              </a:extLst>
            </p:cNvPr>
            <p:cNvSpPr/>
            <p:nvPr/>
          </p:nvSpPr>
          <p:spPr>
            <a:xfrm>
              <a:off x="5296348" y="1102659"/>
              <a:ext cx="360000" cy="36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4</a:t>
              </a:r>
              <a:endParaRPr lang="zh-CN" altLang="en-US" sz="1000">
                <a:solidFill>
                  <a:schemeClr val="tx1"/>
                </a:solidFill>
              </a:endParaRPr>
            </a:p>
          </p:txBody>
        </p:sp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2754646F-1118-7AD9-050E-032384526A13}"/>
                </a:ext>
              </a:extLst>
            </p:cNvPr>
            <p:cNvSpPr/>
            <p:nvPr/>
          </p:nvSpPr>
          <p:spPr>
            <a:xfrm>
              <a:off x="5692588" y="1102659"/>
              <a:ext cx="360000" cy="36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5</a:t>
              </a:r>
              <a:endParaRPr lang="zh-CN" altLang="en-US" sz="1000">
                <a:solidFill>
                  <a:schemeClr val="tx1"/>
                </a:solidFill>
              </a:endParaRPr>
            </a:p>
          </p:txBody>
        </p: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3B58031D-90FB-C1C9-B473-FC06737585B3}"/>
                </a:ext>
              </a:extLst>
            </p:cNvPr>
            <p:cNvSpPr/>
            <p:nvPr/>
          </p:nvSpPr>
          <p:spPr>
            <a:xfrm>
              <a:off x="6088828" y="1102659"/>
              <a:ext cx="360000" cy="36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6</a:t>
              </a:r>
              <a:endParaRPr lang="zh-CN" altLang="en-US" sz="1000">
                <a:solidFill>
                  <a:schemeClr val="tx1"/>
                </a:solidFill>
              </a:endParaRPr>
            </a:p>
          </p:txBody>
        </p:sp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7EA56343-DBF1-009B-9068-0D172ACD8199}"/>
                </a:ext>
              </a:extLst>
            </p:cNvPr>
            <p:cNvSpPr/>
            <p:nvPr/>
          </p:nvSpPr>
          <p:spPr>
            <a:xfrm>
              <a:off x="6485068" y="1102659"/>
              <a:ext cx="360000" cy="36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7</a:t>
              </a:r>
              <a:endParaRPr lang="zh-CN" altLang="en-US" sz="1000">
                <a:solidFill>
                  <a:schemeClr val="tx1"/>
                </a:solidFill>
              </a:endParaRPr>
            </a:p>
          </p:txBody>
        </p:sp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53B3A5BC-E494-8968-E471-20DD8FD1AF7A}"/>
                </a:ext>
              </a:extLst>
            </p:cNvPr>
            <p:cNvSpPr/>
            <p:nvPr/>
          </p:nvSpPr>
          <p:spPr>
            <a:xfrm>
              <a:off x="6881308" y="1102659"/>
              <a:ext cx="360000" cy="36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8</a:t>
              </a:r>
              <a:endParaRPr lang="zh-CN" altLang="en-US" sz="1000">
                <a:solidFill>
                  <a:schemeClr val="tx1"/>
                </a:solidFill>
              </a:endParaRPr>
            </a:p>
          </p:txBody>
        </p:sp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4D2ABBC3-798C-1ABF-E8E1-4DBE57BED99B}"/>
                </a:ext>
              </a:extLst>
            </p:cNvPr>
            <p:cNvSpPr/>
            <p:nvPr/>
          </p:nvSpPr>
          <p:spPr>
            <a:xfrm>
              <a:off x="7277548" y="1102659"/>
              <a:ext cx="360000" cy="36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9</a:t>
              </a:r>
              <a:endParaRPr lang="zh-CN" altLang="en-US" sz="1000">
                <a:solidFill>
                  <a:schemeClr val="tx1"/>
                </a:solidFill>
              </a:endParaRPr>
            </a:p>
          </p:txBody>
        </p:sp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04BCD2EC-8E74-38D2-4DA0-EB1E44423049}"/>
                </a:ext>
              </a:extLst>
            </p:cNvPr>
            <p:cNvSpPr/>
            <p:nvPr/>
          </p:nvSpPr>
          <p:spPr>
            <a:xfrm>
              <a:off x="7673788" y="1102659"/>
              <a:ext cx="360000" cy="36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10</a:t>
              </a:r>
              <a:endParaRPr lang="zh-CN" altLang="en-US" sz="1000">
                <a:solidFill>
                  <a:schemeClr val="tx1"/>
                </a:solidFill>
              </a:endParaRPr>
            </a:p>
          </p:txBody>
        </p:sp>
      </p:grpSp>
      <p:sp>
        <p:nvSpPr>
          <p:cNvPr id="51" name="矩形 50">
            <a:extLst>
              <a:ext uri="{FF2B5EF4-FFF2-40B4-BE49-F238E27FC236}">
                <a16:creationId xmlns:a16="http://schemas.microsoft.com/office/drawing/2014/main" id="{27BFEA06-AC4A-AF84-1E30-120D0E78EBA9}"/>
              </a:ext>
            </a:extLst>
          </p:cNvPr>
          <p:cNvSpPr/>
          <p:nvPr/>
        </p:nvSpPr>
        <p:spPr>
          <a:xfrm>
            <a:off x="3711388" y="3181765"/>
            <a:ext cx="360000" cy="36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solidFill>
                  <a:schemeClr val="tx1"/>
                </a:solidFill>
              </a:rPr>
              <a:t>6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8CA44945-B740-36EA-8CBD-00116EBAC8B4}"/>
              </a:ext>
            </a:extLst>
          </p:cNvPr>
          <p:cNvSpPr/>
          <p:nvPr/>
        </p:nvSpPr>
        <p:spPr>
          <a:xfrm>
            <a:off x="4107628" y="3181765"/>
            <a:ext cx="360000" cy="36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solidFill>
                  <a:schemeClr val="tx1"/>
                </a:solidFill>
              </a:rPr>
              <a:t>10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0C89FA4F-89FA-BEC7-566B-AAEABC2A2347}"/>
              </a:ext>
            </a:extLst>
          </p:cNvPr>
          <p:cNvSpPr/>
          <p:nvPr/>
        </p:nvSpPr>
        <p:spPr>
          <a:xfrm>
            <a:off x="4503868" y="3181765"/>
            <a:ext cx="360000" cy="360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solidFill>
                  <a:schemeClr val="bg1"/>
                </a:solidFill>
              </a:rPr>
              <a:t>20</a:t>
            </a:r>
            <a:endParaRPr lang="zh-CN" altLang="en-US" sz="1000">
              <a:solidFill>
                <a:schemeClr val="bg1"/>
              </a:solidFill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A4D5444A-7705-DBFD-BA52-184CDDB3BE13}"/>
              </a:ext>
            </a:extLst>
          </p:cNvPr>
          <p:cNvSpPr/>
          <p:nvPr/>
        </p:nvSpPr>
        <p:spPr>
          <a:xfrm>
            <a:off x="4900108" y="3181765"/>
            <a:ext cx="360000" cy="36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solidFill>
                  <a:schemeClr val="tx1"/>
                </a:solidFill>
              </a:rPr>
              <a:t>21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96F4BF26-44B2-01FA-B9E6-393F030ECF25}"/>
              </a:ext>
            </a:extLst>
          </p:cNvPr>
          <p:cNvSpPr/>
          <p:nvPr/>
        </p:nvSpPr>
        <p:spPr>
          <a:xfrm>
            <a:off x="5296348" y="3181765"/>
            <a:ext cx="360000" cy="36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solidFill>
                  <a:schemeClr val="tx1"/>
                </a:solidFill>
              </a:rPr>
              <a:t>49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4333B978-7518-AFC7-E565-7B21904C8681}"/>
              </a:ext>
            </a:extLst>
          </p:cNvPr>
          <p:cNvSpPr/>
          <p:nvPr/>
        </p:nvSpPr>
        <p:spPr>
          <a:xfrm>
            <a:off x="5692588" y="3181765"/>
            <a:ext cx="360000" cy="36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solidFill>
                  <a:schemeClr val="bg1"/>
                </a:solidFill>
              </a:rPr>
              <a:t>51</a:t>
            </a:r>
            <a:endParaRPr lang="zh-CN" altLang="en-US" sz="1000">
              <a:solidFill>
                <a:schemeClr val="bg1"/>
              </a:solidFill>
            </a:endParaRP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E0CB591C-F6F3-C525-ACF0-817F2DF35A1A}"/>
              </a:ext>
            </a:extLst>
          </p:cNvPr>
          <p:cNvSpPr/>
          <p:nvPr/>
        </p:nvSpPr>
        <p:spPr>
          <a:xfrm>
            <a:off x="6088828" y="3181765"/>
            <a:ext cx="360000" cy="36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solidFill>
                  <a:schemeClr val="tx1"/>
                </a:solidFill>
              </a:rPr>
              <a:t>69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BF950CD3-A440-BDEE-12BE-C730746BA27B}"/>
              </a:ext>
            </a:extLst>
          </p:cNvPr>
          <p:cNvSpPr/>
          <p:nvPr/>
        </p:nvSpPr>
        <p:spPr>
          <a:xfrm>
            <a:off x="6485068" y="3181765"/>
            <a:ext cx="360000" cy="36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solidFill>
                  <a:schemeClr val="tx1"/>
                </a:solidFill>
              </a:rPr>
              <a:t>79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1ABDB0A0-5527-4C27-97A8-3CEACAE87EAE}"/>
              </a:ext>
            </a:extLst>
          </p:cNvPr>
          <p:cNvSpPr/>
          <p:nvPr/>
        </p:nvSpPr>
        <p:spPr>
          <a:xfrm>
            <a:off x="6881308" y="3181765"/>
            <a:ext cx="360000" cy="36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solidFill>
                  <a:schemeClr val="tx1"/>
                </a:solidFill>
              </a:rPr>
              <a:t>82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D8F44828-348A-6AEC-0C6F-9B0B63E2D081}"/>
              </a:ext>
            </a:extLst>
          </p:cNvPr>
          <p:cNvSpPr/>
          <p:nvPr/>
        </p:nvSpPr>
        <p:spPr>
          <a:xfrm>
            <a:off x="7277548" y="3181765"/>
            <a:ext cx="360000" cy="36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solidFill>
                  <a:schemeClr val="tx1"/>
                </a:solidFill>
              </a:rPr>
              <a:t>88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C6D45283-A562-63AB-7038-A42E1F592018}"/>
              </a:ext>
            </a:extLst>
          </p:cNvPr>
          <p:cNvSpPr/>
          <p:nvPr/>
        </p:nvSpPr>
        <p:spPr>
          <a:xfrm>
            <a:off x="7673788" y="3181765"/>
            <a:ext cx="360000" cy="36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solidFill>
                  <a:schemeClr val="tx1"/>
                </a:solidFill>
              </a:rPr>
              <a:t>94</a:t>
            </a:r>
            <a:endParaRPr lang="zh-CN" altLang="en-US" sz="1000">
              <a:solidFill>
                <a:schemeClr val="tx1"/>
              </a:solidFill>
            </a:endParaRPr>
          </a:p>
        </p:txBody>
      </p:sp>
      <p:grpSp>
        <p:nvGrpSpPr>
          <p:cNvPr id="62" name="组合 61">
            <a:extLst>
              <a:ext uri="{FF2B5EF4-FFF2-40B4-BE49-F238E27FC236}">
                <a16:creationId xmlns:a16="http://schemas.microsoft.com/office/drawing/2014/main" id="{6C98FE39-D8E8-D548-2F5B-4D2B1404B786}"/>
              </a:ext>
            </a:extLst>
          </p:cNvPr>
          <p:cNvGrpSpPr/>
          <p:nvPr/>
        </p:nvGrpSpPr>
        <p:grpSpPr>
          <a:xfrm>
            <a:off x="3711388" y="3541765"/>
            <a:ext cx="360000" cy="636495"/>
            <a:chOff x="3711388" y="1892965"/>
            <a:chExt cx="360000" cy="636495"/>
          </a:xfrm>
        </p:grpSpPr>
        <p:cxnSp>
          <p:nvCxnSpPr>
            <p:cNvPr id="63" name="直接箭头连接符 62">
              <a:extLst>
                <a:ext uri="{FF2B5EF4-FFF2-40B4-BE49-F238E27FC236}">
                  <a16:creationId xmlns:a16="http://schemas.microsoft.com/office/drawing/2014/main" id="{0F5C56BE-E746-3164-45FE-1E26487BAE6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91388" y="1892965"/>
              <a:ext cx="0" cy="3600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64" name="矩形 63">
              <a:extLst>
                <a:ext uri="{FF2B5EF4-FFF2-40B4-BE49-F238E27FC236}">
                  <a16:creationId xmlns:a16="http://schemas.microsoft.com/office/drawing/2014/main" id="{344A23C9-9A2D-00DC-B350-98165491923E}"/>
                </a:ext>
              </a:extLst>
            </p:cNvPr>
            <p:cNvSpPr/>
            <p:nvPr/>
          </p:nvSpPr>
          <p:spPr>
            <a:xfrm>
              <a:off x="3711388" y="2169460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L</a:t>
              </a:r>
              <a:endParaRPr lang="zh-CN" altLang="en-US" sz="1000">
                <a:solidFill>
                  <a:schemeClr val="tx1"/>
                </a:solidFill>
              </a:endParaRPr>
            </a:p>
          </p:txBody>
        </p:sp>
      </p:grp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10AF3AA4-9A3F-1D63-8A0F-4B57587A0A39}"/>
              </a:ext>
            </a:extLst>
          </p:cNvPr>
          <p:cNvGrpSpPr/>
          <p:nvPr/>
        </p:nvGrpSpPr>
        <p:grpSpPr>
          <a:xfrm>
            <a:off x="5296348" y="3541765"/>
            <a:ext cx="360000" cy="636495"/>
            <a:chOff x="7673788" y="1892965"/>
            <a:chExt cx="360000" cy="636495"/>
          </a:xfrm>
        </p:grpSpPr>
        <p:sp>
          <p:nvSpPr>
            <p:cNvPr id="66" name="矩形 65">
              <a:extLst>
                <a:ext uri="{FF2B5EF4-FFF2-40B4-BE49-F238E27FC236}">
                  <a16:creationId xmlns:a16="http://schemas.microsoft.com/office/drawing/2014/main" id="{9D4AAD23-4A7A-E9BF-D012-379CD548A6F2}"/>
                </a:ext>
              </a:extLst>
            </p:cNvPr>
            <p:cNvSpPr/>
            <p:nvPr/>
          </p:nvSpPr>
          <p:spPr>
            <a:xfrm>
              <a:off x="7673788" y="2169460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H</a:t>
              </a:r>
              <a:endParaRPr lang="zh-CN" altLang="en-US" sz="1000">
                <a:solidFill>
                  <a:schemeClr val="tx1"/>
                </a:solidFill>
              </a:endParaRPr>
            </a:p>
          </p:txBody>
        </p:sp>
        <p:cxnSp>
          <p:nvCxnSpPr>
            <p:cNvPr id="67" name="直接箭头连接符 66">
              <a:extLst>
                <a:ext uri="{FF2B5EF4-FFF2-40B4-BE49-F238E27FC236}">
                  <a16:creationId xmlns:a16="http://schemas.microsoft.com/office/drawing/2014/main" id="{93A26EE3-D28B-F4C2-51CA-34B7B25B127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53788" y="1892965"/>
              <a:ext cx="0" cy="3600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68" name="组合 67">
            <a:extLst>
              <a:ext uri="{FF2B5EF4-FFF2-40B4-BE49-F238E27FC236}">
                <a16:creationId xmlns:a16="http://schemas.microsoft.com/office/drawing/2014/main" id="{74FAFC84-DF6D-A8ED-E6C3-5EB8184591CB}"/>
              </a:ext>
            </a:extLst>
          </p:cNvPr>
          <p:cNvGrpSpPr/>
          <p:nvPr/>
        </p:nvGrpSpPr>
        <p:grpSpPr>
          <a:xfrm>
            <a:off x="4503868" y="3541765"/>
            <a:ext cx="360000" cy="636495"/>
            <a:chOff x="7673788" y="1892965"/>
            <a:chExt cx="360000" cy="636495"/>
          </a:xfrm>
        </p:grpSpPr>
        <p:sp>
          <p:nvSpPr>
            <p:cNvPr id="69" name="矩形 68">
              <a:extLst>
                <a:ext uri="{FF2B5EF4-FFF2-40B4-BE49-F238E27FC236}">
                  <a16:creationId xmlns:a16="http://schemas.microsoft.com/office/drawing/2014/main" id="{D7CE5EA5-A1C5-D365-2447-2759FAD373A0}"/>
                </a:ext>
              </a:extLst>
            </p:cNvPr>
            <p:cNvSpPr/>
            <p:nvPr/>
          </p:nvSpPr>
          <p:spPr>
            <a:xfrm>
              <a:off x="7673788" y="2169460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M</a:t>
              </a:r>
              <a:endParaRPr lang="zh-CN" altLang="en-US" sz="1000">
                <a:solidFill>
                  <a:schemeClr val="tx1"/>
                </a:solidFill>
              </a:endParaRPr>
            </a:p>
          </p:txBody>
        </p:sp>
        <p:cxnSp>
          <p:nvCxnSpPr>
            <p:cNvPr id="70" name="直接箭头连接符 69">
              <a:extLst>
                <a:ext uri="{FF2B5EF4-FFF2-40B4-BE49-F238E27FC236}">
                  <a16:creationId xmlns:a16="http://schemas.microsoft.com/office/drawing/2014/main" id="{01EF02E9-B6DA-C3C6-DA6A-1E87BA7309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53788" y="1892965"/>
              <a:ext cx="0" cy="3600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72" name="矩形 71">
            <a:extLst>
              <a:ext uri="{FF2B5EF4-FFF2-40B4-BE49-F238E27FC236}">
                <a16:creationId xmlns:a16="http://schemas.microsoft.com/office/drawing/2014/main" id="{E962F09A-7848-F4BC-1417-7C6554C831C9}"/>
              </a:ext>
            </a:extLst>
          </p:cNvPr>
          <p:cNvSpPr/>
          <p:nvPr/>
        </p:nvSpPr>
        <p:spPr>
          <a:xfrm>
            <a:off x="2297327" y="6131870"/>
            <a:ext cx="5736457" cy="3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000">
                <a:solidFill>
                  <a:schemeClr val="tx1"/>
                </a:solidFill>
              </a:rPr>
              <a:t>第</a:t>
            </a:r>
            <a:r>
              <a:rPr lang="en-US" altLang="zh-CN" sz="1000">
                <a:solidFill>
                  <a:schemeClr val="tx1"/>
                </a:solidFill>
              </a:rPr>
              <a:t>3</a:t>
            </a:r>
            <a:r>
              <a:rPr lang="zh-CN" altLang="en-US" sz="1000">
                <a:solidFill>
                  <a:schemeClr val="tx1"/>
                </a:solidFill>
              </a:rPr>
              <a:t>次查找：</a:t>
            </a:r>
            <a:r>
              <a:rPr lang="en-US" altLang="zh-CN" sz="1000">
                <a:solidFill>
                  <a:schemeClr val="tx1"/>
                </a:solidFill>
              </a:rPr>
              <a:t>mid = (low + high)/2 = (3 + 4)/2 = 3</a:t>
            </a:r>
            <a:r>
              <a:rPr lang="zh-CN" altLang="en-US" sz="1000">
                <a:solidFill>
                  <a:schemeClr val="tx1"/>
                </a:solidFill>
              </a:rPr>
              <a:t>；</a:t>
            </a:r>
            <a:r>
              <a:rPr lang="en-US" altLang="zh-CN" sz="1000">
                <a:solidFill>
                  <a:schemeClr val="tx1"/>
                </a:solidFill>
              </a:rPr>
              <a:t>21== 21</a:t>
            </a:r>
            <a:r>
              <a:rPr lang="zh-CN" altLang="en-US" sz="1000">
                <a:solidFill>
                  <a:schemeClr val="tx1"/>
                </a:solidFill>
              </a:rPr>
              <a:t>，查找结束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grpSp>
        <p:nvGrpSpPr>
          <p:cNvPr id="73" name="组合 72">
            <a:extLst>
              <a:ext uri="{FF2B5EF4-FFF2-40B4-BE49-F238E27FC236}">
                <a16:creationId xmlns:a16="http://schemas.microsoft.com/office/drawing/2014/main" id="{2C20017D-BA00-947F-0E81-5B5F28048608}"/>
              </a:ext>
            </a:extLst>
          </p:cNvPr>
          <p:cNvGrpSpPr/>
          <p:nvPr/>
        </p:nvGrpSpPr>
        <p:grpSpPr>
          <a:xfrm>
            <a:off x="3711388" y="4785748"/>
            <a:ext cx="4322400" cy="360000"/>
            <a:chOff x="3711388" y="1102659"/>
            <a:chExt cx="4322400" cy="360000"/>
          </a:xfrm>
        </p:grpSpPr>
        <p:sp>
          <p:nvSpPr>
            <p:cNvPr id="74" name="矩形 73">
              <a:extLst>
                <a:ext uri="{FF2B5EF4-FFF2-40B4-BE49-F238E27FC236}">
                  <a16:creationId xmlns:a16="http://schemas.microsoft.com/office/drawing/2014/main" id="{9F5A90D6-C468-2F83-0EB2-8B812A15356F}"/>
                </a:ext>
              </a:extLst>
            </p:cNvPr>
            <p:cNvSpPr/>
            <p:nvPr/>
          </p:nvSpPr>
          <p:spPr>
            <a:xfrm>
              <a:off x="3711388" y="1102659"/>
              <a:ext cx="360000" cy="36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0</a:t>
              </a:r>
              <a:endParaRPr lang="zh-CN" altLang="en-US" sz="1000">
                <a:solidFill>
                  <a:schemeClr val="tx1"/>
                </a:solidFill>
              </a:endParaRPr>
            </a:p>
          </p:txBody>
        </p:sp>
        <p:sp>
          <p:nvSpPr>
            <p:cNvPr id="75" name="矩形 74">
              <a:extLst>
                <a:ext uri="{FF2B5EF4-FFF2-40B4-BE49-F238E27FC236}">
                  <a16:creationId xmlns:a16="http://schemas.microsoft.com/office/drawing/2014/main" id="{55AE67E5-EBE3-1BE0-E1DD-0DD6D19C681C}"/>
                </a:ext>
              </a:extLst>
            </p:cNvPr>
            <p:cNvSpPr/>
            <p:nvPr/>
          </p:nvSpPr>
          <p:spPr>
            <a:xfrm>
              <a:off x="4107628" y="1102659"/>
              <a:ext cx="360000" cy="36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1</a:t>
              </a:r>
              <a:endParaRPr lang="zh-CN" altLang="en-US" sz="1000">
                <a:solidFill>
                  <a:schemeClr val="tx1"/>
                </a:solidFill>
              </a:endParaRPr>
            </a:p>
          </p:txBody>
        </p:sp>
        <p:sp>
          <p:nvSpPr>
            <p:cNvPr id="76" name="矩形 75">
              <a:extLst>
                <a:ext uri="{FF2B5EF4-FFF2-40B4-BE49-F238E27FC236}">
                  <a16:creationId xmlns:a16="http://schemas.microsoft.com/office/drawing/2014/main" id="{74C380C5-FB61-0A84-63F6-BF7B6E5E3683}"/>
                </a:ext>
              </a:extLst>
            </p:cNvPr>
            <p:cNvSpPr/>
            <p:nvPr/>
          </p:nvSpPr>
          <p:spPr>
            <a:xfrm>
              <a:off x="4503868" y="1102659"/>
              <a:ext cx="360000" cy="36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2</a:t>
              </a:r>
              <a:endParaRPr lang="zh-CN" altLang="en-US" sz="1000">
                <a:solidFill>
                  <a:schemeClr val="tx1"/>
                </a:solidFill>
              </a:endParaRPr>
            </a:p>
          </p:txBody>
        </p:sp>
        <p:sp>
          <p:nvSpPr>
            <p:cNvPr id="77" name="矩形 76">
              <a:extLst>
                <a:ext uri="{FF2B5EF4-FFF2-40B4-BE49-F238E27FC236}">
                  <a16:creationId xmlns:a16="http://schemas.microsoft.com/office/drawing/2014/main" id="{CA6BB539-10D8-340E-D2BB-E787C91929DB}"/>
                </a:ext>
              </a:extLst>
            </p:cNvPr>
            <p:cNvSpPr/>
            <p:nvPr/>
          </p:nvSpPr>
          <p:spPr>
            <a:xfrm>
              <a:off x="4900108" y="1102659"/>
              <a:ext cx="360000" cy="36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3</a:t>
              </a:r>
              <a:endParaRPr lang="zh-CN" altLang="en-US" sz="1000">
                <a:solidFill>
                  <a:schemeClr val="tx1"/>
                </a:solidFill>
              </a:endParaRPr>
            </a:p>
          </p:txBody>
        </p:sp>
        <p:sp>
          <p:nvSpPr>
            <p:cNvPr id="78" name="矩形 77">
              <a:extLst>
                <a:ext uri="{FF2B5EF4-FFF2-40B4-BE49-F238E27FC236}">
                  <a16:creationId xmlns:a16="http://schemas.microsoft.com/office/drawing/2014/main" id="{8D884B92-BBF7-8DC1-3230-720E65977698}"/>
                </a:ext>
              </a:extLst>
            </p:cNvPr>
            <p:cNvSpPr/>
            <p:nvPr/>
          </p:nvSpPr>
          <p:spPr>
            <a:xfrm>
              <a:off x="5296348" y="1102659"/>
              <a:ext cx="360000" cy="36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4</a:t>
              </a:r>
              <a:endParaRPr lang="zh-CN" altLang="en-US" sz="1000">
                <a:solidFill>
                  <a:schemeClr val="tx1"/>
                </a:solidFill>
              </a:endParaRPr>
            </a:p>
          </p:txBody>
        </p:sp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D7DF9A9F-263F-7F4C-CEC0-9942BB42852D}"/>
                </a:ext>
              </a:extLst>
            </p:cNvPr>
            <p:cNvSpPr/>
            <p:nvPr/>
          </p:nvSpPr>
          <p:spPr>
            <a:xfrm>
              <a:off x="5692588" y="1102659"/>
              <a:ext cx="360000" cy="36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5</a:t>
              </a:r>
              <a:endParaRPr lang="zh-CN" altLang="en-US" sz="1000">
                <a:solidFill>
                  <a:schemeClr val="tx1"/>
                </a:solidFill>
              </a:endParaRPr>
            </a:p>
          </p:txBody>
        </p:sp>
        <p:sp>
          <p:nvSpPr>
            <p:cNvPr id="80" name="矩形 79">
              <a:extLst>
                <a:ext uri="{FF2B5EF4-FFF2-40B4-BE49-F238E27FC236}">
                  <a16:creationId xmlns:a16="http://schemas.microsoft.com/office/drawing/2014/main" id="{EE68F8F4-6454-9401-9E8F-BC4757FA2A99}"/>
                </a:ext>
              </a:extLst>
            </p:cNvPr>
            <p:cNvSpPr/>
            <p:nvPr/>
          </p:nvSpPr>
          <p:spPr>
            <a:xfrm>
              <a:off x="6088828" y="1102659"/>
              <a:ext cx="360000" cy="36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6</a:t>
              </a:r>
              <a:endParaRPr lang="zh-CN" altLang="en-US" sz="1000">
                <a:solidFill>
                  <a:schemeClr val="tx1"/>
                </a:solidFill>
              </a:endParaRPr>
            </a:p>
          </p:txBody>
        </p:sp>
        <p:sp>
          <p:nvSpPr>
            <p:cNvPr id="81" name="矩形 80">
              <a:extLst>
                <a:ext uri="{FF2B5EF4-FFF2-40B4-BE49-F238E27FC236}">
                  <a16:creationId xmlns:a16="http://schemas.microsoft.com/office/drawing/2014/main" id="{E6DD802D-85EC-11D0-E6AC-C8782E4099ED}"/>
                </a:ext>
              </a:extLst>
            </p:cNvPr>
            <p:cNvSpPr/>
            <p:nvPr/>
          </p:nvSpPr>
          <p:spPr>
            <a:xfrm>
              <a:off x="6485068" y="1102659"/>
              <a:ext cx="360000" cy="36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7</a:t>
              </a:r>
              <a:endParaRPr lang="zh-CN" altLang="en-US" sz="1000">
                <a:solidFill>
                  <a:schemeClr val="tx1"/>
                </a:solidFill>
              </a:endParaRPr>
            </a:p>
          </p:txBody>
        </p:sp>
        <p:sp>
          <p:nvSpPr>
            <p:cNvPr id="82" name="矩形 81">
              <a:extLst>
                <a:ext uri="{FF2B5EF4-FFF2-40B4-BE49-F238E27FC236}">
                  <a16:creationId xmlns:a16="http://schemas.microsoft.com/office/drawing/2014/main" id="{C299E564-BAD7-4024-AF05-1BFBA27867A0}"/>
                </a:ext>
              </a:extLst>
            </p:cNvPr>
            <p:cNvSpPr/>
            <p:nvPr/>
          </p:nvSpPr>
          <p:spPr>
            <a:xfrm>
              <a:off x="6881308" y="1102659"/>
              <a:ext cx="360000" cy="36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8</a:t>
              </a:r>
              <a:endParaRPr lang="zh-CN" altLang="en-US" sz="1000">
                <a:solidFill>
                  <a:schemeClr val="tx1"/>
                </a:solidFill>
              </a:endParaRPr>
            </a:p>
          </p:txBody>
        </p:sp>
        <p:sp>
          <p:nvSpPr>
            <p:cNvPr id="83" name="矩形 82">
              <a:extLst>
                <a:ext uri="{FF2B5EF4-FFF2-40B4-BE49-F238E27FC236}">
                  <a16:creationId xmlns:a16="http://schemas.microsoft.com/office/drawing/2014/main" id="{D04296F2-6B35-8A3D-6C7B-EFEADD5DF0D1}"/>
                </a:ext>
              </a:extLst>
            </p:cNvPr>
            <p:cNvSpPr/>
            <p:nvPr/>
          </p:nvSpPr>
          <p:spPr>
            <a:xfrm>
              <a:off x="7277548" y="1102659"/>
              <a:ext cx="360000" cy="36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9</a:t>
              </a:r>
              <a:endParaRPr lang="zh-CN" altLang="en-US" sz="1000">
                <a:solidFill>
                  <a:schemeClr val="tx1"/>
                </a:solidFill>
              </a:endParaRPr>
            </a:p>
          </p:txBody>
        </p:sp>
        <p:sp>
          <p:nvSpPr>
            <p:cNvPr id="84" name="矩形 83">
              <a:extLst>
                <a:ext uri="{FF2B5EF4-FFF2-40B4-BE49-F238E27FC236}">
                  <a16:creationId xmlns:a16="http://schemas.microsoft.com/office/drawing/2014/main" id="{1D8BF37C-998F-FADA-3863-44098EC6B41C}"/>
                </a:ext>
              </a:extLst>
            </p:cNvPr>
            <p:cNvSpPr/>
            <p:nvPr/>
          </p:nvSpPr>
          <p:spPr>
            <a:xfrm>
              <a:off x="7673788" y="1102659"/>
              <a:ext cx="360000" cy="36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10</a:t>
              </a:r>
              <a:endParaRPr lang="zh-CN" altLang="en-US" sz="1000">
                <a:solidFill>
                  <a:schemeClr val="tx1"/>
                </a:solidFill>
              </a:endParaRPr>
            </a:p>
          </p:txBody>
        </p:sp>
      </p:grpSp>
      <p:sp>
        <p:nvSpPr>
          <p:cNvPr id="85" name="矩形 84">
            <a:extLst>
              <a:ext uri="{FF2B5EF4-FFF2-40B4-BE49-F238E27FC236}">
                <a16:creationId xmlns:a16="http://schemas.microsoft.com/office/drawing/2014/main" id="{749C5BC6-7BD2-3172-8826-19F661909B2D}"/>
              </a:ext>
            </a:extLst>
          </p:cNvPr>
          <p:cNvSpPr/>
          <p:nvPr/>
        </p:nvSpPr>
        <p:spPr>
          <a:xfrm>
            <a:off x="3711388" y="5216054"/>
            <a:ext cx="360000" cy="36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solidFill>
                  <a:schemeClr val="tx1"/>
                </a:solidFill>
              </a:rPr>
              <a:t>6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063D18F6-3A44-49F7-6CB7-67B50E22C5F9}"/>
              </a:ext>
            </a:extLst>
          </p:cNvPr>
          <p:cNvSpPr/>
          <p:nvPr/>
        </p:nvSpPr>
        <p:spPr>
          <a:xfrm>
            <a:off x="4107628" y="5216054"/>
            <a:ext cx="360000" cy="36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solidFill>
                  <a:schemeClr val="tx1"/>
                </a:solidFill>
              </a:rPr>
              <a:t>10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7ECD2016-828E-BA53-F24B-F2DA4C35C24D}"/>
              </a:ext>
            </a:extLst>
          </p:cNvPr>
          <p:cNvSpPr/>
          <p:nvPr/>
        </p:nvSpPr>
        <p:spPr>
          <a:xfrm>
            <a:off x="4503868" y="5216054"/>
            <a:ext cx="360000" cy="360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solidFill>
                  <a:schemeClr val="bg1"/>
                </a:solidFill>
              </a:rPr>
              <a:t>20</a:t>
            </a:r>
            <a:endParaRPr lang="zh-CN" altLang="en-US" sz="1000">
              <a:solidFill>
                <a:schemeClr val="bg1"/>
              </a:solidFill>
            </a:endParaRPr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C0AEF018-E8AC-34FE-EC5F-1A8BC99D0C9F}"/>
              </a:ext>
            </a:extLst>
          </p:cNvPr>
          <p:cNvSpPr/>
          <p:nvPr/>
        </p:nvSpPr>
        <p:spPr>
          <a:xfrm>
            <a:off x="4900108" y="5216054"/>
            <a:ext cx="360000" cy="36000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solidFill>
                  <a:schemeClr val="bg1"/>
                </a:solidFill>
              </a:rPr>
              <a:t>21</a:t>
            </a:r>
            <a:endParaRPr lang="zh-CN" altLang="en-US" sz="1000">
              <a:solidFill>
                <a:schemeClr val="bg1"/>
              </a:solidFill>
            </a:endParaRPr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77D599D1-C8C7-C675-E65F-969321CB4D1F}"/>
              </a:ext>
            </a:extLst>
          </p:cNvPr>
          <p:cNvSpPr/>
          <p:nvPr/>
        </p:nvSpPr>
        <p:spPr>
          <a:xfrm>
            <a:off x="5296348" y="5216054"/>
            <a:ext cx="360000" cy="36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solidFill>
                  <a:schemeClr val="tx1"/>
                </a:solidFill>
              </a:rPr>
              <a:t>49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6D5AF1EA-69B2-E050-13D7-62F47321A2CA}"/>
              </a:ext>
            </a:extLst>
          </p:cNvPr>
          <p:cNvSpPr/>
          <p:nvPr/>
        </p:nvSpPr>
        <p:spPr>
          <a:xfrm>
            <a:off x="5692588" y="5216054"/>
            <a:ext cx="360000" cy="36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solidFill>
                  <a:schemeClr val="bg1"/>
                </a:solidFill>
              </a:rPr>
              <a:t>51</a:t>
            </a:r>
            <a:endParaRPr lang="zh-CN" altLang="en-US" sz="1000">
              <a:solidFill>
                <a:schemeClr val="bg1"/>
              </a:solidFill>
            </a:endParaRPr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08F65B15-F0DA-61EB-A365-6C3AF6B5812A}"/>
              </a:ext>
            </a:extLst>
          </p:cNvPr>
          <p:cNvSpPr/>
          <p:nvPr/>
        </p:nvSpPr>
        <p:spPr>
          <a:xfrm>
            <a:off x="6088828" y="5216054"/>
            <a:ext cx="360000" cy="36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solidFill>
                  <a:schemeClr val="tx1"/>
                </a:solidFill>
              </a:rPr>
              <a:t>69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D07E85EC-7A78-B3EE-006F-02D7E1C78CE2}"/>
              </a:ext>
            </a:extLst>
          </p:cNvPr>
          <p:cNvSpPr/>
          <p:nvPr/>
        </p:nvSpPr>
        <p:spPr>
          <a:xfrm>
            <a:off x="6485068" y="5216054"/>
            <a:ext cx="360000" cy="36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solidFill>
                  <a:schemeClr val="tx1"/>
                </a:solidFill>
              </a:rPr>
              <a:t>79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8AD1BBC4-1C9B-CCAE-3D40-0D5F607FE9EF}"/>
              </a:ext>
            </a:extLst>
          </p:cNvPr>
          <p:cNvSpPr/>
          <p:nvPr/>
        </p:nvSpPr>
        <p:spPr>
          <a:xfrm>
            <a:off x="6881308" y="5216054"/>
            <a:ext cx="360000" cy="36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solidFill>
                  <a:schemeClr val="tx1"/>
                </a:solidFill>
              </a:rPr>
              <a:t>82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810129C6-2677-6D01-A07E-CF047E0B14E7}"/>
              </a:ext>
            </a:extLst>
          </p:cNvPr>
          <p:cNvSpPr/>
          <p:nvPr/>
        </p:nvSpPr>
        <p:spPr>
          <a:xfrm>
            <a:off x="7277548" y="5216054"/>
            <a:ext cx="360000" cy="36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solidFill>
                  <a:schemeClr val="tx1"/>
                </a:solidFill>
              </a:rPr>
              <a:t>88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8C0BD436-2368-47E2-B2A5-2FDDBA66C0F2}"/>
              </a:ext>
            </a:extLst>
          </p:cNvPr>
          <p:cNvSpPr/>
          <p:nvPr/>
        </p:nvSpPr>
        <p:spPr>
          <a:xfrm>
            <a:off x="7673788" y="5216054"/>
            <a:ext cx="360000" cy="36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solidFill>
                  <a:schemeClr val="tx1"/>
                </a:solidFill>
              </a:rPr>
              <a:t>94</a:t>
            </a:r>
            <a:endParaRPr lang="zh-CN" altLang="en-US" sz="1000">
              <a:solidFill>
                <a:schemeClr val="tx1"/>
              </a:solidFill>
            </a:endParaRPr>
          </a:p>
        </p:txBody>
      </p:sp>
      <p:grpSp>
        <p:nvGrpSpPr>
          <p:cNvPr id="96" name="组合 95">
            <a:extLst>
              <a:ext uri="{FF2B5EF4-FFF2-40B4-BE49-F238E27FC236}">
                <a16:creationId xmlns:a16="http://schemas.microsoft.com/office/drawing/2014/main" id="{B142370E-9C79-0B4C-D764-AC027667E37C}"/>
              </a:ext>
            </a:extLst>
          </p:cNvPr>
          <p:cNvGrpSpPr/>
          <p:nvPr/>
        </p:nvGrpSpPr>
        <p:grpSpPr>
          <a:xfrm>
            <a:off x="4810458" y="5576054"/>
            <a:ext cx="360000" cy="636495"/>
            <a:chOff x="3711388" y="1892965"/>
            <a:chExt cx="360000" cy="636495"/>
          </a:xfrm>
        </p:grpSpPr>
        <p:cxnSp>
          <p:nvCxnSpPr>
            <p:cNvPr id="97" name="直接箭头连接符 96">
              <a:extLst>
                <a:ext uri="{FF2B5EF4-FFF2-40B4-BE49-F238E27FC236}">
                  <a16:creationId xmlns:a16="http://schemas.microsoft.com/office/drawing/2014/main" id="{1D002B23-411D-634A-755A-D412115EFC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91388" y="1892965"/>
              <a:ext cx="0" cy="3600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98" name="矩形 97">
              <a:extLst>
                <a:ext uri="{FF2B5EF4-FFF2-40B4-BE49-F238E27FC236}">
                  <a16:creationId xmlns:a16="http://schemas.microsoft.com/office/drawing/2014/main" id="{79087F23-75DC-01D2-9B0C-49B8CE3199DC}"/>
                </a:ext>
              </a:extLst>
            </p:cNvPr>
            <p:cNvSpPr/>
            <p:nvPr/>
          </p:nvSpPr>
          <p:spPr>
            <a:xfrm>
              <a:off x="3711388" y="2169460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L</a:t>
              </a:r>
              <a:endParaRPr lang="zh-CN" altLang="en-US" sz="1000">
                <a:solidFill>
                  <a:schemeClr val="tx1"/>
                </a:solidFill>
              </a:endParaRPr>
            </a:p>
          </p:txBody>
        </p:sp>
      </p:grpSp>
      <p:grpSp>
        <p:nvGrpSpPr>
          <p:cNvPr id="99" name="组合 98">
            <a:extLst>
              <a:ext uri="{FF2B5EF4-FFF2-40B4-BE49-F238E27FC236}">
                <a16:creationId xmlns:a16="http://schemas.microsoft.com/office/drawing/2014/main" id="{DE251AA6-3BCC-EAD2-3C0D-6E00EF0D6EE0}"/>
              </a:ext>
            </a:extLst>
          </p:cNvPr>
          <p:cNvGrpSpPr/>
          <p:nvPr/>
        </p:nvGrpSpPr>
        <p:grpSpPr>
          <a:xfrm>
            <a:off x="5296348" y="5576054"/>
            <a:ext cx="360000" cy="636495"/>
            <a:chOff x="7673788" y="1892965"/>
            <a:chExt cx="360000" cy="636495"/>
          </a:xfrm>
        </p:grpSpPr>
        <p:sp>
          <p:nvSpPr>
            <p:cNvPr id="100" name="矩形 99">
              <a:extLst>
                <a:ext uri="{FF2B5EF4-FFF2-40B4-BE49-F238E27FC236}">
                  <a16:creationId xmlns:a16="http://schemas.microsoft.com/office/drawing/2014/main" id="{5A0B94E3-E694-7BD7-8A2D-C88C0F21AB52}"/>
                </a:ext>
              </a:extLst>
            </p:cNvPr>
            <p:cNvSpPr/>
            <p:nvPr/>
          </p:nvSpPr>
          <p:spPr>
            <a:xfrm>
              <a:off x="7673788" y="2169460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H</a:t>
              </a:r>
              <a:endParaRPr lang="zh-CN" altLang="en-US" sz="1000">
                <a:solidFill>
                  <a:schemeClr val="tx1"/>
                </a:solidFill>
              </a:endParaRPr>
            </a:p>
          </p:txBody>
        </p:sp>
        <p:cxnSp>
          <p:nvCxnSpPr>
            <p:cNvPr id="101" name="直接箭头连接符 100">
              <a:extLst>
                <a:ext uri="{FF2B5EF4-FFF2-40B4-BE49-F238E27FC236}">
                  <a16:creationId xmlns:a16="http://schemas.microsoft.com/office/drawing/2014/main" id="{9F35BDDF-AA11-8E62-A615-5B9325C689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53788" y="1892965"/>
              <a:ext cx="0" cy="3600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102" name="组合 101">
            <a:extLst>
              <a:ext uri="{FF2B5EF4-FFF2-40B4-BE49-F238E27FC236}">
                <a16:creationId xmlns:a16="http://schemas.microsoft.com/office/drawing/2014/main" id="{DD25D636-73A3-EE1E-E049-34C48DD4A0F3}"/>
              </a:ext>
            </a:extLst>
          </p:cNvPr>
          <p:cNvGrpSpPr/>
          <p:nvPr/>
        </p:nvGrpSpPr>
        <p:grpSpPr>
          <a:xfrm>
            <a:off x="5016653" y="5576054"/>
            <a:ext cx="360000" cy="636495"/>
            <a:chOff x="7673788" y="1892965"/>
            <a:chExt cx="360000" cy="636495"/>
          </a:xfrm>
        </p:grpSpPr>
        <p:sp>
          <p:nvSpPr>
            <p:cNvPr id="103" name="矩形 102">
              <a:extLst>
                <a:ext uri="{FF2B5EF4-FFF2-40B4-BE49-F238E27FC236}">
                  <a16:creationId xmlns:a16="http://schemas.microsoft.com/office/drawing/2014/main" id="{6A299539-C7D7-DF62-F74F-ABF71DF12EBC}"/>
                </a:ext>
              </a:extLst>
            </p:cNvPr>
            <p:cNvSpPr/>
            <p:nvPr/>
          </p:nvSpPr>
          <p:spPr>
            <a:xfrm>
              <a:off x="7673788" y="2169460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M</a:t>
              </a:r>
              <a:endParaRPr lang="zh-CN" altLang="en-US" sz="1000">
                <a:solidFill>
                  <a:schemeClr val="tx1"/>
                </a:solidFill>
              </a:endParaRPr>
            </a:p>
          </p:txBody>
        </p:sp>
        <p:cxnSp>
          <p:nvCxnSpPr>
            <p:cNvPr id="104" name="直接箭头连接符 103">
              <a:extLst>
                <a:ext uri="{FF2B5EF4-FFF2-40B4-BE49-F238E27FC236}">
                  <a16:creationId xmlns:a16="http://schemas.microsoft.com/office/drawing/2014/main" id="{D3C784BB-99CA-C0B7-9787-7C437300AEB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53788" y="1892965"/>
              <a:ext cx="0" cy="3600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343319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4200305-72A1-8A22-B095-471374737BF2}"/>
              </a:ext>
            </a:extLst>
          </p:cNvPr>
          <p:cNvSpPr/>
          <p:nvPr/>
        </p:nvSpPr>
        <p:spPr>
          <a:xfrm>
            <a:off x="4027517" y="2089376"/>
            <a:ext cx="108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>
                <a:solidFill>
                  <a:schemeClr val="tx1"/>
                </a:solidFill>
              </a:rPr>
              <a:t>子模块</a:t>
            </a:r>
            <a:r>
              <a:rPr lang="en-US" altLang="zh-CN" sz="1000">
                <a:solidFill>
                  <a:schemeClr val="tx1"/>
                </a:solidFill>
              </a:rPr>
              <a:t>A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04CEC4-ABC0-9737-0E4B-37DB06CC9206}"/>
              </a:ext>
            </a:extLst>
          </p:cNvPr>
          <p:cNvSpPr/>
          <p:nvPr/>
        </p:nvSpPr>
        <p:spPr>
          <a:xfrm>
            <a:off x="4027517" y="3245824"/>
            <a:ext cx="1080000" cy="36000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/>
              <a:t>父模块</a:t>
            </a:r>
            <a:r>
              <a:rPr lang="en-US" altLang="zh-CN" sz="1000"/>
              <a:t>C</a:t>
            </a:r>
            <a:endParaRPr lang="zh-CN" altLang="en-US" sz="100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920E68C-9C75-4B29-ED9A-3B1D73E3CEA7}"/>
              </a:ext>
            </a:extLst>
          </p:cNvPr>
          <p:cNvSpPr/>
          <p:nvPr/>
        </p:nvSpPr>
        <p:spPr>
          <a:xfrm>
            <a:off x="4027517" y="4402273"/>
            <a:ext cx="108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>
                <a:solidFill>
                  <a:schemeClr val="tx1"/>
                </a:solidFill>
              </a:rPr>
              <a:t>子模块</a:t>
            </a:r>
            <a:r>
              <a:rPr lang="en-US" altLang="zh-CN" sz="1000">
                <a:solidFill>
                  <a:schemeClr val="tx1"/>
                </a:solidFill>
              </a:rPr>
              <a:t>B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556A0D6-2B53-EFAB-6B25-BF23B6FFD111}"/>
              </a:ext>
            </a:extLst>
          </p:cNvPr>
          <p:cNvSpPr/>
          <p:nvPr/>
        </p:nvSpPr>
        <p:spPr>
          <a:xfrm>
            <a:off x="5963894" y="2089376"/>
            <a:ext cx="1080000" cy="2672897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/>
              <a:t>全局数据结构</a:t>
            </a: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C44A059F-5FF8-752A-136F-8F27E69BFFBF}"/>
              </a:ext>
            </a:extLst>
          </p:cNvPr>
          <p:cNvCxnSpPr>
            <a:stCxn id="2" idx="2"/>
            <a:endCxn id="3" idx="0"/>
          </p:cNvCxnSpPr>
          <p:nvPr/>
        </p:nvCxnSpPr>
        <p:spPr>
          <a:xfrm>
            <a:off x="4567517" y="2449376"/>
            <a:ext cx="0" cy="79644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82575FD3-F6F6-82F4-1560-D072754BF0C1}"/>
              </a:ext>
            </a:extLst>
          </p:cNvPr>
          <p:cNvCxnSpPr>
            <a:stCxn id="3" idx="2"/>
            <a:endCxn id="4" idx="0"/>
          </p:cNvCxnSpPr>
          <p:nvPr/>
        </p:nvCxnSpPr>
        <p:spPr>
          <a:xfrm>
            <a:off x="4567517" y="3605824"/>
            <a:ext cx="0" cy="79644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78" name="直接箭头连接符 77">
            <a:extLst>
              <a:ext uri="{FF2B5EF4-FFF2-40B4-BE49-F238E27FC236}">
                <a16:creationId xmlns:a16="http://schemas.microsoft.com/office/drawing/2014/main" id="{DAF5C8CF-E38F-E154-3533-2DEBD15E091D}"/>
              </a:ext>
            </a:extLst>
          </p:cNvPr>
          <p:cNvCxnSpPr>
            <a:cxnSpLocks/>
          </p:cNvCxnSpPr>
          <p:nvPr/>
        </p:nvCxnSpPr>
        <p:spPr>
          <a:xfrm>
            <a:off x="5142441" y="2268070"/>
            <a:ext cx="7865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81" name="直接箭头连接符 80">
            <a:extLst>
              <a:ext uri="{FF2B5EF4-FFF2-40B4-BE49-F238E27FC236}">
                <a16:creationId xmlns:a16="http://schemas.microsoft.com/office/drawing/2014/main" id="{FBD73121-3546-AF0D-53B7-CE4F3DEC34C7}"/>
              </a:ext>
            </a:extLst>
          </p:cNvPr>
          <p:cNvCxnSpPr>
            <a:cxnSpLocks/>
          </p:cNvCxnSpPr>
          <p:nvPr/>
        </p:nvCxnSpPr>
        <p:spPr>
          <a:xfrm>
            <a:off x="5142441" y="3425172"/>
            <a:ext cx="7865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83" name="直接箭头连接符 82">
            <a:extLst>
              <a:ext uri="{FF2B5EF4-FFF2-40B4-BE49-F238E27FC236}">
                <a16:creationId xmlns:a16="http://schemas.microsoft.com/office/drawing/2014/main" id="{037499B9-0611-F47D-CA8B-A50DB217E2E3}"/>
              </a:ext>
            </a:extLst>
          </p:cNvPr>
          <p:cNvCxnSpPr>
            <a:cxnSpLocks/>
          </p:cNvCxnSpPr>
          <p:nvPr/>
        </p:nvCxnSpPr>
        <p:spPr>
          <a:xfrm>
            <a:off x="5142441" y="4582273"/>
            <a:ext cx="7865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89" name="矩形 88">
            <a:extLst>
              <a:ext uri="{FF2B5EF4-FFF2-40B4-BE49-F238E27FC236}">
                <a16:creationId xmlns:a16="http://schemas.microsoft.com/office/drawing/2014/main" id="{011BF1C6-BD37-69BE-FFE8-4D4322DFA32F}"/>
              </a:ext>
            </a:extLst>
          </p:cNvPr>
          <p:cNvSpPr/>
          <p:nvPr/>
        </p:nvSpPr>
        <p:spPr>
          <a:xfrm>
            <a:off x="4574361" y="2667600"/>
            <a:ext cx="876177" cy="3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000">
                <a:solidFill>
                  <a:schemeClr val="tx1"/>
                </a:solidFill>
              </a:rPr>
              <a:t>引用传递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88F9902E-6BDB-DD93-BC83-37D05C3BD355}"/>
              </a:ext>
            </a:extLst>
          </p:cNvPr>
          <p:cNvSpPr/>
          <p:nvPr/>
        </p:nvSpPr>
        <p:spPr>
          <a:xfrm>
            <a:off x="4574361" y="3824049"/>
            <a:ext cx="876177" cy="3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000">
                <a:solidFill>
                  <a:schemeClr val="tx1"/>
                </a:solidFill>
              </a:rPr>
              <a:t>值传递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66962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299CB8DD-9141-4E6A-16C4-B86809B65F2B}"/>
              </a:ext>
            </a:extLst>
          </p:cNvPr>
          <p:cNvSpPr/>
          <p:nvPr/>
        </p:nvSpPr>
        <p:spPr>
          <a:xfrm>
            <a:off x="3382058" y="2089377"/>
            <a:ext cx="1080000" cy="36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/>
              <a:t>需求分析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02222A7-E370-FC28-7E6B-38A66C12FA0C}"/>
              </a:ext>
            </a:extLst>
          </p:cNvPr>
          <p:cNvSpPr/>
          <p:nvPr/>
        </p:nvSpPr>
        <p:spPr>
          <a:xfrm>
            <a:off x="3812364" y="2860343"/>
            <a:ext cx="1080000" cy="36000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/>
              <a:t>概要设计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717CE44-43CC-6D10-2A94-2A66941769CE}"/>
              </a:ext>
            </a:extLst>
          </p:cNvPr>
          <p:cNvSpPr/>
          <p:nvPr/>
        </p:nvSpPr>
        <p:spPr>
          <a:xfrm>
            <a:off x="4242670" y="3631309"/>
            <a:ext cx="1080000" cy="360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/>
              <a:t>详细设计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D91387F-E0DB-D082-C866-AB4270554FAB}"/>
              </a:ext>
            </a:extLst>
          </p:cNvPr>
          <p:cNvSpPr/>
          <p:nvPr/>
        </p:nvSpPr>
        <p:spPr>
          <a:xfrm>
            <a:off x="4672977" y="4402274"/>
            <a:ext cx="1080000" cy="360000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/>
              <a:t>编码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9FBDE9C-6802-A0C3-63D1-C48882CA63F7}"/>
              </a:ext>
            </a:extLst>
          </p:cNvPr>
          <p:cNvSpPr/>
          <p:nvPr/>
        </p:nvSpPr>
        <p:spPr>
          <a:xfrm>
            <a:off x="7729943" y="2089377"/>
            <a:ext cx="1080000" cy="36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/>
              <a:t>验收测试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DA60585-ACF9-AC88-DE5E-8668188AA835}"/>
              </a:ext>
            </a:extLst>
          </p:cNvPr>
          <p:cNvSpPr/>
          <p:nvPr/>
        </p:nvSpPr>
        <p:spPr>
          <a:xfrm>
            <a:off x="7299636" y="2860343"/>
            <a:ext cx="1080000" cy="36000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/>
              <a:t>系统测试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AFC3A97-3C36-B1E1-2AFD-DE571FD8DAD7}"/>
              </a:ext>
            </a:extLst>
          </p:cNvPr>
          <p:cNvSpPr/>
          <p:nvPr/>
        </p:nvSpPr>
        <p:spPr>
          <a:xfrm>
            <a:off x="6869330" y="3631309"/>
            <a:ext cx="1080000" cy="360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/>
              <a:t>集成测试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EF2A235-382E-936C-B931-DFA30FEF33AA}"/>
              </a:ext>
            </a:extLst>
          </p:cNvPr>
          <p:cNvSpPr/>
          <p:nvPr/>
        </p:nvSpPr>
        <p:spPr>
          <a:xfrm>
            <a:off x="6439024" y="4402274"/>
            <a:ext cx="1080000" cy="360000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/>
              <a:t>单元测试</a:t>
            </a:r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CB875A37-D9A8-D320-814B-2E17916F021A}"/>
              </a:ext>
            </a:extLst>
          </p:cNvPr>
          <p:cNvCxnSpPr>
            <a:stCxn id="4" idx="2"/>
            <a:endCxn id="5" idx="0"/>
          </p:cNvCxnSpPr>
          <p:nvPr/>
        </p:nvCxnSpPr>
        <p:spPr>
          <a:xfrm>
            <a:off x="3922058" y="2449377"/>
            <a:ext cx="430306" cy="4109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9542FCD5-BD17-1B1E-70D0-6C01E708FF19}"/>
              </a:ext>
            </a:extLst>
          </p:cNvPr>
          <p:cNvCxnSpPr>
            <a:stCxn id="5" idx="2"/>
            <a:endCxn id="8" idx="0"/>
          </p:cNvCxnSpPr>
          <p:nvPr/>
        </p:nvCxnSpPr>
        <p:spPr>
          <a:xfrm>
            <a:off x="4352364" y="3220343"/>
            <a:ext cx="430306" cy="4109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0DA0DBFC-3EBD-2345-594F-14897BD7D634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>
            <a:off x="4782670" y="3991309"/>
            <a:ext cx="430307" cy="4109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6F7F3EF2-7B26-C0D0-2A82-9A01B5DE0AE4}"/>
              </a:ext>
            </a:extLst>
          </p:cNvPr>
          <p:cNvCxnSpPr>
            <a:cxnSpLocks/>
            <a:stCxn id="14" idx="0"/>
            <a:endCxn id="13" idx="2"/>
          </p:cNvCxnSpPr>
          <p:nvPr/>
        </p:nvCxnSpPr>
        <p:spPr>
          <a:xfrm flipV="1">
            <a:off x="6979024" y="3991309"/>
            <a:ext cx="430306" cy="4109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9A3B8089-D644-8E6F-73AA-C85EE47135E3}"/>
              </a:ext>
            </a:extLst>
          </p:cNvPr>
          <p:cNvCxnSpPr>
            <a:cxnSpLocks/>
            <a:stCxn id="13" idx="0"/>
            <a:endCxn id="12" idx="2"/>
          </p:cNvCxnSpPr>
          <p:nvPr/>
        </p:nvCxnSpPr>
        <p:spPr>
          <a:xfrm flipV="1">
            <a:off x="7409330" y="3220343"/>
            <a:ext cx="430306" cy="4109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9A9D2732-0D36-D361-2681-F89ADEF51CDB}"/>
              </a:ext>
            </a:extLst>
          </p:cNvPr>
          <p:cNvCxnSpPr>
            <a:cxnSpLocks/>
            <a:stCxn id="12" idx="0"/>
            <a:endCxn id="11" idx="2"/>
          </p:cNvCxnSpPr>
          <p:nvPr/>
        </p:nvCxnSpPr>
        <p:spPr>
          <a:xfrm flipV="1">
            <a:off x="7839636" y="2449377"/>
            <a:ext cx="430307" cy="4109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7" name="连接符: 肘形 36">
            <a:extLst>
              <a:ext uri="{FF2B5EF4-FFF2-40B4-BE49-F238E27FC236}">
                <a16:creationId xmlns:a16="http://schemas.microsoft.com/office/drawing/2014/main" id="{084F4EBE-2E0B-A37C-26B2-89F428AD9CF7}"/>
              </a:ext>
            </a:extLst>
          </p:cNvPr>
          <p:cNvCxnSpPr>
            <a:stCxn id="9" idx="2"/>
            <a:endCxn id="14" idx="2"/>
          </p:cNvCxnSpPr>
          <p:nvPr/>
        </p:nvCxnSpPr>
        <p:spPr>
          <a:xfrm rot="16200000" flipH="1">
            <a:off x="6096000" y="3879250"/>
            <a:ext cx="12700" cy="1766047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16350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椭圆 2">
            <a:extLst>
              <a:ext uri="{FF2B5EF4-FFF2-40B4-BE49-F238E27FC236}">
                <a16:creationId xmlns:a16="http://schemas.microsoft.com/office/drawing/2014/main" id="{0D1284ED-CA85-D34C-737B-DEB0B0365B85}"/>
              </a:ext>
            </a:extLst>
          </p:cNvPr>
          <p:cNvSpPr/>
          <p:nvPr/>
        </p:nvSpPr>
        <p:spPr>
          <a:xfrm>
            <a:off x="5556000" y="1853157"/>
            <a:ext cx="1080000" cy="360000"/>
          </a:xfrm>
          <a:prstGeom prst="ellipse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/>
              <a:t>演化</a:t>
            </a: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4E4E071A-29D2-9B47-283B-EF3EF5C48B6E}"/>
              </a:ext>
            </a:extLst>
          </p:cNvPr>
          <p:cNvSpPr/>
          <p:nvPr/>
        </p:nvSpPr>
        <p:spPr>
          <a:xfrm>
            <a:off x="5556000" y="2593249"/>
            <a:ext cx="1080000" cy="360000"/>
          </a:xfrm>
          <a:prstGeom prst="ellipse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/>
              <a:t>维护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495284FA-E48B-CC7E-9AE1-5355381B8B12}"/>
              </a:ext>
            </a:extLst>
          </p:cNvPr>
          <p:cNvSpPr/>
          <p:nvPr/>
        </p:nvSpPr>
        <p:spPr>
          <a:xfrm>
            <a:off x="5556000" y="3333341"/>
            <a:ext cx="1080000" cy="360000"/>
          </a:xfrm>
          <a:prstGeom prst="ellipse">
            <a:avLst/>
          </a:pr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/>
              <a:t>实现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88D7CC92-981D-7C82-0AAC-A2B37DA7927D}"/>
              </a:ext>
            </a:extLst>
          </p:cNvPr>
          <p:cNvSpPr/>
          <p:nvPr/>
        </p:nvSpPr>
        <p:spPr>
          <a:xfrm>
            <a:off x="5556000" y="4073433"/>
            <a:ext cx="1080000" cy="360000"/>
          </a:xfrm>
          <a:prstGeom prst="ellipse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/>
              <a:t>设计</a:t>
            </a: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980C73A8-5B53-3330-D1DC-D665206F09F6}"/>
              </a:ext>
            </a:extLst>
          </p:cNvPr>
          <p:cNvSpPr/>
          <p:nvPr/>
        </p:nvSpPr>
        <p:spPr>
          <a:xfrm>
            <a:off x="5556000" y="4813527"/>
            <a:ext cx="1080000" cy="36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/>
              <a:t>分析</a:t>
            </a: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9B47C7EB-DA5F-58AE-3B6D-17495783CBCA}"/>
              </a:ext>
            </a:extLst>
          </p:cNvPr>
          <p:cNvCxnSpPr>
            <a:stCxn id="7" idx="0"/>
            <a:endCxn id="6" idx="4"/>
          </p:cNvCxnSpPr>
          <p:nvPr/>
        </p:nvCxnSpPr>
        <p:spPr>
          <a:xfrm flipV="1">
            <a:off x="6096000" y="4433433"/>
            <a:ext cx="0" cy="3800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76F605BE-E886-BD9E-6D8D-59689DEA47F1}"/>
              </a:ext>
            </a:extLst>
          </p:cNvPr>
          <p:cNvCxnSpPr>
            <a:cxnSpLocks/>
            <a:stCxn id="6" idx="0"/>
            <a:endCxn id="5" idx="4"/>
          </p:cNvCxnSpPr>
          <p:nvPr/>
        </p:nvCxnSpPr>
        <p:spPr>
          <a:xfrm flipV="1">
            <a:off x="6096000" y="3693341"/>
            <a:ext cx="0" cy="3800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B4EFAD7E-21FA-456B-F50C-BE8074B2CC48}"/>
              </a:ext>
            </a:extLst>
          </p:cNvPr>
          <p:cNvCxnSpPr>
            <a:stCxn id="5" idx="0"/>
            <a:endCxn id="4" idx="4"/>
          </p:cNvCxnSpPr>
          <p:nvPr/>
        </p:nvCxnSpPr>
        <p:spPr>
          <a:xfrm flipV="1">
            <a:off x="6096000" y="2953249"/>
            <a:ext cx="0" cy="3800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A9626E09-506A-573C-032A-128674A804D7}"/>
              </a:ext>
            </a:extLst>
          </p:cNvPr>
          <p:cNvCxnSpPr>
            <a:stCxn id="4" idx="0"/>
            <a:endCxn id="3" idx="4"/>
          </p:cNvCxnSpPr>
          <p:nvPr/>
        </p:nvCxnSpPr>
        <p:spPr>
          <a:xfrm flipV="1">
            <a:off x="6096000" y="2213157"/>
            <a:ext cx="0" cy="3800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48850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>
            <a:extLst>
              <a:ext uri="{FF2B5EF4-FFF2-40B4-BE49-F238E27FC236}">
                <a16:creationId xmlns:a16="http://schemas.microsoft.com/office/drawing/2014/main" id="{9A2299AD-26DB-BB20-99F3-BCECEC004EBF}"/>
              </a:ext>
            </a:extLst>
          </p:cNvPr>
          <p:cNvSpPr/>
          <p:nvPr/>
        </p:nvSpPr>
        <p:spPr>
          <a:xfrm>
            <a:off x="4272387" y="2059346"/>
            <a:ext cx="1080000" cy="360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0"/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66199704-5F6B-3AF0-1A59-38C13B406A0D}"/>
              </a:ext>
            </a:extLst>
          </p:cNvPr>
          <p:cNvCxnSpPr>
            <a:cxnSpLocks/>
            <a:stCxn id="6" idx="4"/>
            <a:endCxn id="17" idx="0"/>
          </p:cNvCxnSpPr>
          <p:nvPr/>
        </p:nvCxnSpPr>
        <p:spPr>
          <a:xfrm>
            <a:off x="4812387" y="2419346"/>
            <a:ext cx="0" cy="4414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0DFD1EDB-AEDB-2F06-E768-0F0FA143CCC5}"/>
              </a:ext>
            </a:extLst>
          </p:cNvPr>
          <p:cNvCxnSpPr>
            <a:cxnSpLocks/>
            <a:stCxn id="17" idx="2"/>
            <a:endCxn id="19" idx="0"/>
          </p:cNvCxnSpPr>
          <p:nvPr/>
        </p:nvCxnSpPr>
        <p:spPr>
          <a:xfrm>
            <a:off x="4812387" y="3400765"/>
            <a:ext cx="0" cy="7551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BECC5A74-569C-CB9F-F719-06A1B414C87C}"/>
              </a:ext>
            </a:extLst>
          </p:cNvPr>
          <p:cNvCxnSpPr>
            <a:cxnSpLocks/>
            <a:stCxn id="19" idx="2"/>
            <a:endCxn id="20" idx="0"/>
          </p:cNvCxnSpPr>
          <p:nvPr/>
        </p:nvCxnSpPr>
        <p:spPr>
          <a:xfrm>
            <a:off x="4812387" y="4695953"/>
            <a:ext cx="0" cy="6117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7" name="流程图: 决策 16">
            <a:extLst>
              <a:ext uri="{FF2B5EF4-FFF2-40B4-BE49-F238E27FC236}">
                <a16:creationId xmlns:a16="http://schemas.microsoft.com/office/drawing/2014/main" id="{862DFEAF-DA5F-8138-F73C-4F30950B6801}"/>
              </a:ext>
            </a:extLst>
          </p:cNvPr>
          <p:cNvSpPr/>
          <p:nvPr/>
        </p:nvSpPr>
        <p:spPr>
          <a:xfrm>
            <a:off x="4092387" y="2860765"/>
            <a:ext cx="1440000" cy="540000"/>
          </a:xfrm>
          <a:prstGeom prst="flowChartDecision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/>
              <a:t>A</a:t>
            </a:r>
            <a:endParaRPr lang="zh-CN" altLang="en-US" sz="1000"/>
          </a:p>
        </p:txBody>
      </p:sp>
      <p:sp>
        <p:nvSpPr>
          <p:cNvPr id="19" name="流程图: 决策 18">
            <a:extLst>
              <a:ext uri="{FF2B5EF4-FFF2-40B4-BE49-F238E27FC236}">
                <a16:creationId xmlns:a16="http://schemas.microsoft.com/office/drawing/2014/main" id="{253D75F7-33AE-4E09-7255-A57187E3ADB4}"/>
              </a:ext>
            </a:extLst>
          </p:cNvPr>
          <p:cNvSpPr/>
          <p:nvPr/>
        </p:nvSpPr>
        <p:spPr>
          <a:xfrm>
            <a:off x="4092387" y="4155953"/>
            <a:ext cx="1440000" cy="540000"/>
          </a:xfrm>
          <a:prstGeom prst="flowChartDecision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/>
              <a:t>B</a:t>
            </a:r>
            <a:endParaRPr lang="zh-CN" altLang="en-US" sz="1000"/>
          </a:p>
        </p:txBody>
      </p:sp>
      <p:sp>
        <p:nvSpPr>
          <p:cNvPr id="20" name="流程图: 终止 19">
            <a:extLst>
              <a:ext uri="{FF2B5EF4-FFF2-40B4-BE49-F238E27FC236}">
                <a16:creationId xmlns:a16="http://schemas.microsoft.com/office/drawing/2014/main" id="{297B8F6B-7791-5B39-AE67-F1A4FA978A77}"/>
              </a:ext>
            </a:extLst>
          </p:cNvPr>
          <p:cNvSpPr/>
          <p:nvPr/>
        </p:nvSpPr>
        <p:spPr>
          <a:xfrm>
            <a:off x="4272387" y="5307712"/>
            <a:ext cx="1080000" cy="360000"/>
          </a:xfrm>
          <a:prstGeom prst="flowChartTermina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0"/>
          </a:p>
        </p:txBody>
      </p:sp>
      <p:cxnSp>
        <p:nvCxnSpPr>
          <p:cNvPr id="45" name="连接符: 肘形 44">
            <a:extLst>
              <a:ext uri="{FF2B5EF4-FFF2-40B4-BE49-F238E27FC236}">
                <a16:creationId xmlns:a16="http://schemas.microsoft.com/office/drawing/2014/main" id="{ECD8B64A-1C62-1CD1-319A-ED6377D3EAC2}"/>
              </a:ext>
            </a:extLst>
          </p:cNvPr>
          <p:cNvCxnSpPr>
            <a:cxnSpLocks/>
            <a:stCxn id="2" idx="3"/>
          </p:cNvCxnSpPr>
          <p:nvPr/>
        </p:nvCxnSpPr>
        <p:spPr>
          <a:xfrm flipH="1">
            <a:off x="4812387" y="3130765"/>
            <a:ext cx="2363613" cy="647999"/>
          </a:xfrm>
          <a:prstGeom prst="bentConnector3">
            <a:avLst>
              <a:gd name="adj1" fmla="val -9672"/>
            </a:avLst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7" name="连接符: 肘形 46">
            <a:extLst>
              <a:ext uri="{FF2B5EF4-FFF2-40B4-BE49-F238E27FC236}">
                <a16:creationId xmlns:a16="http://schemas.microsoft.com/office/drawing/2014/main" id="{D8D6AF61-1325-524C-2C0F-3E90F3AC825A}"/>
              </a:ext>
            </a:extLst>
          </p:cNvPr>
          <p:cNvCxnSpPr>
            <a:cxnSpLocks/>
            <a:stCxn id="7" idx="3"/>
          </p:cNvCxnSpPr>
          <p:nvPr/>
        </p:nvCxnSpPr>
        <p:spPr>
          <a:xfrm flipH="1">
            <a:off x="4812387" y="4425953"/>
            <a:ext cx="2363613" cy="648000"/>
          </a:xfrm>
          <a:prstGeom prst="bentConnector3">
            <a:avLst>
              <a:gd name="adj1" fmla="val -9672"/>
            </a:avLst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50" name="矩形 49">
            <a:extLst>
              <a:ext uri="{FF2B5EF4-FFF2-40B4-BE49-F238E27FC236}">
                <a16:creationId xmlns:a16="http://schemas.microsoft.com/office/drawing/2014/main" id="{FD995447-8D7F-5DCE-41C6-5F7B901E83C7}"/>
              </a:ext>
            </a:extLst>
          </p:cNvPr>
          <p:cNvSpPr/>
          <p:nvPr/>
        </p:nvSpPr>
        <p:spPr>
          <a:xfrm>
            <a:off x="5532387" y="2815765"/>
            <a:ext cx="720000" cy="3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200">
                <a:solidFill>
                  <a:schemeClr val="tx1"/>
                </a:solidFill>
              </a:rPr>
              <a:t>Y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22EDDFE8-EBEF-C6D4-419B-EB3CCB1580C0}"/>
              </a:ext>
            </a:extLst>
          </p:cNvPr>
          <p:cNvSpPr/>
          <p:nvPr/>
        </p:nvSpPr>
        <p:spPr>
          <a:xfrm>
            <a:off x="5532387" y="4202333"/>
            <a:ext cx="720000" cy="3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200">
                <a:solidFill>
                  <a:schemeClr val="tx1"/>
                </a:solidFill>
              </a:rPr>
              <a:t>Y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DC565015-9891-EF65-F934-CB8C6CB75D3A}"/>
              </a:ext>
            </a:extLst>
          </p:cNvPr>
          <p:cNvSpPr/>
          <p:nvPr/>
        </p:nvSpPr>
        <p:spPr>
          <a:xfrm>
            <a:off x="4812386" y="3365086"/>
            <a:ext cx="720000" cy="3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200">
                <a:solidFill>
                  <a:schemeClr val="tx1"/>
                </a:solidFill>
              </a:rPr>
              <a:t>N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E44AC10D-E998-3CC2-5BAD-A4869D7653BE}"/>
              </a:ext>
            </a:extLst>
          </p:cNvPr>
          <p:cNvSpPr/>
          <p:nvPr/>
        </p:nvSpPr>
        <p:spPr>
          <a:xfrm>
            <a:off x="4812386" y="4722850"/>
            <a:ext cx="720000" cy="3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200">
                <a:solidFill>
                  <a:schemeClr val="tx1"/>
                </a:solidFill>
              </a:rPr>
              <a:t>N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2" name="流程图: 过程 1">
            <a:extLst>
              <a:ext uri="{FF2B5EF4-FFF2-40B4-BE49-F238E27FC236}">
                <a16:creationId xmlns:a16="http://schemas.microsoft.com/office/drawing/2014/main" id="{189101A0-816D-B482-07C8-E27C5984F60C}"/>
              </a:ext>
            </a:extLst>
          </p:cNvPr>
          <p:cNvSpPr/>
          <p:nvPr/>
        </p:nvSpPr>
        <p:spPr>
          <a:xfrm>
            <a:off x="6096000" y="2950765"/>
            <a:ext cx="1080000" cy="360000"/>
          </a:xfrm>
          <a:prstGeom prst="flowChartProcess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/>
              <a:t>语句</a:t>
            </a:r>
            <a:r>
              <a:rPr lang="en-US" altLang="zh-CN" sz="1000"/>
              <a:t>1</a:t>
            </a:r>
            <a:endParaRPr lang="zh-CN" altLang="en-US" sz="1000"/>
          </a:p>
        </p:txBody>
      </p:sp>
      <p:sp>
        <p:nvSpPr>
          <p:cNvPr id="7" name="流程图: 过程 6">
            <a:extLst>
              <a:ext uri="{FF2B5EF4-FFF2-40B4-BE49-F238E27FC236}">
                <a16:creationId xmlns:a16="http://schemas.microsoft.com/office/drawing/2014/main" id="{78D06A5A-F91C-263E-CADA-EFD0B5F971F5}"/>
              </a:ext>
            </a:extLst>
          </p:cNvPr>
          <p:cNvSpPr/>
          <p:nvPr/>
        </p:nvSpPr>
        <p:spPr>
          <a:xfrm>
            <a:off x="6096000" y="4245953"/>
            <a:ext cx="1080000" cy="360000"/>
          </a:xfrm>
          <a:prstGeom prst="flowChartProcess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/>
              <a:t>语句</a:t>
            </a:r>
            <a:r>
              <a:rPr lang="en-US" altLang="zh-CN" sz="1000"/>
              <a:t>2</a:t>
            </a:r>
            <a:endParaRPr lang="zh-CN" altLang="en-US" sz="1000"/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C9BE336E-D0D4-B326-F56B-541029B4659D}"/>
              </a:ext>
            </a:extLst>
          </p:cNvPr>
          <p:cNvCxnSpPr>
            <a:stCxn id="17" idx="3"/>
            <a:endCxn id="2" idx="1"/>
          </p:cNvCxnSpPr>
          <p:nvPr/>
        </p:nvCxnSpPr>
        <p:spPr>
          <a:xfrm>
            <a:off x="5532387" y="3130765"/>
            <a:ext cx="56361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6ED39DAD-2D69-2C4F-01E5-B9C6670A09DE}"/>
              </a:ext>
            </a:extLst>
          </p:cNvPr>
          <p:cNvCxnSpPr>
            <a:cxnSpLocks/>
            <a:stCxn id="19" idx="3"/>
            <a:endCxn id="7" idx="1"/>
          </p:cNvCxnSpPr>
          <p:nvPr/>
        </p:nvCxnSpPr>
        <p:spPr>
          <a:xfrm>
            <a:off x="5532387" y="4425953"/>
            <a:ext cx="56361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78151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>
            <a:extLst>
              <a:ext uri="{FF2B5EF4-FFF2-40B4-BE49-F238E27FC236}">
                <a16:creationId xmlns:a16="http://schemas.microsoft.com/office/drawing/2014/main" id="{9A2299AD-26DB-BB20-99F3-BCECEC004EBF}"/>
              </a:ext>
            </a:extLst>
          </p:cNvPr>
          <p:cNvSpPr/>
          <p:nvPr/>
        </p:nvSpPr>
        <p:spPr>
          <a:xfrm>
            <a:off x="4272387" y="2059346"/>
            <a:ext cx="1080000" cy="360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0"/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66199704-5F6B-3AF0-1A59-38C13B406A0D}"/>
              </a:ext>
            </a:extLst>
          </p:cNvPr>
          <p:cNvCxnSpPr>
            <a:cxnSpLocks/>
            <a:stCxn id="6" idx="4"/>
            <a:endCxn id="17" idx="0"/>
          </p:cNvCxnSpPr>
          <p:nvPr/>
        </p:nvCxnSpPr>
        <p:spPr>
          <a:xfrm>
            <a:off x="4812387" y="2419346"/>
            <a:ext cx="0" cy="4414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0DFD1EDB-AEDB-2F06-E768-0F0FA143CCC5}"/>
              </a:ext>
            </a:extLst>
          </p:cNvPr>
          <p:cNvCxnSpPr>
            <a:cxnSpLocks/>
            <a:stCxn id="17" idx="2"/>
            <a:endCxn id="19" idx="0"/>
          </p:cNvCxnSpPr>
          <p:nvPr/>
        </p:nvCxnSpPr>
        <p:spPr>
          <a:xfrm>
            <a:off x="4812387" y="3400765"/>
            <a:ext cx="0" cy="7551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BECC5A74-569C-CB9F-F719-06A1B414C87C}"/>
              </a:ext>
            </a:extLst>
          </p:cNvPr>
          <p:cNvCxnSpPr>
            <a:cxnSpLocks/>
            <a:stCxn id="19" idx="2"/>
            <a:endCxn id="20" idx="0"/>
          </p:cNvCxnSpPr>
          <p:nvPr/>
        </p:nvCxnSpPr>
        <p:spPr>
          <a:xfrm>
            <a:off x="4812387" y="4695953"/>
            <a:ext cx="0" cy="6117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7" name="流程图: 决策 16">
            <a:extLst>
              <a:ext uri="{FF2B5EF4-FFF2-40B4-BE49-F238E27FC236}">
                <a16:creationId xmlns:a16="http://schemas.microsoft.com/office/drawing/2014/main" id="{862DFEAF-DA5F-8138-F73C-4F30950B6801}"/>
              </a:ext>
            </a:extLst>
          </p:cNvPr>
          <p:cNvSpPr/>
          <p:nvPr/>
        </p:nvSpPr>
        <p:spPr>
          <a:xfrm>
            <a:off x="4092387" y="2860765"/>
            <a:ext cx="1440000" cy="540000"/>
          </a:xfrm>
          <a:prstGeom prst="flowChartDecision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/>
              <a:t>A&gt;1 &amp;&amp; B==0</a:t>
            </a:r>
            <a:endParaRPr lang="zh-CN" altLang="en-US" sz="1000"/>
          </a:p>
        </p:txBody>
      </p:sp>
      <p:sp>
        <p:nvSpPr>
          <p:cNvPr id="19" name="流程图: 决策 18">
            <a:extLst>
              <a:ext uri="{FF2B5EF4-FFF2-40B4-BE49-F238E27FC236}">
                <a16:creationId xmlns:a16="http://schemas.microsoft.com/office/drawing/2014/main" id="{253D75F7-33AE-4E09-7255-A57187E3ADB4}"/>
              </a:ext>
            </a:extLst>
          </p:cNvPr>
          <p:cNvSpPr/>
          <p:nvPr/>
        </p:nvSpPr>
        <p:spPr>
          <a:xfrm>
            <a:off x="4092387" y="4155953"/>
            <a:ext cx="1440000" cy="540000"/>
          </a:xfrm>
          <a:prstGeom prst="flowChartDecision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/>
              <a:t>A==2 || X&gt;1</a:t>
            </a:r>
            <a:endParaRPr lang="zh-CN" altLang="en-US" sz="1000"/>
          </a:p>
        </p:txBody>
      </p:sp>
      <p:sp>
        <p:nvSpPr>
          <p:cNvPr id="20" name="流程图: 终止 19">
            <a:extLst>
              <a:ext uri="{FF2B5EF4-FFF2-40B4-BE49-F238E27FC236}">
                <a16:creationId xmlns:a16="http://schemas.microsoft.com/office/drawing/2014/main" id="{297B8F6B-7791-5B39-AE67-F1A4FA978A77}"/>
              </a:ext>
            </a:extLst>
          </p:cNvPr>
          <p:cNvSpPr/>
          <p:nvPr/>
        </p:nvSpPr>
        <p:spPr>
          <a:xfrm>
            <a:off x="4272387" y="5307712"/>
            <a:ext cx="1080000" cy="360000"/>
          </a:xfrm>
          <a:prstGeom prst="flowChartTermina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0"/>
          </a:p>
        </p:txBody>
      </p:sp>
      <p:cxnSp>
        <p:nvCxnSpPr>
          <p:cNvPr id="45" name="连接符: 肘形 44">
            <a:extLst>
              <a:ext uri="{FF2B5EF4-FFF2-40B4-BE49-F238E27FC236}">
                <a16:creationId xmlns:a16="http://schemas.microsoft.com/office/drawing/2014/main" id="{ECD8B64A-1C62-1CD1-319A-ED6377D3EAC2}"/>
              </a:ext>
            </a:extLst>
          </p:cNvPr>
          <p:cNvCxnSpPr>
            <a:cxnSpLocks/>
            <a:stCxn id="2" idx="3"/>
          </p:cNvCxnSpPr>
          <p:nvPr/>
        </p:nvCxnSpPr>
        <p:spPr>
          <a:xfrm flipH="1">
            <a:off x="4812387" y="3130765"/>
            <a:ext cx="2363613" cy="647999"/>
          </a:xfrm>
          <a:prstGeom prst="bentConnector3">
            <a:avLst>
              <a:gd name="adj1" fmla="val -9672"/>
            </a:avLst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7" name="连接符: 肘形 46">
            <a:extLst>
              <a:ext uri="{FF2B5EF4-FFF2-40B4-BE49-F238E27FC236}">
                <a16:creationId xmlns:a16="http://schemas.microsoft.com/office/drawing/2014/main" id="{D8D6AF61-1325-524C-2C0F-3E90F3AC825A}"/>
              </a:ext>
            </a:extLst>
          </p:cNvPr>
          <p:cNvCxnSpPr>
            <a:cxnSpLocks/>
            <a:stCxn id="7" idx="3"/>
          </p:cNvCxnSpPr>
          <p:nvPr/>
        </p:nvCxnSpPr>
        <p:spPr>
          <a:xfrm flipH="1">
            <a:off x="4812387" y="4425953"/>
            <a:ext cx="2363613" cy="648000"/>
          </a:xfrm>
          <a:prstGeom prst="bentConnector3">
            <a:avLst>
              <a:gd name="adj1" fmla="val -9672"/>
            </a:avLst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50" name="矩形 49">
            <a:extLst>
              <a:ext uri="{FF2B5EF4-FFF2-40B4-BE49-F238E27FC236}">
                <a16:creationId xmlns:a16="http://schemas.microsoft.com/office/drawing/2014/main" id="{FD995447-8D7F-5DCE-41C6-5F7B901E83C7}"/>
              </a:ext>
            </a:extLst>
          </p:cNvPr>
          <p:cNvSpPr/>
          <p:nvPr/>
        </p:nvSpPr>
        <p:spPr>
          <a:xfrm>
            <a:off x="5532387" y="2815765"/>
            <a:ext cx="720000" cy="3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200">
                <a:solidFill>
                  <a:schemeClr val="tx1"/>
                </a:solidFill>
              </a:rPr>
              <a:t>Y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22EDDFE8-EBEF-C6D4-419B-EB3CCB1580C0}"/>
              </a:ext>
            </a:extLst>
          </p:cNvPr>
          <p:cNvSpPr/>
          <p:nvPr/>
        </p:nvSpPr>
        <p:spPr>
          <a:xfrm>
            <a:off x="5532387" y="4202333"/>
            <a:ext cx="720000" cy="3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200">
                <a:solidFill>
                  <a:schemeClr val="tx1"/>
                </a:solidFill>
              </a:rPr>
              <a:t>Y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DC565015-9891-EF65-F934-CB8C6CB75D3A}"/>
              </a:ext>
            </a:extLst>
          </p:cNvPr>
          <p:cNvSpPr/>
          <p:nvPr/>
        </p:nvSpPr>
        <p:spPr>
          <a:xfrm>
            <a:off x="4812386" y="3365086"/>
            <a:ext cx="720000" cy="3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200">
                <a:solidFill>
                  <a:schemeClr val="tx1"/>
                </a:solidFill>
              </a:rPr>
              <a:t>N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E44AC10D-E998-3CC2-5BAD-A4869D7653BE}"/>
              </a:ext>
            </a:extLst>
          </p:cNvPr>
          <p:cNvSpPr/>
          <p:nvPr/>
        </p:nvSpPr>
        <p:spPr>
          <a:xfrm>
            <a:off x="4812386" y="4722850"/>
            <a:ext cx="720000" cy="3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200">
                <a:solidFill>
                  <a:schemeClr val="tx1"/>
                </a:solidFill>
              </a:rPr>
              <a:t>N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2" name="流程图: 过程 1">
            <a:extLst>
              <a:ext uri="{FF2B5EF4-FFF2-40B4-BE49-F238E27FC236}">
                <a16:creationId xmlns:a16="http://schemas.microsoft.com/office/drawing/2014/main" id="{189101A0-816D-B482-07C8-E27C5984F60C}"/>
              </a:ext>
            </a:extLst>
          </p:cNvPr>
          <p:cNvSpPr/>
          <p:nvPr/>
        </p:nvSpPr>
        <p:spPr>
          <a:xfrm>
            <a:off x="6096000" y="2950765"/>
            <a:ext cx="1080000" cy="360000"/>
          </a:xfrm>
          <a:prstGeom prst="flowChartProcess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/>
              <a:t>X=X/A</a:t>
            </a:r>
            <a:endParaRPr lang="zh-CN" altLang="en-US" sz="1000"/>
          </a:p>
        </p:txBody>
      </p:sp>
      <p:sp>
        <p:nvSpPr>
          <p:cNvPr id="7" name="流程图: 过程 6">
            <a:extLst>
              <a:ext uri="{FF2B5EF4-FFF2-40B4-BE49-F238E27FC236}">
                <a16:creationId xmlns:a16="http://schemas.microsoft.com/office/drawing/2014/main" id="{78D06A5A-F91C-263E-CADA-EFD0B5F971F5}"/>
              </a:ext>
            </a:extLst>
          </p:cNvPr>
          <p:cNvSpPr/>
          <p:nvPr/>
        </p:nvSpPr>
        <p:spPr>
          <a:xfrm>
            <a:off x="6096000" y="4245953"/>
            <a:ext cx="1080000" cy="360000"/>
          </a:xfrm>
          <a:prstGeom prst="flowChartProcess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/>
              <a:t>X=X+1</a:t>
            </a:r>
            <a:endParaRPr lang="zh-CN" altLang="en-US" sz="1000"/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C9BE336E-D0D4-B326-F56B-541029B4659D}"/>
              </a:ext>
            </a:extLst>
          </p:cNvPr>
          <p:cNvCxnSpPr>
            <a:stCxn id="17" idx="3"/>
            <a:endCxn id="2" idx="1"/>
          </p:cNvCxnSpPr>
          <p:nvPr/>
        </p:nvCxnSpPr>
        <p:spPr>
          <a:xfrm>
            <a:off x="5532387" y="3130765"/>
            <a:ext cx="56361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6ED39DAD-2D69-2C4F-01E5-B9C6670A09DE}"/>
              </a:ext>
            </a:extLst>
          </p:cNvPr>
          <p:cNvCxnSpPr>
            <a:cxnSpLocks/>
            <a:stCxn id="19" idx="3"/>
            <a:endCxn id="7" idx="1"/>
          </p:cNvCxnSpPr>
          <p:nvPr/>
        </p:nvCxnSpPr>
        <p:spPr>
          <a:xfrm>
            <a:off x="5532387" y="4425953"/>
            <a:ext cx="56361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" name="矩形 2">
            <a:extLst>
              <a:ext uri="{FF2B5EF4-FFF2-40B4-BE49-F238E27FC236}">
                <a16:creationId xmlns:a16="http://schemas.microsoft.com/office/drawing/2014/main" id="{C9525926-FA22-DC62-2A4E-8CEDB82FBD40}"/>
              </a:ext>
            </a:extLst>
          </p:cNvPr>
          <p:cNvSpPr/>
          <p:nvPr/>
        </p:nvSpPr>
        <p:spPr>
          <a:xfrm>
            <a:off x="4812386" y="2428868"/>
            <a:ext cx="720000" cy="3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200">
                <a:solidFill>
                  <a:schemeClr val="tx1"/>
                </a:solidFill>
              </a:rPr>
              <a:t>a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590B6F9-C1E9-351C-D35C-FB141211BA2B}"/>
              </a:ext>
            </a:extLst>
          </p:cNvPr>
          <p:cNvSpPr/>
          <p:nvPr/>
        </p:nvSpPr>
        <p:spPr>
          <a:xfrm>
            <a:off x="7403187" y="3280516"/>
            <a:ext cx="720000" cy="3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200">
                <a:solidFill>
                  <a:schemeClr val="tx1"/>
                </a:solidFill>
              </a:rPr>
              <a:t>c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C206690-A599-5FC7-C878-7A75A9CE356C}"/>
              </a:ext>
            </a:extLst>
          </p:cNvPr>
          <p:cNvSpPr/>
          <p:nvPr/>
        </p:nvSpPr>
        <p:spPr>
          <a:xfrm>
            <a:off x="4570338" y="3361199"/>
            <a:ext cx="720000" cy="3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200">
                <a:solidFill>
                  <a:schemeClr val="tx1"/>
                </a:solidFill>
              </a:rPr>
              <a:t>b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1ED4897-351F-40E4-EF09-32E22FEFB77F}"/>
              </a:ext>
            </a:extLst>
          </p:cNvPr>
          <p:cNvSpPr/>
          <p:nvPr/>
        </p:nvSpPr>
        <p:spPr>
          <a:xfrm>
            <a:off x="7403187" y="4520174"/>
            <a:ext cx="720000" cy="3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200">
                <a:solidFill>
                  <a:schemeClr val="tx1"/>
                </a:solidFill>
              </a:rPr>
              <a:t>e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222A8DF-DD0A-FE85-7022-81F876F671E2}"/>
              </a:ext>
            </a:extLst>
          </p:cNvPr>
          <p:cNvSpPr/>
          <p:nvPr/>
        </p:nvSpPr>
        <p:spPr>
          <a:xfrm>
            <a:off x="4552409" y="4768658"/>
            <a:ext cx="720000" cy="3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200">
                <a:solidFill>
                  <a:schemeClr val="tx1"/>
                </a:solidFill>
              </a:rPr>
              <a:t>d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5230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A607D56D-4B1D-8C3C-9466-EC5B60D327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1077262"/>
              </p:ext>
            </p:extLst>
          </p:nvPr>
        </p:nvGraphicFramePr>
        <p:xfrm>
          <a:off x="2286000" y="2883746"/>
          <a:ext cx="2880000" cy="1728000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4037502146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759077074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r"/>
                      <a:r>
                        <a:rPr lang="en-US" altLang="zh-CN" sz="1000"/>
                        <a:t>0</a:t>
                      </a:r>
                      <a:endParaRPr lang="zh-CN" altLang="en-US" sz="100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143051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/>
                      <a:r>
                        <a:rPr lang="en-US" altLang="zh-CN" sz="1000"/>
                        <a:t>1</a:t>
                      </a:r>
                      <a:endParaRPr lang="zh-CN" altLang="en-US" sz="100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1161839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/>
                      <a:r>
                        <a:rPr lang="en-US" altLang="zh-CN" sz="1000"/>
                        <a:t>2</a:t>
                      </a:r>
                      <a:endParaRPr lang="zh-CN" altLang="en-US" sz="100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449021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/>
                      <a:r>
                        <a:rPr lang="en-US" altLang="zh-CN" sz="1000"/>
                        <a:t>…</a:t>
                      </a:r>
                      <a:endParaRPr lang="zh-CN" altLang="en-US" sz="100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00992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/>
                      <a:r>
                        <a:rPr lang="en-US" altLang="zh-CN" sz="1000"/>
                        <a:t>1023</a:t>
                      </a:r>
                      <a:endParaRPr lang="zh-CN" altLang="en-US" sz="100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842366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/>
                      <a:endParaRPr lang="zh-CN" altLang="en-US" sz="100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/>
                        <a:t>主存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5388371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AFD525C6-454F-B98A-5872-FAAB3E4433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9062877"/>
              </p:ext>
            </p:extLst>
          </p:nvPr>
        </p:nvGraphicFramePr>
        <p:xfrm>
          <a:off x="5836920" y="2883746"/>
          <a:ext cx="2880000" cy="172800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4037502146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759077074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endParaRPr lang="zh-CN" alt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altLang="zh-CN" sz="1000"/>
                        <a:t>0</a:t>
                      </a:r>
                      <a:endParaRPr lang="zh-CN" altLang="en-US" sz="100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143051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endParaRPr lang="zh-CN" alt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altLang="zh-CN" sz="1000"/>
                        <a:t>1</a:t>
                      </a:r>
                      <a:endParaRPr lang="zh-CN" altLang="en-US" sz="100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1161839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endParaRPr lang="zh-CN" alt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altLang="zh-CN" sz="1000"/>
                        <a:t>2</a:t>
                      </a:r>
                      <a:endParaRPr lang="zh-CN" altLang="en-US" sz="100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449021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endParaRPr lang="zh-CN" alt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altLang="zh-CN" sz="1000"/>
                        <a:t>…</a:t>
                      </a:r>
                      <a:endParaRPr lang="zh-CN" altLang="en-US" sz="100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00992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endParaRPr lang="zh-CN" alt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altLang="zh-CN" sz="1000"/>
                        <a:t>1023</a:t>
                      </a:r>
                      <a:endParaRPr lang="zh-CN" altLang="en-US" sz="100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842366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/>
                        <a:t>Cache</a:t>
                      </a:r>
                      <a:endParaRPr lang="zh-CN" altLang="en-US" sz="100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zh-CN" altLang="en-US" sz="100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5388371"/>
                  </a:ext>
                </a:extLst>
              </a:tr>
            </a:tbl>
          </a:graphicData>
        </a:graphic>
      </p:graphicFrame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B340C397-7178-0F0F-C0AD-44858498977B}"/>
              </a:ext>
            </a:extLst>
          </p:cNvPr>
          <p:cNvCxnSpPr>
            <a:cxnSpLocks/>
          </p:cNvCxnSpPr>
          <p:nvPr/>
        </p:nvCxnSpPr>
        <p:spPr>
          <a:xfrm>
            <a:off x="5261430" y="3025140"/>
            <a:ext cx="48006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E2559F2F-94C7-2F9A-E422-43F46F98BB68}"/>
              </a:ext>
            </a:extLst>
          </p:cNvPr>
          <p:cNvCxnSpPr>
            <a:cxnSpLocks/>
          </p:cNvCxnSpPr>
          <p:nvPr/>
        </p:nvCxnSpPr>
        <p:spPr>
          <a:xfrm>
            <a:off x="5261430" y="3307080"/>
            <a:ext cx="48006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8C8BC63F-93F9-0396-3118-627758C958EA}"/>
              </a:ext>
            </a:extLst>
          </p:cNvPr>
          <p:cNvCxnSpPr>
            <a:cxnSpLocks/>
          </p:cNvCxnSpPr>
          <p:nvPr/>
        </p:nvCxnSpPr>
        <p:spPr>
          <a:xfrm>
            <a:off x="5261430" y="3589020"/>
            <a:ext cx="48006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E8A61625-8010-5F16-BA5E-89F0BE8382DF}"/>
              </a:ext>
            </a:extLst>
          </p:cNvPr>
          <p:cNvCxnSpPr>
            <a:cxnSpLocks/>
          </p:cNvCxnSpPr>
          <p:nvPr/>
        </p:nvCxnSpPr>
        <p:spPr>
          <a:xfrm>
            <a:off x="5261430" y="3870960"/>
            <a:ext cx="48006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0C18A960-9C7C-5B6D-EE12-F19F0D5B43B0}"/>
              </a:ext>
            </a:extLst>
          </p:cNvPr>
          <p:cNvCxnSpPr>
            <a:cxnSpLocks/>
          </p:cNvCxnSpPr>
          <p:nvPr/>
        </p:nvCxnSpPr>
        <p:spPr>
          <a:xfrm>
            <a:off x="5261430" y="4152900"/>
            <a:ext cx="48006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" name="椭圆 1">
            <a:extLst>
              <a:ext uri="{FF2B5EF4-FFF2-40B4-BE49-F238E27FC236}">
                <a16:creationId xmlns:a16="http://schemas.microsoft.com/office/drawing/2014/main" id="{6EE71287-E3BF-819A-19B3-846586A532F8}"/>
              </a:ext>
            </a:extLst>
          </p:cNvPr>
          <p:cNvSpPr/>
          <p:nvPr/>
        </p:nvSpPr>
        <p:spPr>
          <a:xfrm>
            <a:off x="2160494" y="466165"/>
            <a:ext cx="3756212" cy="2135641"/>
          </a:xfrm>
          <a:prstGeom prst="ellipse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r>
              <a:rPr lang="zh-CN" altLang="en-US" sz="1000">
                <a:solidFill>
                  <a:schemeClr val="tx1">
                    <a:lumMod val="50000"/>
                    <a:lumOff val="50000"/>
                  </a:schemeClr>
                </a:solidFill>
              </a:rPr>
              <a:t>码</a:t>
            </a: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E4FC8B2B-B7A5-3F44-22F1-F908B0E56175}"/>
              </a:ext>
            </a:extLst>
          </p:cNvPr>
          <p:cNvSpPr/>
          <p:nvPr/>
        </p:nvSpPr>
        <p:spPr>
          <a:xfrm>
            <a:off x="3388659" y="708213"/>
            <a:ext cx="2528047" cy="1651544"/>
          </a:xfrm>
          <a:prstGeom prst="ellipse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r>
              <a:rPr lang="zh-CN" altLang="en-US" sz="1000">
                <a:solidFill>
                  <a:schemeClr val="tx1">
                    <a:lumMod val="50000"/>
                    <a:lumOff val="50000"/>
                  </a:schemeClr>
                </a:solidFill>
              </a:rPr>
              <a:t>候选码</a:t>
            </a: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9AEE0A5C-7A9B-C7CE-C4E0-FB76DC7A7023}"/>
              </a:ext>
            </a:extLst>
          </p:cNvPr>
          <p:cNvSpPr/>
          <p:nvPr/>
        </p:nvSpPr>
        <p:spPr>
          <a:xfrm>
            <a:off x="4476706" y="993985"/>
            <a:ext cx="1440000" cy="1080000"/>
          </a:xfrm>
          <a:prstGeom prst="ellipse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r>
              <a:rPr lang="zh-CN" altLang="en-US" sz="1000">
                <a:solidFill>
                  <a:schemeClr val="tx1">
                    <a:lumMod val="50000"/>
                    <a:lumOff val="50000"/>
                  </a:schemeClr>
                </a:solidFill>
              </a:rPr>
              <a:t>主码</a:t>
            </a:r>
          </a:p>
        </p:txBody>
      </p:sp>
    </p:spTree>
    <p:extLst>
      <p:ext uri="{BB962C8B-B14F-4D97-AF65-F5344CB8AC3E}">
        <p14:creationId xmlns:p14="http://schemas.microsoft.com/office/powerpoint/2010/main" val="12691071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A607D56D-4B1D-8C3C-9466-EC5B60D32754}"/>
              </a:ext>
            </a:extLst>
          </p:cNvPr>
          <p:cNvGraphicFramePr>
            <a:graphicFrameLocks noGrp="1"/>
          </p:cNvGraphicFramePr>
          <p:nvPr/>
        </p:nvGraphicFramePr>
        <p:xfrm>
          <a:off x="2286000" y="2883746"/>
          <a:ext cx="2880000" cy="1728000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4037502146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759077074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r"/>
                      <a:r>
                        <a:rPr lang="en-US" altLang="zh-CN" sz="1000"/>
                        <a:t>0</a:t>
                      </a:r>
                      <a:endParaRPr lang="zh-CN" altLang="en-US" sz="100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143051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/>
                      <a:r>
                        <a:rPr lang="en-US" altLang="zh-CN" sz="1000"/>
                        <a:t>1</a:t>
                      </a:r>
                      <a:endParaRPr lang="zh-CN" altLang="en-US" sz="100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1161839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/>
                      <a:r>
                        <a:rPr lang="en-US" altLang="zh-CN" sz="1000"/>
                        <a:t>2</a:t>
                      </a:r>
                      <a:endParaRPr lang="zh-CN" altLang="en-US" sz="100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449021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/>
                      <a:r>
                        <a:rPr lang="en-US" altLang="zh-CN" sz="1000"/>
                        <a:t>…</a:t>
                      </a:r>
                      <a:endParaRPr lang="zh-CN" altLang="en-US" sz="100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00992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/>
                      <a:r>
                        <a:rPr lang="en-US" altLang="zh-CN" sz="1000"/>
                        <a:t>1023</a:t>
                      </a:r>
                      <a:endParaRPr lang="zh-CN" altLang="en-US" sz="100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842366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/>
                      <a:endParaRPr lang="zh-CN" altLang="en-US" sz="100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/>
                        <a:t>主存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5388371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AFD525C6-454F-B98A-5872-FAAB3E4433FB}"/>
              </a:ext>
            </a:extLst>
          </p:cNvPr>
          <p:cNvGraphicFramePr>
            <a:graphicFrameLocks noGrp="1"/>
          </p:cNvGraphicFramePr>
          <p:nvPr/>
        </p:nvGraphicFramePr>
        <p:xfrm>
          <a:off x="5836920" y="2883746"/>
          <a:ext cx="2880000" cy="172800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4037502146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759077074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endParaRPr lang="zh-CN" alt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altLang="zh-CN" sz="1000"/>
                        <a:t>0</a:t>
                      </a:r>
                      <a:endParaRPr lang="zh-CN" altLang="en-US" sz="100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143051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endParaRPr lang="zh-CN" alt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altLang="zh-CN" sz="1000"/>
                        <a:t>1</a:t>
                      </a:r>
                      <a:endParaRPr lang="zh-CN" altLang="en-US" sz="100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1161839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endParaRPr lang="zh-CN" alt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altLang="zh-CN" sz="1000"/>
                        <a:t>2</a:t>
                      </a:r>
                      <a:endParaRPr lang="zh-CN" altLang="en-US" sz="100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449021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endParaRPr lang="zh-CN" alt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altLang="zh-CN" sz="1000"/>
                        <a:t>…</a:t>
                      </a:r>
                      <a:endParaRPr lang="zh-CN" altLang="en-US" sz="100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00992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endParaRPr lang="zh-CN" alt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altLang="zh-CN" sz="1000"/>
                        <a:t>1023</a:t>
                      </a:r>
                      <a:endParaRPr lang="zh-CN" altLang="en-US" sz="100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842366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/>
                        <a:t>Cache</a:t>
                      </a:r>
                      <a:endParaRPr lang="zh-CN" altLang="en-US" sz="100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zh-CN" altLang="en-US" sz="100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5388371"/>
                  </a:ext>
                </a:extLst>
              </a:tr>
            </a:tbl>
          </a:graphicData>
        </a:graphic>
      </p:graphicFrame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B340C397-7178-0F0F-C0AD-44858498977B}"/>
              </a:ext>
            </a:extLst>
          </p:cNvPr>
          <p:cNvCxnSpPr>
            <a:cxnSpLocks/>
          </p:cNvCxnSpPr>
          <p:nvPr/>
        </p:nvCxnSpPr>
        <p:spPr>
          <a:xfrm>
            <a:off x="5261430" y="3025140"/>
            <a:ext cx="48006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E2559F2F-94C7-2F9A-E422-43F46F98BB68}"/>
              </a:ext>
            </a:extLst>
          </p:cNvPr>
          <p:cNvCxnSpPr>
            <a:cxnSpLocks/>
          </p:cNvCxnSpPr>
          <p:nvPr/>
        </p:nvCxnSpPr>
        <p:spPr>
          <a:xfrm>
            <a:off x="5261430" y="3307080"/>
            <a:ext cx="48006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8C8BC63F-93F9-0396-3118-627758C958EA}"/>
              </a:ext>
            </a:extLst>
          </p:cNvPr>
          <p:cNvCxnSpPr>
            <a:cxnSpLocks/>
          </p:cNvCxnSpPr>
          <p:nvPr/>
        </p:nvCxnSpPr>
        <p:spPr>
          <a:xfrm>
            <a:off x="5261430" y="3589020"/>
            <a:ext cx="48006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E8A61625-8010-5F16-BA5E-89F0BE8382DF}"/>
              </a:ext>
            </a:extLst>
          </p:cNvPr>
          <p:cNvCxnSpPr>
            <a:cxnSpLocks/>
          </p:cNvCxnSpPr>
          <p:nvPr/>
        </p:nvCxnSpPr>
        <p:spPr>
          <a:xfrm>
            <a:off x="5261430" y="3870960"/>
            <a:ext cx="48006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0C18A960-9C7C-5B6D-EE12-F19F0D5B43B0}"/>
              </a:ext>
            </a:extLst>
          </p:cNvPr>
          <p:cNvCxnSpPr>
            <a:cxnSpLocks/>
          </p:cNvCxnSpPr>
          <p:nvPr/>
        </p:nvCxnSpPr>
        <p:spPr>
          <a:xfrm>
            <a:off x="5261430" y="4152900"/>
            <a:ext cx="48006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49543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97A9AE14-4CEC-E1ED-5DC8-6C28A49FF3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2015804"/>
              </p:ext>
            </p:extLst>
          </p:nvPr>
        </p:nvGraphicFramePr>
        <p:xfrm>
          <a:off x="2731925" y="2853000"/>
          <a:ext cx="1080000" cy="1440000"/>
        </p:xfrm>
        <a:graphic>
          <a:graphicData uri="http://schemas.openxmlformats.org/drawingml/2006/table">
            <a:tbl>
              <a:tblPr>
                <a:tableStyleId>{21E4AEA4-8DFA-4A89-87EB-49C32662AFE0}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06703933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047737517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r"/>
                      <a:r>
                        <a:rPr lang="en-US" altLang="zh-CN" sz="800"/>
                        <a:t>0</a:t>
                      </a:r>
                      <a:endParaRPr lang="zh-CN" altLang="en-US" sz="80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/>
                        <a:t>0</a:t>
                      </a:r>
                      <a:endParaRPr lang="zh-CN" altLang="en-US" sz="800"/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7175959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/>
                      <a:r>
                        <a:rPr lang="en-US" altLang="zh-CN" sz="800"/>
                        <a:t>1</a:t>
                      </a:r>
                      <a:endParaRPr lang="zh-CN" altLang="en-US" sz="80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/>
                        <a:t>4</a:t>
                      </a:r>
                      <a:endParaRPr lang="zh-CN" altLang="en-US" sz="800"/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495910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/>
                      <a:r>
                        <a:rPr lang="en-US" altLang="zh-CN" sz="800"/>
                        <a:t>2</a:t>
                      </a:r>
                      <a:endParaRPr lang="zh-CN" altLang="en-US" sz="80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800"/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786098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/>
                      <a:r>
                        <a:rPr lang="en-US" altLang="zh-CN" sz="800"/>
                        <a:t>3</a:t>
                      </a:r>
                      <a:endParaRPr lang="zh-CN" altLang="en-US" sz="80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/>
                        <a:t>6</a:t>
                      </a:r>
                      <a:endParaRPr lang="zh-CN" altLang="en-US" sz="800"/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3591448"/>
                  </a:ext>
                </a:extLst>
              </a:tr>
              <a:tr h="288000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800"/>
                        <a:t>Cache</a:t>
                      </a:r>
                      <a:r>
                        <a:rPr lang="zh-CN" altLang="en-US" sz="800"/>
                        <a:t>分块</a:t>
                      </a: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altLang="zh-CN" sz="800"/>
                        <a:t>Cache</a:t>
                      </a:r>
                      <a:r>
                        <a:rPr lang="zh-CN" altLang="en-US" sz="800"/>
                        <a:t>分块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876043"/>
                  </a:ext>
                </a:extLst>
              </a:tr>
            </a:tbl>
          </a:graphicData>
        </a:graphic>
      </p:graphicFrame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40FD77A7-51A5-DED8-C2DE-84937AB8AC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1089373"/>
              </p:ext>
            </p:extLst>
          </p:nvPr>
        </p:nvGraphicFramePr>
        <p:xfrm>
          <a:off x="5050200" y="1542360"/>
          <a:ext cx="1080000" cy="4032000"/>
        </p:xfrm>
        <a:graphic>
          <a:graphicData uri="http://schemas.openxmlformats.org/drawingml/2006/table">
            <a:tbl>
              <a:tblPr>
                <a:tableStyleId>{21E4AEA4-8DFA-4A89-87EB-49C32662AFE0}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404773751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777098815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endParaRPr lang="zh-CN" altLang="en-US" sz="800"/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800"/>
                        <a:t>0</a:t>
                      </a:r>
                      <a:endParaRPr lang="zh-CN" altLang="en-US" sz="80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7175959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endParaRPr lang="zh-CN" altLang="en-US" sz="800"/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800"/>
                        <a:t>1</a:t>
                      </a:r>
                      <a:endParaRPr lang="zh-CN" altLang="en-US" sz="80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495910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endParaRPr lang="zh-CN" altLang="en-US" sz="800"/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800"/>
                        <a:t>2</a:t>
                      </a:r>
                      <a:endParaRPr lang="zh-CN" altLang="en-US" sz="80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6786098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endParaRPr lang="zh-CN" altLang="en-US" sz="800"/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800"/>
                        <a:t>3</a:t>
                      </a:r>
                      <a:endParaRPr lang="zh-CN" altLang="en-US" sz="80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3591448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endParaRPr lang="zh-CN" altLang="en-US" sz="800"/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800"/>
                        <a:t>4</a:t>
                      </a:r>
                      <a:endParaRPr lang="zh-CN" altLang="en-US" sz="80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2121528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endParaRPr lang="zh-CN" altLang="en-US" sz="800"/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800"/>
                        <a:t>5</a:t>
                      </a:r>
                      <a:endParaRPr lang="zh-CN" altLang="en-US" sz="80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15523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endParaRPr lang="zh-CN" altLang="en-US" sz="800"/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800"/>
                        <a:t>6</a:t>
                      </a:r>
                      <a:endParaRPr lang="zh-CN" altLang="en-US" sz="80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793508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endParaRPr lang="zh-CN" altLang="en-US" sz="800"/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800"/>
                        <a:t>7</a:t>
                      </a:r>
                      <a:endParaRPr lang="zh-CN" altLang="en-US" sz="80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3945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/>
                        <a:t>……</a:t>
                      </a:r>
                      <a:endParaRPr lang="zh-CN" altLang="en-US" sz="800"/>
                    </a:p>
                  </a:txBody>
                  <a:tcPr anchor="ctr">
                    <a:solidFill>
                      <a:srgbClr val="A9D18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800"/>
                        <a:t>…</a:t>
                      </a:r>
                      <a:endParaRPr lang="zh-CN" altLang="en-US" sz="80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1449759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endParaRPr lang="zh-CN" altLang="en-US" sz="800"/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altLang="en-US" sz="80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725492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endParaRPr lang="zh-CN" altLang="en-US" sz="800"/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altLang="en-US" sz="80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00322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endParaRPr lang="zh-CN" altLang="en-US" sz="800"/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altLang="en-US" sz="80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00913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endParaRPr lang="zh-CN" altLang="en-US" sz="800"/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800"/>
                        <a:t>…</a:t>
                      </a:r>
                      <a:endParaRPr lang="zh-CN" altLang="en-US" sz="80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1442232"/>
                  </a:ext>
                </a:extLst>
              </a:tr>
              <a:tr h="288000"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800"/>
                        <a:t>主存分块</a:t>
                      </a: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80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1739775"/>
                  </a:ext>
                </a:extLst>
              </a:tr>
            </a:tbl>
          </a:graphicData>
        </a:graphic>
      </p:graphicFrame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20DE4124-9170-E705-5CE6-1BD95AA433F3}"/>
              </a:ext>
            </a:extLst>
          </p:cNvPr>
          <p:cNvCxnSpPr>
            <a:cxnSpLocks/>
          </p:cNvCxnSpPr>
          <p:nvPr/>
        </p:nvCxnSpPr>
        <p:spPr>
          <a:xfrm flipH="1">
            <a:off x="3819480" y="1699260"/>
            <a:ext cx="1230720" cy="1333500"/>
          </a:xfrm>
          <a:prstGeom prst="line">
            <a:avLst/>
          </a:prstGeom>
          <a:ln>
            <a:tailEnd type="non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FE048D91-2F37-F4B7-C07C-9FF3E6495080}"/>
              </a:ext>
            </a:extLst>
          </p:cNvPr>
          <p:cNvCxnSpPr>
            <a:cxnSpLocks/>
          </p:cNvCxnSpPr>
          <p:nvPr/>
        </p:nvCxnSpPr>
        <p:spPr>
          <a:xfrm flipH="1">
            <a:off x="3819480" y="2853000"/>
            <a:ext cx="1230720" cy="489640"/>
          </a:xfrm>
          <a:prstGeom prst="line">
            <a:avLst/>
          </a:prstGeom>
          <a:ln>
            <a:tailEnd type="non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9563F0D2-3993-055C-C440-9E2FF51D1ECC}"/>
              </a:ext>
            </a:extLst>
          </p:cNvPr>
          <p:cNvCxnSpPr>
            <a:cxnSpLocks/>
          </p:cNvCxnSpPr>
          <p:nvPr/>
        </p:nvCxnSpPr>
        <p:spPr>
          <a:xfrm flipH="1">
            <a:off x="3811925" y="3403600"/>
            <a:ext cx="1238275" cy="433294"/>
          </a:xfrm>
          <a:prstGeom prst="line">
            <a:avLst/>
          </a:prstGeom>
          <a:ln>
            <a:tailEnd type="non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11434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97A9AE14-4CEC-E1ED-5DC8-6C28A49FF338}"/>
              </a:ext>
            </a:extLst>
          </p:cNvPr>
          <p:cNvGraphicFramePr>
            <a:graphicFrameLocks noGrp="1"/>
          </p:cNvGraphicFramePr>
          <p:nvPr/>
        </p:nvGraphicFramePr>
        <p:xfrm>
          <a:off x="3099480" y="2853000"/>
          <a:ext cx="720000" cy="1440000"/>
        </p:xfrm>
        <a:graphic>
          <a:graphicData uri="http://schemas.openxmlformats.org/drawingml/2006/table">
            <a:tbl>
              <a:tblPr>
                <a:tableStyleId>{21E4AEA4-8DFA-4A89-87EB-49C32662AFE0}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4047737517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endParaRPr lang="zh-CN" altLang="en-US" sz="800"/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7175959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endParaRPr lang="zh-CN" altLang="en-US" sz="800"/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495910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endParaRPr lang="zh-CN" altLang="en-US" sz="800"/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786098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endParaRPr lang="zh-CN" altLang="en-US" sz="800"/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3591448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/>
                        <a:t>Cache</a:t>
                      </a:r>
                      <a:r>
                        <a:rPr lang="zh-CN" altLang="en-US" sz="800"/>
                        <a:t>分块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876043"/>
                  </a:ext>
                </a:extLst>
              </a:tr>
            </a:tbl>
          </a:graphicData>
        </a:graphic>
      </p:graphicFrame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40FD77A7-51A5-DED8-C2DE-84937AB8AC60}"/>
              </a:ext>
            </a:extLst>
          </p:cNvPr>
          <p:cNvGraphicFramePr>
            <a:graphicFrameLocks noGrp="1"/>
          </p:cNvGraphicFramePr>
          <p:nvPr/>
        </p:nvGraphicFramePr>
        <p:xfrm>
          <a:off x="5050200" y="1542360"/>
          <a:ext cx="720000" cy="4032000"/>
        </p:xfrm>
        <a:graphic>
          <a:graphicData uri="http://schemas.openxmlformats.org/drawingml/2006/table">
            <a:tbl>
              <a:tblPr>
                <a:tableStyleId>{21E4AEA4-8DFA-4A89-87EB-49C32662AFE0}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4047737517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endParaRPr lang="zh-CN" altLang="en-US" sz="800"/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7175959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endParaRPr lang="zh-CN" altLang="en-US" sz="800"/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495910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endParaRPr lang="zh-CN" altLang="en-US" sz="800"/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786098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endParaRPr lang="zh-CN" altLang="en-US" sz="800"/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3591448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endParaRPr lang="zh-CN" altLang="en-US" sz="800"/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2121528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endParaRPr lang="zh-CN" altLang="en-US" sz="800"/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515523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endParaRPr lang="zh-CN" altLang="en-US" sz="800"/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793508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endParaRPr lang="zh-CN" altLang="en-US" sz="800"/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3945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/>
                        <a:t>……</a:t>
                      </a:r>
                      <a:endParaRPr lang="zh-CN" altLang="en-US" sz="80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1449759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endParaRPr lang="zh-CN" altLang="en-US" sz="800"/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25492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endParaRPr lang="zh-CN" altLang="en-US" sz="800"/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00322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endParaRPr lang="zh-CN" altLang="en-US" sz="800"/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0913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endParaRPr lang="zh-CN" altLang="en-US" sz="800"/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144223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800"/>
                        <a:t>主存分区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1739775"/>
                  </a:ext>
                </a:extLst>
              </a:tr>
            </a:tbl>
          </a:graphicData>
        </a:graphic>
      </p:graphicFrame>
      <p:sp>
        <p:nvSpPr>
          <p:cNvPr id="5" name="右大括号 4">
            <a:extLst>
              <a:ext uri="{FF2B5EF4-FFF2-40B4-BE49-F238E27FC236}">
                <a16:creationId xmlns:a16="http://schemas.microsoft.com/office/drawing/2014/main" id="{CF47321D-33C4-2B52-02B5-CF1E857AD869}"/>
              </a:ext>
            </a:extLst>
          </p:cNvPr>
          <p:cNvSpPr/>
          <p:nvPr/>
        </p:nvSpPr>
        <p:spPr>
          <a:xfrm>
            <a:off x="5821680" y="1775460"/>
            <a:ext cx="274320" cy="720000"/>
          </a:xfrm>
          <a:prstGeom prst="rightBrace">
            <a:avLst/>
          </a:prstGeom>
          <a:ln>
            <a:tailEnd type="non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右大括号 5">
            <a:extLst>
              <a:ext uri="{FF2B5EF4-FFF2-40B4-BE49-F238E27FC236}">
                <a16:creationId xmlns:a16="http://schemas.microsoft.com/office/drawing/2014/main" id="{F3EAB9CC-205C-3F88-0377-FF01617B8C78}"/>
              </a:ext>
            </a:extLst>
          </p:cNvPr>
          <p:cNvSpPr/>
          <p:nvPr/>
        </p:nvSpPr>
        <p:spPr>
          <a:xfrm>
            <a:off x="5821680" y="2948940"/>
            <a:ext cx="274320" cy="720000"/>
          </a:xfrm>
          <a:prstGeom prst="rightBrace">
            <a:avLst/>
          </a:prstGeom>
          <a:ln>
            <a:tailEnd type="non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右大括号 6">
            <a:extLst>
              <a:ext uri="{FF2B5EF4-FFF2-40B4-BE49-F238E27FC236}">
                <a16:creationId xmlns:a16="http://schemas.microsoft.com/office/drawing/2014/main" id="{67749D59-6BAE-4F7F-7546-DC2AE2283D51}"/>
              </a:ext>
            </a:extLst>
          </p:cNvPr>
          <p:cNvSpPr/>
          <p:nvPr/>
        </p:nvSpPr>
        <p:spPr>
          <a:xfrm>
            <a:off x="5821680" y="4381500"/>
            <a:ext cx="274320" cy="720000"/>
          </a:xfrm>
          <a:prstGeom prst="rightBrace">
            <a:avLst/>
          </a:prstGeom>
          <a:ln>
            <a:tailEnd type="non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B9527E8-4EBD-7C98-1021-DE048AB3088E}"/>
              </a:ext>
            </a:extLst>
          </p:cNvPr>
          <p:cNvSpPr/>
          <p:nvPr/>
        </p:nvSpPr>
        <p:spPr>
          <a:xfrm>
            <a:off x="6022736" y="1955460"/>
            <a:ext cx="504000" cy="3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>
                <a:solidFill>
                  <a:schemeClr val="tx1"/>
                </a:solidFill>
              </a:rPr>
              <a:t>0</a:t>
            </a:r>
            <a:r>
              <a:rPr lang="zh-CN" altLang="en-US" sz="800">
                <a:solidFill>
                  <a:schemeClr val="tx1"/>
                </a:solidFill>
              </a:rPr>
              <a:t>区</a:t>
            </a:r>
            <a:endParaRPr lang="zh-CN" altLang="en-US" sz="800" dirty="0">
              <a:solidFill>
                <a:schemeClr val="tx1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B8C33F3-379C-0C3A-0183-5C6AAF032336}"/>
              </a:ext>
            </a:extLst>
          </p:cNvPr>
          <p:cNvSpPr/>
          <p:nvPr/>
        </p:nvSpPr>
        <p:spPr>
          <a:xfrm>
            <a:off x="6022736" y="3128940"/>
            <a:ext cx="504000" cy="3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>
                <a:solidFill>
                  <a:schemeClr val="tx1"/>
                </a:solidFill>
              </a:rPr>
              <a:t>1</a:t>
            </a:r>
            <a:r>
              <a:rPr lang="zh-CN" altLang="en-US" sz="800">
                <a:solidFill>
                  <a:schemeClr val="tx1"/>
                </a:solidFill>
              </a:rPr>
              <a:t>区</a:t>
            </a:r>
            <a:endParaRPr lang="zh-CN" altLang="en-US" sz="800" dirty="0">
              <a:solidFill>
                <a:schemeClr val="tx1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7393675-4431-4358-DDCE-15AD250FA4A5}"/>
              </a:ext>
            </a:extLst>
          </p:cNvPr>
          <p:cNvSpPr/>
          <p:nvPr/>
        </p:nvSpPr>
        <p:spPr>
          <a:xfrm>
            <a:off x="6022736" y="4561500"/>
            <a:ext cx="504000" cy="3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>
                <a:solidFill>
                  <a:schemeClr val="tx1"/>
                </a:solidFill>
              </a:rPr>
              <a:t>n</a:t>
            </a:r>
            <a:r>
              <a:rPr lang="zh-CN" altLang="en-US" sz="800">
                <a:solidFill>
                  <a:schemeClr val="tx1"/>
                </a:solidFill>
              </a:rPr>
              <a:t>区</a:t>
            </a:r>
            <a:endParaRPr lang="zh-CN" altLang="en-US" sz="800" dirty="0">
              <a:solidFill>
                <a:schemeClr val="tx1"/>
              </a:solidFill>
            </a:endParaRP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20DE4124-9170-E705-5CE6-1BD95AA433F3}"/>
              </a:ext>
            </a:extLst>
          </p:cNvPr>
          <p:cNvCxnSpPr>
            <a:cxnSpLocks/>
          </p:cNvCxnSpPr>
          <p:nvPr/>
        </p:nvCxnSpPr>
        <p:spPr>
          <a:xfrm flipH="1">
            <a:off x="3819480" y="1699260"/>
            <a:ext cx="1230720" cy="1333500"/>
          </a:xfrm>
          <a:prstGeom prst="line">
            <a:avLst/>
          </a:prstGeom>
          <a:ln>
            <a:tailEnd type="non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06693D90-4D79-CDD8-8E71-39C9564962CF}"/>
              </a:ext>
            </a:extLst>
          </p:cNvPr>
          <p:cNvCxnSpPr>
            <a:cxnSpLocks/>
          </p:cNvCxnSpPr>
          <p:nvPr/>
        </p:nvCxnSpPr>
        <p:spPr>
          <a:xfrm flipH="1">
            <a:off x="3819480" y="1976120"/>
            <a:ext cx="1230720" cy="1333500"/>
          </a:xfrm>
          <a:prstGeom prst="line">
            <a:avLst/>
          </a:prstGeom>
          <a:ln>
            <a:tailEnd type="non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E75C220A-C9B6-BBFC-3FAB-3B1A4A3B4469}"/>
              </a:ext>
            </a:extLst>
          </p:cNvPr>
          <p:cNvCxnSpPr>
            <a:cxnSpLocks/>
          </p:cNvCxnSpPr>
          <p:nvPr/>
        </p:nvCxnSpPr>
        <p:spPr>
          <a:xfrm flipH="1">
            <a:off x="3819480" y="2252980"/>
            <a:ext cx="1230720" cy="1333500"/>
          </a:xfrm>
          <a:prstGeom prst="line">
            <a:avLst/>
          </a:prstGeom>
          <a:ln>
            <a:tailEnd type="non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B728F327-F274-EECB-E850-78E19A09010A}"/>
              </a:ext>
            </a:extLst>
          </p:cNvPr>
          <p:cNvCxnSpPr>
            <a:cxnSpLocks/>
          </p:cNvCxnSpPr>
          <p:nvPr/>
        </p:nvCxnSpPr>
        <p:spPr>
          <a:xfrm flipH="1">
            <a:off x="3819480" y="2529840"/>
            <a:ext cx="1230720" cy="1333500"/>
          </a:xfrm>
          <a:prstGeom prst="line">
            <a:avLst/>
          </a:prstGeom>
          <a:ln>
            <a:tailEnd type="non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1CA394F1-3312-EBA4-4DDC-EDACBE2A1EF6}"/>
              </a:ext>
            </a:extLst>
          </p:cNvPr>
          <p:cNvCxnSpPr>
            <a:cxnSpLocks/>
          </p:cNvCxnSpPr>
          <p:nvPr/>
        </p:nvCxnSpPr>
        <p:spPr>
          <a:xfrm flipH="1">
            <a:off x="3819480" y="2834640"/>
            <a:ext cx="1230720" cy="223520"/>
          </a:xfrm>
          <a:prstGeom prst="line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FE048D91-2F37-F4B7-C07C-9FF3E6495080}"/>
              </a:ext>
            </a:extLst>
          </p:cNvPr>
          <p:cNvCxnSpPr>
            <a:cxnSpLocks/>
          </p:cNvCxnSpPr>
          <p:nvPr/>
        </p:nvCxnSpPr>
        <p:spPr>
          <a:xfrm flipH="1">
            <a:off x="3819480" y="3119120"/>
            <a:ext cx="1230720" cy="223520"/>
          </a:xfrm>
          <a:prstGeom prst="line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9563F0D2-3993-055C-C440-9E2FF51D1ECC}"/>
              </a:ext>
            </a:extLst>
          </p:cNvPr>
          <p:cNvCxnSpPr>
            <a:cxnSpLocks/>
          </p:cNvCxnSpPr>
          <p:nvPr/>
        </p:nvCxnSpPr>
        <p:spPr>
          <a:xfrm flipH="1">
            <a:off x="3819480" y="3403600"/>
            <a:ext cx="1230720" cy="223520"/>
          </a:xfrm>
          <a:prstGeom prst="line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CA9A7740-6C24-754F-D1A3-19F34F086F9E}"/>
              </a:ext>
            </a:extLst>
          </p:cNvPr>
          <p:cNvCxnSpPr>
            <a:cxnSpLocks/>
          </p:cNvCxnSpPr>
          <p:nvPr/>
        </p:nvCxnSpPr>
        <p:spPr>
          <a:xfrm flipH="1">
            <a:off x="3819480" y="3688080"/>
            <a:ext cx="1230720" cy="223520"/>
          </a:xfrm>
          <a:prstGeom prst="line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C3FE48C6-854E-8909-48F7-AA71AAFE7942}"/>
              </a:ext>
            </a:extLst>
          </p:cNvPr>
          <p:cNvCxnSpPr>
            <a:cxnSpLocks/>
          </p:cNvCxnSpPr>
          <p:nvPr/>
        </p:nvCxnSpPr>
        <p:spPr>
          <a:xfrm flipH="1" flipV="1">
            <a:off x="3819480" y="3093720"/>
            <a:ext cx="1230720" cy="1181100"/>
          </a:xfrm>
          <a:prstGeom prst="line">
            <a:avLst/>
          </a:prstGeom>
          <a:ln>
            <a:tailEnd type="non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3A3C7FD7-895F-D3FE-8109-A920B500FF3C}"/>
              </a:ext>
            </a:extLst>
          </p:cNvPr>
          <p:cNvCxnSpPr>
            <a:cxnSpLocks/>
          </p:cNvCxnSpPr>
          <p:nvPr/>
        </p:nvCxnSpPr>
        <p:spPr>
          <a:xfrm flipH="1" flipV="1">
            <a:off x="3819480" y="3362960"/>
            <a:ext cx="1230720" cy="1181100"/>
          </a:xfrm>
          <a:prstGeom prst="line">
            <a:avLst/>
          </a:prstGeom>
          <a:ln>
            <a:tailEnd type="non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577EE3B7-E661-345A-6F87-29D5CC9E8320}"/>
              </a:ext>
            </a:extLst>
          </p:cNvPr>
          <p:cNvCxnSpPr>
            <a:cxnSpLocks/>
          </p:cNvCxnSpPr>
          <p:nvPr/>
        </p:nvCxnSpPr>
        <p:spPr>
          <a:xfrm flipH="1" flipV="1">
            <a:off x="3819480" y="3632200"/>
            <a:ext cx="1230720" cy="1181100"/>
          </a:xfrm>
          <a:prstGeom prst="line">
            <a:avLst/>
          </a:prstGeom>
          <a:ln>
            <a:tailEnd type="non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64D32CB4-27C6-6207-8006-B5C2D94ED6DE}"/>
              </a:ext>
            </a:extLst>
          </p:cNvPr>
          <p:cNvCxnSpPr>
            <a:cxnSpLocks/>
          </p:cNvCxnSpPr>
          <p:nvPr/>
        </p:nvCxnSpPr>
        <p:spPr>
          <a:xfrm flipH="1" flipV="1">
            <a:off x="3819480" y="3901440"/>
            <a:ext cx="1230720" cy="1181100"/>
          </a:xfrm>
          <a:prstGeom prst="line">
            <a:avLst/>
          </a:prstGeom>
          <a:ln>
            <a:tailEnd type="non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26405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422306D5-9570-38E3-0AAD-8FBA026D1E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1455453"/>
              </p:ext>
            </p:extLst>
          </p:nvPr>
        </p:nvGraphicFramePr>
        <p:xfrm>
          <a:off x="2731925" y="2550360"/>
          <a:ext cx="1080000" cy="2016000"/>
        </p:xfrm>
        <a:graphic>
          <a:graphicData uri="http://schemas.openxmlformats.org/drawingml/2006/table">
            <a:tbl>
              <a:tblPr>
                <a:tableStyleId>{21E4AEA4-8DFA-4A89-87EB-49C32662AFE0}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06703933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047737517"/>
                    </a:ext>
                  </a:extLst>
                </a:gridCol>
              </a:tblGrid>
              <a:tr h="288000">
                <a:tc rowSpan="3">
                  <a:txBody>
                    <a:bodyPr/>
                    <a:lstStyle/>
                    <a:p>
                      <a:pPr algn="r"/>
                      <a:r>
                        <a:rPr lang="en-US" altLang="zh-CN" sz="800"/>
                        <a:t>0</a:t>
                      </a:r>
                      <a:endParaRPr lang="zh-CN" altLang="en-US" sz="80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800"/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7175959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800"/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1657852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pPr algn="r"/>
                      <a:endParaRPr lang="zh-CN" altLang="en-US" sz="80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800"/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4959107"/>
                  </a:ext>
                </a:extLst>
              </a:tr>
              <a:tr h="288000">
                <a:tc rowSpan="3">
                  <a:txBody>
                    <a:bodyPr/>
                    <a:lstStyle/>
                    <a:p>
                      <a:pPr algn="r"/>
                      <a:r>
                        <a:rPr lang="en-US" altLang="zh-CN" sz="800"/>
                        <a:t>1</a:t>
                      </a:r>
                      <a:endParaRPr lang="zh-CN" altLang="en-US" sz="80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800"/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786098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800"/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2527770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pPr algn="r"/>
                      <a:endParaRPr lang="zh-CN" altLang="en-US" sz="80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800"/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3591448"/>
                  </a:ext>
                </a:extLst>
              </a:tr>
              <a:tr h="288000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800"/>
                        <a:t>Cache</a:t>
                      </a:r>
                      <a:r>
                        <a:rPr lang="zh-CN" altLang="en-US" sz="800"/>
                        <a:t>分组</a:t>
                      </a: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altLang="zh-CN" sz="800"/>
                        <a:t>Cache</a:t>
                      </a:r>
                      <a:r>
                        <a:rPr lang="zh-CN" altLang="en-US" sz="800"/>
                        <a:t>分块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876043"/>
                  </a:ext>
                </a:extLst>
              </a:tr>
            </a:tbl>
          </a:graphicData>
        </a:graphic>
      </p:graphicFrame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6D79C4D9-7099-0968-43FE-BF3FA030A4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1566087"/>
              </p:ext>
            </p:extLst>
          </p:nvPr>
        </p:nvGraphicFramePr>
        <p:xfrm>
          <a:off x="5050200" y="1542360"/>
          <a:ext cx="1080000" cy="4032000"/>
        </p:xfrm>
        <a:graphic>
          <a:graphicData uri="http://schemas.openxmlformats.org/drawingml/2006/table">
            <a:tbl>
              <a:tblPr>
                <a:tableStyleId>{21E4AEA4-8DFA-4A89-87EB-49C32662AFE0}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404773751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777098815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endParaRPr lang="zh-CN" altLang="en-US" sz="800"/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800"/>
                        <a:t>0</a:t>
                      </a:r>
                      <a:endParaRPr lang="zh-CN" altLang="en-US" sz="80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7175959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endParaRPr lang="zh-CN" altLang="en-US" sz="800"/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800"/>
                        <a:t>1</a:t>
                      </a:r>
                      <a:endParaRPr lang="zh-CN" altLang="en-US" sz="80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495910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endParaRPr lang="zh-CN" altLang="en-US" sz="800"/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800"/>
                        <a:t>2</a:t>
                      </a:r>
                      <a:endParaRPr lang="zh-CN" altLang="en-US" sz="80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6786098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endParaRPr lang="zh-CN" altLang="en-US" sz="800"/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800"/>
                        <a:t>3</a:t>
                      </a:r>
                      <a:endParaRPr lang="zh-CN" altLang="en-US" sz="80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3591448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endParaRPr lang="zh-CN" altLang="en-US" sz="800"/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800"/>
                        <a:t>4</a:t>
                      </a:r>
                      <a:endParaRPr lang="zh-CN" altLang="en-US" sz="80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2121528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endParaRPr lang="zh-CN" altLang="en-US" sz="800"/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800"/>
                        <a:t>5</a:t>
                      </a:r>
                      <a:endParaRPr lang="zh-CN" altLang="en-US" sz="80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15523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endParaRPr lang="zh-CN" altLang="en-US" sz="800"/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800"/>
                        <a:t>6</a:t>
                      </a:r>
                      <a:endParaRPr lang="zh-CN" altLang="en-US" sz="80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793508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endParaRPr lang="zh-CN" altLang="en-US" sz="800"/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800"/>
                        <a:t>7</a:t>
                      </a:r>
                      <a:endParaRPr lang="zh-CN" altLang="en-US" sz="80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3945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/>
                        <a:t>……</a:t>
                      </a:r>
                      <a:endParaRPr lang="zh-CN" altLang="en-US" sz="800"/>
                    </a:p>
                  </a:txBody>
                  <a:tcPr anchor="ctr">
                    <a:solidFill>
                      <a:srgbClr val="A9D18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800"/>
                        <a:t>…</a:t>
                      </a:r>
                      <a:endParaRPr lang="zh-CN" altLang="en-US" sz="80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1449759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endParaRPr lang="zh-CN" altLang="en-US" sz="800"/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altLang="en-US" sz="80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725492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endParaRPr lang="zh-CN" altLang="en-US" sz="800"/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altLang="en-US" sz="80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00322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endParaRPr lang="zh-CN" altLang="en-US" sz="800"/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altLang="en-US" sz="80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00913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endParaRPr lang="zh-CN" altLang="en-US" sz="800"/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800"/>
                        <a:t>…</a:t>
                      </a:r>
                      <a:endParaRPr lang="zh-CN" altLang="en-US" sz="80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1442232"/>
                  </a:ext>
                </a:extLst>
              </a:tr>
              <a:tr h="288000"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800"/>
                        <a:t>主存分区</a:t>
                      </a: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80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1739775"/>
                  </a:ext>
                </a:extLst>
              </a:tr>
            </a:tbl>
          </a:graphicData>
        </a:graphic>
      </p:graphicFrame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AB25410C-BF82-4CEE-240C-84D54F089345}"/>
              </a:ext>
            </a:extLst>
          </p:cNvPr>
          <p:cNvCxnSpPr>
            <a:cxnSpLocks/>
            <a:endCxn id="37" idx="1"/>
          </p:cNvCxnSpPr>
          <p:nvPr/>
        </p:nvCxnSpPr>
        <p:spPr>
          <a:xfrm flipH="1">
            <a:off x="4114801" y="1675453"/>
            <a:ext cx="943088" cy="1329221"/>
          </a:xfrm>
          <a:prstGeom prst="line">
            <a:avLst/>
          </a:prstGeom>
          <a:ln>
            <a:tailEnd type="non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6A978A59-38C2-E08D-9E1B-53878BF7ED7E}"/>
              </a:ext>
            </a:extLst>
          </p:cNvPr>
          <p:cNvCxnSpPr>
            <a:cxnSpLocks/>
            <a:endCxn id="36" idx="1"/>
          </p:cNvCxnSpPr>
          <p:nvPr/>
        </p:nvCxnSpPr>
        <p:spPr>
          <a:xfrm flipH="1">
            <a:off x="4114801" y="3136375"/>
            <a:ext cx="943088" cy="675131"/>
          </a:xfrm>
          <a:prstGeom prst="line">
            <a:avLst/>
          </a:prstGeom>
          <a:ln>
            <a:tailEnd type="non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9" name="右大括号 18">
            <a:extLst>
              <a:ext uri="{FF2B5EF4-FFF2-40B4-BE49-F238E27FC236}">
                <a16:creationId xmlns:a16="http://schemas.microsoft.com/office/drawing/2014/main" id="{1CCAA4D5-36D0-B2F2-9473-FD1DAF713CEA}"/>
              </a:ext>
            </a:extLst>
          </p:cNvPr>
          <p:cNvSpPr/>
          <p:nvPr/>
        </p:nvSpPr>
        <p:spPr>
          <a:xfrm>
            <a:off x="5938225" y="1676845"/>
            <a:ext cx="274320" cy="324000"/>
          </a:xfrm>
          <a:prstGeom prst="rightBrace">
            <a:avLst/>
          </a:prstGeom>
          <a:ln>
            <a:tailEnd type="non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右大括号 19">
            <a:extLst>
              <a:ext uri="{FF2B5EF4-FFF2-40B4-BE49-F238E27FC236}">
                <a16:creationId xmlns:a16="http://schemas.microsoft.com/office/drawing/2014/main" id="{5E859280-D253-BF5D-C0B2-E8D1E0D4F2D9}"/>
              </a:ext>
            </a:extLst>
          </p:cNvPr>
          <p:cNvSpPr/>
          <p:nvPr/>
        </p:nvSpPr>
        <p:spPr>
          <a:xfrm>
            <a:off x="5938225" y="2244610"/>
            <a:ext cx="274320" cy="324000"/>
          </a:xfrm>
          <a:prstGeom prst="rightBrace">
            <a:avLst/>
          </a:prstGeom>
          <a:ln>
            <a:tailEnd type="non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右大括号 20">
            <a:extLst>
              <a:ext uri="{FF2B5EF4-FFF2-40B4-BE49-F238E27FC236}">
                <a16:creationId xmlns:a16="http://schemas.microsoft.com/office/drawing/2014/main" id="{F361033E-1C77-A865-14EC-62BD1E15FA35}"/>
              </a:ext>
            </a:extLst>
          </p:cNvPr>
          <p:cNvSpPr/>
          <p:nvPr/>
        </p:nvSpPr>
        <p:spPr>
          <a:xfrm>
            <a:off x="5938225" y="2812375"/>
            <a:ext cx="274320" cy="324000"/>
          </a:xfrm>
          <a:prstGeom prst="rightBrace">
            <a:avLst/>
          </a:prstGeom>
          <a:ln>
            <a:tailEnd type="non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右大括号 22">
            <a:extLst>
              <a:ext uri="{FF2B5EF4-FFF2-40B4-BE49-F238E27FC236}">
                <a16:creationId xmlns:a16="http://schemas.microsoft.com/office/drawing/2014/main" id="{2D9FBBF2-ADB6-1E62-62A6-A46BCB4423DC}"/>
              </a:ext>
            </a:extLst>
          </p:cNvPr>
          <p:cNvSpPr/>
          <p:nvPr/>
        </p:nvSpPr>
        <p:spPr>
          <a:xfrm>
            <a:off x="5938225" y="3380141"/>
            <a:ext cx="274320" cy="324000"/>
          </a:xfrm>
          <a:prstGeom prst="rightBrace">
            <a:avLst/>
          </a:prstGeom>
          <a:ln>
            <a:tailEnd type="non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右大括号 35">
            <a:extLst>
              <a:ext uri="{FF2B5EF4-FFF2-40B4-BE49-F238E27FC236}">
                <a16:creationId xmlns:a16="http://schemas.microsoft.com/office/drawing/2014/main" id="{FDAC8D37-D37B-F502-1CFE-A40EC930096F}"/>
              </a:ext>
            </a:extLst>
          </p:cNvPr>
          <p:cNvSpPr/>
          <p:nvPr/>
        </p:nvSpPr>
        <p:spPr>
          <a:xfrm>
            <a:off x="3840481" y="3541506"/>
            <a:ext cx="274320" cy="540000"/>
          </a:xfrm>
          <a:prstGeom prst="rightBrace">
            <a:avLst/>
          </a:prstGeom>
          <a:ln>
            <a:tailEnd type="non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右大括号 36">
            <a:extLst>
              <a:ext uri="{FF2B5EF4-FFF2-40B4-BE49-F238E27FC236}">
                <a16:creationId xmlns:a16="http://schemas.microsoft.com/office/drawing/2014/main" id="{7FB20ADF-27E4-69DA-4D07-10F7F4FB5EE9}"/>
              </a:ext>
            </a:extLst>
          </p:cNvPr>
          <p:cNvSpPr/>
          <p:nvPr/>
        </p:nvSpPr>
        <p:spPr>
          <a:xfrm>
            <a:off x="3840481" y="2734674"/>
            <a:ext cx="274320" cy="540000"/>
          </a:xfrm>
          <a:prstGeom prst="rightBrace">
            <a:avLst/>
          </a:prstGeom>
          <a:ln>
            <a:tailEnd type="non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22506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72F62E56-4E1B-C98E-44F6-94322C1716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2935029"/>
              </p:ext>
            </p:extLst>
          </p:nvPr>
        </p:nvGraphicFramePr>
        <p:xfrm>
          <a:off x="3820160" y="821266"/>
          <a:ext cx="3600000" cy="370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00000">
                  <a:extLst>
                    <a:ext uri="{9D8B030D-6E8A-4147-A177-3AD203B41FA5}">
                      <a16:colId xmlns:a16="http://schemas.microsoft.com/office/drawing/2014/main" val="2992952810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6970914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ADD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10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5854263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BEDF0CCC-9B2F-F9A8-C0A5-75E6EABEBD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7623847"/>
              </p:ext>
            </p:extLst>
          </p:nvPr>
        </p:nvGraphicFramePr>
        <p:xfrm>
          <a:off x="2032000" y="3188546"/>
          <a:ext cx="3600000" cy="370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00000">
                  <a:extLst>
                    <a:ext uri="{9D8B030D-6E8A-4147-A177-3AD203B41FA5}">
                      <a16:colId xmlns:a16="http://schemas.microsoft.com/office/drawing/2014/main" val="2992952810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6970914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ADD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#104AD8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5854263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0A9BFD8B-9C28-D89D-725A-CCF3EB214F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92053"/>
              </p:ext>
            </p:extLst>
          </p:nvPr>
        </p:nvGraphicFramePr>
        <p:xfrm>
          <a:off x="6644640" y="1705186"/>
          <a:ext cx="2880000" cy="1854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101614480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39474592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86261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0894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#104AD8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10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21824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12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30011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6610770"/>
                  </a:ext>
                </a:extLst>
              </a:tr>
            </a:tbl>
          </a:graphicData>
        </a:graphic>
      </p:graphicFrame>
      <p:cxnSp>
        <p:nvCxnSpPr>
          <p:cNvPr id="10" name="连接符: 肘形 9">
            <a:extLst>
              <a:ext uri="{FF2B5EF4-FFF2-40B4-BE49-F238E27FC236}">
                <a16:creationId xmlns:a16="http://schemas.microsoft.com/office/drawing/2014/main" id="{FEB80A88-9280-177B-AD3D-9F23C4F87B83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 flipV="1">
            <a:off x="5632000" y="2632286"/>
            <a:ext cx="1012640" cy="741680"/>
          </a:xfrm>
          <a:prstGeom prst="bentConnector3">
            <a:avLst/>
          </a:prstGeom>
          <a:ln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62076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7D3B16BB-787F-CEF0-7AD5-3C14340F77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5193223"/>
              </p:ext>
            </p:extLst>
          </p:nvPr>
        </p:nvGraphicFramePr>
        <p:xfrm>
          <a:off x="2032000" y="3188546"/>
          <a:ext cx="3600000" cy="370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00000">
                  <a:extLst>
                    <a:ext uri="{9D8B030D-6E8A-4147-A177-3AD203B41FA5}">
                      <a16:colId xmlns:a16="http://schemas.microsoft.com/office/drawing/2014/main" val="2992952810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6970914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ADD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#104AD8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5854263"/>
                  </a:ext>
                </a:extLst>
              </a:tr>
            </a:tbl>
          </a:graphicData>
        </a:graphic>
      </p:graphicFrame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99C0433E-7C6E-81CB-3CD8-0A364355ED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9595458"/>
              </p:ext>
            </p:extLst>
          </p:nvPr>
        </p:nvGraphicFramePr>
        <p:xfrm>
          <a:off x="6644640" y="1705186"/>
          <a:ext cx="2880000" cy="1854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101614480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39474592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86261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0894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#104AD8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#3B4CF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21824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12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30011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#3B4CF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10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6610770"/>
                  </a:ext>
                </a:extLst>
              </a:tr>
            </a:tbl>
          </a:graphicData>
        </a:graphic>
      </p:graphicFrame>
      <p:cxnSp>
        <p:nvCxnSpPr>
          <p:cNvPr id="4" name="连接符: 肘形 3">
            <a:extLst>
              <a:ext uri="{FF2B5EF4-FFF2-40B4-BE49-F238E27FC236}">
                <a16:creationId xmlns:a16="http://schemas.microsoft.com/office/drawing/2014/main" id="{30727107-D170-D53D-7055-69DC706D9393}"/>
              </a:ext>
            </a:extLst>
          </p:cNvPr>
          <p:cNvCxnSpPr>
            <a:cxnSpLocks/>
            <a:stCxn id="2" idx="3"/>
            <a:endCxn id="3" idx="1"/>
          </p:cNvCxnSpPr>
          <p:nvPr/>
        </p:nvCxnSpPr>
        <p:spPr>
          <a:xfrm flipV="1">
            <a:off x="5632000" y="2632286"/>
            <a:ext cx="1012640" cy="741680"/>
          </a:xfrm>
          <a:prstGeom prst="bentConnector3">
            <a:avLst/>
          </a:prstGeom>
          <a:ln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连接符: 肘形 6">
            <a:extLst>
              <a:ext uri="{FF2B5EF4-FFF2-40B4-BE49-F238E27FC236}">
                <a16:creationId xmlns:a16="http://schemas.microsoft.com/office/drawing/2014/main" id="{AD840513-2349-1FE9-8A54-283CB49C6D66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9524640" y="2632286"/>
            <a:ext cx="12700" cy="741680"/>
          </a:xfrm>
          <a:prstGeom prst="bentConnector4">
            <a:avLst>
              <a:gd name="adj1" fmla="val 3240000"/>
              <a:gd name="adj2" fmla="val 100343"/>
            </a:avLst>
          </a:prstGeom>
          <a:ln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003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9B861F89-A94C-2DD6-A483-2F5A40333D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7289941"/>
              </p:ext>
            </p:extLst>
          </p:nvPr>
        </p:nvGraphicFramePr>
        <p:xfrm>
          <a:off x="2032000" y="3188546"/>
          <a:ext cx="3600000" cy="370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00000">
                  <a:extLst>
                    <a:ext uri="{9D8B030D-6E8A-4147-A177-3AD203B41FA5}">
                      <a16:colId xmlns:a16="http://schemas.microsoft.com/office/drawing/2014/main" val="2992952810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6970914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ADD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#3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5854263"/>
                  </a:ext>
                </a:extLst>
              </a:tr>
            </a:tbl>
          </a:graphicData>
        </a:graphic>
      </p:graphicFrame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754E88EA-F2F5-5F51-8C30-90CDCB7F71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8310909"/>
              </p:ext>
            </p:extLst>
          </p:nvPr>
        </p:nvGraphicFramePr>
        <p:xfrm>
          <a:off x="6644640" y="1705186"/>
          <a:ext cx="2880000" cy="1854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101614480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39474592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86261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0894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21824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12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30011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6610770"/>
                  </a:ext>
                </a:extLst>
              </a:tr>
            </a:tbl>
          </a:graphicData>
        </a:graphic>
      </p:graphicFrame>
      <p:cxnSp>
        <p:nvCxnSpPr>
          <p:cNvPr id="11" name="连接符: 肘形 10">
            <a:extLst>
              <a:ext uri="{FF2B5EF4-FFF2-40B4-BE49-F238E27FC236}">
                <a16:creationId xmlns:a16="http://schemas.microsoft.com/office/drawing/2014/main" id="{9351E35F-AAC8-31A9-F411-89DAF534A30E}"/>
              </a:ext>
            </a:extLst>
          </p:cNvPr>
          <p:cNvCxnSpPr>
            <a:cxnSpLocks/>
            <a:stCxn id="9" idx="3"/>
            <a:endCxn id="12" idx="1"/>
          </p:cNvCxnSpPr>
          <p:nvPr/>
        </p:nvCxnSpPr>
        <p:spPr>
          <a:xfrm>
            <a:off x="5632000" y="3373966"/>
            <a:ext cx="1012640" cy="1645920"/>
          </a:xfrm>
          <a:prstGeom prst="bentConnector3">
            <a:avLst/>
          </a:prstGeom>
          <a:ln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FF7677E3-DAC1-4142-7658-577EDBF73F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0808119"/>
              </p:ext>
            </p:extLst>
          </p:nvPr>
        </p:nvGraphicFramePr>
        <p:xfrm>
          <a:off x="6644640" y="4092786"/>
          <a:ext cx="2880000" cy="1854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101614480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89905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86261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0894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#3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10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21824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12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30011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66107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309950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56683942-DCC7-561E-9472-4F9E76A311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8810996"/>
              </p:ext>
            </p:extLst>
          </p:nvPr>
        </p:nvGraphicFramePr>
        <p:xfrm>
          <a:off x="2032000" y="3188546"/>
          <a:ext cx="3600000" cy="370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00000">
                  <a:extLst>
                    <a:ext uri="{9D8B030D-6E8A-4147-A177-3AD203B41FA5}">
                      <a16:colId xmlns:a16="http://schemas.microsoft.com/office/drawing/2014/main" val="2992952810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6970914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ADD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#3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5854263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D132979F-0CCC-03D0-8038-99EE9FD569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860790"/>
              </p:ext>
            </p:extLst>
          </p:nvPr>
        </p:nvGraphicFramePr>
        <p:xfrm>
          <a:off x="6644640" y="1705186"/>
          <a:ext cx="2880000" cy="1854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101614480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39474592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86261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0894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#104AD8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10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21824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12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30011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6610770"/>
                  </a:ext>
                </a:extLst>
              </a:tr>
            </a:tbl>
          </a:graphicData>
        </a:graphic>
      </p:graphicFrame>
      <p:cxnSp>
        <p:nvCxnSpPr>
          <p:cNvPr id="8" name="连接符: 肘形 7">
            <a:extLst>
              <a:ext uri="{FF2B5EF4-FFF2-40B4-BE49-F238E27FC236}">
                <a16:creationId xmlns:a16="http://schemas.microsoft.com/office/drawing/2014/main" id="{44C64660-A9D6-2437-1B8D-12D02C3CC510}"/>
              </a:ext>
            </a:extLst>
          </p:cNvPr>
          <p:cNvCxnSpPr>
            <a:cxnSpLocks/>
            <a:stCxn id="5" idx="3"/>
            <a:endCxn id="9" idx="1"/>
          </p:cNvCxnSpPr>
          <p:nvPr/>
        </p:nvCxnSpPr>
        <p:spPr>
          <a:xfrm>
            <a:off x="5632000" y="3373966"/>
            <a:ext cx="1012640" cy="1645920"/>
          </a:xfrm>
          <a:prstGeom prst="bentConnector3">
            <a:avLst/>
          </a:prstGeom>
          <a:ln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F52DD6EB-A10E-98A4-F0DA-C318CC6979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1471236"/>
              </p:ext>
            </p:extLst>
          </p:nvPr>
        </p:nvGraphicFramePr>
        <p:xfrm>
          <a:off x="6644640" y="4092786"/>
          <a:ext cx="2880000" cy="1854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101614480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89905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86261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0894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#3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#104AD8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21824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12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30011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6610770"/>
                  </a:ext>
                </a:extLst>
              </a:tr>
            </a:tbl>
          </a:graphicData>
        </a:graphic>
      </p:graphicFrame>
      <p:cxnSp>
        <p:nvCxnSpPr>
          <p:cNvPr id="10" name="连接符: 肘形 9">
            <a:extLst>
              <a:ext uri="{FF2B5EF4-FFF2-40B4-BE49-F238E27FC236}">
                <a16:creationId xmlns:a16="http://schemas.microsoft.com/office/drawing/2014/main" id="{4DD76174-5F89-6964-0863-FC8A0B2615CD}"/>
              </a:ext>
            </a:extLst>
          </p:cNvPr>
          <p:cNvCxnSpPr>
            <a:cxnSpLocks/>
            <a:stCxn id="9" idx="3"/>
            <a:endCxn id="7" idx="3"/>
          </p:cNvCxnSpPr>
          <p:nvPr/>
        </p:nvCxnSpPr>
        <p:spPr>
          <a:xfrm flipV="1">
            <a:off x="9524640" y="2632286"/>
            <a:ext cx="12700" cy="2387600"/>
          </a:xfrm>
          <a:prstGeom prst="bentConnector3">
            <a:avLst>
              <a:gd name="adj1" fmla="val 1800000"/>
            </a:avLst>
          </a:prstGeom>
          <a:ln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43183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9FEF9DFF-0B5D-1343-7F63-E549B94DA085}"/>
              </a:ext>
            </a:extLst>
          </p:cNvPr>
          <p:cNvSpPr/>
          <p:nvPr/>
        </p:nvSpPr>
        <p:spPr>
          <a:xfrm>
            <a:off x="807384" y="690282"/>
            <a:ext cx="2160000" cy="4320000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zh-CN" altLang="en-US" sz="1200" dirty="0">
                <a:solidFill>
                  <a:schemeClr val="tx1"/>
                </a:solidFill>
              </a:rPr>
              <a:t>用户</a:t>
            </a:r>
            <a:r>
              <a:rPr lang="en-US" altLang="zh-CN" sz="1200" dirty="0">
                <a:solidFill>
                  <a:schemeClr val="tx1"/>
                </a:solidFill>
              </a:rPr>
              <a:t>A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grpSp>
        <p:nvGrpSpPr>
          <p:cNvPr id="102" name="组合 101">
            <a:extLst>
              <a:ext uri="{FF2B5EF4-FFF2-40B4-BE49-F238E27FC236}">
                <a16:creationId xmlns:a16="http://schemas.microsoft.com/office/drawing/2014/main" id="{49C19D2A-90E5-072B-42A2-F90C21BDE88D}"/>
              </a:ext>
            </a:extLst>
          </p:cNvPr>
          <p:cNvGrpSpPr/>
          <p:nvPr/>
        </p:nvGrpSpPr>
        <p:grpSpPr>
          <a:xfrm>
            <a:off x="1123972" y="1339022"/>
            <a:ext cx="1526824" cy="3022520"/>
            <a:chOff x="1123972" y="1159022"/>
            <a:chExt cx="1526824" cy="3022520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62FF1042-29EB-E570-3882-18544090E9F3}"/>
                </a:ext>
              </a:extLst>
            </p:cNvPr>
            <p:cNvSpPr/>
            <p:nvPr/>
          </p:nvSpPr>
          <p:spPr>
            <a:xfrm>
              <a:off x="1123972" y="1159022"/>
              <a:ext cx="1440000" cy="3600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tx1"/>
                  </a:solidFill>
                </a:rPr>
                <a:t>明文</a:t>
              </a: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1806C9BE-8F6F-0B4D-C31E-137D53C4A541}"/>
                </a:ext>
              </a:extLst>
            </p:cNvPr>
            <p:cNvSpPr/>
            <p:nvPr/>
          </p:nvSpPr>
          <p:spPr>
            <a:xfrm>
              <a:off x="1123972" y="2490282"/>
              <a:ext cx="1440000" cy="3600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tx1"/>
                  </a:solidFill>
                </a:rPr>
                <a:t>明文的摘要</a:t>
              </a:r>
              <a:r>
                <a:rPr lang="en-US" altLang="zh-CN" sz="1200" dirty="0">
                  <a:solidFill>
                    <a:schemeClr val="tx1"/>
                  </a:solidFill>
                </a:rPr>
                <a:t> </a:t>
              </a:r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DB11573D-A2B1-A3F9-AC82-0FAFFC6A65E0}"/>
                </a:ext>
              </a:extLst>
            </p:cNvPr>
            <p:cNvSpPr/>
            <p:nvPr/>
          </p:nvSpPr>
          <p:spPr>
            <a:xfrm>
              <a:off x="1123972" y="3821542"/>
              <a:ext cx="1440000" cy="3600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tx1"/>
                  </a:solidFill>
                </a:rPr>
                <a:t>加密后的摘要</a:t>
              </a:r>
              <a:r>
                <a:rPr lang="en-US" altLang="zh-CN" sz="1200" dirty="0">
                  <a:solidFill>
                    <a:schemeClr val="tx1"/>
                  </a:solidFill>
                </a:rPr>
                <a:t> </a:t>
              </a:r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9B708B48-3EEA-B493-40FC-2B6D7B70B279}"/>
                </a:ext>
              </a:extLst>
            </p:cNvPr>
            <p:cNvSpPr/>
            <p:nvPr/>
          </p:nvSpPr>
          <p:spPr>
            <a:xfrm>
              <a:off x="1930796" y="1824652"/>
              <a:ext cx="720000" cy="36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1200" dirty="0">
                  <a:solidFill>
                    <a:schemeClr val="tx1"/>
                  </a:solidFill>
                </a:rPr>
                <a:t>MD5</a:t>
              </a:r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18F4E9CF-2EA1-6F3A-3AD0-71EA5516FBBA}"/>
                </a:ext>
              </a:extLst>
            </p:cNvPr>
            <p:cNvSpPr/>
            <p:nvPr/>
          </p:nvSpPr>
          <p:spPr>
            <a:xfrm>
              <a:off x="1930796" y="3155912"/>
              <a:ext cx="720000" cy="36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1200" dirty="0">
                  <a:solidFill>
                    <a:schemeClr val="tx1"/>
                  </a:solidFill>
                </a:rPr>
                <a:t>私钥</a:t>
              </a:r>
            </a:p>
          </p:txBody>
        </p:sp>
        <p:cxnSp>
          <p:nvCxnSpPr>
            <p:cNvPr id="10" name="直接箭头连接符 9">
              <a:extLst>
                <a:ext uri="{FF2B5EF4-FFF2-40B4-BE49-F238E27FC236}">
                  <a16:creationId xmlns:a16="http://schemas.microsoft.com/office/drawing/2014/main" id="{E0A9AF5D-E49B-8B7B-65C6-95CE010E91C7}"/>
                </a:ext>
              </a:extLst>
            </p:cNvPr>
            <p:cNvCxnSpPr>
              <a:cxnSpLocks/>
              <a:stCxn id="4" idx="2"/>
              <a:endCxn id="5" idx="0"/>
            </p:cNvCxnSpPr>
            <p:nvPr/>
          </p:nvCxnSpPr>
          <p:spPr>
            <a:xfrm>
              <a:off x="1843972" y="1519022"/>
              <a:ext cx="0" cy="97126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箭头连接符 11">
              <a:extLst>
                <a:ext uri="{FF2B5EF4-FFF2-40B4-BE49-F238E27FC236}">
                  <a16:creationId xmlns:a16="http://schemas.microsoft.com/office/drawing/2014/main" id="{612B99F3-AE82-EB40-60FF-3DB9C685CEB9}"/>
                </a:ext>
              </a:extLst>
            </p:cNvPr>
            <p:cNvCxnSpPr>
              <a:cxnSpLocks/>
              <a:stCxn id="5" idx="2"/>
              <a:endCxn id="6" idx="0"/>
            </p:cNvCxnSpPr>
            <p:nvPr/>
          </p:nvCxnSpPr>
          <p:spPr>
            <a:xfrm>
              <a:off x="1843972" y="2850282"/>
              <a:ext cx="0" cy="97126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矩形 25">
            <a:extLst>
              <a:ext uri="{FF2B5EF4-FFF2-40B4-BE49-F238E27FC236}">
                <a16:creationId xmlns:a16="http://schemas.microsoft.com/office/drawing/2014/main" id="{22172CF2-FD0A-141B-31B6-DE4FDDB9161B}"/>
              </a:ext>
            </a:extLst>
          </p:cNvPr>
          <p:cNvSpPr/>
          <p:nvPr/>
        </p:nvSpPr>
        <p:spPr>
          <a:xfrm>
            <a:off x="3855384" y="1950282"/>
            <a:ext cx="2160000" cy="1800000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endParaRPr lang="zh-CN" altLang="en-US" sz="1200" dirty="0">
              <a:solidFill>
                <a:schemeClr val="tx1"/>
              </a:solidFill>
            </a:endParaRPr>
          </a:p>
        </p:txBody>
      </p:sp>
      <p:grpSp>
        <p:nvGrpSpPr>
          <p:cNvPr id="109" name="组合 108">
            <a:extLst>
              <a:ext uri="{FF2B5EF4-FFF2-40B4-BE49-F238E27FC236}">
                <a16:creationId xmlns:a16="http://schemas.microsoft.com/office/drawing/2014/main" id="{68B1B294-A6BF-E8A4-CD7E-1E531C7DDEDE}"/>
              </a:ext>
            </a:extLst>
          </p:cNvPr>
          <p:cNvGrpSpPr/>
          <p:nvPr/>
        </p:nvGrpSpPr>
        <p:grpSpPr>
          <a:xfrm>
            <a:off x="4215384" y="2229610"/>
            <a:ext cx="1440000" cy="1241345"/>
            <a:chOff x="4215384" y="2121047"/>
            <a:chExt cx="1440000" cy="1241345"/>
          </a:xfrm>
        </p:grpSpPr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4C74C1EA-8B23-9033-7643-F1F5A0550651}"/>
                </a:ext>
              </a:extLst>
            </p:cNvPr>
            <p:cNvSpPr/>
            <p:nvPr/>
          </p:nvSpPr>
          <p:spPr>
            <a:xfrm>
              <a:off x="4215384" y="2121047"/>
              <a:ext cx="1440000" cy="3600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tx1"/>
                  </a:solidFill>
                </a:rPr>
                <a:t>明文</a:t>
              </a:r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ACA80F65-70CF-3CC7-423F-BDEA7C7F9C73}"/>
                </a:ext>
              </a:extLst>
            </p:cNvPr>
            <p:cNvSpPr/>
            <p:nvPr/>
          </p:nvSpPr>
          <p:spPr>
            <a:xfrm>
              <a:off x="4215384" y="2561720"/>
              <a:ext cx="1440000" cy="3600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tx1"/>
                  </a:solidFill>
                </a:rPr>
                <a:t>加密后的摘要</a:t>
              </a:r>
              <a:r>
                <a:rPr lang="en-US" altLang="zh-CN" sz="1200" dirty="0">
                  <a:solidFill>
                    <a:schemeClr val="tx1"/>
                  </a:solidFill>
                </a:rPr>
                <a:t> </a:t>
              </a:r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18421BA3-4440-54EB-E0E4-062C12FAE88C}"/>
                </a:ext>
              </a:extLst>
            </p:cNvPr>
            <p:cNvSpPr/>
            <p:nvPr/>
          </p:nvSpPr>
          <p:spPr>
            <a:xfrm>
              <a:off x="4215384" y="3002392"/>
              <a:ext cx="1440000" cy="3600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tx1"/>
                  </a:solidFill>
                </a:rPr>
                <a:t>公钥</a:t>
              </a:r>
            </a:p>
          </p:txBody>
        </p:sp>
      </p:grpSp>
      <p:sp>
        <p:nvSpPr>
          <p:cNvPr id="38" name="矩形 37">
            <a:extLst>
              <a:ext uri="{FF2B5EF4-FFF2-40B4-BE49-F238E27FC236}">
                <a16:creationId xmlns:a16="http://schemas.microsoft.com/office/drawing/2014/main" id="{49E18B17-24DB-57F9-B10D-82292633A2EA}"/>
              </a:ext>
            </a:extLst>
          </p:cNvPr>
          <p:cNvSpPr/>
          <p:nvPr/>
        </p:nvSpPr>
        <p:spPr>
          <a:xfrm>
            <a:off x="6903384" y="690282"/>
            <a:ext cx="2160000" cy="4320000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zh-CN" altLang="en-US" sz="1200" dirty="0">
                <a:solidFill>
                  <a:schemeClr val="tx1"/>
                </a:solidFill>
              </a:rPr>
              <a:t>用户</a:t>
            </a:r>
            <a:r>
              <a:rPr lang="en-US" altLang="zh-CN" sz="1200" dirty="0">
                <a:solidFill>
                  <a:schemeClr val="tx1"/>
                </a:solidFill>
              </a:rPr>
              <a:t>B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6841D961-59A9-2843-32BC-FC8B8DB1FABF}"/>
              </a:ext>
            </a:extLst>
          </p:cNvPr>
          <p:cNvCxnSpPr>
            <a:cxnSpLocks/>
            <a:stCxn id="26" idx="3"/>
            <a:endCxn id="38" idx="1"/>
          </p:cNvCxnSpPr>
          <p:nvPr/>
        </p:nvCxnSpPr>
        <p:spPr>
          <a:xfrm>
            <a:off x="6015384" y="2850282"/>
            <a:ext cx="888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15ED5E69-1D7C-F0AC-6742-7513CA57E55A}"/>
              </a:ext>
            </a:extLst>
          </p:cNvPr>
          <p:cNvCxnSpPr>
            <a:cxnSpLocks/>
            <a:stCxn id="3" idx="3"/>
            <a:endCxn id="26" idx="1"/>
          </p:cNvCxnSpPr>
          <p:nvPr/>
        </p:nvCxnSpPr>
        <p:spPr>
          <a:xfrm>
            <a:off x="2967384" y="2850282"/>
            <a:ext cx="888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矩形 42">
            <a:extLst>
              <a:ext uri="{FF2B5EF4-FFF2-40B4-BE49-F238E27FC236}">
                <a16:creationId xmlns:a16="http://schemas.microsoft.com/office/drawing/2014/main" id="{57E9940B-4298-CEC9-88D1-0B317D84793F}"/>
              </a:ext>
            </a:extLst>
          </p:cNvPr>
          <p:cNvSpPr/>
          <p:nvPr/>
        </p:nvSpPr>
        <p:spPr>
          <a:xfrm>
            <a:off x="8005090" y="1511313"/>
            <a:ext cx="720000" cy="3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200" dirty="0">
                <a:solidFill>
                  <a:schemeClr val="tx1"/>
                </a:solidFill>
              </a:rPr>
              <a:t>MD5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7B34446A-8D14-4E78-A7D1-ADD6774990C5}"/>
              </a:ext>
            </a:extLst>
          </p:cNvPr>
          <p:cNvCxnSpPr>
            <a:cxnSpLocks/>
            <a:stCxn id="40" idx="2"/>
            <a:endCxn id="41" idx="0"/>
          </p:cNvCxnSpPr>
          <p:nvPr/>
        </p:nvCxnSpPr>
        <p:spPr>
          <a:xfrm>
            <a:off x="7961678" y="1427560"/>
            <a:ext cx="0" cy="52750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39">
            <a:extLst>
              <a:ext uri="{FF2B5EF4-FFF2-40B4-BE49-F238E27FC236}">
                <a16:creationId xmlns:a16="http://schemas.microsoft.com/office/drawing/2014/main" id="{A9C0007C-E3C1-5F3B-F79C-7938F34B85D8}"/>
              </a:ext>
            </a:extLst>
          </p:cNvPr>
          <p:cNvSpPr/>
          <p:nvPr/>
        </p:nvSpPr>
        <p:spPr>
          <a:xfrm>
            <a:off x="7241678" y="1067560"/>
            <a:ext cx="1440000" cy="36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明文</a:t>
            </a:r>
            <a:r>
              <a:rPr lang="en-US" altLang="zh-CN" sz="1200" dirty="0">
                <a:solidFill>
                  <a:schemeClr val="tx1"/>
                </a:solidFill>
              </a:rPr>
              <a:t> 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4CE3E9D1-4950-068E-E890-A85B9E34E6E8}"/>
              </a:ext>
            </a:extLst>
          </p:cNvPr>
          <p:cNvSpPr/>
          <p:nvPr/>
        </p:nvSpPr>
        <p:spPr>
          <a:xfrm>
            <a:off x="7241678" y="1955067"/>
            <a:ext cx="1440000" cy="36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明文的摘要</a:t>
            </a:r>
            <a:r>
              <a:rPr lang="en-US" altLang="zh-CN" sz="1200" dirty="0">
                <a:solidFill>
                  <a:schemeClr val="tx1"/>
                </a:solidFill>
              </a:rPr>
              <a:t> 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grpSp>
        <p:nvGrpSpPr>
          <p:cNvPr id="123" name="组合 122">
            <a:extLst>
              <a:ext uri="{FF2B5EF4-FFF2-40B4-BE49-F238E27FC236}">
                <a16:creationId xmlns:a16="http://schemas.microsoft.com/office/drawing/2014/main" id="{343AAAC5-E6B9-95BE-3752-9C2409DBF176}"/>
              </a:ext>
            </a:extLst>
          </p:cNvPr>
          <p:cNvGrpSpPr/>
          <p:nvPr/>
        </p:nvGrpSpPr>
        <p:grpSpPr>
          <a:xfrm>
            <a:off x="7241678" y="3385499"/>
            <a:ext cx="1483412" cy="1247506"/>
            <a:chOff x="7263384" y="3304536"/>
            <a:chExt cx="1483412" cy="1247506"/>
          </a:xfrm>
        </p:grpSpPr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8EB10199-44C2-CA60-9C75-7E8E9C3C7F28}"/>
                </a:ext>
              </a:extLst>
            </p:cNvPr>
            <p:cNvSpPr/>
            <p:nvPr/>
          </p:nvSpPr>
          <p:spPr>
            <a:xfrm>
              <a:off x="8026796" y="3748289"/>
              <a:ext cx="720000" cy="36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1200" dirty="0">
                  <a:solidFill>
                    <a:schemeClr val="tx1"/>
                  </a:solidFill>
                </a:rPr>
                <a:t>公钥</a:t>
              </a:r>
            </a:p>
          </p:txBody>
        </p:sp>
        <p:cxnSp>
          <p:nvCxnSpPr>
            <p:cNvPr id="46" name="直接箭头连接符 45">
              <a:extLst>
                <a:ext uri="{FF2B5EF4-FFF2-40B4-BE49-F238E27FC236}">
                  <a16:creationId xmlns:a16="http://schemas.microsoft.com/office/drawing/2014/main" id="{6649C190-6D82-476E-BB33-D315465E36BD}"/>
                </a:ext>
              </a:extLst>
            </p:cNvPr>
            <p:cNvCxnSpPr>
              <a:cxnSpLocks/>
              <a:stCxn id="42" idx="0"/>
              <a:endCxn id="56" idx="2"/>
            </p:cNvCxnSpPr>
            <p:nvPr/>
          </p:nvCxnSpPr>
          <p:spPr>
            <a:xfrm flipV="1">
              <a:off x="7983384" y="3664536"/>
              <a:ext cx="0" cy="52750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5871114D-7DC4-8605-B861-62CD372314EC}"/>
                </a:ext>
              </a:extLst>
            </p:cNvPr>
            <p:cNvSpPr/>
            <p:nvPr/>
          </p:nvSpPr>
          <p:spPr>
            <a:xfrm>
              <a:off x="7263384" y="4192042"/>
              <a:ext cx="1440000" cy="3600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tx1"/>
                  </a:solidFill>
                </a:rPr>
                <a:t>加密后的摘要</a:t>
              </a:r>
              <a:r>
                <a:rPr lang="en-US" altLang="zh-CN" sz="1200" dirty="0">
                  <a:solidFill>
                    <a:schemeClr val="tx1"/>
                  </a:solidFill>
                </a:rPr>
                <a:t> </a:t>
              </a:r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56" name="矩形 55">
              <a:extLst>
                <a:ext uri="{FF2B5EF4-FFF2-40B4-BE49-F238E27FC236}">
                  <a16:creationId xmlns:a16="http://schemas.microsoft.com/office/drawing/2014/main" id="{772326BF-6E2E-38E1-B1F9-2D353EEFE993}"/>
                </a:ext>
              </a:extLst>
            </p:cNvPr>
            <p:cNvSpPr/>
            <p:nvPr/>
          </p:nvSpPr>
          <p:spPr>
            <a:xfrm>
              <a:off x="7263384" y="3304536"/>
              <a:ext cx="1440000" cy="3600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tx1"/>
                  </a:solidFill>
                </a:rPr>
                <a:t>解密后的摘要</a:t>
              </a:r>
              <a:r>
                <a:rPr lang="en-US" altLang="zh-CN" sz="1200" dirty="0">
                  <a:solidFill>
                    <a:schemeClr val="tx1"/>
                  </a:solidFill>
                </a:rPr>
                <a:t> </a:t>
              </a:r>
              <a:endParaRPr lang="zh-CN" altLang="en-US" sz="1200" dirty="0">
                <a:solidFill>
                  <a:schemeClr val="tx1"/>
                </a:solidFill>
              </a:endParaRPr>
            </a:p>
          </p:txBody>
        </p:sp>
      </p:grpSp>
      <p:sp>
        <p:nvSpPr>
          <p:cNvPr id="112" name="菱形 111">
            <a:extLst>
              <a:ext uri="{FF2B5EF4-FFF2-40B4-BE49-F238E27FC236}">
                <a16:creationId xmlns:a16="http://schemas.microsoft.com/office/drawing/2014/main" id="{761D1950-FEC7-6F7E-7440-E2DE35E71392}"/>
              </a:ext>
            </a:extLst>
          </p:cNvPr>
          <p:cNvSpPr/>
          <p:nvPr/>
        </p:nvSpPr>
        <p:spPr>
          <a:xfrm>
            <a:off x="7511678" y="2643098"/>
            <a:ext cx="900000" cy="360000"/>
          </a:xfrm>
          <a:prstGeom prst="diamond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==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cxnSp>
        <p:nvCxnSpPr>
          <p:cNvPr id="128" name="直接箭头连接符 127">
            <a:extLst>
              <a:ext uri="{FF2B5EF4-FFF2-40B4-BE49-F238E27FC236}">
                <a16:creationId xmlns:a16="http://schemas.microsoft.com/office/drawing/2014/main" id="{85C07278-1963-FE11-6684-4FD8FE4B2508}"/>
              </a:ext>
            </a:extLst>
          </p:cNvPr>
          <p:cNvCxnSpPr>
            <a:cxnSpLocks/>
            <a:stCxn id="41" idx="2"/>
            <a:endCxn id="112" idx="0"/>
          </p:cNvCxnSpPr>
          <p:nvPr/>
        </p:nvCxnSpPr>
        <p:spPr>
          <a:xfrm>
            <a:off x="7961678" y="2315067"/>
            <a:ext cx="0" cy="32803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直接箭头连接符 133">
            <a:extLst>
              <a:ext uri="{FF2B5EF4-FFF2-40B4-BE49-F238E27FC236}">
                <a16:creationId xmlns:a16="http://schemas.microsoft.com/office/drawing/2014/main" id="{39471120-DFA5-6E88-2A04-E0109BAA8323}"/>
              </a:ext>
            </a:extLst>
          </p:cNvPr>
          <p:cNvCxnSpPr>
            <a:cxnSpLocks/>
            <a:stCxn id="56" idx="0"/>
            <a:endCxn id="112" idx="2"/>
          </p:cNvCxnSpPr>
          <p:nvPr/>
        </p:nvCxnSpPr>
        <p:spPr>
          <a:xfrm flipV="1">
            <a:off x="7961678" y="3003098"/>
            <a:ext cx="0" cy="3824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75614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9FEF9DFF-0B5D-1343-7F63-E549B94DA085}"/>
              </a:ext>
            </a:extLst>
          </p:cNvPr>
          <p:cNvSpPr/>
          <p:nvPr/>
        </p:nvSpPr>
        <p:spPr>
          <a:xfrm>
            <a:off x="3150534" y="1366557"/>
            <a:ext cx="2160000" cy="2160000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zh-CN" altLang="en-US" sz="1200" dirty="0">
                <a:solidFill>
                  <a:schemeClr val="tx1"/>
                </a:solidFill>
              </a:rPr>
              <a:t>用户</a:t>
            </a:r>
            <a:r>
              <a:rPr lang="en-US" altLang="zh-CN" sz="1200" dirty="0">
                <a:solidFill>
                  <a:schemeClr val="tx1"/>
                </a:solidFill>
              </a:rPr>
              <a:t>A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2FF1042-29EB-E570-3882-18544090E9F3}"/>
              </a:ext>
            </a:extLst>
          </p:cNvPr>
          <p:cNvSpPr/>
          <p:nvPr/>
        </p:nvSpPr>
        <p:spPr>
          <a:xfrm>
            <a:off x="3467122" y="1843847"/>
            <a:ext cx="1440000" cy="36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用户</a:t>
            </a:r>
            <a:r>
              <a:rPr lang="en-US" altLang="zh-CN" sz="1200" dirty="0">
                <a:solidFill>
                  <a:schemeClr val="tx1"/>
                </a:solidFill>
              </a:rPr>
              <a:t>B</a:t>
            </a:r>
            <a:r>
              <a:rPr lang="zh-CN" altLang="en-US" sz="1200" dirty="0">
                <a:solidFill>
                  <a:schemeClr val="tx1"/>
                </a:solidFill>
              </a:rPr>
              <a:t>的公钥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806C9BE-8F6F-0B4D-C31E-137D53C4A541}"/>
              </a:ext>
            </a:extLst>
          </p:cNvPr>
          <p:cNvSpPr/>
          <p:nvPr/>
        </p:nvSpPr>
        <p:spPr>
          <a:xfrm>
            <a:off x="3467122" y="2670282"/>
            <a:ext cx="1440000" cy="36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明文</a:t>
            </a:r>
            <a:r>
              <a:rPr lang="en-US" altLang="zh-CN" sz="1200" dirty="0">
                <a:solidFill>
                  <a:schemeClr val="tx1"/>
                </a:solidFill>
              </a:rPr>
              <a:t> 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B708B48-3EEA-B493-40FC-2B6D7B70B279}"/>
              </a:ext>
            </a:extLst>
          </p:cNvPr>
          <p:cNvSpPr/>
          <p:nvPr/>
        </p:nvSpPr>
        <p:spPr>
          <a:xfrm>
            <a:off x="4273946" y="2257065"/>
            <a:ext cx="720000" cy="3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200" dirty="0">
                <a:solidFill>
                  <a:schemeClr val="tx1"/>
                </a:solidFill>
              </a:rPr>
              <a:t>加密</a:t>
            </a: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E0A9AF5D-E49B-8B7B-65C6-95CE010E91C7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>
            <a:off x="4187122" y="2203847"/>
            <a:ext cx="0" cy="46643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矩形 33">
            <a:extLst>
              <a:ext uri="{FF2B5EF4-FFF2-40B4-BE49-F238E27FC236}">
                <a16:creationId xmlns:a16="http://schemas.microsoft.com/office/drawing/2014/main" id="{DFEFDC3D-94CA-D74D-B186-7E58360F4474}"/>
              </a:ext>
            </a:extLst>
          </p:cNvPr>
          <p:cNvSpPr/>
          <p:nvPr/>
        </p:nvSpPr>
        <p:spPr>
          <a:xfrm>
            <a:off x="5941359" y="1366557"/>
            <a:ext cx="2160000" cy="2160000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zh-CN" altLang="en-US" sz="1200" dirty="0">
                <a:solidFill>
                  <a:schemeClr val="tx1"/>
                </a:solidFill>
              </a:rPr>
              <a:t>用户</a:t>
            </a:r>
            <a:r>
              <a:rPr lang="en-US" altLang="zh-CN" sz="1200" dirty="0">
                <a:solidFill>
                  <a:schemeClr val="tx1"/>
                </a:solidFill>
              </a:rPr>
              <a:t>B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70742626-0BB2-801F-78EB-9E1BCF8ED0A4}"/>
              </a:ext>
            </a:extLst>
          </p:cNvPr>
          <p:cNvSpPr/>
          <p:nvPr/>
        </p:nvSpPr>
        <p:spPr>
          <a:xfrm>
            <a:off x="6257947" y="1843847"/>
            <a:ext cx="1440000" cy="36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用户</a:t>
            </a:r>
            <a:r>
              <a:rPr lang="en-US" altLang="zh-CN" sz="1200" dirty="0">
                <a:solidFill>
                  <a:schemeClr val="tx1"/>
                </a:solidFill>
              </a:rPr>
              <a:t>B</a:t>
            </a:r>
            <a:r>
              <a:rPr lang="zh-CN" altLang="en-US" sz="1200" dirty="0">
                <a:solidFill>
                  <a:schemeClr val="tx1"/>
                </a:solidFill>
              </a:rPr>
              <a:t>的私钥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AF615AB0-F885-F563-4EF9-D1C9A5BBDBC2}"/>
              </a:ext>
            </a:extLst>
          </p:cNvPr>
          <p:cNvSpPr/>
          <p:nvPr/>
        </p:nvSpPr>
        <p:spPr>
          <a:xfrm>
            <a:off x="6257947" y="2670282"/>
            <a:ext cx="1440000" cy="36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密文</a:t>
            </a:r>
            <a:r>
              <a:rPr lang="en-US" altLang="zh-CN" sz="1200" dirty="0">
                <a:solidFill>
                  <a:schemeClr val="tx1"/>
                </a:solidFill>
              </a:rPr>
              <a:t> 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9C48A8DB-9110-2A79-0A96-2482872104BA}"/>
              </a:ext>
            </a:extLst>
          </p:cNvPr>
          <p:cNvSpPr/>
          <p:nvPr/>
        </p:nvSpPr>
        <p:spPr>
          <a:xfrm>
            <a:off x="7064771" y="2257065"/>
            <a:ext cx="720000" cy="3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200" dirty="0">
                <a:solidFill>
                  <a:schemeClr val="tx1"/>
                </a:solidFill>
              </a:rPr>
              <a:t>解密</a:t>
            </a:r>
          </a:p>
        </p:txBody>
      </p: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FD495A59-748F-95F2-617C-88768A564BD5}"/>
              </a:ext>
            </a:extLst>
          </p:cNvPr>
          <p:cNvCxnSpPr>
            <a:cxnSpLocks/>
            <a:stCxn id="36" idx="0"/>
          </p:cNvCxnSpPr>
          <p:nvPr/>
        </p:nvCxnSpPr>
        <p:spPr>
          <a:xfrm flipV="1">
            <a:off x="6977947" y="2203847"/>
            <a:ext cx="0" cy="46643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D144AEDF-83CB-AB25-6EC5-5C8B1B5B9D35}"/>
              </a:ext>
            </a:extLst>
          </p:cNvPr>
          <p:cNvCxnSpPr>
            <a:cxnSpLocks/>
            <a:stCxn id="5" idx="3"/>
            <a:endCxn id="36" idx="1"/>
          </p:cNvCxnSpPr>
          <p:nvPr/>
        </p:nvCxnSpPr>
        <p:spPr>
          <a:xfrm>
            <a:off x="4907122" y="2850282"/>
            <a:ext cx="135082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08677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9FEF9DFF-0B5D-1343-7F63-E549B94DA085}"/>
              </a:ext>
            </a:extLst>
          </p:cNvPr>
          <p:cNvSpPr/>
          <p:nvPr/>
        </p:nvSpPr>
        <p:spPr>
          <a:xfrm>
            <a:off x="1768774" y="1366557"/>
            <a:ext cx="2160000" cy="3600000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zh-CN" altLang="en-US" sz="1200" dirty="0">
                <a:solidFill>
                  <a:schemeClr val="tx1"/>
                </a:solidFill>
              </a:rPr>
              <a:t>用户</a:t>
            </a:r>
            <a:r>
              <a:rPr lang="en-US" altLang="zh-CN" sz="1200" dirty="0">
                <a:solidFill>
                  <a:schemeClr val="tx1"/>
                </a:solidFill>
              </a:rPr>
              <a:t>A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DFEFDC3D-94CA-D74D-B186-7E58360F4474}"/>
              </a:ext>
            </a:extLst>
          </p:cNvPr>
          <p:cNvSpPr/>
          <p:nvPr/>
        </p:nvSpPr>
        <p:spPr>
          <a:xfrm>
            <a:off x="7831119" y="1366557"/>
            <a:ext cx="2160000" cy="3600000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zh-CN" altLang="en-US" sz="1200" dirty="0">
                <a:solidFill>
                  <a:schemeClr val="tx1"/>
                </a:solidFill>
              </a:rPr>
              <a:t>用户</a:t>
            </a:r>
            <a:r>
              <a:rPr lang="en-US" altLang="zh-CN" sz="1200" dirty="0">
                <a:solidFill>
                  <a:schemeClr val="tx1"/>
                </a:solidFill>
              </a:rPr>
              <a:t>B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70742626-0BB2-801F-78EB-9E1BCF8ED0A4}"/>
              </a:ext>
            </a:extLst>
          </p:cNvPr>
          <p:cNvSpPr/>
          <p:nvPr/>
        </p:nvSpPr>
        <p:spPr>
          <a:xfrm>
            <a:off x="8147707" y="1735140"/>
            <a:ext cx="1440000" cy="36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用户</a:t>
            </a:r>
            <a:r>
              <a:rPr lang="en-US" altLang="zh-CN" sz="1200" dirty="0">
                <a:solidFill>
                  <a:schemeClr val="tx1"/>
                </a:solidFill>
              </a:rPr>
              <a:t>B</a:t>
            </a:r>
            <a:r>
              <a:rPr lang="zh-CN" altLang="en-US" sz="1200" dirty="0">
                <a:solidFill>
                  <a:schemeClr val="tx1"/>
                </a:solidFill>
              </a:rPr>
              <a:t>的私钥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AF615AB0-F885-F563-4EF9-D1C9A5BBDBC2}"/>
              </a:ext>
            </a:extLst>
          </p:cNvPr>
          <p:cNvSpPr/>
          <p:nvPr/>
        </p:nvSpPr>
        <p:spPr>
          <a:xfrm>
            <a:off x="8147707" y="2561575"/>
            <a:ext cx="1440000" cy="36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密文</a:t>
            </a:r>
            <a:r>
              <a:rPr lang="en-US" altLang="zh-CN" sz="1200" dirty="0">
                <a:solidFill>
                  <a:schemeClr val="tx1"/>
                </a:solidFill>
              </a:rPr>
              <a:t> 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9C48A8DB-9110-2A79-0A96-2482872104BA}"/>
              </a:ext>
            </a:extLst>
          </p:cNvPr>
          <p:cNvSpPr/>
          <p:nvPr/>
        </p:nvSpPr>
        <p:spPr>
          <a:xfrm>
            <a:off x="8954531" y="2148358"/>
            <a:ext cx="720000" cy="3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200" dirty="0">
                <a:solidFill>
                  <a:schemeClr val="tx1"/>
                </a:solidFill>
              </a:rPr>
              <a:t>解密</a:t>
            </a:r>
          </a:p>
        </p:txBody>
      </p: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FD495A59-748F-95F2-617C-88768A564BD5}"/>
              </a:ext>
            </a:extLst>
          </p:cNvPr>
          <p:cNvCxnSpPr>
            <a:cxnSpLocks/>
            <a:stCxn id="35" idx="2"/>
            <a:endCxn id="36" idx="0"/>
          </p:cNvCxnSpPr>
          <p:nvPr/>
        </p:nvCxnSpPr>
        <p:spPr>
          <a:xfrm>
            <a:off x="8867707" y="2095140"/>
            <a:ext cx="0" cy="46643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B0C8C778-4FBD-AB59-C6B1-413AC5437B5F}"/>
              </a:ext>
            </a:extLst>
          </p:cNvPr>
          <p:cNvSpPr/>
          <p:nvPr/>
        </p:nvSpPr>
        <p:spPr>
          <a:xfrm>
            <a:off x="5519947" y="3541670"/>
            <a:ext cx="720000" cy="3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rgbClr val="FF0000"/>
                </a:solidFill>
              </a:rPr>
              <a:t>中间人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8712408-BFA1-1E3E-FE9E-4342472DE8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5146" y="2861757"/>
            <a:ext cx="609600" cy="609600"/>
          </a:xfrm>
          <a:prstGeom prst="rect">
            <a:avLst/>
          </a:prstGeom>
        </p:spPr>
      </p:pic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D144AEDF-83CB-AB25-6EC5-5C8B1B5B9D35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3525362" y="2741575"/>
            <a:ext cx="204978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ED0DB1F3-B39B-DD47-B48A-F3A0A047E4FC}"/>
              </a:ext>
            </a:extLst>
          </p:cNvPr>
          <p:cNvCxnSpPr>
            <a:cxnSpLocks/>
            <a:endCxn id="36" idx="1"/>
          </p:cNvCxnSpPr>
          <p:nvPr/>
        </p:nvCxnSpPr>
        <p:spPr>
          <a:xfrm>
            <a:off x="6184746" y="2741575"/>
            <a:ext cx="196296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>
            <a:extLst>
              <a:ext uri="{FF2B5EF4-FFF2-40B4-BE49-F238E27FC236}">
                <a16:creationId xmlns:a16="http://schemas.microsoft.com/office/drawing/2014/main" id="{53894748-8F5F-9C18-6142-EFEE5059CFB3}"/>
              </a:ext>
            </a:extLst>
          </p:cNvPr>
          <p:cNvSpPr/>
          <p:nvPr/>
        </p:nvSpPr>
        <p:spPr>
          <a:xfrm>
            <a:off x="4068577" y="2379158"/>
            <a:ext cx="1440000" cy="3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用自己的私钥解密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3D6FACC-78C6-7438-549F-631DA23233F1}"/>
              </a:ext>
            </a:extLst>
          </p:cNvPr>
          <p:cNvSpPr/>
          <p:nvPr/>
        </p:nvSpPr>
        <p:spPr>
          <a:xfrm>
            <a:off x="6226477" y="2379830"/>
            <a:ext cx="1620000" cy="3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用用户</a:t>
            </a:r>
            <a:r>
              <a:rPr lang="en-US" altLang="zh-CN" sz="1200" dirty="0">
                <a:solidFill>
                  <a:schemeClr val="tx1"/>
                </a:solidFill>
              </a:rPr>
              <a:t>B</a:t>
            </a:r>
            <a:r>
              <a:rPr lang="zh-CN" altLang="en-US" sz="1200" dirty="0">
                <a:solidFill>
                  <a:schemeClr val="tx1"/>
                </a:solidFill>
              </a:rPr>
              <a:t>的公钥加密</a:t>
            </a:r>
          </a:p>
        </p:txBody>
      </p: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354347FC-891F-A4FA-BDC6-BD8D3A1FB67B}"/>
              </a:ext>
            </a:extLst>
          </p:cNvPr>
          <p:cNvCxnSpPr>
            <a:cxnSpLocks/>
            <a:endCxn id="43" idx="3"/>
          </p:cNvCxnSpPr>
          <p:nvPr/>
        </p:nvCxnSpPr>
        <p:spPr>
          <a:xfrm flipH="1">
            <a:off x="3525362" y="3591540"/>
            <a:ext cx="204978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6398FD68-9171-A460-3CA5-36602E5CD5B4}"/>
              </a:ext>
            </a:extLst>
          </p:cNvPr>
          <p:cNvCxnSpPr>
            <a:cxnSpLocks/>
            <a:stCxn id="56" idx="1"/>
          </p:cNvCxnSpPr>
          <p:nvPr/>
        </p:nvCxnSpPr>
        <p:spPr>
          <a:xfrm flipH="1">
            <a:off x="6184746" y="3591540"/>
            <a:ext cx="196296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矩形 32">
            <a:extLst>
              <a:ext uri="{FF2B5EF4-FFF2-40B4-BE49-F238E27FC236}">
                <a16:creationId xmlns:a16="http://schemas.microsoft.com/office/drawing/2014/main" id="{C52F5911-4660-D36C-9585-E6DA251B51D6}"/>
              </a:ext>
            </a:extLst>
          </p:cNvPr>
          <p:cNvSpPr/>
          <p:nvPr/>
        </p:nvSpPr>
        <p:spPr>
          <a:xfrm>
            <a:off x="3978577" y="3605156"/>
            <a:ext cx="1620000" cy="3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用用户</a:t>
            </a:r>
            <a:r>
              <a:rPr lang="en-US" altLang="zh-CN" sz="1200" dirty="0">
                <a:solidFill>
                  <a:schemeClr val="tx1"/>
                </a:solidFill>
              </a:rPr>
              <a:t>A</a:t>
            </a:r>
            <a:r>
              <a:rPr lang="zh-CN" altLang="en-US" sz="1200" dirty="0">
                <a:solidFill>
                  <a:schemeClr val="tx1"/>
                </a:solidFill>
              </a:rPr>
              <a:t>的公钥加密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740798BB-34E4-384A-29BD-9B343A54F04A}"/>
              </a:ext>
            </a:extLst>
          </p:cNvPr>
          <p:cNvSpPr/>
          <p:nvPr/>
        </p:nvSpPr>
        <p:spPr>
          <a:xfrm>
            <a:off x="6316477" y="3605157"/>
            <a:ext cx="1440000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用自己的私钥解密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2FF1042-29EB-E570-3882-18544090E9F3}"/>
              </a:ext>
            </a:extLst>
          </p:cNvPr>
          <p:cNvSpPr/>
          <p:nvPr/>
        </p:nvSpPr>
        <p:spPr>
          <a:xfrm>
            <a:off x="2085362" y="1735140"/>
            <a:ext cx="1440000" cy="360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</a:rPr>
              <a:t>中间人的公钥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806C9BE-8F6F-0B4D-C31E-137D53C4A541}"/>
              </a:ext>
            </a:extLst>
          </p:cNvPr>
          <p:cNvSpPr/>
          <p:nvPr/>
        </p:nvSpPr>
        <p:spPr>
          <a:xfrm>
            <a:off x="2085362" y="2561575"/>
            <a:ext cx="1440000" cy="36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明文</a:t>
            </a:r>
            <a:r>
              <a:rPr lang="en-US" altLang="zh-CN" sz="1200" dirty="0">
                <a:solidFill>
                  <a:schemeClr val="tx1"/>
                </a:solidFill>
              </a:rPr>
              <a:t> 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B708B48-3EEA-B493-40FC-2B6D7B70B279}"/>
              </a:ext>
            </a:extLst>
          </p:cNvPr>
          <p:cNvSpPr/>
          <p:nvPr/>
        </p:nvSpPr>
        <p:spPr>
          <a:xfrm>
            <a:off x="2892186" y="2148358"/>
            <a:ext cx="720000" cy="3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200" dirty="0">
                <a:solidFill>
                  <a:schemeClr val="tx1"/>
                </a:solidFill>
              </a:rPr>
              <a:t>加密</a:t>
            </a: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E0A9AF5D-E49B-8B7B-65C6-95CE010E91C7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>
            <a:off x="2805362" y="2095140"/>
            <a:ext cx="0" cy="46643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矩形 42">
            <a:extLst>
              <a:ext uri="{FF2B5EF4-FFF2-40B4-BE49-F238E27FC236}">
                <a16:creationId xmlns:a16="http://schemas.microsoft.com/office/drawing/2014/main" id="{B9890E2D-941D-2A04-4BD8-6F575606E451}"/>
              </a:ext>
            </a:extLst>
          </p:cNvPr>
          <p:cNvSpPr/>
          <p:nvPr/>
        </p:nvSpPr>
        <p:spPr>
          <a:xfrm>
            <a:off x="2085362" y="3411540"/>
            <a:ext cx="1440000" cy="36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明文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218FD77C-F7F1-84E2-0B5F-0827F061EA15}"/>
              </a:ext>
            </a:extLst>
          </p:cNvPr>
          <p:cNvSpPr/>
          <p:nvPr/>
        </p:nvSpPr>
        <p:spPr>
          <a:xfrm>
            <a:off x="2085362" y="4237975"/>
            <a:ext cx="1440000" cy="36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用户</a:t>
            </a:r>
            <a:r>
              <a:rPr lang="en-US" altLang="zh-CN" sz="1200" dirty="0">
                <a:solidFill>
                  <a:schemeClr val="tx1"/>
                </a:solidFill>
              </a:rPr>
              <a:t>A</a:t>
            </a:r>
            <a:r>
              <a:rPr lang="zh-CN" altLang="en-US" sz="1200" dirty="0">
                <a:solidFill>
                  <a:schemeClr val="tx1"/>
                </a:solidFill>
              </a:rPr>
              <a:t>的私钥</a:t>
            </a:r>
            <a:r>
              <a:rPr lang="en-US" altLang="zh-CN" sz="1200" dirty="0">
                <a:solidFill>
                  <a:schemeClr val="tx1"/>
                </a:solidFill>
              </a:rPr>
              <a:t> 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B0453F83-0D36-D359-42F5-74BF7222D21B}"/>
              </a:ext>
            </a:extLst>
          </p:cNvPr>
          <p:cNvSpPr/>
          <p:nvPr/>
        </p:nvSpPr>
        <p:spPr>
          <a:xfrm>
            <a:off x="2892186" y="3824758"/>
            <a:ext cx="720000" cy="3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200" dirty="0">
                <a:solidFill>
                  <a:schemeClr val="tx1"/>
                </a:solidFill>
              </a:rPr>
              <a:t>解密</a:t>
            </a:r>
          </a:p>
        </p:txBody>
      </p: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3E77ADE8-3299-9F9D-D7D6-2F3A51CFCD5C}"/>
              </a:ext>
            </a:extLst>
          </p:cNvPr>
          <p:cNvCxnSpPr>
            <a:cxnSpLocks/>
            <a:stCxn id="44" idx="0"/>
            <a:endCxn id="43" idx="2"/>
          </p:cNvCxnSpPr>
          <p:nvPr/>
        </p:nvCxnSpPr>
        <p:spPr>
          <a:xfrm flipV="1">
            <a:off x="2805362" y="3771540"/>
            <a:ext cx="0" cy="46643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矩形 55">
            <a:extLst>
              <a:ext uri="{FF2B5EF4-FFF2-40B4-BE49-F238E27FC236}">
                <a16:creationId xmlns:a16="http://schemas.microsoft.com/office/drawing/2014/main" id="{F71F9DE7-902F-364C-4D70-A0FF5C2749C8}"/>
              </a:ext>
            </a:extLst>
          </p:cNvPr>
          <p:cNvSpPr/>
          <p:nvPr/>
        </p:nvSpPr>
        <p:spPr>
          <a:xfrm>
            <a:off x="8147707" y="3411540"/>
            <a:ext cx="1440000" cy="36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明文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EC83F8F4-56D8-E115-E3E2-A2860FF6FFC7}"/>
              </a:ext>
            </a:extLst>
          </p:cNvPr>
          <p:cNvSpPr/>
          <p:nvPr/>
        </p:nvSpPr>
        <p:spPr>
          <a:xfrm>
            <a:off x="8147707" y="4237975"/>
            <a:ext cx="1440000" cy="360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</a:rPr>
              <a:t>中间人的公钥</a:t>
            </a:r>
            <a:r>
              <a:rPr lang="en-US" altLang="zh-CN" sz="1200" dirty="0">
                <a:solidFill>
                  <a:schemeClr val="bg1"/>
                </a:solidFill>
              </a:rPr>
              <a:t> 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43156969-28FC-B417-A6FF-DA479EBF9B54}"/>
              </a:ext>
            </a:extLst>
          </p:cNvPr>
          <p:cNvSpPr/>
          <p:nvPr/>
        </p:nvSpPr>
        <p:spPr>
          <a:xfrm>
            <a:off x="8954531" y="3824758"/>
            <a:ext cx="720000" cy="3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200" dirty="0">
                <a:solidFill>
                  <a:schemeClr val="tx1"/>
                </a:solidFill>
              </a:rPr>
              <a:t>加密</a:t>
            </a:r>
          </a:p>
        </p:txBody>
      </p:sp>
      <p:cxnSp>
        <p:nvCxnSpPr>
          <p:cNvPr id="59" name="直接箭头连接符 58">
            <a:extLst>
              <a:ext uri="{FF2B5EF4-FFF2-40B4-BE49-F238E27FC236}">
                <a16:creationId xmlns:a16="http://schemas.microsoft.com/office/drawing/2014/main" id="{B3CE30ED-8A9D-6877-E8B5-3E6CAE78A4C7}"/>
              </a:ext>
            </a:extLst>
          </p:cNvPr>
          <p:cNvCxnSpPr>
            <a:cxnSpLocks/>
            <a:stCxn id="57" idx="0"/>
          </p:cNvCxnSpPr>
          <p:nvPr/>
        </p:nvCxnSpPr>
        <p:spPr>
          <a:xfrm flipV="1">
            <a:off x="8867707" y="3771540"/>
            <a:ext cx="0" cy="46643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36570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9A5E2CF1-A66E-8940-A6AC-AB8921D3BC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5186847"/>
              </p:ext>
            </p:extLst>
          </p:nvPr>
        </p:nvGraphicFramePr>
        <p:xfrm>
          <a:off x="2032000" y="719666"/>
          <a:ext cx="5040000" cy="2595880"/>
        </p:xfrm>
        <a:graphic>
          <a:graphicData uri="http://schemas.openxmlformats.org/drawingml/2006/table">
            <a:tbl>
              <a:tblPr>
                <a:tableStyleId>{21E4AEA4-8DFA-4A89-87EB-49C32662AFE0}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507793386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5846392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12808665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357586309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432656953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009317026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8600936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0</a:t>
                      </a:r>
                      <a:endParaRPr lang="zh-CN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1</a:t>
                      </a:r>
                      <a:endParaRPr lang="zh-CN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2</a:t>
                      </a:r>
                      <a:endParaRPr lang="zh-CN" altLang="en-US" sz="1200"/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3</a:t>
                      </a:r>
                      <a:endParaRPr lang="zh-CN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4</a:t>
                      </a:r>
                      <a:endParaRPr lang="zh-CN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5</a:t>
                      </a:r>
                      <a:endParaRPr lang="zh-CN" altLang="en-US" sz="1200"/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6</a:t>
                      </a:r>
                      <a:endParaRPr lang="zh-CN" alt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6622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7</a:t>
                      </a:r>
                      <a:endParaRPr lang="zh-CN" altLang="en-US" sz="1200"/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8</a:t>
                      </a:r>
                      <a:endParaRPr lang="zh-CN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9</a:t>
                      </a:r>
                      <a:endParaRPr lang="zh-CN" altLang="en-US" sz="1200"/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10</a:t>
                      </a:r>
                      <a:endParaRPr lang="zh-CN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11</a:t>
                      </a:r>
                      <a:endParaRPr lang="zh-CN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12</a:t>
                      </a:r>
                      <a:endParaRPr lang="zh-CN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13</a:t>
                      </a:r>
                      <a:endParaRPr lang="zh-CN" altLang="en-US" sz="1200"/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9020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... …</a:t>
                      </a:r>
                      <a:endParaRPr lang="zh-CN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36031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79327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120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50651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/>
                        <a:t>索引块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/>
                        <a:t>数据块</a:t>
                      </a:r>
                      <a:endParaRPr lang="zh-CN" altLang="en-US" sz="12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/>
                        <a:t>磁盘块</a:t>
                      </a:r>
                    </a:p>
                  </a:txBody>
                  <a:tcPr anchor="ctr"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0572429"/>
                  </a:ext>
                </a:extLst>
              </a:tr>
              <a:tr h="370840">
                <a:tc gridSpan="7">
                  <a:txBody>
                    <a:bodyPr/>
                    <a:lstStyle/>
                    <a:p>
                      <a:pPr algn="l"/>
                      <a:r>
                        <a:rPr lang="zh-CN" altLang="en-US" sz="1200"/>
                        <a:t>文件</a:t>
                      </a:r>
                      <a:r>
                        <a:rPr lang="en-US" altLang="zh-CN" sz="1200"/>
                        <a:t>F</a:t>
                      </a:r>
                      <a:r>
                        <a:rPr lang="zh-CN" altLang="en-US" sz="1200"/>
                        <a:t>的索引表存放在</a:t>
                      </a:r>
                      <a:r>
                        <a:rPr lang="en-US" altLang="zh-CN" sz="1200"/>
                        <a:t>7</a:t>
                      </a:r>
                      <a:r>
                        <a:rPr lang="zh-CN" altLang="en-US" sz="1200"/>
                        <a:t>号磁盘块，内容是</a:t>
                      </a:r>
                      <a:r>
                        <a:rPr lang="en-US" altLang="zh-CN" sz="1200"/>
                        <a:t>[2</a:t>
                      </a:r>
                      <a:r>
                        <a:rPr lang="zh-CN" altLang="en-US" sz="1200"/>
                        <a:t>、</a:t>
                      </a:r>
                      <a:r>
                        <a:rPr lang="en-US" altLang="zh-CN" sz="1200"/>
                        <a:t>5</a:t>
                      </a:r>
                      <a:r>
                        <a:rPr lang="zh-CN" altLang="en-US" sz="1200"/>
                        <a:t>、</a:t>
                      </a:r>
                      <a:r>
                        <a:rPr lang="en-US" altLang="zh-CN" sz="1200"/>
                        <a:t>13</a:t>
                      </a:r>
                      <a:r>
                        <a:rPr lang="zh-CN" altLang="en-US" sz="1200"/>
                        <a:t>、</a:t>
                      </a:r>
                      <a:r>
                        <a:rPr lang="en-US" altLang="zh-CN" sz="1200"/>
                        <a:t>9]</a:t>
                      </a:r>
                      <a:endParaRPr lang="zh-CN" altLang="en-US" sz="1200"/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2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200"/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200"/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200"/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200"/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20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6333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70416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图表 4">
            <a:extLst>
              <a:ext uri="{FF2B5EF4-FFF2-40B4-BE49-F238E27FC236}">
                <a16:creationId xmlns:a16="http://schemas.microsoft.com/office/drawing/2014/main" id="{31AF278E-8029-3B0D-07CA-8CF41502770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099380"/>
              </p:ext>
            </p:extLst>
          </p:nvPr>
        </p:nvGraphicFramePr>
        <p:xfrm>
          <a:off x="2032003" y="719667"/>
          <a:ext cx="6502397" cy="43349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图表 5">
            <a:extLst>
              <a:ext uri="{FF2B5EF4-FFF2-40B4-BE49-F238E27FC236}">
                <a16:creationId xmlns:a16="http://schemas.microsoft.com/office/drawing/2014/main" id="{E709B04B-688B-946C-335F-FAE706624CD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8061046"/>
              </p:ext>
            </p:extLst>
          </p:nvPr>
        </p:nvGraphicFramePr>
        <p:xfrm>
          <a:off x="2583201" y="1087133"/>
          <a:ext cx="5400000" cy="36000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图表 6">
            <a:extLst>
              <a:ext uri="{FF2B5EF4-FFF2-40B4-BE49-F238E27FC236}">
                <a16:creationId xmlns:a16="http://schemas.microsoft.com/office/drawing/2014/main" id="{53B8D34A-4495-0EE3-B4E4-06683CB5D21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8167764"/>
              </p:ext>
            </p:extLst>
          </p:nvPr>
        </p:nvGraphicFramePr>
        <p:xfrm>
          <a:off x="3069201" y="1411133"/>
          <a:ext cx="4428000" cy="29520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6482311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74F9F6BF-FF60-CFFA-15D2-E3616F17B7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3135833"/>
              </p:ext>
            </p:extLst>
          </p:nvPr>
        </p:nvGraphicFramePr>
        <p:xfrm>
          <a:off x="2032000" y="3188546"/>
          <a:ext cx="5220000" cy="1090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9929528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697091415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44354505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360169237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33095958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/>
                        <a:t>Word</a:t>
                      </a:r>
                      <a:endParaRPr lang="zh-CN" altLang="en-US" sz="10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/>
                        <a:t>Block</a:t>
                      </a:r>
                      <a:endParaRPr lang="zh-CN" altLang="en-US" sz="10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510128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CPU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Cache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Main memory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5854263"/>
                  </a:ext>
                </a:extLst>
              </a:tr>
            </a:tbl>
          </a:graphicData>
        </a:graphic>
      </p:graphicFrame>
      <p:sp>
        <p:nvSpPr>
          <p:cNvPr id="3" name="箭头: 左右 2">
            <a:extLst>
              <a:ext uri="{FF2B5EF4-FFF2-40B4-BE49-F238E27FC236}">
                <a16:creationId xmlns:a16="http://schemas.microsoft.com/office/drawing/2014/main" id="{76E8FD37-B31B-9700-A2D7-2DED81529EAE}"/>
              </a:ext>
            </a:extLst>
          </p:cNvPr>
          <p:cNvSpPr/>
          <p:nvPr/>
        </p:nvSpPr>
        <p:spPr>
          <a:xfrm>
            <a:off x="3379690" y="3827933"/>
            <a:ext cx="540000" cy="180000"/>
          </a:xfrm>
          <a:prstGeom prst="leftRightArrow">
            <a:avLst/>
          </a:prstGeom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箭头: 左右 3">
            <a:extLst>
              <a:ext uri="{FF2B5EF4-FFF2-40B4-BE49-F238E27FC236}">
                <a16:creationId xmlns:a16="http://schemas.microsoft.com/office/drawing/2014/main" id="{8530F46B-FC0E-7F54-BB63-9BC97CBEAA3D}"/>
              </a:ext>
            </a:extLst>
          </p:cNvPr>
          <p:cNvSpPr/>
          <p:nvPr/>
        </p:nvSpPr>
        <p:spPr>
          <a:xfrm>
            <a:off x="5360891" y="3801036"/>
            <a:ext cx="540000" cy="180000"/>
          </a:xfrm>
          <a:prstGeom prst="leftRightArrow">
            <a:avLst/>
          </a:prstGeom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42829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圆角 2">
            <a:extLst>
              <a:ext uri="{FF2B5EF4-FFF2-40B4-BE49-F238E27FC236}">
                <a16:creationId xmlns:a16="http://schemas.microsoft.com/office/drawing/2014/main" id="{A37A0B89-987B-E60E-918D-3CD00BF7EFF1}"/>
              </a:ext>
            </a:extLst>
          </p:cNvPr>
          <p:cNvSpPr/>
          <p:nvPr/>
        </p:nvSpPr>
        <p:spPr>
          <a:xfrm>
            <a:off x="3034846" y="1360007"/>
            <a:ext cx="720000" cy="360000"/>
          </a:xfrm>
          <a:prstGeom prst="roundRect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0504683B-43D0-1493-A60F-3F44B8E4D860}"/>
              </a:ext>
            </a:extLst>
          </p:cNvPr>
          <p:cNvSpPr/>
          <p:nvPr/>
        </p:nvSpPr>
        <p:spPr>
          <a:xfrm>
            <a:off x="3034846" y="1737805"/>
            <a:ext cx="720000" cy="360000"/>
          </a:xfrm>
          <a:prstGeom prst="roundRect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77AC38E4-5187-F3FE-6590-E8A27BC361DA}"/>
              </a:ext>
            </a:extLst>
          </p:cNvPr>
          <p:cNvSpPr/>
          <p:nvPr/>
        </p:nvSpPr>
        <p:spPr>
          <a:xfrm>
            <a:off x="3034846" y="2115603"/>
            <a:ext cx="720000" cy="360000"/>
          </a:xfrm>
          <a:prstGeom prst="roundRect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89302EF-8FCC-79DA-D5D5-1496E923E367}"/>
              </a:ext>
            </a:extLst>
          </p:cNvPr>
          <p:cNvSpPr/>
          <p:nvPr/>
        </p:nvSpPr>
        <p:spPr>
          <a:xfrm>
            <a:off x="3034846" y="2493401"/>
            <a:ext cx="720000" cy="360000"/>
          </a:xfrm>
          <a:prstGeom prst="roundRect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C537AEFA-BBA6-A521-D40A-EB23F0364658}"/>
              </a:ext>
            </a:extLst>
          </p:cNvPr>
          <p:cNvSpPr/>
          <p:nvPr/>
        </p:nvSpPr>
        <p:spPr>
          <a:xfrm>
            <a:off x="3034846" y="2871199"/>
            <a:ext cx="720000" cy="360000"/>
          </a:xfrm>
          <a:prstGeom prst="roundRect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963B3870-F785-6D69-FFDA-D81EDCE1CA99}"/>
              </a:ext>
            </a:extLst>
          </p:cNvPr>
          <p:cNvSpPr/>
          <p:nvPr/>
        </p:nvSpPr>
        <p:spPr>
          <a:xfrm>
            <a:off x="3034846" y="3248997"/>
            <a:ext cx="720000" cy="360000"/>
          </a:xfrm>
          <a:prstGeom prst="roundRect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81C406C3-1560-ED01-9323-971C2910DE2F}"/>
              </a:ext>
            </a:extLst>
          </p:cNvPr>
          <p:cNvSpPr/>
          <p:nvPr/>
        </p:nvSpPr>
        <p:spPr>
          <a:xfrm>
            <a:off x="3034846" y="3626795"/>
            <a:ext cx="720000" cy="360000"/>
          </a:xfrm>
          <a:prstGeom prst="roundRect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3C966608-EB27-1BAF-829B-A9011E0093C9}"/>
              </a:ext>
            </a:extLst>
          </p:cNvPr>
          <p:cNvSpPr/>
          <p:nvPr/>
        </p:nvSpPr>
        <p:spPr>
          <a:xfrm>
            <a:off x="3034846" y="4004596"/>
            <a:ext cx="720000" cy="360000"/>
          </a:xfrm>
          <a:prstGeom prst="roundRect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39136D0-44AE-D6A1-ADF8-A5FCE13ADFB2}"/>
              </a:ext>
            </a:extLst>
          </p:cNvPr>
          <p:cNvSpPr/>
          <p:nvPr/>
        </p:nvSpPr>
        <p:spPr>
          <a:xfrm>
            <a:off x="2224608" y="1360007"/>
            <a:ext cx="720000" cy="3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800">
                <a:solidFill>
                  <a:schemeClr val="tx1"/>
                </a:solidFill>
              </a:rPr>
              <a:t>add0</a:t>
            </a:r>
            <a:endParaRPr lang="zh-CN" altLang="en-US" sz="800" dirty="0">
              <a:solidFill>
                <a:schemeClr val="tx1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1460D99-AA73-2EFF-1681-421629544663}"/>
              </a:ext>
            </a:extLst>
          </p:cNvPr>
          <p:cNvSpPr/>
          <p:nvPr/>
        </p:nvSpPr>
        <p:spPr>
          <a:xfrm>
            <a:off x="2224608" y="1737805"/>
            <a:ext cx="720000" cy="3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800">
                <a:solidFill>
                  <a:schemeClr val="tx1"/>
                </a:solidFill>
              </a:rPr>
              <a:t>add1</a:t>
            </a:r>
            <a:endParaRPr lang="zh-CN" altLang="en-US" sz="800" dirty="0">
              <a:solidFill>
                <a:schemeClr val="tx1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1D4E9FA-3D1C-4067-AC18-494966F45965}"/>
              </a:ext>
            </a:extLst>
          </p:cNvPr>
          <p:cNvSpPr/>
          <p:nvPr/>
        </p:nvSpPr>
        <p:spPr>
          <a:xfrm>
            <a:off x="2224608" y="2115603"/>
            <a:ext cx="720000" cy="3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800">
                <a:solidFill>
                  <a:schemeClr val="tx1"/>
                </a:solidFill>
              </a:rPr>
              <a:t>add2</a:t>
            </a:r>
            <a:endParaRPr lang="zh-CN" altLang="en-US" sz="800" dirty="0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2C5ED9C-F848-AE33-08C5-EF887578796E}"/>
              </a:ext>
            </a:extLst>
          </p:cNvPr>
          <p:cNvSpPr/>
          <p:nvPr/>
        </p:nvSpPr>
        <p:spPr>
          <a:xfrm>
            <a:off x="2224608" y="2493401"/>
            <a:ext cx="720000" cy="3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800">
                <a:solidFill>
                  <a:schemeClr val="tx1"/>
                </a:solidFill>
              </a:rPr>
              <a:t>add3</a:t>
            </a:r>
            <a:endParaRPr lang="zh-CN" altLang="en-US" sz="800" dirty="0">
              <a:solidFill>
                <a:schemeClr val="tx1"/>
              </a:solidFill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36B9F9A-A31D-FBFA-A014-4709360F645A}"/>
              </a:ext>
            </a:extLst>
          </p:cNvPr>
          <p:cNvSpPr/>
          <p:nvPr/>
        </p:nvSpPr>
        <p:spPr>
          <a:xfrm>
            <a:off x="2224608" y="2871199"/>
            <a:ext cx="720000" cy="3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800">
                <a:solidFill>
                  <a:schemeClr val="tx1"/>
                </a:solidFill>
              </a:rPr>
              <a:t>add4</a:t>
            </a:r>
            <a:endParaRPr lang="zh-CN" altLang="en-US" sz="800" dirty="0">
              <a:solidFill>
                <a:schemeClr val="tx1"/>
              </a:solidFill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81F497A-4619-2947-6521-1CD848AE9424}"/>
              </a:ext>
            </a:extLst>
          </p:cNvPr>
          <p:cNvSpPr/>
          <p:nvPr/>
        </p:nvSpPr>
        <p:spPr>
          <a:xfrm>
            <a:off x="2224608" y="3248997"/>
            <a:ext cx="720000" cy="3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800">
                <a:solidFill>
                  <a:schemeClr val="tx1"/>
                </a:solidFill>
              </a:rPr>
              <a:t>add5</a:t>
            </a:r>
            <a:endParaRPr lang="zh-CN" altLang="en-US" sz="800" dirty="0">
              <a:solidFill>
                <a:schemeClr val="tx1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19594AC-83FE-5BB6-FB06-026EE1E9123C}"/>
              </a:ext>
            </a:extLst>
          </p:cNvPr>
          <p:cNvSpPr/>
          <p:nvPr/>
        </p:nvSpPr>
        <p:spPr>
          <a:xfrm>
            <a:off x="2224608" y="3626795"/>
            <a:ext cx="720000" cy="3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800">
                <a:solidFill>
                  <a:schemeClr val="tx1"/>
                </a:solidFill>
              </a:rPr>
              <a:t>add6</a:t>
            </a:r>
            <a:endParaRPr lang="zh-CN" altLang="en-US" sz="800" dirty="0">
              <a:solidFill>
                <a:schemeClr val="tx1"/>
              </a:solidFill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8830C92-BEA8-5642-5342-7756E32BA0DE}"/>
              </a:ext>
            </a:extLst>
          </p:cNvPr>
          <p:cNvSpPr/>
          <p:nvPr/>
        </p:nvSpPr>
        <p:spPr>
          <a:xfrm>
            <a:off x="2224608" y="4004596"/>
            <a:ext cx="720000" cy="3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800">
                <a:solidFill>
                  <a:schemeClr val="tx1"/>
                </a:solidFill>
              </a:rPr>
              <a:t>add7</a:t>
            </a:r>
            <a:endParaRPr lang="zh-CN" altLang="en-US" sz="800" dirty="0">
              <a:solidFill>
                <a:schemeClr val="tx1"/>
              </a:solidFill>
            </a:endParaRP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07AC1165-457D-86F2-E59D-985A31A290A8}"/>
              </a:ext>
            </a:extLst>
          </p:cNvPr>
          <p:cNvSpPr/>
          <p:nvPr/>
        </p:nvSpPr>
        <p:spPr>
          <a:xfrm>
            <a:off x="4038894" y="1360007"/>
            <a:ext cx="720000" cy="360000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800" b="1">
                <a:solidFill>
                  <a:schemeClr val="tx1"/>
                </a:solidFill>
              </a:rPr>
              <a:t>0</a:t>
            </a:r>
            <a:endParaRPr lang="zh-CN" altLang="en-US" sz="800" b="1">
              <a:solidFill>
                <a:schemeClr val="tx1"/>
              </a:solidFill>
            </a:endParaRP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EB040E29-387E-1AF0-1125-D2334962D9B1}"/>
              </a:ext>
            </a:extLst>
          </p:cNvPr>
          <p:cNvSpPr/>
          <p:nvPr/>
        </p:nvSpPr>
        <p:spPr>
          <a:xfrm>
            <a:off x="4038894" y="2115603"/>
            <a:ext cx="720000" cy="360000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800" b="1">
                <a:solidFill>
                  <a:schemeClr val="tx1"/>
                </a:solidFill>
              </a:rPr>
              <a:t>2</a:t>
            </a:r>
            <a:endParaRPr lang="zh-CN" altLang="en-US" sz="800" b="1">
              <a:solidFill>
                <a:schemeClr val="tx1"/>
              </a:solidFill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DF1B330C-84D4-162E-2500-AAF219125783}"/>
              </a:ext>
            </a:extLst>
          </p:cNvPr>
          <p:cNvSpPr/>
          <p:nvPr/>
        </p:nvSpPr>
        <p:spPr>
          <a:xfrm>
            <a:off x="4038894" y="2493401"/>
            <a:ext cx="720000" cy="360000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800" b="1">
                <a:solidFill>
                  <a:schemeClr val="tx1"/>
                </a:solidFill>
              </a:rPr>
              <a:t>3</a:t>
            </a:r>
            <a:endParaRPr lang="zh-CN" altLang="en-US" sz="800" b="1">
              <a:solidFill>
                <a:schemeClr val="tx1"/>
              </a:solidFill>
            </a:endParaRP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F7ED10D6-35AF-F285-67D6-3F8FD98D007B}"/>
              </a:ext>
            </a:extLst>
          </p:cNvPr>
          <p:cNvSpPr/>
          <p:nvPr/>
        </p:nvSpPr>
        <p:spPr>
          <a:xfrm>
            <a:off x="4038894" y="2871199"/>
            <a:ext cx="720000" cy="360000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800" b="1">
                <a:solidFill>
                  <a:schemeClr val="tx1"/>
                </a:solidFill>
              </a:rPr>
              <a:t>4</a:t>
            </a:r>
            <a:endParaRPr lang="zh-CN" altLang="en-US" sz="800" b="1">
              <a:solidFill>
                <a:schemeClr val="tx1"/>
              </a:solidFill>
            </a:endParaRP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19658BD6-2818-B1C5-EABF-FB2EED191529}"/>
              </a:ext>
            </a:extLst>
          </p:cNvPr>
          <p:cNvSpPr/>
          <p:nvPr/>
        </p:nvSpPr>
        <p:spPr>
          <a:xfrm>
            <a:off x="4038894" y="3248997"/>
            <a:ext cx="720000" cy="360000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800" b="1">
                <a:solidFill>
                  <a:schemeClr val="tx1"/>
                </a:solidFill>
              </a:rPr>
              <a:t>5</a:t>
            </a:r>
            <a:endParaRPr lang="zh-CN" altLang="en-US" sz="800" b="1">
              <a:solidFill>
                <a:schemeClr val="tx1"/>
              </a:solidFill>
            </a:endParaRP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40F03AD2-515C-B51F-3574-002549DEE5BA}"/>
              </a:ext>
            </a:extLst>
          </p:cNvPr>
          <p:cNvSpPr/>
          <p:nvPr/>
        </p:nvSpPr>
        <p:spPr>
          <a:xfrm>
            <a:off x="4038894" y="1737805"/>
            <a:ext cx="720000" cy="360000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800" b="1">
                <a:solidFill>
                  <a:schemeClr val="tx1"/>
                </a:solidFill>
              </a:rPr>
              <a:t>1</a:t>
            </a:r>
            <a:endParaRPr lang="zh-CN" altLang="en-US" sz="800" b="1">
              <a:solidFill>
                <a:schemeClr val="tx1"/>
              </a:solidFill>
            </a:endParaRPr>
          </a:p>
        </p:txBody>
      </p: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F01CF813-2FC8-20CA-7065-79CB578D0859}"/>
              </a:ext>
            </a:extLst>
          </p:cNvPr>
          <p:cNvCxnSpPr>
            <a:stCxn id="3" idx="3"/>
            <a:endCxn id="25" idx="1"/>
          </p:cNvCxnSpPr>
          <p:nvPr/>
        </p:nvCxnSpPr>
        <p:spPr>
          <a:xfrm>
            <a:off x="3754846" y="1540007"/>
            <a:ext cx="2840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1B8530EB-1761-C755-EE69-6A5E1C90039A}"/>
              </a:ext>
            </a:extLst>
          </p:cNvPr>
          <p:cNvCxnSpPr>
            <a:stCxn id="4" idx="3"/>
            <a:endCxn id="30" idx="1"/>
          </p:cNvCxnSpPr>
          <p:nvPr/>
        </p:nvCxnSpPr>
        <p:spPr>
          <a:xfrm>
            <a:off x="3754846" y="1917805"/>
            <a:ext cx="2840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1D0B9A85-3F22-BC3C-554C-E0F069D72114}"/>
              </a:ext>
            </a:extLst>
          </p:cNvPr>
          <p:cNvCxnSpPr>
            <a:stCxn id="5" idx="3"/>
            <a:endCxn id="26" idx="1"/>
          </p:cNvCxnSpPr>
          <p:nvPr/>
        </p:nvCxnSpPr>
        <p:spPr>
          <a:xfrm>
            <a:off x="3754846" y="2295603"/>
            <a:ext cx="2840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6CD5616C-E145-2A57-F075-FF7CB13ED1E8}"/>
              </a:ext>
            </a:extLst>
          </p:cNvPr>
          <p:cNvCxnSpPr>
            <a:endCxn id="27" idx="1"/>
          </p:cNvCxnSpPr>
          <p:nvPr/>
        </p:nvCxnSpPr>
        <p:spPr>
          <a:xfrm>
            <a:off x="3754846" y="2668854"/>
            <a:ext cx="284048" cy="45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00331A82-64BE-71DE-9F4B-90455DD46827}"/>
              </a:ext>
            </a:extLst>
          </p:cNvPr>
          <p:cNvCxnSpPr>
            <a:stCxn id="7" idx="3"/>
            <a:endCxn id="28" idx="1"/>
          </p:cNvCxnSpPr>
          <p:nvPr/>
        </p:nvCxnSpPr>
        <p:spPr>
          <a:xfrm>
            <a:off x="3754846" y="3051199"/>
            <a:ext cx="2840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92184C4A-2376-43E3-66BA-DB704D034ABA}"/>
              </a:ext>
            </a:extLst>
          </p:cNvPr>
          <p:cNvCxnSpPr>
            <a:stCxn id="8" idx="3"/>
            <a:endCxn id="29" idx="1"/>
          </p:cNvCxnSpPr>
          <p:nvPr/>
        </p:nvCxnSpPr>
        <p:spPr>
          <a:xfrm>
            <a:off x="3754846" y="3428997"/>
            <a:ext cx="2840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3C7973D0-8158-6D8B-67A3-EAED9317571B}"/>
              </a:ext>
            </a:extLst>
          </p:cNvPr>
          <p:cNvSpPr/>
          <p:nvPr/>
        </p:nvSpPr>
        <p:spPr>
          <a:xfrm>
            <a:off x="5509109" y="2115603"/>
            <a:ext cx="720000" cy="3600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800"/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D9EFD19B-DF7D-F61B-E0C2-FB1188002B11}"/>
              </a:ext>
            </a:extLst>
          </p:cNvPr>
          <p:cNvSpPr/>
          <p:nvPr/>
        </p:nvSpPr>
        <p:spPr>
          <a:xfrm>
            <a:off x="5509109" y="2871202"/>
            <a:ext cx="720000" cy="3600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800"/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270A6BD2-638F-AAA6-0AA8-C2E202374437}"/>
              </a:ext>
            </a:extLst>
          </p:cNvPr>
          <p:cNvSpPr/>
          <p:nvPr/>
        </p:nvSpPr>
        <p:spPr>
          <a:xfrm>
            <a:off x="5509109" y="2493403"/>
            <a:ext cx="720000" cy="3600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800"/>
              <a:t>…</a:t>
            </a:r>
            <a:endParaRPr lang="zh-CN" altLang="en-US" sz="800"/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08176B0F-61D1-5F7F-D073-20DD18B22147}"/>
              </a:ext>
            </a:extLst>
          </p:cNvPr>
          <p:cNvSpPr/>
          <p:nvPr/>
        </p:nvSpPr>
        <p:spPr>
          <a:xfrm>
            <a:off x="5509109" y="1737805"/>
            <a:ext cx="720000" cy="3600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800"/>
          </a:p>
        </p:txBody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360389DA-D844-E790-6615-AC33C530A0DB}"/>
              </a:ext>
            </a:extLst>
          </p:cNvPr>
          <p:cNvSpPr/>
          <p:nvPr/>
        </p:nvSpPr>
        <p:spPr>
          <a:xfrm>
            <a:off x="6513155" y="1737805"/>
            <a:ext cx="720000" cy="360000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800" b="1">
                <a:solidFill>
                  <a:schemeClr val="tx1"/>
                </a:solidFill>
              </a:rPr>
              <a:t>6</a:t>
            </a:r>
            <a:endParaRPr lang="zh-CN" altLang="en-US" sz="800" b="1">
              <a:solidFill>
                <a:schemeClr val="tx1"/>
              </a:solidFill>
            </a:endParaRPr>
          </a:p>
        </p:txBody>
      </p: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BCFC7187-3E39-6F86-FBE9-336DD65FEAD6}"/>
              </a:ext>
            </a:extLst>
          </p:cNvPr>
          <p:cNvSpPr/>
          <p:nvPr/>
        </p:nvSpPr>
        <p:spPr>
          <a:xfrm>
            <a:off x="6513155" y="2493401"/>
            <a:ext cx="720000" cy="360000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800" b="1">
                <a:solidFill>
                  <a:schemeClr val="tx1"/>
                </a:solidFill>
              </a:rPr>
              <a:t>…</a:t>
            </a:r>
            <a:endParaRPr lang="zh-CN" altLang="en-US" sz="800" b="1">
              <a:solidFill>
                <a:schemeClr val="tx1"/>
              </a:solidFill>
            </a:endParaRPr>
          </a:p>
        </p:txBody>
      </p: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403AB9AD-51F1-D8A1-346C-BBE381DF3901}"/>
              </a:ext>
            </a:extLst>
          </p:cNvPr>
          <p:cNvSpPr/>
          <p:nvPr/>
        </p:nvSpPr>
        <p:spPr>
          <a:xfrm>
            <a:off x="6513155" y="2871199"/>
            <a:ext cx="720000" cy="360000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800" b="1">
                <a:solidFill>
                  <a:schemeClr val="tx1"/>
                </a:solidFill>
              </a:rPr>
              <a:t>261</a:t>
            </a:r>
            <a:endParaRPr lang="zh-CN" altLang="en-US" sz="800" b="1">
              <a:solidFill>
                <a:schemeClr val="tx1"/>
              </a:solidFill>
            </a:endParaRPr>
          </a:p>
        </p:txBody>
      </p: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8F4B3232-BA6B-49BD-9A5D-26A35CEE2E46}"/>
              </a:ext>
            </a:extLst>
          </p:cNvPr>
          <p:cNvSpPr/>
          <p:nvPr/>
        </p:nvSpPr>
        <p:spPr>
          <a:xfrm>
            <a:off x="6513155" y="2115603"/>
            <a:ext cx="720000" cy="360000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800" b="1">
                <a:solidFill>
                  <a:schemeClr val="tx1"/>
                </a:solidFill>
              </a:rPr>
              <a:t>7</a:t>
            </a:r>
            <a:endParaRPr lang="zh-CN" altLang="en-US" sz="800" b="1">
              <a:solidFill>
                <a:schemeClr val="tx1"/>
              </a:solidFill>
            </a:endParaRPr>
          </a:p>
        </p:txBody>
      </p: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11514AE7-5AF4-A095-EF74-96AB0A1485A5}"/>
              </a:ext>
            </a:extLst>
          </p:cNvPr>
          <p:cNvCxnSpPr>
            <a:cxnSpLocks/>
            <a:stCxn id="43" idx="3"/>
            <a:endCxn id="47" idx="1"/>
          </p:cNvCxnSpPr>
          <p:nvPr/>
        </p:nvCxnSpPr>
        <p:spPr>
          <a:xfrm>
            <a:off x="6229109" y="1917805"/>
            <a:ext cx="28404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C3A44581-1D5C-B4C5-6F00-95260EBA7AF4}"/>
              </a:ext>
            </a:extLst>
          </p:cNvPr>
          <p:cNvCxnSpPr>
            <a:cxnSpLocks/>
            <a:stCxn id="20" idx="3"/>
            <a:endCxn id="52" idx="1"/>
          </p:cNvCxnSpPr>
          <p:nvPr/>
        </p:nvCxnSpPr>
        <p:spPr>
          <a:xfrm>
            <a:off x="6229109" y="2295603"/>
            <a:ext cx="28404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6F7ED597-E1B7-A15E-C3F5-A4E1AE870535}"/>
              </a:ext>
            </a:extLst>
          </p:cNvPr>
          <p:cNvCxnSpPr>
            <a:cxnSpLocks/>
            <a:stCxn id="23" idx="3"/>
            <a:endCxn id="48" idx="1"/>
          </p:cNvCxnSpPr>
          <p:nvPr/>
        </p:nvCxnSpPr>
        <p:spPr>
          <a:xfrm flipV="1">
            <a:off x="6229109" y="2673401"/>
            <a:ext cx="284046" cy="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1CD82203-1100-9AB8-0C0D-A39938A9A52A}"/>
              </a:ext>
            </a:extLst>
          </p:cNvPr>
          <p:cNvCxnSpPr>
            <a:cxnSpLocks/>
            <a:stCxn id="22" idx="3"/>
            <a:endCxn id="49" idx="1"/>
          </p:cNvCxnSpPr>
          <p:nvPr/>
        </p:nvCxnSpPr>
        <p:spPr>
          <a:xfrm flipV="1">
            <a:off x="6229109" y="3051199"/>
            <a:ext cx="284046" cy="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6" name="连接符: 肘形 65">
            <a:extLst>
              <a:ext uri="{FF2B5EF4-FFF2-40B4-BE49-F238E27FC236}">
                <a16:creationId xmlns:a16="http://schemas.microsoft.com/office/drawing/2014/main" id="{ABDB8007-A2B7-427F-0131-7DB29D585E7A}"/>
              </a:ext>
            </a:extLst>
          </p:cNvPr>
          <p:cNvCxnSpPr>
            <a:stCxn id="9" idx="3"/>
            <a:endCxn id="43" idx="1"/>
          </p:cNvCxnSpPr>
          <p:nvPr/>
        </p:nvCxnSpPr>
        <p:spPr>
          <a:xfrm flipV="1">
            <a:off x="3754846" y="1917805"/>
            <a:ext cx="1754263" cy="1888990"/>
          </a:xfrm>
          <a:prstGeom prst="bentConnector3">
            <a:avLst>
              <a:gd name="adj1" fmla="val 79128"/>
            </a:avLst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68" name="矩形: 圆角 67">
            <a:extLst>
              <a:ext uri="{FF2B5EF4-FFF2-40B4-BE49-F238E27FC236}">
                <a16:creationId xmlns:a16="http://schemas.microsoft.com/office/drawing/2014/main" id="{C1D546F1-28F1-9673-2855-0A1700EA24B2}"/>
              </a:ext>
            </a:extLst>
          </p:cNvPr>
          <p:cNvSpPr/>
          <p:nvPr/>
        </p:nvSpPr>
        <p:spPr>
          <a:xfrm>
            <a:off x="5509109" y="4382394"/>
            <a:ext cx="720000" cy="3600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800"/>
              <a:t>…</a:t>
            </a:r>
            <a:endParaRPr lang="zh-CN" altLang="en-US" sz="800"/>
          </a:p>
        </p:txBody>
      </p:sp>
      <p:sp>
        <p:nvSpPr>
          <p:cNvPr id="69" name="矩形: 圆角 68">
            <a:extLst>
              <a:ext uri="{FF2B5EF4-FFF2-40B4-BE49-F238E27FC236}">
                <a16:creationId xmlns:a16="http://schemas.microsoft.com/office/drawing/2014/main" id="{063C4838-6F83-4F1F-0F19-3A96B379F734}"/>
              </a:ext>
            </a:extLst>
          </p:cNvPr>
          <p:cNvSpPr/>
          <p:nvPr/>
        </p:nvSpPr>
        <p:spPr>
          <a:xfrm>
            <a:off x="5509109" y="5137993"/>
            <a:ext cx="720000" cy="3600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800"/>
          </a:p>
        </p:txBody>
      </p:sp>
      <p:sp>
        <p:nvSpPr>
          <p:cNvPr id="70" name="矩形: 圆角 69">
            <a:extLst>
              <a:ext uri="{FF2B5EF4-FFF2-40B4-BE49-F238E27FC236}">
                <a16:creationId xmlns:a16="http://schemas.microsoft.com/office/drawing/2014/main" id="{D04A017B-8D61-6EEE-E626-0A89134801B6}"/>
              </a:ext>
            </a:extLst>
          </p:cNvPr>
          <p:cNvSpPr/>
          <p:nvPr/>
        </p:nvSpPr>
        <p:spPr>
          <a:xfrm>
            <a:off x="5509109" y="4760194"/>
            <a:ext cx="720000" cy="3600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800"/>
              <a:t>…</a:t>
            </a:r>
            <a:endParaRPr lang="zh-CN" altLang="en-US" sz="800"/>
          </a:p>
        </p:txBody>
      </p:sp>
      <p:sp>
        <p:nvSpPr>
          <p:cNvPr id="71" name="矩形: 圆角 70">
            <a:extLst>
              <a:ext uri="{FF2B5EF4-FFF2-40B4-BE49-F238E27FC236}">
                <a16:creationId xmlns:a16="http://schemas.microsoft.com/office/drawing/2014/main" id="{53B1D731-2B7E-8834-4726-FA9E46FC37DA}"/>
              </a:ext>
            </a:extLst>
          </p:cNvPr>
          <p:cNvSpPr/>
          <p:nvPr/>
        </p:nvSpPr>
        <p:spPr>
          <a:xfrm>
            <a:off x="5509109" y="4004596"/>
            <a:ext cx="720000" cy="3600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800"/>
          </a:p>
        </p:txBody>
      </p:sp>
      <p:cxnSp>
        <p:nvCxnSpPr>
          <p:cNvPr id="82" name="直接箭头连接符 81">
            <a:extLst>
              <a:ext uri="{FF2B5EF4-FFF2-40B4-BE49-F238E27FC236}">
                <a16:creationId xmlns:a16="http://schemas.microsoft.com/office/drawing/2014/main" id="{B8377CA0-B642-E81B-2010-51EE633F36FD}"/>
              </a:ext>
            </a:extLst>
          </p:cNvPr>
          <p:cNvCxnSpPr>
            <a:stCxn id="10" idx="3"/>
            <a:endCxn id="71" idx="1"/>
          </p:cNvCxnSpPr>
          <p:nvPr/>
        </p:nvCxnSpPr>
        <p:spPr>
          <a:xfrm>
            <a:off x="3754846" y="4184596"/>
            <a:ext cx="175426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02" name="矩形: 圆角 101">
            <a:extLst>
              <a:ext uri="{FF2B5EF4-FFF2-40B4-BE49-F238E27FC236}">
                <a16:creationId xmlns:a16="http://schemas.microsoft.com/office/drawing/2014/main" id="{41D75AF7-98A4-8FB9-E96E-00E687C222AF}"/>
              </a:ext>
            </a:extLst>
          </p:cNvPr>
          <p:cNvSpPr/>
          <p:nvPr/>
        </p:nvSpPr>
        <p:spPr>
          <a:xfrm>
            <a:off x="8243346" y="2483158"/>
            <a:ext cx="720000" cy="3600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800"/>
          </a:p>
        </p:txBody>
      </p:sp>
      <p:sp>
        <p:nvSpPr>
          <p:cNvPr id="103" name="矩形: 圆角 102">
            <a:extLst>
              <a:ext uri="{FF2B5EF4-FFF2-40B4-BE49-F238E27FC236}">
                <a16:creationId xmlns:a16="http://schemas.microsoft.com/office/drawing/2014/main" id="{59806EA3-791E-1097-BE17-52021CDE611E}"/>
              </a:ext>
            </a:extLst>
          </p:cNvPr>
          <p:cNvSpPr/>
          <p:nvPr/>
        </p:nvSpPr>
        <p:spPr>
          <a:xfrm>
            <a:off x="8243346" y="3238757"/>
            <a:ext cx="720000" cy="3600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800"/>
          </a:p>
        </p:txBody>
      </p:sp>
      <p:sp>
        <p:nvSpPr>
          <p:cNvPr id="104" name="矩形: 圆角 103">
            <a:extLst>
              <a:ext uri="{FF2B5EF4-FFF2-40B4-BE49-F238E27FC236}">
                <a16:creationId xmlns:a16="http://schemas.microsoft.com/office/drawing/2014/main" id="{A41BB53C-E3A6-5411-7F1C-2615CE8BD761}"/>
              </a:ext>
            </a:extLst>
          </p:cNvPr>
          <p:cNvSpPr/>
          <p:nvPr/>
        </p:nvSpPr>
        <p:spPr>
          <a:xfrm>
            <a:off x="8243346" y="2860958"/>
            <a:ext cx="720000" cy="3600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800"/>
              <a:t>…</a:t>
            </a:r>
            <a:endParaRPr lang="zh-CN" altLang="en-US" sz="800"/>
          </a:p>
        </p:txBody>
      </p:sp>
      <p:sp>
        <p:nvSpPr>
          <p:cNvPr id="105" name="矩形: 圆角 104">
            <a:extLst>
              <a:ext uri="{FF2B5EF4-FFF2-40B4-BE49-F238E27FC236}">
                <a16:creationId xmlns:a16="http://schemas.microsoft.com/office/drawing/2014/main" id="{36359F96-2482-D2C2-E444-2B466428C0D1}"/>
              </a:ext>
            </a:extLst>
          </p:cNvPr>
          <p:cNvSpPr/>
          <p:nvPr/>
        </p:nvSpPr>
        <p:spPr>
          <a:xfrm>
            <a:off x="8243346" y="2105360"/>
            <a:ext cx="720000" cy="3600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800"/>
          </a:p>
        </p:txBody>
      </p:sp>
      <p:sp>
        <p:nvSpPr>
          <p:cNvPr id="106" name="矩形: 圆角 105">
            <a:extLst>
              <a:ext uri="{FF2B5EF4-FFF2-40B4-BE49-F238E27FC236}">
                <a16:creationId xmlns:a16="http://schemas.microsoft.com/office/drawing/2014/main" id="{6E8F4AC1-5881-554E-4F02-DAD2F3327D7C}"/>
              </a:ext>
            </a:extLst>
          </p:cNvPr>
          <p:cNvSpPr/>
          <p:nvPr/>
        </p:nvSpPr>
        <p:spPr>
          <a:xfrm>
            <a:off x="9247392" y="2105360"/>
            <a:ext cx="720000" cy="360000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800" b="1">
                <a:solidFill>
                  <a:schemeClr val="tx1"/>
                </a:solidFill>
              </a:rPr>
              <a:t>262</a:t>
            </a:r>
            <a:endParaRPr lang="zh-CN" altLang="en-US" sz="800" b="1">
              <a:solidFill>
                <a:schemeClr val="tx1"/>
              </a:solidFill>
            </a:endParaRPr>
          </a:p>
        </p:txBody>
      </p:sp>
      <p:sp>
        <p:nvSpPr>
          <p:cNvPr id="107" name="矩形: 圆角 106">
            <a:extLst>
              <a:ext uri="{FF2B5EF4-FFF2-40B4-BE49-F238E27FC236}">
                <a16:creationId xmlns:a16="http://schemas.microsoft.com/office/drawing/2014/main" id="{A9C8B048-9CC4-B0A2-84FE-59FF83783F11}"/>
              </a:ext>
            </a:extLst>
          </p:cNvPr>
          <p:cNvSpPr/>
          <p:nvPr/>
        </p:nvSpPr>
        <p:spPr>
          <a:xfrm>
            <a:off x="9247392" y="2860956"/>
            <a:ext cx="720000" cy="360000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800" b="1">
                <a:solidFill>
                  <a:schemeClr val="tx1"/>
                </a:solidFill>
              </a:rPr>
              <a:t>…</a:t>
            </a:r>
            <a:endParaRPr lang="zh-CN" altLang="en-US" sz="800" b="1">
              <a:solidFill>
                <a:schemeClr val="tx1"/>
              </a:solidFill>
            </a:endParaRPr>
          </a:p>
        </p:txBody>
      </p:sp>
      <p:sp>
        <p:nvSpPr>
          <p:cNvPr id="108" name="矩形: 圆角 107">
            <a:extLst>
              <a:ext uri="{FF2B5EF4-FFF2-40B4-BE49-F238E27FC236}">
                <a16:creationId xmlns:a16="http://schemas.microsoft.com/office/drawing/2014/main" id="{1FAA2452-4500-15B8-60D8-187EF08FF485}"/>
              </a:ext>
            </a:extLst>
          </p:cNvPr>
          <p:cNvSpPr/>
          <p:nvPr/>
        </p:nvSpPr>
        <p:spPr>
          <a:xfrm>
            <a:off x="9247392" y="3238754"/>
            <a:ext cx="720000" cy="360000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800" b="1">
                <a:solidFill>
                  <a:schemeClr val="tx1"/>
                </a:solidFill>
              </a:rPr>
              <a:t>517</a:t>
            </a:r>
            <a:endParaRPr lang="zh-CN" altLang="en-US" sz="800" b="1">
              <a:solidFill>
                <a:schemeClr val="tx1"/>
              </a:solidFill>
            </a:endParaRPr>
          </a:p>
        </p:txBody>
      </p:sp>
      <p:sp>
        <p:nvSpPr>
          <p:cNvPr id="109" name="矩形: 圆角 108">
            <a:extLst>
              <a:ext uri="{FF2B5EF4-FFF2-40B4-BE49-F238E27FC236}">
                <a16:creationId xmlns:a16="http://schemas.microsoft.com/office/drawing/2014/main" id="{4C759F64-04AE-A544-543B-4F00E6956E39}"/>
              </a:ext>
            </a:extLst>
          </p:cNvPr>
          <p:cNvSpPr/>
          <p:nvPr/>
        </p:nvSpPr>
        <p:spPr>
          <a:xfrm>
            <a:off x="9247392" y="2483158"/>
            <a:ext cx="720000" cy="360000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800" b="1">
                <a:solidFill>
                  <a:schemeClr val="tx1"/>
                </a:solidFill>
              </a:rPr>
              <a:t>263</a:t>
            </a:r>
            <a:endParaRPr lang="zh-CN" altLang="en-US" sz="800" b="1">
              <a:solidFill>
                <a:schemeClr val="tx1"/>
              </a:solidFill>
            </a:endParaRPr>
          </a:p>
        </p:txBody>
      </p:sp>
      <p:cxnSp>
        <p:nvCxnSpPr>
          <p:cNvPr id="110" name="直接箭头连接符 109">
            <a:extLst>
              <a:ext uri="{FF2B5EF4-FFF2-40B4-BE49-F238E27FC236}">
                <a16:creationId xmlns:a16="http://schemas.microsoft.com/office/drawing/2014/main" id="{D2B69CC6-3128-064A-760B-A719A2CCEA76}"/>
              </a:ext>
            </a:extLst>
          </p:cNvPr>
          <p:cNvCxnSpPr>
            <a:cxnSpLocks/>
            <a:stCxn id="105" idx="3"/>
            <a:endCxn id="106" idx="1"/>
          </p:cNvCxnSpPr>
          <p:nvPr/>
        </p:nvCxnSpPr>
        <p:spPr>
          <a:xfrm>
            <a:off x="8963346" y="2285360"/>
            <a:ext cx="28404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11" name="直接箭头连接符 110">
            <a:extLst>
              <a:ext uri="{FF2B5EF4-FFF2-40B4-BE49-F238E27FC236}">
                <a16:creationId xmlns:a16="http://schemas.microsoft.com/office/drawing/2014/main" id="{17D942FD-C4AD-DF2E-D9C7-BC18C34B7FC1}"/>
              </a:ext>
            </a:extLst>
          </p:cNvPr>
          <p:cNvCxnSpPr>
            <a:cxnSpLocks/>
            <a:stCxn id="102" idx="3"/>
            <a:endCxn id="109" idx="1"/>
          </p:cNvCxnSpPr>
          <p:nvPr/>
        </p:nvCxnSpPr>
        <p:spPr>
          <a:xfrm>
            <a:off x="8963346" y="2663158"/>
            <a:ext cx="28404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12" name="直接箭头连接符 111">
            <a:extLst>
              <a:ext uri="{FF2B5EF4-FFF2-40B4-BE49-F238E27FC236}">
                <a16:creationId xmlns:a16="http://schemas.microsoft.com/office/drawing/2014/main" id="{2B69F45A-892D-AC82-4C15-993B7507FA10}"/>
              </a:ext>
            </a:extLst>
          </p:cNvPr>
          <p:cNvCxnSpPr>
            <a:cxnSpLocks/>
            <a:stCxn id="104" idx="3"/>
            <a:endCxn id="107" idx="1"/>
          </p:cNvCxnSpPr>
          <p:nvPr/>
        </p:nvCxnSpPr>
        <p:spPr>
          <a:xfrm flipV="1">
            <a:off x="8963346" y="3040956"/>
            <a:ext cx="284046" cy="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13" name="直接箭头连接符 112">
            <a:extLst>
              <a:ext uri="{FF2B5EF4-FFF2-40B4-BE49-F238E27FC236}">
                <a16:creationId xmlns:a16="http://schemas.microsoft.com/office/drawing/2014/main" id="{2735DA5B-9271-C95D-ACC0-1A4AA87E2408}"/>
              </a:ext>
            </a:extLst>
          </p:cNvPr>
          <p:cNvCxnSpPr>
            <a:cxnSpLocks/>
            <a:stCxn id="103" idx="3"/>
            <a:endCxn id="108" idx="1"/>
          </p:cNvCxnSpPr>
          <p:nvPr/>
        </p:nvCxnSpPr>
        <p:spPr>
          <a:xfrm flipV="1">
            <a:off x="8963346" y="3418754"/>
            <a:ext cx="284046" cy="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17" name="矩形: 圆角 116">
            <a:extLst>
              <a:ext uri="{FF2B5EF4-FFF2-40B4-BE49-F238E27FC236}">
                <a16:creationId xmlns:a16="http://schemas.microsoft.com/office/drawing/2014/main" id="{FEA9CD96-9386-D8F1-7D60-B7ADA2D1D15F}"/>
              </a:ext>
            </a:extLst>
          </p:cNvPr>
          <p:cNvSpPr/>
          <p:nvPr/>
        </p:nvSpPr>
        <p:spPr>
          <a:xfrm>
            <a:off x="8243346" y="4382394"/>
            <a:ext cx="720000" cy="3600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800"/>
          </a:p>
        </p:txBody>
      </p:sp>
      <p:sp>
        <p:nvSpPr>
          <p:cNvPr id="118" name="矩形: 圆角 117">
            <a:extLst>
              <a:ext uri="{FF2B5EF4-FFF2-40B4-BE49-F238E27FC236}">
                <a16:creationId xmlns:a16="http://schemas.microsoft.com/office/drawing/2014/main" id="{863B8044-6F80-A904-670A-5979A8B92F14}"/>
              </a:ext>
            </a:extLst>
          </p:cNvPr>
          <p:cNvSpPr/>
          <p:nvPr/>
        </p:nvSpPr>
        <p:spPr>
          <a:xfrm>
            <a:off x="8243346" y="5137993"/>
            <a:ext cx="720000" cy="3600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800"/>
          </a:p>
        </p:txBody>
      </p:sp>
      <p:sp>
        <p:nvSpPr>
          <p:cNvPr id="119" name="矩形: 圆角 118">
            <a:extLst>
              <a:ext uri="{FF2B5EF4-FFF2-40B4-BE49-F238E27FC236}">
                <a16:creationId xmlns:a16="http://schemas.microsoft.com/office/drawing/2014/main" id="{CD1AD0C2-B23B-8E4E-9569-37698B216B19}"/>
              </a:ext>
            </a:extLst>
          </p:cNvPr>
          <p:cNvSpPr/>
          <p:nvPr/>
        </p:nvSpPr>
        <p:spPr>
          <a:xfrm>
            <a:off x="8243346" y="4760194"/>
            <a:ext cx="720000" cy="3600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800"/>
              <a:t>…</a:t>
            </a:r>
            <a:endParaRPr lang="zh-CN" altLang="en-US" sz="800"/>
          </a:p>
        </p:txBody>
      </p:sp>
      <p:sp>
        <p:nvSpPr>
          <p:cNvPr id="120" name="矩形: 圆角 119">
            <a:extLst>
              <a:ext uri="{FF2B5EF4-FFF2-40B4-BE49-F238E27FC236}">
                <a16:creationId xmlns:a16="http://schemas.microsoft.com/office/drawing/2014/main" id="{257694F4-C4F8-BEA0-F3C4-A792B0AB7F31}"/>
              </a:ext>
            </a:extLst>
          </p:cNvPr>
          <p:cNvSpPr/>
          <p:nvPr/>
        </p:nvSpPr>
        <p:spPr>
          <a:xfrm>
            <a:off x="8243346" y="4004596"/>
            <a:ext cx="720000" cy="3600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800"/>
          </a:p>
        </p:txBody>
      </p:sp>
      <p:sp>
        <p:nvSpPr>
          <p:cNvPr id="121" name="矩形: 圆角 120">
            <a:extLst>
              <a:ext uri="{FF2B5EF4-FFF2-40B4-BE49-F238E27FC236}">
                <a16:creationId xmlns:a16="http://schemas.microsoft.com/office/drawing/2014/main" id="{5E396894-3C49-C7C4-5077-8143153990AA}"/>
              </a:ext>
            </a:extLst>
          </p:cNvPr>
          <p:cNvSpPr/>
          <p:nvPr/>
        </p:nvSpPr>
        <p:spPr>
          <a:xfrm>
            <a:off x="9247392" y="4004596"/>
            <a:ext cx="720000" cy="360000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800" b="1">
                <a:solidFill>
                  <a:schemeClr val="tx1"/>
                </a:solidFill>
              </a:rPr>
              <a:t>…</a:t>
            </a:r>
            <a:endParaRPr lang="zh-CN" altLang="en-US" sz="800" b="1">
              <a:solidFill>
                <a:schemeClr val="tx1"/>
              </a:solidFill>
            </a:endParaRPr>
          </a:p>
        </p:txBody>
      </p:sp>
      <p:sp>
        <p:nvSpPr>
          <p:cNvPr id="122" name="矩形: 圆角 121">
            <a:extLst>
              <a:ext uri="{FF2B5EF4-FFF2-40B4-BE49-F238E27FC236}">
                <a16:creationId xmlns:a16="http://schemas.microsoft.com/office/drawing/2014/main" id="{CED9DAF7-858C-A444-6CED-100DF91FCE5D}"/>
              </a:ext>
            </a:extLst>
          </p:cNvPr>
          <p:cNvSpPr/>
          <p:nvPr/>
        </p:nvSpPr>
        <p:spPr>
          <a:xfrm>
            <a:off x="9247392" y="4760192"/>
            <a:ext cx="720000" cy="360000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800" b="1">
                <a:solidFill>
                  <a:schemeClr val="tx1"/>
                </a:solidFill>
              </a:rPr>
              <a:t>…</a:t>
            </a:r>
            <a:endParaRPr lang="zh-CN" altLang="en-US" sz="800" b="1">
              <a:solidFill>
                <a:schemeClr val="tx1"/>
              </a:solidFill>
            </a:endParaRPr>
          </a:p>
        </p:txBody>
      </p:sp>
      <p:sp>
        <p:nvSpPr>
          <p:cNvPr id="123" name="矩形: 圆角 122">
            <a:extLst>
              <a:ext uri="{FF2B5EF4-FFF2-40B4-BE49-F238E27FC236}">
                <a16:creationId xmlns:a16="http://schemas.microsoft.com/office/drawing/2014/main" id="{454633A3-A5C2-A1A8-B608-DD5575CD74DE}"/>
              </a:ext>
            </a:extLst>
          </p:cNvPr>
          <p:cNvSpPr/>
          <p:nvPr/>
        </p:nvSpPr>
        <p:spPr>
          <a:xfrm>
            <a:off x="9247392" y="5137990"/>
            <a:ext cx="720000" cy="360000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800" b="1">
                <a:solidFill>
                  <a:schemeClr val="tx1"/>
                </a:solidFill>
              </a:rPr>
              <a:t>…</a:t>
            </a:r>
            <a:endParaRPr lang="zh-CN" altLang="en-US" sz="800" b="1">
              <a:solidFill>
                <a:schemeClr val="tx1"/>
              </a:solidFill>
            </a:endParaRPr>
          </a:p>
        </p:txBody>
      </p:sp>
      <p:sp>
        <p:nvSpPr>
          <p:cNvPr id="124" name="矩形: 圆角 123">
            <a:extLst>
              <a:ext uri="{FF2B5EF4-FFF2-40B4-BE49-F238E27FC236}">
                <a16:creationId xmlns:a16="http://schemas.microsoft.com/office/drawing/2014/main" id="{84803257-04FB-ABCA-058D-7378AC281D67}"/>
              </a:ext>
            </a:extLst>
          </p:cNvPr>
          <p:cNvSpPr/>
          <p:nvPr/>
        </p:nvSpPr>
        <p:spPr>
          <a:xfrm>
            <a:off x="9247392" y="4382394"/>
            <a:ext cx="720000" cy="360000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800" b="1">
                <a:solidFill>
                  <a:schemeClr val="tx1"/>
                </a:solidFill>
              </a:rPr>
              <a:t>…</a:t>
            </a:r>
            <a:endParaRPr lang="zh-CN" altLang="en-US" sz="800" b="1">
              <a:solidFill>
                <a:schemeClr val="tx1"/>
              </a:solidFill>
            </a:endParaRPr>
          </a:p>
        </p:txBody>
      </p:sp>
      <p:cxnSp>
        <p:nvCxnSpPr>
          <p:cNvPr id="125" name="直接箭头连接符 124">
            <a:extLst>
              <a:ext uri="{FF2B5EF4-FFF2-40B4-BE49-F238E27FC236}">
                <a16:creationId xmlns:a16="http://schemas.microsoft.com/office/drawing/2014/main" id="{DADBB2D7-6AD1-E609-55A9-16B324D7EE1F}"/>
              </a:ext>
            </a:extLst>
          </p:cNvPr>
          <p:cNvCxnSpPr>
            <a:cxnSpLocks/>
            <a:stCxn id="120" idx="3"/>
            <a:endCxn id="121" idx="1"/>
          </p:cNvCxnSpPr>
          <p:nvPr/>
        </p:nvCxnSpPr>
        <p:spPr>
          <a:xfrm>
            <a:off x="8963346" y="4184596"/>
            <a:ext cx="28404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26" name="直接箭头连接符 125">
            <a:extLst>
              <a:ext uri="{FF2B5EF4-FFF2-40B4-BE49-F238E27FC236}">
                <a16:creationId xmlns:a16="http://schemas.microsoft.com/office/drawing/2014/main" id="{AF559243-DFAA-3A19-CB0B-6E65967ECDBA}"/>
              </a:ext>
            </a:extLst>
          </p:cNvPr>
          <p:cNvCxnSpPr>
            <a:cxnSpLocks/>
            <a:stCxn id="117" idx="3"/>
            <a:endCxn id="124" idx="1"/>
          </p:cNvCxnSpPr>
          <p:nvPr/>
        </p:nvCxnSpPr>
        <p:spPr>
          <a:xfrm>
            <a:off x="8963346" y="4562394"/>
            <a:ext cx="28404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27" name="直接箭头连接符 126">
            <a:extLst>
              <a:ext uri="{FF2B5EF4-FFF2-40B4-BE49-F238E27FC236}">
                <a16:creationId xmlns:a16="http://schemas.microsoft.com/office/drawing/2014/main" id="{906B44AA-0A2F-F230-58CC-F7D7E606949E}"/>
              </a:ext>
            </a:extLst>
          </p:cNvPr>
          <p:cNvCxnSpPr>
            <a:cxnSpLocks/>
            <a:stCxn id="119" idx="3"/>
            <a:endCxn id="122" idx="1"/>
          </p:cNvCxnSpPr>
          <p:nvPr/>
        </p:nvCxnSpPr>
        <p:spPr>
          <a:xfrm flipV="1">
            <a:off x="8963346" y="4940192"/>
            <a:ext cx="284046" cy="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28" name="直接箭头连接符 127">
            <a:extLst>
              <a:ext uri="{FF2B5EF4-FFF2-40B4-BE49-F238E27FC236}">
                <a16:creationId xmlns:a16="http://schemas.microsoft.com/office/drawing/2014/main" id="{7F457008-707E-6CA6-E186-075908889149}"/>
              </a:ext>
            </a:extLst>
          </p:cNvPr>
          <p:cNvCxnSpPr>
            <a:cxnSpLocks/>
            <a:stCxn id="118" idx="3"/>
            <a:endCxn id="123" idx="1"/>
          </p:cNvCxnSpPr>
          <p:nvPr/>
        </p:nvCxnSpPr>
        <p:spPr>
          <a:xfrm flipV="1">
            <a:off x="8963346" y="5317990"/>
            <a:ext cx="284046" cy="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30" name="连接符: 肘形 129">
            <a:extLst>
              <a:ext uri="{FF2B5EF4-FFF2-40B4-BE49-F238E27FC236}">
                <a16:creationId xmlns:a16="http://schemas.microsoft.com/office/drawing/2014/main" id="{FF986C9D-35B1-A340-C22C-B379CCC0273A}"/>
              </a:ext>
            </a:extLst>
          </p:cNvPr>
          <p:cNvCxnSpPr>
            <a:stCxn id="69" idx="3"/>
            <a:endCxn id="120" idx="1"/>
          </p:cNvCxnSpPr>
          <p:nvPr/>
        </p:nvCxnSpPr>
        <p:spPr>
          <a:xfrm flipV="1">
            <a:off x="6229109" y="4184596"/>
            <a:ext cx="2014237" cy="1133397"/>
          </a:xfrm>
          <a:prstGeom prst="bentConnector3">
            <a:avLst>
              <a:gd name="adj1" fmla="val 83380"/>
            </a:avLst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32" name="连接符: 肘形 131">
            <a:extLst>
              <a:ext uri="{FF2B5EF4-FFF2-40B4-BE49-F238E27FC236}">
                <a16:creationId xmlns:a16="http://schemas.microsoft.com/office/drawing/2014/main" id="{77834C1A-C168-A30C-AAF6-82B644A3D5AF}"/>
              </a:ext>
            </a:extLst>
          </p:cNvPr>
          <p:cNvCxnSpPr>
            <a:stCxn id="71" idx="3"/>
            <a:endCxn id="105" idx="1"/>
          </p:cNvCxnSpPr>
          <p:nvPr/>
        </p:nvCxnSpPr>
        <p:spPr>
          <a:xfrm flipV="1">
            <a:off x="6229109" y="2285360"/>
            <a:ext cx="2014237" cy="1899236"/>
          </a:xfrm>
          <a:prstGeom prst="bentConnector3">
            <a:avLst>
              <a:gd name="adj1" fmla="val 63352"/>
            </a:avLst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58" name="直接箭头连接符 157">
            <a:extLst>
              <a:ext uri="{FF2B5EF4-FFF2-40B4-BE49-F238E27FC236}">
                <a16:creationId xmlns:a16="http://schemas.microsoft.com/office/drawing/2014/main" id="{949072D0-9166-7166-E1E7-88B846B81ACE}"/>
              </a:ext>
            </a:extLst>
          </p:cNvPr>
          <p:cNvCxnSpPr>
            <a:cxnSpLocks/>
          </p:cNvCxnSpPr>
          <p:nvPr/>
        </p:nvCxnSpPr>
        <p:spPr>
          <a:xfrm>
            <a:off x="6247030" y="4562394"/>
            <a:ext cx="2840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59" name="直接箭头连接符 158">
            <a:extLst>
              <a:ext uri="{FF2B5EF4-FFF2-40B4-BE49-F238E27FC236}">
                <a16:creationId xmlns:a16="http://schemas.microsoft.com/office/drawing/2014/main" id="{DF2C9DA2-82A7-6253-BA93-BE969F319253}"/>
              </a:ext>
            </a:extLst>
          </p:cNvPr>
          <p:cNvCxnSpPr>
            <a:cxnSpLocks/>
          </p:cNvCxnSpPr>
          <p:nvPr/>
        </p:nvCxnSpPr>
        <p:spPr>
          <a:xfrm>
            <a:off x="6247030" y="4940194"/>
            <a:ext cx="2840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05293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glpla">
      <a:majorFont>
        <a:latin typeface="Quicksand"/>
        <a:ea typeface="微软雅黑"/>
        <a:cs typeface=""/>
      </a:majorFont>
      <a:minorFont>
        <a:latin typeface="Quicksand Light"/>
        <a:ea typeface="微软雅黑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tailEnd type="triangle"/>
        </a:ln>
      </a:spPr>
      <a:bodyPr/>
      <a:lstStyle/>
      <a:style>
        <a:lnRef idx="1">
          <a:schemeClr val="accent3"/>
        </a:lnRef>
        <a:fillRef idx="0">
          <a:schemeClr val="accent3"/>
        </a:fillRef>
        <a:effectRef idx="0">
          <a:schemeClr val="accent3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2492</TotalTime>
  <Words>703</Words>
  <Application>Microsoft Office PowerPoint</Application>
  <PresentationFormat>宽屏</PresentationFormat>
  <Paragraphs>434</Paragraphs>
  <Slides>34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39" baseType="lpstr">
      <vt:lpstr>Microsoft YaHei Light</vt:lpstr>
      <vt:lpstr>Arial</vt:lpstr>
      <vt:lpstr>Quicksand</vt:lpstr>
      <vt:lpstr>Quicksand Light</vt:lpstr>
      <vt:lpstr>Office 主题​​</vt:lpstr>
      <vt:lpstr>Diagram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军 冷</dc:creator>
  <cp:lastModifiedBy>军 冷</cp:lastModifiedBy>
  <cp:revision>191</cp:revision>
  <dcterms:created xsi:type="dcterms:W3CDTF">2023-10-06T01:19:14Z</dcterms:created>
  <dcterms:modified xsi:type="dcterms:W3CDTF">2023-11-04T14:08:38Z</dcterms:modified>
</cp:coreProperties>
</file>
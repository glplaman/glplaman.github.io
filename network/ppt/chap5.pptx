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5"/>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738" r:id="rId57"/>
    <p:sldId id="498" r:id="rId58"/>
    <p:sldId id="739" r:id="rId59"/>
    <p:sldId id="501" r:id="rId60"/>
    <p:sldId id="505" r:id="rId61"/>
    <p:sldId id="504" r:id="rId62"/>
    <p:sldId id="509" r:id="rId63"/>
    <p:sldId id="676" r:id="rId64"/>
    <p:sldId id="740" r:id="rId65"/>
    <p:sldId id="513" r:id="rId66"/>
    <p:sldId id="698" r:id="rId67"/>
    <p:sldId id="680" r:id="rId68"/>
    <p:sldId id="520" r:id="rId69"/>
    <p:sldId id="521" r:id="rId70"/>
    <p:sldId id="522" r:id="rId71"/>
    <p:sldId id="523" r:id="rId72"/>
    <p:sldId id="524" r:id="rId73"/>
    <p:sldId id="525" r:id="rId74"/>
    <p:sldId id="526" r:id="rId75"/>
    <p:sldId id="527" r:id="rId76"/>
    <p:sldId id="528" r:id="rId77"/>
    <p:sldId id="529" r:id="rId78"/>
    <p:sldId id="530" r:id="rId79"/>
    <p:sldId id="531" r:id="rId80"/>
    <p:sldId id="532" r:id="rId81"/>
    <p:sldId id="533" r:id="rId82"/>
    <p:sldId id="534" r:id="rId83"/>
    <p:sldId id="535" r:id="rId84"/>
    <p:sldId id="536" r:id="rId85"/>
    <p:sldId id="537" r:id="rId86"/>
    <p:sldId id="702" r:id="rId87"/>
    <p:sldId id="701" r:id="rId88"/>
    <p:sldId id="703" r:id="rId89"/>
    <p:sldId id="705" r:id="rId90"/>
    <p:sldId id="707" r:id="rId91"/>
    <p:sldId id="708" r:id="rId92"/>
    <p:sldId id="709" r:id="rId93"/>
    <p:sldId id="541" r:id="rId94"/>
    <p:sldId id="542" r:id="rId95"/>
    <p:sldId id="543" r:id="rId96"/>
    <p:sldId id="710" r:id="rId97"/>
    <p:sldId id="546" r:id="rId98"/>
    <p:sldId id="711" r:id="rId99"/>
    <p:sldId id="713" r:id="rId100"/>
    <p:sldId id="715" r:id="rId101"/>
    <p:sldId id="716" r:id="rId102"/>
    <p:sldId id="717" r:id="rId103"/>
    <p:sldId id="718" r:id="rId104"/>
    <p:sldId id="721" r:id="rId105"/>
    <p:sldId id="722" r:id="rId106"/>
    <p:sldId id="719" r:id="rId107"/>
    <p:sldId id="552" r:id="rId108"/>
    <p:sldId id="554" r:id="rId109"/>
    <p:sldId id="555" r:id="rId110"/>
    <p:sldId id="557" r:id="rId111"/>
    <p:sldId id="559" r:id="rId112"/>
    <p:sldId id="560" r:id="rId113"/>
    <p:sldId id="561" r:id="rId114"/>
    <p:sldId id="562" r:id="rId115"/>
    <p:sldId id="563" r:id="rId116"/>
    <p:sldId id="564" r:id="rId117"/>
    <p:sldId id="723" r:id="rId118"/>
    <p:sldId id="567" r:id="rId119"/>
    <p:sldId id="566" r:id="rId120"/>
    <p:sldId id="568" r:id="rId121"/>
    <p:sldId id="569" r:id="rId122"/>
    <p:sldId id="571" r:id="rId123"/>
    <p:sldId id="724" r:id="rId124"/>
    <p:sldId id="573" r:id="rId125"/>
    <p:sldId id="574" r:id="rId126"/>
    <p:sldId id="575" r:id="rId127"/>
    <p:sldId id="576" r:id="rId128"/>
    <p:sldId id="578" r:id="rId129"/>
    <p:sldId id="579" r:id="rId130"/>
    <p:sldId id="580" r:id="rId131"/>
    <p:sldId id="581" r:id="rId132"/>
    <p:sldId id="582" r:id="rId133"/>
    <p:sldId id="685" r:id="rId134"/>
    <p:sldId id="583" r:id="rId135"/>
    <p:sldId id="727" r:id="rId136"/>
    <p:sldId id="585" r:id="rId137"/>
    <p:sldId id="586" r:id="rId138"/>
    <p:sldId id="587" r:id="rId139"/>
    <p:sldId id="731" r:id="rId140"/>
    <p:sldId id="729" r:id="rId141"/>
    <p:sldId id="730" r:id="rId142"/>
    <p:sldId id="592" r:id="rId143"/>
    <p:sldId id="593" r:id="rId144"/>
    <p:sldId id="594" r:id="rId145"/>
    <p:sldId id="595" r:id="rId146"/>
    <p:sldId id="596" r:id="rId147"/>
    <p:sldId id="597" r:id="rId148"/>
    <p:sldId id="598" r:id="rId149"/>
    <p:sldId id="599" r:id="rId150"/>
    <p:sldId id="600" r:id="rId151"/>
    <p:sldId id="686" r:id="rId152"/>
    <p:sldId id="687" r:id="rId153"/>
    <p:sldId id="601" r:id="rId154"/>
    <p:sldId id="602" r:id="rId155"/>
    <p:sldId id="603" r:id="rId156"/>
    <p:sldId id="604" r:id="rId157"/>
    <p:sldId id="605" r:id="rId158"/>
    <p:sldId id="606" r:id="rId159"/>
    <p:sldId id="607" r:id="rId160"/>
    <p:sldId id="608" r:id="rId161"/>
    <p:sldId id="609" r:id="rId162"/>
    <p:sldId id="611" r:id="rId163"/>
    <p:sldId id="612" r:id="rId164"/>
    <p:sldId id="613" r:id="rId165"/>
    <p:sldId id="614" r:id="rId166"/>
    <p:sldId id="616" r:id="rId167"/>
    <p:sldId id="618" r:id="rId168"/>
    <p:sldId id="619" r:id="rId169"/>
    <p:sldId id="732" r:id="rId170"/>
    <p:sldId id="733" r:id="rId171"/>
    <p:sldId id="622" r:id="rId172"/>
    <p:sldId id="623" r:id="rId173"/>
    <p:sldId id="624" r:id="rId174"/>
    <p:sldId id="689" r:id="rId175"/>
    <p:sldId id="625" r:id="rId176"/>
    <p:sldId id="626" r:id="rId177"/>
    <p:sldId id="627" r:id="rId178"/>
    <p:sldId id="628" r:id="rId179"/>
    <p:sldId id="629" r:id="rId180"/>
    <p:sldId id="691" r:id="rId181"/>
    <p:sldId id="630" r:id="rId182"/>
    <p:sldId id="631" r:id="rId183"/>
    <p:sldId id="632" r:id="rId184"/>
    <p:sldId id="633" r:id="rId185"/>
    <p:sldId id="634" r:id="rId186"/>
    <p:sldId id="635" r:id="rId187"/>
    <p:sldId id="637" r:id="rId188"/>
    <p:sldId id="638" r:id="rId189"/>
    <p:sldId id="639" r:id="rId190"/>
    <p:sldId id="640" r:id="rId191"/>
    <p:sldId id="641" r:id="rId192"/>
    <p:sldId id="642" r:id="rId193"/>
    <p:sldId id="643" r:id="rId194"/>
    <p:sldId id="644" r:id="rId195"/>
    <p:sldId id="645" r:id="rId196"/>
    <p:sldId id="646" r:id="rId197"/>
    <p:sldId id="647" r:id="rId198"/>
    <p:sldId id="649" r:id="rId199"/>
    <p:sldId id="650" r:id="rId200"/>
    <p:sldId id="652" r:id="rId201"/>
    <p:sldId id="653" r:id="rId202"/>
    <p:sldId id="654" r:id="rId203"/>
    <p:sldId id="655" r:id="rId204"/>
  </p:sldIdLst>
  <p:sldSz cx="9144000" cy="5143500" type="screen16x9"/>
  <p:notesSz cx="6858000" cy="9144000"/>
  <p:embeddedFontLst>
    <p:embeddedFont>
      <p:font typeface="微软雅黑 Light" panose="020B0502040204020203" pitchFamily="34" charset="-122"/>
      <p:regular r:id="rId206"/>
    </p:embeddedFont>
    <p:embeddedFont>
      <p:font typeface="Cambria Math" panose="02040503050406030204" pitchFamily="18" charset="0"/>
      <p:regular r:id="rId207"/>
    </p:embeddedFont>
    <p:embeddedFont>
      <p:font typeface="Montserrat" panose="00000500000000000000" pitchFamily="2" charset="0"/>
      <p:regular r:id="rId208"/>
    </p:embeddedFont>
    <p:embeddedFont>
      <p:font typeface="微软雅黑" panose="020B0503020204020204" pitchFamily="34" charset="-122"/>
      <p:regular r:id="rId209"/>
      <p:bold r:id="rId21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7F131F"/>
    <a:srgbClr val="0000FF"/>
    <a:srgbClr val="85D1F7"/>
    <a:srgbClr val="FFFF00"/>
    <a:srgbClr val="00FF99"/>
    <a:srgbClr val="3366FF"/>
    <a:srgbClr val="0000CC"/>
    <a:srgbClr val="FFFF99"/>
    <a:srgbClr val="A5002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40" d="100"/>
          <a:sy n="140" d="100"/>
        </p:scale>
        <p:origin x="642" y="2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font" Target="fonts/font1.fntdata"/><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font" Target="fonts/font2.fntdata"/><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font" Target="fonts/font3.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tableStyles" Target="tableStyle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font" Target="fonts/font4.fntdata"/><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font" Target="fonts/font5.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viewProps" Target="view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2025/11/12</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59</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a:prstGeom prst="rect">
            <a:avLst/>
          </a:prstGeo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319846315"/>
              </p:ext>
            </p:extLst>
          </p:nvPr>
        </p:nvGraphicFramePr>
        <p:xfrm>
          <a:off x="2839640" y="2209568"/>
          <a:ext cx="3963183" cy="360000"/>
        </p:xfrm>
        <a:graphic>
          <a:graphicData uri="http://schemas.openxmlformats.org/drawingml/2006/table">
            <a:tbl>
              <a:tblPr firstRow="1" bandRow="1">
                <a:tableStyleId>{5C22544A-7EE6-4342-B048-85BDC9FD1C3A}</a:tableStyleId>
              </a:tblPr>
              <a:tblGrid>
                <a:gridCol w="1138205">
                  <a:extLst>
                    <a:ext uri="{9D8B030D-6E8A-4147-A177-3AD203B41FA5}">
                      <a16:colId xmlns:a16="http://schemas.microsoft.com/office/drawing/2014/main" val="3192344591"/>
                    </a:ext>
                  </a:extLst>
                </a:gridCol>
                <a:gridCol w="282497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931423215"/>
              </p:ext>
            </p:extLst>
          </p:nvPr>
        </p:nvGraphicFramePr>
        <p:xfrm>
          <a:off x="3984239" y="1633419"/>
          <a:ext cx="2818585" cy="360000"/>
        </p:xfrm>
        <a:graphic>
          <a:graphicData uri="http://schemas.openxmlformats.org/drawingml/2006/table">
            <a:tbl>
              <a:tblPr firstRow="1" bandRow="1">
                <a:tableStyleId>{5C22544A-7EE6-4342-B048-85BDC9FD1C3A}</a:tableStyleId>
              </a:tblPr>
              <a:tblGrid>
                <a:gridCol w="2818585">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939349205"/>
              </p:ext>
            </p:extLst>
          </p:nvPr>
        </p:nvGraphicFramePr>
        <p:xfrm>
          <a:off x="1778320" y="2785718"/>
          <a:ext cx="5024504" cy="360000"/>
        </p:xfrm>
        <a:graphic>
          <a:graphicData uri="http://schemas.openxmlformats.org/drawingml/2006/table">
            <a:tbl>
              <a:tblPr firstRow="1" bandRow="1">
                <a:tableStyleId>{5C22544A-7EE6-4342-B048-85BDC9FD1C3A}</a:tableStyleId>
              </a:tblPr>
              <a:tblGrid>
                <a:gridCol w="1061321">
                  <a:extLst>
                    <a:ext uri="{9D8B030D-6E8A-4147-A177-3AD203B41FA5}">
                      <a16:colId xmlns:a16="http://schemas.microsoft.com/office/drawing/2014/main" val="3192344591"/>
                    </a:ext>
                  </a:extLst>
                </a:gridCol>
                <a:gridCol w="3963183">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ADFCCCC0-3489-8A7B-BE82-9954915ED1D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486000" y="550723"/>
            <a:ext cx="8172000" cy="338554"/>
          </a:xfrm>
          <a:prstGeom prst="rect">
            <a:avLst/>
          </a:prstGeom>
        </p:spPr>
        <p:txBody>
          <a:bodyPr/>
          <a:lstStyle/>
          <a:p>
            <a:r>
              <a:rPr lang="zh-CN" altLang="en-US" dirty="0"/>
              <a:t>多对一</a:t>
            </a:r>
          </a:p>
        </p:txBody>
      </p:sp>
      <p:sp>
        <p:nvSpPr>
          <p:cNvPr id="4" name="矩形 3">
            <a:extLst>
              <a:ext uri="{FF2B5EF4-FFF2-40B4-BE49-F238E27FC236}">
                <a16:creationId xmlns:a16="http://schemas.microsoft.com/office/drawing/2014/main" id="{64A3D374-39EB-90E8-31AD-3145C9401F09}"/>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1" name="组合 10">
            <a:extLst>
              <a:ext uri="{FF2B5EF4-FFF2-40B4-BE49-F238E27FC236}">
                <a16:creationId xmlns:a16="http://schemas.microsoft.com/office/drawing/2014/main" id="{B8C0BFE5-063B-3BD9-8342-EA0545DB3540}"/>
              </a:ext>
            </a:extLst>
          </p:cNvPr>
          <p:cNvGrpSpPr/>
          <p:nvPr/>
        </p:nvGrpSpPr>
        <p:grpSpPr>
          <a:xfrm>
            <a:off x="1632154" y="1933158"/>
            <a:ext cx="590549" cy="360000"/>
            <a:chOff x="1385885" y="1017493"/>
            <a:chExt cx="590549" cy="360000"/>
          </a:xfrm>
        </p:grpSpPr>
        <p:pic>
          <p:nvPicPr>
            <p:cNvPr id="12" name="图形 11" descr="文档">
              <a:extLst>
                <a:ext uri="{FF2B5EF4-FFF2-40B4-BE49-F238E27FC236}">
                  <a16:creationId xmlns:a16="http://schemas.microsoft.com/office/drawing/2014/main" id="{02A900F7-C9AD-DC8F-8722-51BE8F0F33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13" name="文本框 12">
              <a:extLst>
                <a:ext uri="{FF2B5EF4-FFF2-40B4-BE49-F238E27FC236}">
                  <a16:creationId xmlns:a16="http://schemas.microsoft.com/office/drawing/2014/main" id="{105EA964-30F8-704B-FC3E-67D7F1BC86E8}"/>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4" name="组合 13">
            <a:extLst>
              <a:ext uri="{FF2B5EF4-FFF2-40B4-BE49-F238E27FC236}">
                <a16:creationId xmlns:a16="http://schemas.microsoft.com/office/drawing/2014/main" id="{3C02DA1A-6614-5AFE-C347-7143BD002C88}"/>
              </a:ext>
            </a:extLst>
          </p:cNvPr>
          <p:cNvGrpSpPr/>
          <p:nvPr/>
        </p:nvGrpSpPr>
        <p:grpSpPr>
          <a:xfrm>
            <a:off x="2258055" y="1933158"/>
            <a:ext cx="590549" cy="360000"/>
            <a:chOff x="1890159" y="1017493"/>
            <a:chExt cx="590549" cy="360000"/>
          </a:xfrm>
        </p:grpSpPr>
        <p:pic>
          <p:nvPicPr>
            <p:cNvPr id="15" name="图形 14" descr="文档">
              <a:extLst>
                <a:ext uri="{FF2B5EF4-FFF2-40B4-BE49-F238E27FC236}">
                  <a16:creationId xmlns:a16="http://schemas.microsoft.com/office/drawing/2014/main" id="{9EC2499B-5E16-43E6-CAAA-42832F7D54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16" name="文本框 15">
              <a:extLst>
                <a:ext uri="{FF2B5EF4-FFF2-40B4-BE49-F238E27FC236}">
                  <a16:creationId xmlns:a16="http://schemas.microsoft.com/office/drawing/2014/main" id="{401DDB37-1B65-5639-08B3-91724BB40FBD}"/>
                </a:ext>
              </a:extLst>
            </p:cNvPr>
            <p:cNvSpPr txBox="1"/>
            <p:nvPr/>
          </p:nvSpPr>
          <p:spPr>
            <a:xfrm>
              <a:off x="1890159" y="1058994"/>
              <a:ext cx="383438"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7" name="组合 16">
            <a:extLst>
              <a:ext uri="{FF2B5EF4-FFF2-40B4-BE49-F238E27FC236}">
                <a16:creationId xmlns:a16="http://schemas.microsoft.com/office/drawing/2014/main" id="{6E333EC5-D078-DA63-3DE3-88DF8302962C}"/>
              </a:ext>
            </a:extLst>
          </p:cNvPr>
          <p:cNvGrpSpPr/>
          <p:nvPr/>
        </p:nvGrpSpPr>
        <p:grpSpPr>
          <a:xfrm>
            <a:off x="2892119" y="1933158"/>
            <a:ext cx="590549" cy="360000"/>
            <a:chOff x="2394433" y="1017493"/>
            <a:chExt cx="590549" cy="360000"/>
          </a:xfrm>
        </p:grpSpPr>
        <p:pic>
          <p:nvPicPr>
            <p:cNvPr id="18" name="图形 17" descr="文档">
              <a:extLst>
                <a:ext uri="{FF2B5EF4-FFF2-40B4-BE49-F238E27FC236}">
                  <a16:creationId xmlns:a16="http://schemas.microsoft.com/office/drawing/2014/main" id="{B9D866C1-3406-66C6-64C5-217BC9417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9" name="文本框 18">
              <a:extLst>
                <a:ext uri="{FF2B5EF4-FFF2-40B4-BE49-F238E27FC236}">
                  <a16:creationId xmlns:a16="http://schemas.microsoft.com/office/drawing/2014/main" id="{BB3E275A-116A-55A4-61BF-4BC3791BDFA6}"/>
                </a:ext>
              </a:extLst>
            </p:cNvPr>
            <p:cNvSpPr txBox="1"/>
            <p:nvPr/>
          </p:nvSpPr>
          <p:spPr>
            <a:xfrm>
              <a:off x="2394433"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0" name="组合 19">
            <a:extLst>
              <a:ext uri="{FF2B5EF4-FFF2-40B4-BE49-F238E27FC236}">
                <a16:creationId xmlns:a16="http://schemas.microsoft.com/office/drawing/2014/main" id="{59A3A814-EDF3-9DE7-1915-BBE45D7F3023}"/>
              </a:ext>
            </a:extLst>
          </p:cNvPr>
          <p:cNvGrpSpPr/>
          <p:nvPr/>
        </p:nvGrpSpPr>
        <p:grpSpPr>
          <a:xfrm>
            <a:off x="5743326" y="1933158"/>
            <a:ext cx="590549" cy="360000"/>
            <a:chOff x="1385885" y="1017493"/>
            <a:chExt cx="590549" cy="360000"/>
          </a:xfrm>
        </p:grpSpPr>
        <p:pic>
          <p:nvPicPr>
            <p:cNvPr id="21" name="图形 20" descr="文档">
              <a:extLst>
                <a:ext uri="{FF2B5EF4-FFF2-40B4-BE49-F238E27FC236}">
                  <a16:creationId xmlns:a16="http://schemas.microsoft.com/office/drawing/2014/main" id="{61385D39-453A-F611-63E9-73BC925383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22" name="文本框 21">
              <a:extLst>
                <a:ext uri="{FF2B5EF4-FFF2-40B4-BE49-F238E27FC236}">
                  <a16:creationId xmlns:a16="http://schemas.microsoft.com/office/drawing/2014/main" id="{8555CB03-6923-1324-BD38-68F10DD24FAD}"/>
                </a:ext>
              </a:extLst>
            </p:cNvPr>
            <p:cNvSpPr txBox="1"/>
            <p:nvPr/>
          </p:nvSpPr>
          <p:spPr>
            <a:xfrm>
              <a:off x="1385885" y="105899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3" name="组合 22">
            <a:extLst>
              <a:ext uri="{FF2B5EF4-FFF2-40B4-BE49-F238E27FC236}">
                <a16:creationId xmlns:a16="http://schemas.microsoft.com/office/drawing/2014/main" id="{9DB808A9-A32E-71FD-AE45-7CBCA92A8473}"/>
              </a:ext>
            </a:extLst>
          </p:cNvPr>
          <p:cNvGrpSpPr/>
          <p:nvPr/>
        </p:nvGrpSpPr>
        <p:grpSpPr>
          <a:xfrm>
            <a:off x="6817069" y="1933158"/>
            <a:ext cx="590549" cy="360000"/>
            <a:chOff x="1890159" y="1017493"/>
            <a:chExt cx="590549" cy="360000"/>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9" name="组合 28">
            <a:extLst>
              <a:ext uri="{FF2B5EF4-FFF2-40B4-BE49-F238E27FC236}">
                <a16:creationId xmlns:a16="http://schemas.microsoft.com/office/drawing/2014/main" id="{D434A184-88A3-DE24-481F-853F175E1C0D}"/>
              </a:ext>
            </a:extLst>
          </p:cNvPr>
          <p:cNvGrpSpPr/>
          <p:nvPr/>
        </p:nvGrpSpPr>
        <p:grpSpPr>
          <a:xfrm>
            <a:off x="2515110"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02746" y="2480632"/>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3158808"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907273"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7097072" y="2452049"/>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884708" y="2480632"/>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014097" y="2452049"/>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1" name="矩形 140">
            <a:extLst>
              <a:ext uri="{FF2B5EF4-FFF2-40B4-BE49-F238E27FC236}">
                <a16:creationId xmlns:a16="http://schemas.microsoft.com/office/drawing/2014/main" id="{A26A7F80-6C9E-9BE8-071B-3BC24ACBC445}"/>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6491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p:cNvCxnSpPr>
          <p:nvPr/>
        </p:nvCxnSpPr>
        <p:spPr>
          <a:xfrm flipH="1">
            <a:off x="2681785" y="2786213"/>
            <a:ext cx="621023" cy="65554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p:cNvCxnSpPr>
          <p:nvPr/>
        </p:nvCxnSpPr>
        <p:spPr>
          <a:xfrm>
            <a:off x="26491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63372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63372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7BFE180E-ABE5-8E60-4B59-6CA2D6B23612}"/>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28" name="组合 27">
            <a:extLst>
              <a:ext uri="{FF2B5EF4-FFF2-40B4-BE49-F238E27FC236}">
                <a16:creationId xmlns:a16="http://schemas.microsoft.com/office/drawing/2014/main" id="{EEE51978-A443-A483-9810-F30672E49154}"/>
              </a:ext>
            </a:extLst>
          </p:cNvPr>
          <p:cNvGrpSpPr/>
          <p:nvPr/>
        </p:nvGrpSpPr>
        <p:grpSpPr>
          <a:xfrm>
            <a:off x="1632154" y="1933158"/>
            <a:ext cx="590549" cy="360000"/>
            <a:chOff x="1385885" y="1017493"/>
            <a:chExt cx="590549" cy="360000"/>
          </a:xfrm>
        </p:grpSpPr>
        <p:pic>
          <p:nvPicPr>
            <p:cNvPr id="5" name="图形 4" descr="文档">
              <a:extLst>
                <a:ext uri="{FF2B5EF4-FFF2-40B4-BE49-F238E27FC236}">
                  <a16:creationId xmlns:a16="http://schemas.microsoft.com/office/drawing/2014/main" id="{D592AA54-6817-6628-8E43-B1C0A00750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8" name="文本框 7">
              <a:extLst>
                <a:ext uri="{FF2B5EF4-FFF2-40B4-BE49-F238E27FC236}">
                  <a16:creationId xmlns:a16="http://schemas.microsoft.com/office/drawing/2014/main" id="{106CC44C-DDBD-2221-C55E-AB74FEF9A77C}"/>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7" name="组合 26">
            <a:extLst>
              <a:ext uri="{FF2B5EF4-FFF2-40B4-BE49-F238E27FC236}">
                <a16:creationId xmlns:a16="http://schemas.microsoft.com/office/drawing/2014/main" id="{EF8C590D-AE02-7479-0F90-FBBDFC7F636A}"/>
              </a:ext>
            </a:extLst>
          </p:cNvPr>
          <p:cNvGrpSpPr/>
          <p:nvPr/>
        </p:nvGrpSpPr>
        <p:grpSpPr>
          <a:xfrm>
            <a:off x="6284155" y="1933158"/>
            <a:ext cx="590549" cy="360000"/>
            <a:chOff x="1890159" y="1017493"/>
            <a:chExt cx="590549" cy="360000"/>
          </a:xfrm>
        </p:grpSpPr>
        <p:pic>
          <p:nvPicPr>
            <p:cNvPr id="6" name="图形 5" descr="文档">
              <a:extLst>
                <a:ext uri="{FF2B5EF4-FFF2-40B4-BE49-F238E27FC236}">
                  <a16:creationId xmlns:a16="http://schemas.microsoft.com/office/drawing/2014/main" id="{30029A1D-3142-A849-40F0-98C81931F4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9" name="文本框 8">
              <a:extLst>
                <a:ext uri="{FF2B5EF4-FFF2-40B4-BE49-F238E27FC236}">
                  <a16:creationId xmlns:a16="http://schemas.microsoft.com/office/drawing/2014/main" id="{C6AF8BFB-BC01-EA81-BBA3-2AEBB263CB35}"/>
                </a:ext>
              </a:extLst>
            </p:cNvPr>
            <p:cNvSpPr txBox="1"/>
            <p:nvPr/>
          </p:nvSpPr>
          <p:spPr>
            <a:xfrm>
              <a:off x="1890159" y="1058994"/>
              <a:ext cx="3962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32CF8815-FB37-8F08-135C-44B7A215A80F}"/>
              </a:ext>
            </a:extLst>
          </p:cNvPr>
          <p:cNvGrpSpPr/>
          <p:nvPr/>
        </p:nvGrpSpPr>
        <p:grpSpPr>
          <a:xfrm>
            <a:off x="2892119" y="1933158"/>
            <a:ext cx="590549" cy="360000"/>
            <a:chOff x="2394433" y="1017493"/>
            <a:chExt cx="590549" cy="360000"/>
          </a:xfrm>
        </p:grpSpPr>
        <p:pic>
          <p:nvPicPr>
            <p:cNvPr id="7" name="图形 6" descr="文档">
              <a:extLst>
                <a:ext uri="{FF2B5EF4-FFF2-40B4-BE49-F238E27FC236}">
                  <a16:creationId xmlns:a16="http://schemas.microsoft.com/office/drawing/2014/main" id="{F9DE4040-A3A2-D7C4-282B-42E9C18507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0" name="文本框 9">
              <a:extLst>
                <a:ext uri="{FF2B5EF4-FFF2-40B4-BE49-F238E27FC236}">
                  <a16:creationId xmlns:a16="http://schemas.microsoft.com/office/drawing/2014/main" id="{AEBB5379-D08A-58CF-929D-278588283330}"/>
                </a:ext>
              </a:extLst>
            </p:cNvPr>
            <p:cNvSpPr txBox="1"/>
            <p:nvPr/>
          </p:nvSpPr>
          <p:spPr>
            <a:xfrm>
              <a:off x="2394433" y="105899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1" name="组合 30">
            <a:extLst>
              <a:ext uri="{FF2B5EF4-FFF2-40B4-BE49-F238E27FC236}">
                <a16:creationId xmlns:a16="http://schemas.microsoft.com/office/drawing/2014/main" id="{FFF33479-772D-E44E-423D-6B3E220FAB77}"/>
              </a:ext>
            </a:extLst>
          </p:cNvPr>
          <p:cNvGrpSpPr/>
          <p:nvPr/>
        </p:nvGrpSpPr>
        <p:grpSpPr>
          <a:xfrm>
            <a:off x="5743326" y="1933158"/>
            <a:ext cx="590549" cy="360000"/>
            <a:chOff x="1385885" y="1017493"/>
            <a:chExt cx="590549" cy="360000"/>
          </a:xfrm>
        </p:grpSpPr>
        <p:pic>
          <p:nvPicPr>
            <p:cNvPr id="38" name="图形 37" descr="文档">
              <a:extLst>
                <a:ext uri="{FF2B5EF4-FFF2-40B4-BE49-F238E27FC236}">
                  <a16:creationId xmlns:a16="http://schemas.microsoft.com/office/drawing/2014/main" id="{DDBB9DFE-CD76-50F1-DA80-6B5074DDC0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39" name="文本框 38">
              <a:extLst>
                <a:ext uri="{FF2B5EF4-FFF2-40B4-BE49-F238E27FC236}">
                  <a16:creationId xmlns:a16="http://schemas.microsoft.com/office/drawing/2014/main" id="{2D63B797-FD37-FC99-7EA7-971D5F5AD65A}"/>
                </a:ext>
              </a:extLst>
            </p:cNvPr>
            <p:cNvSpPr txBox="1"/>
            <p:nvPr/>
          </p:nvSpPr>
          <p:spPr>
            <a:xfrm>
              <a:off x="1385885" y="105899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2" name="组合 31">
            <a:extLst>
              <a:ext uri="{FF2B5EF4-FFF2-40B4-BE49-F238E27FC236}">
                <a16:creationId xmlns:a16="http://schemas.microsoft.com/office/drawing/2014/main" id="{DCCFFB73-5D89-6A4D-E232-39B07CB34469}"/>
              </a:ext>
            </a:extLst>
          </p:cNvPr>
          <p:cNvGrpSpPr/>
          <p:nvPr/>
        </p:nvGrpSpPr>
        <p:grpSpPr>
          <a:xfrm>
            <a:off x="6817069" y="1933158"/>
            <a:ext cx="590549" cy="360000"/>
            <a:chOff x="1890159" y="1017493"/>
            <a:chExt cx="590549" cy="360000"/>
          </a:xfrm>
        </p:grpSpPr>
        <p:pic>
          <p:nvPicPr>
            <p:cNvPr id="36" name="图形 35" descr="文档">
              <a:extLst>
                <a:ext uri="{FF2B5EF4-FFF2-40B4-BE49-F238E27FC236}">
                  <a16:creationId xmlns:a16="http://schemas.microsoft.com/office/drawing/2014/main" id="{1930C0F1-9FF2-AC85-BE65-1154DEE47C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37" name="文本框 36">
              <a:extLst>
                <a:ext uri="{FF2B5EF4-FFF2-40B4-BE49-F238E27FC236}">
                  <a16:creationId xmlns:a16="http://schemas.microsoft.com/office/drawing/2014/main" id="{CCBEDC82-7F2D-2DD6-B054-1BA61E5F6B8E}"/>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2" name="组合 21">
            <a:extLst>
              <a:ext uri="{FF2B5EF4-FFF2-40B4-BE49-F238E27FC236}">
                <a16:creationId xmlns:a16="http://schemas.microsoft.com/office/drawing/2014/main" id="{9FE595A1-73F9-DDBA-635B-2F3557369F85}"/>
              </a:ext>
            </a:extLst>
          </p:cNvPr>
          <p:cNvGrpSpPr/>
          <p:nvPr/>
        </p:nvGrpSpPr>
        <p:grpSpPr>
          <a:xfrm>
            <a:off x="6541210" y="2426213"/>
            <a:ext cx="288000" cy="360000"/>
            <a:chOff x="6541210" y="2426213"/>
            <a:chExt cx="288000" cy="360000"/>
          </a:xfrm>
        </p:grpSpPr>
        <p:sp>
          <p:nvSpPr>
            <p:cNvPr id="40" name="矩形 39">
              <a:extLst>
                <a:ext uri="{FF2B5EF4-FFF2-40B4-BE49-F238E27FC236}">
                  <a16:creationId xmlns:a16="http://schemas.microsoft.com/office/drawing/2014/main" id="{2C4388B8-41C7-7966-AF7E-68FC733CD07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1" name="矩形 40">
              <a:extLst>
                <a:ext uri="{FF2B5EF4-FFF2-40B4-BE49-F238E27FC236}">
                  <a16:creationId xmlns:a16="http://schemas.microsoft.com/office/drawing/2014/main" id="{1FA6612F-5465-D46C-E103-4027D25A0D7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2" name="矩形 41">
              <a:extLst>
                <a:ext uri="{FF2B5EF4-FFF2-40B4-BE49-F238E27FC236}">
                  <a16:creationId xmlns:a16="http://schemas.microsoft.com/office/drawing/2014/main" id="{C2FC505B-0DC7-5836-2B96-0A02A442F905}"/>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3" name="矩形 42">
              <a:extLst>
                <a:ext uri="{FF2B5EF4-FFF2-40B4-BE49-F238E27FC236}">
                  <a16:creationId xmlns:a16="http://schemas.microsoft.com/office/drawing/2014/main" id="{B4830477-DBD1-836B-1EA6-0CCBBBFA3971}"/>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4" name="矩形 43">
              <a:extLst>
                <a:ext uri="{FF2B5EF4-FFF2-40B4-BE49-F238E27FC236}">
                  <a16:creationId xmlns:a16="http://schemas.microsoft.com/office/drawing/2014/main" id="{40C3A5DF-752B-5061-EFA6-D5EBE06C766F}"/>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5" name="矩形 44">
              <a:extLst>
                <a:ext uri="{FF2B5EF4-FFF2-40B4-BE49-F238E27FC236}">
                  <a16:creationId xmlns:a16="http://schemas.microsoft.com/office/drawing/2014/main" id="{0C62FA6C-2638-63CB-F4A7-A2A3D9BDC1EA}"/>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47" name="文本框 46">
            <a:extLst>
              <a:ext uri="{FF2B5EF4-FFF2-40B4-BE49-F238E27FC236}">
                <a16:creationId xmlns:a16="http://schemas.microsoft.com/office/drawing/2014/main" id="{A53E4717-44C1-8BA9-0660-C66F67B79A6A}"/>
              </a:ext>
            </a:extLst>
          </p:cNvPr>
          <p:cNvSpPr txBox="1"/>
          <p:nvPr/>
        </p:nvSpPr>
        <p:spPr>
          <a:xfrm>
            <a:off x="6328846" y="2480632"/>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9" name="组合 18">
            <a:extLst>
              <a:ext uri="{FF2B5EF4-FFF2-40B4-BE49-F238E27FC236}">
                <a16:creationId xmlns:a16="http://schemas.microsoft.com/office/drawing/2014/main" id="{BD8171D4-96D5-4548-100E-6022AE3C0FD5}"/>
              </a:ext>
            </a:extLst>
          </p:cNvPr>
          <p:cNvGrpSpPr/>
          <p:nvPr/>
        </p:nvGrpSpPr>
        <p:grpSpPr>
          <a:xfrm>
            <a:off x="3158808" y="2426213"/>
            <a:ext cx="288000" cy="360000"/>
            <a:chOff x="3158808" y="2426213"/>
            <a:chExt cx="288000" cy="360000"/>
          </a:xfrm>
        </p:grpSpPr>
        <p:sp>
          <p:nvSpPr>
            <p:cNvPr id="51" name="矩形 50">
              <a:extLst>
                <a:ext uri="{FF2B5EF4-FFF2-40B4-BE49-F238E27FC236}">
                  <a16:creationId xmlns:a16="http://schemas.microsoft.com/office/drawing/2014/main" id="{9082ED9C-9ACF-F7E4-A84A-02C00C613563}"/>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2" name="矩形 51">
              <a:extLst>
                <a:ext uri="{FF2B5EF4-FFF2-40B4-BE49-F238E27FC236}">
                  <a16:creationId xmlns:a16="http://schemas.microsoft.com/office/drawing/2014/main" id="{0FD4FFCB-DE31-D71C-87FD-EA974E2AA517}"/>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3" name="矩形 52">
              <a:extLst>
                <a:ext uri="{FF2B5EF4-FFF2-40B4-BE49-F238E27FC236}">
                  <a16:creationId xmlns:a16="http://schemas.microsoft.com/office/drawing/2014/main" id="{F4FFC7B0-91DF-0748-7AB7-DACE9A82AB79}"/>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4" name="矩形 53">
              <a:extLst>
                <a:ext uri="{FF2B5EF4-FFF2-40B4-BE49-F238E27FC236}">
                  <a16:creationId xmlns:a16="http://schemas.microsoft.com/office/drawing/2014/main" id="{11E2C48D-8950-5CCC-D008-F49615A59FBD}"/>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5" name="矩形 54">
              <a:extLst>
                <a:ext uri="{FF2B5EF4-FFF2-40B4-BE49-F238E27FC236}">
                  <a16:creationId xmlns:a16="http://schemas.microsoft.com/office/drawing/2014/main" id="{09855BE9-6824-6113-9C56-6EEB90FD44D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6" name="矩形 55">
              <a:extLst>
                <a:ext uri="{FF2B5EF4-FFF2-40B4-BE49-F238E27FC236}">
                  <a16:creationId xmlns:a16="http://schemas.microsoft.com/office/drawing/2014/main" id="{5F15DDE4-E238-28A7-9CEE-3C2EDBC4FA9C}"/>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7" name="文本框 56">
            <a:extLst>
              <a:ext uri="{FF2B5EF4-FFF2-40B4-BE49-F238E27FC236}">
                <a16:creationId xmlns:a16="http://schemas.microsoft.com/office/drawing/2014/main" id="{6161DDB2-F975-84F5-5B00-B5161DB14BF6}"/>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8" name="组合 17">
            <a:extLst>
              <a:ext uri="{FF2B5EF4-FFF2-40B4-BE49-F238E27FC236}">
                <a16:creationId xmlns:a16="http://schemas.microsoft.com/office/drawing/2014/main" id="{B45015AE-C619-40E4-BE63-2AD6D9D1A25E}"/>
              </a:ext>
            </a:extLst>
          </p:cNvPr>
          <p:cNvGrpSpPr/>
          <p:nvPr/>
        </p:nvGrpSpPr>
        <p:grpSpPr>
          <a:xfrm>
            <a:off x="1907273" y="2426213"/>
            <a:ext cx="288000" cy="360000"/>
            <a:chOff x="1907273" y="2426213"/>
            <a:chExt cx="288000" cy="360000"/>
          </a:xfrm>
        </p:grpSpPr>
        <p:sp>
          <p:nvSpPr>
            <p:cNvPr id="59" name="矩形 58">
              <a:extLst>
                <a:ext uri="{FF2B5EF4-FFF2-40B4-BE49-F238E27FC236}">
                  <a16:creationId xmlns:a16="http://schemas.microsoft.com/office/drawing/2014/main" id="{3715DD3C-8625-A078-FF3D-F0F2F3852838}"/>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0" name="矩形 59">
              <a:extLst>
                <a:ext uri="{FF2B5EF4-FFF2-40B4-BE49-F238E27FC236}">
                  <a16:creationId xmlns:a16="http://schemas.microsoft.com/office/drawing/2014/main" id="{9AAE2502-F9AE-97E3-D9D5-65B7435CBB0D}"/>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1" name="矩形 60">
              <a:extLst>
                <a:ext uri="{FF2B5EF4-FFF2-40B4-BE49-F238E27FC236}">
                  <a16:creationId xmlns:a16="http://schemas.microsoft.com/office/drawing/2014/main" id="{475CDBC5-00DF-80C3-4168-758A9ADA89F1}"/>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2" name="矩形 61">
              <a:extLst>
                <a:ext uri="{FF2B5EF4-FFF2-40B4-BE49-F238E27FC236}">
                  <a16:creationId xmlns:a16="http://schemas.microsoft.com/office/drawing/2014/main" id="{31EEF486-C12F-D047-04A9-5D1104BAEC13}"/>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3" name="矩形 62">
              <a:extLst>
                <a:ext uri="{FF2B5EF4-FFF2-40B4-BE49-F238E27FC236}">
                  <a16:creationId xmlns:a16="http://schemas.microsoft.com/office/drawing/2014/main" id="{73F12FC0-126E-07F4-5A0F-606B0F6654ED}"/>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4" name="矩形 63">
              <a:extLst>
                <a:ext uri="{FF2B5EF4-FFF2-40B4-BE49-F238E27FC236}">
                  <a16:creationId xmlns:a16="http://schemas.microsoft.com/office/drawing/2014/main" id="{66214CFD-5A95-AB58-CCC7-78F786972EE4}"/>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5" name="文本框 64">
            <a:extLst>
              <a:ext uri="{FF2B5EF4-FFF2-40B4-BE49-F238E27FC236}">
                <a16:creationId xmlns:a16="http://schemas.microsoft.com/office/drawing/2014/main" id="{21FC1B37-AA45-139E-926B-8232672ED33E}"/>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1" name="组合 20">
            <a:extLst>
              <a:ext uri="{FF2B5EF4-FFF2-40B4-BE49-F238E27FC236}">
                <a16:creationId xmlns:a16="http://schemas.microsoft.com/office/drawing/2014/main" id="{E6FD1F21-10F4-E5AF-F8D0-C0D07B417F8D}"/>
              </a:ext>
            </a:extLst>
          </p:cNvPr>
          <p:cNvGrpSpPr/>
          <p:nvPr/>
        </p:nvGrpSpPr>
        <p:grpSpPr>
          <a:xfrm>
            <a:off x="7097072" y="2452049"/>
            <a:ext cx="288000" cy="360000"/>
            <a:chOff x="7097072" y="2452049"/>
            <a:chExt cx="288000" cy="360000"/>
          </a:xfrm>
        </p:grpSpPr>
        <p:sp>
          <p:nvSpPr>
            <p:cNvPr id="85" name="矩形 84">
              <a:extLst>
                <a:ext uri="{FF2B5EF4-FFF2-40B4-BE49-F238E27FC236}">
                  <a16:creationId xmlns:a16="http://schemas.microsoft.com/office/drawing/2014/main" id="{87AE1995-3315-FF77-9797-224E963023E2}"/>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6" name="矩形 85">
              <a:extLst>
                <a:ext uri="{FF2B5EF4-FFF2-40B4-BE49-F238E27FC236}">
                  <a16:creationId xmlns:a16="http://schemas.microsoft.com/office/drawing/2014/main" id="{0054F01C-EBA5-E10B-EAE0-71A9FBB1D7B6}"/>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7" name="矩形 86">
              <a:extLst>
                <a:ext uri="{FF2B5EF4-FFF2-40B4-BE49-F238E27FC236}">
                  <a16:creationId xmlns:a16="http://schemas.microsoft.com/office/drawing/2014/main" id="{E602ABC8-D041-30A2-8AE4-0C9805219317}"/>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8" name="矩形 87">
              <a:extLst>
                <a:ext uri="{FF2B5EF4-FFF2-40B4-BE49-F238E27FC236}">
                  <a16:creationId xmlns:a16="http://schemas.microsoft.com/office/drawing/2014/main" id="{49D9C45B-A327-2671-EE42-6E8D0FE16228}"/>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9" name="矩形 88">
              <a:extLst>
                <a:ext uri="{FF2B5EF4-FFF2-40B4-BE49-F238E27FC236}">
                  <a16:creationId xmlns:a16="http://schemas.microsoft.com/office/drawing/2014/main" id="{FF177BA0-2E68-0AA8-EA55-74B6FEF924C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0" name="矩形 89">
              <a:extLst>
                <a:ext uri="{FF2B5EF4-FFF2-40B4-BE49-F238E27FC236}">
                  <a16:creationId xmlns:a16="http://schemas.microsoft.com/office/drawing/2014/main" id="{DA8B6111-A2C8-D837-66B9-08FF5E94D914}"/>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91" name="文本框 90">
            <a:extLst>
              <a:ext uri="{FF2B5EF4-FFF2-40B4-BE49-F238E27FC236}">
                <a16:creationId xmlns:a16="http://schemas.microsoft.com/office/drawing/2014/main" id="{110E5261-1043-DF12-D880-DEF63B8F92BC}"/>
              </a:ext>
            </a:extLst>
          </p:cNvPr>
          <p:cNvSpPr txBox="1"/>
          <p:nvPr/>
        </p:nvSpPr>
        <p:spPr>
          <a:xfrm>
            <a:off x="6884708" y="2480632"/>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0" name="组合 19">
            <a:extLst>
              <a:ext uri="{FF2B5EF4-FFF2-40B4-BE49-F238E27FC236}">
                <a16:creationId xmlns:a16="http://schemas.microsoft.com/office/drawing/2014/main" id="{76249CA4-E001-F283-19A9-E669731164BB}"/>
              </a:ext>
            </a:extLst>
          </p:cNvPr>
          <p:cNvGrpSpPr/>
          <p:nvPr/>
        </p:nvGrpSpPr>
        <p:grpSpPr>
          <a:xfrm>
            <a:off x="6014097" y="2452049"/>
            <a:ext cx="288000" cy="360000"/>
            <a:chOff x="6014097" y="2452049"/>
            <a:chExt cx="288000" cy="360000"/>
          </a:xfrm>
        </p:grpSpPr>
        <p:sp>
          <p:nvSpPr>
            <p:cNvPr id="71" name="矩形 70">
              <a:extLst>
                <a:ext uri="{FF2B5EF4-FFF2-40B4-BE49-F238E27FC236}">
                  <a16:creationId xmlns:a16="http://schemas.microsoft.com/office/drawing/2014/main" id="{689147F5-2DB7-469C-C9A4-79A2786B0E6B}"/>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2" name="矩形 71">
              <a:extLst>
                <a:ext uri="{FF2B5EF4-FFF2-40B4-BE49-F238E27FC236}">
                  <a16:creationId xmlns:a16="http://schemas.microsoft.com/office/drawing/2014/main" id="{CFB970BC-9D0D-39D5-1B66-92FE6DDC6D53}"/>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3" name="矩形 72">
              <a:extLst>
                <a:ext uri="{FF2B5EF4-FFF2-40B4-BE49-F238E27FC236}">
                  <a16:creationId xmlns:a16="http://schemas.microsoft.com/office/drawing/2014/main" id="{869461EA-2F46-387F-11AF-9273E85AC66A}"/>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4" name="矩形 73">
              <a:extLst>
                <a:ext uri="{FF2B5EF4-FFF2-40B4-BE49-F238E27FC236}">
                  <a16:creationId xmlns:a16="http://schemas.microsoft.com/office/drawing/2014/main" id="{B26B85BE-6EA5-3297-ACE5-4AAE406AA7E0}"/>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5" name="矩形 74">
              <a:extLst>
                <a:ext uri="{FF2B5EF4-FFF2-40B4-BE49-F238E27FC236}">
                  <a16:creationId xmlns:a16="http://schemas.microsoft.com/office/drawing/2014/main" id="{1FFB968D-EB71-EB02-A7E9-2B84CF0C40D1}"/>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6" name="矩形 75">
              <a:extLst>
                <a:ext uri="{FF2B5EF4-FFF2-40B4-BE49-F238E27FC236}">
                  <a16:creationId xmlns:a16="http://schemas.microsoft.com/office/drawing/2014/main" id="{72A919FF-CEC4-0191-4D11-35D51B49966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77" name="文本框 76">
            <a:extLst>
              <a:ext uri="{FF2B5EF4-FFF2-40B4-BE49-F238E27FC236}">
                <a16:creationId xmlns:a16="http://schemas.microsoft.com/office/drawing/2014/main" id="{DA2B652A-F8C1-8697-AF28-C510F9E58D30}"/>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92" name="矩形 91">
            <a:extLst>
              <a:ext uri="{FF2B5EF4-FFF2-40B4-BE49-F238E27FC236}">
                <a16:creationId xmlns:a16="http://schemas.microsoft.com/office/drawing/2014/main" id="{888FEABB-73F0-04A3-E7F6-03CDE808B5F5}"/>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3" name="文本框 92">
            <a:extLst>
              <a:ext uri="{FF2B5EF4-FFF2-40B4-BE49-F238E27FC236}">
                <a16:creationId xmlns:a16="http://schemas.microsoft.com/office/drawing/2014/main" id="{7BFFA76B-7CCC-1BDD-0519-E31C2CEF215C}"/>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文本框 93">
            <a:extLst>
              <a:ext uri="{FF2B5EF4-FFF2-40B4-BE49-F238E27FC236}">
                <a16:creationId xmlns:a16="http://schemas.microsoft.com/office/drawing/2014/main" id="{78B4EAAF-8F9E-AE2E-0B18-C4FFF109669A}"/>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5" name="文本框 94">
            <a:extLst>
              <a:ext uri="{FF2B5EF4-FFF2-40B4-BE49-F238E27FC236}">
                <a16:creationId xmlns:a16="http://schemas.microsoft.com/office/drawing/2014/main" id="{BB7A9DAC-57B6-3ACD-5E13-83AEE7073E74}"/>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6" name="矩形 95">
            <a:extLst>
              <a:ext uri="{FF2B5EF4-FFF2-40B4-BE49-F238E27FC236}">
                <a16:creationId xmlns:a16="http://schemas.microsoft.com/office/drawing/2014/main" id="{0BE6DD7B-018D-19B4-2101-31B944A8B234}"/>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7" name="矩形 96">
            <a:extLst>
              <a:ext uri="{FF2B5EF4-FFF2-40B4-BE49-F238E27FC236}">
                <a16:creationId xmlns:a16="http://schemas.microsoft.com/office/drawing/2014/main" id="{3EF20692-7A2A-6BCC-4AE5-92FF63D2F76B}"/>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99" name="连接符: 肘形 98">
            <a:extLst>
              <a:ext uri="{FF2B5EF4-FFF2-40B4-BE49-F238E27FC236}">
                <a16:creationId xmlns:a16="http://schemas.microsoft.com/office/drawing/2014/main" id="{3C5353EC-0C26-3DA5-91BB-A7A2D466E8DB}"/>
              </a:ext>
            </a:extLst>
          </p:cNvPr>
          <p:cNvCxnSpPr>
            <a:cxnSpLocks/>
            <a:stCxn id="92" idx="2"/>
            <a:endCxn id="97"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01" name="文本框 100">
            <a:extLst>
              <a:ext uri="{FF2B5EF4-FFF2-40B4-BE49-F238E27FC236}">
                <a16:creationId xmlns:a16="http://schemas.microsoft.com/office/drawing/2014/main" id="{ED49EBE7-C4F1-6FC3-1679-222C90BC5C16}"/>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06" name="直接箭头连接符 105">
            <a:extLst>
              <a:ext uri="{FF2B5EF4-FFF2-40B4-BE49-F238E27FC236}">
                <a16:creationId xmlns:a16="http://schemas.microsoft.com/office/drawing/2014/main" id="{9F95E230-B855-5A29-A91F-4D13421FE8F3}"/>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F64A9B7-628A-1A23-350B-C708056CA88D}"/>
              </a:ext>
            </a:extLst>
          </p:cNvPr>
          <p:cNvCxnSpPr>
            <a:cxnSpLocks/>
          </p:cNvCxnSpPr>
          <p:nvPr/>
        </p:nvCxnSpPr>
        <p:spPr>
          <a:xfrm>
            <a:off x="66752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84A5B23B-C6FE-8F0E-60A0-FF0E219AC4F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F82FD08F-3A64-FD6C-A2E3-B71D5DB39489}"/>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B58085E8-4B1F-E09F-657B-59008B7DC38A}"/>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31D96E86-612C-59A6-07F0-4553D172F74A}"/>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4" name="文本框 113">
            <a:extLst>
              <a:ext uri="{FF2B5EF4-FFF2-40B4-BE49-F238E27FC236}">
                <a16:creationId xmlns:a16="http://schemas.microsoft.com/office/drawing/2014/main" id="{E1F78B75-9A57-987F-F596-E2F4E0AF2A96}"/>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22EF6EB-A31C-327C-6988-F23967A32403}"/>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接箭头连接符 116">
            <a:extLst>
              <a:ext uri="{FF2B5EF4-FFF2-40B4-BE49-F238E27FC236}">
                <a16:creationId xmlns:a16="http://schemas.microsoft.com/office/drawing/2014/main" id="{AADAE543-12BC-DB03-2563-BF2956BD561C}"/>
              </a:ext>
            </a:extLst>
          </p:cNvPr>
          <p:cNvCxnSpPr>
            <a:cxnSpLocks/>
            <a:stCxn id="53" idx="2"/>
            <a:endCxn id="92" idx="2"/>
          </p:cNvCxnSpPr>
          <p:nvPr/>
        </p:nvCxnSpPr>
        <p:spPr>
          <a:xfrm flipH="1">
            <a:off x="2584506" y="2786213"/>
            <a:ext cx="718302" cy="673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直接箭头连接符 124">
            <a:extLst>
              <a:ext uri="{FF2B5EF4-FFF2-40B4-BE49-F238E27FC236}">
                <a16:creationId xmlns:a16="http://schemas.microsoft.com/office/drawing/2014/main" id="{59A3AE77-7CC2-78DE-0312-42231F1660DF}"/>
              </a:ext>
            </a:extLst>
          </p:cNvPr>
          <p:cNvCxnSpPr>
            <a:cxnSpLocks/>
          </p:cNvCxnSpPr>
          <p:nvPr/>
        </p:nvCxnSpPr>
        <p:spPr>
          <a:xfrm flipV="1">
            <a:off x="66752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接箭头连接符 127">
            <a:extLst>
              <a:ext uri="{FF2B5EF4-FFF2-40B4-BE49-F238E27FC236}">
                <a16:creationId xmlns:a16="http://schemas.microsoft.com/office/drawing/2014/main" id="{E7AAC13A-7877-C8E2-C121-22971E49B0C1}"/>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接箭头连接符 129">
            <a:extLst>
              <a:ext uri="{FF2B5EF4-FFF2-40B4-BE49-F238E27FC236}">
                <a16:creationId xmlns:a16="http://schemas.microsoft.com/office/drawing/2014/main" id="{F8896D3E-8D00-8E4F-BE16-F2F757596011}"/>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文本框 132">
            <a:extLst>
              <a:ext uri="{FF2B5EF4-FFF2-40B4-BE49-F238E27FC236}">
                <a16:creationId xmlns:a16="http://schemas.microsoft.com/office/drawing/2014/main" id="{AE814C0F-52D6-33B1-47C2-8CB08BA624A7}"/>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4" name="文本框 133">
            <a:extLst>
              <a:ext uri="{FF2B5EF4-FFF2-40B4-BE49-F238E27FC236}">
                <a16:creationId xmlns:a16="http://schemas.microsoft.com/office/drawing/2014/main" id="{C0E3A1EE-675E-B52B-E72D-37290E277572}"/>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内容占位符 12">
            <a:extLst>
              <a:ext uri="{FF2B5EF4-FFF2-40B4-BE49-F238E27FC236}">
                <a16:creationId xmlns:a16="http://schemas.microsoft.com/office/drawing/2014/main" id="{24ABC0D8-32D1-6EC6-2E65-3DBEF29A3EE0}"/>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486000" y="550723"/>
            <a:ext cx="8172000" cy="338554"/>
          </a:xfrm>
          <a:prstGeom prst="rect">
            <a:avLst/>
          </a:prstGeom>
        </p:spPr>
        <p:txBody>
          <a:bodyPr/>
          <a:lstStyle/>
          <a:p>
            <a:r>
              <a:rPr lang="zh-CN" altLang="en-US" dirty="0"/>
              <a:t>一对多</a:t>
            </a:r>
          </a:p>
        </p:txBody>
      </p:sp>
      <p:sp>
        <p:nvSpPr>
          <p:cNvPr id="15" name="文本框 14">
            <a:extLst>
              <a:ext uri="{FF2B5EF4-FFF2-40B4-BE49-F238E27FC236}">
                <a16:creationId xmlns:a16="http://schemas.microsoft.com/office/drawing/2014/main" id="{6DF6327D-0E18-8097-1D6A-B158C88C9362}"/>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文本框 15">
            <a:extLst>
              <a:ext uri="{FF2B5EF4-FFF2-40B4-BE49-F238E27FC236}">
                <a16:creationId xmlns:a16="http://schemas.microsoft.com/office/drawing/2014/main" id="{12E07A00-FFF8-F8A7-3EB5-7E0E6F99C5C2}"/>
              </a:ext>
            </a:extLst>
          </p:cNvPr>
          <p:cNvSpPr txBox="1"/>
          <p:nvPr/>
        </p:nvSpPr>
        <p:spPr>
          <a:xfrm>
            <a:off x="4132413" y="363372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7" name="文本框 16">
            <a:extLst>
              <a:ext uri="{FF2B5EF4-FFF2-40B4-BE49-F238E27FC236}">
                <a16:creationId xmlns:a16="http://schemas.microsoft.com/office/drawing/2014/main" id="{AA428F3E-9FF0-7226-7920-C310FB8A4EED}"/>
              </a:ext>
            </a:extLst>
          </p:cNvPr>
          <p:cNvSpPr txBox="1"/>
          <p:nvPr/>
        </p:nvSpPr>
        <p:spPr>
          <a:xfrm>
            <a:off x="4689593" y="363372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Light" panose="020B0502040204020203" pitchFamily="34" charset="-122"/>
                <a:ea typeface="微软雅黑 Light" panose="020B0502040204020203" pitchFamily="34" charset="-122"/>
              </a:rPr>
              <a:t>端口</a:t>
            </a: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756490"/>
          </a:xfrm>
          <a:prstGeom prst="rect">
            <a:avLst/>
          </a:prstGeom>
          <a:noFill/>
          <a:ln w="12700">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发送缓存</a:t>
            </a:r>
          </a:p>
        </p:txBody>
      </p:sp>
      <p:sp>
        <p:nvSpPr>
          <p:cNvPr id="60" name="Line 16"/>
          <p:cNvSpPr>
            <a:spLocks noChangeShapeType="1"/>
          </p:cNvSpPr>
          <p:nvPr/>
        </p:nvSpPr>
        <p:spPr bwMode="auto">
          <a:xfrm flipV="1">
            <a:off x="6823465"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894092"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932863"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6167077" y="3197776"/>
            <a:ext cx="1311713" cy="756490"/>
          </a:xfrm>
          <a:prstGeom prst="rect">
            <a:avLst/>
          </a:prstGeom>
          <a:noFill/>
          <a:ln w="12700">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接收缓存</a:t>
            </a:r>
          </a:p>
        </p:txBody>
      </p:sp>
      <p:sp>
        <p:nvSpPr>
          <p:cNvPr id="71" name="Rectangle 27"/>
          <p:cNvSpPr>
            <a:spLocks noChangeArrowheads="1"/>
          </p:cNvSpPr>
          <p:nvPr/>
        </p:nvSpPr>
        <p:spPr bwMode="auto">
          <a:xfrm>
            <a:off x="6932863"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932863"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6271165" y="284410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Light" panose="020B0502040204020203" pitchFamily="34" charset="-122"/>
                <a:ea typeface="微软雅黑 Light" panose="020B0502040204020203" pitchFamily="34" charset="-122"/>
              </a:rPr>
              <a:t>端口</a:t>
            </a: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6496552"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83" name="Rectangle 39"/>
          <p:cNvSpPr>
            <a:spLocks noChangeArrowheads="1"/>
          </p:cNvSpPr>
          <p:nvPr/>
        </p:nvSpPr>
        <p:spPr bwMode="auto">
          <a:xfrm>
            <a:off x="2211758" y="3118413"/>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6741682" y="3118413"/>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3" name="AutoShape 108"/>
          <p:cNvSpPr>
            <a:spLocks noChangeArrowheads="1"/>
          </p:cNvSpPr>
          <p:nvPr/>
        </p:nvSpPr>
        <p:spPr bwMode="auto">
          <a:xfrm rot="16200000">
            <a:off x="4400718" y="2257289"/>
            <a:ext cx="346183" cy="4206853"/>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4285056"/>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6236732" y="4285056"/>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2" name="AutoShape 7"/>
          <p:cNvSpPr>
            <a:spLocks noChangeArrowheads="1"/>
          </p:cNvSpPr>
          <p:nvPr/>
        </p:nvSpPr>
        <p:spPr bwMode="auto">
          <a:xfrm>
            <a:off x="4668339" y="4285056"/>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报文段</a:t>
            </a:r>
          </a:p>
        </p:txBody>
      </p:sp>
      <p:sp>
        <p:nvSpPr>
          <p:cNvPr id="69" name="Rectangle 25"/>
          <p:cNvSpPr>
            <a:spLocks noChangeArrowheads="1"/>
          </p:cNvSpPr>
          <p:nvPr/>
        </p:nvSpPr>
        <p:spPr bwMode="auto">
          <a:xfrm>
            <a:off x="3935309"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a:latin typeface="微软雅黑 Light" panose="020B0502040204020203" pitchFamily="34" charset="-122"/>
                <a:ea typeface="微软雅黑 Light" panose="020B0502040204020203" pitchFamily="34" charset="-122"/>
              </a:rPr>
              <a:t>报文段</a:t>
            </a:r>
          </a:p>
        </p:txBody>
      </p:sp>
      <p:sp>
        <p:nvSpPr>
          <p:cNvPr id="70" name="Rectangle 26"/>
          <p:cNvSpPr>
            <a:spLocks noChangeArrowheads="1"/>
          </p:cNvSpPr>
          <p:nvPr/>
        </p:nvSpPr>
        <p:spPr bwMode="auto">
          <a:xfrm>
            <a:off x="5496288"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报文段</a:t>
            </a:r>
          </a:p>
        </p:txBody>
      </p:sp>
      <p:sp>
        <p:nvSpPr>
          <p:cNvPr id="68" name="Text Box 24"/>
          <p:cNvSpPr txBox="1">
            <a:spLocks noChangeArrowheads="1"/>
          </p:cNvSpPr>
          <p:nvPr/>
        </p:nvSpPr>
        <p:spPr bwMode="auto">
          <a:xfrm>
            <a:off x="5042017" y="4161350"/>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6677235" y="3940594"/>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941058"/>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909E8E84-426E-40DD-AFC4-6F175D3DCCD1}">
              <a14:hiddenFill xmlns:a14="http://schemas.microsoft.com/office/drawing/2010/main">
                <a:solidFill>
                  <a:srgbClr val="DDDDDD"/>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909E8E84-426E-40DD-AFC4-6F175D3DCCD1}">
              <a14:hiddenFill xmlns:a14="http://schemas.microsoft.com/office/drawing/2010/main">
                <a:solidFill>
                  <a:srgbClr val="DDDDDD"/>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Rectangle 10">
            <a:extLst>
              <a:ext uri="{FF2B5EF4-FFF2-40B4-BE49-F238E27FC236}">
                <a16:creationId xmlns:a16="http://schemas.microsoft.com/office/drawing/2014/main" id="{A1627F82-D993-CAD5-FEC7-8C628876E2FB}"/>
              </a:ext>
            </a:extLst>
          </p:cNvPr>
          <p:cNvSpPr>
            <a:spLocks noChangeArrowheads="1"/>
          </p:cNvSpPr>
          <p:nvPr/>
        </p:nvSpPr>
        <p:spPr bwMode="auto">
          <a:xfrm>
            <a:off x="2588722" y="2275747"/>
            <a:ext cx="417448" cy="216000"/>
          </a:xfrm>
          <a:prstGeom prst="rect">
            <a:avLst/>
          </a:prstGeom>
          <a:noFill/>
          <a:ln>
            <a:noFill/>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100</a:t>
            </a: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025037" y="1038750"/>
            <a:ext cx="143500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r>
              <a:rPr lang="en-US" altLang="zh-CN" sz="1200" dirty="0">
                <a:latin typeface="Montserrat" panose="00000500000000000000" pitchFamily="2" charset="0"/>
                <a:ea typeface="微软雅黑 Light" panose="020B0502040204020203" pitchFamily="34" charset="-122"/>
              </a:rPr>
              <a:t>500byte</a:t>
            </a:r>
            <a:endParaRPr lang="zh-CN" altLang="en-US" sz="1200" dirty="0">
              <a:latin typeface="Montserrat" panose="00000500000000000000" pitchFamily="2" charset="0"/>
              <a:ea typeface="微软雅黑 Light" panose="020B0502040204020203" pitchFamily="34" charset="-122"/>
            </a:endParaRP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2466285720"/>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r>
                        <a:rPr lang="en-US" altLang="zh-CN" sz="1200" b="0" dirty="0">
                          <a:solidFill>
                            <a:schemeClr val="tx1"/>
                          </a:solidFill>
                          <a:latin typeface="Montserrat" panose="00000500000000000000" pitchFamily="2" charset="0"/>
                        </a:rPr>
                        <a:t>1</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200</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201</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300</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chemeClr val="tx1"/>
                          </a:solidFill>
                          <a:latin typeface="Montserrat" panose="00000500000000000000" pitchFamily="2" charset="0"/>
                        </a:rPr>
                        <a:t>…</a:t>
                      </a: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4" name="Rectangle 10">
            <a:extLst>
              <a:ext uri="{FF2B5EF4-FFF2-40B4-BE49-F238E27FC236}">
                <a16:creationId xmlns:a16="http://schemas.microsoft.com/office/drawing/2014/main" id="{9CDDAE87-4724-2706-BCE4-1F46C2C71E5C}"/>
              </a:ext>
            </a:extLst>
          </p:cNvPr>
          <p:cNvSpPr>
            <a:spLocks noChangeArrowheads="1"/>
          </p:cNvSpPr>
          <p:nvPr/>
        </p:nvSpPr>
        <p:spPr bwMode="auto">
          <a:xfrm>
            <a:off x="4236440" y="2275747"/>
            <a:ext cx="417448" cy="216000"/>
          </a:xfrm>
          <a:prstGeom prst="rect">
            <a:avLst/>
          </a:prstGeom>
          <a:noFill/>
          <a:ln>
            <a:noFill/>
          </a:ln>
          <a:effectLst/>
        </p:spPr>
        <p:txBody>
          <a:bodyPr wrap="none" anchor="ctr"/>
          <a:lstStyle/>
          <a:p>
            <a:pPr algn="ctr"/>
            <a:r>
              <a:rPr lang="en-US" altLang="zh-CN" sz="1200" dirty="0">
                <a:latin typeface="Montserrat" panose="00000500000000000000" pitchFamily="2" charset="0"/>
                <a:ea typeface="微软雅黑 Light" panose="020B0502040204020203" pitchFamily="34" charset="-122"/>
              </a:rPr>
              <a:t>400</a:t>
            </a: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9" name="内容占位符 8">
            <a:extLst>
              <a:ext uri="{FF2B5EF4-FFF2-40B4-BE49-F238E27FC236}">
                <a16:creationId xmlns:a16="http://schemas.microsoft.com/office/drawing/2014/main" id="{DC05D432-B5BC-6B74-361D-A1A4C4B6B43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DD96DF20-6E00-FE9A-F1D3-4355285C01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11" name="内容占位符 10">
            <a:extLst>
              <a:ext uri="{FF2B5EF4-FFF2-40B4-BE49-F238E27FC236}">
                <a16:creationId xmlns:a16="http://schemas.microsoft.com/office/drawing/2014/main" id="{CABFF834-C504-3B45-F0C2-FF31498EADB0}"/>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1888B37F-FA52-D9E1-C542-9202FFFA2C4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内容占位符 9">
            <a:extLst>
              <a:ext uri="{FF2B5EF4-FFF2-40B4-BE49-F238E27FC236}">
                <a16:creationId xmlns:a16="http://schemas.microsoft.com/office/drawing/2014/main" id="{2CE6FA17-4F8F-CBFE-FF96-AEB3A517119B}"/>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ACFE2E86-8C4B-0874-81C9-7B38676B1E6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2" name="内容占位符 11">
            <a:extLst>
              <a:ext uri="{FF2B5EF4-FFF2-40B4-BE49-F238E27FC236}">
                <a16:creationId xmlns:a16="http://schemas.microsoft.com/office/drawing/2014/main" id="{218D7CB5-D745-0664-CE59-85E065458506}"/>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63BFBDE7-C12B-58AE-E76C-58E0992208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3" name="内容占位符 12">
            <a:extLst>
              <a:ext uri="{FF2B5EF4-FFF2-40B4-BE49-F238E27FC236}">
                <a16:creationId xmlns:a16="http://schemas.microsoft.com/office/drawing/2014/main" id="{7736E540-75E2-A69A-F619-1D840CA535AD}"/>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812BCE56-B6A3-028E-FE26-0D99C0589A7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8" name="内容占位符 7">
            <a:extLst>
              <a:ext uri="{FF2B5EF4-FFF2-40B4-BE49-F238E27FC236}">
                <a16:creationId xmlns:a16="http://schemas.microsoft.com/office/drawing/2014/main" id="{BB94F5CB-D3A8-091F-64DD-2D8423577B2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3C4A2B8-D090-1BE3-6FFE-BE76B0FC0B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7" name="内容占位符 6">
            <a:extLst>
              <a:ext uri="{FF2B5EF4-FFF2-40B4-BE49-F238E27FC236}">
                <a16:creationId xmlns:a16="http://schemas.microsoft.com/office/drawing/2014/main" id="{E132A327-FB5C-8FB4-C6BD-D5F49CDD6D67}"/>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20F989CC-A567-7A27-52AB-8B84C9CBC1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5" name="内容占位符 14">
            <a:extLst>
              <a:ext uri="{FF2B5EF4-FFF2-40B4-BE49-F238E27FC236}">
                <a16:creationId xmlns:a16="http://schemas.microsoft.com/office/drawing/2014/main" id="{EE44ED0D-1C21-E435-80B3-DCBD8BCE7FCC}"/>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83854B0D-BF54-D45D-A1D1-E86B02B39FE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8" name="内容占位符 7">
            <a:extLst>
              <a:ext uri="{FF2B5EF4-FFF2-40B4-BE49-F238E27FC236}">
                <a16:creationId xmlns:a16="http://schemas.microsoft.com/office/drawing/2014/main" id="{2E03B27C-5227-B87C-F10B-03190C4CFEAA}"/>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C35BA838-399A-14EC-5F7B-CD258C0B16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p:txBody>
          <a:bodyPr/>
          <a:lstStyle/>
          <a:p>
            <a:endParaRPr lang="zh-CN" altLang="en-US"/>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56963" y="1830404"/>
            <a:ext cx="8048776" cy="19706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内容占位符 20">
            <a:extLst>
              <a:ext uri="{FF2B5EF4-FFF2-40B4-BE49-F238E27FC236}">
                <a16:creationId xmlns:a16="http://schemas.microsoft.com/office/drawing/2014/main" id="{43C0AB7E-0CD0-277C-F8CE-76CD38E661B4}"/>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A705B68C-0787-2224-E5F7-9DDF22DFD78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820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4124420" y="605119"/>
            <a:ext cx="8778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SACK</a:t>
            </a:r>
            <a:endParaRPr lang="zh-CN" altLang="en-US" sz="2000" b="1" dirty="0">
              <a:solidFill>
                <a:schemeClr val="bg1"/>
              </a:solidFill>
              <a:latin typeface="微软雅黑" pitchFamily="34" charset="-122"/>
              <a:ea typeface="微软雅黑" pitchFamily="34" charset="-122"/>
            </a:endParaRPr>
          </a:p>
        </p:txBody>
      </p:sp>
      <p:sp>
        <p:nvSpPr>
          <p:cNvPr id="7" name="圆角矩形 6"/>
          <p:cNvSpPr/>
          <p:nvPr/>
        </p:nvSpPr>
        <p:spPr>
          <a:xfrm>
            <a:off x="556963" y="1025024"/>
            <a:ext cx="8048776" cy="29015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39" name="内容占位符 38">
            <a:extLst>
              <a:ext uri="{FF2B5EF4-FFF2-40B4-BE49-F238E27FC236}">
                <a16:creationId xmlns:a16="http://schemas.microsoft.com/office/drawing/2014/main" id="{C859CBF9-55D9-27D2-C4E8-7287F477854A}"/>
              </a:ext>
            </a:extLst>
          </p:cNvPr>
          <p:cNvSpPr>
            <a:spLocks noGrp="1"/>
          </p:cNvSpPr>
          <p:nvPr>
            <p:ph sz="quarter" idx="11"/>
          </p:nvPr>
        </p:nvSpPr>
        <p:spPr/>
        <p:txBody>
          <a:bodyPr/>
          <a:lstStyle/>
          <a:p>
            <a:endParaRPr lang="zh-CN" altLang="en-US"/>
          </a:p>
        </p:txBody>
      </p:sp>
      <p:sp>
        <p:nvSpPr>
          <p:cNvPr id="36" name="标题 35">
            <a:extLst>
              <a:ext uri="{FF2B5EF4-FFF2-40B4-BE49-F238E27FC236}">
                <a16:creationId xmlns:a16="http://schemas.microsoft.com/office/drawing/2014/main" id="{35E90A62-4C90-DCD6-DA1D-4901A891EC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041"/>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24057" y="576770"/>
            <a:ext cx="48958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5.7.1   </a:t>
            </a:r>
            <a:r>
              <a:rPr lang="zh-CN" altLang="en-US" sz="2400" b="1" dirty="0">
                <a:solidFill>
                  <a:schemeClr val="bg1"/>
                </a:solidFill>
                <a:latin typeface="微软雅黑" pitchFamily="34" charset="-122"/>
                <a:ea typeface="微软雅黑" pitchFamily="34" charset="-122"/>
              </a:rPr>
              <a:t>利用滑动窗口实现流量控制</a:t>
            </a:r>
          </a:p>
        </p:txBody>
      </p:sp>
      <p:sp>
        <p:nvSpPr>
          <p:cNvPr id="7" name="Rectangle 8"/>
          <p:cNvSpPr>
            <a:spLocks noChangeArrowheads="1"/>
          </p:cNvSpPr>
          <p:nvPr/>
        </p:nvSpPr>
        <p:spPr bwMode="auto">
          <a:xfrm>
            <a:off x="556963" y="1005171"/>
            <a:ext cx="8048776"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流量控制</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(flow control) </a:t>
            </a:r>
            <a:r>
              <a:rPr lang="zh-CN" altLang="en-US" sz="2000" b="1" dirty="0">
                <a:latin typeface="微软雅黑" pitchFamily="34" charset="-122"/>
                <a:ea typeface="微软雅黑" pitchFamily="34" charset="-122"/>
              </a:rPr>
              <a:t>：让发送方的发送速率不要太快，使接收方来得及接收。</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利用</a:t>
            </a:r>
            <a:r>
              <a:rPr lang="zh-CN" altLang="en-US" sz="2000" b="1" dirty="0">
                <a:solidFill>
                  <a:srgbClr val="0000FF"/>
                </a:solidFill>
                <a:latin typeface="微软雅黑" pitchFamily="34" charset="-122"/>
                <a:ea typeface="微软雅黑" pitchFamily="34" charset="-122"/>
              </a:rPr>
              <a:t>滑动窗口机制</a:t>
            </a:r>
            <a:r>
              <a:rPr lang="zh-CN" altLang="en-US" sz="2000" b="1" dirty="0">
                <a:latin typeface="微软雅黑" pitchFamily="34" charset="-122"/>
                <a:ea typeface="微软雅黑" pitchFamily="34" charset="-122"/>
              </a:rPr>
              <a:t>可以很方便地在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连接上实现对发送方的流量控制。 </a:t>
            </a:r>
            <a:endParaRPr lang="en-US" altLang="zh-CN" sz="2000" b="1" dirty="0">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75658" y="5961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利用可变窗口进行流量控制举例</a:t>
            </a:r>
          </a:p>
        </p:txBody>
      </p:sp>
      <p:sp>
        <p:nvSpPr>
          <p:cNvPr id="7" name="圆角矩形 6"/>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6" name="内容占位符 55">
            <a:extLst>
              <a:ext uri="{FF2B5EF4-FFF2-40B4-BE49-F238E27FC236}">
                <a16:creationId xmlns:a16="http://schemas.microsoft.com/office/drawing/2014/main" id="{D0B3988B-B0E8-D6D8-3D4D-31CB2A192292}"/>
              </a:ext>
            </a:extLst>
          </p:cNvPr>
          <p:cNvSpPr>
            <a:spLocks noGrp="1"/>
          </p:cNvSpPr>
          <p:nvPr>
            <p:ph sz="quarter" idx="11"/>
          </p:nvPr>
        </p:nvSpPr>
        <p:spPr/>
        <p:txBody>
          <a:bodyPr/>
          <a:lstStyle/>
          <a:p>
            <a:endParaRPr lang="zh-CN" altLang="en-US"/>
          </a:p>
        </p:txBody>
      </p:sp>
      <p:sp>
        <p:nvSpPr>
          <p:cNvPr id="55" name="标题 54">
            <a:extLst>
              <a:ext uri="{FF2B5EF4-FFF2-40B4-BE49-F238E27FC236}">
                <a16:creationId xmlns:a16="http://schemas.microsoft.com/office/drawing/2014/main" id="{BF23B0D1-2E31-E5C4-BD3C-FD9B6A9BA0E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01580" y="5961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C000"/>
                </a:solidFill>
                <a:latin typeface="微软雅黑" pitchFamily="34" charset="-122"/>
                <a:ea typeface="微软雅黑" pitchFamily="34" charset="-122"/>
              </a:rPr>
              <a:t>可能发生死锁</a:t>
            </a:r>
          </a:p>
        </p:txBody>
      </p:sp>
      <p:sp>
        <p:nvSpPr>
          <p:cNvPr id="7" name="圆角矩形 6"/>
          <p:cNvSpPr/>
          <p:nvPr/>
        </p:nvSpPr>
        <p:spPr>
          <a:xfrm>
            <a:off x="556963" y="1016058"/>
            <a:ext cx="8048776" cy="375316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66" name="内容占位符 65">
            <a:extLst>
              <a:ext uri="{FF2B5EF4-FFF2-40B4-BE49-F238E27FC236}">
                <a16:creationId xmlns:a16="http://schemas.microsoft.com/office/drawing/2014/main" id="{BA2CC5CB-8762-2A69-4394-4763E7BEC2D0}"/>
              </a:ext>
            </a:extLst>
          </p:cNvPr>
          <p:cNvSpPr>
            <a:spLocks noGrp="1"/>
          </p:cNvSpPr>
          <p:nvPr>
            <p:ph sz="quarter" idx="11"/>
          </p:nvPr>
        </p:nvSpPr>
        <p:spPr/>
        <p:txBody>
          <a:bodyPr/>
          <a:lstStyle/>
          <a:p>
            <a:endParaRPr lang="zh-CN" altLang="en-US"/>
          </a:p>
        </p:txBody>
      </p:sp>
      <p:sp>
        <p:nvSpPr>
          <p:cNvPr id="65" name="标题 64">
            <a:extLst>
              <a:ext uri="{FF2B5EF4-FFF2-40B4-BE49-F238E27FC236}">
                <a16:creationId xmlns:a16="http://schemas.microsoft.com/office/drawing/2014/main" id="{E69165EB-D45B-F9F4-C23D-50E8A6E13BF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56963" y="618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847818" y="585160"/>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持续计时器</a:t>
            </a:r>
          </a:p>
        </p:txBody>
      </p:sp>
      <p:sp>
        <p:nvSpPr>
          <p:cNvPr id="41" name="Rectangle 68"/>
          <p:cNvSpPr>
            <a:spLocks noChangeArrowheads="1"/>
          </p:cNvSpPr>
          <p:nvPr/>
        </p:nvSpPr>
        <p:spPr bwMode="auto">
          <a:xfrm>
            <a:off x="556963" y="96707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持续计时器  </a:t>
            </a:r>
            <a:r>
              <a:rPr lang="en-US" altLang="zh-CN" sz="2000" b="1" dirty="0">
                <a:latin typeface="微软雅黑" pitchFamily="34" charset="-122"/>
                <a:ea typeface="微软雅黑" pitchFamily="34" charset="-122"/>
              </a:rPr>
              <a:t>(persistence timer)</a:t>
            </a:r>
            <a:r>
              <a:rPr lang="zh-CN" altLang="en-US" sz="2000" b="1" dirty="0">
                <a:latin typeface="微软雅黑" pitchFamily="34" charset="-122"/>
                <a:ea typeface="微软雅黑" pitchFamily="34" charset="-122"/>
              </a:rPr>
              <a:t>：只要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连接的一方收到对方的</a:t>
            </a:r>
            <a:r>
              <a:rPr lang="zh-CN" altLang="en-US" sz="2000" b="1" dirty="0">
                <a:solidFill>
                  <a:srgbClr val="0000FF"/>
                </a:solidFill>
                <a:latin typeface="微软雅黑" pitchFamily="34" charset="-122"/>
                <a:ea typeface="微软雅黑" pitchFamily="34" charset="-122"/>
              </a:rPr>
              <a:t>零窗口</a:t>
            </a:r>
            <a:r>
              <a:rPr lang="zh-CN" altLang="en-US" sz="2000" b="1" dirty="0">
                <a:latin typeface="微软雅黑" pitchFamily="34" charset="-122"/>
                <a:ea typeface="微软雅黑" pitchFamily="34" charset="-122"/>
              </a:rPr>
              <a:t>通知，就启动该持续计时器。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若持续计时器设置的时间到期，就发送一个</a:t>
            </a:r>
            <a:r>
              <a:rPr lang="zh-CN" altLang="en-US" sz="2000" b="1" dirty="0">
                <a:solidFill>
                  <a:srgbClr val="0000FF"/>
                </a:solidFill>
                <a:latin typeface="微软雅黑" pitchFamily="34" charset="-122"/>
                <a:ea typeface="微软雅黑" pitchFamily="34" charset="-122"/>
              </a:rPr>
              <a:t>零窗口探测报文段</a:t>
            </a:r>
            <a:r>
              <a:rPr lang="zh-CN" altLang="en-US" sz="2000" b="1" dirty="0">
                <a:latin typeface="微软雅黑" pitchFamily="34" charset="-122"/>
                <a:ea typeface="微软雅黑" pitchFamily="34" charset="-122"/>
              </a:rPr>
              <a:t>（仅携带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字节的数据），对方在确认这个探测报文段时给出当前窗口值。</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若窗口仍然是零，收到这个报文段的一方就重新设置持续计时器。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若窗口不是零，则死锁的僵局就可以打破了。 </a:t>
            </a:r>
          </a:p>
        </p:txBody>
      </p:sp>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AutoShape 5"/>
          <p:cNvSpPr>
            <a:spLocks noChangeArrowheads="1"/>
          </p:cNvSpPr>
          <p:nvPr/>
        </p:nvSpPr>
        <p:spPr bwMode="auto">
          <a:xfrm>
            <a:off x="556963" y="61706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52" name="Rectangle 6"/>
          <p:cNvSpPr>
            <a:spLocks noChangeArrowheads="1"/>
          </p:cNvSpPr>
          <p:nvPr/>
        </p:nvSpPr>
        <p:spPr bwMode="auto">
          <a:xfrm>
            <a:off x="2861053" y="574796"/>
            <a:ext cx="34218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5.7.2   TCP </a:t>
            </a:r>
            <a:r>
              <a:rPr lang="zh-CN" altLang="en-US" sz="2400" b="1" dirty="0">
                <a:solidFill>
                  <a:schemeClr val="bg1"/>
                </a:solidFill>
                <a:latin typeface="微软雅黑" pitchFamily="34" charset="-122"/>
                <a:ea typeface="微软雅黑" pitchFamily="34" charset="-122"/>
              </a:rPr>
              <a:t>的传输效率</a:t>
            </a:r>
          </a:p>
        </p:txBody>
      </p:sp>
      <p:sp>
        <p:nvSpPr>
          <p:cNvPr id="53" name="Rectangle 8"/>
          <p:cNvSpPr>
            <a:spLocks noChangeArrowheads="1"/>
          </p:cNvSpPr>
          <p:nvPr/>
        </p:nvSpPr>
        <p:spPr bwMode="auto">
          <a:xfrm>
            <a:off x="556963" y="1030092"/>
            <a:ext cx="8048776" cy="2516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a:t>
            </a:r>
            <a:r>
              <a:rPr lang="en-US" altLang="zh-CN" b="1" dirty="0">
                <a:latin typeface="微软雅黑" pitchFamily="34" charset="-122"/>
                <a:ea typeface="微软雅黑" pitchFamily="34" charset="-122"/>
              </a:rPr>
              <a:t>TCP</a:t>
            </a:r>
            <a:r>
              <a:rPr lang="zh-CN" altLang="en-US" b="1" dirty="0">
                <a:latin typeface="微软雅黑" pitchFamily="34" charset="-122"/>
                <a:ea typeface="微软雅黑" pitchFamily="34" charset="-122"/>
              </a:rPr>
              <a:t>发送报文段的时机：三种机制</a:t>
            </a:r>
            <a:endParaRPr lang="en-US" altLang="zh-CN" b="1" dirty="0">
              <a:latin typeface="微软雅黑" pitchFamily="34" charset="-122"/>
              <a:ea typeface="微软雅黑" pitchFamily="34" charset="-122"/>
            </a:endParaRPr>
          </a:p>
          <a:p>
            <a:pPr marL="633413" indent="-342900">
              <a:lnSpc>
                <a:spcPts val="2700"/>
              </a:lnSpc>
              <a:buClr>
                <a:srgbClr val="7030A0"/>
              </a:buClr>
              <a:buFont typeface="+mj-lt"/>
              <a:buAutoNum type="arabicPeriod"/>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维持一个变量，它等于最大报文段长度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。只要缓存中存放的数据达到 </a:t>
            </a:r>
            <a:r>
              <a:rPr lang="en-US" altLang="zh-CN" b="1" dirty="0">
                <a:latin typeface="微软雅黑" pitchFamily="34" charset="-122"/>
                <a:ea typeface="微软雅黑" pitchFamily="34" charset="-122"/>
              </a:rPr>
              <a:t>MSS </a:t>
            </a:r>
            <a:r>
              <a:rPr lang="zh-CN" altLang="en-US" b="1" dirty="0">
                <a:latin typeface="微软雅黑" pitchFamily="34" charset="-122"/>
                <a:ea typeface="微软雅黑" pitchFamily="34" charset="-122"/>
              </a:rPr>
              <a:t>字节时，就组装成一个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报文段发送出去。</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由发送方的应用进程指明要求发送报文段，即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支持的</a:t>
            </a:r>
            <a:r>
              <a:rPr lang="zh-CN" altLang="en-US" b="1" dirty="0">
                <a:solidFill>
                  <a:srgbClr val="0000FF"/>
                </a:solidFill>
                <a:latin typeface="微软雅黑" pitchFamily="34" charset="-122"/>
                <a:ea typeface="微软雅黑" pitchFamily="34" charset="-122"/>
              </a:rPr>
              <a:t>推送 </a:t>
            </a:r>
            <a:r>
              <a:rPr lang="en-US" altLang="zh-CN" b="1" dirty="0">
                <a:latin typeface="微软雅黑" pitchFamily="34" charset="-122"/>
                <a:ea typeface="微软雅黑" pitchFamily="34" charset="-122"/>
              </a:rPr>
              <a:t>(push) </a:t>
            </a:r>
            <a:r>
              <a:rPr lang="zh-CN" altLang="en-US" b="1" dirty="0">
                <a:latin typeface="微软雅黑" pitchFamily="34" charset="-122"/>
                <a:ea typeface="微软雅黑" pitchFamily="34" charset="-122"/>
              </a:rPr>
              <a:t>操作。</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发送方的一个计时器期限到了，这时就把当前已有的缓存数据装入报文段（但长度不能超过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）发送出去。</a:t>
            </a:r>
          </a:p>
        </p:txBody>
      </p:sp>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圆角矩形 18"/>
          <p:cNvSpPr/>
          <p:nvPr/>
        </p:nvSpPr>
        <p:spPr>
          <a:xfrm>
            <a:off x="556963" y="1875124"/>
            <a:ext cx="8048776" cy="23473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AutoShape 5"/>
          <p:cNvSpPr>
            <a:spLocks noChangeArrowheads="1"/>
          </p:cNvSpPr>
          <p:nvPr/>
        </p:nvSpPr>
        <p:spPr bwMode="auto">
          <a:xfrm>
            <a:off x="556963" y="61824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591337" y="58503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糊涂窗口综合症</a:t>
            </a:r>
          </a:p>
        </p:txBody>
      </p:sp>
      <p:sp>
        <p:nvSpPr>
          <p:cNvPr id="12" name="Rectangle 68"/>
          <p:cNvSpPr>
            <a:spLocks noChangeArrowheads="1"/>
          </p:cNvSpPr>
          <p:nvPr/>
        </p:nvSpPr>
        <p:spPr bwMode="auto">
          <a:xfrm>
            <a:off x="556963" y="977425"/>
            <a:ext cx="8184960"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糊涂窗口综合症</a:t>
            </a:r>
            <a:r>
              <a:rPr lang="zh-CN" altLang="en-US" sz="2000" b="1" dirty="0">
                <a:latin typeface="微软雅黑" pitchFamily="34" charset="-122"/>
                <a:ea typeface="微软雅黑" pitchFamily="34" charset="-122"/>
              </a:rPr>
              <a:t>：每次仅发送一个字节或很少几个字节的数据时，有效数据传输效率变得很低的现象。</a:t>
            </a:r>
          </a:p>
        </p:txBody>
      </p:sp>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p:txBody>
          <a:bodyPr/>
          <a:lstStyle/>
          <a:p>
            <a:endParaRPr lang="zh-CN" altLang="en-US"/>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56963" y="61883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206617" y="585623"/>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发送方糊涂窗口综合症</a:t>
            </a:r>
          </a:p>
        </p:txBody>
      </p:sp>
      <p:sp>
        <p:nvSpPr>
          <p:cNvPr id="12" name="Rectangle 68"/>
          <p:cNvSpPr>
            <a:spLocks noChangeArrowheads="1"/>
          </p:cNvSpPr>
          <p:nvPr/>
        </p:nvSpPr>
        <p:spPr bwMode="auto">
          <a:xfrm>
            <a:off x="556963" y="982112"/>
            <a:ext cx="8048776" cy="114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每次接收到一字节</a:t>
            </a:r>
            <a:r>
              <a:rPr lang="zh-CN" altLang="en-US" sz="2000" b="1" dirty="0">
                <a:latin typeface="微软雅黑" pitchFamily="34" charset="-122"/>
                <a:ea typeface="微软雅黑" pitchFamily="34" charset="-122"/>
              </a:rPr>
              <a:t>的数据后就发送。</a:t>
            </a:r>
          </a:p>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发送一个字节需要形成 </a:t>
            </a:r>
            <a:r>
              <a:rPr lang="en-US" altLang="zh-CN" sz="2000" b="1" dirty="0">
                <a:latin typeface="微软雅黑" pitchFamily="34" charset="-122"/>
                <a:ea typeface="微软雅黑" pitchFamily="34" charset="-122"/>
              </a:rPr>
              <a:t>41 </a:t>
            </a:r>
            <a:r>
              <a:rPr lang="zh-CN" altLang="en-US" sz="2000" b="1" dirty="0">
                <a:latin typeface="微软雅黑" pitchFamily="34" charset="-122"/>
                <a:ea typeface="微软雅黑" pitchFamily="34" charset="-122"/>
              </a:rPr>
              <a:t>字节长的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数据报。效率很低。</a:t>
            </a:r>
          </a:p>
          <a:p>
            <a:pPr marL="342900" indent="-342900">
              <a:lnSpc>
                <a:spcPts val="28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Nagle </a:t>
            </a:r>
            <a:r>
              <a:rPr lang="zh-CN" altLang="en-US" sz="2000" b="1" dirty="0">
                <a:latin typeface="微软雅黑" pitchFamily="34" charset="-122"/>
                <a:ea typeface="微软雅黑" pitchFamily="34" charset="-122"/>
              </a:rPr>
              <a:t>算法。</a:t>
            </a:r>
          </a:p>
        </p:txBody>
      </p:sp>
      <p:sp>
        <p:nvSpPr>
          <p:cNvPr id="5" name="圆角矩形 4"/>
          <p:cNvSpPr/>
          <p:nvPr/>
        </p:nvSpPr>
        <p:spPr>
          <a:xfrm>
            <a:off x="556963" y="2122938"/>
            <a:ext cx="8048776" cy="2233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p:txBody>
          <a:bodyPr/>
          <a:lstStyle/>
          <a:p>
            <a:endParaRPr lang="zh-CN" altLang="en-US"/>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12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990"/>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8" name="圆角矩形 7"/>
          <p:cNvSpPr/>
          <p:nvPr/>
        </p:nvSpPr>
        <p:spPr>
          <a:xfrm>
            <a:off x="556963" y="104533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Text Box 155"/>
          <p:cNvSpPr txBox="1">
            <a:spLocks noChangeArrowheads="1"/>
          </p:cNvSpPr>
          <p:nvPr/>
        </p:nvSpPr>
        <p:spPr bwMode="auto">
          <a:xfrm>
            <a:off x="1470212" y="1138986"/>
            <a:ext cx="6480767"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原因：接收方应用进程消耗数据太慢，例如：每次只读取一个字节。</a:t>
            </a:r>
          </a:p>
        </p:txBody>
      </p:sp>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14" name="内容占位符 13">
            <a:extLst>
              <a:ext uri="{FF2B5EF4-FFF2-40B4-BE49-F238E27FC236}">
                <a16:creationId xmlns:a16="http://schemas.microsoft.com/office/drawing/2014/main" id="{EADDC715-6E3D-034C-E2B2-51B71F4A0F69}"/>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03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11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7" name="Rectangle 68"/>
          <p:cNvSpPr>
            <a:spLocks noChangeArrowheads="1"/>
          </p:cNvSpPr>
          <p:nvPr/>
        </p:nvSpPr>
        <p:spPr bwMode="auto">
          <a:xfrm>
            <a:off x="547819" y="983423"/>
            <a:ext cx="818496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解决方法：</a:t>
            </a:r>
            <a:r>
              <a:rPr lang="zh-CN" altLang="en-US" b="1" dirty="0">
                <a:latin typeface="微软雅黑" pitchFamily="34" charset="-122"/>
                <a:ea typeface="微软雅黑" pitchFamily="34" charset="-122"/>
              </a:rPr>
              <a:t>让接收方等待一段时间，使得或者接收缓存</a:t>
            </a:r>
            <a:r>
              <a:rPr lang="zh-CN" altLang="en-US" b="1" dirty="0">
                <a:solidFill>
                  <a:srgbClr val="C00000"/>
                </a:solidFill>
                <a:latin typeface="微软雅黑" pitchFamily="34" charset="-122"/>
                <a:ea typeface="微软雅黑" pitchFamily="34" charset="-122"/>
              </a:rPr>
              <a:t>已有足够空间</a:t>
            </a:r>
            <a:r>
              <a:rPr lang="zh-CN" altLang="en-US" b="1" dirty="0">
                <a:latin typeface="微软雅黑" pitchFamily="34" charset="-122"/>
                <a:ea typeface="微软雅黑" pitchFamily="34" charset="-122"/>
              </a:rPr>
              <a:t>容纳一个最长的报文段，或者等到接收缓存</a:t>
            </a:r>
            <a:r>
              <a:rPr lang="zh-CN" altLang="en-US" b="1" dirty="0">
                <a:solidFill>
                  <a:srgbClr val="C00000"/>
                </a:solidFill>
                <a:latin typeface="微软雅黑" pitchFamily="34" charset="-122"/>
                <a:ea typeface="微软雅黑" pitchFamily="34" charset="-122"/>
              </a:rPr>
              <a:t>已有一半空闲的空间。</a:t>
            </a:r>
            <a:r>
              <a:rPr lang="zh-CN" altLang="en-US" b="1" dirty="0">
                <a:solidFill>
                  <a:srgbClr val="0000FF"/>
                </a:solidFill>
                <a:latin typeface="微软雅黑" pitchFamily="34" charset="-122"/>
                <a:ea typeface="微软雅黑" pitchFamily="34" charset="-122"/>
              </a:rPr>
              <a:t>只要出现这两种情况之一，</a:t>
            </a:r>
            <a:r>
              <a:rPr lang="zh-CN" altLang="en-US" b="1" dirty="0">
                <a:latin typeface="微软雅黑" pitchFamily="34" charset="-122"/>
                <a:ea typeface="微软雅黑" pitchFamily="34" charset="-122"/>
              </a:rPr>
              <a:t>接收方就发出确认报文，并向发送方通知当前的窗口大小。</a:t>
            </a:r>
          </a:p>
        </p:txBody>
      </p:sp>
      <p:grpSp>
        <p:nvGrpSpPr>
          <p:cNvPr id="8" name="组合 7"/>
          <p:cNvGrpSpPr/>
          <p:nvPr/>
        </p:nvGrpSpPr>
        <p:grpSpPr>
          <a:xfrm>
            <a:off x="1264885" y="2398384"/>
            <a:ext cx="6758814" cy="1438510"/>
            <a:chOff x="502922" y="2655525"/>
            <a:chExt cx="8129014" cy="1438510"/>
          </a:xfrm>
        </p:grpSpPr>
        <p:sp>
          <p:nvSpPr>
            <p:cNvPr id="9" name="对角圆角矩形 8"/>
            <p:cNvSpPr/>
            <p:nvPr/>
          </p:nvSpPr>
          <p:spPr>
            <a:xfrm>
              <a:off x="502922" y="2655525"/>
              <a:ext cx="8129014" cy="143851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797141" y="2778402"/>
              <a:ext cx="7699646" cy="1169551"/>
            </a:xfrm>
            <a:prstGeom prst="rect">
              <a:avLst/>
            </a:prstGeom>
          </p:spPr>
          <p:txBody>
            <a:bodyPr wrap="square">
              <a:spAutoFit/>
            </a:bodyPr>
            <a:lstStyle/>
            <a:p>
              <a:pPr>
                <a:lnSpc>
                  <a:spcPts val="2800"/>
                </a:lnSpc>
              </a:pPr>
              <a:r>
                <a:rPr lang="zh-CN" altLang="en-US" b="1" dirty="0">
                  <a:solidFill>
                    <a:schemeClr val="bg1"/>
                  </a:solidFill>
                  <a:latin typeface="微软雅黑" pitchFamily="34" charset="-122"/>
                  <a:ea typeface="微软雅黑" pitchFamily="34" charset="-122"/>
                </a:rPr>
                <a:t>上述两种方法可配合使用，使得在发送方不发送很小的报文段的同时，接收方也不要在缓存刚刚有了一点小的空间就急忙把这个很小的窗口大小信息通知给发送方。</a:t>
              </a:r>
            </a:p>
          </p:txBody>
        </p:sp>
      </p:grpSp>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内容占位符 6">
            <a:extLst>
              <a:ext uri="{FF2B5EF4-FFF2-40B4-BE49-F238E27FC236}">
                <a16:creationId xmlns:a16="http://schemas.microsoft.com/office/drawing/2014/main" id="{D0A64F38-6FCE-25DD-5574-A25FC48F28D3}"/>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BCFA98-0C70-AFD4-2639-1A5244A877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C76840EB-F2FA-0BC0-1228-95A9F4A1A21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2B439D2-EA95-EB40-F9D0-8BC6EB80BA7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16E25463-6F7C-9335-53DD-FD326EC3CCD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6817199-2BDA-A17D-2C4C-395D3ED03B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EA551652-C492-CC4C-FB7D-70A5F76735F4}"/>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62C08E8E-C6FA-4134-50F2-FF8E5F33AA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8" name="内容占位符 7">
            <a:extLst>
              <a:ext uri="{FF2B5EF4-FFF2-40B4-BE49-F238E27FC236}">
                <a16:creationId xmlns:a16="http://schemas.microsoft.com/office/drawing/2014/main" id="{001E62BF-5057-43D5-8144-D302EF5359D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8626822F-B276-4858-8FAF-AF9F4945B92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8" name="内容占位符 7">
            <a:extLst>
              <a:ext uri="{FF2B5EF4-FFF2-40B4-BE49-F238E27FC236}">
                <a16:creationId xmlns:a16="http://schemas.microsoft.com/office/drawing/2014/main" id="{19A407F6-53B4-9D8E-C81D-97BC9E8A3B97}"/>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490E1554-11B4-7C58-BD30-7AF9C848D99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8" name="内容占位符 7">
            <a:extLst>
              <a:ext uri="{FF2B5EF4-FFF2-40B4-BE49-F238E27FC236}">
                <a16:creationId xmlns:a16="http://schemas.microsoft.com/office/drawing/2014/main" id="{B4651270-C27F-DDC4-0A3B-20F83C00DBE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F5F49CA-175F-979B-28D6-69C0172FE0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7" name="内容占位符 6">
            <a:extLst>
              <a:ext uri="{FF2B5EF4-FFF2-40B4-BE49-F238E27FC236}">
                <a16:creationId xmlns:a16="http://schemas.microsoft.com/office/drawing/2014/main" id="{3F05A17B-8542-4612-BBBF-933823F675DB}"/>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54B9EAF-B789-FB06-C401-D874B8837FF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7" name="内容占位符 6">
            <a:extLst>
              <a:ext uri="{FF2B5EF4-FFF2-40B4-BE49-F238E27FC236}">
                <a16:creationId xmlns:a16="http://schemas.microsoft.com/office/drawing/2014/main" id="{0C08B837-C265-B96A-581C-96951EFA321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4A198DE-DCD8-8209-3038-91019F82D30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6" name="内容占位符 5">
            <a:extLst>
              <a:ext uri="{FF2B5EF4-FFF2-40B4-BE49-F238E27FC236}">
                <a16:creationId xmlns:a16="http://schemas.microsoft.com/office/drawing/2014/main" id="{DF5E871E-C041-E609-A383-311114CE828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ACFD07-B143-550A-DD09-CC0E09C095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6" name="内容占位符 5">
            <a:extLst>
              <a:ext uri="{FF2B5EF4-FFF2-40B4-BE49-F238E27FC236}">
                <a16:creationId xmlns:a16="http://schemas.microsoft.com/office/drawing/2014/main" id="{FE55FA80-F64C-D179-DD1A-353C1C7B8A1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0ECC931-3A6F-B1FE-5B81-8DBB9DDFD15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6" name="内容占位符 5">
            <a:extLst>
              <a:ext uri="{FF2B5EF4-FFF2-40B4-BE49-F238E27FC236}">
                <a16:creationId xmlns:a16="http://schemas.microsoft.com/office/drawing/2014/main" id="{184C4D18-4F5A-5A1D-94D4-1F417F70F37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4DCE551-62E7-012F-5A85-8DB386F8BAE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6" name="内容占位符 5">
            <a:extLst>
              <a:ext uri="{FF2B5EF4-FFF2-40B4-BE49-F238E27FC236}">
                <a16:creationId xmlns:a16="http://schemas.microsoft.com/office/drawing/2014/main" id="{0E56A59E-18CF-7DBD-258C-34A9DF2BB9E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361397-1F02-7DCC-CB05-2CA8920A7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6" name="内容占位符 5">
            <a:extLst>
              <a:ext uri="{FF2B5EF4-FFF2-40B4-BE49-F238E27FC236}">
                <a16:creationId xmlns:a16="http://schemas.microsoft.com/office/drawing/2014/main" id="{9C0F22B8-6A26-32FC-99BE-D2068C1D64E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26AF6AB-D601-52A6-78B5-E0EBD10EE0B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18B61293-B018-1337-E9D6-A9D13EEBBE9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D778F9-691A-6893-CCD2-1E31C89B648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678224D-77D3-DE85-29CD-D144C1F6617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6E9A05C-CD55-8EA9-CC94-4D9E646FCC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6FEDC817-5E6A-DE13-B61C-C4ABD06345F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FCACCBA-68BC-6785-1AC3-40A5B2A387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E258B72D-B6AA-1993-5919-444576157C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7A721D1-076D-2AA7-436F-323F0B533BF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7" name="内容占位符 6">
            <a:extLst>
              <a:ext uri="{FF2B5EF4-FFF2-40B4-BE49-F238E27FC236}">
                <a16:creationId xmlns:a16="http://schemas.microsoft.com/office/drawing/2014/main" id="{A8BC7B2A-490C-2B96-3586-A6B9A5216379}"/>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B818F90D-44B8-8941-CE7D-365B41B61E3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7FCF89BF-10F8-CBFF-A764-28E3825544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D83FA92-5B44-B52A-9B25-1112DCC8FB7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F31A903C-8B73-B9C0-CC95-635A5D04C54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59BDD3-EA27-EFEC-54D0-75BEBDAC6B8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712555B8-D511-7FFA-91BB-1B99494A92F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A471817-1839-8117-A4B9-72236707C3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D622BCC-60FE-84D9-A8C7-4BACC5EDA8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0882014-F58E-9F0E-79D4-F86DA547142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20" name="内容占位符 19">
            <a:extLst>
              <a:ext uri="{FF2B5EF4-FFF2-40B4-BE49-F238E27FC236}">
                <a16:creationId xmlns:a16="http://schemas.microsoft.com/office/drawing/2014/main" id="{26EEE0D2-1AF0-0760-D277-5AC6970180CC}"/>
              </a:ext>
            </a:extLst>
          </p:cNvPr>
          <p:cNvSpPr>
            <a:spLocks noGrp="1"/>
          </p:cNvSpPr>
          <p:nvPr>
            <p:ph sz="quarter" idx="11"/>
          </p:nvPr>
        </p:nvSpPr>
        <p:spPr/>
        <p:txBody>
          <a:bodyPr/>
          <a:lstStyle/>
          <a:p>
            <a:endParaRPr lang="zh-CN" altLang="en-US"/>
          </a:p>
        </p:txBody>
      </p:sp>
      <p:sp>
        <p:nvSpPr>
          <p:cNvPr id="19" name="标题 18">
            <a:extLst>
              <a:ext uri="{FF2B5EF4-FFF2-40B4-BE49-F238E27FC236}">
                <a16:creationId xmlns:a16="http://schemas.microsoft.com/office/drawing/2014/main" id="{B5D78B42-07E6-2481-8AF9-8183A9D3D9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A0596160-30A2-DC28-7C29-151AE4CB1E1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434A54-4808-EF91-04EA-C9B27B0008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8509B21C-559E-2BAB-FB9B-D530E23765E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CAA5AB4-6E76-A84A-BBFC-D1E5DAE1A27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6" name="内容占位符 35">
            <a:extLst>
              <a:ext uri="{FF2B5EF4-FFF2-40B4-BE49-F238E27FC236}">
                <a16:creationId xmlns:a16="http://schemas.microsoft.com/office/drawing/2014/main" id="{B1B91335-7DA2-F41B-1459-0936169FC8F3}"/>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00A20A48-D1B6-50D1-8FAD-5BA1E06136F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10" name="内容占位符 9">
            <a:extLst>
              <a:ext uri="{FF2B5EF4-FFF2-40B4-BE49-F238E27FC236}">
                <a16:creationId xmlns:a16="http://schemas.microsoft.com/office/drawing/2014/main" id="{E7DF95F4-E4BC-5BA6-8CB9-7B4A420CE952}"/>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5" name="内容占位符 14">
            <a:extLst>
              <a:ext uri="{FF2B5EF4-FFF2-40B4-BE49-F238E27FC236}">
                <a16:creationId xmlns:a16="http://schemas.microsoft.com/office/drawing/2014/main" id="{4E695EA1-3371-3B90-8227-0101435A8FB0}"/>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ADC8FA35-F415-FF99-5C36-23C05C6F2A6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6" name="内容占位符 5">
            <a:extLst>
              <a:ext uri="{FF2B5EF4-FFF2-40B4-BE49-F238E27FC236}">
                <a16:creationId xmlns:a16="http://schemas.microsoft.com/office/drawing/2014/main" id="{D64E6BDC-57E6-6BC8-E9FA-43CD69B97E6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98F9295-56CC-A398-F6D9-64B8B43B26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9" name="内容占位符 18">
            <a:extLst>
              <a:ext uri="{FF2B5EF4-FFF2-40B4-BE49-F238E27FC236}">
                <a16:creationId xmlns:a16="http://schemas.microsoft.com/office/drawing/2014/main" id="{EB542B0E-3ECC-974E-F900-C0483BFBAAA7}"/>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82188499-3004-C322-5C6E-295D98FB9C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7" name="内容占位符 6">
            <a:extLst>
              <a:ext uri="{FF2B5EF4-FFF2-40B4-BE49-F238E27FC236}">
                <a16:creationId xmlns:a16="http://schemas.microsoft.com/office/drawing/2014/main" id="{29449913-5B0B-23F6-B99B-1D1500932FC8}"/>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D1CEE4E-9713-F96E-178F-E66AD7B27FC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42" name="内容占位符 41">
            <a:extLst>
              <a:ext uri="{FF2B5EF4-FFF2-40B4-BE49-F238E27FC236}">
                <a16:creationId xmlns:a16="http://schemas.microsoft.com/office/drawing/2014/main" id="{A4D9958E-2AFD-5E52-64DF-FD85CF19C058}"/>
              </a:ext>
            </a:extLst>
          </p:cNvPr>
          <p:cNvSpPr>
            <a:spLocks noGrp="1"/>
          </p:cNvSpPr>
          <p:nvPr>
            <p:ph sz="quarter" idx="11"/>
          </p:nvPr>
        </p:nvSpPr>
        <p:spPr/>
        <p:txBody>
          <a:bodyPr/>
          <a:lstStyle/>
          <a:p>
            <a:endParaRPr lang="zh-CN" altLang="en-US"/>
          </a:p>
        </p:txBody>
      </p:sp>
      <p:sp>
        <p:nvSpPr>
          <p:cNvPr id="41" name="标题 40">
            <a:extLst>
              <a:ext uri="{FF2B5EF4-FFF2-40B4-BE49-F238E27FC236}">
                <a16:creationId xmlns:a16="http://schemas.microsoft.com/office/drawing/2014/main" id="{0C51DEE7-D517-F729-C285-6224C35F4B4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内容占位符 13">
            <a:extLst>
              <a:ext uri="{FF2B5EF4-FFF2-40B4-BE49-F238E27FC236}">
                <a16:creationId xmlns:a16="http://schemas.microsoft.com/office/drawing/2014/main" id="{D8EBB747-5C82-8D85-74DC-851C454B1389}"/>
              </a:ext>
            </a:extLst>
          </p:cNvPr>
          <p:cNvSpPr>
            <a:spLocks noGrp="1"/>
          </p:cNvSpPr>
          <p:nvPr>
            <p:ph sz="quarter" idx="11"/>
          </p:nvPr>
        </p:nvSpPr>
        <p:spPr/>
        <p:txBody>
          <a:bodyPr/>
          <a:lstStyle/>
          <a:p>
            <a:endParaRPr lang="zh-CN" altLang="en-US"/>
          </a:p>
        </p:txBody>
      </p:sp>
      <p:sp>
        <p:nvSpPr>
          <p:cNvPr id="13" name="标题 12">
            <a:extLst>
              <a:ext uri="{FF2B5EF4-FFF2-40B4-BE49-F238E27FC236}">
                <a16:creationId xmlns:a16="http://schemas.microsoft.com/office/drawing/2014/main" id="{614D9BD1-F728-0F54-8902-98AA9C5548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5" name="内容占位符 14">
            <a:extLst>
              <a:ext uri="{FF2B5EF4-FFF2-40B4-BE49-F238E27FC236}">
                <a16:creationId xmlns:a16="http://schemas.microsoft.com/office/drawing/2014/main" id="{047A6874-979E-3029-A8C3-259A60CF0F26}"/>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E4A16614-0FFA-EB9D-0786-0FBD923A65F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5" name="内容占位符 14">
            <a:extLst>
              <a:ext uri="{FF2B5EF4-FFF2-40B4-BE49-F238E27FC236}">
                <a16:creationId xmlns:a16="http://schemas.microsoft.com/office/drawing/2014/main" id="{4B78686D-2AE3-1C77-2894-9C0FBD7A903E}"/>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09C63D11-D029-342E-D0FA-0532FBFA035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2" name="内容占位符 31">
            <a:extLst>
              <a:ext uri="{FF2B5EF4-FFF2-40B4-BE49-F238E27FC236}">
                <a16:creationId xmlns:a16="http://schemas.microsoft.com/office/drawing/2014/main" id="{8FBB5076-855A-4B69-133D-DBE32DBEED9B}"/>
              </a:ext>
            </a:extLst>
          </p:cNvPr>
          <p:cNvSpPr>
            <a:spLocks noGrp="1"/>
          </p:cNvSpPr>
          <p:nvPr>
            <p:ph sz="quarter" idx="11"/>
          </p:nvPr>
        </p:nvSpPr>
        <p:spPr/>
        <p:txBody>
          <a:bodyPr/>
          <a:lstStyle/>
          <a:p>
            <a:endParaRPr lang="zh-CN" altLang="en-US"/>
          </a:p>
        </p:txBody>
      </p:sp>
      <p:sp>
        <p:nvSpPr>
          <p:cNvPr id="31" name="标题 30">
            <a:extLst>
              <a:ext uri="{FF2B5EF4-FFF2-40B4-BE49-F238E27FC236}">
                <a16:creationId xmlns:a16="http://schemas.microsoft.com/office/drawing/2014/main" id="{CA728FE8-177E-3CE4-64A7-085401A1101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5" name="内容占位符 34">
            <a:extLst>
              <a:ext uri="{FF2B5EF4-FFF2-40B4-BE49-F238E27FC236}">
                <a16:creationId xmlns:a16="http://schemas.microsoft.com/office/drawing/2014/main" id="{33D7A034-F409-B220-9F06-DBB22B8684FC}"/>
              </a:ext>
            </a:extLst>
          </p:cNvPr>
          <p:cNvSpPr>
            <a:spLocks noGrp="1"/>
          </p:cNvSpPr>
          <p:nvPr>
            <p:ph sz="quarter" idx="11"/>
          </p:nvPr>
        </p:nvSpPr>
        <p:spPr/>
        <p:txBody>
          <a:bodyPr/>
          <a:lstStyle/>
          <a:p>
            <a:endParaRPr lang="zh-CN" altLang="en-US"/>
          </a:p>
        </p:txBody>
      </p:sp>
      <p:sp>
        <p:nvSpPr>
          <p:cNvPr id="34" name="标题 33">
            <a:extLst>
              <a:ext uri="{FF2B5EF4-FFF2-40B4-BE49-F238E27FC236}">
                <a16:creationId xmlns:a16="http://schemas.microsoft.com/office/drawing/2014/main" id="{2EF2E450-44F0-F732-1CAB-D3A964BBAB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8" name="内容占位符 37">
            <a:extLst>
              <a:ext uri="{FF2B5EF4-FFF2-40B4-BE49-F238E27FC236}">
                <a16:creationId xmlns:a16="http://schemas.microsoft.com/office/drawing/2014/main" id="{0EA209CD-418F-EEA7-DBC6-1FCF1953AAD4}"/>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3E6E9E2C-0D70-FD2F-033F-CAAE63AD24C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0" name="内容占位符 39">
            <a:extLst>
              <a:ext uri="{FF2B5EF4-FFF2-40B4-BE49-F238E27FC236}">
                <a16:creationId xmlns:a16="http://schemas.microsoft.com/office/drawing/2014/main" id="{41CC26C4-9B96-68A0-E704-0F4834CCF070}"/>
              </a:ext>
            </a:extLst>
          </p:cNvPr>
          <p:cNvSpPr>
            <a:spLocks noGrp="1"/>
          </p:cNvSpPr>
          <p:nvPr>
            <p:ph sz="quarter" idx="11"/>
          </p:nvPr>
        </p:nvSpPr>
        <p:spPr/>
        <p:txBody>
          <a:bodyPr/>
          <a:lstStyle/>
          <a:p>
            <a:endParaRPr lang="zh-CN" altLang="en-US"/>
          </a:p>
        </p:txBody>
      </p:sp>
      <p:sp>
        <p:nvSpPr>
          <p:cNvPr id="39" name="标题 38">
            <a:extLst>
              <a:ext uri="{FF2B5EF4-FFF2-40B4-BE49-F238E27FC236}">
                <a16:creationId xmlns:a16="http://schemas.microsoft.com/office/drawing/2014/main" id="{6B1B90CD-7904-D7EC-5510-86C52949B06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8" name="内容占位符 37">
            <a:extLst>
              <a:ext uri="{FF2B5EF4-FFF2-40B4-BE49-F238E27FC236}">
                <a16:creationId xmlns:a16="http://schemas.microsoft.com/office/drawing/2014/main" id="{2EE459F5-4FAE-E025-192D-E74A637662DB}"/>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F905790C-7AB5-9664-8D60-74DF231A0FC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6" name="内容占位符 5">
            <a:extLst>
              <a:ext uri="{FF2B5EF4-FFF2-40B4-BE49-F238E27FC236}">
                <a16:creationId xmlns:a16="http://schemas.microsoft.com/office/drawing/2014/main" id="{BFF2ECFC-9256-4EA6-393E-F71DD3A8126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A1F1ABA-C5ED-CAB0-9953-96DFED59145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9EAE2916-4B15-7BA7-2D04-6D27E7CF2AD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9E2B9DA-66A0-C871-38FA-E4D0453691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6" name="内容占位符 5">
            <a:extLst>
              <a:ext uri="{FF2B5EF4-FFF2-40B4-BE49-F238E27FC236}">
                <a16:creationId xmlns:a16="http://schemas.microsoft.com/office/drawing/2014/main" id="{7BA56D61-E990-C8F8-C327-3A90E8A74D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BB0F1F6-E51D-AE4F-6F07-96392C45B1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0" name="内容占位符 49">
            <a:extLst>
              <a:ext uri="{FF2B5EF4-FFF2-40B4-BE49-F238E27FC236}">
                <a16:creationId xmlns:a16="http://schemas.microsoft.com/office/drawing/2014/main" id="{3D6C09CC-ABB9-440A-8A03-2226D38725C6}"/>
              </a:ext>
            </a:extLst>
          </p:cNvPr>
          <p:cNvSpPr>
            <a:spLocks noGrp="1"/>
          </p:cNvSpPr>
          <p:nvPr>
            <p:ph sz="quarter" idx="11"/>
          </p:nvPr>
        </p:nvSpPr>
        <p:spPr/>
        <p:txBody>
          <a:bodyPr/>
          <a:lstStyle/>
          <a:p>
            <a:endParaRPr lang="zh-CN" altLang="en-US"/>
          </a:p>
        </p:txBody>
      </p:sp>
      <p:sp>
        <p:nvSpPr>
          <p:cNvPr id="49" name="标题 48">
            <a:extLst>
              <a:ext uri="{FF2B5EF4-FFF2-40B4-BE49-F238E27FC236}">
                <a16:creationId xmlns:a16="http://schemas.microsoft.com/office/drawing/2014/main" id="{823C4A66-DA2C-0B7C-B687-366BA2E333D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3" name="内容占位符 12">
            <a:extLst>
              <a:ext uri="{FF2B5EF4-FFF2-40B4-BE49-F238E27FC236}">
                <a16:creationId xmlns:a16="http://schemas.microsoft.com/office/drawing/2014/main" id="{5147E6D8-3021-9D0D-4826-99547161664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22F713BD-4966-14E8-3349-1C8D16D62E2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5" name="内容占位符 74">
            <a:extLst>
              <a:ext uri="{FF2B5EF4-FFF2-40B4-BE49-F238E27FC236}">
                <a16:creationId xmlns:a16="http://schemas.microsoft.com/office/drawing/2014/main" id="{7831954A-0DB2-4A62-6FB0-F646EC471266}"/>
              </a:ext>
            </a:extLst>
          </p:cNvPr>
          <p:cNvSpPr>
            <a:spLocks noGrp="1"/>
          </p:cNvSpPr>
          <p:nvPr>
            <p:ph sz="quarter" idx="11"/>
          </p:nvPr>
        </p:nvSpPr>
        <p:spPr/>
        <p:txBody>
          <a:bodyPr/>
          <a:lstStyle/>
          <a:p>
            <a:endParaRPr lang="zh-CN" altLang="en-US"/>
          </a:p>
        </p:txBody>
      </p:sp>
      <p:sp>
        <p:nvSpPr>
          <p:cNvPr id="74" name="标题 73">
            <a:extLst>
              <a:ext uri="{FF2B5EF4-FFF2-40B4-BE49-F238E27FC236}">
                <a16:creationId xmlns:a16="http://schemas.microsoft.com/office/drawing/2014/main" id="{CAB5771B-6BAF-010A-6844-DAF3C06B367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6837</TotalTime>
  <Words>17277</Words>
  <Application>Microsoft Office PowerPoint</Application>
  <PresentationFormat>全屏显示(16:9)</PresentationFormat>
  <Paragraphs>4041</Paragraphs>
  <Slides>203</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203</vt:i4>
      </vt:variant>
    </vt:vector>
  </HeadingPairs>
  <TitlesOfParts>
    <vt:vector size="216" baseType="lpstr">
      <vt:lpstr>Courier New</vt:lpstr>
      <vt:lpstr>Montserrat</vt:lpstr>
      <vt:lpstr>微软雅黑</vt:lpstr>
      <vt:lpstr>Calibri</vt:lpstr>
      <vt:lpstr>微软雅黑 Light</vt:lpstr>
      <vt:lpstr>Wingdings</vt:lpstr>
      <vt:lpstr>宋体</vt:lpstr>
      <vt:lpstr>Arial</vt:lpstr>
      <vt:lpstr>Symbol</vt:lpstr>
      <vt:lpstr>Cambria Math</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累积确认</vt:lpstr>
      <vt:lpstr>累积确认</vt:lpstr>
      <vt:lpstr>5.5  TCP 报文段的首部格式</vt:lpstr>
      <vt:lpstr>5.5  TCP 报文段的首部格式</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648</cp:revision>
  <dcterms:created xsi:type="dcterms:W3CDTF">2018-07-18T08:51:30Z</dcterms:created>
  <dcterms:modified xsi:type="dcterms:W3CDTF">2025-11-12T13:45:02Z</dcterms:modified>
</cp:coreProperties>
</file>
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5"/>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513" r:id="rId66"/>
    <p:sldId id="698" r:id="rId67"/>
    <p:sldId id="680" r:id="rId68"/>
    <p:sldId id="520" r:id="rId69"/>
    <p:sldId id="521" r:id="rId70"/>
    <p:sldId id="522" r:id="rId71"/>
    <p:sldId id="523" r:id="rId72"/>
    <p:sldId id="524" r:id="rId73"/>
    <p:sldId id="525" r:id="rId74"/>
    <p:sldId id="526" r:id="rId75"/>
    <p:sldId id="527" r:id="rId76"/>
    <p:sldId id="528" r:id="rId77"/>
    <p:sldId id="529" r:id="rId78"/>
    <p:sldId id="530" r:id="rId79"/>
    <p:sldId id="531" r:id="rId80"/>
    <p:sldId id="532" r:id="rId81"/>
    <p:sldId id="533" r:id="rId82"/>
    <p:sldId id="534" r:id="rId83"/>
    <p:sldId id="535" r:id="rId84"/>
    <p:sldId id="536" r:id="rId85"/>
    <p:sldId id="537" r:id="rId86"/>
    <p:sldId id="702" r:id="rId87"/>
    <p:sldId id="701" r:id="rId88"/>
    <p:sldId id="703" r:id="rId89"/>
    <p:sldId id="705" r:id="rId90"/>
    <p:sldId id="707" r:id="rId91"/>
    <p:sldId id="708" r:id="rId92"/>
    <p:sldId id="709" r:id="rId93"/>
    <p:sldId id="541" r:id="rId94"/>
    <p:sldId id="542" r:id="rId95"/>
    <p:sldId id="543" r:id="rId96"/>
    <p:sldId id="710" r:id="rId97"/>
    <p:sldId id="546" r:id="rId98"/>
    <p:sldId id="711" r:id="rId99"/>
    <p:sldId id="713" r:id="rId100"/>
    <p:sldId id="715" r:id="rId101"/>
    <p:sldId id="716" r:id="rId102"/>
    <p:sldId id="717" r:id="rId103"/>
    <p:sldId id="718" r:id="rId104"/>
    <p:sldId id="721" r:id="rId105"/>
    <p:sldId id="722" r:id="rId106"/>
    <p:sldId id="719" r:id="rId107"/>
    <p:sldId id="552" r:id="rId108"/>
    <p:sldId id="554" r:id="rId109"/>
    <p:sldId id="555" r:id="rId110"/>
    <p:sldId id="557" r:id="rId111"/>
    <p:sldId id="559" r:id="rId112"/>
    <p:sldId id="560" r:id="rId113"/>
    <p:sldId id="561" r:id="rId114"/>
    <p:sldId id="562" r:id="rId115"/>
    <p:sldId id="563" r:id="rId116"/>
    <p:sldId id="564" r:id="rId117"/>
    <p:sldId id="723" r:id="rId118"/>
    <p:sldId id="567" r:id="rId119"/>
    <p:sldId id="566" r:id="rId120"/>
    <p:sldId id="568" r:id="rId121"/>
    <p:sldId id="569" r:id="rId122"/>
    <p:sldId id="571" r:id="rId123"/>
    <p:sldId id="724" r:id="rId124"/>
    <p:sldId id="573" r:id="rId125"/>
    <p:sldId id="574" r:id="rId126"/>
    <p:sldId id="575" r:id="rId127"/>
    <p:sldId id="576" r:id="rId128"/>
    <p:sldId id="578" r:id="rId129"/>
    <p:sldId id="579" r:id="rId130"/>
    <p:sldId id="580" r:id="rId131"/>
    <p:sldId id="581" r:id="rId132"/>
    <p:sldId id="582" r:id="rId133"/>
    <p:sldId id="685" r:id="rId134"/>
    <p:sldId id="583" r:id="rId135"/>
    <p:sldId id="727" r:id="rId136"/>
    <p:sldId id="585" r:id="rId137"/>
    <p:sldId id="586" r:id="rId138"/>
    <p:sldId id="587" r:id="rId139"/>
    <p:sldId id="731" r:id="rId140"/>
    <p:sldId id="729" r:id="rId141"/>
    <p:sldId id="730" r:id="rId142"/>
    <p:sldId id="592" r:id="rId143"/>
    <p:sldId id="593" r:id="rId144"/>
    <p:sldId id="594" r:id="rId145"/>
    <p:sldId id="595" r:id="rId146"/>
    <p:sldId id="596" r:id="rId147"/>
    <p:sldId id="597" r:id="rId148"/>
    <p:sldId id="598" r:id="rId149"/>
    <p:sldId id="599" r:id="rId150"/>
    <p:sldId id="600" r:id="rId151"/>
    <p:sldId id="686" r:id="rId152"/>
    <p:sldId id="687" r:id="rId153"/>
    <p:sldId id="601" r:id="rId154"/>
    <p:sldId id="602" r:id="rId155"/>
    <p:sldId id="603" r:id="rId156"/>
    <p:sldId id="604" r:id="rId157"/>
    <p:sldId id="605" r:id="rId158"/>
    <p:sldId id="606" r:id="rId159"/>
    <p:sldId id="607" r:id="rId160"/>
    <p:sldId id="608" r:id="rId161"/>
    <p:sldId id="609" r:id="rId162"/>
    <p:sldId id="611" r:id="rId163"/>
    <p:sldId id="612" r:id="rId164"/>
    <p:sldId id="613" r:id="rId165"/>
    <p:sldId id="614" r:id="rId166"/>
    <p:sldId id="616" r:id="rId167"/>
    <p:sldId id="618" r:id="rId168"/>
    <p:sldId id="619" r:id="rId169"/>
    <p:sldId id="732" r:id="rId170"/>
    <p:sldId id="733" r:id="rId171"/>
    <p:sldId id="622" r:id="rId172"/>
    <p:sldId id="623" r:id="rId173"/>
    <p:sldId id="624" r:id="rId174"/>
    <p:sldId id="689" r:id="rId175"/>
    <p:sldId id="625" r:id="rId176"/>
    <p:sldId id="626" r:id="rId177"/>
    <p:sldId id="627" r:id="rId178"/>
    <p:sldId id="628" r:id="rId179"/>
    <p:sldId id="629" r:id="rId180"/>
    <p:sldId id="691" r:id="rId181"/>
    <p:sldId id="630" r:id="rId182"/>
    <p:sldId id="631" r:id="rId183"/>
    <p:sldId id="632" r:id="rId184"/>
    <p:sldId id="633" r:id="rId185"/>
    <p:sldId id="634" r:id="rId186"/>
    <p:sldId id="635" r:id="rId187"/>
    <p:sldId id="637" r:id="rId188"/>
    <p:sldId id="638" r:id="rId189"/>
    <p:sldId id="639" r:id="rId190"/>
    <p:sldId id="640" r:id="rId191"/>
    <p:sldId id="641" r:id="rId192"/>
    <p:sldId id="642" r:id="rId193"/>
    <p:sldId id="643" r:id="rId194"/>
    <p:sldId id="644" r:id="rId195"/>
    <p:sldId id="645" r:id="rId196"/>
    <p:sldId id="646" r:id="rId197"/>
    <p:sldId id="647" r:id="rId198"/>
    <p:sldId id="649" r:id="rId199"/>
    <p:sldId id="650" r:id="rId200"/>
    <p:sldId id="652" r:id="rId201"/>
    <p:sldId id="653" r:id="rId202"/>
    <p:sldId id="654" r:id="rId203"/>
    <p:sldId id="655" r:id="rId204"/>
  </p:sldIdLst>
  <p:sldSz cx="9144000" cy="5143500" type="screen16x9"/>
  <p:notesSz cx="6858000" cy="9144000"/>
  <p:embeddedFontLst>
    <p:embeddedFont>
      <p:font typeface="微软雅黑 Light" panose="020B0502040204020203" pitchFamily="34" charset="-122"/>
      <p:regular r:id="rId206"/>
    </p:embeddedFont>
    <p:embeddedFont>
      <p:font typeface="Cambria Math" panose="02040503050406030204" pitchFamily="18" charset="0"/>
      <p:regular r:id="rId207"/>
    </p:embeddedFont>
    <p:embeddedFont>
      <p:font typeface="Montserrat" panose="00000500000000000000" pitchFamily="2" charset="0"/>
      <p:regular r:id="rId208"/>
    </p:embeddedFont>
    <p:embeddedFont>
      <p:font typeface="微软雅黑" panose="020B0503020204020204" pitchFamily="34" charset="-122"/>
      <p:regular r:id="rId209"/>
      <p:bold r:id="rId21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00B050"/>
    <a:srgbClr val="7F131F"/>
    <a:srgbClr val="0000FF"/>
    <a:srgbClr val="85D1F7"/>
    <a:srgbClr val="FFFF00"/>
    <a:srgbClr val="00FF99"/>
    <a:srgbClr val="3366FF"/>
    <a:srgbClr val="0000CC"/>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40" d="100"/>
          <a:sy n="140" d="100"/>
        </p:scale>
        <p:origin x="642" y="2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font" Target="fonts/font1.fntdata"/><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font" Target="fonts/font2.fntdata"/><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font" Target="fonts/font3.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font" Target="fonts/font4.fntdata"/><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font" Target="fonts/font5.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presProps" Target="pres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viewProps" Target="view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2025/11/12</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3.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3.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3.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a:prstGeom prst="rect">
            <a:avLst/>
          </a:prstGeo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ADFCCCC0-3489-8A7B-BE82-9954915ED1D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486000" y="550723"/>
            <a:ext cx="8172000" cy="338554"/>
          </a:xfrm>
          <a:prstGeom prst="rect">
            <a:avLst/>
          </a:prstGeom>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内容占位符 12">
            <a:extLst>
              <a:ext uri="{FF2B5EF4-FFF2-40B4-BE49-F238E27FC236}">
                <a16:creationId xmlns:a16="http://schemas.microsoft.com/office/drawing/2014/main" id="{24ABC0D8-32D1-6EC6-2E65-3DBEF29A3EE0}"/>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486000" y="550723"/>
            <a:ext cx="8172000" cy="338554"/>
          </a:xfrm>
          <a:prstGeom prst="rect">
            <a:avLst/>
          </a:prstGeom>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Light" panose="020B0502040204020203" pitchFamily="34" charset="-122"/>
                <a:ea typeface="微软雅黑 Light" panose="020B0502040204020203" pitchFamily="34" charset="-122"/>
              </a:rPr>
              <a:t>端口</a:t>
            </a: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756490"/>
          </a:xfrm>
          <a:prstGeom prst="rect">
            <a:avLst/>
          </a:prstGeom>
          <a:noFill/>
          <a:ln w="12700">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发送缓存</a:t>
            </a:r>
          </a:p>
        </p:txBody>
      </p:sp>
      <p:sp>
        <p:nvSpPr>
          <p:cNvPr id="60" name="Line 16"/>
          <p:cNvSpPr>
            <a:spLocks noChangeShapeType="1"/>
          </p:cNvSpPr>
          <p:nvPr/>
        </p:nvSpPr>
        <p:spPr bwMode="auto">
          <a:xfrm flipV="1">
            <a:off x="6823465"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894092"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932863"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6167077" y="3197776"/>
            <a:ext cx="1311713" cy="756490"/>
          </a:xfrm>
          <a:prstGeom prst="rect">
            <a:avLst/>
          </a:prstGeom>
          <a:noFill/>
          <a:ln w="12700">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接收缓存</a:t>
            </a:r>
          </a:p>
        </p:txBody>
      </p:sp>
      <p:sp>
        <p:nvSpPr>
          <p:cNvPr id="71" name="Rectangle 27"/>
          <p:cNvSpPr>
            <a:spLocks noChangeArrowheads="1"/>
          </p:cNvSpPr>
          <p:nvPr/>
        </p:nvSpPr>
        <p:spPr bwMode="auto">
          <a:xfrm>
            <a:off x="6932863"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932863"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6271165" y="284410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Light" panose="020B0502040204020203" pitchFamily="34" charset="-122"/>
                <a:ea typeface="微软雅黑 Light" panose="020B0502040204020203" pitchFamily="34" charset="-122"/>
              </a:rPr>
              <a:t>端口</a:t>
            </a: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6496552"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83" name="Rectangle 39"/>
          <p:cNvSpPr>
            <a:spLocks noChangeArrowheads="1"/>
          </p:cNvSpPr>
          <p:nvPr/>
        </p:nvSpPr>
        <p:spPr bwMode="auto">
          <a:xfrm>
            <a:off x="2211758" y="3118413"/>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6741682" y="3118413"/>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3" name="AutoShape 108"/>
          <p:cNvSpPr>
            <a:spLocks noChangeArrowheads="1"/>
          </p:cNvSpPr>
          <p:nvPr/>
        </p:nvSpPr>
        <p:spPr bwMode="auto">
          <a:xfrm rot="16200000">
            <a:off x="4400718" y="2257289"/>
            <a:ext cx="346183" cy="4206853"/>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4285056"/>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6236732" y="4285056"/>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2" name="AutoShape 7"/>
          <p:cNvSpPr>
            <a:spLocks noChangeArrowheads="1"/>
          </p:cNvSpPr>
          <p:nvPr/>
        </p:nvSpPr>
        <p:spPr bwMode="auto">
          <a:xfrm>
            <a:off x="4668339" y="4285056"/>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报文段</a:t>
            </a:r>
          </a:p>
        </p:txBody>
      </p:sp>
      <p:sp>
        <p:nvSpPr>
          <p:cNvPr id="69" name="Rectangle 25"/>
          <p:cNvSpPr>
            <a:spLocks noChangeArrowheads="1"/>
          </p:cNvSpPr>
          <p:nvPr/>
        </p:nvSpPr>
        <p:spPr bwMode="auto">
          <a:xfrm>
            <a:off x="3935309"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a:latin typeface="微软雅黑 Light" panose="020B0502040204020203" pitchFamily="34" charset="-122"/>
                <a:ea typeface="微软雅黑 Light" panose="020B0502040204020203" pitchFamily="34" charset="-122"/>
              </a:rPr>
              <a:t>报文段</a:t>
            </a:r>
          </a:p>
        </p:txBody>
      </p:sp>
      <p:sp>
        <p:nvSpPr>
          <p:cNvPr id="70" name="Rectangle 26"/>
          <p:cNvSpPr>
            <a:spLocks noChangeArrowheads="1"/>
          </p:cNvSpPr>
          <p:nvPr/>
        </p:nvSpPr>
        <p:spPr bwMode="auto">
          <a:xfrm>
            <a:off x="5496288" y="4263626"/>
            <a:ext cx="728612" cy="208945"/>
          </a:xfrm>
          <a:prstGeom prst="rect">
            <a:avLst/>
          </a:prstGeom>
          <a:noFill/>
          <a:ln w="9525">
            <a:solidFill>
              <a:schemeClr val="tx1"/>
            </a:solidFill>
            <a:miter lim="800000"/>
            <a:headEnd/>
            <a:tailEnd/>
          </a:ln>
          <a:effectLst/>
        </p:spPr>
        <p:txBody>
          <a:bodyPr wrap="none" anchor="ctr"/>
          <a:lstStyle/>
          <a:p>
            <a:pPr algn="ctr"/>
            <a:r>
              <a:rPr lang="zh-CN" altLang="en-US" sz="1200" dirty="0">
                <a:latin typeface="微软雅黑 Light" panose="020B0502040204020203" pitchFamily="34" charset="-122"/>
                <a:ea typeface="微软雅黑 Light" panose="020B0502040204020203" pitchFamily="34" charset="-122"/>
              </a:rPr>
              <a:t>报文段</a:t>
            </a:r>
          </a:p>
        </p:txBody>
      </p:sp>
      <p:sp>
        <p:nvSpPr>
          <p:cNvPr id="68" name="Text Box 24"/>
          <p:cNvSpPr txBox="1">
            <a:spLocks noChangeArrowheads="1"/>
          </p:cNvSpPr>
          <p:nvPr/>
        </p:nvSpPr>
        <p:spPr bwMode="auto">
          <a:xfrm>
            <a:off x="5042017" y="4161350"/>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6677235" y="3940594"/>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941058"/>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909E8E84-426E-40DD-AFC4-6F175D3DCCD1}">
              <a14:hiddenFill xmlns:a14="http://schemas.microsoft.com/office/drawing/2010/main">
                <a:solidFill>
                  <a:srgbClr val="DDDDDD"/>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909E8E84-426E-40DD-AFC4-6F175D3DCCD1}">
              <a14:hiddenFill xmlns:a14="http://schemas.microsoft.com/office/drawing/2010/main">
                <a:solidFill>
                  <a:srgbClr val="DDDDDD"/>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9" name="内容占位符 8">
            <a:extLst>
              <a:ext uri="{FF2B5EF4-FFF2-40B4-BE49-F238E27FC236}">
                <a16:creationId xmlns:a16="http://schemas.microsoft.com/office/drawing/2014/main" id="{DC05D432-B5BC-6B74-361D-A1A4C4B6B43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DD96DF20-6E00-FE9A-F1D3-4355285C01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11" name="内容占位符 10">
            <a:extLst>
              <a:ext uri="{FF2B5EF4-FFF2-40B4-BE49-F238E27FC236}">
                <a16:creationId xmlns:a16="http://schemas.microsoft.com/office/drawing/2014/main" id="{CABFF834-C504-3B45-F0C2-FF31498EADB0}"/>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1888B37F-FA52-D9E1-C542-9202FFFA2C4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内容占位符 9">
            <a:extLst>
              <a:ext uri="{FF2B5EF4-FFF2-40B4-BE49-F238E27FC236}">
                <a16:creationId xmlns:a16="http://schemas.microsoft.com/office/drawing/2014/main" id="{2CE6FA17-4F8F-CBFE-FF96-AEB3A517119B}"/>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ACFE2E86-8C4B-0874-81C9-7B38676B1E6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2" name="内容占位符 11">
            <a:extLst>
              <a:ext uri="{FF2B5EF4-FFF2-40B4-BE49-F238E27FC236}">
                <a16:creationId xmlns:a16="http://schemas.microsoft.com/office/drawing/2014/main" id="{218D7CB5-D745-0664-CE59-85E065458506}"/>
              </a:ext>
            </a:extLst>
          </p:cNvPr>
          <p:cNvSpPr>
            <a:spLocks noGrp="1"/>
          </p:cNvSpPr>
          <p:nvPr>
            <p:ph sz="quarter" idx="11"/>
          </p:nvPr>
        </p:nvSpPr>
        <p:spPr/>
        <p:txBody>
          <a:bodyPr/>
          <a:lstStyle/>
          <a:p>
            <a:endParaRPr lang="zh-CN" altLang="en-US"/>
          </a:p>
        </p:txBody>
      </p:sp>
      <p:sp>
        <p:nvSpPr>
          <p:cNvPr id="11" name="标题 10">
            <a:extLst>
              <a:ext uri="{FF2B5EF4-FFF2-40B4-BE49-F238E27FC236}">
                <a16:creationId xmlns:a16="http://schemas.microsoft.com/office/drawing/2014/main" id="{63BFBDE7-C12B-58AE-E76C-58E0992208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3" name="内容占位符 12">
            <a:extLst>
              <a:ext uri="{FF2B5EF4-FFF2-40B4-BE49-F238E27FC236}">
                <a16:creationId xmlns:a16="http://schemas.microsoft.com/office/drawing/2014/main" id="{7736E540-75E2-A69A-F619-1D840CA535AD}"/>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812BCE56-B6A3-028E-FE26-0D99C0589A7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8" name="内容占位符 7">
            <a:extLst>
              <a:ext uri="{FF2B5EF4-FFF2-40B4-BE49-F238E27FC236}">
                <a16:creationId xmlns:a16="http://schemas.microsoft.com/office/drawing/2014/main" id="{BB94F5CB-D3A8-091F-64DD-2D8423577B2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03C4A2B8-D090-1BE3-6FFE-BE76B0FC0B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7" name="内容占位符 6">
            <a:extLst>
              <a:ext uri="{FF2B5EF4-FFF2-40B4-BE49-F238E27FC236}">
                <a16:creationId xmlns:a16="http://schemas.microsoft.com/office/drawing/2014/main" id="{E132A327-FB5C-8FB4-C6BD-D5F49CDD6D67}"/>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20F989CC-A567-7A27-52AB-8B84C9CBC1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5" name="内容占位符 14">
            <a:extLst>
              <a:ext uri="{FF2B5EF4-FFF2-40B4-BE49-F238E27FC236}">
                <a16:creationId xmlns:a16="http://schemas.microsoft.com/office/drawing/2014/main" id="{EE44ED0D-1C21-E435-80B3-DCBD8BCE7FCC}"/>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83854B0D-BF54-D45D-A1D1-E86B02B39FE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8" name="内容占位符 7">
            <a:extLst>
              <a:ext uri="{FF2B5EF4-FFF2-40B4-BE49-F238E27FC236}">
                <a16:creationId xmlns:a16="http://schemas.microsoft.com/office/drawing/2014/main" id="{2E03B27C-5227-B87C-F10B-03190C4CFEAA}"/>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C35BA838-399A-14EC-5F7B-CD258C0B16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p:txBody>
          <a:bodyPr/>
          <a:lstStyle/>
          <a:p>
            <a:endParaRPr lang="zh-CN" altLang="en-US"/>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zh-CN" altLang="en-US" dirty="0"/>
              <a:t>利用可变窗口进行流量控制举例</a:t>
            </a: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p:txBody>
          <a:bodyPr/>
          <a:lstStyle/>
          <a:p>
            <a:endParaRPr lang="zh-CN" altLang="en-US"/>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内容占位符 6">
            <a:extLst>
              <a:ext uri="{FF2B5EF4-FFF2-40B4-BE49-F238E27FC236}">
                <a16:creationId xmlns:a16="http://schemas.microsoft.com/office/drawing/2014/main" id="{D0A64F38-6FCE-25DD-5574-A25FC48F28D3}"/>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BCFA98-0C70-AFD4-2639-1A5244A877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C76840EB-F2FA-0BC0-1228-95A9F4A1A21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2B439D2-EA95-EB40-F9D0-8BC6EB80BA7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16E25463-6F7C-9335-53DD-FD326EC3CCD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6817199-2BDA-A17D-2C4C-395D3ED03B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EA551652-C492-CC4C-FB7D-70A5F76735F4}"/>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62C08E8E-C6FA-4134-50F2-FF8E5F33AA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8" name="内容占位符 7">
            <a:extLst>
              <a:ext uri="{FF2B5EF4-FFF2-40B4-BE49-F238E27FC236}">
                <a16:creationId xmlns:a16="http://schemas.microsoft.com/office/drawing/2014/main" id="{001E62BF-5057-43D5-8144-D302EF5359DE}"/>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8626822F-B276-4858-8FAF-AF9F4945B92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8" name="内容占位符 7">
            <a:extLst>
              <a:ext uri="{FF2B5EF4-FFF2-40B4-BE49-F238E27FC236}">
                <a16:creationId xmlns:a16="http://schemas.microsoft.com/office/drawing/2014/main" id="{19A407F6-53B4-9D8E-C81D-97BC9E8A3B97}"/>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490E1554-11B4-7C58-BD30-7AF9C848D99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8" name="内容占位符 7">
            <a:extLst>
              <a:ext uri="{FF2B5EF4-FFF2-40B4-BE49-F238E27FC236}">
                <a16:creationId xmlns:a16="http://schemas.microsoft.com/office/drawing/2014/main" id="{B4651270-C27F-DDC4-0A3B-20F83C00DBE1}"/>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F5F49CA-175F-979B-28D6-69C0172FE0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7" name="内容占位符 6">
            <a:extLst>
              <a:ext uri="{FF2B5EF4-FFF2-40B4-BE49-F238E27FC236}">
                <a16:creationId xmlns:a16="http://schemas.microsoft.com/office/drawing/2014/main" id="{3F05A17B-8542-4612-BBBF-933823F675DB}"/>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54B9EAF-B789-FB06-C401-D874B8837FF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7" name="内容占位符 6">
            <a:extLst>
              <a:ext uri="{FF2B5EF4-FFF2-40B4-BE49-F238E27FC236}">
                <a16:creationId xmlns:a16="http://schemas.microsoft.com/office/drawing/2014/main" id="{0C08B837-C265-B96A-581C-96951EFA321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4A198DE-DCD8-8209-3038-91019F82D30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6" name="内容占位符 5">
            <a:extLst>
              <a:ext uri="{FF2B5EF4-FFF2-40B4-BE49-F238E27FC236}">
                <a16:creationId xmlns:a16="http://schemas.microsoft.com/office/drawing/2014/main" id="{DF5E871E-C041-E609-A383-311114CE828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1ACFD07-B143-550A-DD09-CC0E09C095E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6" name="内容占位符 5">
            <a:extLst>
              <a:ext uri="{FF2B5EF4-FFF2-40B4-BE49-F238E27FC236}">
                <a16:creationId xmlns:a16="http://schemas.microsoft.com/office/drawing/2014/main" id="{FE55FA80-F64C-D179-DD1A-353C1C7B8A1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0ECC931-3A6F-B1FE-5B81-8DBB9DDFD159}"/>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6" name="内容占位符 5">
            <a:extLst>
              <a:ext uri="{FF2B5EF4-FFF2-40B4-BE49-F238E27FC236}">
                <a16:creationId xmlns:a16="http://schemas.microsoft.com/office/drawing/2014/main" id="{184C4D18-4F5A-5A1D-94D4-1F417F70F37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4DCE551-62E7-012F-5A85-8DB386F8BAE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6" name="内容占位符 5">
            <a:extLst>
              <a:ext uri="{FF2B5EF4-FFF2-40B4-BE49-F238E27FC236}">
                <a16:creationId xmlns:a16="http://schemas.microsoft.com/office/drawing/2014/main" id="{0E56A59E-18CF-7DBD-258C-34A9DF2BB9E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B361397-1F02-7DCC-CB05-2CA8920A72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6" name="内容占位符 5">
            <a:extLst>
              <a:ext uri="{FF2B5EF4-FFF2-40B4-BE49-F238E27FC236}">
                <a16:creationId xmlns:a16="http://schemas.microsoft.com/office/drawing/2014/main" id="{9C0F22B8-6A26-32FC-99BE-D2068C1D64E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26AF6AB-D601-52A6-78B5-E0EBD10EE0B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18B61293-B018-1337-E9D6-A9D13EEBBE9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D778F9-691A-6893-CCD2-1E31C89B648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678224D-77D3-DE85-29CD-D144C1F66174}"/>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16E9A05C-CD55-8EA9-CC94-4D9E646FCCA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6FEDC817-5E6A-DE13-B61C-C4ABD06345F2}"/>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FCACCBA-68BC-6785-1AC3-40A5B2A3878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E258B72D-B6AA-1993-5919-444576157CD0}"/>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7A721D1-076D-2AA7-436F-323F0B533BF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7" name="内容占位符 6">
            <a:extLst>
              <a:ext uri="{FF2B5EF4-FFF2-40B4-BE49-F238E27FC236}">
                <a16:creationId xmlns:a16="http://schemas.microsoft.com/office/drawing/2014/main" id="{A8BC7B2A-490C-2B96-3586-A6B9A5216379}"/>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B818F90D-44B8-8941-CE7D-365B41B61E3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7FCF89BF-10F8-CBFF-A764-28E3825544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D83FA92-5B44-B52A-9B25-1112DCC8FB7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F31A903C-8B73-B9C0-CC95-635A5D04C54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F359BDD3-EA27-EFEC-54D0-75BEBDAC6B8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712555B8-D511-7FFA-91BB-1B99494A92F8}"/>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7A471817-1839-8117-A4B9-72236707C30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9D622BCC-60FE-84D9-A8C7-4BACC5EDA84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0882014-F58E-9F0E-79D4-F86DA547142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20" name="内容占位符 19">
            <a:extLst>
              <a:ext uri="{FF2B5EF4-FFF2-40B4-BE49-F238E27FC236}">
                <a16:creationId xmlns:a16="http://schemas.microsoft.com/office/drawing/2014/main" id="{26EEE0D2-1AF0-0760-D277-5AC6970180CC}"/>
              </a:ext>
            </a:extLst>
          </p:cNvPr>
          <p:cNvSpPr>
            <a:spLocks noGrp="1"/>
          </p:cNvSpPr>
          <p:nvPr>
            <p:ph sz="quarter" idx="11"/>
          </p:nvPr>
        </p:nvSpPr>
        <p:spPr/>
        <p:txBody>
          <a:bodyPr/>
          <a:lstStyle/>
          <a:p>
            <a:endParaRPr lang="zh-CN" altLang="en-US"/>
          </a:p>
        </p:txBody>
      </p:sp>
      <p:sp>
        <p:nvSpPr>
          <p:cNvPr id="19" name="标题 18">
            <a:extLst>
              <a:ext uri="{FF2B5EF4-FFF2-40B4-BE49-F238E27FC236}">
                <a16:creationId xmlns:a16="http://schemas.microsoft.com/office/drawing/2014/main" id="{B5D78B42-07E6-2481-8AF9-8183A9D3D9B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6" name="内容占位符 5">
            <a:extLst>
              <a:ext uri="{FF2B5EF4-FFF2-40B4-BE49-F238E27FC236}">
                <a16:creationId xmlns:a16="http://schemas.microsoft.com/office/drawing/2014/main" id="{A0596160-30A2-DC28-7C29-151AE4CB1E1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C434A54-4808-EF91-04EA-C9B27B00087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6" name="内容占位符 5">
            <a:extLst>
              <a:ext uri="{FF2B5EF4-FFF2-40B4-BE49-F238E27FC236}">
                <a16:creationId xmlns:a16="http://schemas.microsoft.com/office/drawing/2014/main" id="{8509B21C-559E-2BAB-FB9B-D530E23765EB}"/>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CAA5AB4-6E76-A84A-BBFC-D1E5DAE1A27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6" name="内容占位符 35">
            <a:extLst>
              <a:ext uri="{FF2B5EF4-FFF2-40B4-BE49-F238E27FC236}">
                <a16:creationId xmlns:a16="http://schemas.microsoft.com/office/drawing/2014/main" id="{B1B91335-7DA2-F41B-1459-0936169FC8F3}"/>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00A20A48-D1B6-50D1-8FAD-5BA1E06136F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10" name="内容占位符 9">
            <a:extLst>
              <a:ext uri="{FF2B5EF4-FFF2-40B4-BE49-F238E27FC236}">
                <a16:creationId xmlns:a16="http://schemas.microsoft.com/office/drawing/2014/main" id="{E7DF95F4-E4BC-5BA6-8CB9-7B4A420CE952}"/>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5" name="内容占位符 14">
            <a:extLst>
              <a:ext uri="{FF2B5EF4-FFF2-40B4-BE49-F238E27FC236}">
                <a16:creationId xmlns:a16="http://schemas.microsoft.com/office/drawing/2014/main" id="{4E695EA1-3371-3B90-8227-0101435A8FB0}"/>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ADC8FA35-F415-FF99-5C36-23C05C6F2A6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6" name="内容占位符 5">
            <a:extLst>
              <a:ext uri="{FF2B5EF4-FFF2-40B4-BE49-F238E27FC236}">
                <a16:creationId xmlns:a16="http://schemas.microsoft.com/office/drawing/2014/main" id="{D64E6BDC-57E6-6BC8-E9FA-43CD69B97E6C}"/>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398F9295-56CC-A398-F6D9-64B8B43B261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9" name="内容占位符 18">
            <a:extLst>
              <a:ext uri="{FF2B5EF4-FFF2-40B4-BE49-F238E27FC236}">
                <a16:creationId xmlns:a16="http://schemas.microsoft.com/office/drawing/2014/main" id="{EB542B0E-3ECC-974E-F900-C0483BFBAAA7}"/>
              </a:ext>
            </a:extLst>
          </p:cNvPr>
          <p:cNvSpPr>
            <a:spLocks noGrp="1"/>
          </p:cNvSpPr>
          <p:nvPr>
            <p:ph sz="quarter" idx="11"/>
          </p:nvPr>
        </p:nvSpPr>
        <p:spPr/>
        <p:txBody>
          <a:bodyPr/>
          <a:lstStyle/>
          <a:p>
            <a:endParaRPr lang="zh-CN" altLang="en-US"/>
          </a:p>
        </p:txBody>
      </p:sp>
      <p:sp>
        <p:nvSpPr>
          <p:cNvPr id="18" name="标题 17">
            <a:extLst>
              <a:ext uri="{FF2B5EF4-FFF2-40B4-BE49-F238E27FC236}">
                <a16:creationId xmlns:a16="http://schemas.microsoft.com/office/drawing/2014/main" id="{82188499-3004-C322-5C6E-295D98FB9C9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7" name="内容占位符 6">
            <a:extLst>
              <a:ext uri="{FF2B5EF4-FFF2-40B4-BE49-F238E27FC236}">
                <a16:creationId xmlns:a16="http://schemas.microsoft.com/office/drawing/2014/main" id="{29449913-5B0B-23F6-B99B-1D1500932FC8}"/>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9D1CEE4E-9713-F96E-178F-E66AD7B27FCD}"/>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42" name="内容占位符 41">
            <a:extLst>
              <a:ext uri="{FF2B5EF4-FFF2-40B4-BE49-F238E27FC236}">
                <a16:creationId xmlns:a16="http://schemas.microsoft.com/office/drawing/2014/main" id="{A4D9958E-2AFD-5E52-64DF-FD85CF19C058}"/>
              </a:ext>
            </a:extLst>
          </p:cNvPr>
          <p:cNvSpPr>
            <a:spLocks noGrp="1"/>
          </p:cNvSpPr>
          <p:nvPr>
            <p:ph sz="quarter" idx="11"/>
          </p:nvPr>
        </p:nvSpPr>
        <p:spPr/>
        <p:txBody>
          <a:bodyPr/>
          <a:lstStyle/>
          <a:p>
            <a:endParaRPr lang="zh-CN" altLang="en-US"/>
          </a:p>
        </p:txBody>
      </p:sp>
      <p:sp>
        <p:nvSpPr>
          <p:cNvPr id="41" name="标题 40">
            <a:extLst>
              <a:ext uri="{FF2B5EF4-FFF2-40B4-BE49-F238E27FC236}">
                <a16:creationId xmlns:a16="http://schemas.microsoft.com/office/drawing/2014/main" id="{0C51DEE7-D517-F729-C285-6224C35F4B4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4" name="内容占位符 13">
            <a:extLst>
              <a:ext uri="{FF2B5EF4-FFF2-40B4-BE49-F238E27FC236}">
                <a16:creationId xmlns:a16="http://schemas.microsoft.com/office/drawing/2014/main" id="{D8EBB747-5C82-8D85-74DC-851C454B1389}"/>
              </a:ext>
            </a:extLst>
          </p:cNvPr>
          <p:cNvSpPr>
            <a:spLocks noGrp="1"/>
          </p:cNvSpPr>
          <p:nvPr>
            <p:ph sz="quarter" idx="11"/>
          </p:nvPr>
        </p:nvSpPr>
        <p:spPr/>
        <p:txBody>
          <a:bodyPr/>
          <a:lstStyle/>
          <a:p>
            <a:endParaRPr lang="zh-CN" altLang="en-US"/>
          </a:p>
        </p:txBody>
      </p:sp>
      <p:sp>
        <p:nvSpPr>
          <p:cNvPr id="13" name="标题 12">
            <a:extLst>
              <a:ext uri="{FF2B5EF4-FFF2-40B4-BE49-F238E27FC236}">
                <a16:creationId xmlns:a16="http://schemas.microsoft.com/office/drawing/2014/main" id="{614D9BD1-F728-0F54-8902-98AA9C5548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5" name="内容占位符 14">
            <a:extLst>
              <a:ext uri="{FF2B5EF4-FFF2-40B4-BE49-F238E27FC236}">
                <a16:creationId xmlns:a16="http://schemas.microsoft.com/office/drawing/2014/main" id="{047A6874-979E-3029-A8C3-259A60CF0F26}"/>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E4A16614-0FFA-EB9D-0786-0FBD923A65F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5" name="内容占位符 14">
            <a:extLst>
              <a:ext uri="{FF2B5EF4-FFF2-40B4-BE49-F238E27FC236}">
                <a16:creationId xmlns:a16="http://schemas.microsoft.com/office/drawing/2014/main" id="{4B78686D-2AE3-1C77-2894-9C0FBD7A903E}"/>
              </a:ext>
            </a:extLst>
          </p:cNvPr>
          <p:cNvSpPr>
            <a:spLocks noGrp="1"/>
          </p:cNvSpPr>
          <p:nvPr>
            <p:ph sz="quarter" idx="11"/>
          </p:nvPr>
        </p:nvSpPr>
        <p:spPr/>
        <p:txBody>
          <a:bodyPr/>
          <a:lstStyle/>
          <a:p>
            <a:endParaRPr lang="zh-CN" altLang="en-US"/>
          </a:p>
        </p:txBody>
      </p:sp>
      <p:sp>
        <p:nvSpPr>
          <p:cNvPr id="14" name="标题 13">
            <a:extLst>
              <a:ext uri="{FF2B5EF4-FFF2-40B4-BE49-F238E27FC236}">
                <a16:creationId xmlns:a16="http://schemas.microsoft.com/office/drawing/2014/main" id="{09C63D11-D029-342E-D0FA-0532FBFA035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2" name="内容占位符 31">
            <a:extLst>
              <a:ext uri="{FF2B5EF4-FFF2-40B4-BE49-F238E27FC236}">
                <a16:creationId xmlns:a16="http://schemas.microsoft.com/office/drawing/2014/main" id="{8FBB5076-855A-4B69-133D-DBE32DBEED9B}"/>
              </a:ext>
            </a:extLst>
          </p:cNvPr>
          <p:cNvSpPr>
            <a:spLocks noGrp="1"/>
          </p:cNvSpPr>
          <p:nvPr>
            <p:ph sz="quarter" idx="11"/>
          </p:nvPr>
        </p:nvSpPr>
        <p:spPr/>
        <p:txBody>
          <a:bodyPr/>
          <a:lstStyle/>
          <a:p>
            <a:endParaRPr lang="zh-CN" altLang="en-US"/>
          </a:p>
        </p:txBody>
      </p:sp>
      <p:sp>
        <p:nvSpPr>
          <p:cNvPr id="31" name="标题 30">
            <a:extLst>
              <a:ext uri="{FF2B5EF4-FFF2-40B4-BE49-F238E27FC236}">
                <a16:creationId xmlns:a16="http://schemas.microsoft.com/office/drawing/2014/main" id="{CA728FE8-177E-3CE4-64A7-085401A1101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5" name="内容占位符 34">
            <a:extLst>
              <a:ext uri="{FF2B5EF4-FFF2-40B4-BE49-F238E27FC236}">
                <a16:creationId xmlns:a16="http://schemas.microsoft.com/office/drawing/2014/main" id="{33D7A034-F409-B220-9F06-DBB22B8684FC}"/>
              </a:ext>
            </a:extLst>
          </p:cNvPr>
          <p:cNvSpPr>
            <a:spLocks noGrp="1"/>
          </p:cNvSpPr>
          <p:nvPr>
            <p:ph sz="quarter" idx="11"/>
          </p:nvPr>
        </p:nvSpPr>
        <p:spPr/>
        <p:txBody>
          <a:bodyPr/>
          <a:lstStyle/>
          <a:p>
            <a:endParaRPr lang="zh-CN" altLang="en-US"/>
          </a:p>
        </p:txBody>
      </p:sp>
      <p:sp>
        <p:nvSpPr>
          <p:cNvPr id="34" name="标题 33">
            <a:extLst>
              <a:ext uri="{FF2B5EF4-FFF2-40B4-BE49-F238E27FC236}">
                <a16:creationId xmlns:a16="http://schemas.microsoft.com/office/drawing/2014/main" id="{2EF2E450-44F0-F732-1CAB-D3A964BBABEE}"/>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8" name="内容占位符 37">
            <a:extLst>
              <a:ext uri="{FF2B5EF4-FFF2-40B4-BE49-F238E27FC236}">
                <a16:creationId xmlns:a16="http://schemas.microsoft.com/office/drawing/2014/main" id="{0EA209CD-418F-EEA7-DBC6-1FCF1953AAD4}"/>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3E6E9E2C-0D70-FD2F-033F-CAAE63AD24C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0" name="内容占位符 39">
            <a:extLst>
              <a:ext uri="{FF2B5EF4-FFF2-40B4-BE49-F238E27FC236}">
                <a16:creationId xmlns:a16="http://schemas.microsoft.com/office/drawing/2014/main" id="{41CC26C4-9B96-68A0-E704-0F4834CCF070}"/>
              </a:ext>
            </a:extLst>
          </p:cNvPr>
          <p:cNvSpPr>
            <a:spLocks noGrp="1"/>
          </p:cNvSpPr>
          <p:nvPr>
            <p:ph sz="quarter" idx="11"/>
          </p:nvPr>
        </p:nvSpPr>
        <p:spPr/>
        <p:txBody>
          <a:bodyPr/>
          <a:lstStyle/>
          <a:p>
            <a:endParaRPr lang="zh-CN" altLang="en-US"/>
          </a:p>
        </p:txBody>
      </p:sp>
      <p:sp>
        <p:nvSpPr>
          <p:cNvPr id="39" name="标题 38">
            <a:extLst>
              <a:ext uri="{FF2B5EF4-FFF2-40B4-BE49-F238E27FC236}">
                <a16:creationId xmlns:a16="http://schemas.microsoft.com/office/drawing/2014/main" id="{6B1B90CD-7904-D7EC-5510-86C52949B06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8" name="内容占位符 37">
            <a:extLst>
              <a:ext uri="{FF2B5EF4-FFF2-40B4-BE49-F238E27FC236}">
                <a16:creationId xmlns:a16="http://schemas.microsoft.com/office/drawing/2014/main" id="{2EE459F5-4FAE-E025-192D-E74A637662DB}"/>
              </a:ext>
            </a:extLst>
          </p:cNvPr>
          <p:cNvSpPr>
            <a:spLocks noGrp="1"/>
          </p:cNvSpPr>
          <p:nvPr>
            <p:ph sz="quarter" idx="11"/>
          </p:nvPr>
        </p:nvSpPr>
        <p:spPr/>
        <p:txBody>
          <a:bodyPr/>
          <a:lstStyle/>
          <a:p>
            <a:endParaRPr lang="zh-CN" altLang="en-US"/>
          </a:p>
        </p:txBody>
      </p:sp>
      <p:sp>
        <p:nvSpPr>
          <p:cNvPr id="37" name="标题 36">
            <a:extLst>
              <a:ext uri="{FF2B5EF4-FFF2-40B4-BE49-F238E27FC236}">
                <a16:creationId xmlns:a16="http://schemas.microsoft.com/office/drawing/2014/main" id="{F905790C-7AB5-9664-8D60-74DF231A0FC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6" name="内容占位符 5">
            <a:extLst>
              <a:ext uri="{FF2B5EF4-FFF2-40B4-BE49-F238E27FC236}">
                <a16:creationId xmlns:a16="http://schemas.microsoft.com/office/drawing/2014/main" id="{BFF2ECFC-9256-4EA6-393E-F71DD3A81265}"/>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A1F1ABA-C5ED-CAB0-9953-96DFED591452}"/>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6" name="内容占位符 5">
            <a:extLst>
              <a:ext uri="{FF2B5EF4-FFF2-40B4-BE49-F238E27FC236}">
                <a16:creationId xmlns:a16="http://schemas.microsoft.com/office/drawing/2014/main" id="{9EAE2916-4B15-7BA7-2D04-6D27E7CF2AD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A9E2B9DA-66A0-C871-38FA-E4D0453691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6" name="内容占位符 5">
            <a:extLst>
              <a:ext uri="{FF2B5EF4-FFF2-40B4-BE49-F238E27FC236}">
                <a16:creationId xmlns:a16="http://schemas.microsoft.com/office/drawing/2014/main" id="{7BA56D61-E990-C8F8-C327-3A90E8A74DAF}"/>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CBB0F1F6-E51D-AE4F-6F07-96392C45B1B1}"/>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0" name="内容占位符 49">
            <a:extLst>
              <a:ext uri="{FF2B5EF4-FFF2-40B4-BE49-F238E27FC236}">
                <a16:creationId xmlns:a16="http://schemas.microsoft.com/office/drawing/2014/main" id="{3D6C09CC-ABB9-440A-8A03-2226D38725C6}"/>
              </a:ext>
            </a:extLst>
          </p:cNvPr>
          <p:cNvSpPr>
            <a:spLocks noGrp="1"/>
          </p:cNvSpPr>
          <p:nvPr>
            <p:ph sz="quarter" idx="11"/>
          </p:nvPr>
        </p:nvSpPr>
        <p:spPr/>
        <p:txBody>
          <a:bodyPr/>
          <a:lstStyle/>
          <a:p>
            <a:endParaRPr lang="zh-CN" altLang="en-US"/>
          </a:p>
        </p:txBody>
      </p:sp>
      <p:sp>
        <p:nvSpPr>
          <p:cNvPr id="49" name="标题 48">
            <a:extLst>
              <a:ext uri="{FF2B5EF4-FFF2-40B4-BE49-F238E27FC236}">
                <a16:creationId xmlns:a16="http://schemas.microsoft.com/office/drawing/2014/main" id="{823C4A66-DA2C-0B7C-B687-366BA2E333D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3" name="内容占位符 12">
            <a:extLst>
              <a:ext uri="{FF2B5EF4-FFF2-40B4-BE49-F238E27FC236}">
                <a16:creationId xmlns:a16="http://schemas.microsoft.com/office/drawing/2014/main" id="{5147E6D8-3021-9D0D-4826-99547161664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22F713BD-4966-14E8-3349-1C8D16D62E2A}"/>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5" name="内容占位符 74">
            <a:extLst>
              <a:ext uri="{FF2B5EF4-FFF2-40B4-BE49-F238E27FC236}">
                <a16:creationId xmlns:a16="http://schemas.microsoft.com/office/drawing/2014/main" id="{7831954A-0DB2-4A62-6FB0-F646EC471266}"/>
              </a:ext>
            </a:extLst>
          </p:cNvPr>
          <p:cNvSpPr>
            <a:spLocks noGrp="1"/>
          </p:cNvSpPr>
          <p:nvPr>
            <p:ph sz="quarter" idx="11"/>
          </p:nvPr>
        </p:nvSpPr>
        <p:spPr/>
        <p:txBody>
          <a:bodyPr/>
          <a:lstStyle/>
          <a:p>
            <a:endParaRPr lang="zh-CN" altLang="en-US"/>
          </a:p>
        </p:txBody>
      </p:sp>
      <p:sp>
        <p:nvSpPr>
          <p:cNvPr id="74" name="标题 73">
            <a:extLst>
              <a:ext uri="{FF2B5EF4-FFF2-40B4-BE49-F238E27FC236}">
                <a16:creationId xmlns:a16="http://schemas.microsoft.com/office/drawing/2014/main" id="{CAB5771B-6BAF-010A-6844-DAF3C06B367B}"/>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6887</TotalTime>
  <Words>17273</Words>
  <Application>Microsoft Office PowerPoint</Application>
  <PresentationFormat>全屏显示(16:9)</PresentationFormat>
  <Paragraphs>4032</Paragraphs>
  <Slides>203</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203</vt:i4>
      </vt:variant>
    </vt:vector>
  </HeadingPairs>
  <TitlesOfParts>
    <vt:vector size="216" baseType="lpstr">
      <vt:lpstr>Courier New</vt:lpstr>
      <vt:lpstr>Montserrat</vt:lpstr>
      <vt:lpstr>微软雅黑</vt:lpstr>
      <vt:lpstr>Calibri</vt:lpstr>
      <vt:lpstr>微软雅黑 Light</vt:lpstr>
      <vt:lpstr>Wingdings</vt:lpstr>
      <vt:lpstr>宋体</vt:lpstr>
      <vt:lpstr>Arial</vt:lpstr>
      <vt:lpstr>Symbol</vt:lpstr>
      <vt:lpstr>Cambria Math</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累积确认</vt:lpstr>
      <vt:lpstr>累积确认</vt:lpstr>
      <vt:lpstr>5.5  TCP 报文段的首部格式</vt:lpstr>
      <vt:lpstr>5.5  TCP 报文段的首部格式</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利用可变窗口进行流量控制举例</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649</cp:revision>
  <dcterms:created xsi:type="dcterms:W3CDTF">2018-07-18T08:51:30Z</dcterms:created>
  <dcterms:modified xsi:type="dcterms:W3CDTF">2025-11-12T14:35:33Z</dcterms:modified>
</cp:coreProperties>
</file>
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8"/>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742" r:id="rId70"/>
    <p:sldId id="741" r:id="rId71"/>
    <p:sldId id="521" r:id="rId72"/>
    <p:sldId id="522" r:id="rId73"/>
    <p:sldId id="523" r:id="rId74"/>
    <p:sldId id="524" r:id="rId75"/>
    <p:sldId id="525" r:id="rId76"/>
    <p:sldId id="526" r:id="rId77"/>
    <p:sldId id="527" r:id="rId78"/>
    <p:sldId id="528" r:id="rId79"/>
    <p:sldId id="529" r:id="rId80"/>
    <p:sldId id="530" r:id="rId81"/>
    <p:sldId id="531" r:id="rId82"/>
    <p:sldId id="532" r:id="rId83"/>
    <p:sldId id="533" r:id="rId84"/>
    <p:sldId id="534" r:id="rId85"/>
    <p:sldId id="535" r:id="rId86"/>
    <p:sldId id="536" r:id="rId87"/>
    <p:sldId id="537" r:id="rId88"/>
    <p:sldId id="702" r:id="rId89"/>
    <p:sldId id="701" r:id="rId90"/>
    <p:sldId id="703" r:id="rId91"/>
    <p:sldId id="705" r:id="rId92"/>
    <p:sldId id="707" r:id="rId93"/>
    <p:sldId id="708" r:id="rId94"/>
    <p:sldId id="709" r:id="rId95"/>
    <p:sldId id="541" r:id="rId96"/>
    <p:sldId id="542" r:id="rId97"/>
    <p:sldId id="543" r:id="rId98"/>
    <p:sldId id="710" r:id="rId99"/>
    <p:sldId id="546" r:id="rId100"/>
    <p:sldId id="711" r:id="rId101"/>
    <p:sldId id="713" r:id="rId102"/>
    <p:sldId id="715" r:id="rId103"/>
    <p:sldId id="716" r:id="rId104"/>
    <p:sldId id="717" r:id="rId105"/>
    <p:sldId id="718" r:id="rId106"/>
    <p:sldId id="721" r:id="rId107"/>
    <p:sldId id="722" r:id="rId108"/>
    <p:sldId id="719" r:id="rId109"/>
    <p:sldId id="552" r:id="rId110"/>
    <p:sldId id="554" r:id="rId111"/>
    <p:sldId id="555" r:id="rId112"/>
    <p:sldId id="557" r:id="rId113"/>
    <p:sldId id="559" r:id="rId114"/>
    <p:sldId id="560" r:id="rId115"/>
    <p:sldId id="561" r:id="rId116"/>
    <p:sldId id="562" r:id="rId117"/>
    <p:sldId id="563" r:id="rId118"/>
    <p:sldId id="564" r:id="rId119"/>
    <p:sldId id="723" r:id="rId120"/>
    <p:sldId id="567" r:id="rId121"/>
    <p:sldId id="566" r:id="rId122"/>
    <p:sldId id="568" r:id="rId123"/>
    <p:sldId id="569" r:id="rId124"/>
    <p:sldId id="571" r:id="rId125"/>
    <p:sldId id="743" r:id="rId126"/>
    <p:sldId id="724" r:id="rId127"/>
    <p:sldId id="573" r:id="rId128"/>
    <p:sldId id="574" r:id="rId129"/>
    <p:sldId id="575" r:id="rId130"/>
    <p:sldId id="576" r:id="rId131"/>
    <p:sldId id="578" r:id="rId132"/>
    <p:sldId id="579" r:id="rId133"/>
    <p:sldId id="580" r:id="rId134"/>
    <p:sldId id="581" r:id="rId135"/>
    <p:sldId id="582" r:id="rId136"/>
    <p:sldId id="685" r:id="rId137"/>
    <p:sldId id="583" r:id="rId138"/>
    <p:sldId id="727" r:id="rId139"/>
    <p:sldId id="585" r:id="rId140"/>
    <p:sldId id="586" r:id="rId141"/>
    <p:sldId id="587" r:id="rId142"/>
    <p:sldId id="731" r:id="rId143"/>
    <p:sldId id="729" r:id="rId144"/>
    <p:sldId id="730" r:id="rId145"/>
    <p:sldId id="592" r:id="rId146"/>
    <p:sldId id="593" r:id="rId147"/>
    <p:sldId id="594" r:id="rId148"/>
    <p:sldId id="595" r:id="rId149"/>
    <p:sldId id="596" r:id="rId150"/>
    <p:sldId id="597" r:id="rId151"/>
    <p:sldId id="598" r:id="rId152"/>
    <p:sldId id="599" r:id="rId153"/>
    <p:sldId id="600" r:id="rId154"/>
    <p:sldId id="686" r:id="rId155"/>
    <p:sldId id="687" r:id="rId156"/>
    <p:sldId id="601" r:id="rId157"/>
    <p:sldId id="602" r:id="rId158"/>
    <p:sldId id="603" r:id="rId159"/>
    <p:sldId id="604" r:id="rId160"/>
    <p:sldId id="605" r:id="rId161"/>
    <p:sldId id="606" r:id="rId162"/>
    <p:sldId id="607" r:id="rId163"/>
    <p:sldId id="608" r:id="rId164"/>
    <p:sldId id="609" r:id="rId165"/>
    <p:sldId id="611" r:id="rId166"/>
    <p:sldId id="612" r:id="rId167"/>
    <p:sldId id="613" r:id="rId168"/>
    <p:sldId id="614" r:id="rId169"/>
    <p:sldId id="616" r:id="rId170"/>
    <p:sldId id="618" r:id="rId171"/>
    <p:sldId id="619" r:id="rId172"/>
    <p:sldId id="732" r:id="rId173"/>
    <p:sldId id="733" r:id="rId174"/>
    <p:sldId id="622" r:id="rId175"/>
    <p:sldId id="623" r:id="rId176"/>
    <p:sldId id="624" r:id="rId177"/>
    <p:sldId id="689" r:id="rId178"/>
    <p:sldId id="625" r:id="rId179"/>
    <p:sldId id="626" r:id="rId180"/>
    <p:sldId id="627" r:id="rId181"/>
    <p:sldId id="628" r:id="rId182"/>
    <p:sldId id="629" r:id="rId183"/>
    <p:sldId id="691" r:id="rId184"/>
    <p:sldId id="630" r:id="rId185"/>
    <p:sldId id="631" r:id="rId186"/>
    <p:sldId id="632" r:id="rId187"/>
    <p:sldId id="633" r:id="rId188"/>
    <p:sldId id="634" r:id="rId189"/>
    <p:sldId id="635" r:id="rId190"/>
    <p:sldId id="637" r:id="rId191"/>
    <p:sldId id="638" r:id="rId192"/>
    <p:sldId id="639" r:id="rId193"/>
    <p:sldId id="640" r:id="rId194"/>
    <p:sldId id="641" r:id="rId195"/>
    <p:sldId id="642" r:id="rId196"/>
    <p:sldId id="643" r:id="rId197"/>
    <p:sldId id="644" r:id="rId198"/>
    <p:sldId id="645" r:id="rId199"/>
    <p:sldId id="646" r:id="rId200"/>
    <p:sldId id="647" r:id="rId201"/>
    <p:sldId id="649" r:id="rId202"/>
    <p:sldId id="650" r:id="rId203"/>
    <p:sldId id="652" r:id="rId204"/>
    <p:sldId id="653" r:id="rId205"/>
    <p:sldId id="654" r:id="rId206"/>
    <p:sldId id="655" r:id="rId207"/>
  </p:sldIdLst>
  <p:sldSz cx="9144000" cy="5143500" type="screen16x9"/>
  <p:notesSz cx="6858000" cy="9144000"/>
  <p:embeddedFontLst>
    <p:embeddedFont>
      <p:font typeface="Cambria Math" panose="02040503050406030204" pitchFamily="18" charset="0"/>
      <p:regular r:id="rId209"/>
    </p:embeddedFont>
    <p:embeddedFont>
      <p:font typeface="Montserrat" panose="00000500000000000000" pitchFamily="2" charset="0"/>
      <p:regular r:id="rId210"/>
    </p:embeddedFont>
    <p:embeddedFont>
      <p:font typeface="微软雅黑" panose="020B0503020204020204" pitchFamily="34" charset="-122"/>
      <p:regular r:id="rId211"/>
      <p:bold r:id="rId212"/>
    </p:embeddedFont>
    <p:embeddedFont>
      <p:font typeface="微软雅黑 Light" panose="020B0502040204020203" pitchFamily="34" charset="-122"/>
      <p:regular r:id="rId21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E9542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varScale="1">
        <p:scale>
          <a:sx n="149" d="100"/>
          <a:sy n="149" d="100"/>
        </p:scale>
        <p:origin x="372"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tableStyles" Target="tableStyle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notesMaster" Target="notesMasters/notesMaster1.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presProps" Target="presProp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font" Target="fonts/font1.fntdata"/><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font" Target="fonts/font2.fntdata"/><Relationship Id="rId215" Type="http://schemas.openxmlformats.org/officeDocument/2006/relationships/viewProps" Target="viewProp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font" Target="fonts/font3.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font" Target="fonts/font4.fntdata"/><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font" Target="fonts/font5.fntdata"/><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2025/11/14</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190</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87126"/>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0902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484560"/>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76268"/>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79113"/>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27201"/>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84976"/>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82167"/>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7869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6467"/>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391200"/>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93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grpSp>
        <p:nvGrpSpPr>
          <p:cNvPr id="56" name="组合 55">
            <a:extLst>
              <a:ext uri="{FF2B5EF4-FFF2-40B4-BE49-F238E27FC236}">
                <a16:creationId xmlns:a16="http://schemas.microsoft.com/office/drawing/2014/main" id="{C26F4569-3E2C-A2D6-9AB4-889F03FB0653}"/>
              </a:ext>
            </a:extLst>
          </p:cNvPr>
          <p:cNvGrpSpPr/>
          <p:nvPr/>
        </p:nvGrpSpPr>
        <p:grpSpPr>
          <a:xfrm>
            <a:off x="502257" y="4094421"/>
            <a:ext cx="2490520" cy="243656"/>
            <a:chOff x="675228" y="3360846"/>
            <a:chExt cx="2490520" cy="243656"/>
          </a:xfrm>
        </p:grpSpPr>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675228" y="35954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892558" y="3360846"/>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gr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7162</TotalTime>
  <Words>17609</Words>
  <Application>Microsoft Office PowerPoint</Application>
  <PresentationFormat>全屏显示(16:9)</PresentationFormat>
  <Paragraphs>4123</Paragraphs>
  <Slides>206</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206</vt:i4>
      </vt:variant>
    </vt:vector>
  </HeadingPairs>
  <TitlesOfParts>
    <vt:vector size="219" baseType="lpstr">
      <vt:lpstr>微软雅黑</vt:lpstr>
      <vt:lpstr>Calibri</vt:lpstr>
      <vt:lpstr>Wingdings</vt:lpstr>
      <vt:lpstr>宋体</vt:lpstr>
      <vt:lpstr>Arial</vt:lpstr>
      <vt:lpstr>Symbol</vt:lpstr>
      <vt:lpstr>Cambria Math</vt:lpstr>
      <vt:lpstr>微软雅黑 Light</vt:lpstr>
      <vt:lpstr>Courier New</vt:lpstr>
      <vt:lpstr>Montserrat</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670</cp:revision>
  <dcterms:created xsi:type="dcterms:W3CDTF">2018-07-18T08:51:30Z</dcterms:created>
  <dcterms:modified xsi:type="dcterms:W3CDTF">2025-11-14T14:20:19Z</dcterms:modified>
</cp:coreProperties>
</file>
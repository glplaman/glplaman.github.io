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0"/>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437" r:id="rId166"/>
    <p:sldId id="438" r:id="rId167"/>
    <p:sldId id="563" r:id="rId168"/>
    <p:sldId id="439" r:id="rId169"/>
    <p:sldId id="440" r:id="rId170"/>
    <p:sldId id="441" r:id="rId171"/>
    <p:sldId id="442" r:id="rId172"/>
    <p:sldId id="443" r:id="rId173"/>
    <p:sldId id="444" r:id="rId174"/>
    <p:sldId id="445" r:id="rId175"/>
    <p:sldId id="446" r:id="rId176"/>
    <p:sldId id="447" r:id="rId177"/>
    <p:sldId id="448" r:id="rId178"/>
    <p:sldId id="449" r:id="rId179"/>
    <p:sldId id="669" r:id="rId180"/>
    <p:sldId id="672" r:id="rId181"/>
    <p:sldId id="673" r:id="rId182"/>
    <p:sldId id="670" r:id="rId183"/>
    <p:sldId id="671" r:id="rId184"/>
    <p:sldId id="450" r:id="rId185"/>
    <p:sldId id="451" r:id="rId186"/>
    <p:sldId id="452" r:id="rId187"/>
    <p:sldId id="453" r:id="rId188"/>
    <p:sldId id="454" r:id="rId189"/>
    <p:sldId id="455" r:id="rId190"/>
    <p:sldId id="456" r:id="rId191"/>
    <p:sldId id="457" r:id="rId192"/>
    <p:sldId id="458" r:id="rId193"/>
    <p:sldId id="459" r:id="rId194"/>
    <p:sldId id="460" r:id="rId195"/>
    <p:sldId id="461" r:id="rId196"/>
    <p:sldId id="462" r:id="rId197"/>
    <p:sldId id="463" r:id="rId198"/>
    <p:sldId id="464" r:id="rId199"/>
    <p:sldId id="466" r:id="rId200"/>
    <p:sldId id="467" r:id="rId201"/>
    <p:sldId id="468" r:id="rId202"/>
    <p:sldId id="469" r:id="rId203"/>
    <p:sldId id="470" r:id="rId204"/>
    <p:sldId id="471" r:id="rId205"/>
    <p:sldId id="472" r:id="rId206"/>
    <p:sldId id="473" r:id="rId207"/>
    <p:sldId id="474" r:id="rId208"/>
    <p:sldId id="475" r:id="rId209"/>
    <p:sldId id="476" r:id="rId210"/>
    <p:sldId id="477" r:id="rId211"/>
    <p:sldId id="478" r:id="rId212"/>
    <p:sldId id="479" r:id="rId213"/>
    <p:sldId id="480" r:id="rId214"/>
    <p:sldId id="481" r:id="rId215"/>
    <p:sldId id="482" r:id="rId216"/>
    <p:sldId id="483" r:id="rId217"/>
    <p:sldId id="484" r:id="rId218"/>
    <p:sldId id="485" r:id="rId219"/>
    <p:sldId id="486" r:id="rId220"/>
    <p:sldId id="487" r:id="rId221"/>
    <p:sldId id="488" r:id="rId222"/>
    <p:sldId id="489" r:id="rId223"/>
    <p:sldId id="490" r:id="rId224"/>
    <p:sldId id="491" r:id="rId225"/>
    <p:sldId id="492" r:id="rId226"/>
    <p:sldId id="493" r:id="rId227"/>
    <p:sldId id="494" r:id="rId228"/>
    <p:sldId id="495" r:id="rId229"/>
    <p:sldId id="496" r:id="rId230"/>
    <p:sldId id="497" r:id="rId231"/>
    <p:sldId id="498" r:id="rId232"/>
    <p:sldId id="499" r:id="rId233"/>
    <p:sldId id="500" r:id="rId234"/>
    <p:sldId id="501" r:id="rId235"/>
    <p:sldId id="502" r:id="rId236"/>
    <p:sldId id="503" r:id="rId237"/>
    <p:sldId id="504" r:id="rId238"/>
    <p:sldId id="506" r:id="rId239"/>
    <p:sldId id="507" r:id="rId240"/>
    <p:sldId id="508" r:id="rId241"/>
    <p:sldId id="509" r:id="rId242"/>
    <p:sldId id="510" r:id="rId243"/>
    <p:sldId id="511" r:id="rId244"/>
    <p:sldId id="512" r:id="rId245"/>
    <p:sldId id="513" r:id="rId246"/>
    <p:sldId id="515" r:id="rId247"/>
    <p:sldId id="634" r:id="rId248"/>
    <p:sldId id="635" r:id="rId249"/>
    <p:sldId id="636" r:id="rId250"/>
    <p:sldId id="519" r:id="rId251"/>
    <p:sldId id="641" r:id="rId252"/>
    <p:sldId id="637" r:id="rId253"/>
    <p:sldId id="638" r:id="rId254"/>
    <p:sldId id="523" r:id="rId255"/>
    <p:sldId id="648" r:id="rId256"/>
    <p:sldId id="649" r:id="rId257"/>
    <p:sldId id="526" r:id="rId258"/>
    <p:sldId id="527" r:id="rId259"/>
    <p:sldId id="650" r:id="rId260"/>
    <p:sldId id="532" r:id="rId261"/>
    <p:sldId id="651" r:id="rId262"/>
    <p:sldId id="533" r:id="rId263"/>
    <p:sldId id="639" r:id="rId264"/>
    <p:sldId id="534" r:id="rId265"/>
    <p:sldId id="535" r:id="rId266"/>
    <p:sldId id="538" r:id="rId267"/>
    <p:sldId id="571" r:id="rId268"/>
    <p:sldId id="654" r:id="rId269"/>
    <p:sldId id="540" r:id="rId270"/>
    <p:sldId id="541" r:id="rId271"/>
    <p:sldId id="653" r:id="rId272"/>
    <p:sldId id="652" r:id="rId273"/>
    <p:sldId id="655" r:id="rId274"/>
    <p:sldId id="542" r:id="rId275"/>
    <p:sldId id="543" r:id="rId276"/>
    <p:sldId id="544" r:id="rId277"/>
    <p:sldId id="640" r:id="rId278"/>
    <p:sldId id="546" r:id="rId279"/>
  </p:sldIdLst>
  <p:sldSz cx="9144000" cy="5143500" type="screen16x9"/>
  <p:notesSz cx="6858000" cy="9144000"/>
  <p:embeddedFontLst>
    <p:embeddedFont>
      <p:font typeface="Montserrat" panose="00000500000000000000" pitchFamily="2" charset="0"/>
      <p:regular r:id="rId281"/>
    </p:embeddedFont>
    <p:embeddedFont>
      <p:font typeface="微软雅黑" panose="020B0503020204020204" pitchFamily="34" charset="-122"/>
      <p:regular r:id="rId282"/>
      <p:bold r:id="rId283"/>
    </p:embeddedFont>
    <p:embeddedFont>
      <p:font typeface="微软雅黑 Light" panose="020B0502040204020203" pitchFamily="34" charset="-122"/>
      <p:regular r:id="rId28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00" d="100"/>
          <a:sy n="100" d="100"/>
        </p:scale>
        <p:origin x="1758" y="912"/>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notesMaster" Target="notesMasters/notesMaster1.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1.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3.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200</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258</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263</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270</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272</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590825" y="2201852"/>
            <a:ext cx="136127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a:t>
            </a:r>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729484" y="2697858"/>
            <a:ext cx="108395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a:t>
            </a:r>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581206" y="3193864"/>
            <a:ext cx="138050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a:t>
            </a:r>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758338" y="3689870"/>
            <a:ext cx="1026243"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a:t>
            </a:r>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30509" y="787222"/>
            <a:ext cx="1064715"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t>
            </a:r>
            <a:r>
              <a:rPr lang="en-US" altLang="zh-CN" sz="1200" dirty="0" err="1">
                <a:latin typeface="Montserrat" panose="00000500000000000000" pitchFamily="2" charset="0"/>
                <a:ea typeface="微软雅黑 Light" panose="020B0502040204020203" pitchFamily="34" charset="-122"/>
              </a:rPr>
              <a:t>Relay</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64497" y="2201852"/>
            <a:ext cx="17363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816783" y="2697858"/>
              <a:ext cx="1431802"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74917" y="3193864"/>
              <a:ext cx="171553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47666" y="3689870"/>
              <a:ext cx="17700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单播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78925" y="2201852"/>
              <a:ext cx="17075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816783" y="2697858"/>
              <a:ext cx="1431802"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74917" y="3193864"/>
              <a:ext cx="171553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广播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47666" y="3689870"/>
              <a:ext cx="17700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722207" y="2697858"/>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716596" y="3193864"/>
              <a:ext cx="16321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51861" y="3689870"/>
              <a:ext cx="156164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716595" y="2697858"/>
              <a:ext cx="16321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710984" y="3193864"/>
              <a:ext cx="16433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广播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47854" y="3689870"/>
              <a:ext cx="156966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249386" y="2201852"/>
            <a:ext cx="204414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401672" y="2697858"/>
            <a:ext cx="173958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a:t>
            </a:r>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249386" y="2201852"/>
            <a:ext cx="204414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270228" y="2697858"/>
            <a:ext cx="200247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a:t>
            </a:r>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170041" y="3193864"/>
            <a:ext cx="220284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430524" y="3689870"/>
            <a:ext cx="1681872"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a:t>
            </a:r>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10740</TotalTime>
  <Words>20705</Words>
  <Application>Microsoft Office PowerPoint</Application>
  <PresentationFormat>全屏显示(16:9)</PresentationFormat>
  <Paragraphs>4875</Paragraphs>
  <Slides>278</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278</vt:i4>
      </vt:variant>
    </vt:vector>
  </HeadingPairs>
  <TitlesOfParts>
    <vt:vector size="288" baseType="lpstr">
      <vt:lpstr>微软雅黑</vt:lpstr>
      <vt:lpstr>Wingdings</vt:lpstr>
      <vt:lpstr>Arial</vt:lpstr>
      <vt:lpstr>Montserrat</vt:lpstr>
      <vt:lpstr>微软雅黑 Light</vt:lpstr>
      <vt:lpstr>Times New Roman</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918</cp:revision>
  <dcterms:created xsi:type="dcterms:W3CDTF">2018-07-18T08:51:30Z</dcterms:created>
  <dcterms:modified xsi:type="dcterms:W3CDTF">2025-12-05T12:36:34Z</dcterms:modified>
</cp:coreProperties>
</file>
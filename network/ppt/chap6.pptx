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75"/>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437" r:id="rId166"/>
    <p:sldId id="438" r:id="rId167"/>
    <p:sldId id="563" r:id="rId168"/>
    <p:sldId id="439" r:id="rId169"/>
    <p:sldId id="440" r:id="rId170"/>
    <p:sldId id="441" r:id="rId171"/>
    <p:sldId id="442" r:id="rId172"/>
    <p:sldId id="443" r:id="rId173"/>
    <p:sldId id="444" r:id="rId174"/>
    <p:sldId id="445" r:id="rId175"/>
    <p:sldId id="446" r:id="rId176"/>
    <p:sldId id="447" r:id="rId177"/>
    <p:sldId id="448" r:id="rId178"/>
    <p:sldId id="449" r:id="rId179"/>
    <p:sldId id="450" r:id="rId180"/>
    <p:sldId id="451" r:id="rId181"/>
    <p:sldId id="452" r:id="rId182"/>
    <p:sldId id="453" r:id="rId183"/>
    <p:sldId id="454" r:id="rId184"/>
    <p:sldId id="455" r:id="rId185"/>
    <p:sldId id="456" r:id="rId186"/>
    <p:sldId id="457" r:id="rId187"/>
    <p:sldId id="458" r:id="rId188"/>
    <p:sldId id="459" r:id="rId189"/>
    <p:sldId id="460" r:id="rId190"/>
    <p:sldId id="461" r:id="rId191"/>
    <p:sldId id="462" r:id="rId192"/>
    <p:sldId id="463" r:id="rId193"/>
    <p:sldId id="464" r:id="rId194"/>
    <p:sldId id="466" r:id="rId195"/>
    <p:sldId id="467" r:id="rId196"/>
    <p:sldId id="468" r:id="rId197"/>
    <p:sldId id="469" r:id="rId198"/>
    <p:sldId id="470" r:id="rId199"/>
    <p:sldId id="471" r:id="rId200"/>
    <p:sldId id="472" r:id="rId201"/>
    <p:sldId id="473" r:id="rId202"/>
    <p:sldId id="474" r:id="rId203"/>
    <p:sldId id="475" r:id="rId204"/>
    <p:sldId id="476" r:id="rId205"/>
    <p:sldId id="477" r:id="rId206"/>
    <p:sldId id="478" r:id="rId207"/>
    <p:sldId id="479" r:id="rId208"/>
    <p:sldId id="480" r:id="rId209"/>
    <p:sldId id="481" r:id="rId210"/>
    <p:sldId id="482" r:id="rId211"/>
    <p:sldId id="483" r:id="rId212"/>
    <p:sldId id="484" r:id="rId213"/>
    <p:sldId id="485" r:id="rId214"/>
    <p:sldId id="486" r:id="rId215"/>
    <p:sldId id="487" r:id="rId216"/>
    <p:sldId id="488" r:id="rId217"/>
    <p:sldId id="489" r:id="rId218"/>
    <p:sldId id="490" r:id="rId219"/>
    <p:sldId id="491" r:id="rId220"/>
    <p:sldId id="492" r:id="rId221"/>
    <p:sldId id="493" r:id="rId222"/>
    <p:sldId id="494" r:id="rId223"/>
    <p:sldId id="495" r:id="rId224"/>
    <p:sldId id="496" r:id="rId225"/>
    <p:sldId id="497" r:id="rId226"/>
    <p:sldId id="498" r:id="rId227"/>
    <p:sldId id="499" r:id="rId228"/>
    <p:sldId id="500" r:id="rId229"/>
    <p:sldId id="501" r:id="rId230"/>
    <p:sldId id="502" r:id="rId231"/>
    <p:sldId id="503" r:id="rId232"/>
    <p:sldId id="504" r:id="rId233"/>
    <p:sldId id="506" r:id="rId234"/>
    <p:sldId id="507" r:id="rId235"/>
    <p:sldId id="508" r:id="rId236"/>
    <p:sldId id="509" r:id="rId237"/>
    <p:sldId id="510" r:id="rId238"/>
    <p:sldId id="511" r:id="rId239"/>
    <p:sldId id="512" r:id="rId240"/>
    <p:sldId id="513" r:id="rId241"/>
    <p:sldId id="515" r:id="rId242"/>
    <p:sldId id="634" r:id="rId243"/>
    <p:sldId id="635" r:id="rId244"/>
    <p:sldId id="636" r:id="rId245"/>
    <p:sldId id="519" r:id="rId246"/>
    <p:sldId id="641" r:id="rId247"/>
    <p:sldId id="637" r:id="rId248"/>
    <p:sldId id="638" r:id="rId249"/>
    <p:sldId id="523" r:id="rId250"/>
    <p:sldId id="648" r:id="rId251"/>
    <p:sldId id="649" r:id="rId252"/>
    <p:sldId id="526" r:id="rId253"/>
    <p:sldId id="527" r:id="rId254"/>
    <p:sldId id="650" r:id="rId255"/>
    <p:sldId id="532" r:id="rId256"/>
    <p:sldId id="651" r:id="rId257"/>
    <p:sldId id="533" r:id="rId258"/>
    <p:sldId id="639" r:id="rId259"/>
    <p:sldId id="534" r:id="rId260"/>
    <p:sldId id="535" r:id="rId261"/>
    <p:sldId id="538" r:id="rId262"/>
    <p:sldId id="571" r:id="rId263"/>
    <p:sldId id="654" r:id="rId264"/>
    <p:sldId id="540" r:id="rId265"/>
    <p:sldId id="541" r:id="rId266"/>
    <p:sldId id="653" r:id="rId267"/>
    <p:sldId id="652" r:id="rId268"/>
    <p:sldId id="655" r:id="rId269"/>
    <p:sldId id="542" r:id="rId270"/>
    <p:sldId id="543" r:id="rId271"/>
    <p:sldId id="544" r:id="rId272"/>
    <p:sldId id="640" r:id="rId273"/>
    <p:sldId id="546" r:id="rId274"/>
  </p:sldIdLst>
  <p:sldSz cx="9144000" cy="5143500" type="screen16x9"/>
  <p:notesSz cx="6858000" cy="9144000"/>
  <p:embeddedFontLst>
    <p:embeddedFont>
      <p:font typeface="Montserrat" panose="00000500000000000000" pitchFamily="2" charset="0"/>
      <p:regular r:id="rId276"/>
    </p:embeddedFont>
    <p:embeddedFont>
      <p:font typeface="微软雅黑" panose="020B0503020204020204" pitchFamily="34" charset="-122"/>
      <p:regular r:id="rId277"/>
      <p:bold r:id="rId278"/>
    </p:embeddedFont>
    <p:embeddedFont>
      <p:font typeface="微软雅黑 Light" panose="020B0502040204020203" pitchFamily="34" charset="-122"/>
      <p:regular r:id="rId27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00" d="100"/>
          <a:sy n="100" d="100"/>
        </p:scale>
        <p:origin x="1758" y="912"/>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font" Target="fonts/font4.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presProps" Target="presProp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viewProps" Target="viewProp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theme" Target="theme/theme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tableStyles" Target="tableStyle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notesMaster" Target="notesMasters/notesMaster1.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font" Target="fonts/font1.fntdata"/><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font" Target="fonts/font2.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font" Target="fonts/font3.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2025/12/5</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195</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253</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254</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258</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259</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265</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267</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272</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273</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8.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69259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18593"/>
            <a:ext cx="258232" cy="67638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1859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6" y="2731749"/>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zh-CN" altLang="en-US" dirty="0">
                <a:ea typeface="微软雅黑 Light" panose="020B0502040204020203" pitchFamily="34" charset="-122"/>
              </a:rPr>
              <a:t>信封</a:t>
            </a: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68097"/>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ea typeface="微软雅黑 Light" panose="020B0502040204020203" pitchFamily="34" charset="-122"/>
              </a:rPr>
              <a:t>内容</a:t>
            </a:r>
          </a:p>
        </p:txBody>
      </p:sp>
      <p:cxnSp>
        <p:nvCxnSpPr>
          <p:cNvPr id="5" name="连接符: 曲线 4">
            <a:extLst>
              <a:ext uri="{FF2B5EF4-FFF2-40B4-BE49-F238E27FC236}">
                <a16:creationId xmlns:a16="http://schemas.microsoft.com/office/drawing/2014/main" id="{AF34D3BE-6FC6-004B-494F-B20A4F201CCA}"/>
              </a:ext>
            </a:extLst>
          </p:cNvPr>
          <p:cNvCxnSpPr>
            <a:cxnSpLocks/>
            <a:endCxn id="7" idx="1"/>
          </p:cNvCxnSpPr>
          <p:nvPr/>
        </p:nvCxnSpPr>
        <p:spPr>
          <a:xfrm flipV="1">
            <a:off x="4883625" y="1843345"/>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p:cNvCxnSpPr>
          <p:nvPr/>
        </p:nvCxnSpPr>
        <p:spPr>
          <a:xfrm rot="10800000">
            <a:off x="4883625" y="203134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039947"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039947"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cxnSp>
        <p:nvCxnSpPr>
          <p:cNvPr id="14" name="直接连接符 13">
            <a:extLst>
              <a:ext uri="{FF2B5EF4-FFF2-40B4-BE49-F238E27FC236}">
                <a16:creationId xmlns:a16="http://schemas.microsoft.com/office/drawing/2014/main" id="{176CB3A8-5BC9-65BC-27C7-5531A1823DC0}"/>
              </a:ext>
            </a:extLst>
          </p:cNvPr>
          <p:cNvCxnSpPr>
            <a:stCxn id="25" idx="3"/>
            <a:endCxn id="44" idx="1"/>
          </p:cNvCxnSpPr>
          <p:nvPr/>
        </p:nvCxnSpPr>
        <p:spPr>
          <a:xfrm>
            <a:off x="4154664" y="2864748"/>
            <a:ext cx="156322" cy="550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0" name="Line 1036"/>
          <p:cNvSpPr>
            <a:spLocks noChangeShapeType="1"/>
          </p:cNvSpPr>
          <p:nvPr/>
        </p:nvSpPr>
        <p:spPr bwMode="auto">
          <a:xfrm flipH="1">
            <a:off x="6288345" y="3552078"/>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3182899"/>
            <a:ext cx="3168000" cy="360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020202"/>
                </a:solidFill>
                <a:latin typeface="Montserrat" panose="00000500000000000000" pitchFamily="2" charset="0"/>
                <a:ea typeface="微软雅黑 Light" panose="020B0502040204020203" pitchFamily="34" charset="-122"/>
              </a:rPr>
              <a:t>11001111 10110101 11001101 10110011</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5553208" y="4007419"/>
            <a:ext cx="1470274" cy="288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C00000"/>
                </a:solidFill>
                <a:latin typeface="Montserrat" panose="00000500000000000000" pitchFamily="2" charset="0"/>
                <a:ea typeface="微软雅黑 Light" panose="020B0502040204020203" pitchFamily="34" charset="-122"/>
              </a:rPr>
              <a:t>=CF=B5=CD=B3</a:t>
            </a:r>
            <a:endParaRPr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1" name="矩形 20"/>
          <p:cNvSpPr/>
          <p:nvPr/>
        </p:nvSpPr>
        <p:spPr>
          <a:xfrm>
            <a:off x="7936953" y="3224399"/>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7069739" y="4018420"/>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343504133"/>
              </p:ext>
            </p:extLst>
          </p:nvPr>
        </p:nvGraphicFramePr>
        <p:xfrm>
          <a:off x="485775" y="3182899"/>
          <a:ext cx="3643946" cy="1112520"/>
        </p:xfrm>
        <a:graphic>
          <a:graphicData uri="http://schemas.openxmlformats.org/drawingml/2006/table">
            <a:tbl>
              <a:tblPr firstRow="1" bandRow="1">
                <a:tableStyleId>{93296810-A885-4BE3-A3E7-6D5BEEA58F35}</a:tableStyleId>
              </a:tblPr>
              <a:tblGrid>
                <a:gridCol w="892455">
                  <a:extLst>
                    <a:ext uri="{9D8B030D-6E8A-4147-A177-3AD203B41FA5}">
                      <a16:colId xmlns:a16="http://schemas.microsoft.com/office/drawing/2014/main" val="1233134625"/>
                    </a:ext>
                  </a:extLst>
                </a:gridCol>
                <a:gridCol w="2751491">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 9 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ASCII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00111101</a:t>
                      </a:r>
                      <a:r>
                        <a:rPr lang="zh-CN" altLang="en-US" sz="1200" b="0" dirty="0">
                          <a:solidFill>
                            <a:srgbClr val="C00000"/>
                          </a:solidFill>
                          <a:latin typeface="Montserrat" panose="00000500000000000000" pitchFamily="2" charset="0"/>
                          <a:ea typeface="微软雅黑" panose="020B0503020204020204" pitchFamily="34" charset="-122"/>
                        </a:rPr>
                        <a:t> </a:t>
                      </a:r>
                      <a:r>
                        <a:rPr lang="en-US" altLang="zh-CN" sz="1200" b="0" dirty="0">
                          <a:solidFill>
                            <a:srgbClr val="C00000"/>
                          </a:solidFill>
                          <a:latin typeface="Montserrat" panose="00000500000000000000" pitchFamily="2" charset="0"/>
                          <a:ea typeface="微软雅黑 Light" panose="020B0502040204020203" pitchFamily="34" charset="-122"/>
                        </a:rPr>
                        <a:t>00111001 01000100</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268191" y="2154350"/>
            <a:ext cx="1300356"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 </a:t>
            </a:r>
            <a:r>
              <a:rPr lang="en-US" altLang="zh-CN" sz="1200" dirty="0">
                <a:solidFill>
                  <a:srgbClr val="020202"/>
                </a:solidFill>
                <a:latin typeface="Montserrat" panose="00000500000000000000" pitchFamily="2" charset="0"/>
                <a:ea typeface="微软雅黑 Light" panose="020B0502040204020203" pitchFamily="34" charset="-122"/>
              </a:rPr>
              <a:t>– 24</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61916" y="2606414"/>
            <a:ext cx="8066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10541</TotalTime>
  <Words>20585</Words>
  <Application>Microsoft Office PowerPoint</Application>
  <PresentationFormat>全屏显示(16:9)</PresentationFormat>
  <Paragraphs>4817</Paragraphs>
  <Slides>273</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273</vt:i4>
      </vt:variant>
    </vt:vector>
  </HeadingPairs>
  <TitlesOfParts>
    <vt:vector size="283" baseType="lpstr">
      <vt:lpstr>Montserrat</vt:lpstr>
      <vt:lpstr>Arial</vt:lpstr>
      <vt:lpstr>微软雅黑 Light</vt:lpstr>
      <vt:lpstr>Times New Roman</vt:lpstr>
      <vt:lpstr>微软雅黑</vt:lpstr>
      <vt:lpstr>Wingdings</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909</cp:revision>
  <dcterms:created xsi:type="dcterms:W3CDTF">2018-07-18T08:51:30Z</dcterms:created>
  <dcterms:modified xsi:type="dcterms:W3CDTF">2025-12-05T01:30:42Z</dcterms:modified>
</cp:coreProperties>
</file>
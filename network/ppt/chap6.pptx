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1"/>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668" r:id="rId56"/>
    <p:sldId id="303" r:id="rId57"/>
    <p:sldId id="304" r:id="rId58"/>
    <p:sldId id="549" r:id="rId59"/>
    <p:sldId id="306" r:id="rId60"/>
    <p:sldId id="307" r:id="rId61"/>
    <p:sldId id="311" r:id="rId62"/>
    <p:sldId id="593" r:id="rId63"/>
    <p:sldId id="317" r:id="rId64"/>
    <p:sldId id="643" r:id="rId65"/>
    <p:sldId id="322" r:id="rId66"/>
    <p:sldId id="599" r:id="rId67"/>
    <p:sldId id="598" r:id="rId68"/>
    <p:sldId id="326" r:id="rId69"/>
    <p:sldId id="327" r:id="rId70"/>
    <p:sldId id="328" r:id="rId71"/>
    <p:sldId id="329" r:id="rId72"/>
    <p:sldId id="600" r:id="rId73"/>
    <p:sldId id="601" r:id="rId74"/>
    <p:sldId id="603" r:id="rId75"/>
    <p:sldId id="602" r:id="rId76"/>
    <p:sldId id="331" r:id="rId77"/>
    <p:sldId id="332" r:id="rId78"/>
    <p:sldId id="333" r:id="rId79"/>
    <p:sldId id="334" r:id="rId80"/>
    <p:sldId id="335" r:id="rId81"/>
    <p:sldId id="605" r:id="rId82"/>
    <p:sldId id="607" r:id="rId83"/>
    <p:sldId id="338" r:id="rId84"/>
    <p:sldId id="339" r:id="rId85"/>
    <p:sldId id="340" r:id="rId86"/>
    <p:sldId id="341" r:id="rId87"/>
    <p:sldId id="608" r:id="rId88"/>
    <p:sldId id="609" r:id="rId89"/>
    <p:sldId id="610" r:id="rId90"/>
    <p:sldId id="611" r:id="rId91"/>
    <p:sldId id="345" r:id="rId92"/>
    <p:sldId id="346" r:id="rId93"/>
    <p:sldId id="347" r:id="rId94"/>
    <p:sldId id="613" r:id="rId95"/>
    <p:sldId id="612" r:id="rId96"/>
    <p:sldId id="615" r:id="rId97"/>
    <p:sldId id="624" r:id="rId98"/>
    <p:sldId id="360" r:id="rId99"/>
    <p:sldId id="361" r:id="rId100"/>
    <p:sldId id="362" r:id="rId101"/>
    <p:sldId id="664" r:id="rId102"/>
    <p:sldId id="363" r:id="rId103"/>
    <p:sldId id="364" r:id="rId104"/>
    <p:sldId id="365" r:id="rId105"/>
    <p:sldId id="366" r:id="rId106"/>
    <p:sldId id="367" r:id="rId107"/>
    <p:sldId id="368" r:id="rId108"/>
    <p:sldId id="369" r:id="rId109"/>
    <p:sldId id="370" r:id="rId110"/>
    <p:sldId id="375" r:id="rId111"/>
    <p:sldId id="625" r:id="rId112"/>
    <p:sldId id="626" r:id="rId113"/>
    <p:sldId id="377" r:id="rId114"/>
    <p:sldId id="627" r:id="rId115"/>
    <p:sldId id="378" r:id="rId116"/>
    <p:sldId id="628" r:id="rId117"/>
    <p:sldId id="379" r:id="rId118"/>
    <p:sldId id="383" r:id="rId119"/>
    <p:sldId id="386" r:id="rId120"/>
    <p:sldId id="387" r:id="rId121"/>
    <p:sldId id="666" r:id="rId122"/>
    <p:sldId id="389" r:id="rId123"/>
    <p:sldId id="395" r:id="rId124"/>
    <p:sldId id="396" r:id="rId125"/>
    <p:sldId id="397" r:id="rId126"/>
    <p:sldId id="398" r:id="rId127"/>
    <p:sldId id="399" r:id="rId128"/>
    <p:sldId id="400" r:id="rId129"/>
    <p:sldId id="401" r:id="rId130"/>
    <p:sldId id="402" r:id="rId131"/>
    <p:sldId id="403" r:id="rId132"/>
    <p:sldId id="404" r:id="rId133"/>
    <p:sldId id="405" r:id="rId134"/>
    <p:sldId id="406" r:id="rId135"/>
    <p:sldId id="631" r:id="rId136"/>
    <p:sldId id="408" r:id="rId137"/>
    <p:sldId id="409" r:id="rId138"/>
    <p:sldId id="410" r:id="rId139"/>
    <p:sldId id="411" r:id="rId140"/>
    <p:sldId id="412" r:id="rId141"/>
    <p:sldId id="414" r:id="rId142"/>
    <p:sldId id="415" r:id="rId143"/>
    <p:sldId id="417" r:id="rId144"/>
    <p:sldId id="418" r:id="rId145"/>
    <p:sldId id="419" r:id="rId146"/>
    <p:sldId id="422" r:id="rId147"/>
    <p:sldId id="420" r:id="rId148"/>
    <p:sldId id="424" r:id="rId149"/>
    <p:sldId id="427" r:id="rId150"/>
    <p:sldId id="428" r:id="rId151"/>
    <p:sldId id="656" r:id="rId152"/>
    <p:sldId id="657" r:id="rId153"/>
    <p:sldId id="429" r:id="rId154"/>
    <p:sldId id="659" r:id="rId155"/>
    <p:sldId id="430" r:id="rId156"/>
    <p:sldId id="431" r:id="rId157"/>
    <p:sldId id="660" r:id="rId158"/>
    <p:sldId id="432" r:id="rId159"/>
    <p:sldId id="633" r:id="rId160"/>
    <p:sldId id="661" r:id="rId161"/>
    <p:sldId id="434" r:id="rId162"/>
    <p:sldId id="435" r:id="rId163"/>
    <p:sldId id="658" r:id="rId164"/>
    <p:sldId id="662" r:id="rId165"/>
    <p:sldId id="674" r:id="rId166"/>
    <p:sldId id="437" r:id="rId167"/>
    <p:sldId id="438" r:id="rId168"/>
    <p:sldId id="563" r:id="rId169"/>
    <p:sldId id="439" r:id="rId170"/>
    <p:sldId id="440" r:id="rId171"/>
    <p:sldId id="441" r:id="rId172"/>
    <p:sldId id="442" r:id="rId173"/>
    <p:sldId id="443" r:id="rId174"/>
    <p:sldId id="444" r:id="rId175"/>
    <p:sldId id="445" r:id="rId176"/>
    <p:sldId id="446" r:id="rId177"/>
    <p:sldId id="447" r:id="rId178"/>
    <p:sldId id="448" r:id="rId179"/>
    <p:sldId id="449" r:id="rId180"/>
    <p:sldId id="669" r:id="rId181"/>
    <p:sldId id="672" r:id="rId182"/>
    <p:sldId id="673" r:id="rId183"/>
    <p:sldId id="670" r:id="rId184"/>
    <p:sldId id="671" r:id="rId185"/>
    <p:sldId id="450" r:id="rId186"/>
    <p:sldId id="451" r:id="rId187"/>
    <p:sldId id="452" r:id="rId188"/>
    <p:sldId id="453" r:id="rId189"/>
    <p:sldId id="454" r:id="rId190"/>
    <p:sldId id="455" r:id="rId191"/>
    <p:sldId id="456" r:id="rId192"/>
    <p:sldId id="457" r:id="rId193"/>
    <p:sldId id="458" r:id="rId194"/>
    <p:sldId id="459" r:id="rId195"/>
    <p:sldId id="460" r:id="rId196"/>
    <p:sldId id="461" r:id="rId197"/>
    <p:sldId id="462" r:id="rId198"/>
    <p:sldId id="463" r:id="rId199"/>
    <p:sldId id="464" r:id="rId200"/>
    <p:sldId id="466" r:id="rId201"/>
    <p:sldId id="467" r:id="rId202"/>
    <p:sldId id="468" r:id="rId203"/>
    <p:sldId id="469" r:id="rId204"/>
    <p:sldId id="470" r:id="rId205"/>
    <p:sldId id="471" r:id="rId206"/>
    <p:sldId id="472" r:id="rId207"/>
    <p:sldId id="473" r:id="rId208"/>
    <p:sldId id="474" r:id="rId209"/>
    <p:sldId id="475" r:id="rId210"/>
    <p:sldId id="476" r:id="rId211"/>
    <p:sldId id="477" r:id="rId212"/>
    <p:sldId id="478" r:id="rId213"/>
    <p:sldId id="479" r:id="rId214"/>
    <p:sldId id="480" r:id="rId215"/>
    <p:sldId id="481" r:id="rId216"/>
    <p:sldId id="482" r:id="rId217"/>
    <p:sldId id="483" r:id="rId218"/>
    <p:sldId id="484" r:id="rId219"/>
    <p:sldId id="485" r:id="rId220"/>
    <p:sldId id="486" r:id="rId221"/>
    <p:sldId id="487" r:id="rId222"/>
    <p:sldId id="488" r:id="rId223"/>
    <p:sldId id="489" r:id="rId224"/>
    <p:sldId id="490" r:id="rId225"/>
    <p:sldId id="491" r:id="rId226"/>
    <p:sldId id="492" r:id="rId227"/>
    <p:sldId id="493" r:id="rId228"/>
    <p:sldId id="494" r:id="rId229"/>
    <p:sldId id="495" r:id="rId230"/>
    <p:sldId id="496" r:id="rId231"/>
    <p:sldId id="497" r:id="rId232"/>
    <p:sldId id="498" r:id="rId233"/>
    <p:sldId id="499" r:id="rId234"/>
    <p:sldId id="500" r:id="rId235"/>
    <p:sldId id="501" r:id="rId236"/>
    <p:sldId id="502" r:id="rId237"/>
    <p:sldId id="503" r:id="rId238"/>
    <p:sldId id="504" r:id="rId239"/>
    <p:sldId id="506" r:id="rId240"/>
    <p:sldId id="507" r:id="rId241"/>
    <p:sldId id="508" r:id="rId242"/>
    <p:sldId id="509" r:id="rId243"/>
    <p:sldId id="510" r:id="rId244"/>
    <p:sldId id="511" r:id="rId245"/>
    <p:sldId id="512" r:id="rId246"/>
    <p:sldId id="513" r:id="rId247"/>
    <p:sldId id="515" r:id="rId248"/>
    <p:sldId id="634" r:id="rId249"/>
    <p:sldId id="635" r:id="rId250"/>
    <p:sldId id="636" r:id="rId251"/>
    <p:sldId id="519" r:id="rId252"/>
    <p:sldId id="641" r:id="rId253"/>
    <p:sldId id="637" r:id="rId254"/>
    <p:sldId id="638" r:id="rId255"/>
    <p:sldId id="523" r:id="rId256"/>
    <p:sldId id="648" r:id="rId257"/>
    <p:sldId id="649" r:id="rId258"/>
    <p:sldId id="526" r:id="rId259"/>
    <p:sldId id="527" r:id="rId260"/>
    <p:sldId id="650" r:id="rId261"/>
    <p:sldId id="532" r:id="rId262"/>
    <p:sldId id="651" r:id="rId263"/>
    <p:sldId id="533" r:id="rId264"/>
    <p:sldId id="639" r:id="rId265"/>
    <p:sldId id="534" r:id="rId266"/>
    <p:sldId id="535" r:id="rId267"/>
    <p:sldId id="538" r:id="rId268"/>
    <p:sldId id="571" r:id="rId269"/>
    <p:sldId id="654" r:id="rId270"/>
    <p:sldId id="540" r:id="rId271"/>
    <p:sldId id="541" r:id="rId272"/>
    <p:sldId id="653" r:id="rId273"/>
    <p:sldId id="652" r:id="rId274"/>
    <p:sldId id="655" r:id="rId275"/>
    <p:sldId id="542" r:id="rId276"/>
    <p:sldId id="543" r:id="rId277"/>
    <p:sldId id="544" r:id="rId278"/>
    <p:sldId id="640" r:id="rId279"/>
    <p:sldId id="546" r:id="rId280"/>
  </p:sldIdLst>
  <p:sldSz cx="9144000" cy="5143500" type="screen16x9"/>
  <p:notesSz cx="6858000" cy="9144000"/>
  <p:embeddedFontLst>
    <p:embeddedFont>
      <p:font typeface="Montserrat" panose="00000500000000000000" pitchFamily="2" charset="0"/>
      <p:regular r:id="rId282"/>
    </p:embeddedFont>
    <p:embeddedFont>
      <p:font typeface="微软雅黑" panose="020B0503020204020204" pitchFamily="34" charset="-122"/>
      <p:regular r:id="rId283"/>
      <p:bold r:id="rId284"/>
    </p:embeddedFont>
    <p:embeddedFont>
      <p:font typeface="微软雅黑 Light" panose="020B0502040204020203" pitchFamily="34" charset="-122"/>
      <p:regular r:id="rId28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A19F"/>
    <a:srgbClr val="4BACC6"/>
    <a:srgbClr val="F79646"/>
    <a:srgbClr val="D7E4BD"/>
    <a:srgbClr val="FF00FF"/>
    <a:srgbClr val="5780CA"/>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varScale="1">
        <p:scale>
          <a:sx n="149" d="100"/>
          <a:sy n="149" d="100"/>
        </p:scale>
        <p:origin x="348" y="120"/>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notesMaster" Target="notesMasters/notesMaster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1.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2.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3.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font" Target="fonts/font4.fntdata"/><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presProps" Target="pres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heme" Target="theme/theme1.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tableStyles" Target="tableStyle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服务提供方</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2025/12/15</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136</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152</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158</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201</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254</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259</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260</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264</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265</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271</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273</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279</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7.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8.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8719-3A01-5E45-5ADC-A0F927BABA2E}"/>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0516F8FF-7A84-7AA1-2FF8-229CE66CE82A}"/>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11" name="矩形: 圆角 10">
            <a:extLst>
              <a:ext uri="{FF2B5EF4-FFF2-40B4-BE49-F238E27FC236}">
                <a16:creationId xmlns:a16="http://schemas.microsoft.com/office/drawing/2014/main" id="{42CBD319-72EA-A557-3EBE-2A2970AEF236}"/>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B/S</a:t>
            </a:r>
            <a:endParaRPr lang="zh-CN" altLang="en-US" sz="1200" dirty="0">
              <a:latin typeface="Montserrat" panose="00000500000000000000" pitchFamily="2" charset="0"/>
            </a:endParaRPr>
          </a:p>
        </p:txBody>
      </p:sp>
      <p:sp>
        <p:nvSpPr>
          <p:cNvPr id="12" name="矩形: 圆角 11">
            <a:extLst>
              <a:ext uri="{FF2B5EF4-FFF2-40B4-BE49-F238E27FC236}">
                <a16:creationId xmlns:a16="http://schemas.microsoft.com/office/drawing/2014/main" id="{781D28E7-A08F-A927-44F7-19505B21A687}"/>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Site</a:t>
            </a:r>
            <a:endParaRPr lang="zh-CN" altLang="en-US" sz="1200" dirty="0">
              <a:latin typeface="Montserrat" panose="00000500000000000000" pitchFamily="2" charset="0"/>
            </a:endParaRPr>
          </a:p>
        </p:txBody>
      </p:sp>
      <p:sp>
        <p:nvSpPr>
          <p:cNvPr id="13" name="矩形: 圆角 12">
            <a:extLst>
              <a:ext uri="{FF2B5EF4-FFF2-40B4-BE49-F238E27FC236}">
                <a16:creationId xmlns:a16="http://schemas.microsoft.com/office/drawing/2014/main" id="{4E7A6527-7EA8-9F74-023C-2B8CD65E1016}"/>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HTTPS</a:t>
            </a:r>
            <a:endParaRPr lang="zh-CN" altLang="en-US" sz="1200" dirty="0">
              <a:latin typeface="Montserrat" panose="00000500000000000000" pitchFamily="2" charset="0"/>
            </a:endParaRPr>
          </a:p>
        </p:txBody>
      </p:sp>
      <p:sp>
        <p:nvSpPr>
          <p:cNvPr id="15" name="矩形: 圆角 14">
            <a:extLst>
              <a:ext uri="{FF2B5EF4-FFF2-40B4-BE49-F238E27FC236}">
                <a16:creationId xmlns:a16="http://schemas.microsoft.com/office/drawing/2014/main" id="{61FB3DFA-8B18-B25E-E8C0-A3A328B1DE18}"/>
              </a:ext>
            </a:extLst>
          </p:cNvPr>
          <p:cNvSpPr/>
          <p:nvPr/>
        </p:nvSpPr>
        <p:spPr>
          <a:xfrm>
            <a:off x="4310985" y="329026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Request</a:t>
            </a:r>
            <a:endParaRPr lang="zh-CN" altLang="en-US" sz="1200" dirty="0">
              <a:solidFill>
                <a:sysClr val="windowText" lastClr="000000"/>
              </a:solidFill>
              <a:latin typeface="Montserrat" panose="00000500000000000000" pitchFamily="2" charset="0"/>
            </a:endParaRPr>
          </a:p>
        </p:txBody>
      </p:sp>
      <p:sp>
        <p:nvSpPr>
          <p:cNvPr id="16" name="矩形: 圆角 15">
            <a:extLst>
              <a:ext uri="{FF2B5EF4-FFF2-40B4-BE49-F238E27FC236}">
                <a16:creationId xmlns:a16="http://schemas.microsoft.com/office/drawing/2014/main" id="{C55E1780-7415-7A9B-00F7-E0F19DC56808}"/>
              </a:ext>
            </a:extLst>
          </p:cNvPr>
          <p:cNvSpPr/>
          <p:nvPr/>
        </p:nvSpPr>
        <p:spPr>
          <a:xfrm>
            <a:off x="4310986" y="367726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Response</a:t>
            </a:r>
            <a:endParaRPr lang="zh-CN" altLang="en-US" sz="1200" dirty="0">
              <a:solidFill>
                <a:sysClr val="windowText" lastClr="000000"/>
              </a:solidFill>
              <a:latin typeface="Montserrat" panose="00000500000000000000" pitchFamily="2" charset="0"/>
            </a:endParaRPr>
          </a:p>
        </p:txBody>
      </p:sp>
      <p:cxnSp>
        <p:nvCxnSpPr>
          <p:cNvPr id="17" name="连接符: 曲线 16">
            <a:extLst>
              <a:ext uri="{FF2B5EF4-FFF2-40B4-BE49-F238E27FC236}">
                <a16:creationId xmlns:a16="http://schemas.microsoft.com/office/drawing/2014/main" id="{B63D8B3E-9966-BD5F-6155-06D90ACC1977}"/>
              </a:ext>
            </a:extLst>
          </p:cNvPr>
          <p:cNvCxnSpPr>
            <a:cxnSpLocks/>
            <a:stCxn id="10" idx="3"/>
            <a:endCxn id="11"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 name="连接符: 曲线 17">
            <a:extLst>
              <a:ext uri="{FF2B5EF4-FFF2-40B4-BE49-F238E27FC236}">
                <a16:creationId xmlns:a16="http://schemas.microsoft.com/office/drawing/2014/main" id="{B1D2E70C-81AA-807A-77BA-51B887950DC9}"/>
              </a:ext>
            </a:extLst>
          </p:cNvPr>
          <p:cNvCxnSpPr>
            <a:stCxn id="10" idx="3"/>
            <a:endCxn id="13"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9" name="连接符: 曲线 18">
            <a:extLst>
              <a:ext uri="{FF2B5EF4-FFF2-40B4-BE49-F238E27FC236}">
                <a16:creationId xmlns:a16="http://schemas.microsoft.com/office/drawing/2014/main" id="{30F142A8-01C4-6752-F6D9-2398A6C43CD6}"/>
              </a:ext>
            </a:extLst>
          </p:cNvPr>
          <p:cNvCxnSpPr>
            <a:stCxn id="12" idx="1"/>
            <a:endCxn id="10"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01F5D2D2-E35C-48CB-7B59-4B4CED698E93}"/>
              </a:ext>
            </a:extLst>
          </p:cNvPr>
          <p:cNvCxnSpPr>
            <a:cxnSpLocks/>
            <a:stCxn id="12" idx="3"/>
            <a:endCxn id="30"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1" name="连接符: 曲线 20">
            <a:extLst>
              <a:ext uri="{FF2B5EF4-FFF2-40B4-BE49-F238E27FC236}">
                <a16:creationId xmlns:a16="http://schemas.microsoft.com/office/drawing/2014/main" id="{5D51E375-5E55-5953-026D-CB26790CEE05}"/>
              </a:ext>
            </a:extLst>
          </p:cNvPr>
          <p:cNvCxnSpPr>
            <a:cxnSpLocks/>
            <a:stCxn id="31" idx="1"/>
            <a:endCxn id="12"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2" name="连接符: 曲线 21">
            <a:extLst>
              <a:ext uri="{FF2B5EF4-FFF2-40B4-BE49-F238E27FC236}">
                <a16:creationId xmlns:a16="http://schemas.microsoft.com/office/drawing/2014/main" id="{0DF2771D-5812-BFA8-F1CA-40D8F18A64EA}"/>
              </a:ext>
            </a:extLst>
          </p:cNvPr>
          <p:cNvCxnSpPr>
            <a:cxnSpLocks/>
            <a:stCxn id="11" idx="3"/>
            <a:endCxn id="35"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6" name="连接符: 曲线 25">
            <a:extLst>
              <a:ext uri="{FF2B5EF4-FFF2-40B4-BE49-F238E27FC236}">
                <a16:creationId xmlns:a16="http://schemas.microsoft.com/office/drawing/2014/main" id="{EF915982-3806-A21C-D79B-439CECC7AAB7}"/>
              </a:ext>
            </a:extLst>
          </p:cNvPr>
          <p:cNvCxnSpPr>
            <a:cxnSpLocks/>
            <a:stCxn id="38" idx="1"/>
            <a:endCxn id="11"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8" name="连接符: 曲线 27">
            <a:extLst>
              <a:ext uri="{FF2B5EF4-FFF2-40B4-BE49-F238E27FC236}">
                <a16:creationId xmlns:a16="http://schemas.microsoft.com/office/drawing/2014/main" id="{9199E97A-9E51-4657-C059-CDD7BCDA42C5}"/>
              </a:ext>
            </a:extLst>
          </p:cNvPr>
          <p:cNvCxnSpPr>
            <a:cxnSpLocks/>
            <a:stCxn id="13" idx="3"/>
            <a:endCxn id="15"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9" name="连接符: 曲线 28">
            <a:extLst>
              <a:ext uri="{FF2B5EF4-FFF2-40B4-BE49-F238E27FC236}">
                <a16:creationId xmlns:a16="http://schemas.microsoft.com/office/drawing/2014/main" id="{59660866-B171-F586-3EE9-2D85A84A4EBB}"/>
              </a:ext>
            </a:extLst>
          </p:cNvPr>
          <p:cNvCxnSpPr>
            <a:cxnSpLocks/>
            <a:stCxn id="16" idx="1"/>
            <a:endCxn id="13"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2F072904-AA2C-803B-25F0-E031CEE123C0}"/>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Page</a:t>
            </a:r>
            <a:endParaRPr lang="zh-CN" altLang="en-US" dirty="0"/>
          </a:p>
        </p:txBody>
      </p:sp>
      <p:sp>
        <p:nvSpPr>
          <p:cNvPr id="31" name="文本框 30">
            <a:extLst>
              <a:ext uri="{FF2B5EF4-FFF2-40B4-BE49-F238E27FC236}">
                <a16:creationId xmlns:a16="http://schemas.microsoft.com/office/drawing/2014/main" id="{9325669F-9D9C-41CF-C75A-9BF82DA4861B}"/>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File</a:t>
            </a:r>
            <a:endParaRPr lang="zh-CN" altLang="en-US" dirty="0"/>
          </a:p>
        </p:txBody>
      </p:sp>
      <p:sp>
        <p:nvSpPr>
          <p:cNvPr id="35" name="文本框 34">
            <a:extLst>
              <a:ext uri="{FF2B5EF4-FFF2-40B4-BE49-F238E27FC236}">
                <a16:creationId xmlns:a16="http://schemas.microsoft.com/office/drawing/2014/main" id="{8B08AB85-0D8E-EFA5-E3E9-41C31D33D7AE}"/>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Browser</a:t>
            </a:r>
            <a:endParaRPr lang="zh-CN" altLang="en-US" dirty="0"/>
          </a:p>
        </p:txBody>
      </p:sp>
      <p:sp>
        <p:nvSpPr>
          <p:cNvPr id="38" name="文本框 37">
            <a:extLst>
              <a:ext uri="{FF2B5EF4-FFF2-40B4-BE49-F238E27FC236}">
                <a16:creationId xmlns:a16="http://schemas.microsoft.com/office/drawing/2014/main" id="{0B41FEEA-CB0A-DAC2-2E88-D54152B439D2}"/>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Server</a:t>
            </a:r>
            <a:endParaRPr lang="zh-CN" altLang="en-US" dirty="0"/>
          </a:p>
        </p:txBody>
      </p:sp>
      <p:cxnSp>
        <p:nvCxnSpPr>
          <p:cNvPr id="39" name="连接符: 曲线 38">
            <a:extLst>
              <a:ext uri="{FF2B5EF4-FFF2-40B4-BE49-F238E27FC236}">
                <a16:creationId xmlns:a16="http://schemas.microsoft.com/office/drawing/2014/main" id="{DF985C85-B9FE-D4C0-9C56-2B08BE3CF4C1}"/>
              </a:ext>
            </a:extLst>
          </p:cNvPr>
          <p:cNvCxnSpPr>
            <a:cxnSpLocks/>
            <a:stCxn id="15" idx="3"/>
            <a:endCxn id="46" idx="1"/>
          </p:cNvCxnSpPr>
          <p:nvPr/>
        </p:nvCxnSpPr>
        <p:spPr>
          <a:xfrm flipV="1">
            <a:off x="5318985" y="3257478"/>
            <a:ext cx="233925" cy="17678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5" name="连接符: 曲线 44">
            <a:extLst>
              <a:ext uri="{FF2B5EF4-FFF2-40B4-BE49-F238E27FC236}">
                <a16:creationId xmlns:a16="http://schemas.microsoft.com/office/drawing/2014/main" id="{42CB6981-555D-4393-B4D9-A2906BD6C1F3}"/>
              </a:ext>
            </a:extLst>
          </p:cNvPr>
          <p:cNvCxnSpPr>
            <a:cxnSpLocks/>
            <a:stCxn id="47" idx="1"/>
            <a:endCxn id="15" idx="3"/>
          </p:cNvCxnSpPr>
          <p:nvPr/>
        </p:nvCxnSpPr>
        <p:spPr>
          <a:xfrm rot="10800000">
            <a:off x="5318986" y="3434262"/>
            <a:ext cx="233925" cy="19922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5AC77A3A-8B3A-6103-9231-C7625BB3A705}"/>
              </a:ext>
            </a:extLst>
          </p:cNvPr>
          <p:cNvSpPr txBox="1"/>
          <p:nvPr/>
        </p:nvSpPr>
        <p:spPr>
          <a:xfrm>
            <a:off x="5552910" y="3118978"/>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GET</a:t>
            </a:r>
            <a:endParaRPr lang="zh-CN" altLang="en-US" dirty="0"/>
          </a:p>
        </p:txBody>
      </p:sp>
      <p:sp>
        <p:nvSpPr>
          <p:cNvPr id="47" name="文本框 46">
            <a:extLst>
              <a:ext uri="{FF2B5EF4-FFF2-40B4-BE49-F238E27FC236}">
                <a16:creationId xmlns:a16="http://schemas.microsoft.com/office/drawing/2014/main" id="{0B55B93C-7A54-22A1-F094-A280B76F6683}"/>
              </a:ext>
            </a:extLst>
          </p:cNvPr>
          <p:cNvSpPr txBox="1"/>
          <p:nvPr/>
        </p:nvSpPr>
        <p:spPr>
          <a:xfrm>
            <a:off x="5552910" y="3494986"/>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POST</a:t>
            </a:r>
            <a:endParaRPr lang="zh-CN" altLang="en-US" dirty="0"/>
          </a:p>
        </p:txBody>
      </p:sp>
      <p:sp>
        <p:nvSpPr>
          <p:cNvPr id="48" name="文本框 47">
            <a:extLst>
              <a:ext uri="{FF2B5EF4-FFF2-40B4-BE49-F238E27FC236}">
                <a16:creationId xmlns:a16="http://schemas.microsoft.com/office/drawing/2014/main" id="{D596A910-4A47-BB25-EE66-FD6834A8A419}"/>
              </a:ext>
            </a:extLst>
          </p:cNvPr>
          <p:cNvSpPr txBox="1"/>
          <p:nvPr/>
        </p:nvSpPr>
        <p:spPr>
          <a:xfrm>
            <a:off x="5552910" y="3249832"/>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t>
            </a:r>
            <a:endParaRPr lang="zh-CN" altLang="en-US" dirty="0"/>
          </a:p>
        </p:txBody>
      </p:sp>
      <p:cxnSp>
        <p:nvCxnSpPr>
          <p:cNvPr id="55" name="连接符: 曲线 54">
            <a:extLst>
              <a:ext uri="{FF2B5EF4-FFF2-40B4-BE49-F238E27FC236}">
                <a16:creationId xmlns:a16="http://schemas.microsoft.com/office/drawing/2014/main" id="{BDD975C7-D033-C14C-7498-61F9ED961197}"/>
              </a:ext>
            </a:extLst>
          </p:cNvPr>
          <p:cNvCxnSpPr>
            <a:cxnSpLocks/>
            <a:stCxn id="59" idx="1"/>
            <a:endCxn id="30" idx="3"/>
          </p:cNvCxnSpPr>
          <p:nvPr/>
        </p:nvCxnSpPr>
        <p:spPr>
          <a:xfrm rot="10800000">
            <a:off x="5030987" y="2676745"/>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56" name="连接符: 曲线 55">
            <a:extLst>
              <a:ext uri="{FF2B5EF4-FFF2-40B4-BE49-F238E27FC236}">
                <a16:creationId xmlns:a16="http://schemas.microsoft.com/office/drawing/2014/main" id="{05F9FBAD-C1BB-CA83-2A7E-13223010006D}"/>
              </a:ext>
            </a:extLst>
          </p:cNvPr>
          <p:cNvCxnSpPr>
            <a:cxnSpLocks/>
            <a:stCxn id="31" idx="3"/>
            <a:endCxn id="59" idx="1"/>
          </p:cNvCxnSpPr>
          <p:nvPr/>
        </p:nvCxnSpPr>
        <p:spPr>
          <a:xfrm flipV="1">
            <a:off x="5030986" y="2864749"/>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913096EE-93BC-8A1B-DC1E-D785B16395E6}"/>
              </a:ext>
            </a:extLst>
          </p:cNvPr>
          <p:cNvSpPr txBox="1"/>
          <p:nvPr/>
        </p:nvSpPr>
        <p:spPr>
          <a:xfrm>
            <a:off x="5187621" y="272624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URL</a:t>
            </a:r>
            <a:endParaRPr lang="zh-CN" altLang="en-US" dirty="0"/>
          </a:p>
        </p:txBody>
      </p:sp>
      <p:sp>
        <p:nvSpPr>
          <p:cNvPr id="66" name="文本框 65">
            <a:extLst>
              <a:ext uri="{FF2B5EF4-FFF2-40B4-BE49-F238E27FC236}">
                <a16:creationId xmlns:a16="http://schemas.microsoft.com/office/drawing/2014/main" id="{B741A861-FB28-2BEE-EBC2-C877C88985C8}"/>
              </a:ext>
            </a:extLst>
          </p:cNvPr>
          <p:cNvSpPr txBox="1"/>
          <p:nvPr/>
        </p:nvSpPr>
        <p:spPr>
          <a:xfrm>
            <a:off x="5552910" y="3864338"/>
            <a:ext cx="1224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Status Codes</a:t>
            </a:r>
          </a:p>
        </p:txBody>
      </p:sp>
      <p:cxnSp>
        <p:nvCxnSpPr>
          <p:cNvPr id="67" name="连接符: 曲线 66">
            <a:extLst>
              <a:ext uri="{FF2B5EF4-FFF2-40B4-BE49-F238E27FC236}">
                <a16:creationId xmlns:a16="http://schemas.microsoft.com/office/drawing/2014/main" id="{DF848ECB-3E9D-F467-7EE4-D288BE4B45AE}"/>
              </a:ext>
            </a:extLst>
          </p:cNvPr>
          <p:cNvCxnSpPr>
            <a:cxnSpLocks/>
            <a:stCxn id="66" idx="1"/>
            <a:endCxn id="16" idx="3"/>
          </p:cNvCxnSpPr>
          <p:nvPr/>
        </p:nvCxnSpPr>
        <p:spPr>
          <a:xfrm rot="10800000">
            <a:off x="5318986" y="3821270"/>
            <a:ext cx="233924" cy="181569"/>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0" name="矩形: 圆角 69">
            <a:extLst>
              <a:ext uri="{FF2B5EF4-FFF2-40B4-BE49-F238E27FC236}">
                <a16:creationId xmlns:a16="http://schemas.microsoft.com/office/drawing/2014/main" id="{D75B863E-AC9E-FAE3-EDFB-BD4A56B2D5FF}"/>
              </a:ext>
            </a:extLst>
          </p:cNvPr>
          <p:cNvSpPr/>
          <p:nvPr/>
        </p:nvSpPr>
        <p:spPr>
          <a:xfrm>
            <a:off x="6961352" y="333233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1xx</a:t>
            </a:r>
            <a:endParaRPr lang="zh-CN" altLang="en-US" sz="1200" dirty="0">
              <a:solidFill>
                <a:sysClr val="windowText" lastClr="000000"/>
              </a:solidFill>
              <a:latin typeface="Montserrat" panose="00000500000000000000" pitchFamily="2" charset="0"/>
            </a:endParaRPr>
          </a:p>
        </p:txBody>
      </p:sp>
      <p:sp>
        <p:nvSpPr>
          <p:cNvPr id="71" name="矩形: 圆角 70">
            <a:extLst>
              <a:ext uri="{FF2B5EF4-FFF2-40B4-BE49-F238E27FC236}">
                <a16:creationId xmlns:a16="http://schemas.microsoft.com/office/drawing/2014/main" id="{F427713C-0A11-3595-574E-14EF39A3D988}"/>
              </a:ext>
            </a:extLst>
          </p:cNvPr>
          <p:cNvSpPr/>
          <p:nvPr/>
        </p:nvSpPr>
        <p:spPr>
          <a:xfrm>
            <a:off x="6961352" y="4452764"/>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5xx</a:t>
            </a:r>
            <a:endParaRPr lang="zh-CN" altLang="en-US" sz="1200" dirty="0">
              <a:solidFill>
                <a:sysClr val="windowText" lastClr="000000"/>
              </a:solidFill>
              <a:latin typeface="Montserrat" panose="00000500000000000000" pitchFamily="2" charset="0"/>
            </a:endParaRPr>
          </a:p>
        </p:txBody>
      </p:sp>
      <p:cxnSp>
        <p:nvCxnSpPr>
          <p:cNvPr id="72" name="连接符: 曲线 71">
            <a:extLst>
              <a:ext uri="{FF2B5EF4-FFF2-40B4-BE49-F238E27FC236}">
                <a16:creationId xmlns:a16="http://schemas.microsoft.com/office/drawing/2014/main" id="{7885E019-BD2F-F72A-2332-E1F1634BE02C}"/>
              </a:ext>
            </a:extLst>
          </p:cNvPr>
          <p:cNvCxnSpPr>
            <a:cxnSpLocks/>
            <a:stCxn id="66" idx="3"/>
            <a:endCxn id="70" idx="1"/>
          </p:cNvCxnSpPr>
          <p:nvPr/>
        </p:nvCxnSpPr>
        <p:spPr>
          <a:xfrm flipV="1">
            <a:off x="6776910" y="3476331"/>
            <a:ext cx="184442" cy="52650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73" name="连接符: 曲线 72">
            <a:extLst>
              <a:ext uri="{FF2B5EF4-FFF2-40B4-BE49-F238E27FC236}">
                <a16:creationId xmlns:a16="http://schemas.microsoft.com/office/drawing/2014/main" id="{2AFB1BD9-B5B5-B0D6-8B64-B8FC44209096}"/>
              </a:ext>
            </a:extLst>
          </p:cNvPr>
          <p:cNvCxnSpPr>
            <a:cxnSpLocks/>
            <a:stCxn id="71" idx="1"/>
            <a:endCxn id="66" idx="3"/>
          </p:cNvCxnSpPr>
          <p:nvPr/>
        </p:nvCxnSpPr>
        <p:spPr>
          <a:xfrm rot="10800000">
            <a:off x="6776910" y="4002838"/>
            <a:ext cx="184442" cy="593926"/>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6" name="矩形: 圆角 75">
            <a:extLst>
              <a:ext uri="{FF2B5EF4-FFF2-40B4-BE49-F238E27FC236}">
                <a16:creationId xmlns:a16="http://schemas.microsoft.com/office/drawing/2014/main" id="{7958ECF3-D041-6692-B7E0-F71A9814604D}"/>
              </a:ext>
            </a:extLst>
          </p:cNvPr>
          <p:cNvSpPr/>
          <p:nvPr/>
        </p:nvSpPr>
        <p:spPr>
          <a:xfrm>
            <a:off x="6961352" y="361243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2xx</a:t>
            </a:r>
            <a:endParaRPr lang="zh-CN" altLang="en-US" sz="1200" dirty="0">
              <a:solidFill>
                <a:sysClr val="windowText" lastClr="000000"/>
              </a:solidFill>
              <a:latin typeface="Montserrat" panose="00000500000000000000" pitchFamily="2" charset="0"/>
            </a:endParaRPr>
          </a:p>
        </p:txBody>
      </p:sp>
      <p:sp>
        <p:nvSpPr>
          <p:cNvPr id="77" name="矩形: 圆角 76">
            <a:extLst>
              <a:ext uri="{FF2B5EF4-FFF2-40B4-BE49-F238E27FC236}">
                <a16:creationId xmlns:a16="http://schemas.microsoft.com/office/drawing/2014/main" id="{49A5996E-4F14-D666-AD3A-7090A81EBAC3}"/>
              </a:ext>
            </a:extLst>
          </p:cNvPr>
          <p:cNvSpPr/>
          <p:nvPr/>
        </p:nvSpPr>
        <p:spPr>
          <a:xfrm>
            <a:off x="6961352" y="4172655"/>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4xx</a:t>
            </a:r>
            <a:endParaRPr lang="zh-CN" altLang="en-US" sz="1200" dirty="0">
              <a:solidFill>
                <a:sysClr val="windowText" lastClr="000000"/>
              </a:solidFill>
              <a:latin typeface="Montserrat" panose="00000500000000000000" pitchFamily="2" charset="0"/>
            </a:endParaRPr>
          </a:p>
        </p:txBody>
      </p:sp>
      <p:sp>
        <p:nvSpPr>
          <p:cNvPr id="78" name="矩形: 圆角 77">
            <a:extLst>
              <a:ext uri="{FF2B5EF4-FFF2-40B4-BE49-F238E27FC236}">
                <a16:creationId xmlns:a16="http://schemas.microsoft.com/office/drawing/2014/main" id="{6E2690DE-2B8D-BD5C-3821-E5FFD29F90E6}"/>
              </a:ext>
            </a:extLst>
          </p:cNvPr>
          <p:cNvSpPr/>
          <p:nvPr/>
        </p:nvSpPr>
        <p:spPr>
          <a:xfrm>
            <a:off x="6961352" y="3892547"/>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3xx</a:t>
            </a:r>
            <a:endParaRPr lang="zh-CN" altLang="en-US" sz="1200" dirty="0">
              <a:solidFill>
                <a:sysClr val="windowText" lastClr="000000"/>
              </a:solidFill>
              <a:latin typeface="Montserrat" panose="00000500000000000000" pitchFamily="2" charset="0"/>
            </a:endParaRPr>
          </a:p>
        </p:txBody>
      </p:sp>
      <p:sp>
        <p:nvSpPr>
          <p:cNvPr id="79" name="文本框 78">
            <a:extLst>
              <a:ext uri="{FF2B5EF4-FFF2-40B4-BE49-F238E27FC236}">
                <a16:creationId xmlns:a16="http://schemas.microsoft.com/office/drawing/2014/main" id="{9B18471B-916C-4A6F-D181-6687FD33B11B}"/>
              </a:ext>
            </a:extLst>
          </p:cNvPr>
          <p:cNvSpPr txBox="1"/>
          <p:nvPr/>
        </p:nvSpPr>
        <p:spPr>
          <a:xfrm>
            <a:off x="5552910" y="253824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index.html</a:t>
            </a:r>
            <a:endParaRPr lang="zh-CN" altLang="en-US" dirty="0"/>
          </a:p>
        </p:txBody>
      </p:sp>
      <p:cxnSp>
        <p:nvCxnSpPr>
          <p:cNvPr id="81" name="直接连接符 80">
            <a:extLst>
              <a:ext uri="{FF2B5EF4-FFF2-40B4-BE49-F238E27FC236}">
                <a16:creationId xmlns:a16="http://schemas.microsoft.com/office/drawing/2014/main" id="{8E5DC386-76B1-B867-A58C-01AF0D553022}"/>
              </a:ext>
            </a:extLst>
          </p:cNvPr>
          <p:cNvCxnSpPr>
            <a:stCxn id="79" idx="1"/>
            <a:endCxn id="30" idx="3"/>
          </p:cNvCxnSpPr>
          <p:nvPr/>
        </p:nvCxnSpPr>
        <p:spPr>
          <a:xfrm flipH="1">
            <a:off x="5030986" y="2676745"/>
            <a:ext cx="521924"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486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a:t>
            </a: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704969"/>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POP3/110</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IMAP/143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30969"/>
            <a:ext cx="258232" cy="664011"/>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3096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5" y="2567340"/>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Envelope</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9284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Content</a:t>
            </a:r>
            <a:endParaRPr lang="zh-CN" altLang="en-US" dirty="0">
              <a:ea typeface="微软雅黑 Light" panose="020B0502040204020203" pitchFamily="34" charset="-122"/>
            </a:endParaRPr>
          </a:p>
        </p:txBody>
      </p:sp>
      <p:cxnSp>
        <p:nvCxnSpPr>
          <p:cNvPr id="5" name="连接符: 曲线 4">
            <a:extLst>
              <a:ext uri="{FF2B5EF4-FFF2-40B4-BE49-F238E27FC236}">
                <a16:creationId xmlns:a16="http://schemas.microsoft.com/office/drawing/2014/main" id="{AF34D3BE-6FC6-004B-494F-B20A4F201CCA}"/>
              </a:ext>
            </a:extLst>
          </p:cNvPr>
          <p:cNvCxnSpPr>
            <a:cxnSpLocks/>
            <a:stCxn id="53" idx="3"/>
            <a:endCxn id="7" idx="1"/>
          </p:cNvCxnSpPr>
          <p:nvPr/>
        </p:nvCxnSpPr>
        <p:spPr>
          <a:xfrm flipV="1">
            <a:off x="5246986" y="1843345"/>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a:endCxn id="53" idx="3"/>
          </p:cNvCxnSpPr>
          <p:nvPr/>
        </p:nvCxnSpPr>
        <p:spPr>
          <a:xfrm rot="10800000">
            <a:off x="5246986" y="2031349"/>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372454"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372454"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EFB413EE-1B16-015F-87B1-9914AAE74D04}"/>
              </a:ext>
            </a:extLst>
          </p:cNvPr>
          <p:cNvSpPr txBox="1"/>
          <p:nvPr/>
        </p:nvSpPr>
        <p:spPr>
          <a:xfrm>
            <a:off x="4310985" y="287250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MIME</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5CB9C21D-7A18-E4AD-DBFA-D62EC0C0A0F1}"/>
              </a:ext>
            </a:extLst>
          </p:cNvPr>
          <p:cNvCxnSpPr>
            <a:cxnSpLocks/>
            <a:stCxn id="3" idx="1"/>
            <a:endCxn id="25" idx="3"/>
          </p:cNvCxnSpPr>
          <p:nvPr/>
        </p:nvCxnSpPr>
        <p:spPr>
          <a:xfrm rot="10800000">
            <a:off x="4154665" y="2864749"/>
            <a:ext cx="156321" cy="14625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4C695801-7BD0-FAAA-9110-C17AEABC7DA7}"/>
              </a:ext>
            </a:extLst>
          </p:cNvPr>
          <p:cNvCxnSpPr>
            <a:cxnSpLocks/>
            <a:stCxn id="44" idx="1"/>
            <a:endCxn id="25" idx="3"/>
          </p:cNvCxnSpPr>
          <p:nvPr/>
        </p:nvCxnSpPr>
        <p:spPr>
          <a:xfrm rot="10800000" flipV="1">
            <a:off x="4154665" y="2705840"/>
            <a:ext cx="156321" cy="15890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zh-CN" altLang="en-US" dirty="0"/>
              <a:t>定义了</a:t>
            </a:r>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55833870"/>
              </p:ext>
            </p:extLst>
          </p:nvPr>
        </p:nvGraphicFramePr>
        <p:xfrm>
          <a:off x="2405853" y="2973349"/>
          <a:ext cx="4332295" cy="1483360"/>
        </p:xfrm>
        <a:graphic>
          <a:graphicData uri="http://schemas.openxmlformats.org/drawingml/2006/table">
            <a:tbl>
              <a:tblPr firstRow="1" bandRow="1">
                <a:tableStyleId>{93296810-A885-4BE3-A3E7-6D5BEEA58F35}</a:tableStyleId>
              </a:tblPr>
              <a:tblGrid>
                <a:gridCol w="1514476">
                  <a:extLst>
                    <a:ext uri="{9D8B030D-6E8A-4147-A177-3AD203B41FA5}">
                      <a16:colId xmlns:a16="http://schemas.microsoft.com/office/drawing/2014/main" val="1233134625"/>
                    </a:ext>
                  </a:extLst>
                </a:gridCol>
                <a:gridCol w="2817819">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157</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336791548"/>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9D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Quoted-</a:t>
                      </a:r>
                      <a:r>
                        <a:rPr lang="en-US" altLang="zh-CN" sz="1200" b="0" dirty="0" err="1">
                          <a:latin typeface="Montserrat" panose="00000500000000000000" pitchFamily="2" charset="0"/>
                          <a:ea typeface="微软雅黑" panose="020B0503020204020204" pitchFamily="34" charset="-122"/>
                        </a:rPr>
                        <a:t>rintable</a:t>
                      </a:r>
                      <a:endParaRPr lang="en-US" altLang="zh-CN" sz="1200" b="0" dirty="0">
                        <a:latin typeface="Montserrat" panose="00000500000000000000" pitchFamily="2" charset="0"/>
                        <a:ea typeface="微软雅黑" panose="020B0503020204020204" pitchFamily="34"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=9D</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768328" y="2154350"/>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07413" y="2606414"/>
            <a:ext cx="861134"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24AE0-9FC3-9FA7-17B6-BCF28386EDFD}"/>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81C7498A-40FF-8F4C-07E5-051674AAF49F}"/>
              </a:ext>
            </a:extLst>
          </p:cNvPr>
          <p:cNvSpPr/>
          <p:nvPr/>
        </p:nvSpPr>
        <p:spPr>
          <a:xfrm>
            <a:off x="1880432" y="2382949"/>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DHCP</a:t>
            </a:r>
            <a:endParaRPr lang="zh-CN" altLang="en-US" sz="1200" dirty="0">
              <a:latin typeface="Montserrat" panose="00000500000000000000" pitchFamily="2" charset="0"/>
              <a:ea typeface="微软雅黑 Light" panose="020B0502040204020203" pitchFamily="34" charset="-122"/>
            </a:endParaRPr>
          </a:p>
        </p:txBody>
      </p:sp>
      <p:sp>
        <p:nvSpPr>
          <p:cNvPr id="24" name="矩形: 圆角 23">
            <a:extLst>
              <a:ext uri="{FF2B5EF4-FFF2-40B4-BE49-F238E27FC236}">
                <a16:creationId xmlns:a16="http://schemas.microsoft.com/office/drawing/2014/main" id="{8DDFDE0D-47FE-1E88-FDF9-EF48D58CC9C9}"/>
              </a:ext>
            </a:extLst>
          </p:cNvPr>
          <p:cNvSpPr/>
          <p:nvPr/>
        </p:nvSpPr>
        <p:spPr>
          <a:xfrm>
            <a:off x="3002664" y="1289331"/>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UDP</a:t>
            </a:r>
            <a:endParaRPr lang="zh-CN" altLang="en-US" sz="1200" dirty="0">
              <a:latin typeface="Montserrat" panose="00000500000000000000" pitchFamily="2" charset="0"/>
              <a:ea typeface="微软雅黑 Light" panose="020B0502040204020203" pitchFamily="34" charset="-122"/>
            </a:endParaRPr>
          </a:p>
        </p:txBody>
      </p:sp>
      <p:sp>
        <p:nvSpPr>
          <p:cNvPr id="25" name="矩形: 圆角 24">
            <a:extLst>
              <a:ext uri="{FF2B5EF4-FFF2-40B4-BE49-F238E27FC236}">
                <a16:creationId xmlns:a16="http://schemas.microsoft.com/office/drawing/2014/main" id="{FEEC9FB4-2574-9AAB-BEF3-B33977A5BDA8}"/>
              </a:ext>
            </a:extLst>
          </p:cNvPr>
          <p:cNvSpPr/>
          <p:nvPr/>
        </p:nvSpPr>
        <p:spPr>
          <a:xfrm>
            <a:off x="3002664" y="1966210"/>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Role</a:t>
            </a:r>
            <a:endParaRPr lang="zh-CN" altLang="en-US" sz="1200" dirty="0">
              <a:latin typeface="Montserrat" panose="00000500000000000000" pitchFamily="2" charset="0"/>
              <a:ea typeface="微软雅黑 Light" panose="020B0502040204020203" pitchFamily="34" charset="-122"/>
            </a:endParaRPr>
          </a:p>
        </p:txBody>
      </p:sp>
      <p:sp>
        <p:nvSpPr>
          <p:cNvPr id="27" name="矩形: 圆角 26">
            <a:extLst>
              <a:ext uri="{FF2B5EF4-FFF2-40B4-BE49-F238E27FC236}">
                <a16:creationId xmlns:a16="http://schemas.microsoft.com/office/drawing/2014/main" id="{085E840C-97DB-D448-149F-FC8E809682F4}"/>
              </a:ext>
            </a:extLst>
          </p:cNvPr>
          <p:cNvSpPr/>
          <p:nvPr/>
        </p:nvSpPr>
        <p:spPr>
          <a:xfrm>
            <a:off x="3002664" y="2857107"/>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Packet</a:t>
            </a:r>
            <a:endParaRPr lang="zh-CN" altLang="en-US" sz="1200" dirty="0">
              <a:latin typeface="Montserrat" panose="00000500000000000000" pitchFamily="2" charset="0"/>
              <a:ea typeface="微软雅黑 Light" panose="020B0502040204020203" pitchFamily="34" charset="-122"/>
            </a:endParaRPr>
          </a:p>
        </p:txBody>
      </p:sp>
      <p:sp>
        <p:nvSpPr>
          <p:cNvPr id="32" name="矩形: 圆角 31">
            <a:extLst>
              <a:ext uri="{FF2B5EF4-FFF2-40B4-BE49-F238E27FC236}">
                <a16:creationId xmlns:a16="http://schemas.microsoft.com/office/drawing/2014/main" id="{232D8848-BD0E-BF67-7885-C1117DF92399}"/>
              </a:ext>
            </a:extLst>
          </p:cNvPr>
          <p:cNvSpPr/>
          <p:nvPr/>
        </p:nvSpPr>
        <p:spPr>
          <a:xfrm>
            <a:off x="4310985" y="2535723"/>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Discover</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94CE5291-3655-9F01-140F-50BC9193F8D9}"/>
              </a:ext>
            </a:extLst>
          </p:cNvPr>
          <p:cNvSpPr/>
          <p:nvPr/>
        </p:nvSpPr>
        <p:spPr>
          <a:xfrm>
            <a:off x="4310985" y="317849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ACK</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DBF3BC0C-D1BD-D4A4-0B1D-7C5D93BF1EBB}"/>
              </a:ext>
            </a:extLst>
          </p:cNvPr>
          <p:cNvCxnSpPr>
            <a:cxnSpLocks/>
            <a:stCxn id="23" idx="3"/>
            <a:endCxn id="24" idx="1"/>
          </p:cNvCxnSpPr>
          <p:nvPr/>
        </p:nvCxnSpPr>
        <p:spPr>
          <a:xfrm flipV="1">
            <a:off x="2744432" y="1415331"/>
            <a:ext cx="258232" cy="1111618"/>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B1EFB3AC-BC84-4C1A-2281-7553D713E8E1}"/>
              </a:ext>
            </a:extLst>
          </p:cNvPr>
          <p:cNvCxnSpPr>
            <a:stCxn id="23" idx="3"/>
            <a:endCxn id="27" idx="1"/>
          </p:cNvCxnSpPr>
          <p:nvPr/>
        </p:nvCxnSpPr>
        <p:spPr>
          <a:xfrm>
            <a:off x="2744432" y="2526949"/>
            <a:ext cx="258232" cy="474158"/>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0E43D024-04AC-D99A-F435-AE728FB730AC}"/>
              </a:ext>
            </a:extLst>
          </p:cNvPr>
          <p:cNvCxnSpPr>
            <a:stCxn id="25" idx="1"/>
            <a:endCxn id="23" idx="3"/>
          </p:cNvCxnSpPr>
          <p:nvPr/>
        </p:nvCxnSpPr>
        <p:spPr>
          <a:xfrm rot="10800000" flipV="1">
            <a:off x="2744432" y="2110209"/>
            <a:ext cx="258232" cy="416739"/>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109CACA8-3C87-A246-F643-CD247E31FF83}"/>
              </a:ext>
            </a:extLst>
          </p:cNvPr>
          <p:cNvCxnSpPr>
            <a:cxnSpLocks/>
            <a:stCxn id="24" idx="3"/>
            <a:endCxn id="51" idx="1"/>
          </p:cNvCxnSpPr>
          <p:nvPr/>
        </p:nvCxnSpPr>
        <p:spPr>
          <a:xfrm flipV="1">
            <a:off x="4154664" y="1278891"/>
            <a:ext cx="156322" cy="13644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F3B4846D-D180-0DB6-B14E-A32118D190A2}"/>
              </a:ext>
            </a:extLst>
          </p:cNvPr>
          <p:cNvCxnSpPr>
            <a:cxnSpLocks/>
            <a:stCxn id="53" idx="1"/>
            <a:endCxn id="24" idx="3"/>
          </p:cNvCxnSpPr>
          <p:nvPr/>
        </p:nvCxnSpPr>
        <p:spPr>
          <a:xfrm rot="10800000">
            <a:off x="4154664" y="1415331"/>
            <a:ext cx="156322" cy="13644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C8F85491-4968-377A-0111-5B40A0A39946}"/>
              </a:ext>
            </a:extLst>
          </p:cNvPr>
          <p:cNvCxnSpPr>
            <a:cxnSpLocks/>
            <a:stCxn id="27" idx="3"/>
            <a:endCxn id="32" idx="1"/>
          </p:cNvCxnSpPr>
          <p:nvPr/>
        </p:nvCxnSpPr>
        <p:spPr>
          <a:xfrm flipV="1">
            <a:off x="4154664" y="2679723"/>
            <a:ext cx="156321" cy="32138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B49AC69F-9300-3E0B-0B71-EE4BB39102A0}"/>
              </a:ext>
            </a:extLst>
          </p:cNvPr>
          <p:cNvCxnSpPr>
            <a:cxnSpLocks/>
            <a:stCxn id="33" idx="1"/>
            <a:endCxn id="27" idx="3"/>
          </p:cNvCxnSpPr>
          <p:nvPr/>
        </p:nvCxnSpPr>
        <p:spPr>
          <a:xfrm rot="10800000">
            <a:off x="4154665" y="3001107"/>
            <a:ext cx="156321" cy="32138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7E0604CC-6118-D388-584A-01BF660833DC}"/>
              </a:ext>
            </a:extLst>
          </p:cNvPr>
          <p:cNvSpPr txBox="1"/>
          <p:nvPr/>
        </p:nvSpPr>
        <p:spPr>
          <a:xfrm>
            <a:off x="4310985" y="1748862"/>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Client</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5AD8DC0D-DDB8-3F5F-25C4-9689E3B43A3B}"/>
              </a:ext>
            </a:extLst>
          </p:cNvPr>
          <p:cNvSpPr txBox="1"/>
          <p:nvPr/>
        </p:nvSpPr>
        <p:spPr>
          <a:xfrm>
            <a:off x="4310986" y="1140391"/>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67/Server</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A5E95E2E-C012-C565-7FC9-E2CE5AF8D020}"/>
              </a:ext>
            </a:extLst>
          </p:cNvPr>
          <p:cNvSpPr txBox="1"/>
          <p:nvPr/>
        </p:nvSpPr>
        <p:spPr>
          <a:xfrm>
            <a:off x="4310986" y="1413271"/>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68/Client</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B0BBC318-76D2-69AC-316E-45BDD3B05A80}"/>
              </a:ext>
            </a:extLst>
          </p:cNvPr>
          <p:cNvSpPr txBox="1"/>
          <p:nvPr/>
        </p:nvSpPr>
        <p:spPr>
          <a:xfrm>
            <a:off x="4310985" y="2181907"/>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Server</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3531EDAE-CEBC-0ACD-2E05-55BEF04D04AE}"/>
              </a:ext>
            </a:extLst>
          </p:cNvPr>
          <p:cNvCxnSpPr>
            <a:cxnSpLocks/>
            <a:stCxn id="3" idx="1"/>
            <a:endCxn id="25" idx="3"/>
          </p:cNvCxnSpPr>
          <p:nvPr/>
        </p:nvCxnSpPr>
        <p:spPr>
          <a:xfrm rot="10800000">
            <a:off x="4154665" y="2110211"/>
            <a:ext cx="156321" cy="21019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2C5990E6-177A-AB0C-9A1A-AAE41B001FCD}"/>
              </a:ext>
            </a:extLst>
          </p:cNvPr>
          <p:cNvCxnSpPr>
            <a:cxnSpLocks/>
            <a:stCxn id="44" idx="1"/>
            <a:endCxn id="25" idx="3"/>
          </p:cNvCxnSpPr>
          <p:nvPr/>
        </p:nvCxnSpPr>
        <p:spPr>
          <a:xfrm rot="10800000" flipV="1">
            <a:off x="4154665" y="1887362"/>
            <a:ext cx="156321" cy="22284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D4F6CE0A-1971-3C70-3BB2-A245524E6AF6}"/>
              </a:ext>
            </a:extLst>
          </p:cNvPr>
          <p:cNvSpPr txBox="1"/>
          <p:nvPr/>
        </p:nvSpPr>
        <p:spPr>
          <a:xfrm>
            <a:off x="4310985" y="1971711"/>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Agent</a:t>
            </a:r>
            <a:endParaRPr lang="zh-CN" altLang="en-US" dirty="0">
              <a:ea typeface="微软雅黑 Light" panose="020B0502040204020203" pitchFamily="34" charset="-122"/>
            </a:endParaRPr>
          </a:p>
        </p:txBody>
      </p:sp>
      <p:sp>
        <p:nvSpPr>
          <p:cNvPr id="12" name="矩形: 圆角 11">
            <a:extLst>
              <a:ext uri="{FF2B5EF4-FFF2-40B4-BE49-F238E27FC236}">
                <a16:creationId xmlns:a16="http://schemas.microsoft.com/office/drawing/2014/main" id="{66EF521E-D629-D087-7381-55B8537CAD96}"/>
              </a:ext>
            </a:extLst>
          </p:cNvPr>
          <p:cNvSpPr/>
          <p:nvPr/>
        </p:nvSpPr>
        <p:spPr>
          <a:xfrm>
            <a:off x="4310985" y="274997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Offer</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13" name="矩形: 圆角 12">
            <a:extLst>
              <a:ext uri="{FF2B5EF4-FFF2-40B4-BE49-F238E27FC236}">
                <a16:creationId xmlns:a16="http://schemas.microsoft.com/office/drawing/2014/main" id="{271382EA-29E7-734D-6DDA-A16E98E1E4D0}"/>
              </a:ext>
            </a:extLst>
          </p:cNvPr>
          <p:cNvSpPr/>
          <p:nvPr/>
        </p:nvSpPr>
        <p:spPr>
          <a:xfrm>
            <a:off x="4310985" y="2964235"/>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Request</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14" name="矩形: 圆角 13">
            <a:extLst>
              <a:ext uri="{FF2B5EF4-FFF2-40B4-BE49-F238E27FC236}">
                <a16:creationId xmlns:a16="http://schemas.microsoft.com/office/drawing/2014/main" id="{4815593A-5D80-4E83-38BC-CC71F9F65019}"/>
              </a:ext>
            </a:extLst>
          </p:cNvPr>
          <p:cNvSpPr/>
          <p:nvPr/>
        </p:nvSpPr>
        <p:spPr>
          <a:xfrm>
            <a:off x="3002664" y="3616255"/>
            <a:ext cx="1152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Timer</a:t>
            </a:r>
            <a:endParaRPr lang="zh-CN" altLang="en-US" sz="1200" dirty="0">
              <a:latin typeface="Montserrat" panose="00000500000000000000" pitchFamily="2" charset="0"/>
              <a:ea typeface="微软雅黑 Light" panose="020B0502040204020203" pitchFamily="34" charset="-122"/>
            </a:endParaRPr>
          </a:p>
        </p:txBody>
      </p:sp>
      <p:cxnSp>
        <p:nvCxnSpPr>
          <p:cNvPr id="15" name="连接符: 曲线 14">
            <a:extLst>
              <a:ext uri="{FF2B5EF4-FFF2-40B4-BE49-F238E27FC236}">
                <a16:creationId xmlns:a16="http://schemas.microsoft.com/office/drawing/2014/main" id="{9AB62444-1624-2068-ECE8-2B5D9A539BEE}"/>
              </a:ext>
            </a:extLst>
          </p:cNvPr>
          <p:cNvCxnSpPr>
            <a:cxnSpLocks/>
            <a:stCxn id="14" idx="3"/>
            <a:endCxn id="17" idx="1"/>
          </p:cNvCxnSpPr>
          <p:nvPr/>
        </p:nvCxnSpPr>
        <p:spPr>
          <a:xfrm flipV="1">
            <a:off x="4154664" y="3605815"/>
            <a:ext cx="156322" cy="136440"/>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16" name="连接符: 曲线 15">
            <a:extLst>
              <a:ext uri="{FF2B5EF4-FFF2-40B4-BE49-F238E27FC236}">
                <a16:creationId xmlns:a16="http://schemas.microsoft.com/office/drawing/2014/main" id="{195E5F41-A02E-8B59-F821-84CC37FF083E}"/>
              </a:ext>
            </a:extLst>
          </p:cNvPr>
          <p:cNvCxnSpPr>
            <a:cxnSpLocks/>
            <a:stCxn id="18" idx="1"/>
            <a:endCxn id="14" idx="3"/>
          </p:cNvCxnSpPr>
          <p:nvPr/>
        </p:nvCxnSpPr>
        <p:spPr>
          <a:xfrm rot="10800000">
            <a:off x="4154664" y="3742255"/>
            <a:ext cx="156322" cy="136440"/>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9D1ECBC3-980C-B351-5DAF-9CC52CB33741}"/>
              </a:ext>
            </a:extLst>
          </p:cNvPr>
          <p:cNvSpPr txBox="1"/>
          <p:nvPr/>
        </p:nvSpPr>
        <p:spPr>
          <a:xfrm>
            <a:off x="4310986" y="3467315"/>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T1/50%</a:t>
            </a:r>
            <a:endParaRPr lang="zh-CN" altLang="en-US" dirty="0">
              <a:ea typeface="微软雅黑 Light" panose="020B0502040204020203" pitchFamily="34" charset="-122"/>
            </a:endParaRPr>
          </a:p>
        </p:txBody>
      </p:sp>
      <p:sp>
        <p:nvSpPr>
          <p:cNvPr id="18" name="文本框 17">
            <a:extLst>
              <a:ext uri="{FF2B5EF4-FFF2-40B4-BE49-F238E27FC236}">
                <a16:creationId xmlns:a16="http://schemas.microsoft.com/office/drawing/2014/main" id="{76071964-BBC7-2FBE-9C4A-C810B55E4487}"/>
              </a:ext>
            </a:extLst>
          </p:cNvPr>
          <p:cNvSpPr txBox="1"/>
          <p:nvPr/>
        </p:nvSpPr>
        <p:spPr>
          <a:xfrm>
            <a:off x="4310986" y="3740195"/>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T2/87.5%</a:t>
            </a:r>
            <a:endParaRPr lang="zh-CN" altLang="en-US" dirty="0">
              <a:ea typeface="微软雅黑 Light" panose="020B0502040204020203" pitchFamily="34" charset="-122"/>
            </a:endParaRPr>
          </a:p>
        </p:txBody>
      </p:sp>
      <p:cxnSp>
        <p:nvCxnSpPr>
          <p:cNvPr id="19" name="连接符: 曲线 18">
            <a:extLst>
              <a:ext uri="{FF2B5EF4-FFF2-40B4-BE49-F238E27FC236}">
                <a16:creationId xmlns:a16="http://schemas.microsoft.com/office/drawing/2014/main" id="{A587F6DA-D79D-D152-7838-44E9773335E2}"/>
              </a:ext>
            </a:extLst>
          </p:cNvPr>
          <p:cNvCxnSpPr>
            <a:cxnSpLocks/>
            <a:stCxn id="23" idx="3"/>
            <a:endCxn id="14" idx="1"/>
          </p:cNvCxnSpPr>
          <p:nvPr/>
        </p:nvCxnSpPr>
        <p:spPr>
          <a:xfrm>
            <a:off x="2744432" y="2526949"/>
            <a:ext cx="258232" cy="1215306"/>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0880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37C9F49-1B01-8405-B54A-69BD327C0D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268FE80-1CE2-0AD3-2271-173418E14A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D0C4E0E3-5188-3137-6042-9A8A2599C8DB}"/>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BB6A4B19-EAEC-2E43-281A-B1F7E9AC3455}"/>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ADA8A15-A616-F9BB-2AFC-69C6266CCC28}"/>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F5654E77-BE69-A32D-1F44-0DD5E7DD45D9}"/>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626D234-59CE-C260-BB6B-E477FFAA8BB0}"/>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327D6FDF-6A22-0651-D64C-9D0C2FA74FD1}"/>
              </a:ext>
            </a:extLst>
          </p:cNvPr>
          <p:cNvSpPr txBox="1"/>
          <p:nvPr/>
        </p:nvSpPr>
        <p:spPr>
          <a:xfrm>
            <a:off x="3392054"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cxnSp>
        <p:nvCxnSpPr>
          <p:cNvPr id="17" name="直接箭头连接符 16">
            <a:extLst>
              <a:ext uri="{FF2B5EF4-FFF2-40B4-BE49-F238E27FC236}">
                <a16:creationId xmlns:a16="http://schemas.microsoft.com/office/drawing/2014/main" id="{2B5C6D34-7079-EC92-BF09-3E00FFD16DEB}"/>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E11076-EEDB-A762-0D80-222E1EFE22FA}"/>
              </a:ext>
            </a:extLst>
          </p:cNvPr>
          <p:cNvSpPr txBox="1"/>
          <p:nvPr/>
        </p:nvSpPr>
        <p:spPr>
          <a:xfrm>
            <a:off x="3529911" y="2697858"/>
            <a:ext cx="148309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cxnSp>
        <p:nvCxnSpPr>
          <p:cNvPr id="20" name="直接箭头连接符 19">
            <a:extLst>
              <a:ext uri="{FF2B5EF4-FFF2-40B4-BE49-F238E27FC236}">
                <a16:creationId xmlns:a16="http://schemas.microsoft.com/office/drawing/2014/main" id="{AFA1A9D6-EC89-C189-C752-A383393DE91F}"/>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5411A212-3891-47C7-6E83-A2D1D8081252}"/>
              </a:ext>
            </a:extLst>
          </p:cNvPr>
          <p:cNvSpPr txBox="1"/>
          <p:nvPr/>
        </p:nvSpPr>
        <p:spPr>
          <a:xfrm>
            <a:off x="3402472"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DBA239C9-96AD-875C-666D-7772331FAC1B}"/>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89D233D-58A3-A56C-F81F-9E76439A82AD}"/>
              </a:ext>
            </a:extLst>
          </p:cNvPr>
          <p:cNvSpPr txBox="1"/>
          <p:nvPr/>
        </p:nvSpPr>
        <p:spPr>
          <a:xfrm>
            <a:off x="3558766" y="3689870"/>
            <a:ext cx="142539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 /</a:t>
            </a:r>
            <a:r>
              <a:rPr lang="zh-CN" altLang="en-US" dirty="0"/>
              <a:t>广播</a:t>
            </a:r>
            <a:endParaRPr lang="en-US" altLang="zh-CN" dirty="0"/>
          </a:p>
        </p:txBody>
      </p:sp>
    </p:spTree>
    <p:extLst>
      <p:ext uri="{BB962C8B-B14F-4D97-AF65-F5344CB8AC3E}">
        <p14:creationId xmlns:p14="http://schemas.microsoft.com/office/powerpoint/2010/main" val="2690953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455DE-BD02-3220-1193-DB45E590876C}"/>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E01388D7-2F26-50A7-2F03-BF3620556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131F2F09-BCD5-A6F3-E0A3-BAAA107EDA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BEB0B44D-9A76-256A-6981-15D2222418E2}"/>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F8F7B90-E27E-747B-6A3A-308E3CB947EE}"/>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08693F5-7EE8-0C8D-3C21-ECFB03017D1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B1CA9883-26C5-B10D-A215-FFA669126D44}"/>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C03234A7-C70D-3D81-3CD7-ED2C270AF148}"/>
              </a:ext>
            </a:extLst>
          </p:cNvPr>
          <p:cNvCxnSpPr>
            <a:cxnSpLocks/>
          </p:cNvCxnSpPr>
          <p:nvPr/>
        </p:nvCxnSpPr>
        <p:spPr>
          <a:xfrm>
            <a:off x="1272684" y="2340352"/>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581CFAD2-A7E5-F444-E9BD-66A88E699D3B}"/>
              </a:ext>
            </a:extLst>
          </p:cNvPr>
          <p:cNvSpPr txBox="1"/>
          <p:nvPr/>
        </p:nvSpPr>
        <p:spPr>
          <a:xfrm>
            <a:off x="1653277"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grpSp>
        <p:nvGrpSpPr>
          <p:cNvPr id="19" name="组合 18">
            <a:extLst>
              <a:ext uri="{FF2B5EF4-FFF2-40B4-BE49-F238E27FC236}">
                <a16:creationId xmlns:a16="http://schemas.microsoft.com/office/drawing/2014/main" id="{B46CAFC9-06C0-9EF0-82E5-3DACE242701C}"/>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0B4C9E4A-E948-836E-5856-E7B07FBC77ED}"/>
                </a:ext>
              </a:extLst>
            </p:cNvPr>
            <p:cNvCxnSpPr>
              <a:cxnSpLocks/>
            </p:cNvCxnSpPr>
            <p:nvPr/>
          </p:nvCxnSpPr>
          <p:spPr>
            <a:xfrm flipH="1">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4D037CCC-4547-3A84-323D-9AF466E45D3A}"/>
                </a:ext>
              </a:extLst>
            </p:cNvPr>
            <p:cNvSpPr txBox="1"/>
            <p:nvPr/>
          </p:nvSpPr>
          <p:spPr>
            <a:xfrm>
              <a:off x="1791136" y="2697858"/>
              <a:ext cx="14830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grpSp>
      <p:grpSp>
        <p:nvGrpSpPr>
          <p:cNvPr id="27" name="组合 26">
            <a:extLst>
              <a:ext uri="{FF2B5EF4-FFF2-40B4-BE49-F238E27FC236}">
                <a16:creationId xmlns:a16="http://schemas.microsoft.com/office/drawing/2014/main" id="{F5088251-E6F5-D8F0-1BEE-57BB35CF91F6}"/>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3BDF5139-452A-5446-FFB5-819EF9253A71}"/>
                </a:ext>
              </a:extLst>
            </p:cNvPr>
            <p:cNvCxnSpPr>
              <a:cxnSpLocks/>
            </p:cNvCxnSpPr>
            <p:nvPr/>
          </p:nvCxnSpPr>
          <p:spPr>
            <a:xfrm>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849427CD-7D0C-5554-866C-E569C40BA62E}"/>
                </a:ext>
              </a:extLst>
            </p:cNvPr>
            <p:cNvSpPr txBox="1"/>
            <p:nvPr/>
          </p:nvSpPr>
          <p:spPr>
            <a:xfrm>
              <a:off x="1663696"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D7986F97-64C9-79B3-C6CE-B1B48B448623}"/>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B2FF6799-773D-7CB5-F9BA-BEDF6D54F7FD}"/>
                </a:ext>
              </a:extLst>
            </p:cNvPr>
            <p:cNvCxnSpPr>
              <a:cxnSpLocks/>
            </p:cNvCxnSpPr>
            <p:nvPr/>
          </p:nvCxnSpPr>
          <p:spPr>
            <a:xfrm flipH="1">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74FF24A0-A621-80A5-D1CC-23A51B33F826}"/>
                </a:ext>
              </a:extLst>
            </p:cNvPr>
            <p:cNvSpPr txBox="1"/>
            <p:nvPr/>
          </p:nvSpPr>
          <p:spPr>
            <a:xfrm>
              <a:off x="1622019" y="3689870"/>
              <a:ext cx="1821331"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CK/NAK /</a:t>
              </a:r>
              <a:r>
                <a:rPr lang="zh-CN" altLang="en-US" dirty="0"/>
                <a:t>广播</a:t>
              </a:r>
              <a:endParaRPr lang="en-US" altLang="zh-CN" dirty="0"/>
            </a:p>
          </p:txBody>
        </p:sp>
      </p:grpSp>
      <p:pic>
        <p:nvPicPr>
          <p:cNvPr id="2" name="图片 1">
            <a:extLst>
              <a:ext uri="{FF2B5EF4-FFF2-40B4-BE49-F238E27FC236}">
                <a16:creationId xmlns:a16="http://schemas.microsoft.com/office/drawing/2014/main" id="{EEA8232E-1EE5-8E7D-4B77-4723CF14BB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9D43D749-733B-142F-AAC3-48CEC84F1FEF}"/>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63127F4-4DA9-4126-3E64-2E946CD9C20D}"/>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B4A8459B-B873-4413-01B0-004F7295C263}"/>
              </a:ext>
            </a:extLst>
          </p:cNvPr>
          <p:cNvGrpSpPr/>
          <p:nvPr/>
        </p:nvGrpSpPr>
        <p:grpSpPr>
          <a:xfrm>
            <a:off x="4077491" y="2201852"/>
            <a:ext cx="2520000" cy="276999"/>
            <a:chOff x="1272684" y="2201852"/>
            <a:chExt cx="2520000" cy="276999"/>
          </a:xfrm>
        </p:grpSpPr>
        <p:cxnSp>
          <p:nvCxnSpPr>
            <p:cNvPr id="15" name="直接箭头连接符 14">
              <a:extLst>
                <a:ext uri="{FF2B5EF4-FFF2-40B4-BE49-F238E27FC236}">
                  <a16:creationId xmlns:a16="http://schemas.microsoft.com/office/drawing/2014/main" id="{76AE8B80-7C43-D64C-1197-8CBB9CE64255}"/>
                </a:ext>
              </a:extLst>
            </p:cNvPr>
            <p:cNvCxnSpPr>
              <a:cxnSpLocks/>
            </p:cNvCxnSpPr>
            <p:nvPr/>
          </p:nvCxnSpPr>
          <p:spPr>
            <a:xfrm>
              <a:off x="1272684" y="2340352"/>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8AEE983-CF86-3297-B10C-33603FB631F7}"/>
                </a:ext>
              </a:extLst>
            </p:cNvPr>
            <p:cNvSpPr txBox="1"/>
            <p:nvPr/>
          </p:nvSpPr>
          <p:spPr>
            <a:xfrm>
              <a:off x="1652476" y="2201852"/>
              <a:ext cx="176041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Discover /</a:t>
              </a:r>
              <a:r>
                <a:rPr lang="zh-CN" altLang="en-US" dirty="0">
                  <a:solidFill>
                    <a:srgbClr val="4BACC6"/>
                  </a:solidFill>
                </a:rPr>
                <a:t>单播</a:t>
              </a:r>
              <a:endParaRPr lang="en-US" altLang="zh-CN" dirty="0">
                <a:solidFill>
                  <a:srgbClr val="4BACC6"/>
                </a:solidFill>
              </a:endParaRPr>
            </a:p>
          </p:txBody>
        </p:sp>
      </p:grpSp>
      <p:grpSp>
        <p:nvGrpSpPr>
          <p:cNvPr id="22" name="组合 21">
            <a:extLst>
              <a:ext uri="{FF2B5EF4-FFF2-40B4-BE49-F238E27FC236}">
                <a16:creationId xmlns:a16="http://schemas.microsoft.com/office/drawing/2014/main" id="{AD44393B-A522-A4B1-AF26-CB2E1F168522}"/>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5B34950B-25CB-F028-0FBE-DD1BEC12C43A}"/>
                </a:ext>
              </a:extLst>
            </p:cNvPr>
            <p:cNvCxnSpPr>
              <a:cxnSpLocks/>
            </p:cNvCxnSpPr>
            <p:nvPr/>
          </p:nvCxnSpPr>
          <p:spPr>
            <a:xfrm flipH="1">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BEC06771-2CC4-6273-7574-280A0E56FDF4}"/>
                </a:ext>
              </a:extLst>
            </p:cNvPr>
            <p:cNvSpPr txBox="1"/>
            <p:nvPr/>
          </p:nvSpPr>
          <p:spPr>
            <a:xfrm>
              <a:off x="1789532" y="2697858"/>
              <a:ext cx="148630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Offer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BB6D30AC-2322-59EC-E88B-4887F79A9EEA}"/>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7A0AB65D-3411-1CD0-E094-601E558F1205}"/>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3DCDEED-5C67-E6B9-F344-A01E3864CA81}"/>
                </a:ext>
              </a:extLst>
            </p:cNvPr>
            <p:cNvSpPr txBox="1"/>
            <p:nvPr/>
          </p:nvSpPr>
          <p:spPr>
            <a:xfrm>
              <a:off x="1662895" y="3193864"/>
              <a:ext cx="173957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Request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19BEA2E1-94BD-73E7-6F24-95CE44E62A12}"/>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7B71F73F-1C3C-F0AC-A299-493FD28F8B6D}"/>
                </a:ext>
              </a:extLst>
            </p:cNvPr>
            <p:cNvCxnSpPr>
              <a:cxnSpLocks/>
            </p:cNvCxnSpPr>
            <p:nvPr/>
          </p:nvCxnSpPr>
          <p:spPr>
            <a:xfrm flipH="1">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8CD2DC57-F9CC-C647-DE95-A3423652BA89}"/>
                </a:ext>
              </a:extLst>
            </p:cNvPr>
            <p:cNvSpPr txBox="1"/>
            <p:nvPr/>
          </p:nvSpPr>
          <p:spPr>
            <a:xfrm>
              <a:off x="1621216" y="3689870"/>
              <a:ext cx="182293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ACK/NAK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4250299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7BD26-8565-89F1-3292-0C3E6D2F03C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2231C0E-1337-85F9-A154-1764505E251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27399A1B-8455-221D-34F7-BBDA655600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C0CA0308-0434-BD9A-4C2F-7423C8105B84}"/>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3B3D5C25-1C47-264C-FF7A-D9C15E93650F}"/>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9DCFC45-7DC1-0169-BC28-E8BA9F7D768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708AAD5-D410-D450-C9CA-DF08C9DF1D6F}"/>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grpSp>
        <p:nvGrpSpPr>
          <p:cNvPr id="19" name="组合 18">
            <a:extLst>
              <a:ext uri="{FF2B5EF4-FFF2-40B4-BE49-F238E27FC236}">
                <a16:creationId xmlns:a16="http://schemas.microsoft.com/office/drawing/2014/main" id="{E97A6E79-90C3-F8E9-FBD9-451B632E3DE3}"/>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EF8E3D6A-4897-51E1-8150-91191849F364}"/>
                </a:ext>
              </a:extLst>
            </p:cNvPr>
            <p:cNvCxnSpPr>
              <a:cxnSpLocks/>
            </p:cNvCxnSpPr>
            <p:nvPr/>
          </p:nvCxnSpPr>
          <p:spPr>
            <a:xfrm>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C8D3D5A-2855-266A-8176-F059BA41CACB}"/>
                </a:ext>
              </a:extLst>
            </p:cNvPr>
            <p:cNvSpPr txBox="1"/>
            <p:nvPr/>
          </p:nvSpPr>
          <p:spPr>
            <a:xfrm>
              <a:off x="1690949"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Decline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0F3C11B4-09EC-1ADA-68C0-BD097F2F2163}"/>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9DEDBE1A-E036-3682-5B3B-947627879029}"/>
                </a:ext>
              </a:extLst>
            </p:cNvPr>
            <p:cNvCxnSpPr>
              <a:cxnSpLocks/>
            </p:cNvCxnSpPr>
            <p:nvPr/>
          </p:nvCxnSpPr>
          <p:spPr>
            <a:xfrm flipV="1">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2EB04826-7ADB-940D-677C-BA9F24C427B5}"/>
                </a:ext>
              </a:extLst>
            </p:cNvPr>
            <p:cNvSpPr txBox="1"/>
            <p:nvPr/>
          </p:nvSpPr>
          <p:spPr>
            <a:xfrm>
              <a:off x="1685338"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Release /</a:t>
              </a:r>
              <a:r>
                <a:rPr lang="zh-CN" altLang="en-US" dirty="0"/>
                <a:t>单播</a:t>
              </a:r>
              <a:endParaRPr lang="en-US" altLang="zh-CN" dirty="0"/>
            </a:p>
          </p:txBody>
        </p:sp>
      </p:grpSp>
      <p:grpSp>
        <p:nvGrpSpPr>
          <p:cNvPr id="31" name="组合 30">
            <a:extLst>
              <a:ext uri="{FF2B5EF4-FFF2-40B4-BE49-F238E27FC236}">
                <a16:creationId xmlns:a16="http://schemas.microsoft.com/office/drawing/2014/main" id="{8D14A5D6-0ED8-33C3-619F-73504A9628EA}"/>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344AC010-4AF1-B54F-A6A3-124D5583DCEF}"/>
                </a:ext>
              </a:extLst>
            </p:cNvPr>
            <p:cNvCxnSpPr>
              <a:cxnSpLocks/>
            </p:cNvCxnSpPr>
            <p:nvPr/>
          </p:nvCxnSpPr>
          <p:spPr>
            <a:xfrm>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1B71473-1D7C-37D3-9DF5-C2FEAE78C0AE}"/>
                </a:ext>
              </a:extLst>
            </p:cNvPr>
            <p:cNvSpPr txBox="1"/>
            <p:nvPr/>
          </p:nvSpPr>
          <p:spPr>
            <a:xfrm>
              <a:off x="1722206" y="3689870"/>
              <a:ext cx="162095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Inform /</a:t>
              </a:r>
              <a:r>
                <a:rPr lang="zh-CN" altLang="en-US" dirty="0"/>
                <a:t>单播</a:t>
              </a:r>
              <a:endParaRPr lang="en-US" altLang="zh-CN" dirty="0"/>
            </a:p>
          </p:txBody>
        </p:sp>
      </p:grpSp>
      <p:pic>
        <p:nvPicPr>
          <p:cNvPr id="2" name="图片 1">
            <a:extLst>
              <a:ext uri="{FF2B5EF4-FFF2-40B4-BE49-F238E27FC236}">
                <a16:creationId xmlns:a16="http://schemas.microsoft.com/office/drawing/2014/main" id="{BF89A8AC-A4F5-3698-EB9C-3231A3E7CB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33962B3F-2162-B695-5AA4-1D5F8A1329DB}"/>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C7C17F09-F8D4-94F8-1A79-59538F9FB677}"/>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22" name="组合 21">
            <a:extLst>
              <a:ext uri="{FF2B5EF4-FFF2-40B4-BE49-F238E27FC236}">
                <a16:creationId xmlns:a16="http://schemas.microsoft.com/office/drawing/2014/main" id="{8F6A17BF-122C-1005-EC65-83D68BE52EC0}"/>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9F97F2D5-9884-B808-15C8-D782AB2D32FA}"/>
                </a:ext>
              </a:extLst>
            </p:cNvPr>
            <p:cNvCxnSpPr>
              <a:cxnSpLocks/>
            </p:cNvCxnSpPr>
            <p:nvPr/>
          </p:nvCxnSpPr>
          <p:spPr>
            <a:xfrm>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5F7F0422-EA02-5E9D-4746-292E37C5B18A}"/>
                </a:ext>
              </a:extLst>
            </p:cNvPr>
            <p:cNvSpPr txBox="1"/>
            <p:nvPr/>
          </p:nvSpPr>
          <p:spPr>
            <a:xfrm>
              <a:off x="1690947"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Decline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218D3347-2835-88F7-9566-C8CC8E4C4BC7}"/>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05534B63-1381-3EA3-D4E2-03D29BFBB06F}"/>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4EC23D54-2149-DED8-AA37-D4F05A408154}"/>
                </a:ext>
              </a:extLst>
            </p:cNvPr>
            <p:cNvSpPr txBox="1"/>
            <p:nvPr/>
          </p:nvSpPr>
          <p:spPr>
            <a:xfrm>
              <a:off x="1685337"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Release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F4475F52-9B26-342C-65F8-99DD5B9214FC}"/>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8C42CE69-1B17-CE99-FB35-8094CE08A6A4}"/>
                </a:ext>
              </a:extLst>
            </p:cNvPr>
            <p:cNvCxnSpPr>
              <a:cxnSpLocks/>
            </p:cNvCxnSpPr>
            <p:nvPr/>
          </p:nvCxnSpPr>
          <p:spPr>
            <a:xfrm>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D1375079-EFCF-CEF4-44A9-F400B7E43D6A}"/>
                </a:ext>
              </a:extLst>
            </p:cNvPr>
            <p:cNvSpPr txBox="1"/>
            <p:nvPr/>
          </p:nvSpPr>
          <p:spPr>
            <a:xfrm>
              <a:off x="1722205" y="3689870"/>
              <a:ext cx="162095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Inform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35895179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E2BBA-19E2-CD2B-0744-EB53932C7EE8}"/>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0FDFBC-3B92-7FB2-3BDF-5DE9D47C73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AF9D8087-C5AC-AADE-4138-A43E647C75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6B8DEE12-A775-93DC-3058-31063E28E191}"/>
              </a:ext>
            </a:extLst>
          </p:cNvPr>
          <p:cNvCxnSpPr>
            <a:cxnSpLocks/>
          </p:cNvCxnSpPr>
          <p:nvPr/>
        </p:nvCxnSpPr>
        <p:spPr>
          <a:xfrm flipH="1">
            <a:off x="2519396" y="1835807"/>
            <a:ext cx="27148" cy="169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FE60F097-648A-DE44-389E-339D014366A4}"/>
              </a:ext>
            </a:extLst>
          </p:cNvPr>
          <p:cNvCxnSpPr>
            <a:cxnSpLocks/>
            <a:stCxn id="3" idx="2"/>
          </p:cNvCxnSpPr>
          <p:nvPr/>
        </p:nvCxnSpPr>
        <p:spPr>
          <a:xfrm>
            <a:off x="6002586" y="1896631"/>
            <a:ext cx="8155" cy="1631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720859D5-063F-1C0F-BBA7-81EECCF8FF10}"/>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B10DDA9-7473-9D0A-E6F3-B163B048678A}"/>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E2B4E1C-E43E-6318-663B-B5AF8DC8AFB6}"/>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1B7620E4-C7EB-0BB3-48FA-DE16B613312E}"/>
              </a:ext>
            </a:extLst>
          </p:cNvPr>
          <p:cNvSpPr txBox="1"/>
          <p:nvPr/>
        </p:nvSpPr>
        <p:spPr>
          <a:xfrm>
            <a:off x="3049813"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FBA635DA-90D7-4272-C9DA-0E244D888410}"/>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35B852FB-F995-E8D4-A154-4FFF91579CEC}"/>
              </a:ext>
            </a:extLst>
          </p:cNvPr>
          <p:cNvSpPr txBox="1"/>
          <p:nvPr/>
        </p:nvSpPr>
        <p:spPr>
          <a:xfrm>
            <a:off x="3230953" y="2697858"/>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22981375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43F1-8FBD-7F32-197D-93821A04EEC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D8C6E127-E46F-74E4-A3F0-DEB26FBBC4E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9E63642-B851-A6D9-324A-40943B366D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5E2DC38F-48BE-F09B-5C58-65A61E8FBF60}"/>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1487BD1F-0BAD-F5A3-3379-DD7EF9AC828E}"/>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6BBBA1-9A9D-AA5B-4538-39B798AD0254}"/>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E2AF40A4-5AE4-4456-579B-7EB3A4FF631B}"/>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45AE9A6C-CFCC-ACA0-8523-71D4F169B57A}"/>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038606BE-A1FB-14C4-B534-F2A81936CE3F}"/>
              </a:ext>
            </a:extLst>
          </p:cNvPr>
          <p:cNvSpPr txBox="1"/>
          <p:nvPr/>
        </p:nvSpPr>
        <p:spPr>
          <a:xfrm>
            <a:off x="3049814"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C3174658-0D38-0FB3-39DD-5BC7BD2E94FF}"/>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A5A81486-B989-3D81-D126-5718330930DD}"/>
              </a:ext>
            </a:extLst>
          </p:cNvPr>
          <p:cNvSpPr txBox="1"/>
          <p:nvPr/>
        </p:nvSpPr>
        <p:spPr>
          <a:xfrm>
            <a:off x="3070656" y="2697858"/>
            <a:ext cx="24016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续约失败成功 </a:t>
            </a:r>
            <a:r>
              <a:rPr lang="en-US" altLang="zh-CN" dirty="0"/>
              <a:t>DHCP </a:t>
            </a:r>
            <a:r>
              <a:rPr lang="en-US" altLang="zh-CN" b="1" dirty="0">
                <a:solidFill>
                  <a:srgbClr val="C00000"/>
                </a:solidFill>
              </a:rPr>
              <a:t>NA</a:t>
            </a:r>
            <a:r>
              <a:rPr lang="en-US" altLang="zh-CN" dirty="0"/>
              <a:t>K /</a:t>
            </a:r>
            <a:r>
              <a:rPr lang="zh-CN" altLang="en-US" dirty="0"/>
              <a:t>单播</a:t>
            </a:r>
            <a:endParaRPr lang="en-US" altLang="zh-CN" dirty="0"/>
          </a:p>
        </p:txBody>
      </p:sp>
      <p:cxnSp>
        <p:nvCxnSpPr>
          <p:cNvPr id="20" name="直接箭头连接符 19">
            <a:extLst>
              <a:ext uri="{FF2B5EF4-FFF2-40B4-BE49-F238E27FC236}">
                <a16:creationId xmlns:a16="http://schemas.microsoft.com/office/drawing/2014/main" id="{67C83A2C-4B7B-760E-2989-1F1001894585}"/>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9B9BD7C2-D772-3336-73BE-141325DE2696}"/>
              </a:ext>
            </a:extLst>
          </p:cNvPr>
          <p:cNvSpPr txBox="1"/>
          <p:nvPr/>
        </p:nvSpPr>
        <p:spPr>
          <a:xfrm>
            <a:off x="3001725" y="3193864"/>
            <a:ext cx="253947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87.5%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C1FA8BC7-B080-DCA9-A6E4-9AEE8DEFC5A2}"/>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38094C9-1C62-7C7A-7BAC-62B2DAC8AA71}"/>
              </a:ext>
            </a:extLst>
          </p:cNvPr>
          <p:cNvSpPr txBox="1"/>
          <p:nvPr/>
        </p:nvSpPr>
        <p:spPr>
          <a:xfrm>
            <a:off x="3230953" y="3689870"/>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33615678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818D4D0-4E76-2E12-A42D-F4B05E9FDBB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概念</a:t>
            </a:r>
          </a:p>
        </p:txBody>
      </p:sp>
      <p:sp>
        <p:nvSpPr>
          <p:cNvPr id="6" name="内容占位符 5">
            <a:extLst>
              <a:ext uri="{FF2B5EF4-FFF2-40B4-BE49-F238E27FC236}">
                <a16:creationId xmlns:a16="http://schemas.microsoft.com/office/drawing/2014/main" id="{335C1FCC-077A-0CE7-BAB2-EADBDE80DC93}"/>
              </a:ext>
            </a:extLst>
          </p:cNvPr>
          <p:cNvSpPr>
            <a:spLocks noGrp="1"/>
          </p:cNvSpPr>
          <p:nvPr>
            <p:ph sz="quarter" idx="11"/>
          </p:nvPr>
        </p:nvSpPr>
        <p:spPr>
          <a:xfrm>
            <a:off x="486000" y="687518"/>
            <a:ext cx="8172000" cy="4079035"/>
          </a:xfrm>
        </p:spPr>
        <p:txBody>
          <a:bodyPr/>
          <a:lstStyle/>
          <a:p>
            <a:r>
              <a:rPr lang="zh-CN" altLang="en-US" dirty="0"/>
              <a:t>网络管理包括对硬件、软件和人力的使用、综合与协调，以便对网络资源进行监视、测试、配置、分析、评价和控制，这样就能以合理的价格满足网络的一些需求，如实时运行性能，服务质量等</a:t>
            </a:r>
            <a:endParaRPr lang="en-US" altLang="zh-CN" dirty="0"/>
          </a:p>
          <a:p>
            <a:r>
              <a:rPr lang="zh-CN" altLang="en-US" dirty="0"/>
              <a:t>网络管理常简称为网管</a:t>
            </a:r>
          </a:p>
          <a:p>
            <a:endParaRPr lang="zh-CN" altLang="en-US" dirty="0"/>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040315-AD66-2EDB-E612-E9ACD3EC065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功能</a:t>
            </a:r>
          </a:p>
        </p:txBody>
      </p:sp>
      <p:sp>
        <p:nvSpPr>
          <p:cNvPr id="6" name="内容占位符 5">
            <a:extLst>
              <a:ext uri="{FF2B5EF4-FFF2-40B4-BE49-F238E27FC236}">
                <a16:creationId xmlns:a16="http://schemas.microsoft.com/office/drawing/2014/main" id="{592A1FC3-ED4C-B95C-0A5F-B3013D7F9361}"/>
              </a:ext>
            </a:extLst>
          </p:cNvPr>
          <p:cNvSpPr>
            <a:spLocks noGrp="1"/>
          </p:cNvSpPr>
          <p:nvPr>
            <p:ph sz="quarter" idx="11"/>
          </p:nvPr>
        </p:nvSpPr>
        <p:spPr>
          <a:xfrm>
            <a:off x="486000" y="687518"/>
            <a:ext cx="8172000" cy="4079035"/>
          </a:xfrm>
        </p:spPr>
        <p:txBody>
          <a:bodyPr/>
          <a:lstStyle/>
          <a:p>
            <a:r>
              <a:rPr lang="zh-CN" altLang="en-US" dirty="0"/>
              <a:t>故障管理：</a:t>
            </a:r>
            <a:endParaRPr lang="en-US" altLang="zh-CN" dirty="0"/>
          </a:p>
          <a:p>
            <a:pPr lvl="1"/>
            <a:r>
              <a:rPr lang="zh-CN" altLang="en-US" dirty="0"/>
              <a:t>故障检测、隔离和纠正</a:t>
            </a:r>
            <a:endParaRPr lang="en-US" altLang="zh-CN" dirty="0"/>
          </a:p>
          <a:p>
            <a:r>
              <a:rPr lang="zh-CN" altLang="en-US" dirty="0"/>
              <a:t>配置管理：</a:t>
            </a:r>
            <a:endParaRPr lang="en-US" altLang="zh-CN" dirty="0"/>
          </a:p>
          <a:p>
            <a:pPr lvl="1"/>
            <a:r>
              <a:rPr lang="zh-CN" altLang="en-US" dirty="0"/>
              <a:t>初始化网络、并配置网络</a:t>
            </a:r>
            <a:endParaRPr lang="en-US" altLang="zh-CN" dirty="0"/>
          </a:p>
          <a:p>
            <a:r>
              <a:rPr lang="zh-CN" altLang="en-US" dirty="0"/>
              <a:t>计费管理：</a:t>
            </a:r>
            <a:endParaRPr lang="en-US" altLang="zh-CN" dirty="0"/>
          </a:p>
          <a:p>
            <a:pPr lvl="1"/>
            <a:r>
              <a:rPr lang="zh-CN" altLang="en-US" dirty="0"/>
              <a:t>记录网络资源的使用</a:t>
            </a:r>
            <a:endParaRPr lang="en-US" altLang="zh-CN" dirty="0"/>
          </a:p>
          <a:p>
            <a:r>
              <a:rPr lang="zh-CN" altLang="en-US" dirty="0"/>
              <a:t>性能管理：</a:t>
            </a:r>
            <a:endParaRPr lang="en-US" altLang="zh-CN" dirty="0"/>
          </a:p>
          <a:p>
            <a:pPr lvl="1"/>
            <a:r>
              <a:rPr lang="zh-CN" altLang="en-US" dirty="0"/>
              <a:t>估价系统资源的运行状况及通信效率等</a:t>
            </a:r>
            <a:endParaRPr lang="en-US" altLang="zh-CN" dirty="0"/>
          </a:p>
          <a:p>
            <a:r>
              <a:rPr lang="zh-CN" altLang="en-US" dirty="0"/>
              <a:t>网络安全管理：</a:t>
            </a:r>
            <a:endParaRPr lang="en-US" altLang="zh-CN" dirty="0"/>
          </a:p>
          <a:p>
            <a:pPr lvl="1"/>
            <a:r>
              <a:rPr lang="zh-CN" altLang="en-US" dirty="0"/>
              <a:t>对授权机制、访问控制、加密和加密关键字的管理</a:t>
            </a:r>
          </a:p>
          <a:p>
            <a:endParaRPr lang="zh-CN" altLang="en-US" dirty="0"/>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内容占位符 191">
            <a:extLst>
              <a:ext uri="{FF2B5EF4-FFF2-40B4-BE49-F238E27FC236}">
                <a16:creationId xmlns:a16="http://schemas.microsoft.com/office/drawing/2014/main" id="{51AE7522-B598-19C7-6E17-EAC1FB2E2297}"/>
              </a:ext>
            </a:extLst>
          </p:cNvPr>
          <p:cNvSpPr>
            <a:spLocks noGrp="1"/>
          </p:cNvSpPr>
          <p:nvPr>
            <p:ph sz="quarter" idx="11"/>
          </p:nvPr>
        </p:nvSpPr>
        <p:spPr/>
        <p:txBody>
          <a:bodyPr/>
          <a:lstStyle/>
          <a:p>
            <a:endParaRPr lang="zh-CN" altLang="en-US"/>
          </a:p>
        </p:txBody>
      </p:sp>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4B50BF6-1AEE-DB3A-DA96-08850279344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a:t>
            </a: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637EE2-F78C-33BD-D03C-1FCD1D7F83A8}"/>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a:t>
            </a:r>
            <a:r>
              <a:rPr lang="zh-CN" altLang="en-US" dirty="0"/>
              <a:t> 主要构件</a:t>
            </a:r>
          </a:p>
        </p:txBody>
      </p:sp>
      <p:sp>
        <p:nvSpPr>
          <p:cNvPr id="6" name="内容占位符 5">
            <a:extLst>
              <a:ext uri="{FF2B5EF4-FFF2-40B4-BE49-F238E27FC236}">
                <a16:creationId xmlns:a16="http://schemas.microsoft.com/office/drawing/2014/main" id="{D95B2B3E-AD5F-4BB3-EE26-242D812891AB}"/>
              </a:ext>
            </a:extLst>
          </p:cNvPr>
          <p:cNvSpPr>
            <a:spLocks noGrp="1"/>
          </p:cNvSpPr>
          <p:nvPr>
            <p:ph sz="quarter" idx="11"/>
          </p:nvPr>
        </p:nvSpPr>
        <p:spPr>
          <a:xfrm>
            <a:off x="486000" y="687518"/>
            <a:ext cx="8172000" cy="4079035"/>
          </a:xfrm>
        </p:spPr>
        <p:txBody>
          <a:bodyPr/>
          <a:lstStyle/>
          <a:p>
            <a:r>
              <a:rPr lang="zh-CN" altLang="en-US" dirty="0"/>
              <a:t>管理站也常称为网络运行中心 </a:t>
            </a:r>
            <a:r>
              <a:rPr lang="en-US" altLang="zh-CN" dirty="0"/>
              <a:t>NOC (Network Operations Center)</a:t>
            </a:r>
            <a:r>
              <a:rPr lang="zh-CN" altLang="en-US" dirty="0"/>
              <a:t>，是网络管理系统的核心</a:t>
            </a:r>
          </a:p>
          <a:p>
            <a:r>
              <a:rPr lang="zh-CN" altLang="en-US" dirty="0"/>
              <a:t>管理程序是管理站中的关键构件，在运行时就成为管理进程</a:t>
            </a:r>
          </a:p>
          <a:p>
            <a:r>
              <a:rPr lang="zh-CN" altLang="en-US" dirty="0"/>
              <a:t>管理站（硬件）或管理程序（软件）都可称为管理者 </a:t>
            </a:r>
            <a:r>
              <a:rPr lang="en-US" altLang="zh-CN" dirty="0"/>
              <a:t>Manager</a:t>
            </a:r>
          </a:p>
          <a:p>
            <a:pPr lvl="1"/>
            <a:r>
              <a:rPr lang="en-US" altLang="zh-CN" dirty="0"/>
              <a:t>Manager </a:t>
            </a:r>
            <a:r>
              <a:rPr lang="zh-CN" altLang="en-US" dirty="0"/>
              <a:t>不是指人，而是指机器或软件</a:t>
            </a:r>
          </a:p>
          <a:p>
            <a:r>
              <a:rPr lang="zh-CN" altLang="en-US" dirty="0"/>
              <a:t>网络管理员 </a:t>
            </a:r>
            <a:r>
              <a:rPr lang="en-US" altLang="zh-CN" dirty="0"/>
              <a:t>Administrator </a:t>
            </a:r>
            <a:r>
              <a:rPr lang="zh-CN" altLang="en-US" dirty="0"/>
              <a:t>指的是负责网络管理的人员</a:t>
            </a:r>
            <a:endParaRPr lang="en-US" altLang="zh-CN" dirty="0"/>
          </a:p>
          <a:p>
            <a:r>
              <a:rPr lang="zh-CN" altLang="en-US" dirty="0"/>
              <a:t>大型网络往往实行多级管理，因而有多个管理者，而一个管理者一般只管理本地网络的设备</a:t>
            </a:r>
          </a:p>
          <a:p>
            <a:endParaRPr lang="zh-CN" altLang="en-US" dirty="0"/>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C96EAA05-A580-DDA3-54F0-C13B61457DD4}"/>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被管对象 </a:t>
            </a:r>
            <a:r>
              <a:rPr lang="en-US" altLang="zh-CN" dirty="0"/>
              <a:t>(Managed Object)</a:t>
            </a:r>
            <a:endParaRPr lang="zh-CN" altLang="en-US" dirty="0"/>
          </a:p>
        </p:txBody>
      </p:sp>
      <p:sp>
        <p:nvSpPr>
          <p:cNvPr id="6" name="内容占位符 5">
            <a:extLst>
              <a:ext uri="{FF2B5EF4-FFF2-40B4-BE49-F238E27FC236}">
                <a16:creationId xmlns:a16="http://schemas.microsoft.com/office/drawing/2014/main" id="{8EF1F2A0-56FF-A3D0-19F2-A6A047035B47}"/>
              </a:ext>
            </a:extLst>
          </p:cNvPr>
          <p:cNvSpPr>
            <a:spLocks noGrp="1"/>
          </p:cNvSpPr>
          <p:nvPr>
            <p:ph sz="quarter" idx="11"/>
          </p:nvPr>
        </p:nvSpPr>
        <p:spPr>
          <a:xfrm>
            <a:off x="486000" y="687518"/>
            <a:ext cx="8172000" cy="4079035"/>
          </a:xfrm>
        </p:spPr>
        <p:txBody>
          <a:bodyPr/>
          <a:lstStyle/>
          <a:p>
            <a:r>
              <a:rPr lang="zh-CN" altLang="en-US" dirty="0"/>
              <a:t>网络的每一个被管设备（包括设备中的软件）中可能有多个被管对象</a:t>
            </a:r>
          </a:p>
          <a:p>
            <a:r>
              <a:rPr lang="zh-CN" altLang="en-US" dirty="0"/>
              <a:t>被管设备有时可称为网络元素或网元</a:t>
            </a:r>
          </a:p>
          <a:p>
            <a:r>
              <a:rPr lang="zh-CN" altLang="en-US" dirty="0"/>
              <a:t>在被管设备中也会有一些不能被管的对象</a:t>
            </a:r>
          </a:p>
          <a:p>
            <a:endParaRPr lang="zh-CN" altLang="en-US" dirty="0"/>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A9D2534-EBC6-46C0-0F9D-FC695AD3F092}"/>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代理 </a:t>
            </a:r>
            <a:r>
              <a:rPr lang="en-US" altLang="zh-CN" dirty="0"/>
              <a:t>(Agent)</a:t>
            </a:r>
            <a:endParaRPr lang="zh-CN" altLang="en-US" dirty="0"/>
          </a:p>
        </p:txBody>
      </p:sp>
      <p:sp>
        <p:nvSpPr>
          <p:cNvPr id="6" name="内容占位符 5">
            <a:extLst>
              <a:ext uri="{FF2B5EF4-FFF2-40B4-BE49-F238E27FC236}">
                <a16:creationId xmlns:a16="http://schemas.microsoft.com/office/drawing/2014/main" id="{D281313A-FF18-9D75-6838-3568AFB31D11}"/>
              </a:ext>
            </a:extLst>
          </p:cNvPr>
          <p:cNvSpPr>
            <a:spLocks noGrp="1"/>
          </p:cNvSpPr>
          <p:nvPr>
            <p:ph sz="quarter" idx="11"/>
          </p:nvPr>
        </p:nvSpPr>
        <p:spPr>
          <a:xfrm>
            <a:off x="486000" y="687518"/>
            <a:ext cx="8172000" cy="4079035"/>
          </a:xfrm>
        </p:spPr>
        <p:txBody>
          <a:bodyPr/>
          <a:lstStyle/>
          <a:p>
            <a:r>
              <a:rPr lang="zh-CN" altLang="en-US" dirty="0"/>
              <a:t>在每一个被管设备中都要运行一个程序，以便和管理站中的管理程序进行通信</a:t>
            </a:r>
            <a:endParaRPr lang="en-US" altLang="zh-CN" dirty="0"/>
          </a:p>
          <a:p>
            <a:r>
              <a:rPr lang="zh-CN" altLang="en-US" dirty="0"/>
              <a:t>这些运行着的程序叫做网络管理代理程序，或简称为代理</a:t>
            </a:r>
          </a:p>
          <a:p>
            <a:r>
              <a:rPr lang="zh-CN" altLang="en-US" dirty="0"/>
              <a:t>代理程序在管理程序的命令和控制下在被管设备上采取本地的行动</a:t>
            </a:r>
          </a:p>
          <a:p>
            <a:endParaRPr lang="zh-CN" altLang="en-US" dirty="0"/>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9F1E0C-BF49-7752-DC78-B9AE8B1EAD5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网络管理协议</a:t>
            </a:r>
          </a:p>
        </p:txBody>
      </p:sp>
      <p:sp>
        <p:nvSpPr>
          <p:cNvPr id="6" name="内容占位符 5">
            <a:extLst>
              <a:ext uri="{FF2B5EF4-FFF2-40B4-BE49-F238E27FC236}">
                <a16:creationId xmlns:a16="http://schemas.microsoft.com/office/drawing/2014/main" id="{41363C2B-357C-DBF2-7669-48BF89A191BC}"/>
              </a:ext>
            </a:extLst>
          </p:cNvPr>
          <p:cNvSpPr>
            <a:spLocks noGrp="1"/>
          </p:cNvSpPr>
          <p:nvPr>
            <p:ph sz="quarter" idx="11"/>
          </p:nvPr>
        </p:nvSpPr>
        <p:spPr>
          <a:xfrm>
            <a:off x="486000" y="687518"/>
            <a:ext cx="8172000" cy="4079035"/>
          </a:xfrm>
        </p:spPr>
        <p:txBody>
          <a:bodyPr/>
          <a:lstStyle/>
          <a:p>
            <a:r>
              <a:rPr lang="zh-CN" altLang="en-US" dirty="0"/>
              <a:t>网络管理协议简称为网管协议</a:t>
            </a:r>
          </a:p>
          <a:p>
            <a:r>
              <a:rPr lang="zh-CN" altLang="en-US" dirty="0"/>
              <a:t>网络管理协议是管理程序和代理程序之间进行通信的规则</a:t>
            </a:r>
          </a:p>
          <a:p>
            <a:r>
              <a:rPr lang="zh-CN" altLang="en-US" dirty="0"/>
              <a:t>网络管理员利用网络管理协议，通过管理站对网络中的被管设备进行管理</a:t>
            </a:r>
            <a:endParaRPr lang="en-US" altLang="zh-CN" dirty="0"/>
          </a:p>
          <a:p>
            <a:r>
              <a:rPr lang="zh-CN" altLang="en-US" dirty="0"/>
              <a:t>注意：网管协议本身不管理网络</a:t>
            </a:r>
          </a:p>
          <a:p>
            <a:endParaRPr lang="zh-CN" altLang="en-US" dirty="0"/>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DFE4340-D7EA-3732-EDF0-C5BCAC81FD33}"/>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A4C91915-E374-693C-E226-A646CB5899FF}"/>
              </a:ext>
            </a:extLst>
          </p:cNvPr>
          <p:cNvSpPr>
            <a:spLocks noGrp="1"/>
          </p:cNvSpPr>
          <p:nvPr>
            <p:ph sz="quarter" idx="11"/>
          </p:nvPr>
        </p:nvSpPr>
        <p:spPr>
          <a:xfrm>
            <a:off x="486000" y="687518"/>
            <a:ext cx="8172000" cy="4079035"/>
          </a:xfrm>
        </p:spPr>
        <p:txBody>
          <a:bodyPr/>
          <a:lstStyle/>
          <a:p>
            <a:r>
              <a:rPr lang="zh-CN" altLang="en-US" dirty="0"/>
              <a:t>简单网络管理协议 </a:t>
            </a:r>
            <a:r>
              <a:rPr lang="en-US" altLang="zh-CN" dirty="0"/>
              <a:t>SNMP (Simple Network Management Protocol) </a:t>
            </a:r>
            <a:r>
              <a:rPr lang="zh-CN" altLang="en-US" dirty="0"/>
              <a:t>中的管理程序和代理程序按客户</a:t>
            </a:r>
            <a:r>
              <a:rPr lang="en-US" altLang="zh-CN" dirty="0"/>
              <a:t>/</a:t>
            </a:r>
            <a:r>
              <a:rPr lang="zh-CN" altLang="en-US" dirty="0"/>
              <a:t>服务器方式</a:t>
            </a:r>
          </a:p>
          <a:p>
            <a:r>
              <a:rPr lang="zh-CN" altLang="en-US" dirty="0"/>
              <a:t>管理程序运行 </a:t>
            </a:r>
            <a:r>
              <a:rPr lang="en-US" altLang="zh-CN" dirty="0"/>
              <a:t>SNMP </a:t>
            </a:r>
            <a:r>
              <a:rPr lang="zh-CN" altLang="en-US" dirty="0"/>
              <a:t>客户程序，向某个代理程序发出请求 </a:t>
            </a:r>
            <a:r>
              <a:rPr lang="en-US" altLang="zh-CN" dirty="0"/>
              <a:t>(</a:t>
            </a:r>
            <a:r>
              <a:rPr lang="zh-CN" altLang="en-US" dirty="0"/>
              <a:t>或命令</a:t>
            </a:r>
            <a:r>
              <a:rPr lang="en-US" altLang="zh-CN" dirty="0"/>
              <a:t>)</a:t>
            </a:r>
          </a:p>
          <a:p>
            <a:r>
              <a:rPr lang="zh-CN" altLang="en-US" dirty="0"/>
              <a:t>代理程序运行 </a:t>
            </a:r>
            <a:r>
              <a:rPr lang="en-US" altLang="zh-CN" dirty="0"/>
              <a:t>SNMP </a:t>
            </a:r>
            <a:r>
              <a:rPr lang="zh-CN" altLang="en-US" dirty="0"/>
              <a:t>服务器程序，返回响应 </a:t>
            </a:r>
            <a:r>
              <a:rPr lang="en-US" altLang="zh-CN" dirty="0"/>
              <a:t>(</a:t>
            </a:r>
            <a:r>
              <a:rPr lang="zh-CN" altLang="en-US" dirty="0"/>
              <a:t>或执行某个动作</a:t>
            </a:r>
            <a:r>
              <a:rPr lang="en-US" altLang="zh-CN" dirty="0"/>
              <a:t>)</a:t>
            </a:r>
            <a:endParaRPr lang="zh-CN" altLang="en-US" dirty="0"/>
          </a:p>
          <a:p>
            <a:r>
              <a:rPr lang="zh-CN" altLang="en-US" dirty="0"/>
              <a:t>在网管系统中，往往是一个（或少数几个）客户程序与很多的服务器程序进行交互</a:t>
            </a:r>
          </a:p>
          <a:p>
            <a:endParaRPr lang="zh-CN" altLang="en-US" dirty="0"/>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3064422-FFCB-6545-7243-52780FCBC2F3}"/>
              </a:ext>
            </a:extLst>
          </p:cNvPr>
          <p:cNvSpPr>
            <a:spLocks noGrp="1"/>
          </p:cNvSpPr>
          <p:nvPr>
            <p:ph type="title"/>
          </p:nvPr>
        </p:nvSpPr>
        <p:spPr>
          <a:xfrm>
            <a:off x="485999" y="174482"/>
            <a:ext cx="8171999" cy="338554"/>
          </a:xfrm>
        </p:spPr>
        <p:txBody>
          <a:bodyPr/>
          <a:lstStyle/>
          <a:p>
            <a:r>
              <a:rPr lang="zh-CN" altLang="en-US" dirty="0"/>
              <a:t>网络管理的基本原理</a:t>
            </a:r>
          </a:p>
        </p:txBody>
      </p:sp>
      <p:sp>
        <p:nvSpPr>
          <p:cNvPr id="8" name="内容占位符 7">
            <a:extLst>
              <a:ext uri="{FF2B5EF4-FFF2-40B4-BE49-F238E27FC236}">
                <a16:creationId xmlns:a16="http://schemas.microsoft.com/office/drawing/2014/main" id="{768F3737-5084-F18E-7C55-CE8618F5BBE5}"/>
              </a:ext>
            </a:extLst>
          </p:cNvPr>
          <p:cNvSpPr>
            <a:spLocks noGrp="1"/>
          </p:cNvSpPr>
          <p:nvPr>
            <p:ph sz="quarter" idx="11"/>
          </p:nvPr>
        </p:nvSpPr>
        <p:spPr>
          <a:xfrm>
            <a:off x="486000" y="687518"/>
            <a:ext cx="8172000" cy="4079035"/>
          </a:xfrm>
        </p:spPr>
        <p:txBody>
          <a:bodyPr/>
          <a:lstStyle/>
          <a:p>
            <a:r>
              <a:rPr lang="zh-CN" altLang="en-US" dirty="0"/>
              <a:t>若要管理某个对象，就必然会给该对象添加一些软件或硬件</a:t>
            </a:r>
            <a:endParaRPr lang="en-US" altLang="zh-CN" dirty="0"/>
          </a:p>
          <a:p>
            <a:r>
              <a:rPr lang="zh-CN" altLang="en-US" dirty="0"/>
              <a:t>但这种“添加”必须对原有对象的影响尽量小些</a:t>
            </a:r>
          </a:p>
          <a:p>
            <a:endParaRPr lang="zh-CN" altLang="en-US" dirty="0"/>
          </a:p>
        </p:txBody>
      </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AFC758-6542-04BB-D512-8132065EC585}"/>
              </a:ext>
            </a:extLst>
          </p:cNvPr>
          <p:cNvSpPr>
            <a:spLocks noGrp="1"/>
          </p:cNvSpPr>
          <p:nvPr>
            <p:ph type="title"/>
          </p:nvPr>
        </p:nvSpPr>
        <p:spPr>
          <a:xfrm>
            <a:off x="485999" y="174482"/>
            <a:ext cx="8171999" cy="338554"/>
          </a:xfrm>
        </p:spPr>
        <p:txBody>
          <a:bodyPr/>
          <a:lstStyle/>
          <a:p>
            <a:r>
              <a:rPr lang="en-US" altLang="zh-CN" dirty="0"/>
              <a:t>SNMP </a:t>
            </a:r>
            <a:r>
              <a:rPr lang="zh-CN" altLang="en-US" dirty="0"/>
              <a:t>的基本功能</a:t>
            </a:r>
          </a:p>
        </p:txBody>
      </p:sp>
      <p:sp>
        <p:nvSpPr>
          <p:cNvPr id="6" name="内容占位符 5">
            <a:extLst>
              <a:ext uri="{FF2B5EF4-FFF2-40B4-BE49-F238E27FC236}">
                <a16:creationId xmlns:a16="http://schemas.microsoft.com/office/drawing/2014/main" id="{D5873EA6-F161-51B9-5999-21C7232F68E5}"/>
              </a:ext>
            </a:extLst>
          </p:cNvPr>
          <p:cNvSpPr>
            <a:spLocks noGrp="1"/>
          </p:cNvSpPr>
          <p:nvPr>
            <p:ph sz="quarter" idx="11"/>
          </p:nvPr>
        </p:nvSpPr>
        <p:spPr>
          <a:xfrm>
            <a:off x="486000" y="687518"/>
            <a:ext cx="8172000" cy="4079035"/>
          </a:xfrm>
        </p:spPr>
        <p:txBody>
          <a:bodyPr/>
          <a:lstStyle/>
          <a:p>
            <a:r>
              <a:rPr lang="zh-CN" altLang="en-US" dirty="0"/>
              <a:t>最重要的指导思想：</a:t>
            </a:r>
            <a:endParaRPr lang="en-US" altLang="zh-CN" dirty="0"/>
          </a:p>
          <a:p>
            <a:pPr lvl="1"/>
            <a:r>
              <a:rPr lang="zh-CN" altLang="en-US" dirty="0"/>
              <a:t>尽可能简单</a:t>
            </a:r>
          </a:p>
          <a:p>
            <a:r>
              <a:rPr lang="zh-CN" altLang="en-US" dirty="0"/>
              <a:t>基本功能：</a:t>
            </a:r>
            <a:endParaRPr lang="en-US" altLang="zh-CN" dirty="0"/>
          </a:p>
          <a:p>
            <a:pPr lvl="1"/>
            <a:r>
              <a:rPr lang="zh-CN" altLang="en-US" dirty="0"/>
              <a:t>监视网络性能</a:t>
            </a:r>
            <a:endParaRPr lang="en-US" altLang="zh-CN" dirty="0"/>
          </a:p>
          <a:p>
            <a:pPr lvl="1"/>
            <a:r>
              <a:rPr lang="zh-CN" altLang="en-US" dirty="0"/>
              <a:t>检测分析网络差错</a:t>
            </a:r>
            <a:endParaRPr lang="en-US" altLang="zh-CN" dirty="0"/>
          </a:p>
          <a:p>
            <a:pPr lvl="1"/>
            <a:r>
              <a:rPr lang="zh-CN" altLang="en-US" dirty="0"/>
              <a:t>配置网络设备等</a:t>
            </a:r>
          </a:p>
          <a:p>
            <a:endParaRPr lang="zh-CN" altLang="en-US" dirty="0"/>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
        <p:nvSpPr>
          <p:cNvPr id="5" name="标题 4">
            <a:extLst>
              <a:ext uri="{FF2B5EF4-FFF2-40B4-BE49-F238E27FC236}">
                <a16:creationId xmlns:a16="http://schemas.microsoft.com/office/drawing/2014/main" id="{6CB75707-B629-32FC-B11C-775627A4FEDE}"/>
              </a:ext>
            </a:extLst>
          </p:cNvPr>
          <p:cNvSpPr>
            <a:spLocks noGrp="1"/>
          </p:cNvSpPr>
          <p:nvPr>
            <p:ph type="title"/>
          </p:nvPr>
        </p:nvSpPr>
        <p:spPr>
          <a:xfrm>
            <a:off x="485999" y="174482"/>
            <a:ext cx="8171999" cy="338554"/>
          </a:xfrm>
        </p:spPr>
        <p:txBody>
          <a:bodyPr/>
          <a:lstStyle/>
          <a:p>
            <a:r>
              <a:rPr lang="en-US" altLang="zh-CN" dirty="0"/>
              <a:t>SNMP </a:t>
            </a:r>
            <a:r>
              <a:rPr lang="zh-CN" altLang="en-US" dirty="0"/>
              <a:t>的管理站和委托代理</a:t>
            </a:r>
          </a:p>
        </p:txBody>
      </p:sp>
      <p:sp>
        <p:nvSpPr>
          <p:cNvPr id="7" name="内容占位符 6">
            <a:extLst>
              <a:ext uri="{FF2B5EF4-FFF2-40B4-BE49-F238E27FC236}">
                <a16:creationId xmlns:a16="http://schemas.microsoft.com/office/drawing/2014/main" id="{D8F43F40-4194-FE71-ABC5-E27B07009400}"/>
              </a:ext>
            </a:extLst>
          </p:cNvPr>
          <p:cNvSpPr>
            <a:spLocks noGrp="1"/>
          </p:cNvSpPr>
          <p:nvPr>
            <p:ph sz="quarter" idx="11"/>
          </p:nvPr>
        </p:nvSpPr>
        <p:spPr>
          <a:xfrm>
            <a:off x="486000" y="687518"/>
            <a:ext cx="8172000" cy="4079035"/>
          </a:xfrm>
        </p:spPr>
        <p:txBody>
          <a:bodyPr/>
          <a:lstStyle/>
          <a:p>
            <a:r>
              <a:rPr lang="zh-CN" altLang="en-US" dirty="0"/>
              <a:t>整个系统必须有一个管理站</a:t>
            </a:r>
          </a:p>
          <a:p>
            <a:r>
              <a:rPr lang="zh-CN" altLang="en-US" dirty="0"/>
              <a:t>若网络元素使用的不是 </a:t>
            </a:r>
            <a:r>
              <a:rPr lang="en-US" altLang="zh-CN" dirty="0"/>
              <a:t>SNMP </a:t>
            </a:r>
            <a:r>
              <a:rPr lang="zh-CN" altLang="en-US" dirty="0"/>
              <a:t>而是另一种网络管理协议，</a:t>
            </a:r>
            <a:r>
              <a:rPr lang="en-US" altLang="zh-CN" dirty="0"/>
              <a:t>SNMP </a:t>
            </a:r>
            <a:r>
              <a:rPr lang="zh-CN" altLang="en-US" dirty="0"/>
              <a:t>协议就无法控制该网络元素。这时可使用委托代理 </a:t>
            </a:r>
            <a:r>
              <a:rPr lang="en-US" altLang="zh-CN" dirty="0"/>
              <a:t>(proxy agent)</a:t>
            </a:r>
          </a:p>
          <a:p>
            <a:r>
              <a:rPr lang="zh-CN" altLang="en-US" dirty="0"/>
              <a:t>委托代理能提供协议转换和过滤操作等功能，对被管对象进行管理</a:t>
            </a:r>
          </a:p>
          <a:p>
            <a:endParaRPr lang="zh-CN" altLang="en-US" dirty="0"/>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BDB8FFC-D6A3-F1E3-C8FF-47080356F839}"/>
              </a:ext>
            </a:extLst>
          </p:cNvPr>
          <p:cNvSpPr>
            <a:spLocks noGrp="1"/>
          </p:cNvSpPr>
          <p:nvPr>
            <p:ph type="title"/>
          </p:nvPr>
        </p:nvSpPr>
        <p:spPr>
          <a:xfrm>
            <a:off x="485999" y="174482"/>
            <a:ext cx="8171999" cy="338554"/>
          </a:xfrm>
        </p:spPr>
        <p:txBody>
          <a:bodyPr/>
          <a:lstStyle/>
          <a:p>
            <a:r>
              <a:rPr lang="en-US" altLang="zh-CN" dirty="0"/>
              <a:t>SNMP </a:t>
            </a:r>
            <a:r>
              <a:rPr lang="zh-CN" altLang="en-US" dirty="0"/>
              <a:t>网络管理组成</a:t>
            </a:r>
          </a:p>
        </p:txBody>
      </p:sp>
      <p:sp>
        <p:nvSpPr>
          <p:cNvPr id="6" name="内容占位符 5">
            <a:extLst>
              <a:ext uri="{FF2B5EF4-FFF2-40B4-BE49-F238E27FC236}">
                <a16:creationId xmlns:a16="http://schemas.microsoft.com/office/drawing/2014/main" id="{B6E85F77-FA69-672D-8264-1A5AF56632D0}"/>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的网络管理由三个部分组成：</a:t>
            </a:r>
          </a:p>
          <a:p>
            <a:pPr lvl="1"/>
            <a:r>
              <a:rPr lang="en-US" altLang="zh-CN" dirty="0"/>
              <a:t>SNMP </a:t>
            </a:r>
            <a:r>
              <a:rPr lang="zh-CN" altLang="en-US" dirty="0"/>
              <a:t>本身</a:t>
            </a:r>
          </a:p>
          <a:p>
            <a:pPr lvl="1"/>
            <a:r>
              <a:rPr lang="zh-CN" altLang="en-US" dirty="0"/>
              <a:t>管理信息结构 </a:t>
            </a:r>
            <a:r>
              <a:rPr lang="en-US" altLang="zh-CN" dirty="0"/>
              <a:t>SMI - Structure of Management Information</a:t>
            </a:r>
          </a:p>
          <a:p>
            <a:pPr lvl="1"/>
            <a:r>
              <a:rPr lang="zh-CN" altLang="en-US" dirty="0"/>
              <a:t>管理信息库 </a:t>
            </a:r>
            <a:r>
              <a:rPr lang="en-US" altLang="zh-CN" dirty="0"/>
              <a:t>MIB - Management Information Base</a:t>
            </a:r>
            <a:endParaRPr lang="zh-CN" altLang="en-US" dirty="0"/>
          </a:p>
          <a:p>
            <a:endParaRPr lang="zh-CN" altLang="en-US" dirty="0"/>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B2838-D970-275E-3DCD-E9443D71A52C}"/>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73CD4F04-5A76-E968-2847-C66403F32214}"/>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定义了管理站和代理之间所交换的分组格式</a:t>
            </a:r>
            <a:endParaRPr lang="en-US" altLang="zh-CN" dirty="0"/>
          </a:p>
          <a:p>
            <a:r>
              <a:rPr lang="zh-CN" altLang="en-US" dirty="0"/>
              <a:t>所交换的分组包含各代理中的对象（变量）名及其状态（值）</a:t>
            </a:r>
          </a:p>
          <a:p>
            <a:r>
              <a:rPr lang="en-US" altLang="zh-CN" dirty="0"/>
              <a:t>SNMP </a:t>
            </a:r>
            <a:r>
              <a:rPr lang="zh-CN" altLang="en-US" dirty="0"/>
              <a:t>负责读取和改变这些数值</a:t>
            </a:r>
          </a:p>
          <a:p>
            <a:endParaRPr lang="zh-CN" altLang="en-US" dirty="0"/>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B53DE43-6616-9802-B3FF-88BACDD98650}"/>
              </a:ext>
            </a:extLst>
          </p:cNvPr>
          <p:cNvSpPr>
            <a:spLocks noGrp="1"/>
          </p:cNvSpPr>
          <p:nvPr>
            <p:ph type="title"/>
          </p:nvPr>
        </p:nvSpPr>
        <p:spPr>
          <a:xfrm>
            <a:off x="485999" y="174482"/>
            <a:ext cx="8171999" cy="338554"/>
          </a:xfrm>
        </p:spPr>
        <p:txBody>
          <a:bodyPr/>
          <a:lstStyle/>
          <a:p>
            <a:r>
              <a:rPr lang="zh-CN" altLang="en-US" dirty="0"/>
              <a:t>管理信息结构 </a:t>
            </a:r>
            <a:r>
              <a:rPr lang="en-US" altLang="zh-CN" dirty="0"/>
              <a:t>SMI</a:t>
            </a:r>
            <a:endParaRPr lang="zh-CN" altLang="en-US" dirty="0"/>
          </a:p>
        </p:txBody>
      </p:sp>
      <p:sp>
        <p:nvSpPr>
          <p:cNvPr id="6" name="内容占位符 5">
            <a:extLst>
              <a:ext uri="{FF2B5EF4-FFF2-40B4-BE49-F238E27FC236}">
                <a16:creationId xmlns:a16="http://schemas.microsoft.com/office/drawing/2014/main" id="{5D7385D2-D6C2-F3A0-E5FB-97D31B9D2C12}"/>
              </a:ext>
            </a:extLst>
          </p:cNvPr>
          <p:cNvSpPr>
            <a:spLocks noGrp="1"/>
          </p:cNvSpPr>
          <p:nvPr>
            <p:ph sz="quarter" idx="11"/>
          </p:nvPr>
        </p:nvSpPr>
        <p:spPr>
          <a:xfrm>
            <a:off x="486000" y="687518"/>
            <a:ext cx="8172000" cy="4079035"/>
          </a:xfrm>
        </p:spPr>
        <p:txBody>
          <a:bodyPr/>
          <a:lstStyle/>
          <a:p>
            <a:r>
              <a:rPr lang="en-US" altLang="zh-CN" dirty="0"/>
              <a:t>SMI </a:t>
            </a:r>
            <a:r>
              <a:rPr lang="zh-CN" altLang="en-US" dirty="0"/>
              <a:t>定义了命名对象和定义对象类型（包括范围和长度）的通用规则，以及把对象和对象的值进行编码的规则，以确保网络管理数据的语法和语义的无二义性</a:t>
            </a:r>
            <a:endParaRPr lang="en-US" altLang="zh-CN" dirty="0"/>
          </a:p>
          <a:p>
            <a:r>
              <a:rPr lang="zh-CN" altLang="en-US" dirty="0"/>
              <a:t>但从 </a:t>
            </a:r>
            <a:r>
              <a:rPr lang="en-US" altLang="zh-CN" dirty="0"/>
              <a:t>SMI </a:t>
            </a:r>
            <a:r>
              <a:rPr lang="zh-CN" altLang="en-US" dirty="0"/>
              <a:t>的名称并不能看出它的功能</a:t>
            </a:r>
          </a:p>
          <a:p>
            <a:r>
              <a:rPr lang="en-US" altLang="zh-CN" dirty="0"/>
              <a:t>SMI </a:t>
            </a:r>
            <a:r>
              <a:rPr lang="zh-CN" altLang="en-US" dirty="0"/>
              <a:t>并不定义一个实体应管理的对象数目，也不定义被管对象名以及对象名及其值之间的关联</a:t>
            </a:r>
          </a:p>
          <a:p>
            <a:endParaRPr lang="zh-CN" altLang="en-US" dirty="0"/>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
        <p:nvSpPr>
          <p:cNvPr id="5" name="标题 4">
            <a:extLst>
              <a:ext uri="{FF2B5EF4-FFF2-40B4-BE49-F238E27FC236}">
                <a16:creationId xmlns:a16="http://schemas.microsoft.com/office/drawing/2014/main" id="{5E12EB6A-5208-39AD-CE05-27356B1FD8F7}"/>
              </a:ext>
            </a:extLst>
          </p:cNvPr>
          <p:cNvSpPr>
            <a:spLocks noGrp="1"/>
          </p:cNvSpPr>
          <p:nvPr>
            <p:ph type="title"/>
          </p:nvPr>
        </p:nvSpPr>
        <p:spPr>
          <a:xfrm>
            <a:off x="485999" y="174482"/>
            <a:ext cx="8171999" cy="338554"/>
          </a:xfrm>
        </p:spPr>
        <p:txBody>
          <a:bodyPr/>
          <a:lstStyle/>
          <a:p>
            <a:r>
              <a:rPr lang="zh-CN" altLang="en-US" dirty="0"/>
              <a:t>管理信息库 </a:t>
            </a:r>
            <a:r>
              <a:rPr lang="en-US" altLang="zh-CN" dirty="0"/>
              <a:t>MIB</a:t>
            </a:r>
            <a:endParaRPr lang="zh-CN" altLang="en-US" dirty="0"/>
          </a:p>
        </p:txBody>
      </p:sp>
      <p:sp>
        <p:nvSpPr>
          <p:cNvPr id="6" name="内容占位符 5">
            <a:extLst>
              <a:ext uri="{FF2B5EF4-FFF2-40B4-BE49-F238E27FC236}">
                <a16:creationId xmlns:a16="http://schemas.microsoft.com/office/drawing/2014/main" id="{E38F0FEE-935F-5A8A-2A76-EDAC1788C360}"/>
              </a:ext>
            </a:extLst>
          </p:cNvPr>
          <p:cNvSpPr>
            <a:spLocks noGrp="1"/>
          </p:cNvSpPr>
          <p:nvPr>
            <p:ph sz="quarter" idx="11"/>
          </p:nvPr>
        </p:nvSpPr>
        <p:spPr>
          <a:xfrm>
            <a:off x="486000" y="687518"/>
            <a:ext cx="8172000" cy="4079035"/>
          </a:xfrm>
        </p:spPr>
        <p:txBody>
          <a:bodyPr/>
          <a:lstStyle/>
          <a:p>
            <a:r>
              <a:rPr lang="en-US" altLang="zh-CN" dirty="0"/>
              <a:t>MIB </a:t>
            </a:r>
            <a:r>
              <a:rPr lang="zh-CN" altLang="en-US" dirty="0"/>
              <a:t>在被管理的实体中创建了命名对象，并规定了其类型</a:t>
            </a:r>
            <a:endParaRPr lang="en-US" altLang="zh-CN" dirty="0"/>
          </a:p>
          <a:p>
            <a:r>
              <a:rPr lang="zh-CN" altLang="en-US" dirty="0"/>
              <a:t>管理程序使用 </a:t>
            </a:r>
            <a:r>
              <a:rPr lang="en-US" altLang="zh-CN" dirty="0"/>
              <a:t>MIB </a:t>
            </a:r>
            <a:r>
              <a:rPr lang="zh-CN" altLang="en-US" dirty="0"/>
              <a:t>中的信息，对网络进行管理</a:t>
            </a:r>
          </a:p>
        </p:txBody>
      </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endParaRPr lang="zh-CN" altLang="en-US"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11121</TotalTime>
  <Words>20725</Words>
  <Application>Microsoft Office PowerPoint</Application>
  <PresentationFormat>全屏显示(16:9)</PresentationFormat>
  <Paragraphs>4899</Paragraphs>
  <Slides>279</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279</vt:i4>
      </vt:variant>
    </vt:vector>
  </HeadingPairs>
  <TitlesOfParts>
    <vt:vector size="289" baseType="lpstr">
      <vt:lpstr>Wingdings</vt:lpstr>
      <vt:lpstr>Montserrat</vt:lpstr>
      <vt:lpstr>微软雅黑 Light</vt:lpstr>
      <vt:lpstr>Times New Roman</vt:lpstr>
      <vt:lpstr>微软雅黑</vt:lpstr>
      <vt:lpstr>Arial</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6.7.1  网络管理 - 概念</vt:lpstr>
      <vt:lpstr>6.7.1 网络管理 - 功能</vt:lpstr>
      <vt:lpstr>6.7.1 网络管理 - 一般模型</vt:lpstr>
      <vt:lpstr>6.7.1 网络管理 - 一般模型 - 主要构件</vt:lpstr>
      <vt:lpstr>6.7.1 网络管理 - 一般模型 - 被管对象 (Managed Object)</vt:lpstr>
      <vt:lpstr>6.7.1 网络管理 - 一般模型 - 代理 (Agent)</vt:lpstr>
      <vt:lpstr>6.7.1 网络管理 - 一般模型 - 网络管理协议</vt:lpstr>
      <vt:lpstr>简单网络管理协议 SNMP</vt:lpstr>
      <vt:lpstr>网络管理的基本原理</vt:lpstr>
      <vt:lpstr>SNMP 的基本功能</vt:lpstr>
      <vt:lpstr>SNMP 的管理站和委托代理</vt:lpstr>
      <vt:lpstr>SNMP 网络管理组成</vt:lpstr>
      <vt:lpstr>简单网络管理协议 SNMP</vt:lpstr>
      <vt:lpstr>管理信息结构 SMI</vt:lpstr>
      <vt:lpstr>管理信息库 MIB</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927</cp:revision>
  <dcterms:created xsi:type="dcterms:W3CDTF">2018-07-18T08:51:30Z</dcterms:created>
  <dcterms:modified xsi:type="dcterms:W3CDTF">2025-12-15T12:26:17Z</dcterms:modified>
</cp:coreProperties>
</file>
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01A0DB-3679-4B10-A181-99542F4063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CE56902-A76E-493F-BCEF-3301136F1E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D38837-11D8-484D-B95C-8DE5008D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B301-1EC4-4257-B4A7-213224EAA61D}" type="datetimeFigureOut">
              <a:rPr lang="zh-CN" altLang="en-US" smtClean="0"/>
              <a:t>2021/6/15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CAAB09-032D-4AD6-ACC7-006F1AC30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345171-EE04-43F9-AEEC-C4DDA9C4B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0D51-5756-4702-8DED-7DE3B1645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5363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46C953-4569-4C91-9CEA-D86A8187C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A352DE-72B0-4CC8-A32C-141A0C35A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DFDCED-9FB0-4AF3-B616-2470DA13A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B301-1EC4-4257-B4A7-213224EAA61D}" type="datetimeFigureOut">
              <a:rPr lang="zh-CN" altLang="en-US" smtClean="0"/>
              <a:t>2021/6/15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10911A-20F7-4CB3-9217-56B081322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AA15B7-F063-417D-BC07-9501D65D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0D51-5756-4702-8DED-7DE3B1645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705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16AE91-F00A-4BD5-9064-9AB9BE2E9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ED04BF-F11E-45A9-9AC2-98D007695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6F0468-CC71-4F28-BF70-4C40F9BE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B301-1EC4-4257-B4A7-213224EAA61D}" type="datetimeFigureOut">
              <a:rPr lang="zh-CN" altLang="en-US" smtClean="0"/>
              <a:t>2021/6/15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E860A6-6B5D-447A-A840-C53048D8D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86CF48-9AAF-452C-A0D9-6DEB9DDF0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0D51-5756-4702-8DED-7DE3B1645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59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E89357-2374-43F6-BA1B-AA7D3824B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DC97AD-B6F4-4029-9274-4ED5307895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BF2D9E-81DC-45AC-8BBC-699919E52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E17EAB-CC76-497E-979A-A7B220FC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B301-1EC4-4257-B4A7-213224EAA61D}" type="datetimeFigureOut">
              <a:rPr lang="zh-CN" altLang="en-US" smtClean="0"/>
              <a:t>2021/6/15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3DDD10-59DB-4EDA-BBFB-308B444C2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13ECEE-5F9B-48A2-B24F-8F55129A9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0D51-5756-4702-8DED-7DE3B1645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509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7AE972-9A3C-4661-9B55-9F1675FEB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A82B4B-0B94-4415-84DA-5BB4BFE0E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773088-B3D7-4AE2-881E-E7A17784B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7CFC3EA-CE49-4B40-B22F-8F7AB0AB55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590063-621F-4E8E-AAED-4D79735D05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9027646-9C30-48FC-BBB2-ED58233BE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B301-1EC4-4257-B4A7-213224EAA61D}" type="datetimeFigureOut">
              <a:rPr lang="zh-CN" altLang="en-US" smtClean="0"/>
              <a:t>2021/6/15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C8F0EBC-C696-4DD5-8FBE-6C99C9402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989140-402E-43EB-8250-73371C1B9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0D51-5756-4702-8DED-7DE3B1645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453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5F6887-4BEC-45B9-9221-B64600080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DB97EA-5C58-4956-ACD6-FC8075A7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B301-1EC4-4257-B4A7-213224EAA61D}" type="datetimeFigureOut">
              <a:rPr lang="zh-CN" altLang="en-US" smtClean="0"/>
              <a:t>2021/6/15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E1A0C0B-F12D-4CDB-9A42-67963CDB9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DF6B3E-38D9-4867-8F9B-E894A47FF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0D51-5756-4702-8DED-7DE3B1645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764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D0A48D-1E2A-4FC7-9876-DB25578B5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B301-1EC4-4257-B4A7-213224EAA61D}" type="datetimeFigureOut">
              <a:rPr lang="zh-CN" altLang="en-US" smtClean="0"/>
              <a:t>2021/6/15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3084A01-883F-4647-86E1-D81B4CE1B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A908CF-1CBA-49FC-93B3-21CE30C6B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0D51-5756-4702-8DED-7DE3B1645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024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5CA2B7-085C-4602-97A1-F5579DB5F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7FE491-D1BB-4D1C-BE5C-39516F77A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2E665D-EE4A-4423-BC7D-8A55D20CB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DC830A-ABCC-417A-92CC-46E474D5F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B301-1EC4-4257-B4A7-213224EAA61D}" type="datetimeFigureOut">
              <a:rPr lang="zh-CN" altLang="en-US" smtClean="0"/>
              <a:t>2021/6/15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F16BC1-7B38-44A4-9DC6-FEF19CD9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A325A5-5735-427B-B859-F76024671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0D51-5756-4702-8DED-7DE3B1645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3475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6748A-3EF0-443F-8C83-05ECAE40E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E0701F-1DB8-450D-BF07-C40F1DDAE4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0AF9C2-96F6-454D-9BEA-B53161B21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44DCF2-4D50-4FCE-8E99-4349884E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B301-1EC4-4257-B4A7-213224EAA61D}" type="datetimeFigureOut">
              <a:rPr lang="zh-CN" altLang="en-US" smtClean="0"/>
              <a:t>2021/6/15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5BB40B-F784-437F-A6F6-39ED13653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39069C-C2E7-4CCE-A5B8-0D1BBF187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0D51-5756-4702-8DED-7DE3B1645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736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AB52F5-5F3C-4632-8836-E46B7B747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006728-7C9D-432D-A95C-63892382B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A83F2C-256A-4168-9273-14419895D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B301-1EC4-4257-B4A7-213224EAA61D}" type="datetimeFigureOut">
              <a:rPr lang="zh-CN" altLang="en-US" smtClean="0"/>
              <a:t>2021/6/15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251072-646E-46C9-9FFA-B724A0CFF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13D953-D170-4BBA-BF7A-69873FEAF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0D51-5756-4702-8DED-7DE3B1645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885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EB61DC1-9626-4719-90CC-7B593CC593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6648C9-D0DE-4DF2-8587-E3B6AF577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6016A4-54D2-448A-A1F4-77B772FFD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B301-1EC4-4257-B4A7-213224EAA61D}" type="datetimeFigureOut">
              <a:rPr lang="zh-CN" altLang="en-US" smtClean="0"/>
              <a:t>2021/6/15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14CDC6-1D3E-4BE3-A84D-C4BC171BA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87054B-1AF7-4100-93DC-D01F6288F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C0D51-5756-4702-8DED-7DE3B1645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994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06F13F-5E20-43D9-BA69-F79D8066E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C3444C-D2E8-4860-973C-94452D289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EAF7A1-7CBE-443C-9B57-84369AAE6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6B301-1EC4-4257-B4A7-213224EAA61D}" type="datetimeFigureOut">
              <a:rPr lang="zh-CN" altLang="en-US" smtClean="0"/>
              <a:t>2021/6/15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89F06C-4E35-48F3-8A57-0FD6AA8B02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349303-4B5A-4022-8642-81BF58CAE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8C0D51-5756-4702-8DED-7DE3B16454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990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99BC460-C8EA-44F6-90E4-F945443109B2}"/>
              </a:ext>
            </a:extLst>
          </p:cNvPr>
          <p:cNvSpPr txBox="1"/>
          <p:nvPr/>
        </p:nvSpPr>
        <p:spPr>
          <a:xfrm>
            <a:off x="2642420" y="2369012"/>
            <a:ext cx="27751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A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pplication layer</a:t>
            </a:r>
            <a:endParaRPr lang="zh-CN" altLang="en-US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3834226-5005-479C-839C-6CD54449E838}"/>
              </a:ext>
            </a:extLst>
          </p:cNvPr>
          <p:cNvSpPr txBox="1"/>
          <p:nvPr/>
        </p:nvSpPr>
        <p:spPr>
          <a:xfrm>
            <a:off x="3263326" y="2663646"/>
            <a:ext cx="2339102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3200" spc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应用层</a:t>
            </a: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D23B0DA3-EA63-4505-801F-A8778DDB783D}"/>
              </a:ext>
            </a:extLst>
          </p:cNvPr>
          <p:cNvSpPr/>
          <p:nvPr/>
        </p:nvSpPr>
        <p:spPr>
          <a:xfrm rot="20421872">
            <a:off x="11445508" y="2281631"/>
            <a:ext cx="241540" cy="4401153"/>
          </a:xfrm>
          <a:custGeom>
            <a:avLst/>
            <a:gdLst>
              <a:gd name="connsiteX0" fmla="*/ 167779 w 241540"/>
              <a:gd name="connsiteY0" fmla="*/ 9491 h 4401153"/>
              <a:gd name="connsiteX1" fmla="*/ 241540 w 241540"/>
              <a:gd name="connsiteY1" fmla="*/ 120770 h 4401153"/>
              <a:gd name="connsiteX2" fmla="*/ 241539 w 241540"/>
              <a:gd name="connsiteY2" fmla="*/ 3724158 h 4401153"/>
              <a:gd name="connsiteX3" fmla="*/ 0 w 241540"/>
              <a:gd name="connsiteY3" fmla="*/ 4401153 h 4401153"/>
              <a:gd name="connsiteX4" fmla="*/ 0 w 241540"/>
              <a:gd name="connsiteY4" fmla="*/ 120770 h 4401153"/>
              <a:gd name="connsiteX5" fmla="*/ 120770 w 241540"/>
              <a:gd name="connsiteY5" fmla="*/ 1 h 4401153"/>
              <a:gd name="connsiteX6" fmla="*/ 167779 w 241540"/>
              <a:gd name="connsiteY6" fmla="*/ 9491 h 440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0" h="4401153">
                <a:moveTo>
                  <a:pt x="167779" y="9491"/>
                </a:moveTo>
                <a:cubicBezTo>
                  <a:pt x="211125" y="27825"/>
                  <a:pt x="241539" y="70745"/>
                  <a:pt x="241540" y="120770"/>
                </a:cubicBezTo>
                <a:lnTo>
                  <a:pt x="241539" y="3724158"/>
                </a:lnTo>
                <a:lnTo>
                  <a:pt x="0" y="4401153"/>
                </a:lnTo>
                <a:lnTo>
                  <a:pt x="0" y="120770"/>
                </a:lnTo>
                <a:cubicBezTo>
                  <a:pt x="0" y="54071"/>
                  <a:pt x="54071" y="0"/>
                  <a:pt x="120770" y="1"/>
                </a:cubicBezTo>
                <a:cubicBezTo>
                  <a:pt x="137445" y="-1"/>
                  <a:pt x="153332" y="3379"/>
                  <a:pt x="167779" y="949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5B795193-F123-4886-A7E1-11F969432C72}"/>
              </a:ext>
            </a:extLst>
          </p:cNvPr>
          <p:cNvSpPr/>
          <p:nvPr/>
        </p:nvSpPr>
        <p:spPr>
          <a:xfrm rot="20421872">
            <a:off x="11151491" y="2287860"/>
            <a:ext cx="241541" cy="4748795"/>
          </a:xfrm>
          <a:custGeom>
            <a:avLst/>
            <a:gdLst>
              <a:gd name="connsiteX0" fmla="*/ 167780 w 241541"/>
              <a:gd name="connsiteY0" fmla="*/ 9491 h 4748795"/>
              <a:gd name="connsiteX1" fmla="*/ 241541 w 241541"/>
              <a:gd name="connsiteY1" fmla="*/ 120770 h 4748795"/>
              <a:gd name="connsiteX2" fmla="*/ 241540 w 241541"/>
              <a:gd name="connsiteY2" fmla="*/ 4748795 h 4748795"/>
              <a:gd name="connsiteX3" fmla="*/ 0 w 241541"/>
              <a:gd name="connsiteY3" fmla="*/ 4662618 h 4748795"/>
              <a:gd name="connsiteX4" fmla="*/ 1 w 241541"/>
              <a:gd name="connsiteY4" fmla="*/ 120770 h 4748795"/>
              <a:gd name="connsiteX5" fmla="*/ 120771 w 241541"/>
              <a:gd name="connsiteY5" fmla="*/ 0 h 4748795"/>
              <a:gd name="connsiteX6" fmla="*/ 167780 w 241541"/>
              <a:gd name="connsiteY6" fmla="*/ 9491 h 4748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1" h="4748795">
                <a:moveTo>
                  <a:pt x="167780" y="9491"/>
                </a:moveTo>
                <a:cubicBezTo>
                  <a:pt x="211126" y="27825"/>
                  <a:pt x="241541" y="70746"/>
                  <a:pt x="241541" y="120770"/>
                </a:cubicBezTo>
                <a:lnTo>
                  <a:pt x="241540" y="4748795"/>
                </a:lnTo>
                <a:lnTo>
                  <a:pt x="0" y="4662618"/>
                </a:lnTo>
                <a:lnTo>
                  <a:pt x="1" y="120770"/>
                </a:lnTo>
                <a:cubicBezTo>
                  <a:pt x="1" y="54072"/>
                  <a:pt x="54072" y="0"/>
                  <a:pt x="120771" y="0"/>
                </a:cubicBezTo>
                <a:cubicBezTo>
                  <a:pt x="137445" y="1"/>
                  <a:pt x="153331" y="3380"/>
                  <a:pt x="167780" y="949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DC7B95A6-390C-4AB2-AAD4-3E55069D2441}"/>
              </a:ext>
            </a:extLst>
          </p:cNvPr>
          <p:cNvSpPr/>
          <p:nvPr/>
        </p:nvSpPr>
        <p:spPr>
          <a:xfrm rot="20421872">
            <a:off x="11644068" y="2417678"/>
            <a:ext cx="241542" cy="3219361"/>
          </a:xfrm>
          <a:custGeom>
            <a:avLst/>
            <a:gdLst>
              <a:gd name="connsiteX0" fmla="*/ 167780 w 241542"/>
              <a:gd name="connsiteY0" fmla="*/ 9491 h 3219361"/>
              <a:gd name="connsiteX1" fmla="*/ 241541 w 241542"/>
              <a:gd name="connsiteY1" fmla="*/ 120770 h 3219361"/>
              <a:gd name="connsiteX2" fmla="*/ 241542 w 241542"/>
              <a:gd name="connsiteY2" fmla="*/ 2542361 h 3219361"/>
              <a:gd name="connsiteX3" fmla="*/ 1 w 241542"/>
              <a:gd name="connsiteY3" fmla="*/ 3219361 h 3219361"/>
              <a:gd name="connsiteX4" fmla="*/ 0 w 241542"/>
              <a:gd name="connsiteY4" fmla="*/ 120771 h 3219361"/>
              <a:gd name="connsiteX5" fmla="*/ 120772 w 241542"/>
              <a:gd name="connsiteY5" fmla="*/ 0 h 3219361"/>
              <a:gd name="connsiteX6" fmla="*/ 167780 w 241542"/>
              <a:gd name="connsiteY6" fmla="*/ 9491 h 3219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2" h="3219361">
                <a:moveTo>
                  <a:pt x="167780" y="9491"/>
                </a:moveTo>
                <a:cubicBezTo>
                  <a:pt x="211127" y="27826"/>
                  <a:pt x="241541" y="70747"/>
                  <a:pt x="241541" y="120770"/>
                </a:cubicBezTo>
                <a:lnTo>
                  <a:pt x="241542" y="2542361"/>
                </a:lnTo>
                <a:lnTo>
                  <a:pt x="1" y="3219361"/>
                </a:lnTo>
                <a:lnTo>
                  <a:pt x="0" y="120771"/>
                </a:lnTo>
                <a:cubicBezTo>
                  <a:pt x="1" y="54072"/>
                  <a:pt x="54071" y="1"/>
                  <a:pt x="120772" y="0"/>
                </a:cubicBezTo>
                <a:cubicBezTo>
                  <a:pt x="137446" y="1"/>
                  <a:pt x="153331" y="3380"/>
                  <a:pt x="167780" y="949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81A5DED7-21EE-4428-9D0E-DB53F6898744}"/>
              </a:ext>
            </a:extLst>
          </p:cNvPr>
          <p:cNvSpPr/>
          <p:nvPr/>
        </p:nvSpPr>
        <p:spPr>
          <a:xfrm rot="20421872">
            <a:off x="12018843" y="2612076"/>
            <a:ext cx="241541" cy="988785"/>
          </a:xfrm>
          <a:custGeom>
            <a:avLst/>
            <a:gdLst>
              <a:gd name="connsiteX0" fmla="*/ 167779 w 241541"/>
              <a:gd name="connsiteY0" fmla="*/ 9491 h 988785"/>
              <a:gd name="connsiteX1" fmla="*/ 241541 w 241541"/>
              <a:gd name="connsiteY1" fmla="*/ 120770 h 988785"/>
              <a:gd name="connsiteX2" fmla="*/ 241541 w 241541"/>
              <a:gd name="connsiteY2" fmla="*/ 311789 h 988785"/>
              <a:gd name="connsiteX3" fmla="*/ 1 w 241541"/>
              <a:gd name="connsiteY3" fmla="*/ 988785 h 988785"/>
              <a:gd name="connsiteX4" fmla="*/ 1 w 241541"/>
              <a:gd name="connsiteY4" fmla="*/ 120771 h 988785"/>
              <a:gd name="connsiteX5" fmla="*/ 120771 w 241541"/>
              <a:gd name="connsiteY5" fmla="*/ 0 h 988785"/>
              <a:gd name="connsiteX6" fmla="*/ 167779 w 241541"/>
              <a:gd name="connsiteY6" fmla="*/ 9491 h 988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1" h="988785">
                <a:moveTo>
                  <a:pt x="167779" y="9491"/>
                </a:moveTo>
                <a:cubicBezTo>
                  <a:pt x="211126" y="27825"/>
                  <a:pt x="241540" y="70746"/>
                  <a:pt x="241541" y="120770"/>
                </a:cubicBezTo>
                <a:lnTo>
                  <a:pt x="241541" y="311789"/>
                </a:lnTo>
                <a:lnTo>
                  <a:pt x="1" y="988785"/>
                </a:lnTo>
                <a:lnTo>
                  <a:pt x="1" y="120771"/>
                </a:lnTo>
                <a:cubicBezTo>
                  <a:pt x="0" y="54073"/>
                  <a:pt x="54071" y="1"/>
                  <a:pt x="120771" y="0"/>
                </a:cubicBezTo>
                <a:cubicBezTo>
                  <a:pt x="137446" y="1"/>
                  <a:pt x="153330" y="3380"/>
                  <a:pt x="167779" y="949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C5A50FC4-E739-4E99-8AD4-BB412FD8236D}"/>
              </a:ext>
            </a:extLst>
          </p:cNvPr>
          <p:cNvSpPr/>
          <p:nvPr/>
        </p:nvSpPr>
        <p:spPr>
          <a:xfrm rot="20421872">
            <a:off x="10844277" y="2533262"/>
            <a:ext cx="241541" cy="4496045"/>
          </a:xfrm>
          <a:custGeom>
            <a:avLst/>
            <a:gdLst>
              <a:gd name="connsiteX0" fmla="*/ 167779 w 241541"/>
              <a:gd name="connsiteY0" fmla="*/ 9491 h 4496045"/>
              <a:gd name="connsiteX1" fmla="*/ 241541 w 241541"/>
              <a:gd name="connsiteY1" fmla="*/ 120770 h 4496045"/>
              <a:gd name="connsiteX2" fmla="*/ 241541 w 241541"/>
              <a:gd name="connsiteY2" fmla="*/ 4496045 h 4496045"/>
              <a:gd name="connsiteX3" fmla="*/ 0 w 241541"/>
              <a:gd name="connsiteY3" fmla="*/ 4409869 h 4496045"/>
              <a:gd name="connsiteX4" fmla="*/ 1 w 241541"/>
              <a:gd name="connsiteY4" fmla="*/ 120770 h 4496045"/>
              <a:gd name="connsiteX5" fmla="*/ 120771 w 241541"/>
              <a:gd name="connsiteY5" fmla="*/ 0 h 4496045"/>
              <a:gd name="connsiteX6" fmla="*/ 167779 w 241541"/>
              <a:gd name="connsiteY6" fmla="*/ 9491 h 4496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1" h="4496045">
                <a:moveTo>
                  <a:pt x="167779" y="9491"/>
                </a:moveTo>
                <a:cubicBezTo>
                  <a:pt x="211126" y="27825"/>
                  <a:pt x="241540" y="70747"/>
                  <a:pt x="241541" y="120770"/>
                </a:cubicBezTo>
                <a:lnTo>
                  <a:pt x="241541" y="4496045"/>
                </a:lnTo>
                <a:lnTo>
                  <a:pt x="0" y="4409869"/>
                </a:lnTo>
                <a:lnTo>
                  <a:pt x="1" y="120770"/>
                </a:lnTo>
                <a:cubicBezTo>
                  <a:pt x="1" y="54072"/>
                  <a:pt x="54072" y="0"/>
                  <a:pt x="120771" y="0"/>
                </a:cubicBezTo>
                <a:cubicBezTo>
                  <a:pt x="137445" y="1"/>
                  <a:pt x="153331" y="3379"/>
                  <a:pt x="167779" y="949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F8D023AC-8177-49F0-B2F6-2742DE7BF153}"/>
              </a:ext>
            </a:extLst>
          </p:cNvPr>
          <p:cNvSpPr/>
          <p:nvPr/>
        </p:nvSpPr>
        <p:spPr>
          <a:xfrm rot="20421872">
            <a:off x="11842630" y="2610874"/>
            <a:ext cx="241540" cy="2037574"/>
          </a:xfrm>
          <a:custGeom>
            <a:avLst/>
            <a:gdLst>
              <a:gd name="connsiteX0" fmla="*/ 167779 w 241540"/>
              <a:gd name="connsiteY0" fmla="*/ 9492 h 2037574"/>
              <a:gd name="connsiteX1" fmla="*/ 241540 w 241540"/>
              <a:gd name="connsiteY1" fmla="*/ 120771 h 2037574"/>
              <a:gd name="connsiteX2" fmla="*/ 241540 w 241540"/>
              <a:gd name="connsiteY2" fmla="*/ 1360578 h 2037574"/>
              <a:gd name="connsiteX3" fmla="*/ 0 w 241540"/>
              <a:gd name="connsiteY3" fmla="*/ 2037574 h 2037574"/>
              <a:gd name="connsiteX4" fmla="*/ 0 w 241540"/>
              <a:gd name="connsiteY4" fmla="*/ 120772 h 2037574"/>
              <a:gd name="connsiteX5" fmla="*/ 120771 w 241540"/>
              <a:gd name="connsiteY5" fmla="*/ 1 h 2037574"/>
              <a:gd name="connsiteX6" fmla="*/ 167779 w 241540"/>
              <a:gd name="connsiteY6" fmla="*/ 9492 h 2037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0" h="2037574">
                <a:moveTo>
                  <a:pt x="167779" y="9492"/>
                </a:moveTo>
                <a:cubicBezTo>
                  <a:pt x="211125" y="27825"/>
                  <a:pt x="241540" y="70747"/>
                  <a:pt x="241540" y="120771"/>
                </a:cubicBezTo>
                <a:lnTo>
                  <a:pt x="241540" y="1360578"/>
                </a:lnTo>
                <a:lnTo>
                  <a:pt x="0" y="2037574"/>
                </a:lnTo>
                <a:lnTo>
                  <a:pt x="0" y="120772"/>
                </a:lnTo>
                <a:cubicBezTo>
                  <a:pt x="0" y="54072"/>
                  <a:pt x="54071" y="0"/>
                  <a:pt x="120771" y="1"/>
                </a:cubicBezTo>
                <a:cubicBezTo>
                  <a:pt x="137445" y="1"/>
                  <a:pt x="153330" y="3380"/>
                  <a:pt x="167779" y="94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093ECC0F-7E52-4140-87E2-E6956FF60C44}"/>
              </a:ext>
            </a:extLst>
          </p:cNvPr>
          <p:cNvSpPr/>
          <p:nvPr/>
        </p:nvSpPr>
        <p:spPr>
          <a:xfrm rot="20421872">
            <a:off x="10574442" y="3024140"/>
            <a:ext cx="241541" cy="3990466"/>
          </a:xfrm>
          <a:custGeom>
            <a:avLst/>
            <a:gdLst>
              <a:gd name="connsiteX0" fmla="*/ 167779 w 241541"/>
              <a:gd name="connsiteY0" fmla="*/ 9490 h 3990466"/>
              <a:gd name="connsiteX1" fmla="*/ 241541 w 241541"/>
              <a:gd name="connsiteY1" fmla="*/ 120770 h 3990466"/>
              <a:gd name="connsiteX2" fmla="*/ 241540 w 241541"/>
              <a:gd name="connsiteY2" fmla="*/ 3990466 h 3990466"/>
              <a:gd name="connsiteX3" fmla="*/ 0 w 241541"/>
              <a:gd name="connsiteY3" fmla="*/ 3904289 h 3990466"/>
              <a:gd name="connsiteX4" fmla="*/ 0 w 241541"/>
              <a:gd name="connsiteY4" fmla="*/ 120770 h 3990466"/>
              <a:gd name="connsiteX5" fmla="*/ 120771 w 241541"/>
              <a:gd name="connsiteY5" fmla="*/ 0 h 3990466"/>
              <a:gd name="connsiteX6" fmla="*/ 167779 w 241541"/>
              <a:gd name="connsiteY6" fmla="*/ 9490 h 3990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1" h="3990466">
                <a:moveTo>
                  <a:pt x="167779" y="9490"/>
                </a:moveTo>
                <a:cubicBezTo>
                  <a:pt x="211126" y="27826"/>
                  <a:pt x="241541" y="70745"/>
                  <a:pt x="241541" y="120770"/>
                </a:cubicBezTo>
                <a:lnTo>
                  <a:pt x="241540" y="3990466"/>
                </a:lnTo>
                <a:lnTo>
                  <a:pt x="0" y="3904289"/>
                </a:lnTo>
                <a:lnTo>
                  <a:pt x="0" y="120770"/>
                </a:lnTo>
                <a:cubicBezTo>
                  <a:pt x="0" y="54071"/>
                  <a:pt x="54071" y="0"/>
                  <a:pt x="120771" y="0"/>
                </a:cubicBezTo>
                <a:cubicBezTo>
                  <a:pt x="137445" y="0"/>
                  <a:pt x="153330" y="3380"/>
                  <a:pt x="167779" y="949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CE477BBC-6933-4E55-B25D-F32CBFBFF1AA}"/>
              </a:ext>
            </a:extLst>
          </p:cNvPr>
          <p:cNvSpPr/>
          <p:nvPr/>
        </p:nvSpPr>
        <p:spPr>
          <a:xfrm rot="20421872">
            <a:off x="10294760" y="3672197"/>
            <a:ext cx="241541" cy="3323003"/>
          </a:xfrm>
          <a:custGeom>
            <a:avLst/>
            <a:gdLst>
              <a:gd name="connsiteX0" fmla="*/ 167779 w 241541"/>
              <a:gd name="connsiteY0" fmla="*/ 9491 h 3323003"/>
              <a:gd name="connsiteX1" fmla="*/ 241541 w 241541"/>
              <a:gd name="connsiteY1" fmla="*/ 120770 h 3323003"/>
              <a:gd name="connsiteX2" fmla="*/ 241540 w 241541"/>
              <a:gd name="connsiteY2" fmla="*/ 3323003 h 3323003"/>
              <a:gd name="connsiteX3" fmla="*/ 1 w 241541"/>
              <a:gd name="connsiteY3" fmla="*/ 3236826 h 3323003"/>
              <a:gd name="connsiteX4" fmla="*/ 0 w 241541"/>
              <a:gd name="connsiteY4" fmla="*/ 120771 h 3323003"/>
              <a:gd name="connsiteX5" fmla="*/ 120771 w 241541"/>
              <a:gd name="connsiteY5" fmla="*/ 1 h 3323003"/>
              <a:gd name="connsiteX6" fmla="*/ 167779 w 241541"/>
              <a:gd name="connsiteY6" fmla="*/ 9491 h 3323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1" h="3323003">
                <a:moveTo>
                  <a:pt x="167779" y="9491"/>
                </a:moveTo>
                <a:cubicBezTo>
                  <a:pt x="211125" y="27825"/>
                  <a:pt x="241540" y="70746"/>
                  <a:pt x="241541" y="120770"/>
                </a:cubicBezTo>
                <a:lnTo>
                  <a:pt x="241540" y="3323003"/>
                </a:lnTo>
                <a:lnTo>
                  <a:pt x="1" y="3236826"/>
                </a:lnTo>
                <a:lnTo>
                  <a:pt x="0" y="120771"/>
                </a:lnTo>
                <a:cubicBezTo>
                  <a:pt x="0" y="54072"/>
                  <a:pt x="54071" y="1"/>
                  <a:pt x="120771" y="1"/>
                </a:cubicBezTo>
                <a:cubicBezTo>
                  <a:pt x="137445" y="0"/>
                  <a:pt x="153330" y="3380"/>
                  <a:pt x="167779" y="949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65B646B6-B850-4895-86EF-6E21BD4C02B8}"/>
              </a:ext>
            </a:extLst>
          </p:cNvPr>
          <p:cNvSpPr/>
          <p:nvPr/>
        </p:nvSpPr>
        <p:spPr>
          <a:xfrm rot="20421872">
            <a:off x="10031551" y="4320253"/>
            <a:ext cx="241540" cy="2655540"/>
          </a:xfrm>
          <a:custGeom>
            <a:avLst/>
            <a:gdLst>
              <a:gd name="connsiteX0" fmla="*/ 167778 w 241540"/>
              <a:gd name="connsiteY0" fmla="*/ 9491 h 2655540"/>
              <a:gd name="connsiteX1" fmla="*/ 241540 w 241540"/>
              <a:gd name="connsiteY1" fmla="*/ 120770 h 2655540"/>
              <a:gd name="connsiteX2" fmla="*/ 241539 w 241540"/>
              <a:gd name="connsiteY2" fmla="*/ 2655540 h 2655540"/>
              <a:gd name="connsiteX3" fmla="*/ 0 w 241540"/>
              <a:gd name="connsiteY3" fmla="*/ 2569363 h 2655540"/>
              <a:gd name="connsiteX4" fmla="*/ 0 w 241540"/>
              <a:gd name="connsiteY4" fmla="*/ 120771 h 2655540"/>
              <a:gd name="connsiteX5" fmla="*/ 120770 w 241540"/>
              <a:gd name="connsiteY5" fmla="*/ 0 h 2655540"/>
              <a:gd name="connsiteX6" fmla="*/ 167778 w 241540"/>
              <a:gd name="connsiteY6" fmla="*/ 9491 h 265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0" h="2655540">
                <a:moveTo>
                  <a:pt x="167778" y="9491"/>
                </a:moveTo>
                <a:cubicBezTo>
                  <a:pt x="211125" y="27825"/>
                  <a:pt x="241540" y="70746"/>
                  <a:pt x="241540" y="120770"/>
                </a:cubicBezTo>
                <a:lnTo>
                  <a:pt x="241539" y="2655540"/>
                </a:lnTo>
                <a:lnTo>
                  <a:pt x="0" y="2569363"/>
                </a:lnTo>
                <a:lnTo>
                  <a:pt x="0" y="120771"/>
                </a:lnTo>
                <a:cubicBezTo>
                  <a:pt x="0" y="54071"/>
                  <a:pt x="54071" y="0"/>
                  <a:pt x="120770" y="0"/>
                </a:cubicBezTo>
                <a:cubicBezTo>
                  <a:pt x="137445" y="0"/>
                  <a:pt x="153330" y="3379"/>
                  <a:pt x="167778" y="949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B4C1D704-5B21-4E7C-ACC9-5717377AB7ED}"/>
              </a:ext>
            </a:extLst>
          </p:cNvPr>
          <p:cNvSpPr/>
          <p:nvPr/>
        </p:nvSpPr>
        <p:spPr>
          <a:xfrm rot="20421872">
            <a:off x="9733672" y="4952050"/>
            <a:ext cx="241540" cy="2004823"/>
          </a:xfrm>
          <a:custGeom>
            <a:avLst/>
            <a:gdLst>
              <a:gd name="connsiteX0" fmla="*/ 167778 w 241540"/>
              <a:gd name="connsiteY0" fmla="*/ 9490 h 2004823"/>
              <a:gd name="connsiteX1" fmla="*/ 241540 w 241540"/>
              <a:gd name="connsiteY1" fmla="*/ 120770 h 2004823"/>
              <a:gd name="connsiteX2" fmla="*/ 241540 w 241540"/>
              <a:gd name="connsiteY2" fmla="*/ 2004823 h 2004823"/>
              <a:gd name="connsiteX3" fmla="*/ 0 w 241540"/>
              <a:gd name="connsiteY3" fmla="*/ 1918646 h 2004823"/>
              <a:gd name="connsiteX4" fmla="*/ 0 w 241540"/>
              <a:gd name="connsiteY4" fmla="*/ 120769 h 2004823"/>
              <a:gd name="connsiteX5" fmla="*/ 120770 w 241540"/>
              <a:gd name="connsiteY5" fmla="*/ 0 h 2004823"/>
              <a:gd name="connsiteX6" fmla="*/ 167778 w 241540"/>
              <a:gd name="connsiteY6" fmla="*/ 9490 h 2004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0" h="2004823">
                <a:moveTo>
                  <a:pt x="167778" y="9490"/>
                </a:moveTo>
                <a:cubicBezTo>
                  <a:pt x="211125" y="27826"/>
                  <a:pt x="241540" y="70745"/>
                  <a:pt x="241540" y="120770"/>
                </a:cubicBezTo>
                <a:lnTo>
                  <a:pt x="241540" y="2004823"/>
                </a:lnTo>
                <a:lnTo>
                  <a:pt x="0" y="1918646"/>
                </a:lnTo>
                <a:lnTo>
                  <a:pt x="0" y="120769"/>
                </a:lnTo>
                <a:cubicBezTo>
                  <a:pt x="0" y="54070"/>
                  <a:pt x="54071" y="0"/>
                  <a:pt x="120770" y="0"/>
                </a:cubicBezTo>
                <a:cubicBezTo>
                  <a:pt x="137446" y="0"/>
                  <a:pt x="153330" y="3379"/>
                  <a:pt x="167778" y="949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A1B09B79-7A54-4E3F-AE47-F0DDE26FE67F}"/>
              </a:ext>
            </a:extLst>
          </p:cNvPr>
          <p:cNvSpPr/>
          <p:nvPr/>
        </p:nvSpPr>
        <p:spPr>
          <a:xfrm rot="20421872">
            <a:off x="9410727" y="5571276"/>
            <a:ext cx="241541" cy="1367054"/>
          </a:xfrm>
          <a:custGeom>
            <a:avLst/>
            <a:gdLst>
              <a:gd name="connsiteX0" fmla="*/ 167780 w 241541"/>
              <a:gd name="connsiteY0" fmla="*/ 9493 h 1367054"/>
              <a:gd name="connsiteX1" fmla="*/ 241541 w 241541"/>
              <a:gd name="connsiteY1" fmla="*/ 120771 h 1367054"/>
              <a:gd name="connsiteX2" fmla="*/ 241540 w 241541"/>
              <a:gd name="connsiteY2" fmla="*/ 1367054 h 1367054"/>
              <a:gd name="connsiteX3" fmla="*/ 1 w 241541"/>
              <a:gd name="connsiteY3" fmla="*/ 1280878 h 1367054"/>
              <a:gd name="connsiteX4" fmla="*/ 1 w 241541"/>
              <a:gd name="connsiteY4" fmla="*/ 120770 h 1367054"/>
              <a:gd name="connsiteX5" fmla="*/ 120771 w 241541"/>
              <a:gd name="connsiteY5" fmla="*/ 0 h 1367054"/>
              <a:gd name="connsiteX6" fmla="*/ 167780 w 241541"/>
              <a:gd name="connsiteY6" fmla="*/ 9493 h 1367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1" h="1367054">
                <a:moveTo>
                  <a:pt x="167780" y="9493"/>
                </a:moveTo>
                <a:cubicBezTo>
                  <a:pt x="211126" y="27825"/>
                  <a:pt x="241541" y="70746"/>
                  <a:pt x="241541" y="120771"/>
                </a:cubicBezTo>
                <a:lnTo>
                  <a:pt x="241540" y="1367054"/>
                </a:lnTo>
                <a:lnTo>
                  <a:pt x="1" y="1280878"/>
                </a:lnTo>
                <a:lnTo>
                  <a:pt x="1" y="120770"/>
                </a:lnTo>
                <a:cubicBezTo>
                  <a:pt x="0" y="54071"/>
                  <a:pt x="54072" y="1"/>
                  <a:pt x="120771" y="0"/>
                </a:cubicBezTo>
                <a:cubicBezTo>
                  <a:pt x="137446" y="2"/>
                  <a:pt x="153331" y="3380"/>
                  <a:pt x="167780" y="9493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59FF4303-79E0-43D6-9FF4-3EEFD113445B}"/>
              </a:ext>
            </a:extLst>
          </p:cNvPr>
          <p:cNvSpPr/>
          <p:nvPr/>
        </p:nvSpPr>
        <p:spPr>
          <a:xfrm rot="20421872">
            <a:off x="9097940" y="5933567"/>
            <a:ext cx="241541" cy="993915"/>
          </a:xfrm>
          <a:custGeom>
            <a:avLst/>
            <a:gdLst>
              <a:gd name="connsiteX0" fmla="*/ 167779 w 241541"/>
              <a:gd name="connsiteY0" fmla="*/ 9492 h 993915"/>
              <a:gd name="connsiteX1" fmla="*/ 241540 w 241541"/>
              <a:gd name="connsiteY1" fmla="*/ 120770 h 993915"/>
              <a:gd name="connsiteX2" fmla="*/ 241541 w 241541"/>
              <a:gd name="connsiteY2" fmla="*/ 993915 h 993915"/>
              <a:gd name="connsiteX3" fmla="*/ 0 w 241541"/>
              <a:gd name="connsiteY3" fmla="*/ 907737 h 993915"/>
              <a:gd name="connsiteX4" fmla="*/ 0 w 241541"/>
              <a:gd name="connsiteY4" fmla="*/ 120769 h 993915"/>
              <a:gd name="connsiteX5" fmla="*/ 120770 w 241541"/>
              <a:gd name="connsiteY5" fmla="*/ 0 h 993915"/>
              <a:gd name="connsiteX6" fmla="*/ 167779 w 241541"/>
              <a:gd name="connsiteY6" fmla="*/ 9492 h 99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1" h="993915">
                <a:moveTo>
                  <a:pt x="167779" y="9492"/>
                </a:moveTo>
                <a:cubicBezTo>
                  <a:pt x="211126" y="27825"/>
                  <a:pt x="241541" y="70745"/>
                  <a:pt x="241540" y="120770"/>
                </a:cubicBezTo>
                <a:lnTo>
                  <a:pt x="241541" y="993915"/>
                </a:lnTo>
                <a:lnTo>
                  <a:pt x="0" y="907737"/>
                </a:lnTo>
                <a:lnTo>
                  <a:pt x="0" y="120769"/>
                </a:lnTo>
                <a:cubicBezTo>
                  <a:pt x="0" y="54070"/>
                  <a:pt x="54071" y="0"/>
                  <a:pt x="120770" y="0"/>
                </a:cubicBezTo>
                <a:cubicBezTo>
                  <a:pt x="137445" y="1"/>
                  <a:pt x="153330" y="3379"/>
                  <a:pt x="167779" y="94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96DFF75A-9E38-4843-8A6F-FB5DB87136CC}"/>
              </a:ext>
            </a:extLst>
          </p:cNvPr>
          <p:cNvSpPr/>
          <p:nvPr/>
        </p:nvSpPr>
        <p:spPr>
          <a:xfrm rot="20421872">
            <a:off x="8787310" y="6243179"/>
            <a:ext cx="241540" cy="675031"/>
          </a:xfrm>
          <a:custGeom>
            <a:avLst/>
            <a:gdLst>
              <a:gd name="connsiteX0" fmla="*/ 167779 w 241540"/>
              <a:gd name="connsiteY0" fmla="*/ 9492 h 675031"/>
              <a:gd name="connsiteX1" fmla="*/ 241540 w 241540"/>
              <a:gd name="connsiteY1" fmla="*/ 120772 h 675031"/>
              <a:gd name="connsiteX2" fmla="*/ 241539 w 241540"/>
              <a:gd name="connsiteY2" fmla="*/ 675031 h 675031"/>
              <a:gd name="connsiteX3" fmla="*/ 0 w 241540"/>
              <a:gd name="connsiteY3" fmla="*/ 588853 h 675031"/>
              <a:gd name="connsiteX4" fmla="*/ 0 w 241540"/>
              <a:gd name="connsiteY4" fmla="*/ 120770 h 675031"/>
              <a:gd name="connsiteX5" fmla="*/ 120770 w 241540"/>
              <a:gd name="connsiteY5" fmla="*/ 0 h 675031"/>
              <a:gd name="connsiteX6" fmla="*/ 167779 w 241540"/>
              <a:gd name="connsiteY6" fmla="*/ 9492 h 675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0" h="675031">
                <a:moveTo>
                  <a:pt x="167779" y="9492"/>
                </a:moveTo>
                <a:cubicBezTo>
                  <a:pt x="211125" y="27825"/>
                  <a:pt x="241540" y="70747"/>
                  <a:pt x="241540" y="120772"/>
                </a:cubicBezTo>
                <a:lnTo>
                  <a:pt x="241539" y="675031"/>
                </a:lnTo>
                <a:lnTo>
                  <a:pt x="0" y="588853"/>
                </a:lnTo>
                <a:lnTo>
                  <a:pt x="0" y="120770"/>
                </a:lnTo>
                <a:cubicBezTo>
                  <a:pt x="0" y="54071"/>
                  <a:pt x="54071" y="1"/>
                  <a:pt x="120770" y="0"/>
                </a:cubicBezTo>
                <a:cubicBezTo>
                  <a:pt x="137445" y="1"/>
                  <a:pt x="153329" y="3381"/>
                  <a:pt x="167779" y="94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840D4314-7148-4F1D-BCB5-2A2C1A0A2BEE}"/>
              </a:ext>
            </a:extLst>
          </p:cNvPr>
          <p:cNvSpPr/>
          <p:nvPr/>
        </p:nvSpPr>
        <p:spPr>
          <a:xfrm rot="20421872">
            <a:off x="8422044" y="6529779"/>
            <a:ext cx="241540" cy="379848"/>
          </a:xfrm>
          <a:custGeom>
            <a:avLst/>
            <a:gdLst>
              <a:gd name="connsiteX0" fmla="*/ 167780 w 241540"/>
              <a:gd name="connsiteY0" fmla="*/ 9491 h 379848"/>
              <a:gd name="connsiteX1" fmla="*/ 241540 w 241540"/>
              <a:gd name="connsiteY1" fmla="*/ 120770 h 379848"/>
              <a:gd name="connsiteX2" fmla="*/ 241540 w 241540"/>
              <a:gd name="connsiteY2" fmla="*/ 379848 h 379848"/>
              <a:gd name="connsiteX3" fmla="*/ 0 w 241540"/>
              <a:gd name="connsiteY3" fmla="*/ 293671 h 379848"/>
              <a:gd name="connsiteX4" fmla="*/ 0 w 241540"/>
              <a:gd name="connsiteY4" fmla="*/ 120769 h 379848"/>
              <a:gd name="connsiteX5" fmla="*/ 120771 w 241540"/>
              <a:gd name="connsiteY5" fmla="*/ 0 h 379848"/>
              <a:gd name="connsiteX6" fmla="*/ 167780 w 241540"/>
              <a:gd name="connsiteY6" fmla="*/ 9491 h 37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0" h="379848">
                <a:moveTo>
                  <a:pt x="167780" y="9491"/>
                </a:moveTo>
                <a:cubicBezTo>
                  <a:pt x="211126" y="27825"/>
                  <a:pt x="241540" y="70745"/>
                  <a:pt x="241540" y="120770"/>
                </a:cubicBezTo>
                <a:lnTo>
                  <a:pt x="241540" y="379848"/>
                </a:lnTo>
                <a:lnTo>
                  <a:pt x="0" y="293671"/>
                </a:lnTo>
                <a:lnTo>
                  <a:pt x="0" y="120769"/>
                </a:lnTo>
                <a:cubicBezTo>
                  <a:pt x="1" y="54071"/>
                  <a:pt x="54071" y="0"/>
                  <a:pt x="120771" y="0"/>
                </a:cubicBezTo>
                <a:cubicBezTo>
                  <a:pt x="137445" y="0"/>
                  <a:pt x="153330" y="3379"/>
                  <a:pt x="167780" y="949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B90DA52-C2A9-4B65-968C-E8247ED49F44}"/>
              </a:ext>
            </a:extLst>
          </p:cNvPr>
          <p:cNvSpPr/>
          <p:nvPr/>
        </p:nvSpPr>
        <p:spPr>
          <a:xfrm>
            <a:off x="2642420" y="3397482"/>
            <a:ext cx="2775119" cy="1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88685BF-CB2D-4322-9E12-CAB3FA68B46E}"/>
              </a:ext>
            </a:extLst>
          </p:cNvPr>
          <p:cNvSpPr txBox="1"/>
          <p:nvPr/>
        </p:nvSpPr>
        <p:spPr>
          <a:xfrm>
            <a:off x="2642420" y="3728230"/>
            <a:ext cx="21595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Date:2021-06-15</a:t>
            </a:r>
          </a:p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Time:19:20-21:30</a:t>
            </a:r>
          </a:p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Room:2214</a:t>
            </a:r>
            <a:endParaRPr lang="zh-CN" altLang="en-US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33638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7" grpId="0" animBg="1"/>
      <p:bldP spid="56" grpId="0" animBg="1"/>
      <p:bldP spid="55" grpId="0" animBg="1"/>
      <p:bldP spid="54" grpId="0" animBg="1"/>
      <p:bldP spid="53" grpId="0" animBg="1"/>
      <p:bldP spid="52" grpId="0" animBg="1"/>
      <p:bldP spid="50" grpId="0" animBg="1"/>
      <p:bldP spid="49" grpId="0" animBg="1"/>
      <p:bldP spid="48" grpId="0" animBg="1"/>
      <p:bldP spid="47" grpId="0" animBg="1"/>
      <p:bldP spid="46" grpId="0" animBg="1"/>
      <p:bldP spid="45" grpId="0" animBg="1"/>
      <p:bldP spid="4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D23B0DA3-EA63-4505-801F-A8778DDB783D}"/>
              </a:ext>
            </a:extLst>
          </p:cNvPr>
          <p:cNvSpPr/>
          <p:nvPr/>
        </p:nvSpPr>
        <p:spPr>
          <a:xfrm>
            <a:off x="11445508" y="2405456"/>
            <a:ext cx="241540" cy="4401153"/>
          </a:xfrm>
          <a:custGeom>
            <a:avLst/>
            <a:gdLst>
              <a:gd name="connsiteX0" fmla="*/ 167779 w 241540"/>
              <a:gd name="connsiteY0" fmla="*/ 9491 h 4401153"/>
              <a:gd name="connsiteX1" fmla="*/ 241540 w 241540"/>
              <a:gd name="connsiteY1" fmla="*/ 120770 h 4401153"/>
              <a:gd name="connsiteX2" fmla="*/ 241539 w 241540"/>
              <a:gd name="connsiteY2" fmla="*/ 3724158 h 4401153"/>
              <a:gd name="connsiteX3" fmla="*/ 0 w 241540"/>
              <a:gd name="connsiteY3" fmla="*/ 4401153 h 4401153"/>
              <a:gd name="connsiteX4" fmla="*/ 0 w 241540"/>
              <a:gd name="connsiteY4" fmla="*/ 120770 h 4401153"/>
              <a:gd name="connsiteX5" fmla="*/ 120770 w 241540"/>
              <a:gd name="connsiteY5" fmla="*/ 1 h 4401153"/>
              <a:gd name="connsiteX6" fmla="*/ 167779 w 241540"/>
              <a:gd name="connsiteY6" fmla="*/ 9491 h 4401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0" h="4401153">
                <a:moveTo>
                  <a:pt x="167779" y="9491"/>
                </a:moveTo>
                <a:cubicBezTo>
                  <a:pt x="211125" y="27825"/>
                  <a:pt x="241539" y="70745"/>
                  <a:pt x="241540" y="120770"/>
                </a:cubicBezTo>
                <a:lnTo>
                  <a:pt x="241539" y="3724158"/>
                </a:lnTo>
                <a:lnTo>
                  <a:pt x="0" y="4401153"/>
                </a:lnTo>
                <a:lnTo>
                  <a:pt x="0" y="120770"/>
                </a:lnTo>
                <a:cubicBezTo>
                  <a:pt x="0" y="54071"/>
                  <a:pt x="54071" y="0"/>
                  <a:pt x="120770" y="1"/>
                </a:cubicBezTo>
                <a:cubicBezTo>
                  <a:pt x="137445" y="-1"/>
                  <a:pt x="153332" y="3379"/>
                  <a:pt x="167779" y="949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5B795193-F123-4886-A7E1-11F969432C72}"/>
              </a:ext>
            </a:extLst>
          </p:cNvPr>
          <p:cNvSpPr/>
          <p:nvPr/>
        </p:nvSpPr>
        <p:spPr>
          <a:xfrm>
            <a:off x="11151491" y="2287860"/>
            <a:ext cx="241541" cy="4748795"/>
          </a:xfrm>
          <a:custGeom>
            <a:avLst/>
            <a:gdLst>
              <a:gd name="connsiteX0" fmla="*/ 167780 w 241541"/>
              <a:gd name="connsiteY0" fmla="*/ 9491 h 4748795"/>
              <a:gd name="connsiteX1" fmla="*/ 241541 w 241541"/>
              <a:gd name="connsiteY1" fmla="*/ 120770 h 4748795"/>
              <a:gd name="connsiteX2" fmla="*/ 241540 w 241541"/>
              <a:gd name="connsiteY2" fmla="*/ 4748795 h 4748795"/>
              <a:gd name="connsiteX3" fmla="*/ 0 w 241541"/>
              <a:gd name="connsiteY3" fmla="*/ 4662618 h 4748795"/>
              <a:gd name="connsiteX4" fmla="*/ 1 w 241541"/>
              <a:gd name="connsiteY4" fmla="*/ 120770 h 4748795"/>
              <a:gd name="connsiteX5" fmla="*/ 120771 w 241541"/>
              <a:gd name="connsiteY5" fmla="*/ 0 h 4748795"/>
              <a:gd name="connsiteX6" fmla="*/ 167780 w 241541"/>
              <a:gd name="connsiteY6" fmla="*/ 9491 h 4748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1" h="4748795">
                <a:moveTo>
                  <a:pt x="167780" y="9491"/>
                </a:moveTo>
                <a:cubicBezTo>
                  <a:pt x="211126" y="27825"/>
                  <a:pt x="241541" y="70746"/>
                  <a:pt x="241541" y="120770"/>
                </a:cubicBezTo>
                <a:lnTo>
                  <a:pt x="241540" y="4748795"/>
                </a:lnTo>
                <a:lnTo>
                  <a:pt x="0" y="4662618"/>
                </a:lnTo>
                <a:lnTo>
                  <a:pt x="1" y="120770"/>
                </a:lnTo>
                <a:cubicBezTo>
                  <a:pt x="1" y="54072"/>
                  <a:pt x="54072" y="0"/>
                  <a:pt x="120771" y="0"/>
                </a:cubicBezTo>
                <a:cubicBezTo>
                  <a:pt x="137445" y="1"/>
                  <a:pt x="153331" y="3380"/>
                  <a:pt x="167780" y="949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DC7B95A6-390C-4AB2-AAD4-3E55069D2441}"/>
              </a:ext>
            </a:extLst>
          </p:cNvPr>
          <p:cNvSpPr/>
          <p:nvPr/>
        </p:nvSpPr>
        <p:spPr>
          <a:xfrm>
            <a:off x="11748843" y="2579603"/>
            <a:ext cx="241542" cy="3219361"/>
          </a:xfrm>
          <a:custGeom>
            <a:avLst/>
            <a:gdLst>
              <a:gd name="connsiteX0" fmla="*/ 167780 w 241542"/>
              <a:gd name="connsiteY0" fmla="*/ 9491 h 3219361"/>
              <a:gd name="connsiteX1" fmla="*/ 241541 w 241542"/>
              <a:gd name="connsiteY1" fmla="*/ 120770 h 3219361"/>
              <a:gd name="connsiteX2" fmla="*/ 241542 w 241542"/>
              <a:gd name="connsiteY2" fmla="*/ 2542361 h 3219361"/>
              <a:gd name="connsiteX3" fmla="*/ 1 w 241542"/>
              <a:gd name="connsiteY3" fmla="*/ 3219361 h 3219361"/>
              <a:gd name="connsiteX4" fmla="*/ 0 w 241542"/>
              <a:gd name="connsiteY4" fmla="*/ 120771 h 3219361"/>
              <a:gd name="connsiteX5" fmla="*/ 120772 w 241542"/>
              <a:gd name="connsiteY5" fmla="*/ 0 h 3219361"/>
              <a:gd name="connsiteX6" fmla="*/ 167780 w 241542"/>
              <a:gd name="connsiteY6" fmla="*/ 9491 h 32193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2" h="3219361">
                <a:moveTo>
                  <a:pt x="167780" y="9491"/>
                </a:moveTo>
                <a:cubicBezTo>
                  <a:pt x="211127" y="27826"/>
                  <a:pt x="241541" y="70747"/>
                  <a:pt x="241541" y="120770"/>
                </a:cubicBezTo>
                <a:lnTo>
                  <a:pt x="241542" y="2542361"/>
                </a:lnTo>
                <a:lnTo>
                  <a:pt x="1" y="3219361"/>
                </a:lnTo>
                <a:lnTo>
                  <a:pt x="0" y="120771"/>
                </a:lnTo>
                <a:cubicBezTo>
                  <a:pt x="1" y="54072"/>
                  <a:pt x="54071" y="1"/>
                  <a:pt x="120772" y="0"/>
                </a:cubicBezTo>
                <a:cubicBezTo>
                  <a:pt x="137446" y="1"/>
                  <a:pt x="153331" y="3380"/>
                  <a:pt x="167780" y="949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81A5DED7-21EE-4428-9D0E-DB53F6898744}"/>
              </a:ext>
            </a:extLst>
          </p:cNvPr>
          <p:cNvSpPr/>
          <p:nvPr/>
        </p:nvSpPr>
        <p:spPr>
          <a:xfrm>
            <a:off x="12228393" y="2888301"/>
            <a:ext cx="241541" cy="988785"/>
          </a:xfrm>
          <a:custGeom>
            <a:avLst/>
            <a:gdLst>
              <a:gd name="connsiteX0" fmla="*/ 167779 w 241541"/>
              <a:gd name="connsiteY0" fmla="*/ 9491 h 988785"/>
              <a:gd name="connsiteX1" fmla="*/ 241541 w 241541"/>
              <a:gd name="connsiteY1" fmla="*/ 120770 h 988785"/>
              <a:gd name="connsiteX2" fmla="*/ 241541 w 241541"/>
              <a:gd name="connsiteY2" fmla="*/ 311789 h 988785"/>
              <a:gd name="connsiteX3" fmla="*/ 1 w 241541"/>
              <a:gd name="connsiteY3" fmla="*/ 988785 h 988785"/>
              <a:gd name="connsiteX4" fmla="*/ 1 w 241541"/>
              <a:gd name="connsiteY4" fmla="*/ 120771 h 988785"/>
              <a:gd name="connsiteX5" fmla="*/ 120771 w 241541"/>
              <a:gd name="connsiteY5" fmla="*/ 0 h 988785"/>
              <a:gd name="connsiteX6" fmla="*/ 167779 w 241541"/>
              <a:gd name="connsiteY6" fmla="*/ 9491 h 988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1" h="988785">
                <a:moveTo>
                  <a:pt x="167779" y="9491"/>
                </a:moveTo>
                <a:cubicBezTo>
                  <a:pt x="211126" y="27825"/>
                  <a:pt x="241540" y="70746"/>
                  <a:pt x="241541" y="120770"/>
                </a:cubicBezTo>
                <a:lnTo>
                  <a:pt x="241541" y="311789"/>
                </a:lnTo>
                <a:lnTo>
                  <a:pt x="1" y="988785"/>
                </a:lnTo>
                <a:lnTo>
                  <a:pt x="1" y="120771"/>
                </a:lnTo>
                <a:cubicBezTo>
                  <a:pt x="0" y="54073"/>
                  <a:pt x="54071" y="1"/>
                  <a:pt x="120771" y="0"/>
                </a:cubicBezTo>
                <a:cubicBezTo>
                  <a:pt x="137446" y="1"/>
                  <a:pt x="153330" y="3380"/>
                  <a:pt x="167779" y="949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C5A50FC4-E739-4E99-8AD4-BB412FD8236D}"/>
              </a:ext>
            </a:extLst>
          </p:cNvPr>
          <p:cNvSpPr/>
          <p:nvPr/>
        </p:nvSpPr>
        <p:spPr>
          <a:xfrm>
            <a:off x="10844277" y="2533262"/>
            <a:ext cx="241541" cy="4496045"/>
          </a:xfrm>
          <a:custGeom>
            <a:avLst/>
            <a:gdLst>
              <a:gd name="connsiteX0" fmla="*/ 167779 w 241541"/>
              <a:gd name="connsiteY0" fmla="*/ 9491 h 4496045"/>
              <a:gd name="connsiteX1" fmla="*/ 241541 w 241541"/>
              <a:gd name="connsiteY1" fmla="*/ 120770 h 4496045"/>
              <a:gd name="connsiteX2" fmla="*/ 241541 w 241541"/>
              <a:gd name="connsiteY2" fmla="*/ 4496045 h 4496045"/>
              <a:gd name="connsiteX3" fmla="*/ 0 w 241541"/>
              <a:gd name="connsiteY3" fmla="*/ 4409869 h 4496045"/>
              <a:gd name="connsiteX4" fmla="*/ 1 w 241541"/>
              <a:gd name="connsiteY4" fmla="*/ 120770 h 4496045"/>
              <a:gd name="connsiteX5" fmla="*/ 120771 w 241541"/>
              <a:gd name="connsiteY5" fmla="*/ 0 h 4496045"/>
              <a:gd name="connsiteX6" fmla="*/ 167779 w 241541"/>
              <a:gd name="connsiteY6" fmla="*/ 9491 h 4496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1" h="4496045">
                <a:moveTo>
                  <a:pt x="167779" y="9491"/>
                </a:moveTo>
                <a:cubicBezTo>
                  <a:pt x="211126" y="27825"/>
                  <a:pt x="241540" y="70747"/>
                  <a:pt x="241541" y="120770"/>
                </a:cubicBezTo>
                <a:lnTo>
                  <a:pt x="241541" y="4496045"/>
                </a:lnTo>
                <a:lnTo>
                  <a:pt x="0" y="4409869"/>
                </a:lnTo>
                <a:lnTo>
                  <a:pt x="1" y="120770"/>
                </a:lnTo>
                <a:cubicBezTo>
                  <a:pt x="1" y="54072"/>
                  <a:pt x="54072" y="0"/>
                  <a:pt x="120771" y="0"/>
                </a:cubicBezTo>
                <a:cubicBezTo>
                  <a:pt x="137445" y="1"/>
                  <a:pt x="153331" y="3379"/>
                  <a:pt x="167779" y="949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F8D023AC-8177-49F0-B2F6-2742DE7BF153}"/>
              </a:ext>
            </a:extLst>
          </p:cNvPr>
          <p:cNvSpPr/>
          <p:nvPr/>
        </p:nvSpPr>
        <p:spPr>
          <a:xfrm>
            <a:off x="12052180" y="2725174"/>
            <a:ext cx="241540" cy="2037574"/>
          </a:xfrm>
          <a:custGeom>
            <a:avLst/>
            <a:gdLst>
              <a:gd name="connsiteX0" fmla="*/ 167779 w 241540"/>
              <a:gd name="connsiteY0" fmla="*/ 9492 h 2037574"/>
              <a:gd name="connsiteX1" fmla="*/ 241540 w 241540"/>
              <a:gd name="connsiteY1" fmla="*/ 120771 h 2037574"/>
              <a:gd name="connsiteX2" fmla="*/ 241540 w 241540"/>
              <a:gd name="connsiteY2" fmla="*/ 1360578 h 2037574"/>
              <a:gd name="connsiteX3" fmla="*/ 0 w 241540"/>
              <a:gd name="connsiteY3" fmla="*/ 2037574 h 2037574"/>
              <a:gd name="connsiteX4" fmla="*/ 0 w 241540"/>
              <a:gd name="connsiteY4" fmla="*/ 120772 h 2037574"/>
              <a:gd name="connsiteX5" fmla="*/ 120771 w 241540"/>
              <a:gd name="connsiteY5" fmla="*/ 1 h 2037574"/>
              <a:gd name="connsiteX6" fmla="*/ 167779 w 241540"/>
              <a:gd name="connsiteY6" fmla="*/ 9492 h 2037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0" h="2037574">
                <a:moveTo>
                  <a:pt x="167779" y="9492"/>
                </a:moveTo>
                <a:cubicBezTo>
                  <a:pt x="211125" y="27825"/>
                  <a:pt x="241540" y="70747"/>
                  <a:pt x="241540" y="120771"/>
                </a:cubicBezTo>
                <a:lnTo>
                  <a:pt x="241540" y="1360578"/>
                </a:lnTo>
                <a:lnTo>
                  <a:pt x="0" y="2037574"/>
                </a:lnTo>
                <a:lnTo>
                  <a:pt x="0" y="120772"/>
                </a:lnTo>
                <a:cubicBezTo>
                  <a:pt x="0" y="54072"/>
                  <a:pt x="54071" y="0"/>
                  <a:pt x="120771" y="1"/>
                </a:cubicBezTo>
                <a:cubicBezTo>
                  <a:pt x="137445" y="1"/>
                  <a:pt x="153330" y="3380"/>
                  <a:pt x="167779" y="94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093ECC0F-7E52-4140-87E2-E6956FF60C44}"/>
              </a:ext>
            </a:extLst>
          </p:cNvPr>
          <p:cNvSpPr/>
          <p:nvPr/>
        </p:nvSpPr>
        <p:spPr>
          <a:xfrm>
            <a:off x="10574442" y="3024140"/>
            <a:ext cx="241541" cy="3990466"/>
          </a:xfrm>
          <a:custGeom>
            <a:avLst/>
            <a:gdLst>
              <a:gd name="connsiteX0" fmla="*/ 167779 w 241541"/>
              <a:gd name="connsiteY0" fmla="*/ 9490 h 3990466"/>
              <a:gd name="connsiteX1" fmla="*/ 241541 w 241541"/>
              <a:gd name="connsiteY1" fmla="*/ 120770 h 3990466"/>
              <a:gd name="connsiteX2" fmla="*/ 241540 w 241541"/>
              <a:gd name="connsiteY2" fmla="*/ 3990466 h 3990466"/>
              <a:gd name="connsiteX3" fmla="*/ 0 w 241541"/>
              <a:gd name="connsiteY3" fmla="*/ 3904289 h 3990466"/>
              <a:gd name="connsiteX4" fmla="*/ 0 w 241541"/>
              <a:gd name="connsiteY4" fmla="*/ 120770 h 3990466"/>
              <a:gd name="connsiteX5" fmla="*/ 120771 w 241541"/>
              <a:gd name="connsiteY5" fmla="*/ 0 h 3990466"/>
              <a:gd name="connsiteX6" fmla="*/ 167779 w 241541"/>
              <a:gd name="connsiteY6" fmla="*/ 9490 h 3990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1" h="3990466">
                <a:moveTo>
                  <a:pt x="167779" y="9490"/>
                </a:moveTo>
                <a:cubicBezTo>
                  <a:pt x="211126" y="27826"/>
                  <a:pt x="241541" y="70745"/>
                  <a:pt x="241541" y="120770"/>
                </a:cubicBezTo>
                <a:lnTo>
                  <a:pt x="241540" y="3990466"/>
                </a:lnTo>
                <a:lnTo>
                  <a:pt x="0" y="3904289"/>
                </a:lnTo>
                <a:lnTo>
                  <a:pt x="0" y="120770"/>
                </a:lnTo>
                <a:cubicBezTo>
                  <a:pt x="0" y="54071"/>
                  <a:pt x="54071" y="0"/>
                  <a:pt x="120771" y="0"/>
                </a:cubicBezTo>
                <a:cubicBezTo>
                  <a:pt x="137445" y="0"/>
                  <a:pt x="153330" y="3380"/>
                  <a:pt x="167779" y="949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CE477BBC-6933-4E55-B25D-F32CBFBFF1AA}"/>
              </a:ext>
            </a:extLst>
          </p:cNvPr>
          <p:cNvSpPr/>
          <p:nvPr/>
        </p:nvSpPr>
        <p:spPr>
          <a:xfrm>
            <a:off x="10294760" y="3672197"/>
            <a:ext cx="241541" cy="3323003"/>
          </a:xfrm>
          <a:custGeom>
            <a:avLst/>
            <a:gdLst>
              <a:gd name="connsiteX0" fmla="*/ 167779 w 241541"/>
              <a:gd name="connsiteY0" fmla="*/ 9491 h 3323003"/>
              <a:gd name="connsiteX1" fmla="*/ 241541 w 241541"/>
              <a:gd name="connsiteY1" fmla="*/ 120770 h 3323003"/>
              <a:gd name="connsiteX2" fmla="*/ 241540 w 241541"/>
              <a:gd name="connsiteY2" fmla="*/ 3323003 h 3323003"/>
              <a:gd name="connsiteX3" fmla="*/ 1 w 241541"/>
              <a:gd name="connsiteY3" fmla="*/ 3236826 h 3323003"/>
              <a:gd name="connsiteX4" fmla="*/ 0 w 241541"/>
              <a:gd name="connsiteY4" fmla="*/ 120771 h 3323003"/>
              <a:gd name="connsiteX5" fmla="*/ 120771 w 241541"/>
              <a:gd name="connsiteY5" fmla="*/ 1 h 3323003"/>
              <a:gd name="connsiteX6" fmla="*/ 167779 w 241541"/>
              <a:gd name="connsiteY6" fmla="*/ 9491 h 3323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1" h="3323003">
                <a:moveTo>
                  <a:pt x="167779" y="9491"/>
                </a:moveTo>
                <a:cubicBezTo>
                  <a:pt x="211125" y="27825"/>
                  <a:pt x="241540" y="70746"/>
                  <a:pt x="241541" y="120770"/>
                </a:cubicBezTo>
                <a:lnTo>
                  <a:pt x="241540" y="3323003"/>
                </a:lnTo>
                <a:lnTo>
                  <a:pt x="1" y="3236826"/>
                </a:lnTo>
                <a:lnTo>
                  <a:pt x="0" y="120771"/>
                </a:lnTo>
                <a:cubicBezTo>
                  <a:pt x="0" y="54072"/>
                  <a:pt x="54071" y="1"/>
                  <a:pt x="120771" y="1"/>
                </a:cubicBezTo>
                <a:cubicBezTo>
                  <a:pt x="137445" y="0"/>
                  <a:pt x="153330" y="3380"/>
                  <a:pt x="167779" y="949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65B646B6-B850-4895-86EF-6E21BD4C02B8}"/>
              </a:ext>
            </a:extLst>
          </p:cNvPr>
          <p:cNvSpPr/>
          <p:nvPr/>
        </p:nvSpPr>
        <p:spPr>
          <a:xfrm>
            <a:off x="10031551" y="4320253"/>
            <a:ext cx="241540" cy="2655540"/>
          </a:xfrm>
          <a:custGeom>
            <a:avLst/>
            <a:gdLst>
              <a:gd name="connsiteX0" fmla="*/ 167778 w 241540"/>
              <a:gd name="connsiteY0" fmla="*/ 9491 h 2655540"/>
              <a:gd name="connsiteX1" fmla="*/ 241540 w 241540"/>
              <a:gd name="connsiteY1" fmla="*/ 120770 h 2655540"/>
              <a:gd name="connsiteX2" fmla="*/ 241539 w 241540"/>
              <a:gd name="connsiteY2" fmla="*/ 2655540 h 2655540"/>
              <a:gd name="connsiteX3" fmla="*/ 0 w 241540"/>
              <a:gd name="connsiteY3" fmla="*/ 2569363 h 2655540"/>
              <a:gd name="connsiteX4" fmla="*/ 0 w 241540"/>
              <a:gd name="connsiteY4" fmla="*/ 120771 h 2655540"/>
              <a:gd name="connsiteX5" fmla="*/ 120770 w 241540"/>
              <a:gd name="connsiteY5" fmla="*/ 0 h 2655540"/>
              <a:gd name="connsiteX6" fmla="*/ 167778 w 241540"/>
              <a:gd name="connsiteY6" fmla="*/ 9491 h 265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0" h="2655540">
                <a:moveTo>
                  <a:pt x="167778" y="9491"/>
                </a:moveTo>
                <a:cubicBezTo>
                  <a:pt x="211125" y="27825"/>
                  <a:pt x="241540" y="70746"/>
                  <a:pt x="241540" y="120770"/>
                </a:cubicBezTo>
                <a:lnTo>
                  <a:pt x="241539" y="2655540"/>
                </a:lnTo>
                <a:lnTo>
                  <a:pt x="0" y="2569363"/>
                </a:lnTo>
                <a:lnTo>
                  <a:pt x="0" y="120771"/>
                </a:lnTo>
                <a:cubicBezTo>
                  <a:pt x="0" y="54071"/>
                  <a:pt x="54071" y="0"/>
                  <a:pt x="120770" y="0"/>
                </a:cubicBezTo>
                <a:cubicBezTo>
                  <a:pt x="137445" y="0"/>
                  <a:pt x="153330" y="3379"/>
                  <a:pt x="167778" y="949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B4C1D704-5B21-4E7C-ACC9-5717377AB7ED}"/>
              </a:ext>
            </a:extLst>
          </p:cNvPr>
          <p:cNvSpPr/>
          <p:nvPr/>
        </p:nvSpPr>
        <p:spPr>
          <a:xfrm>
            <a:off x="9733672" y="4952050"/>
            <a:ext cx="241540" cy="2004823"/>
          </a:xfrm>
          <a:custGeom>
            <a:avLst/>
            <a:gdLst>
              <a:gd name="connsiteX0" fmla="*/ 167778 w 241540"/>
              <a:gd name="connsiteY0" fmla="*/ 9490 h 2004823"/>
              <a:gd name="connsiteX1" fmla="*/ 241540 w 241540"/>
              <a:gd name="connsiteY1" fmla="*/ 120770 h 2004823"/>
              <a:gd name="connsiteX2" fmla="*/ 241540 w 241540"/>
              <a:gd name="connsiteY2" fmla="*/ 2004823 h 2004823"/>
              <a:gd name="connsiteX3" fmla="*/ 0 w 241540"/>
              <a:gd name="connsiteY3" fmla="*/ 1918646 h 2004823"/>
              <a:gd name="connsiteX4" fmla="*/ 0 w 241540"/>
              <a:gd name="connsiteY4" fmla="*/ 120769 h 2004823"/>
              <a:gd name="connsiteX5" fmla="*/ 120770 w 241540"/>
              <a:gd name="connsiteY5" fmla="*/ 0 h 2004823"/>
              <a:gd name="connsiteX6" fmla="*/ 167778 w 241540"/>
              <a:gd name="connsiteY6" fmla="*/ 9490 h 2004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0" h="2004823">
                <a:moveTo>
                  <a:pt x="167778" y="9490"/>
                </a:moveTo>
                <a:cubicBezTo>
                  <a:pt x="211125" y="27826"/>
                  <a:pt x="241540" y="70745"/>
                  <a:pt x="241540" y="120770"/>
                </a:cubicBezTo>
                <a:lnTo>
                  <a:pt x="241540" y="2004823"/>
                </a:lnTo>
                <a:lnTo>
                  <a:pt x="0" y="1918646"/>
                </a:lnTo>
                <a:lnTo>
                  <a:pt x="0" y="120769"/>
                </a:lnTo>
                <a:cubicBezTo>
                  <a:pt x="0" y="54070"/>
                  <a:pt x="54071" y="0"/>
                  <a:pt x="120770" y="0"/>
                </a:cubicBezTo>
                <a:cubicBezTo>
                  <a:pt x="137446" y="0"/>
                  <a:pt x="153330" y="3379"/>
                  <a:pt x="167778" y="949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A1B09B79-7A54-4E3F-AE47-F0DDE26FE67F}"/>
              </a:ext>
            </a:extLst>
          </p:cNvPr>
          <p:cNvSpPr/>
          <p:nvPr/>
        </p:nvSpPr>
        <p:spPr>
          <a:xfrm>
            <a:off x="9410727" y="5571276"/>
            <a:ext cx="241541" cy="1367054"/>
          </a:xfrm>
          <a:custGeom>
            <a:avLst/>
            <a:gdLst>
              <a:gd name="connsiteX0" fmla="*/ 167780 w 241541"/>
              <a:gd name="connsiteY0" fmla="*/ 9493 h 1367054"/>
              <a:gd name="connsiteX1" fmla="*/ 241541 w 241541"/>
              <a:gd name="connsiteY1" fmla="*/ 120771 h 1367054"/>
              <a:gd name="connsiteX2" fmla="*/ 241540 w 241541"/>
              <a:gd name="connsiteY2" fmla="*/ 1367054 h 1367054"/>
              <a:gd name="connsiteX3" fmla="*/ 1 w 241541"/>
              <a:gd name="connsiteY3" fmla="*/ 1280878 h 1367054"/>
              <a:gd name="connsiteX4" fmla="*/ 1 w 241541"/>
              <a:gd name="connsiteY4" fmla="*/ 120770 h 1367054"/>
              <a:gd name="connsiteX5" fmla="*/ 120771 w 241541"/>
              <a:gd name="connsiteY5" fmla="*/ 0 h 1367054"/>
              <a:gd name="connsiteX6" fmla="*/ 167780 w 241541"/>
              <a:gd name="connsiteY6" fmla="*/ 9493 h 1367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1" h="1367054">
                <a:moveTo>
                  <a:pt x="167780" y="9493"/>
                </a:moveTo>
                <a:cubicBezTo>
                  <a:pt x="211126" y="27825"/>
                  <a:pt x="241541" y="70746"/>
                  <a:pt x="241541" y="120771"/>
                </a:cubicBezTo>
                <a:lnTo>
                  <a:pt x="241540" y="1367054"/>
                </a:lnTo>
                <a:lnTo>
                  <a:pt x="1" y="1280878"/>
                </a:lnTo>
                <a:lnTo>
                  <a:pt x="1" y="120770"/>
                </a:lnTo>
                <a:cubicBezTo>
                  <a:pt x="0" y="54071"/>
                  <a:pt x="54072" y="1"/>
                  <a:pt x="120771" y="0"/>
                </a:cubicBezTo>
                <a:cubicBezTo>
                  <a:pt x="137446" y="2"/>
                  <a:pt x="153331" y="3380"/>
                  <a:pt x="167780" y="9493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59FF4303-79E0-43D6-9FF4-3EEFD113445B}"/>
              </a:ext>
            </a:extLst>
          </p:cNvPr>
          <p:cNvSpPr/>
          <p:nvPr/>
        </p:nvSpPr>
        <p:spPr>
          <a:xfrm>
            <a:off x="9097940" y="5933567"/>
            <a:ext cx="241541" cy="993915"/>
          </a:xfrm>
          <a:custGeom>
            <a:avLst/>
            <a:gdLst>
              <a:gd name="connsiteX0" fmla="*/ 167779 w 241541"/>
              <a:gd name="connsiteY0" fmla="*/ 9492 h 993915"/>
              <a:gd name="connsiteX1" fmla="*/ 241540 w 241541"/>
              <a:gd name="connsiteY1" fmla="*/ 120770 h 993915"/>
              <a:gd name="connsiteX2" fmla="*/ 241541 w 241541"/>
              <a:gd name="connsiteY2" fmla="*/ 993915 h 993915"/>
              <a:gd name="connsiteX3" fmla="*/ 0 w 241541"/>
              <a:gd name="connsiteY3" fmla="*/ 907737 h 993915"/>
              <a:gd name="connsiteX4" fmla="*/ 0 w 241541"/>
              <a:gd name="connsiteY4" fmla="*/ 120769 h 993915"/>
              <a:gd name="connsiteX5" fmla="*/ 120770 w 241541"/>
              <a:gd name="connsiteY5" fmla="*/ 0 h 993915"/>
              <a:gd name="connsiteX6" fmla="*/ 167779 w 241541"/>
              <a:gd name="connsiteY6" fmla="*/ 9492 h 993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1" h="993915">
                <a:moveTo>
                  <a:pt x="167779" y="9492"/>
                </a:moveTo>
                <a:cubicBezTo>
                  <a:pt x="211126" y="27825"/>
                  <a:pt x="241541" y="70745"/>
                  <a:pt x="241540" y="120770"/>
                </a:cubicBezTo>
                <a:lnTo>
                  <a:pt x="241541" y="993915"/>
                </a:lnTo>
                <a:lnTo>
                  <a:pt x="0" y="907737"/>
                </a:lnTo>
                <a:lnTo>
                  <a:pt x="0" y="120769"/>
                </a:lnTo>
                <a:cubicBezTo>
                  <a:pt x="0" y="54070"/>
                  <a:pt x="54071" y="0"/>
                  <a:pt x="120770" y="0"/>
                </a:cubicBezTo>
                <a:cubicBezTo>
                  <a:pt x="137445" y="1"/>
                  <a:pt x="153330" y="3379"/>
                  <a:pt x="167779" y="94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96DFF75A-9E38-4843-8A6F-FB5DB87136CC}"/>
              </a:ext>
            </a:extLst>
          </p:cNvPr>
          <p:cNvSpPr/>
          <p:nvPr/>
        </p:nvSpPr>
        <p:spPr>
          <a:xfrm>
            <a:off x="8787310" y="6243179"/>
            <a:ext cx="241540" cy="675031"/>
          </a:xfrm>
          <a:custGeom>
            <a:avLst/>
            <a:gdLst>
              <a:gd name="connsiteX0" fmla="*/ 167779 w 241540"/>
              <a:gd name="connsiteY0" fmla="*/ 9492 h 675031"/>
              <a:gd name="connsiteX1" fmla="*/ 241540 w 241540"/>
              <a:gd name="connsiteY1" fmla="*/ 120772 h 675031"/>
              <a:gd name="connsiteX2" fmla="*/ 241539 w 241540"/>
              <a:gd name="connsiteY2" fmla="*/ 675031 h 675031"/>
              <a:gd name="connsiteX3" fmla="*/ 0 w 241540"/>
              <a:gd name="connsiteY3" fmla="*/ 588853 h 675031"/>
              <a:gd name="connsiteX4" fmla="*/ 0 w 241540"/>
              <a:gd name="connsiteY4" fmla="*/ 120770 h 675031"/>
              <a:gd name="connsiteX5" fmla="*/ 120770 w 241540"/>
              <a:gd name="connsiteY5" fmla="*/ 0 h 675031"/>
              <a:gd name="connsiteX6" fmla="*/ 167779 w 241540"/>
              <a:gd name="connsiteY6" fmla="*/ 9492 h 675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0" h="675031">
                <a:moveTo>
                  <a:pt x="167779" y="9492"/>
                </a:moveTo>
                <a:cubicBezTo>
                  <a:pt x="211125" y="27825"/>
                  <a:pt x="241540" y="70747"/>
                  <a:pt x="241540" y="120772"/>
                </a:cubicBezTo>
                <a:lnTo>
                  <a:pt x="241539" y="675031"/>
                </a:lnTo>
                <a:lnTo>
                  <a:pt x="0" y="588853"/>
                </a:lnTo>
                <a:lnTo>
                  <a:pt x="0" y="120770"/>
                </a:lnTo>
                <a:cubicBezTo>
                  <a:pt x="0" y="54071"/>
                  <a:pt x="54071" y="1"/>
                  <a:pt x="120770" y="0"/>
                </a:cubicBezTo>
                <a:cubicBezTo>
                  <a:pt x="137445" y="1"/>
                  <a:pt x="153329" y="3381"/>
                  <a:pt x="167779" y="94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840D4314-7148-4F1D-BCB5-2A2C1A0A2BEE}"/>
              </a:ext>
            </a:extLst>
          </p:cNvPr>
          <p:cNvSpPr/>
          <p:nvPr/>
        </p:nvSpPr>
        <p:spPr>
          <a:xfrm>
            <a:off x="8422044" y="6529779"/>
            <a:ext cx="241540" cy="379848"/>
          </a:xfrm>
          <a:custGeom>
            <a:avLst/>
            <a:gdLst>
              <a:gd name="connsiteX0" fmla="*/ 167780 w 241540"/>
              <a:gd name="connsiteY0" fmla="*/ 9491 h 379848"/>
              <a:gd name="connsiteX1" fmla="*/ 241540 w 241540"/>
              <a:gd name="connsiteY1" fmla="*/ 120770 h 379848"/>
              <a:gd name="connsiteX2" fmla="*/ 241540 w 241540"/>
              <a:gd name="connsiteY2" fmla="*/ 379848 h 379848"/>
              <a:gd name="connsiteX3" fmla="*/ 0 w 241540"/>
              <a:gd name="connsiteY3" fmla="*/ 293671 h 379848"/>
              <a:gd name="connsiteX4" fmla="*/ 0 w 241540"/>
              <a:gd name="connsiteY4" fmla="*/ 120769 h 379848"/>
              <a:gd name="connsiteX5" fmla="*/ 120771 w 241540"/>
              <a:gd name="connsiteY5" fmla="*/ 0 h 379848"/>
              <a:gd name="connsiteX6" fmla="*/ 167780 w 241540"/>
              <a:gd name="connsiteY6" fmla="*/ 9491 h 379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540" h="379848">
                <a:moveTo>
                  <a:pt x="167780" y="9491"/>
                </a:moveTo>
                <a:cubicBezTo>
                  <a:pt x="211126" y="27825"/>
                  <a:pt x="241540" y="70745"/>
                  <a:pt x="241540" y="120770"/>
                </a:cubicBezTo>
                <a:lnTo>
                  <a:pt x="241540" y="379848"/>
                </a:lnTo>
                <a:lnTo>
                  <a:pt x="0" y="293671"/>
                </a:lnTo>
                <a:lnTo>
                  <a:pt x="0" y="120769"/>
                </a:lnTo>
                <a:cubicBezTo>
                  <a:pt x="1" y="54071"/>
                  <a:pt x="54071" y="0"/>
                  <a:pt x="120771" y="0"/>
                </a:cubicBezTo>
                <a:cubicBezTo>
                  <a:pt x="137445" y="0"/>
                  <a:pt x="153330" y="3379"/>
                  <a:pt x="167780" y="949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60000">
                <a:srgbClr val="C00000"/>
              </a:gs>
              <a:gs pos="100000">
                <a:srgbClr val="FF000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B90DA52-C2A9-4B65-968C-E8247ED49F44}"/>
              </a:ext>
            </a:extLst>
          </p:cNvPr>
          <p:cNvSpPr/>
          <p:nvPr/>
        </p:nvSpPr>
        <p:spPr>
          <a:xfrm>
            <a:off x="538317" y="831262"/>
            <a:ext cx="2775119" cy="14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88685BF-CB2D-4322-9E12-CAB3FA68B46E}"/>
              </a:ext>
            </a:extLst>
          </p:cNvPr>
          <p:cNvSpPr txBox="1"/>
          <p:nvPr/>
        </p:nvSpPr>
        <p:spPr>
          <a:xfrm>
            <a:off x="538317" y="1162010"/>
            <a:ext cx="4903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每个应用层协议都是为了解决某一类特定应用问题；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本质上都是客户端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/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服务器通信方式；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563F510-0446-46D8-94C0-1FDD0EF0AE08}"/>
              </a:ext>
            </a:extLst>
          </p:cNvPr>
          <p:cNvSpPr txBox="1"/>
          <p:nvPr/>
        </p:nvSpPr>
        <p:spPr>
          <a:xfrm>
            <a:off x="538317" y="482874"/>
            <a:ext cx="2282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Application layer</a:t>
            </a:r>
            <a:endParaRPr lang="zh-CN" altLang="en-US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0948093-C732-4A4D-8FCE-326887FEF409}"/>
              </a:ext>
            </a:extLst>
          </p:cNvPr>
          <p:cNvSpPr/>
          <p:nvPr/>
        </p:nvSpPr>
        <p:spPr>
          <a:xfrm>
            <a:off x="538317" y="2949677"/>
            <a:ext cx="1644444" cy="164444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DNS</a:t>
            </a:r>
            <a:endParaRPr lang="zh-CN" altLang="en-US" sz="240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CB6C0793-2169-43B2-A6C2-B551420EDF7F}"/>
              </a:ext>
            </a:extLst>
          </p:cNvPr>
          <p:cNvSpPr/>
          <p:nvPr/>
        </p:nvSpPr>
        <p:spPr>
          <a:xfrm>
            <a:off x="2329782" y="2928770"/>
            <a:ext cx="1644444" cy="164444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HTTP</a:t>
            </a:r>
            <a:endParaRPr lang="zh-CN" altLang="en-US" sz="240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64E9130-FF82-4E15-8E26-95761302EAC7}"/>
              </a:ext>
            </a:extLst>
          </p:cNvPr>
          <p:cNvSpPr/>
          <p:nvPr/>
        </p:nvSpPr>
        <p:spPr>
          <a:xfrm>
            <a:off x="4121247" y="2949677"/>
            <a:ext cx="1644444" cy="164444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SMTP</a:t>
            </a:r>
            <a:endParaRPr lang="zh-CN" altLang="en-US" sz="240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E9016231-5EBB-4AB0-B004-A3BE48AFB755}"/>
              </a:ext>
            </a:extLst>
          </p:cNvPr>
          <p:cNvSpPr/>
          <p:nvPr/>
        </p:nvSpPr>
        <p:spPr>
          <a:xfrm>
            <a:off x="5912712" y="2928770"/>
            <a:ext cx="1644444" cy="164444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POP3</a:t>
            </a:r>
            <a:endParaRPr lang="zh-CN" altLang="en-US" sz="240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6F6D8D78-29C4-4BA5-9C81-44A10DC448E5}"/>
              </a:ext>
            </a:extLst>
          </p:cNvPr>
          <p:cNvSpPr/>
          <p:nvPr/>
        </p:nvSpPr>
        <p:spPr>
          <a:xfrm>
            <a:off x="7707189" y="2928053"/>
            <a:ext cx="1644444" cy="164444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DHCP</a:t>
            </a:r>
            <a:endParaRPr lang="zh-CN" altLang="en-US" sz="240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2A2F2BE2-DE9A-471A-A6C9-1D2B15D80877}"/>
              </a:ext>
            </a:extLst>
          </p:cNvPr>
          <p:cNvSpPr/>
          <p:nvPr/>
        </p:nvSpPr>
        <p:spPr>
          <a:xfrm>
            <a:off x="1436314" y="4450673"/>
            <a:ext cx="1644444" cy="164444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TELNET</a:t>
            </a:r>
            <a:endParaRPr lang="zh-CN" altLang="en-US" sz="240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5CBF71E7-6131-4C80-9360-8AC841CD0792}"/>
              </a:ext>
            </a:extLst>
          </p:cNvPr>
          <p:cNvSpPr/>
          <p:nvPr/>
        </p:nvSpPr>
        <p:spPr>
          <a:xfrm>
            <a:off x="3230791" y="4511944"/>
            <a:ext cx="1644444" cy="164444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MIME</a:t>
            </a:r>
            <a:endParaRPr lang="zh-CN" altLang="en-US" sz="240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DD951B87-D63A-4023-9024-F97B14689EC1}"/>
              </a:ext>
            </a:extLst>
          </p:cNvPr>
          <p:cNvSpPr/>
          <p:nvPr/>
        </p:nvSpPr>
        <p:spPr>
          <a:xfrm>
            <a:off x="5016625" y="4572497"/>
            <a:ext cx="1644444" cy="164444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FTP</a:t>
            </a:r>
            <a:endParaRPr lang="zh-CN" altLang="en-US" sz="240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EB0C70B0-BAEC-4D02-BDDF-EEBC651F1396}"/>
              </a:ext>
            </a:extLst>
          </p:cNvPr>
          <p:cNvSpPr/>
          <p:nvPr/>
        </p:nvSpPr>
        <p:spPr>
          <a:xfrm>
            <a:off x="6811319" y="4572139"/>
            <a:ext cx="1644444" cy="1644444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P2P</a:t>
            </a:r>
            <a:endParaRPr lang="zh-CN" altLang="en-US" sz="2400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840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94F030D4-C504-479E-AE95-79465E09686D}"/>
              </a:ext>
            </a:extLst>
          </p:cNvPr>
          <p:cNvSpPr txBox="1"/>
          <p:nvPr/>
        </p:nvSpPr>
        <p:spPr>
          <a:xfrm>
            <a:off x="404045" y="168737"/>
            <a:ext cx="33345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D</a:t>
            </a:r>
            <a:r>
              <a:rPr lang="en-US" altLang="zh-CN" sz="1600" spc="2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omain Name System</a:t>
            </a:r>
            <a:endParaRPr lang="zh-CN" altLang="en-US" sz="1600" spc="2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1F123C1-66C2-4955-89FD-D193676D7441}"/>
              </a:ext>
            </a:extLst>
          </p:cNvPr>
          <p:cNvSpPr txBox="1"/>
          <p:nvPr/>
        </p:nvSpPr>
        <p:spPr>
          <a:xfrm>
            <a:off x="1024951" y="463371"/>
            <a:ext cx="2646878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域名解析系统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2E55581-E2A7-4E26-A42F-D817FFB99BDC}"/>
              </a:ext>
            </a:extLst>
          </p:cNvPr>
          <p:cNvSpPr/>
          <p:nvPr/>
        </p:nvSpPr>
        <p:spPr>
          <a:xfrm>
            <a:off x="1108895" y="954996"/>
            <a:ext cx="2520000" cy="3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F167A4C-6416-47EE-A4F1-EC824588B48C}"/>
              </a:ext>
            </a:extLst>
          </p:cNvPr>
          <p:cNvSpPr txBox="1"/>
          <p:nvPr/>
        </p:nvSpPr>
        <p:spPr>
          <a:xfrm>
            <a:off x="1024951" y="1314450"/>
            <a:ext cx="83551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采用分布式数据库系统，将域名（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domain name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）和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IP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地址互相映射，便于访问互联网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E5A8B5-42F9-4ED4-9A87-E587CBA864B2}"/>
              </a:ext>
            </a:extLst>
          </p:cNvPr>
          <p:cNvSpPr/>
          <p:nvPr/>
        </p:nvSpPr>
        <p:spPr>
          <a:xfrm>
            <a:off x="1108895" y="1954798"/>
            <a:ext cx="3310705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域名结构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036FE09-8137-49D0-A8E1-9363D3CD89B9}"/>
              </a:ext>
            </a:extLst>
          </p:cNvPr>
          <p:cNvSpPr/>
          <p:nvPr/>
        </p:nvSpPr>
        <p:spPr>
          <a:xfrm>
            <a:off x="4638674" y="1954798"/>
            <a:ext cx="7540861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域名分类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64F6FB6-7664-4512-95FF-DD160E3BA593}"/>
              </a:ext>
            </a:extLst>
          </p:cNvPr>
          <p:cNvSpPr txBox="1"/>
          <p:nvPr/>
        </p:nvSpPr>
        <p:spPr>
          <a:xfrm>
            <a:off x="1024951" y="2469148"/>
            <a:ext cx="29354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逻辑概念，不代表物理位置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marL="285750" indent="-28575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由标号序列组成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marL="285750" indent="-28575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每个标号不超过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63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字符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marL="285750" indent="-28575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标号不区分大小写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marL="285750" indent="-28575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总长度不超过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255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个字符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0A4F49B-D6AD-4131-A487-5879B4C6CEAF}"/>
              </a:ext>
            </a:extLst>
          </p:cNvPr>
          <p:cNvSpPr txBox="1"/>
          <p:nvPr/>
        </p:nvSpPr>
        <p:spPr>
          <a:xfrm>
            <a:off x="4628290" y="2452271"/>
            <a:ext cx="673613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顶级域名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国家顶级域名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通用顶级域名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基础结构域名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marL="285750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二级域名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由国家自行制定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CNNIC-China Internet Network Information Center</a:t>
            </a:r>
          </a:p>
          <a:p>
            <a:pPr marL="742950" lvl="1" indent="-285750">
              <a:buClr>
                <a:schemeClr val="accent2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我国：类别域名、行政区域名（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34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个省、自治区、直辖市等）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C6D5E65-5030-45A6-A224-7C0A05B2E700}"/>
              </a:ext>
            </a:extLst>
          </p:cNvPr>
          <p:cNvSpPr txBox="1"/>
          <p:nvPr/>
        </p:nvSpPr>
        <p:spPr>
          <a:xfrm>
            <a:off x="1024951" y="3923467"/>
            <a:ext cx="25298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buClr>
                <a:schemeClr val="accent2">
                  <a:lumMod val="75000"/>
                </a:schemeClr>
              </a:buClr>
            </a:pP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www.gxljcollege.cn/</a:t>
            </a:r>
            <a:endParaRPr lang="zh-CN" altLang="en-US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91628DF-C1C8-42FF-A0BE-67FF2264323D}"/>
              </a:ext>
            </a:extLst>
          </p:cNvPr>
          <p:cNvCxnSpPr>
            <a:cxnSpLocks/>
          </p:cNvCxnSpPr>
          <p:nvPr/>
        </p:nvCxnSpPr>
        <p:spPr>
          <a:xfrm>
            <a:off x="6959104" y="2838450"/>
            <a:ext cx="842400" cy="3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ABFEA513-67C6-41CC-8D26-5435CAD583BE}"/>
              </a:ext>
            </a:extLst>
          </p:cNvPr>
          <p:cNvSpPr txBox="1"/>
          <p:nvPr/>
        </p:nvSpPr>
        <p:spPr>
          <a:xfrm>
            <a:off x="7800435" y="2688223"/>
            <a:ext cx="2803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 err="1">
                <a:latin typeface="Courier New" panose="02070309020205020404" pitchFamily="49" charset="0"/>
                <a:ea typeface="微软雅黑 Light" panose="020B0502040204020203" pitchFamily="34" charset="-122"/>
              </a:rPr>
              <a:t>cn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：中国；</a:t>
            </a:r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us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：美国；</a:t>
            </a:r>
            <a:r>
              <a:rPr lang="en-US" altLang="zh-CN" sz="1400" dirty="0" err="1">
                <a:latin typeface="Courier New" panose="02070309020205020404" pitchFamily="49" charset="0"/>
                <a:ea typeface="微软雅黑 Light" panose="020B0502040204020203" pitchFamily="34" charset="-122"/>
              </a:rPr>
              <a:t>uk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：英国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9225426E-A52D-4FE4-B2D8-26D907C9021B}"/>
              </a:ext>
            </a:extLst>
          </p:cNvPr>
          <p:cNvCxnSpPr>
            <a:cxnSpLocks/>
          </p:cNvCxnSpPr>
          <p:nvPr/>
        </p:nvCxnSpPr>
        <p:spPr>
          <a:xfrm>
            <a:off x="6959104" y="3091995"/>
            <a:ext cx="8413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B76AC91D-9875-4C74-8DB1-FB0A9BBBC73B}"/>
              </a:ext>
            </a:extLst>
          </p:cNvPr>
          <p:cNvSpPr txBox="1"/>
          <p:nvPr/>
        </p:nvSpPr>
        <p:spPr>
          <a:xfrm>
            <a:off x="7800435" y="2938106"/>
            <a:ext cx="4382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com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：公司；</a:t>
            </a:r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net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：网络服务机构；</a:t>
            </a:r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org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：非盈利机构</a:t>
            </a:r>
            <a:endParaRPr lang="en-US" altLang="zh-CN" sz="14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gov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：政府部门；</a:t>
            </a:r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mil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：军事部门；</a:t>
            </a:r>
            <a:r>
              <a:rPr lang="en-US" altLang="zh-CN" sz="1400" dirty="0" err="1">
                <a:latin typeface="Courier New" panose="02070309020205020404" pitchFamily="49" charset="0"/>
                <a:ea typeface="微软雅黑 Light" panose="020B0502040204020203" pitchFamily="34" charset="-122"/>
              </a:rPr>
              <a:t>edu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：教育机构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FB2C2A7-E3B9-4A5D-A517-4C18CD0BE603}"/>
              </a:ext>
            </a:extLst>
          </p:cNvPr>
          <p:cNvCxnSpPr>
            <a:cxnSpLocks/>
          </p:cNvCxnSpPr>
          <p:nvPr/>
        </p:nvCxnSpPr>
        <p:spPr>
          <a:xfrm>
            <a:off x="6467475" y="4429929"/>
            <a:ext cx="0" cy="108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76D708CB-E872-48C0-845A-A7BD1DE3E77E}"/>
              </a:ext>
            </a:extLst>
          </p:cNvPr>
          <p:cNvSpPr txBox="1"/>
          <p:nvPr/>
        </p:nvSpPr>
        <p:spPr>
          <a:xfrm>
            <a:off x="6145512" y="5534829"/>
            <a:ext cx="60340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ac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：科研机构；</a:t>
            </a:r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com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：工商金融；</a:t>
            </a:r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net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：网络服务机构；</a:t>
            </a:r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org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：非盈利组织</a:t>
            </a:r>
            <a:endParaRPr lang="en-US" altLang="zh-CN" sz="14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gov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：政府机构；</a:t>
            </a:r>
            <a:r>
              <a:rPr lang="en-US" altLang="zh-CN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mil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：国防机构；</a:t>
            </a:r>
            <a:r>
              <a:rPr lang="en-US" altLang="zh-CN" sz="1400" dirty="0" err="1">
                <a:latin typeface="Courier New" panose="02070309020205020404" pitchFamily="49" charset="0"/>
                <a:ea typeface="微软雅黑 Light" panose="020B0502040204020203" pitchFamily="34" charset="-122"/>
              </a:rPr>
              <a:t>edu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：中国教育机构</a:t>
            </a: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0BAB08C5-9A51-4595-985A-AF36E077AB24}"/>
              </a:ext>
            </a:extLst>
          </p:cNvPr>
          <p:cNvCxnSpPr>
            <a:cxnSpLocks/>
          </p:cNvCxnSpPr>
          <p:nvPr/>
        </p:nvCxnSpPr>
        <p:spPr>
          <a:xfrm>
            <a:off x="7620000" y="4429929"/>
            <a:ext cx="0" cy="46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7B52A671-01BB-4188-BA97-6E04E5F5ED72}"/>
              </a:ext>
            </a:extLst>
          </p:cNvPr>
          <p:cNvSpPr txBox="1"/>
          <p:nvPr/>
        </p:nvSpPr>
        <p:spPr>
          <a:xfrm>
            <a:off x="7317087" y="4887933"/>
            <a:ext cx="2803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400" dirty="0" err="1">
                <a:latin typeface="Courier New" panose="02070309020205020404" pitchFamily="49" charset="0"/>
                <a:ea typeface="微软雅黑 Light" panose="020B0502040204020203" pitchFamily="34" charset="-122"/>
              </a:rPr>
              <a:t>bj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：北京；</a:t>
            </a:r>
            <a:r>
              <a:rPr lang="en-US" altLang="zh-CN" sz="1400" dirty="0" err="1">
                <a:latin typeface="Courier New" panose="02070309020205020404" pitchFamily="49" charset="0"/>
                <a:ea typeface="微软雅黑 Light" panose="020B0502040204020203" pitchFamily="34" charset="-122"/>
              </a:rPr>
              <a:t>js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：江苏；</a:t>
            </a:r>
            <a:r>
              <a:rPr lang="en-US" altLang="zh-CN" sz="1400" dirty="0" err="1">
                <a:latin typeface="Courier New" panose="02070309020205020404" pitchFamily="49" charset="0"/>
                <a:ea typeface="微软雅黑 Light" panose="020B0502040204020203" pitchFamily="34" charset="-122"/>
              </a:rPr>
              <a:t>sh</a:t>
            </a:r>
            <a:r>
              <a:rPr lang="zh-CN" altLang="en-US" sz="14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：上海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78E940F-6887-44F0-A3F3-8BF62B78B528}"/>
              </a:ext>
            </a:extLst>
          </p:cNvPr>
          <p:cNvSpPr/>
          <p:nvPr/>
        </p:nvSpPr>
        <p:spPr>
          <a:xfrm>
            <a:off x="7379769" y="4904829"/>
            <a:ext cx="2592000" cy="3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256B5BF-BBF0-49CB-8742-DD3E82E807E6}"/>
              </a:ext>
            </a:extLst>
          </p:cNvPr>
          <p:cNvSpPr/>
          <p:nvPr/>
        </p:nvSpPr>
        <p:spPr>
          <a:xfrm>
            <a:off x="6145512" y="5507550"/>
            <a:ext cx="6012000" cy="36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981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94F030D4-C504-479E-AE95-79465E09686D}"/>
              </a:ext>
            </a:extLst>
          </p:cNvPr>
          <p:cNvSpPr txBox="1"/>
          <p:nvPr/>
        </p:nvSpPr>
        <p:spPr>
          <a:xfrm>
            <a:off x="404045" y="168737"/>
            <a:ext cx="33345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D</a:t>
            </a:r>
            <a:r>
              <a:rPr lang="en-US" altLang="zh-CN" sz="1600" spc="2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omain Name Server</a:t>
            </a:r>
            <a:endParaRPr lang="zh-CN" altLang="en-US" sz="1600" spc="2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1F123C1-66C2-4955-89FD-D193676D7441}"/>
              </a:ext>
            </a:extLst>
          </p:cNvPr>
          <p:cNvSpPr txBox="1"/>
          <p:nvPr/>
        </p:nvSpPr>
        <p:spPr>
          <a:xfrm>
            <a:off x="1024951" y="463371"/>
            <a:ext cx="2813591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3200" spc="9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域名服务器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2E55581-E2A7-4E26-A42F-D817FFB99BDC}"/>
              </a:ext>
            </a:extLst>
          </p:cNvPr>
          <p:cNvSpPr/>
          <p:nvPr/>
        </p:nvSpPr>
        <p:spPr>
          <a:xfrm>
            <a:off x="1108895" y="954996"/>
            <a:ext cx="2520000" cy="3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E5A8B5-42F9-4ED4-9A87-E587CBA864B2}"/>
              </a:ext>
            </a:extLst>
          </p:cNvPr>
          <p:cNvSpPr/>
          <p:nvPr/>
        </p:nvSpPr>
        <p:spPr>
          <a:xfrm>
            <a:off x="1108895" y="1402348"/>
            <a:ext cx="3310705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根域名服务器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EE675C9-4500-425D-9280-18098FBC798E}"/>
              </a:ext>
            </a:extLst>
          </p:cNvPr>
          <p:cNvSpPr/>
          <p:nvPr/>
        </p:nvSpPr>
        <p:spPr>
          <a:xfrm>
            <a:off x="1108895" y="3139147"/>
            <a:ext cx="3310705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顶级域名服务器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1034A1F-5207-404F-B8A4-3BD96211C107}"/>
              </a:ext>
            </a:extLst>
          </p:cNvPr>
          <p:cNvSpPr/>
          <p:nvPr/>
        </p:nvSpPr>
        <p:spPr>
          <a:xfrm>
            <a:off x="1108895" y="3694846"/>
            <a:ext cx="3310705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权限域名服务器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23DA180-8654-42E5-843B-401745735C3C}"/>
              </a:ext>
            </a:extLst>
          </p:cNvPr>
          <p:cNvSpPr/>
          <p:nvPr/>
        </p:nvSpPr>
        <p:spPr>
          <a:xfrm>
            <a:off x="1108894" y="4221970"/>
            <a:ext cx="3310705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本地域名服务器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7959CFB-0754-4A82-8377-FFE95CF89BA2}"/>
              </a:ext>
            </a:extLst>
          </p:cNvPr>
          <p:cNvSpPr txBox="1"/>
          <p:nvPr/>
        </p:nvSpPr>
        <p:spPr>
          <a:xfrm>
            <a:off x="4419599" y="4081112"/>
            <a:ext cx="2282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local name server</a:t>
            </a:r>
            <a:endParaRPr lang="zh-CN" altLang="en-US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1D66F54-FC23-4AD4-9060-02BFD4842564}"/>
              </a:ext>
            </a:extLst>
          </p:cNvPr>
          <p:cNvSpPr txBox="1"/>
          <p:nvPr/>
        </p:nvSpPr>
        <p:spPr>
          <a:xfrm>
            <a:off x="4419599" y="3587319"/>
            <a:ext cx="3270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authoritative name server</a:t>
            </a:r>
            <a:endParaRPr lang="zh-CN" altLang="en-US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C96B1EF-1E06-421A-857D-211FABC45EA7}"/>
              </a:ext>
            </a:extLst>
          </p:cNvPr>
          <p:cNvSpPr txBox="1"/>
          <p:nvPr/>
        </p:nvSpPr>
        <p:spPr>
          <a:xfrm>
            <a:off x="4419599" y="3048266"/>
            <a:ext cx="27350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TLD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：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top lever domain</a:t>
            </a:r>
            <a:endParaRPr lang="zh-CN" altLang="en-US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CCE682-26C5-4320-91C2-34F8A6BD336E}"/>
              </a:ext>
            </a:extLst>
          </p:cNvPr>
          <p:cNvSpPr txBox="1"/>
          <p:nvPr/>
        </p:nvSpPr>
        <p:spPr>
          <a:xfrm>
            <a:off x="1024951" y="1846378"/>
            <a:ext cx="61766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共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13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个域名；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区域不均衡；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知道所有顶级域名服务器的域名和对应的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IP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地址；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并不直接解析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IP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地址，而是告诉对方应该找哪个顶级域名服务器；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AD874C1-75E9-4300-8FF0-635C7971E4D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419600" y="1571625"/>
            <a:ext cx="736282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6910C495-890C-423F-B428-CF5FE217391E}"/>
              </a:ext>
            </a:extLst>
          </p:cNvPr>
          <p:cNvSpPr txBox="1"/>
          <p:nvPr/>
        </p:nvSpPr>
        <p:spPr>
          <a:xfrm>
            <a:off x="4419599" y="1285809"/>
            <a:ext cx="2159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root name server</a:t>
            </a:r>
            <a:endParaRPr lang="zh-CN" altLang="en-US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CABA0F15-C009-49CF-8484-312208AD07AF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4419600" y="3288384"/>
            <a:ext cx="7362825" cy="2004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A11722C-D2BD-486F-94E4-8C52A9DC5284}"/>
              </a:ext>
            </a:extLst>
          </p:cNvPr>
          <p:cNvCxnSpPr>
            <a:stCxn id="22" idx="3"/>
          </p:cNvCxnSpPr>
          <p:nvPr/>
        </p:nvCxnSpPr>
        <p:spPr>
          <a:xfrm flipV="1">
            <a:off x="4419600" y="3862675"/>
            <a:ext cx="7362825" cy="144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2DCB807-4314-4017-BD84-382ECF27504C}"/>
              </a:ext>
            </a:extLst>
          </p:cNvPr>
          <p:cNvCxnSpPr>
            <a:stCxn id="23" idx="3"/>
          </p:cNvCxnSpPr>
          <p:nvPr/>
        </p:nvCxnSpPr>
        <p:spPr>
          <a:xfrm flipV="1">
            <a:off x="4419599" y="4389074"/>
            <a:ext cx="7362826" cy="2173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72584982-9DEB-4F26-9F11-A5565FC53967}"/>
              </a:ext>
            </a:extLst>
          </p:cNvPr>
          <p:cNvSpPr txBox="1"/>
          <p:nvPr/>
        </p:nvSpPr>
        <p:spPr>
          <a:xfrm>
            <a:off x="1108894" y="4623888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也称默认域名服务器；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距离用户较近；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DBD0628-D5CE-45EF-88DB-C2E94BCBB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7795" y="704470"/>
            <a:ext cx="4363059" cy="54490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3372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94F030D4-C504-479E-AE95-79465E09686D}"/>
              </a:ext>
            </a:extLst>
          </p:cNvPr>
          <p:cNvSpPr txBox="1"/>
          <p:nvPr/>
        </p:nvSpPr>
        <p:spPr>
          <a:xfrm>
            <a:off x="404045" y="168737"/>
            <a:ext cx="34836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D</a:t>
            </a:r>
            <a:r>
              <a:rPr lang="en-US" altLang="zh-CN" sz="1600" spc="2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omain Name resolve</a:t>
            </a:r>
            <a:endParaRPr lang="zh-CN" altLang="en-US" sz="1600" spc="2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1F123C1-66C2-4955-89FD-D193676D7441}"/>
              </a:ext>
            </a:extLst>
          </p:cNvPr>
          <p:cNvSpPr txBox="1"/>
          <p:nvPr/>
        </p:nvSpPr>
        <p:spPr>
          <a:xfrm>
            <a:off x="1024951" y="463371"/>
            <a:ext cx="2877711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/>
            <a:r>
              <a:rPr lang="zh-CN" altLang="en-US" sz="32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域名解析过程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2E55581-E2A7-4E26-A42F-D817FFB99BDC}"/>
              </a:ext>
            </a:extLst>
          </p:cNvPr>
          <p:cNvSpPr/>
          <p:nvPr/>
        </p:nvSpPr>
        <p:spPr>
          <a:xfrm>
            <a:off x="1108895" y="954996"/>
            <a:ext cx="2628000" cy="3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5E5A8B5-42F9-4ED4-9A87-E587CBA864B2}"/>
              </a:ext>
            </a:extLst>
          </p:cNvPr>
          <p:cNvSpPr/>
          <p:nvPr/>
        </p:nvSpPr>
        <p:spPr>
          <a:xfrm>
            <a:off x="1108895" y="1402348"/>
            <a:ext cx="4025080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递归查询 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 Recursion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8A84652-C6D1-49C6-91D8-9689A8532435}"/>
              </a:ext>
            </a:extLst>
          </p:cNvPr>
          <p:cNvSpPr/>
          <p:nvPr/>
        </p:nvSpPr>
        <p:spPr>
          <a:xfrm>
            <a:off x="7058025" y="1402348"/>
            <a:ext cx="4025080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迭代查询 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/ Iteration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49F42594-01F8-4A5B-911C-52F50B523291}"/>
              </a:ext>
            </a:extLst>
          </p:cNvPr>
          <p:cNvGrpSpPr/>
          <p:nvPr/>
        </p:nvGrpSpPr>
        <p:grpSpPr>
          <a:xfrm>
            <a:off x="1003726" y="2095104"/>
            <a:ext cx="3897900" cy="4000071"/>
            <a:chOff x="1003726" y="2095104"/>
            <a:chExt cx="3897900" cy="4000071"/>
          </a:xfrm>
        </p:grpSpPr>
        <p:pic>
          <p:nvPicPr>
            <p:cNvPr id="6" name="图形 5" descr="遥控">
              <a:extLst>
                <a:ext uri="{FF2B5EF4-FFF2-40B4-BE49-F238E27FC236}">
                  <a16:creationId xmlns:a16="http://schemas.microsoft.com/office/drawing/2014/main" id="{E85C2906-D6A7-4D83-BE66-7D1AE04DB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951" y="2095104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" name="图形 7" descr="监视器">
              <a:extLst>
                <a:ext uri="{FF2B5EF4-FFF2-40B4-BE49-F238E27FC236}">
                  <a16:creationId xmlns:a16="http://schemas.microsoft.com/office/drawing/2014/main" id="{1007E179-8FFA-4C03-A8FD-66A387D191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30151" y="5591175"/>
              <a:ext cx="504000" cy="504000"/>
            </a:xfrm>
            <a:prstGeom prst="rect">
              <a:avLst/>
            </a:prstGeom>
          </p:spPr>
        </p:pic>
        <p:pic>
          <p:nvPicPr>
            <p:cNvPr id="31" name="图形 30" descr="遥控">
              <a:extLst>
                <a:ext uri="{FF2B5EF4-FFF2-40B4-BE49-F238E27FC236}">
                  <a16:creationId xmlns:a16="http://schemas.microsoft.com/office/drawing/2014/main" id="{2B948A06-A85E-4A56-AA93-3CA22BCA9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87226" y="2095104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2" name="图形 31" descr="遥控">
              <a:extLst>
                <a:ext uri="{FF2B5EF4-FFF2-40B4-BE49-F238E27FC236}">
                  <a16:creationId xmlns:a16="http://schemas.microsoft.com/office/drawing/2014/main" id="{37873CED-4734-4396-82B5-8BF9864DD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951" y="3795118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3" name="图形 32" descr="遥控">
              <a:extLst>
                <a:ext uri="{FF2B5EF4-FFF2-40B4-BE49-F238E27FC236}">
                  <a16:creationId xmlns:a16="http://schemas.microsoft.com/office/drawing/2014/main" id="{0B9AC9E7-BCDD-4539-B295-013FB7339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87226" y="3795118"/>
              <a:ext cx="914400" cy="9144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58981CA3-21BA-482A-9479-486E0DE87C68}"/>
                </a:ext>
              </a:extLst>
            </p:cNvPr>
            <p:cNvCxnSpPr>
              <a:stCxn id="8" idx="0"/>
              <a:endCxn id="32" idx="2"/>
            </p:cNvCxnSpPr>
            <p:nvPr/>
          </p:nvCxnSpPr>
          <p:spPr>
            <a:xfrm flipV="1">
              <a:off x="1482151" y="4709518"/>
              <a:ext cx="0" cy="881657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316C13EE-F21F-483D-BFEF-DCEA7C4F636C}"/>
                </a:ext>
              </a:extLst>
            </p:cNvPr>
            <p:cNvCxnSpPr>
              <a:stCxn id="32" idx="0"/>
              <a:endCxn id="6" idx="2"/>
            </p:cNvCxnSpPr>
            <p:nvPr/>
          </p:nvCxnSpPr>
          <p:spPr>
            <a:xfrm flipV="1">
              <a:off x="1482151" y="3009504"/>
              <a:ext cx="0" cy="785614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ED6543E0-F956-419C-96BF-23B43CF3820F}"/>
                </a:ext>
              </a:extLst>
            </p:cNvPr>
            <p:cNvCxnSpPr>
              <a:stCxn id="6" idx="3"/>
              <a:endCxn id="31" idx="1"/>
            </p:cNvCxnSpPr>
            <p:nvPr/>
          </p:nvCxnSpPr>
          <p:spPr>
            <a:xfrm>
              <a:off x="1939351" y="2552304"/>
              <a:ext cx="2047875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210A80D3-403F-41FF-B007-82B4770010B7}"/>
                </a:ext>
              </a:extLst>
            </p:cNvPr>
            <p:cNvCxnSpPr>
              <a:stCxn id="31" idx="2"/>
              <a:endCxn id="33" idx="0"/>
            </p:cNvCxnSpPr>
            <p:nvPr/>
          </p:nvCxnSpPr>
          <p:spPr>
            <a:xfrm>
              <a:off x="4444426" y="3009504"/>
              <a:ext cx="0" cy="785614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FA6CF2F2-90A0-4576-B4D4-4ABD5578D34F}"/>
                </a:ext>
              </a:extLst>
            </p:cNvPr>
            <p:cNvCxnSpPr/>
            <p:nvPr/>
          </p:nvCxnSpPr>
          <p:spPr>
            <a:xfrm flipV="1">
              <a:off x="4333875" y="3009899"/>
              <a:ext cx="0" cy="72000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44C594AD-DB7E-48D0-A876-4C35DE29ED22}"/>
                </a:ext>
              </a:extLst>
            </p:cNvPr>
            <p:cNvCxnSpPr/>
            <p:nvPr/>
          </p:nvCxnSpPr>
          <p:spPr>
            <a:xfrm flipH="1">
              <a:off x="1939351" y="2667000"/>
              <a:ext cx="1963311" cy="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89020341-FB15-4AB6-87D7-07FA068A87FF}"/>
                </a:ext>
              </a:extLst>
            </p:cNvPr>
            <p:cNvCxnSpPr>
              <a:cxnSpLocks/>
            </p:cNvCxnSpPr>
            <p:nvPr/>
          </p:nvCxnSpPr>
          <p:spPr>
            <a:xfrm>
              <a:off x="1586926" y="3076574"/>
              <a:ext cx="0" cy="68400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5F8EF43C-5AA3-40C5-9B89-43A22675F1A4}"/>
                </a:ext>
              </a:extLst>
            </p:cNvPr>
            <p:cNvCxnSpPr>
              <a:cxnSpLocks/>
            </p:cNvCxnSpPr>
            <p:nvPr/>
          </p:nvCxnSpPr>
          <p:spPr>
            <a:xfrm>
              <a:off x="1586926" y="4795243"/>
              <a:ext cx="0" cy="720000"/>
            </a:xfrm>
            <a:prstGeom prst="straightConnector1">
              <a:avLst/>
            </a:prstGeom>
            <a:ln w="1905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FE5548B0-BE0E-458F-A178-99C4B9D94067}"/>
                </a:ext>
              </a:extLst>
            </p:cNvPr>
            <p:cNvSpPr/>
            <p:nvPr/>
          </p:nvSpPr>
          <p:spPr>
            <a:xfrm>
              <a:off x="1003726" y="4974133"/>
              <a:ext cx="352425" cy="352425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1</a:t>
              </a:r>
              <a:endParaRPr lang="zh-CN" altLang="en-US" sz="1200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1714CCB5-FB2E-40DC-8FAA-C4AB580A564B}"/>
                </a:ext>
              </a:extLst>
            </p:cNvPr>
            <p:cNvSpPr/>
            <p:nvPr/>
          </p:nvSpPr>
          <p:spPr>
            <a:xfrm>
              <a:off x="1007327" y="3238499"/>
              <a:ext cx="352425" cy="352425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2</a:t>
              </a:r>
              <a:endParaRPr lang="zh-CN" altLang="en-US" sz="1200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EB572AD4-AB4D-4718-81FA-9ECE7BB8391D}"/>
                </a:ext>
              </a:extLst>
            </p:cNvPr>
            <p:cNvSpPr/>
            <p:nvPr/>
          </p:nvSpPr>
          <p:spPr>
            <a:xfrm>
              <a:off x="2744793" y="2108995"/>
              <a:ext cx="352425" cy="352425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3</a:t>
              </a:r>
              <a:endParaRPr lang="zh-CN" altLang="en-US" sz="1200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D0D7DDC3-D326-436E-A621-7E9264135421}"/>
                </a:ext>
              </a:extLst>
            </p:cNvPr>
            <p:cNvSpPr/>
            <p:nvPr/>
          </p:nvSpPr>
          <p:spPr>
            <a:xfrm>
              <a:off x="4482527" y="3220543"/>
              <a:ext cx="352425" cy="352425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4</a:t>
              </a:r>
              <a:endParaRPr lang="zh-CN" altLang="en-US" sz="1200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1C216420-F087-43A3-A6EE-B0EA061859E5}"/>
                </a:ext>
              </a:extLst>
            </p:cNvPr>
            <p:cNvSpPr/>
            <p:nvPr/>
          </p:nvSpPr>
          <p:spPr>
            <a:xfrm>
              <a:off x="3885186" y="3239592"/>
              <a:ext cx="352425" cy="352425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5</a:t>
              </a:r>
              <a:endParaRPr lang="zh-CN" altLang="en-US" sz="1200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8B0C7D77-AA64-4F1F-A4BC-869914224D20}"/>
                </a:ext>
              </a:extLst>
            </p:cNvPr>
            <p:cNvSpPr/>
            <p:nvPr/>
          </p:nvSpPr>
          <p:spPr>
            <a:xfrm>
              <a:off x="2744793" y="2731791"/>
              <a:ext cx="352425" cy="352425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6</a:t>
              </a:r>
              <a:endParaRPr lang="zh-CN" altLang="en-US" sz="1200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09A24E8A-9C79-48E9-A206-F84CDCD796D1}"/>
                </a:ext>
              </a:extLst>
            </p:cNvPr>
            <p:cNvSpPr/>
            <p:nvPr/>
          </p:nvSpPr>
          <p:spPr>
            <a:xfrm>
              <a:off x="1656620" y="3238498"/>
              <a:ext cx="352425" cy="352425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7</a:t>
              </a:r>
              <a:endParaRPr lang="zh-CN" altLang="en-US" sz="1200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71A7F71A-44CD-4B5A-86DC-A462EE1D7019}"/>
                </a:ext>
              </a:extLst>
            </p:cNvPr>
            <p:cNvSpPr/>
            <p:nvPr/>
          </p:nvSpPr>
          <p:spPr>
            <a:xfrm>
              <a:off x="1656620" y="4974133"/>
              <a:ext cx="352425" cy="352425"/>
            </a:xfrm>
            <a:prstGeom prst="ellipse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Arial Black" panose="020B0A04020102020204" pitchFamily="34" charset="0"/>
                </a:rPr>
                <a:t>8</a:t>
              </a:r>
              <a:endParaRPr lang="zh-CN" altLang="en-US" sz="1200" dirty="0">
                <a:solidFill>
                  <a:schemeClr val="tx1"/>
                </a:solidFill>
                <a:latin typeface="Arial Black" panose="020B0A04020102020204" pitchFamily="34" charset="0"/>
              </a:endParaRPr>
            </a:p>
          </p:txBody>
        </p:sp>
      </p:grpSp>
      <p:pic>
        <p:nvPicPr>
          <p:cNvPr id="56" name="图形 55" descr="遥控">
            <a:extLst>
              <a:ext uri="{FF2B5EF4-FFF2-40B4-BE49-F238E27FC236}">
                <a16:creationId xmlns:a16="http://schemas.microsoft.com/office/drawing/2014/main" id="{E33446FB-C238-4410-AA7B-F0D70A17E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1325" y="2094708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7" name="图形 56" descr="监视器">
            <a:extLst>
              <a:ext uri="{FF2B5EF4-FFF2-40B4-BE49-F238E27FC236}">
                <a16:creationId xmlns:a16="http://schemas.microsoft.com/office/drawing/2014/main" id="{8111A0AB-BE19-4A86-BB0F-A8DE08BC81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6525" y="5590779"/>
            <a:ext cx="504000" cy="504000"/>
          </a:xfrm>
          <a:prstGeom prst="rect">
            <a:avLst/>
          </a:prstGeom>
        </p:spPr>
      </p:pic>
      <p:pic>
        <p:nvPicPr>
          <p:cNvPr id="58" name="图形 57" descr="遥控">
            <a:extLst>
              <a:ext uri="{FF2B5EF4-FFF2-40B4-BE49-F238E27FC236}">
                <a16:creationId xmlns:a16="http://schemas.microsoft.com/office/drawing/2014/main" id="{6C98841C-1590-431A-BD49-34A36083D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3600" y="2094708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9" name="图形 58" descr="遥控">
            <a:extLst>
              <a:ext uri="{FF2B5EF4-FFF2-40B4-BE49-F238E27FC236}">
                <a16:creationId xmlns:a16="http://schemas.microsoft.com/office/drawing/2014/main" id="{1F49B062-479A-46AC-9294-E4B82E9EE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1325" y="3794722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0" name="图形 59" descr="遥控">
            <a:extLst>
              <a:ext uri="{FF2B5EF4-FFF2-40B4-BE49-F238E27FC236}">
                <a16:creationId xmlns:a16="http://schemas.microsoft.com/office/drawing/2014/main" id="{44FD5C79-6902-4D92-B24F-0BEBE56B7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53600" y="3794722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ACE500DA-0664-4073-B149-08E697A1E6BE}"/>
              </a:ext>
            </a:extLst>
          </p:cNvPr>
          <p:cNvCxnSpPr>
            <a:stCxn id="57" idx="0"/>
            <a:endCxn id="59" idx="2"/>
          </p:cNvCxnSpPr>
          <p:nvPr/>
        </p:nvCxnSpPr>
        <p:spPr>
          <a:xfrm flipV="1">
            <a:off x="7248525" y="4709122"/>
            <a:ext cx="0" cy="88165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C8D7FA5E-6501-40B6-BEC5-0218D2F4F950}"/>
              </a:ext>
            </a:extLst>
          </p:cNvPr>
          <p:cNvCxnSpPr>
            <a:stCxn id="59" idx="0"/>
            <a:endCxn id="56" idx="2"/>
          </p:cNvCxnSpPr>
          <p:nvPr/>
        </p:nvCxnSpPr>
        <p:spPr>
          <a:xfrm flipV="1">
            <a:off x="7248525" y="3009108"/>
            <a:ext cx="0" cy="78561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7A384562-33C4-413F-9BC8-01EE9A86ECF9}"/>
              </a:ext>
            </a:extLst>
          </p:cNvPr>
          <p:cNvCxnSpPr>
            <a:cxnSpLocks/>
            <a:stCxn id="59" idx="3"/>
            <a:endCxn id="58" idx="1"/>
          </p:cNvCxnSpPr>
          <p:nvPr/>
        </p:nvCxnSpPr>
        <p:spPr>
          <a:xfrm flipV="1">
            <a:off x="7705725" y="2551908"/>
            <a:ext cx="2047875" cy="1700014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6BA4E125-6877-477B-9C78-E2C35C3CA3DF}"/>
              </a:ext>
            </a:extLst>
          </p:cNvPr>
          <p:cNvCxnSpPr>
            <a:cxnSpLocks/>
          </p:cNvCxnSpPr>
          <p:nvPr/>
        </p:nvCxnSpPr>
        <p:spPr>
          <a:xfrm flipH="1">
            <a:off x="7810499" y="2731791"/>
            <a:ext cx="1876427" cy="1563983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EA17CB11-38F4-4BE7-9B6F-14D640A665FC}"/>
              </a:ext>
            </a:extLst>
          </p:cNvPr>
          <p:cNvCxnSpPr>
            <a:cxnSpLocks/>
          </p:cNvCxnSpPr>
          <p:nvPr/>
        </p:nvCxnSpPr>
        <p:spPr>
          <a:xfrm>
            <a:off x="7353300" y="3076178"/>
            <a:ext cx="0" cy="68400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E168F318-1360-4698-9DFD-16AA8256382E}"/>
              </a:ext>
            </a:extLst>
          </p:cNvPr>
          <p:cNvCxnSpPr>
            <a:cxnSpLocks/>
          </p:cNvCxnSpPr>
          <p:nvPr/>
        </p:nvCxnSpPr>
        <p:spPr>
          <a:xfrm>
            <a:off x="7353300" y="4794847"/>
            <a:ext cx="0" cy="72000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椭圆 68">
            <a:extLst>
              <a:ext uri="{FF2B5EF4-FFF2-40B4-BE49-F238E27FC236}">
                <a16:creationId xmlns:a16="http://schemas.microsoft.com/office/drawing/2014/main" id="{1D303FA1-9169-46EB-B2B5-F1116A7CEA3E}"/>
              </a:ext>
            </a:extLst>
          </p:cNvPr>
          <p:cNvSpPr/>
          <p:nvPr/>
        </p:nvSpPr>
        <p:spPr>
          <a:xfrm>
            <a:off x="6770100" y="4973737"/>
            <a:ext cx="352425" cy="352425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Arial Black" panose="020B0A04020102020204" pitchFamily="34" charset="0"/>
              </a:rPr>
              <a:t>1</a:t>
            </a:r>
            <a:endParaRPr lang="zh-CN" altLang="en-US" sz="1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A2C0654F-6BB7-421F-B110-3E55C7137016}"/>
              </a:ext>
            </a:extLst>
          </p:cNvPr>
          <p:cNvSpPr/>
          <p:nvPr/>
        </p:nvSpPr>
        <p:spPr>
          <a:xfrm>
            <a:off x="6773701" y="3238103"/>
            <a:ext cx="352425" cy="352425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Arial Black" panose="020B0A04020102020204" pitchFamily="34" charset="0"/>
              </a:rPr>
              <a:t>2</a:t>
            </a:r>
            <a:endParaRPr lang="zh-CN" altLang="en-US" sz="1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8FAE4E59-674B-4079-A6FC-FA6C83EFE9DB}"/>
              </a:ext>
            </a:extLst>
          </p:cNvPr>
          <p:cNvSpPr/>
          <p:nvPr/>
        </p:nvSpPr>
        <p:spPr>
          <a:xfrm>
            <a:off x="8820150" y="2663927"/>
            <a:ext cx="352425" cy="352425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Arial Black" panose="020B0A04020102020204" pitchFamily="34" charset="0"/>
              </a:rPr>
              <a:t>4</a:t>
            </a:r>
            <a:endParaRPr lang="zh-CN" altLang="en-US" sz="1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1300B836-4F35-4298-99E7-EC4CB6D04A1C}"/>
              </a:ext>
            </a:extLst>
          </p:cNvPr>
          <p:cNvSpPr/>
          <p:nvPr/>
        </p:nvSpPr>
        <p:spPr>
          <a:xfrm>
            <a:off x="9162118" y="4726087"/>
            <a:ext cx="352425" cy="352425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Arial Black" panose="020B0A04020102020204" pitchFamily="34" charset="0"/>
              </a:rPr>
              <a:t>7</a:t>
            </a:r>
            <a:endParaRPr lang="zh-CN" altLang="en-US" sz="1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B24A1E73-49BC-4B4A-A6CB-55FF653C0ABA}"/>
              </a:ext>
            </a:extLst>
          </p:cNvPr>
          <p:cNvSpPr/>
          <p:nvPr/>
        </p:nvSpPr>
        <p:spPr>
          <a:xfrm>
            <a:off x="9162118" y="4119562"/>
            <a:ext cx="352425" cy="352425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Arial Black" panose="020B0A04020102020204" pitchFamily="34" charset="0"/>
              </a:rPr>
              <a:t>6</a:t>
            </a:r>
            <a:endParaRPr lang="zh-CN" altLang="en-US" sz="1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C5CED813-1CD4-4EAD-92D7-C66356C30CED}"/>
              </a:ext>
            </a:extLst>
          </p:cNvPr>
          <p:cNvSpPr/>
          <p:nvPr/>
        </p:nvSpPr>
        <p:spPr>
          <a:xfrm>
            <a:off x="8820150" y="3442297"/>
            <a:ext cx="352425" cy="352425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Arial Black" panose="020B0A04020102020204" pitchFamily="34" charset="0"/>
              </a:rPr>
              <a:t>5</a:t>
            </a:r>
            <a:endParaRPr lang="zh-CN" altLang="en-US" sz="1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86093743-1BAE-4227-BAF0-84FC1B571B38}"/>
              </a:ext>
            </a:extLst>
          </p:cNvPr>
          <p:cNvSpPr/>
          <p:nvPr/>
        </p:nvSpPr>
        <p:spPr>
          <a:xfrm>
            <a:off x="7422994" y="3238102"/>
            <a:ext cx="352425" cy="352425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Arial Black" panose="020B0A04020102020204" pitchFamily="34" charset="0"/>
              </a:rPr>
              <a:t>3</a:t>
            </a:r>
            <a:endParaRPr lang="zh-CN" altLang="en-US" sz="1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14E17894-CA1C-495F-BEB1-B77B2614F967}"/>
              </a:ext>
            </a:extLst>
          </p:cNvPr>
          <p:cNvSpPr/>
          <p:nvPr/>
        </p:nvSpPr>
        <p:spPr>
          <a:xfrm>
            <a:off x="7422994" y="4973737"/>
            <a:ext cx="352425" cy="352425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Arial Black" panose="020B0A04020102020204" pitchFamily="34" charset="0"/>
              </a:rPr>
              <a:t>8</a:t>
            </a:r>
            <a:endParaRPr lang="zh-CN" altLang="en-US" sz="1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E516D159-542E-4827-A5EA-DC91A8739486}"/>
              </a:ext>
            </a:extLst>
          </p:cNvPr>
          <p:cNvCxnSpPr/>
          <p:nvPr/>
        </p:nvCxnSpPr>
        <p:spPr>
          <a:xfrm>
            <a:off x="7705725" y="4526856"/>
            <a:ext cx="2187149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8286A6C1-8C61-41C5-8D7B-0C757625257B}"/>
              </a:ext>
            </a:extLst>
          </p:cNvPr>
          <p:cNvCxnSpPr/>
          <p:nvPr/>
        </p:nvCxnSpPr>
        <p:spPr>
          <a:xfrm flipH="1">
            <a:off x="7705725" y="4623397"/>
            <a:ext cx="2137202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F31E7D34-96D4-44DE-B5C5-F328139DDBB6}"/>
              </a:ext>
            </a:extLst>
          </p:cNvPr>
          <p:cNvSpPr txBox="1"/>
          <p:nvPr/>
        </p:nvSpPr>
        <p:spPr>
          <a:xfrm>
            <a:off x="935400" y="189018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根域名服务器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1D22595D-A368-4C69-9824-AFBFCAD80B35}"/>
              </a:ext>
            </a:extLst>
          </p:cNvPr>
          <p:cNvSpPr txBox="1"/>
          <p:nvPr/>
        </p:nvSpPr>
        <p:spPr>
          <a:xfrm>
            <a:off x="1012290" y="3729899"/>
            <a:ext cx="369332" cy="116955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/>
            <a:r>
              <a:rPr lang="zh-CN" altLang="en-US" sz="12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本地域名服务器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41A3C32-CF82-4C67-B27E-6D18CF6E5275}"/>
              </a:ext>
            </a:extLst>
          </p:cNvPr>
          <p:cNvSpPr txBox="1"/>
          <p:nvPr/>
        </p:nvSpPr>
        <p:spPr>
          <a:xfrm>
            <a:off x="3872091" y="1890185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顶级域名服务器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02A6342D-1220-4BD4-9D68-054CAD5B6D4D}"/>
              </a:ext>
            </a:extLst>
          </p:cNvPr>
          <p:cNvSpPr txBox="1"/>
          <p:nvPr/>
        </p:nvSpPr>
        <p:spPr>
          <a:xfrm>
            <a:off x="3829050" y="4671279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权限域名服务器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36789117-CE94-40DF-9EF1-5C05BCFB98B4}"/>
              </a:ext>
            </a:extLst>
          </p:cNvPr>
          <p:cNvSpPr txBox="1"/>
          <p:nvPr/>
        </p:nvSpPr>
        <p:spPr>
          <a:xfrm>
            <a:off x="6737776" y="189018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根域名服务器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9AA53F53-0DB3-424A-89B7-906861BFCC1A}"/>
              </a:ext>
            </a:extLst>
          </p:cNvPr>
          <p:cNvSpPr txBox="1"/>
          <p:nvPr/>
        </p:nvSpPr>
        <p:spPr>
          <a:xfrm>
            <a:off x="9674467" y="1890185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顶级域名服务器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1381D83-1088-418E-9EAF-F7734F24543A}"/>
              </a:ext>
            </a:extLst>
          </p:cNvPr>
          <p:cNvSpPr txBox="1"/>
          <p:nvPr/>
        </p:nvSpPr>
        <p:spPr>
          <a:xfrm>
            <a:off x="9579858" y="4671279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权限域名服务器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C1E0101-86CE-46EA-84F2-E87286181FFB}"/>
              </a:ext>
            </a:extLst>
          </p:cNvPr>
          <p:cNvSpPr txBox="1"/>
          <p:nvPr/>
        </p:nvSpPr>
        <p:spPr>
          <a:xfrm>
            <a:off x="6766499" y="3729899"/>
            <a:ext cx="369332" cy="116955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/>
            <a:r>
              <a:rPr lang="zh-CN" altLang="en-US" sz="12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本地域名服务器</a:t>
            </a:r>
          </a:p>
        </p:txBody>
      </p:sp>
    </p:spTree>
    <p:extLst>
      <p:ext uri="{BB962C8B-B14F-4D97-AF65-F5344CB8AC3E}">
        <p14:creationId xmlns:p14="http://schemas.microsoft.com/office/powerpoint/2010/main" val="3413181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>
            <a:extLst>
              <a:ext uri="{FF2B5EF4-FFF2-40B4-BE49-F238E27FC236}">
                <a16:creationId xmlns:a16="http://schemas.microsoft.com/office/drawing/2014/main" id="{21F123C1-66C2-4955-89FD-D193676D7441}"/>
              </a:ext>
            </a:extLst>
          </p:cNvPr>
          <p:cNvSpPr txBox="1"/>
          <p:nvPr/>
        </p:nvSpPr>
        <p:spPr>
          <a:xfrm>
            <a:off x="3983885" y="3063696"/>
            <a:ext cx="4224233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sz="32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高速缓存域名服务器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2E55581-E2A7-4E26-A42F-D817FFB99BDC}"/>
              </a:ext>
            </a:extLst>
          </p:cNvPr>
          <p:cNvSpPr/>
          <p:nvPr/>
        </p:nvSpPr>
        <p:spPr>
          <a:xfrm>
            <a:off x="3576000" y="3555321"/>
            <a:ext cx="5040000" cy="3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B26935A-65C3-4ED1-B033-5674F9212541}"/>
              </a:ext>
            </a:extLst>
          </p:cNvPr>
          <p:cNvSpPr/>
          <p:nvPr/>
        </p:nvSpPr>
        <p:spPr>
          <a:xfrm>
            <a:off x="4083460" y="3619896"/>
            <a:ext cx="4025080" cy="3385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域名服务器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B52B9AF-9918-49A1-B34A-1E293D779443}"/>
              </a:ext>
            </a:extLst>
          </p:cNvPr>
          <p:cNvSpPr/>
          <p:nvPr/>
        </p:nvSpPr>
        <p:spPr>
          <a:xfrm>
            <a:off x="4083460" y="3987025"/>
            <a:ext cx="4025080" cy="3385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主机</a:t>
            </a:r>
          </a:p>
        </p:txBody>
      </p:sp>
    </p:spTree>
    <p:extLst>
      <p:ext uri="{BB962C8B-B14F-4D97-AF65-F5344CB8AC3E}">
        <p14:creationId xmlns:p14="http://schemas.microsoft.com/office/powerpoint/2010/main" val="1626554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7161F12-1166-481A-AE3C-8D5C9CDEEE06}"/>
              </a:ext>
            </a:extLst>
          </p:cNvPr>
          <p:cNvSpPr txBox="1"/>
          <p:nvPr/>
        </p:nvSpPr>
        <p:spPr>
          <a:xfrm>
            <a:off x="1276349" y="600075"/>
            <a:ext cx="99155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假设所有域名服务器均采用递归查询方式进行域名解析。当某台主机访问规范域名为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www.abc.xyz.com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的网站时，由某台域名服务器完成解析，则可能发出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DNS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查询的最少和最多次数分别是（）。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A:0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、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3</a:t>
            </a:r>
          </a:p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B:1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、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3</a:t>
            </a:r>
          </a:p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C:0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、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4</a:t>
            </a:r>
          </a:p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D:1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、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4</a:t>
            </a:r>
            <a:endParaRPr lang="zh-CN" altLang="en-US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B15CC45-2035-4DA1-BE76-94B8EE9E7F10}"/>
              </a:ext>
            </a:extLst>
          </p:cNvPr>
          <p:cNvSpPr/>
          <p:nvPr/>
        </p:nvSpPr>
        <p:spPr>
          <a:xfrm>
            <a:off x="556350" y="600075"/>
            <a:ext cx="720000" cy="295275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真题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D29F61-902B-42A9-9E04-A143F56A15D0}"/>
              </a:ext>
            </a:extLst>
          </p:cNvPr>
          <p:cNvSpPr txBox="1"/>
          <p:nvPr/>
        </p:nvSpPr>
        <p:spPr>
          <a:xfrm>
            <a:off x="1276350" y="2352675"/>
            <a:ext cx="99155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如果本地域名服务器没有缓存，采用递归方式解析某台主机域名时，用户主机、本地域名服务器发送的域名请求消息数为（）。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A: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一条、一条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B: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一条、多条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C: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多条、一条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D: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多条、多条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BFC86E4-8A77-4DDB-94EA-2FFCE8220C38}"/>
              </a:ext>
            </a:extLst>
          </p:cNvPr>
          <p:cNvSpPr/>
          <p:nvPr/>
        </p:nvSpPr>
        <p:spPr>
          <a:xfrm>
            <a:off x="556350" y="2352675"/>
            <a:ext cx="720000" cy="295275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真题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4D39CE-4531-4D7E-87ED-9CE17C383882}"/>
              </a:ext>
            </a:extLst>
          </p:cNvPr>
          <p:cNvSpPr txBox="1"/>
          <p:nvPr/>
        </p:nvSpPr>
        <p:spPr>
          <a:xfrm>
            <a:off x="1276350" y="4210051"/>
            <a:ext cx="888576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有关域名服务器，说法错误的是（）。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A: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可分为：根域名服务器、顶级域名服务器、权限域名服务器和本地域名服务器。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B: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根域名服务器并不解析域名，而是把待查域名对应的顶级域名服务器的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IP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地址作为结果返回。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C: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除根域名服务器外，其它域名服务器均能返回待查域名对应的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IP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地址。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D: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本地域名服务器的</a:t>
            </a:r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IP</a:t>
            </a:r>
            <a:r>
              <a:rPr lang="zh-CN" altLang="en-US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地址应该直接配置在需要解析域名的主机中。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C6E9286-C135-409F-8B14-EF758AC40C9D}"/>
              </a:ext>
            </a:extLst>
          </p:cNvPr>
          <p:cNvSpPr/>
          <p:nvPr/>
        </p:nvSpPr>
        <p:spPr>
          <a:xfrm>
            <a:off x="556350" y="4210051"/>
            <a:ext cx="720000" cy="295275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真题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105FF0F-C925-420C-B7E2-14445B0AC4DC}"/>
              </a:ext>
            </a:extLst>
          </p:cNvPr>
          <p:cNvCxnSpPr>
            <a:cxnSpLocks/>
          </p:cNvCxnSpPr>
          <p:nvPr/>
        </p:nvCxnSpPr>
        <p:spPr>
          <a:xfrm>
            <a:off x="1362075" y="1847850"/>
            <a:ext cx="720000" cy="0"/>
          </a:xfrm>
          <a:prstGeom prst="line">
            <a:avLst/>
          </a:prstGeom>
          <a:ln w="190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67E4F47-8019-456E-A7B6-25404AAB794D}"/>
              </a:ext>
            </a:extLst>
          </p:cNvPr>
          <p:cNvCxnSpPr>
            <a:cxnSpLocks/>
          </p:cNvCxnSpPr>
          <p:nvPr/>
        </p:nvCxnSpPr>
        <p:spPr>
          <a:xfrm>
            <a:off x="1362074" y="3371850"/>
            <a:ext cx="1296000" cy="0"/>
          </a:xfrm>
          <a:prstGeom prst="line">
            <a:avLst/>
          </a:prstGeom>
          <a:ln w="190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E6A72A6-B911-4547-AAE0-E414E2CD93D5}"/>
              </a:ext>
            </a:extLst>
          </p:cNvPr>
          <p:cNvCxnSpPr>
            <a:cxnSpLocks/>
          </p:cNvCxnSpPr>
          <p:nvPr/>
        </p:nvCxnSpPr>
        <p:spPr>
          <a:xfrm>
            <a:off x="1362074" y="5238750"/>
            <a:ext cx="6444000" cy="0"/>
          </a:xfrm>
          <a:prstGeom prst="line">
            <a:avLst/>
          </a:prstGeom>
          <a:ln w="190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39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>
            <a:extLst>
              <a:ext uri="{FF2B5EF4-FFF2-40B4-BE49-F238E27FC236}">
                <a16:creationId xmlns:a16="http://schemas.microsoft.com/office/drawing/2014/main" id="{21F123C1-66C2-4955-89FD-D193676D7441}"/>
              </a:ext>
            </a:extLst>
          </p:cNvPr>
          <p:cNvSpPr txBox="1"/>
          <p:nvPr/>
        </p:nvSpPr>
        <p:spPr>
          <a:xfrm>
            <a:off x="5330407" y="3063696"/>
            <a:ext cx="1531188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ctr"/>
            <a:r>
              <a:rPr lang="zh-CN" altLang="en-US" sz="32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小实验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2E55581-E2A7-4E26-A42F-D817FFB99BDC}"/>
              </a:ext>
            </a:extLst>
          </p:cNvPr>
          <p:cNvSpPr/>
          <p:nvPr/>
        </p:nvSpPr>
        <p:spPr>
          <a:xfrm>
            <a:off x="3576000" y="3555321"/>
            <a:ext cx="5040000" cy="3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B26935A-65C3-4ED1-B033-5674F9212541}"/>
              </a:ext>
            </a:extLst>
          </p:cNvPr>
          <p:cNvSpPr/>
          <p:nvPr/>
        </p:nvSpPr>
        <p:spPr>
          <a:xfrm>
            <a:off x="4083460" y="3619896"/>
            <a:ext cx="4025080" cy="3385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搭建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WEB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服务器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B52B9AF-9918-49A1-B34A-1E293D779443}"/>
              </a:ext>
            </a:extLst>
          </p:cNvPr>
          <p:cNvSpPr/>
          <p:nvPr/>
        </p:nvSpPr>
        <p:spPr>
          <a:xfrm>
            <a:off x="4083460" y="3987025"/>
            <a:ext cx="4025080" cy="3385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搭建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FTP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服务器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DDB75C-1271-4DDF-BFA3-D044B2D0B1BB}"/>
              </a:ext>
            </a:extLst>
          </p:cNvPr>
          <p:cNvSpPr/>
          <p:nvPr/>
        </p:nvSpPr>
        <p:spPr>
          <a:xfrm>
            <a:off x="4083460" y="4354154"/>
            <a:ext cx="4025080" cy="3385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远程登录主机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AB03BCE-403A-4DC0-B901-E228200CB1DC}"/>
              </a:ext>
            </a:extLst>
          </p:cNvPr>
          <p:cNvSpPr/>
          <p:nvPr/>
        </p:nvSpPr>
        <p:spPr>
          <a:xfrm>
            <a:off x="4083460" y="4721283"/>
            <a:ext cx="4025080" cy="33855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MD5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消息摘要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8453183-F3C4-4A58-96AB-BB85A771A360}"/>
              </a:ext>
            </a:extLst>
          </p:cNvPr>
          <p:cNvCxnSpPr>
            <a:cxnSpLocks/>
            <a:stCxn id="64" idx="3"/>
            <a:endCxn id="4" idx="1"/>
          </p:cNvCxnSpPr>
          <p:nvPr/>
        </p:nvCxnSpPr>
        <p:spPr>
          <a:xfrm flipV="1">
            <a:off x="8108540" y="3786996"/>
            <a:ext cx="906064" cy="2177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437B0866-A712-46CD-B223-055F75E30BFD}"/>
              </a:ext>
            </a:extLst>
          </p:cNvPr>
          <p:cNvSpPr txBox="1"/>
          <p:nvPr/>
        </p:nvSpPr>
        <p:spPr>
          <a:xfrm>
            <a:off x="9014604" y="3125276"/>
            <a:ext cx="14189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IIS</a:t>
            </a:r>
          </a:p>
          <a:p>
            <a:pPr algn="l"/>
            <a:r>
              <a:rPr lang="en-US" altLang="zh-CN" sz="1600" dirty="0" err="1">
                <a:latin typeface="Courier New" panose="02070309020205020404" pitchFamily="49" charset="0"/>
                <a:ea typeface="微软雅黑 Light" panose="020B0502040204020203" pitchFamily="34" charset="-122"/>
              </a:rPr>
              <a:t>AppServ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en-US" altLang="zh-CN" sz="1600" dirty="0" err="1">
                <a:latin typeface="Courier New" panose="02070309020205020404" pitchFamily="49" charset="0"/>
                <a:ea typeface="微软雅黑 Light" panose="020B0502040204020203" pitchFamily="34" charset="-122"/>
              </a:rPr>
              <a:t>Wampserver</a:t>
            </a:r>
            <a:endParaRPr lang="en-US" altLang="zh-CN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Node</a:t>
            </a:r>
          </a:p>
          <a:p>
            <a:pPr algn="l"/>
            <a:r>
              <a:rPr lang="en-US" altLang="zh-CN" sz="1600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Nginx</a:t>
            </a:r>
            <a:endParaRPr lang="zh-CN" altLang="en-US" sz="1600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6593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solidFill>
            <a:schemeClr val="bg1">
              <a:lumMod val="50000"/>
            </a:schemeClr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smtClean="0">
            <a:latin typeface="Courier New" panose="02070309020205020404" pitchFamily="49" charset="0"/>
            <a:ea typeface="微软雅黑 Light" panose="020B0502040204020203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624</Words>
  <Application>Microsoft Office PowerPoint</Application>
  <PresentationFormat>宽屏</PresentationFormat>
  <Paragraphs>117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等线</vt:lpstr>
      <vt:lpstr>等线 Light</vt:lpstr>
      <vt:lpstr>微软雅黑</vt:lpstr>
      <vt:lpstr>微软雅黑 Light</vt:lpstr>
      <vt:lpstr>Arial</vt:lpstr>
      <vt:lpstr>Arial Black</vt:lpstr>
      <vt:lpstr>Courier New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冷 军</dc:creator>
  <cp:lastModifiedBy>冷 军</cp:lastModifiedBy>
  <cp:revision>134</cp:revision>
  <dcterms:created xsi:type="dcterms:W3CDTF">2021-06-14T05:50:13Z</dcterms:created>
  <dcterms:modified xsi:type="dcterms:W3CDTF">2021-06-15T10:54:51Z</dcterms:modified>
</cp:coreProperties>
</file>
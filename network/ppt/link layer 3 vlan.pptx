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05" r:id="rId2"/>
    <p:sldId id="468" r:id="rId3"/>
    <p:sldId id="478" r:id="rId4"/>
    <p:sldId id="477" r:id="rId5"/>
    <p:sldId id="469" r:id="rId6"/>
    <p:sldId id="470" r:id="rId7"/>
    <p:sldId id="493" r:id="rId8"/>
    <p:sldId id="479" r:id="rId9"/>
    <p:sldId id="480" r:id="rId10"/>
    <p:sldId id="481" r:id="rId11"/>
    <p:sldId id="482" r:id="rId12"/>
    <p:sldId id="483" r:id="rId13"/>
    <p:sldId id="484" r:id="rId14"/>
    <p:sldId id="485" r:id="rId15"/>
    <p:sldId id="486" r:id="rId16"/>
    <p:sldId id="473" r:id="rId17"/>
    <p:sldId id="471" r:id="rId18"/>
    <p:sldId id="489" r:id="rId19"/>
    <p:sldId id="488" r:id="rId20"/>
    <p:sldId id="487" r:id="rId21"/>
    <p:sldId id="490" r:id="rId22"/>
    <p:sldId id="491" r:id="rId23"/>
    <p:sldId id="492" r:id="rId24"/>
    <p:sldId id="475" r:id="rId25"/>
    <p:sldId id="494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d" id="{46275B7E-A63B-4DD3-9281-80D1429B37A9}">
          <p14:sldIdLst>
            <p14:sldId id="305"/>
            <p14:sldId id="468"/>
            <p14:sldId id="478"/>
            <p14:sldId id="477"/>
            <p14:sldId id="469"/>
            <p14:sldId id="470"/>
            <p14:sldId id="493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73"/>
            <p14:sldId id="471"/>
            <p14:sldId id="489"/>
            <p14:sldId id="488"/>
            <p14:sldId id="487"/>
            <p14:sldId id="490"/>
            <p14:sldId id="491"/>
            <p14:sldId id="492"/>
            <p14:sldId id="475"/>
            <p14:sldId id="4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AFABAB"/>
    <a:srgbClr val="08BDEA"/>
    <a:srgbClr val="00BCEB"/>
    <a:srgbClr val="FFFFFF"/>
    <a:srgbClr val="C55A11"/>
    <a:srgbClr val="8BBD6A"/>
    <a:srgbClr val="C5E0B4"/>
    <a:srgbClr val="F8D7CD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C45BF7C3-54C6-43CF-A4AB-2E7725CEB030}" type="datetimeFigureOut">
              <a:rPr lang="zh-CN" altLang="en-US" smtClean="0"/>
              <a:pPr/>
              <a:t>2026/8/3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A026B4DB-BF57-4C8B-B2A2-1EB8B1FB156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606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F97C28D-DC26-4CF7-83F5-C3B9B04DD767}"/>
              </a:ext>
            </a:extLst>
          </p:cNvPr>
          <p:cNvSpPr/>
          <p:nvPr userDrawn="1"/>
        </p:nvSpPr>
        <p:spPr>
          <a:xfrm>
            <a:off x="0" y="0"/>
            <a:ext cx="12192000" cy="1512000"/>
          </a:xfrm>
          <a:custGeom>
            <a:avLst/>
            <a:gdLst>
              <a:gd name="connsiteX0" fmla="*/ 205288 w 12192000"/>
              <a:gd name="connsiteY0" fmla="*/ 0 h 1820202"/>
              <a:gd name="connsiteX1" fmla="*/ 12192000 w 12192000"/>
              <a:gd name="connsiteY1" fmla="*/ 0 h 1820202"/>
              <a:gd name="connsiteX2" fmla="*/ 12192000 w 12192000"/>
              <a:gd name="connsiteY2" fmla="*/ 858056 h 1820202"/>
              <a:gd name="connsiteX3" fmla="*/ 12004367 w 12192000"/>
              <a:gd name="connsiteY3" fmla="*/ 753507 h 1820202"/>
              <a:gd name="connsiteX4" fmla="*/ 10435239 w 12192000"/>
              <a:gd name="connsiteY4" fmla="*/ 351792 h 1820202"/>
              <a:gd name="connsiteX5" fmla="*/ 5605786 w 12192000"/>
              <a:gd name="connsiteY5" fmla="*/ 1798852 h 1820202"/>
              <a:gd name="connsiteX6" fmla="*/ 288062 w 12192000"/>
              <a:gd name="connsiteY6" fmla="*/ 1133027 h 1820202"/>
              <a:gd name="connsiteX7" fmla="*/ 116570 w 12192000"/>
              <a:gd name="connsiteY7" fmla="*/ 1072832 h 1820202"/>
              <a:gd name="connsiteX8" fmla="*/ 0 w 12192000"/>
              <a:gd name="connsiteY8" fmla="*/ 1028114 h 1820202"/>
              <a:gd name="connsiteX9" fmla="*/ 0 w 12192000"/>
              <a:gd name="connsiteY9" fmla="*/ 23063 h 182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820202">
                <a:moveTo>
                  <a:pt x="205288" y="0"/>
                </a:moveTo>
                <a:lnTo>
                  <a:pt x="12192000" y="0"/>
                </a:lnTo>
                <a:lnTo>
                  <a:pt x="12192000" y="858056"/>
                </a:lnTo>
                <a:lnTo>
                  <a:pt x="12004367" y="753507"/>
                </a:lnTo>
                <a:cubicBezTo>
                  <a:pt x="11576389" y="524537"/>
                  <a:pt x="11050017" y="300746"/>
                  <a:pt x="10435239" y="351792"/>
                </a:cubicBezTo>
                <a:cubicBezTo>
                  <a:pt x="9205682" y="453885"/>
                  <a:pt x="7296982" y="1668646"/>
                  <a:pt x="5605786" y="1798852"/>
                </a:cubicBezTo>
                <a:cubicBezTo>
                  <a:pt x="3914590" y="1929058"/>
                  <a:pt x="1183227" y="1433388"/>
                  <a:pt x="288062" y="1133027"/>
                </a:cubicBezTo>
                <a:cubicBezTo>
                  <a:pt x="232114" y="1114254"/>
                  <a:pt x="174641" y="1094124"/>
                  <a:pt x="116570" y="1072832"/>
                </a:cubicBezTo>
                <a:lnTo>
                  <a:pt x="0" y="1028114"/>
                </a:lnTo>
                <a:lnTo>
                  <a:pt x="0" y="23063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 dirty="0">
              <a:effectLst>
                <a:outerShdw blurRad="50800" dist="292100" dir="5400000" algn="t" rotWithShape="0">
                  <a:prstClr val="black">
                    <a:alpha val="40000"/>
                  </a:prst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4F547696-785B-4726-9AF3-FE5598EE0F62}"/>
              </a:ext>
            </a:extLst>
          </p:cNvPr>
          <p:cNvSpPr/>
          <p:nvPr userDrawn="1"/>
        </p:nvSpPr>
        <p:spPr>
          <a:xfrm>
            <a:off x="0" y="1"/>
            <a:ext cx="12192000" cy="1440000"/>
          </a:xfrm>
          <a:custGeom>
            <a:avLst/>
            <a:gdLst>
              <a:gd name="connsiteX0" fmla="*/ 0 w 12192000"/>
              <a:gd name="connsiteY0" fmla="*/ 0 h 1658639"/>
              <a:gd name="connsiteX1" fmla="*/ 12192000 w 12192000"/>
              <a:gd name="connsiteY1" fmla="*/ 0 h 1658639"/>
              <a:gd name="connsiteX2" fmla="*/ 12192000 w 12192000"/>
              <a:gd name="connsiteY2" fmla="*/ 993063 h 1658639"/>
              <a:gd name="connsiteX3" fmla="*/ 12108056 w 12192000"/>
              <a:gd name="connsiteY3" fmla="*/ 961496 h 1658639"/>
              <a:gd name="connsiteX4" fmla="*/ 9854214 w 12192000"/>
              <a:gd name="connsiteY4" fmla="*/ 190229 h 1658639"/>
              <a:gd name="connsiteX5" fmla="*/ 5024761 w 12192000"/>
              <a:gd name="connsiteY5" fmla="*/ 1637289 h 1658639"/>
              <a:gd name="connsiteX6" fmla="*/ 123178 w 12192000"/>
              <a:gd name="connsiteY6" fmla="*/ 1091651 h 1658639"/>
              <a:gd name="connsiteX7" fmla="*/ 0 w 12192000"/>
              <a:gd name="connsiteY7" fmla="*/ 1056075 h 16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658639">
                <a:moveTo>
                  <a:pt x="0" y="0"/>
                </a:moveTo>
                <a:lnTo>
                  <a:pt x="12192000" y="0"/>
                </a:lnTo>
                <a:lnTo>
                  <a:pt x="12192000" y="993063"/>
                </a:lnTo>
                <a:lnTo>
                  <a:pt x="12108056" y="961496"/>
                </a:lnTo>
                <a:cubicBezTo>
                  <a:pt x="11618795" y="750071"/>
                  <a:pt x="10853229" y="107278"/>
                  <a:pt x="9854214" y="190229"/>
                </a:cubicBezTo>
                <a:cubicBezTo>
                  <a:pt x="8624657" y="292322"/>
                  <a:pt x="6715957" y="1507083"/>
                  <a:pt x="5024761" y="1637289"/>
                </a:cubicBezTo>
                <a:cubicBezTo>
                  <a:pt x="3544965" y="1751219"/>
                  <a:pt x="1268790" y="1385963"/>
                  <a:pt x="123178" y="1091651"/>
                </a:cubicBezTo>
                <a:lnTo>
                  <a:pt x="0" y="105607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479E73C8-D085-4471-829E-9BABEBFCF8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04961" y="260538"/>
            <a:ext cx="6088307" cy="402291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2" name="文本占位符 10">
            <a:extLst>
              <a:ext uri="{FF2B5EF4-FFF2-40B4-BE49-F238E27FC236}">
                <a16:creationId xmlns:a16="http://schemas.microsoft.com/office/drawing/2014/main" id="{76AD6C77-8004-4467-B069-6582466EB8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04961" y="710691"/>
            <a:ext cx="5464053" cy="402291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zh-CN" dirty="0"/>
              <a:t>subtract</a:t>
            </a:r>
            <a:endParaRPr lang="zh-CN" altLang="en-US" dirty="0"/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76D1E8DA-E8FF-4717-8930-8018B821FF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110" y="354648"/>
            <a:ext cx="924232" cy="5847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>
            <a:lvl1pPr algn="ctr">
              <a:buNone/>
              <a:defRPr sz="3200" b="0">
                <a:solidFill>
                  <a:srgbClr val="FFC00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zh-CN" dirty="0"/>
              <a:t>8.8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70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05FB0-2997-488D-A595-5502E8ECDE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46" y="1697941"/>
            <a:ext cx="867930" cy="432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wrap="square">
            <a:spAutoFit/>
          </a:bodyPr>
          <a:lstStyle>
            <a:lvl1pPr algn="l">
              <a:defRPr sz="4800">
                <a:solidFill>
                  <a:schemeClr val="accent2"/>
                </a:solidFill>
                <a:latin typeface="27禹卫书法行书简体" panose="02000603000000000000" pitchFamily="2" charset="-128"/>
                <a:ea typeface="27禹卫书法行书简体" panose="02000603000000000000" pitchFamily="2" charset="-128"/>
              </a:defRPr>
            </a:lvl1pPr>
          </a:lstStyle>
          <a:p>
            <a:r>
              <a:rPr lang="zh-CN" altLang="en-US" dirty="0"/>
              <a:t>标题样式</a:t>
            </a:r>
          </a:p>
        </p:txBody>
      </p:sp>
      <p:sp>
        <p:nvSpPr>
          <p:cNvPr id="25" name="竖排文字占位符 24">
            <a:extLst>
              <a:ext uri="{FF2B5EF4-FFF2-40B4-BE49-F238E27FC236}">
                <a16:creationId xmlns:a16="http://schemas.microsoft.com/office/drawing/2014/main" id="{6346FA6A-882F-4DAD-8054-8A0A5C32D9D7}"/>
              </a:ext>
            </a:extLst>
          </p:cNvPr>
          <p:cNvSpPr>
            <a:spLocks noGrp="1"/>
          </p:cNvSpPr>
          <p:nvPr>
            <p:ph type="body" orient="vert" sz="quarter" idx="15" hasCustomPrompt="1"/>
          </p:nvPr>
        </p:nvSpPr>
        <p:spPr>
          <a:xfrm>
            <a:off x="1166546" y="2589821"/>
            <a:ext cx="3600000" cy="369332"/>
          </a:xfrm>
        </p:spPr>
        <p:txBody>
          <a:bodyPr vert="horz" wrap="square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Section</a:t>
            </a:r>
            <a:endParaRPr lang="zh-CN" altLang="en-US" dirty="0"/>
          </a:p>
        </p:txBody>
      </p:sp>
      <p:sp>
        <p:nvSpPr>
          <p:cNvPr id="27" name="竖排文字占位符 24">
            <a:extLst>
              <a:ext uri="{FF2B5EF4-FFF2-40B4-BE49-F238E27FC236}">
                <a16:creationId xmlns:a16="http://schemas.microsoft.com/office/drawing/2014/main" id="{B361453A-2AA1-4AB2-B1BE-0D3BB1AD550C}"/>
              </a:ext>
            </a:extLst>
          </p:cNvPr>
          <p:cNvSpPr>
            <a:spLocks noGrp="1"/>
          </p:cNvSpPr>
          <p:nvPr>
            <p:ph type="body" orient="vert" sz="quarter" idx="16" hasCustomPrompt="1"/>
          </p:nvPr>
        </p:nvSpPr>
        <p:spPr>
          <a:xfrm>
            <a:off x="1166546" y="2097714"/>
            <a:ext cx="3600000" cy="461665"/>
          </a:xfrm>
        </p:spPr>
        <p:txBody>
          <a:bodyPr vert="horz" wrap="square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ysClr val="windowText" lastClr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章节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1A0E528-98EB-423E-A2A9-C3217E69E5E1}"/>
              </a:ext>
            </a:extLst>
          </p:cNvPr>
          <p:cNvCxnSpPr>
            <a:cxnSpLocks/>
          </p:cNvCxnSpPr>
          <p:nvPr userDrawn="1"/>
        </p:nvCxnSpPr>
        <p:spPr>
          <a:xfrm>
            <a:off x="4766546" y="1697940"/>
            <a:ext cx="0" cy="4320000"/>
          </a:xfrm>
          <a:prstGeom prst="line">
            <a:avLst/>
          </a:prstGeom>
          <a:ln w="12700"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11B7B2D-DE81-402D-B54B-FF109433EA4C}"/>
              </a:ext>
            </a:extLst>
          </p:cNvPr>
          <p:cNvCxnSpPr>
            <a:cxnSpLocks/>
          </p:cNvCxnSpPr>
          <p:nvPr userDrawn="1"/>
        </p:nvCxnSpPr>
        <p:spPr>
          <a:xfrm>
            <a:off x="5634476" y="1697940"/>
            <a:ext cx="0" cy="4320000"/>
          </a:xfrm>
          <a:prstGeom prst="line">
            <a:avLst/>
          </a:prstGeom>
          <a:ln w="12700"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555219-0CE4-4C5E-B742-F80D37AC36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66546" y="1697941"/>
            <a:ext cx="3600000" cy="369332"/>
          </a:xfrm>
        </p:spPr>
        <p:txBody>
          <a:bodyPr wrap="square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Chapter</a:t>
            </a:r>
            <a:endParaRPr lang="zh-CN" alt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2072837-CB9D-4F34-8CF3-02A3224E48B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697" y="1697942"/>
            <a:ext cx="5039995" cy="465840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54" name="图片占位符 53">
            <a:extLst>
              <a:ext uri="{FF2B5EF4-FFF2-40B4-BE49-F238E27FC236}">
                <a16:creationId xmlns:a16="http://schemas.microsoft.com/office/drawing/2014/main" id="{4DCD456E-999B-4D50-8FD0-AD63CCF09F6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1" y="1098000"/>
            <a:ext cx="4193271" cy="5760000"/>
          </a:xfrm>
          <a:custGeom>
            <a:avLst/>
            <a:gdLst>
              <a:gd name="connsiteX0" fmla="*/ 4045122 w 4193271"/>
              <a:gd name="connsiteY0" fmla="*/ 3694929 h 5760000"/>
              <a:gd name="connsiteX1" fmla="*/ 4038062 w 4193271"/>
              <a:gd name="connsiteY1" fmla="*/ 3721708 h 5760000"/>
              <a:gd name="connsiteX2" fmla="*/ 4030452 w 4193271"/>
              <a:gd name="connsiteY2" fmla="*/ 3810576 h 5760000"/>
              <a:gd name="connsiteX3" fmla="*/ 4140154 w 4193271"/>
              <a:gd name="connsiteY3" fmla="*/ 4122381 h 5760000"/>
              <a:gd name="connsiteX4" fmla="*/ 4193271 w 4193271"/>
              <a:gd name="connsiteY4" fmla="*/ 4173978 h 5760000"/>
              <a:gd name="connsiteX5" fmla="*/ 4045750 w 4193271"/>
              <a:gd name="connsiteY5" fmla="*/ 4264836 h 5760000"/>
              <a:gd name="connsiteX6" fmla="*/ 1492643 w 4193271"/>
              <a:gd name="connsiteY6" fmla="*/ 3916979 h 5760000"/>
              <a:gd name="connsiteX7" fmla="*/ 1462676 w 4193271"/>
              <a:gd name="connsiteY7" fmla="*/ 3884456 h 5760000"/>
              <a:gd name="connsiteX8" fmla="*/ 1592553 w 4193271"/>
              <a:gd name="connsiteY8" fmla="*/ 3999587 h 5760000"/>
              <a:gd name="connsiteX9" fmla="*/ 3776377 w 4193271"/>
              <a:gd name="connsiteY9" fmla="*/ 3977264 h 5760000"/>
              <a:gd name="connsiteX10" fmla="*/ 4021608 w 4193271"/>
              <a:gd name="connsiteY10" fmla="*/ 3727515 h 5760000"/>
              <a:gd name="connsiteX11" fmla="*/ 3228700 w 4193271"/>
              <a:gd name="connsiteY11" fmla="*/ 3589002 h 5760000"/>
              <a:gd name="connsiteX12" fmla="*/ 3237863 w 4193271"/>
              <a:gd name="connsiteY12" fmla="*/ 3600013 h 5760000"/>
              <a:gd name="connsiteX13" fmla="*/ 3237270 w 4193271"/>
              <a:gd name="connsiteY13" fmla="*/ 3600708 h 5760000"/>
              <a:gd name="connsiteX14" fmla="*/ 3206318 w 4193271"/>
              <a:gd name="connsiteY14" fmla="*/ 3841191 h 5760000"/>
              <a:gd name="connsiteX15" fmla="*/ 3351997 w 4193271"/>
              <a:gd name="connsiteY15" fmla="*/ 3893511 h 5760000"/>
              <a:gd name="connsiteX16" fmla="*/ 3445175 w 4193271"/>
              <a:gd name="connsiteY16" fmla="*/ 3870081 h 5760000"/>
              <a:gd name="connsiteX17" fmla="*/ 3373068 w 4193271"/>
              <a:gd name="connsiteY17" fmla="*/ 3938211 h 5760000"/>
              <a:gd name="connsiteX18" fmla="*/ 1444983 w 4193271"/>
              <a:gd name="connsiteY18" fmla="*/ 3860870 h 5760000"/>
              <a:gd name="connsiteX19" fmla="*/ 1425005 w 4193271"/>
              <a:gd name="connsiteY19" fmla="*/ 3839188 h 5760000"/>
              <a:gd name="connsiteX20" fmla="*/ 1511589 w 4193271"/>
              <a:gd name="connsiteY20" fmla="*/ 3915942 h 5760000"/>
              <a:gd name="connsiteX21" fmla="*/ 2967472 w 4193271"/>
              <a:gd name="connsiteY21" fmla="*/ 3901060 h 5760000"/>
              <a:gd name="connsiteX22" fmla="*/ 3165571 w 4193271"/>
              <a:gd name="connsiteY22" fmla="*/ 3689022 h 5760000"/>
              <a:gd name="connsiteX23" fmla="*/ 2014101 w 4193271"/>
              <a:gd name="connsiteY23" fmla="*/ 2838419 h 5760000"/>
              <a:gd name="connsiteX24" fmla="*/ 1654894 w 4193271"/>
              <a:gd name="connsiteY24" fmla="*/ 3197626 h 5760000"/>
              <a:gd name="connsiteX25" fmla="*/ 2014101 w 4193271"/>
              <a:gd name="connsiteY25" fmla="*/ 3556833 h 5760000"/>
              <a:gd name="connsiteX26" fmla="*/ 2373308 w 4193271"/>
              <a:gd name="connsiteY26" fmla="*/ 3197626 h 5760000"/>
              <a:gd name="connsiteX27" fmla="*/ 2014101 w 4193271"/>
              <a:gd name="connsiteY27" fmla="*/ 2838419 h 5760000"/>
              <a:gd name="connsiteX28" fmla="*/ 2014101 w 4193271"/>
              <a:gd name="connsiteY28" fmla="*/ 2584676 h 5760000"/>
              <a:gd name="connsiteX29" fmla="*/ 2627051 w 4193271"/>
              <a:gd name="connsiteY29" fmla="*/ 3197626 h 5760000"/>
              <a:gd name="connsiteX30" fmla="*/ 2014101 w 4193271"/>
              <a:gd name="connsiteY30" fmla="*/ 3810576 h 5760000"/>
              <a:gd name="connsiteX31" fmla="*/ 1401151 w 4193271"/>
              <a:gd name="connsiteY31" fmla="*/ 3197626 h 5760000"/>
              <a:gd name="connsiteX32" fmla="*/ 2014101 w 4193271"/>
              <a:gd name="connsiteY32" fmla="*/ 2584676 h 5760000"/>
              <a:gd name="connsiteX33" fmla="*/ 2100218 w 4193271"/>
              <a:gd name="connsiteY33" fmla="*/ 2348612 h 5760000"/>
              <a:gd name="connsiteX34" fmla="*/ 1342298 w 4193271"/>
              <a:gd name="connsiteY34" fmla="*/ 3106532 h 5760000"/>
              <a:gd name="connsiteX35" fmla="*/ 2100218 w 4193271"/>
              <a:gd name="connsiteY35" fmla="*/ 3864452 h 5760000"/>
              <a:gd name="connsiteX36" fmla="*/ 2858138 w 4193271"/>
              <a:gd name="connsiteY36" fmla="*/ 3106532 h 5760000"/>
              <a:gd name="connsiteX37" fmla="*/ 2100218 w 4193271"/>
              <a:gd name="connsiteY37" fmla="*/ 2348612 h 5760000"/>
              <a:gd name="connsiteX38" fmla="*/ 2100217 w 4193271"/>
              <a:gd name="connsiteY38" fmla="*/ 2130818 h 5760000"/>
              <a:gd name="connsiteX39" fmla="*/ 3075930 w 4193271"/>
              <a:gd name="connsiteY39" fmla="*/ 3106531 h 5760000"/>
              <a:gd name="connsiteX40" fmla="*/ 2100217 w 4193271"/>
              <a:gd name="connsiteY40" fmla="*/ 4082244 h 5760000"/>
              <a:gd name="connsiteX41" fmla="*/ 1124504 w 4193271"/>
              <a:gd name="connsiteY41" fmla="*/ 3106531 h 5760000"/>
              <a:gd name="connsiteX42" fmla="*/ 2100217 w 4193271"/>
              <a:gd name="connsiteY42" fmla="*/ 2130818 h 5760000"/>
              <a:gd name="connsiteX43" fmla="*/ 1549780 w 4193271"/>
              <a:gd name="connsiteY43" fmla="*/ 1710641 h 5760000"/>
              <a:gd name="connsiteX44" fmla="*/ 1527406 w 4193271"/>
              <a:gd name="connsiteY44" fmla="*/ 1740128 h 5760000"/>
              <a:gd name="connsiteX45" fmla="*/ 1506171 w 4193271"/>
              <a:gd name="connsiteY45" fmla="*/ 1893454 h 5760000"/>
              <a:gd name="connsiteX46" fmla="*/ 1635494 w 4193271"/>
              <a:gd name="connsiteY46" fmla="*/ 1978517 h 5760000"/>
              <a:gd name="connsiteX47" fmla="*/ 1731261 w 4193271"/>
              <a:gd name="connsiteY47" fmla="*/ 1977622 h 5760000"/>
              <a:gd name="connsiteX48" fmla="*/ 1612394 w 4193271"/>
              <a:gd name="connsiteY48" fmla="*/ 2043334 h 5760000"/>
              <a:gd name="connsiteX49" fmla="*/ 1493694 w 4193271"/>
              <a:gd name="connsiteY49" fmla="*/ 2130073 h 5760000"/>
              <a:gd name="connsiteX50" fmla="*/ 1214571 w 4193271"/>
              <a:gd name="connsiteY50" fmla="*/ 3559026 h 5760000"/>
              <a:gd name="connsiteX51" fmla="*/ 1274319 w 4193271"/>
              <a:gd name="connsiteY51" fmla="*/ 3658114 h 5760000"/>
              <a:gd name="connsiteX52" fmla="*/ 1256627 w 4193271"/>
              <a:gd name="connsiteY52" fmla="*/ 3634529 h 5760000"/>
              <a:gd name="connsiteX53" fmla="*/ 1530845 w 4193271"/>
              <a:gd name="connsiteY53" fmla="*/ 1724477 h 5760000"/>
              <a:gd name="connsiteX54" fmla="*/ 1570547 w 4193271"/>
              <a:gd name="connsiteY54" fmla="*/ 758986 h 5760000"/>
              <a:gd name="connsiteX55" fmla="*/ 1564073 w 4193271"/>
              <a:gd name="connsiteY55" fmla="*/ 834588 h 5760000"/>
              <a:gd name="connsiteX56" fmla="*/ 1729207 w 4193271"/>
              <a:gd name="connsiteY56" fmla="*/ 1200238 h 5760000"/>
              <a:gd name="connsiteX57" fmla="*/ 1730119 w 4193271"/>
              <a:gd name="connsiteY57" fmla="*/ 1200821 h 5760000"/>
              <a:gd name="connsiteX58" fmla="*/ 1707222 w 4193271"/>
              <a:gd name="connsiteY58" fmla="*/ 1214627 h 5760000"/>
              <a:gd name="connsiteX59" fmla="*/ 1565710 w 4193271"/>
              <a:gd name="connsiteY59" fmla="*/ 1320784 h 5760000"/>
              <a:gd name="connsiteX60" fmla="*/ 1147026 w 4193271"/>
              <a:gd name="connsiteY60" fmla="*/ 3464214 h 5760000"/>
              <a:gd name="connsiteX61" fmla="*/ 1236647 w 4193271"/>
              <a:gd name="connsiteY61" fmla="*/ 3612846 h 5760000"/>
              <a:gd name="connsiteX62" fmla="*/ 1210109 w 4193271"/>
              <a:gd name="connsiteY62" fmla="*/ 3577468 h 5760000"/>
              <a:gd name="connsiteX63" fmla="*/ 1468432 w 4193271"/>
              <a:gd name="connsiteY63" fmla="*/ 852482 h 5760000"/>
              <a:gd name="connsiteX64" fmla="*/ 0 w 4193271"/>
              <a:gd name="connsiteY64" fmla="*/ 0 h 5760000"/>
              <a:gd name="connsiteX65" fmla="*/ 2 w 4193271"/>
              <a:gd name="connsiteY65" fmla="*/ 0 h 5760000"/>
              <a:gd name="connsiteX66" fmla="*/ 3042546 w 4193271"/>
              <a:gd name="connsiteY66" fmla="*/ 5030512 h 5760000"/>
              <a:gd name="connsiteX67" fmla="*/ 3240000 w 4193271"/>
              <a:gd name="connsiteY67" fmla="*/ 5107678 h 5760000"/>
              <a:gd name="connsiteX68" fmla="*/ 3240000 w 4193271"/>
              <a:gd name="connsiteY68" fmla="*/ 5760000 h 5760000"/>
              <a:gd name="connsiteX69" fmla="*/ 0 w 4193271"/>
              <a:gd name="connsiteY69" fmla="*/ 576000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193271" h="5760000">
                <a:moveTo>
                  <a:pt x="4045122" y="3694929"/>
                </a:moveTo>
                <a:lnTo>
                  <a:pt x="4038062" y="3721708"/>
                </a:lnTo>
                <a:cubicBezTo>
                  <a:pt x="4033072" y="3750413"/>
                  <a:pt x="4030452" y="3780134"/>
                  <a:pt x="4030452" y="3810576"/>
                </a:cubicBezTo>
                <a:cubicBezTo>
                  <a:pt x="4030452" y="3932344"/>
                  <a:pt x="4072375" y="4042583"/>
                  <a:pt x="4140154" y="4122381"/>
                </a:cubicBezTo>
                <a:lnTo>
                  <a:pt x="4193271" y="4173978"/>
                </a:lnTo>
                <a:lnTo>
                  <a:pt x="4045750" y="4264836"/>
                </a:lnTo>
                <a:cubicBezTo>
                  <a:pt x="3219765" y="4721178"/>
                  <a:pt x="2176664" y="4587634"/>
                  <a:pt x="1492643" y="3916979"/>
                </a:cubicBezTo>
                <a:lnTo>
                  <a:pt x="1462676" y="3884456"/>
                </a:lnTo>
                <a:lnTo>
                  <a:pt x="1592553" y="3999587"/>
                </a:lnTo>
                <a:cubicBezTo>
                  <a:pt x="2220088" y="4501776"/>
                  <a:pt x="3134507" y="4511415"/>
                  <a:pt x="3776377" y="3977264"/>
                </a:cubicBezTo>
                <a:cubicBezTo>
                  <a:pt x="3868073" y="3900956"/>
                  <a:pt x="3949867" y="3817164"/>
                  <a:pt x="4021608" y="3727515"/>
                </a:cubicBezTo>
                <a:close/>
                <a:moveTo>
                  <a:pt x="3228700" y="3589002"/>
                </a:moveTo>
                <a:lnTo>
                  <a:pt x="3237863" y="3600013"/>
                </a:lnTo>
                <a:lnTo>
                  <a:pt x="3237270" y="3600708"/>
                </a:lnTo>
                <a:cubicBezTo>
                  <a:pt x="3174708" y="3685174"/>
                  <a:pt x="3159151" y="3780754"/>
                  <a:pt x="3206318" y="3841191"/>
                </a:cubicBezTo>
                <a:cubicBezTo>
                  <a:pt x="3237763" y="3881483"/>
                  <a:pt x="3291131" y="3898526"/>
                  <a:pt x="3351997" y="3893511"/>
                </a:cubicBezTo>
                <a:lnTo>
                  <a:pt x="3445175" y="3870081"/>
                </a:lnTo>
                <a:lnTo>
                  <a:pt x="3373068" y="3938211"/>
                </a:lnTo>
                <a:cubicBezTo>
                  <a:pt x="2799969" y="4415131"/>
                  <a:pt x="1966142" y="4371844"/>
                  <a:pt x="1444983" y="3860870"/>
                </a:cubicBezTo>
                <a:lnTo>
                  <a:pt x="1425005" y="3839188"/>
                </a:lnTo>
                <a:lnTo>
                  <a:pt x="1511589" y="3915942"/>
                </a:lnTo>
                <a:cubicBezTo>
                  <a:pt x="1929946" y="4250734"/>
                  <a:pt x="2539558" y="4257160"/>
                  <a:pt x="2967472" y="3901060"/>
                </a:cubicBezTo>
                <a:cubicBezTo>
                  <a:pt x="3043885" y="3837470"/>
                  <a:pt x="3109983" y="3766083"/>
                  <a:pt x="3165571" y="3689022"/>
                </a:cubicBezTo>
                <a:close/>
                <a:moveTo>
                  <a:pt x="2014101" y="2838419"/>
                </a:moveTo>
                <a:cubicBezTo>
                  <a:pt x="1815716" y="2838419"/>
                  <a:pt x="1654894" y="2999241"/>
                  <a:pt x="1654894" y="3197626"/>
                </a:cubicBezTo>
                <a:cubicBezTo>
                  <a:pt x="1654894" y="3396011"/>
                  <a:pt x="1815716" y="3556833"/>
                  <a:pt x="2014101" y="3556833"/>
                </a:cubicBezTo>
                <a:cubicBezTo>
                  <a:pt x="2212486" y="3556833"/>
                  <a:pt x="2373308" y="3396011"/>
                  <a:pt x="2373308" y="3197626"/>
                </a:cubicBezTo>
                <a:cubicBezTo>
                  <a:pt x="2373308" y="2999241"/>
                  <a:pt x="2212486" y="2838419"/>
                  <a:pt x="2014101" y="2838419"/>
                </a:cubicBezTo>
                <a:close/>
                <a:moveTo>
                  <a:pt x="2014101" y="2584676"/>
                </a:moveTo>
                <a:cubicBezTo>
                  <a:pt x="2352624" y="2584676"/>
                  <a:pt x="2627051" y="2859103"/>
                  <a:pt x="2627051" y="3197626"/>
                </a:cubicBezTo>
                <a:cubicBezTo>
                  <a:pt x="2627051" y="3536149"/>
                  <a:pt x="2352624" y="3810576"/>
                  <a:pt x="2014101" y="3810576"/>
                </a:cubicBezTo>
                <a:cubicBezTo>
                  <a:pt x="1675578" y="3810576"/>
                  <a:pt x="1401151" y="3536149"/>
                  <a:pt x="1401151" y="3197626"/>
                </a:cubicBezTo>
                <a:cubicBezTo>
                  <a:pt x="1401151" y="2859103"/>
                  <a:pt x="1675578" y="2584676"/>
                  <a:pt x="2014101" y="2584676"/>
                </a:cubicBezTo>
                <a:close/>
                <a:moveTo>
                  <a:pt x="2100218" y="2348612"/>
                </a:moveTo>
                <a:cubicBezTo>
                  <a:pt x="1681630" y="2348612"/>
                  <a:pt x="1342298" y="2687945"/>
                  <a:pt x="1342298" y="3106532"/>
                </a:cubicBezTo>
                <a:cubicBezTo>
                  <a:pt x="1342298" y="3525120"/>
                  <a:pt x="1681630" y="3864452"/>
                  <a:pt x="2100218" y="3864452"/>
                </a:cubicBezTo>
                <a:cubicBezTo>
                  <a:pt x="2518806" y="3864452"/>
                  <a:pt x="2858138" y="3525120"/>
                  <a:pt x="2858138" y="3106532"/>
                </a:cubicBezTo>
                <a:cubicBezTo>
                  <a:pt x="2858138" y="2687945"/>
                  <a:pt x="2518806" y="2348612"/>
                  <a:pt x="2100218" y="2348612"/>
                </a:cubicBezTo>
                <a:close/>
                <a:moveTo>
                  <a:pt x="2100217" y="2130818"/>
                </a:moveTo>
                <a:cubicBezTo>
                  <a:pt x="2639089" y="2130818"/>
                  <a:pt x="3075930" y="2567659"/>
                  <a:pt x="3075930" y="3106531"/>
                </a:cubicBezTo>
                <a:cubicBezTo>
                  <a:pt x="3075930" y="3645403"/>
                  <a:pt x="2639089" y="4082244"/>
                  <a:pt x="2100217" y="4082244"/>
                </a:cubicBezTo>
                <a:cubicBezTo>
                  <a:pt x="1561345" y="4082244"/>
                  <a:pt x="1124504" y="3645403"/>
                  <a:pt x="1124504" y="3106531"/>
                </a:cubicBezTo>
                <a:cubicBezTo>
                  <a:pt x="1124504" y="2567659"/>
                  <a:pt x="1561345" y="2130818"/>
                  <a:pt x="2100217" y="2130818"/>
                </a:cubicBezTo>
                <a:close/>
                <a:moveTo>
                  <a:pt x="1549780" y="1710641"/>
                </a:moveTo>
                <a:lnTo>
                  <a:pt x="1527406" y="1740128"/>
                </a:lnTo>
                <a:cubicBezTo>
                  <a:pt x="1494726" y="1791721"/>
                  <a:pt x="1485066" y="1846906"/>
                  <a:pt x="1506171" y="1893454"/>
                </a:cubicBezTo>
                <a:cubicBezTo>
                  <a:pt x="1527277" y="1940003"/>
                  <a:pt x="1575152" y="1969101"/>
                  <a:pt x="1635494" y="1978517"/>
                </a:cubicBezTo>
                <a:lnTo>
                  <a:pt x="1731261" y="1977622"/>
                </a:lnTo>
                <a:lnTo>
                  <a:pt x="1612394" y="2043334"/>
                </a:lnTo>
                <a:cubicBezTo>
                  <a:pt x="1571556" y="2069373"/>
                  <a:pt x="1531901" y="2098278"/>
                  <a:pt x="1493694" y="2130073"/>
                </a:cubicBezTo>
                <a:cubicBezTo>
                  <a:pt x="1065780" y="2486174"/>
                  <a:pt x="961352" y="3086809"/>
                  <a:pt x="1214571" y="3559026"/>
                </a:cubicBezTo>
                <a:lnTo>
                  <a:pt x="1274319" y="3658114"/>
                </a:lnTo>
                <a:lnTo>
                  <a:pt x="1256627" y="3634529"/>
                </a:lnTo>
                <a:cubicBezTo>
                  <a:pt x="848834" y="3029214"/>
                  <a:pt x="957746" y="2201398"/>
                  <a:pt x="1530845" y="1724477"/>
                </a:cubicBezTo>
                <a:close/>
                <a:moveTo>
                  <a:pt x="1570547" y="758986"/>
                </a:moveTo>
                <a:lnTo>
                  <a:pt x="1564073" y="834588"/>
                </a:lnTo>
                <a:cubicBezTo>
                  <a:pt x="1564073" y="986798"/>
                  <a:pt x="1629577" y="1120995"/>
                  <a:pt x="1729207" y="1200238"/>
                </a:cubicBezTo>
                <a:lnTo>
                  <a:pt x="1730119" y="1200821"/>
                </a:lnTo>
                <a:lnTo>
                  <a:pt x="1707222" y="1214627"/>
                </a:lnTo>
                <a:cubicBezTo>
                  <a:pt x="1658797" y="1247251"/>
                  <a:pt x="1611558" y="1282630"/>
                  <a:pt x="1565710" y="1320784"/>
                </a:cubicBezTo>
                <a:cubicBezTo>
                  <a:pt x="923840" y="1854935"/>
                  <a:pt x="767197" y="2755889"/>
                  <a:pt x="1147026" y="3464214"/>
                </a:cubicBezTo>
                <a:lnTo>
                  <a:pt x="1236647" y="3612846"/>
                </a:lnTo>
                <a:lnTo>
                  <a:pt x="1210109" y="3577468"/>
                </a:lnTo>
                <a:cubicBezTo>
                  <a:pt x="636649" y="2726244"/>
                  <a:pt x="744395" y="1581683"/>
                  <a:pt x="1468432" y="852482"/>
                </a:cubicBezTo>
                <a:close/>
                <a:moveTo>
                  <a:pt x="0" y="0"/>
                </a:moveTo>
                <a:lnTo>
                  <a:pt x="2" y="0"/>
                </a:lnTo>
                <a:cubicBezTo>
                  <a:pt x="2" y="2310742"/>
                  <a:pt x="1267084" y="4279676"/>
                  <a:pt x="3042546" y="5030512"/>
                </a:cubicBezTo>
                <a:lnTo>
                  <a:pt x="3240000" y="5107678"/>
                </a:lnTo>
                <a:lnTo>
                  <a:pt x="3240000" y="5760000"/>
                </a:lnTo>
                <a:lnTo>
                  <a:pt x="0" y="5760000"/>
                </a:lnTo>
                <a:close/>
              </a:path>
            </a:pathLst>
          </a:cu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99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626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10029000" y="351160"/>
            <a:ext cx="1082348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虚拟局域网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pPr algn="r"/>
            <a:r>
              <a:rPr lang="en-US" altLang="zh-CN" sz="1050" i="0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ea typeface="Exo 2 Thin" charset="0"/>
                <a:cs typeface="Courier New" panose="02070309020205020404" pitchFamily="49" charset="0"/>
                <a:sym typeface="Exo 2 Light" panose="00000400000000000000" pitchFamily="50" charset="0"/>
              </a:rPr>
              <a:t>Virtual LAN</a:t>
            </a:r>
            <a:endParaRPr lang="en-US" sz="1050" i="0" spc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ea typeface="Exo 2 Thin" charset="0"/>
              <a:cs typeface="Courier New" panose="02070309020205020404" pitchFamily="49" charset="0"/>
              <a:sym typeface="Exo 2 Light" panose="00000400000000000000" pitchFamily="50" charset="0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20A16C-6066-44BA-846E-4C9C552AD2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1050272"/>
            <a:ext cx="10800000" cy="5220044"/>
          </a:xfrm>
        </p:spPr>
        <p:txBody>
          <a:bodyPr/>
          <a:lstStyle>
            <a:lvl1pPr marL="228600" indent="-228600" algn="just">
              <a:buFont typeface="Wingdings 2" panose="05020102010507070707" pitchFamily="18" charset="2"/>
              <a:buChar char=""/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E70C58A-5A85-4832-B6D7-16830C470707}"/>
              </a:ext>
            </a:extLst>
          </p:cNvPr>
          <p:cNvSpPr/>
          <p:nvPr/>
        </p:nvSpPr>
        <p:spPr>
          <a:xfrm rot="374285">
            <a:off x="6113946" y="568559"/>
            <a:ext cx="108000" cy="1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C82F87F-1BF8-46C1-A5E3-DA3CF824850F}"/>
              </a:ext>
            </a:extLst>
          </p:cNvPr>
          <p:cNvSpPr/>
          <p:nvPr/>
        </p:nvSpPr>
        <p:spPr>
          <a:xfrm>
            <a:off x="5578593" y="585657"/>
            <a:ext cx="132525" cy="126757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14CD21A-C39D-4795-83CD-774FD349585D}"/>
              </a:ext>
            </a:extLst>
          </p:cNvPr>
          <p:cNvSpPr/>
          <p:nvPr/>
        </p:nvSpPr>
        <p:spPr>
          <a:xfrm>
            <a:off x="3587139" y="636556"/>
            <a:ext cx="115820" cy="11077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B2837F6-1D7D-46DA-8111-809E9C8B0A67}"/>
              </a:ext>
            </a:extLst>
          </p:cNvPr>
          <p:cNvSpPr/>
          <p:nvPr/>
        </p:nvSpPr>
        <p:spPr>
          <a:xfrm>
            <a:off x="2834591" y="881291"/>
            <a:ext cx="132525" cy="12675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1AB2BC1-E267-4710-B496-D53DA744DE30}"/>
              </a:ext>
            </a:extLst>
          </p:cNvPr>
          <p:cNvSpPr/>
          <p:nvPr/>
        </p:nvSpPr>
        <p:spPr>
          <a:xfrm rot="374285">
            <a:off x="3132239" y="347562"/>
            <a:ext cx="95082" cy="90944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E02D594-6540-4CD5-9CDE-9001117B20E9}"/>
              </a:ext>
            </a:extLst>
          </p:cNvPr>
          <p:cNvSpPr/>
          <p:nvPr/>
        </p:nvSpPr>
        <p:spPr>
          <a:xfrm>
            <a:off x="2369293" y="587356"/>
            <a:ext cx="95082" cy="90944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7450177-3DC4-4063-9A91-85BDBC7A780E}"/>
              </a:ext>
            </a:extLst>
          </p:cNvPr>
          <p:cNvSpPr/>
          <p:nvPr/>
        </p:nvSpPr>
        <p:spPr>
          <a:xfrm>
            <a:off x="1169372" y="810027"/>
            <a:ext cx="132525" cy="12675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B691F92-4285-438C-8B71-569CDBA913BC}"/>
              </a:ext>
            </a:extLst>
          </p:cNvPr>
          <p:cNvSpPr/>
          <p:nvPr/>
        </p:nvSpPr>
        <p:spPr>
          <a:xfrm>
            <a:off x="245265" y="739350"/>
            <a:ext cx="92438" cy="88415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7D649CF-34AF-43C0-80EE-504F388BEB1A}"/>
              </a:ext>
            </a:extLst>
          </p:cNvPr>
          <p:cNvSpPr/>
          <p:nvPr/>
        </p:nvSpPr>
        <p:spPr>
          <a:xfrm>
            <a:off x="474775" y="479952"/>
            <a:ext cx="132525" cy="126757"/>
          </a:xfrm>
          <a:prstGeom prst="ellipse">
            <a:avLst/>
          </a:prstGeom>
          <a:solidFill>
            <a:schemeClr val="accent2">
              <a:lumMod val="40000"/>
              <a:lumOff val="6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C3BC982-0A71-4DAD-AC1C-2DEA049913C3}"/>
              </a:ext>
            </a:extLst>
          </p:cNvPr>
          <p:cNvSpPr/>
          <p:nvPr/>
        </p:nvSpPr>
        <p:spPr>
          <a:xfrm>
            <a:off x="1395418" y="421590"/>
            <a:ext cx="132525" cy="126757"/>
          </a:xfrm>
          <a:prstGeom prst="ellipse">
            <a:avLst/>
          </a:prstGeom>
          <a:solidFill>
            <a:schemeClr val="bg1">
              <a:lumMod val="6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77E03B8-1E2B-4537-A018-26391B9575C4}"/>
              </a:ext>
            </a:extLst>
          </p:cNvPr>
          <p:cNvSpPr/>
          <p:nvPr/>
        </p:nvSpPr>
        <p:spPr>
          <a:xfrm>
            <a:off x="5013277" y="590622"/>
            <a:ext cx="108000" cy="108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592E938-A3ED-44EC-93E9-1785BE2E4EDD}"/>
              </a:ext>
            </a:extLst>
          </p:cNvPr>
          <p:cNvSpPr/>
          <p:nvPr/>
        </p:nvSpPr>
        <p:spPr>
          <a:xfrm>
            <a:off x="6768174" y="0"/>
            <a:ext cx="90727" cy="86778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DCEBC96-4EF5-41F1-9446-466FFB5DC9CD}"/>
              </a:ext>
            </a:extLst>
          </p:cNvPr>
          <p:cNvSpPr/>
          <p:nvPr/>
        </p:nvSpPr>
        <p:spPr>
          <a:xfrm>
            <a:off x="5297006" y="262417"/>
            <a:ext cx="90727" cy="86778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0785AE5-CD30-41AA-ACB0-765EB9154018}"/>
              </a:ext>
            </a:extLst>
          </p:cNvPr>
          <p:cNvSpPr/>
          <p:nvPr/>
        </p:nvSpPr>
        <p:spPr>
          <a:xfrm>
            <a:off x="2169015" y="236884"/>
            <a:ext cx="90727" cy="86778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4F9C78BD-7254-43D0-B63D-81A0C10A2BC2}"/>
              </a:ext>
            </a:extLst>
          </p:cNvPr>
          <p:cNvSpPr/>
          <p:nvPr/>
        </p:nvSpPr>
        <p:spPr>
          <a:xfrm>
            <a:off x="925950" y="151250"/>
            <a:ext cx="90727" cy="86778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00D9AED-3611-4A19-A09B-53C3B2A2818F}"/>
              </a:ext>
            </a:extLst>
          </p:cNvPr>
          <p:cNvSpPr/>
          <p:nvPr/>
        </p:nvSpPr>
        <p:spPr>
          <a:xfrm>
            <a:off x="3830937" y="316514"/>
            <a:ext cx="107744" cy="103054"/>
          </a:xfrm>
          <a:prstGeom prst="ellipse">
            <a:avLst/>
          </a:prstGeom>
          <a:solidFill>
            <a:schemeClr val="accent2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A6F858B9-2052-4F86-BC88-E78AD36ED096}"/>
              </a:ext>
            </a:extLst>
          </p:cNvPr>
          <p:cNvSpPr/>
          <p:nvPr/>
        </p:nvSpPr>
        <p:spPr>
          <a:xfrm>
            <a:off x="4429954" y="527376"/>
            <a:ext cx="102912" cy="98432"/>
          </a:xfrm>
          <a:prstGeom prst="ellipse">
            <a:avLst/>
          </a:prstGeom>
          <a:solidFill>
            <a:schemeClr val="bg1">
              <a:lumMod val="6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6BCFA25F-2B9D-4F6E-B38B-19F53F45D1CF}"/>
              </a:ext>
            </a:extLst>
          </p:cNvPr>
          <p:cNvSpPr/>
          <p:nvPr/>
        </p:nvSpPr>
        <p:spPr>
          <a:xfrm>
            <a:off x="7287130" y="240100"/>
            <a:ext cx="132525" cy="126757"/>
          </a:xfrm>
          <a:prstGeom prst="ellipse">
            <a:avLst/>
          </a:prstGeom>
          <a:solidFill>
            <a:schemeClr val="bg1">
              <a:lumMod val="6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F57988D-049C-4D78-A536-99EC4D0BAB04}"/>
              </a:ext>
            </a:extLst>
          </p:cNvPr>
          <p:cNvCxnSpPr>
            <a:cxnSpLocks/>
            <a:stCxn id="11" idx="6"/>
            <a:endCxn id="28" idx="3"/>
          </p:cNvCxnSpPr>
          <p:nvPr/>
        </p:nvCxnSpPr>
        <p:spPr>
          <a:xfrm flipV="1">
            <a:off x="6221626" y="348294"/>
            <a:ext cx="1084912" cy="2801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F3D42FA-2034-4BBA-AFD3-B3C0A5A65D39}"/>
              </a:ext>
            </a:extLst>
          </p:cNvPr>
          <p:cNvCxnSpPr>
            <a:cxnSpLocks/>
            <a:stCxn id="11" idx="2"/>
            <a:endCxn id="12" idx="6"/>
          </p:cNvCxnSpPr>
          <p:nvPr/>
        </p:nvCxnSpPr>
        <p:spPr>
          <a:xfrm flipH="1">
            <a:off x="5711118" y="616691"/>
            <a:ext cx="403148" cy="3234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B24ED17-C590-4CB2-B1A4-6D7EC6DCA772}"/>
              </a:ext>
            </a:extLst>
          </p:cNvPr>
          <p:cNvCxnSpPr>
            <a:cxnSpLocks/>
            <a:stCxn id="22" idx="3"/>
            <a:endCxn id="11" idx="7"/>
          </p:cNvCxnSpPr>
          <p:nvPr/>
        </p:nvCxnSpPr>
        <p:spPr>
          <a:xfrm flipH="1">
            <a:off x="6210053" y="74070"/>
            <a:ext cx="571408" cy="5146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9834F15-9349-468B-B5E5-8659E935A5A2}"/>
              </a:ext>
            </a:extLst>
          </p:cNvPr>
          <p:cNvCxnSpPr>
            <a:cxnSpLocks/>
            <a:stCxn id="19" idx="5"/>
            <a:endCxn id="17" idx="1"/>
          </p:cNvCxnSpPr>
          <p:nvPr/>
        </p:nvCxnSpPr>
        <p:spPr>
          <a:xfrm>
            <a:off x="587892" y="588146"/>
            <a:ext cx="600888" cy="24044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336D1BB-3A65-4649-9B52-09502722C357}"/>
              </a:ext>
            </a:extLst>
          </p:cNvPr>
          <p:cNvCxnSpPr>
            <a:cxnSpLocks/>
            <a:stCxn id="17" idx="2"/>
            <a:endCxn id="18" idx="6"/>
          </p:cNvCxnSpPr>
          <p:nvPr/>
        </p:nvCxnSpPr>
        <p:spPr>
          <a:xfrm flipH="1" flipV="1">
            <a:off x="337703" y="783558"/>
            <a:ext cx="831669" cy="898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30AE0D1-FDFD-46A6-829E-66306B877083}"/>
              </a:ext>
            </a:extLst>
          </p:cNvPr>
          <p:cNvCxnSpPr>
            <a:cxnSpLocks/>
            <a:stCxn id="20" idx="4"/>
            <a:endCxn id="17" idx="7"/>
          </p:cNvCxnSpPr>
          <p:nvPr/>
        </p:nvCxnSpPr>
        <p:spPr>
          <a:xfrm flipH="1">
            <a:off x="1282489" y="548347"/>
            <a:ext cx="179192" cy="28024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AA5C445-D90A-4189-A07F-D15BA880046F}"/>
              </a:ext>
            </a:extLst>
          </p:cNvPr>
          <p:cNvCxnSpPr>
            <a:cxnSpLocks/>
            <a:stCxn id="23" idx="5"/>
            <a:endCxn id="12" idx="1"/>
          </p:cNvCxnSpPr>
          <p:nvPr/>
        </p:nvCxnSpPr>
        <p:spPr>
          <a:xfrm>
            <a:off x="5374446" y="336487"/>
            <a:ext cx="223555" cy="2677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0F8A100-95DF-45C4-A02E-0C8C46B4314C}"/>
              </a:ext>
            </a:extLst>
          </p:cNvPr>
          <p:cNvCxnSpPr>
            <a:cxnSpLocks/>
            <a:stCxn id="26" idx="6"/>
            <a:endCxn id="27" idx="1"/>
          </p:cNvCxnSpPr>
          <p:nvPr/>
        </p:nvCxnSpPr>
        <p:spPr>
          <a:xfrm>
            <a:off x="3938681" y="368041"/>
            <a:ext cx="506344" cy="1737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DDDDB52B-FF38-4869-8A0D-494CE5550BDB}"/>
              </a:ext>
            </a:extLst>
          </p:cNvPr>
          <p:cNvCxnSpPr>
            <a:cxnSpLocks/>
            <a:stCxn id="16" idx="7"/>
            <a:endCxn id="15" idx="2"/>
          </p:cNvCxnSpPr>
          <p:nvPr/>
        </p:nvCxnSpPr>
        <p:spPr>
          <a:xfrm flipV="1">
            <a:off x="2450451" y="387868"/>
            <a:ext cx="682069" cy="2128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63548ED-507F-4F3D-836C-81039DF3B1E7}"/>
              </a:ext>
            </a:extLst>
          </p:cNvPr>
          <p:cNvCxnSpPr>
            <a:cxnSpLocks/>
            <a:stCxn id="17" idx="6"/>
            <a:endCxn id="16" idx="3"/>
          </p:cNvCxnSpPr>
          <p:nvPr/>
        </p:nvCxnSpPr>
        <p:spPr>
          <a:xfrm flipV="1">
            <a:off x="1301897" y="664982"/>
            <a:ext cx="1081320" cy="2084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19E4C08-CB97-4EC4-A528-10913EA80E69}"/>
              </a:ext>
            </a:extLst>
          </p:cNvPr>
          <p:cNvCxnSpPr>
            <a:cxnSpLocks/>
            <a:stCxn id="23" idx="6"/>
            <a:endCxn id="11" idx="1"/>
          </p:cNvCxnSpPr>
          <p:nvPr/>
        </p:nvCxnSpPr>
        <p:spPr>
          <a:xfrm>
            <a:off x="5387733" y="305806"/>
            <a:ext cx="746404" cy="27464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F1511854-D175-4227-8D60-EBAF0717F6DD}"/>
              </a:ext>
            </a:extLst>
          </p:cNvPr>
          <p:cNvCxnSpPr>
            <a:cxnSpLocks/>
            <a:stCxn id="23" idx="3"/>
            <a:endCxn id="21" idx="0"/>
          </p:cNvCxnSpPr>
          <p:nvPr/>
        </p:nvCxnSpPr>
        <p:spPr>
          <a:xfrm flipH="1">
            <a:off x="5067277" y="336487"/>
            <a:ext cx="243016" cy="2541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176E4B19-9F97-4F83-AA6D-5A8CBE468573}"/>
              </a:ext>
            </a:extLst>
          </p:cNvPr>
          <p:cNvCxnSpPr>
            <a:cxnSpLocks/>
            <a:stCxn id="13" idx="3"/>
            <a:endCxn id="14" idx="6"/>
          </p:cNvCxnSpPr>
          <p:nvPr/>
        </p:nvCxnSpPr>
        <p:spPr>
          <a:xfrm flipH="1">
            <a:off x="2967116" y="731112"/>
            <a:ext cx="636984" cy="21355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7A9D0DD-9F1B-4A1A-B7F1-B6E664603E79}"/>
              </a:ext>
            </a:extLst>
          </p:cNvPr>
          <p:cNvCxnSpPr>
            <a:cxnSpLocks/>
            <a:stCxn id="15" idx="4"/>
            <a:endCxn id="14" idx="7"/>
          </p:cNvCxnSpPr>
          <p:nvPr/>
        </p:nvCxnSpPr>
        <p:spPr>
          <a:xfrm flipH="1">
            <a:off x="2947708" y="438237"/>
            <a:ext cx="227131" cy="4616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C284FBF-DF36-40EF-86F6-16AC04A270E2}"/>
              </a:ext>
            </a:extLst>
          </p:cNvPr>
          <p:cNvCxnSpPr>
            <a:cxnSpLocks/>
            <a:stCxn id="16" idx="5"/>
            <a:endCxn id="14" idx="2"/>
          </p:cNvCxnSpPr>
          <p:nvPr/>
        </p:nvCxnSpPr>
        <p:spPr>
          <a:xfrm>
            <a:off x="2450451" y="664982"/>
            <a:ext cx="384140" cy="2796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383EE05-8E61-4A85-A91D-D1417FCC1D5F}"/>
              </a:ext>
            </a:extLst>
          </p:cNvPr>
          <p:cNvCxnSpPr>
            <a:cxnSpLocks/>
            <a:stCxn id="20" idx="6"/>
            <a:endCxn id="16" idx="1"/>
          </p:cNvCxnSpPr>
          <p:nvPr/>
        </p:nvCxnSpPr>
        <p:spPr>
          <a:xfrm>
            <a:off x="1527943" y="484969"/>
            <a:ext cx="855274" cy="1157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8A049FF-C96C-460A-B2CD-FFC3F6D73658}"/>
              </a:ext>
            </a:extLst>
          </p:cNvPr>
          <p:cNvCxnSpPr>
            <a:cxnSpLocks/>
            <a:stCxn id="24" idx="3"/>
            <a:endCxn id="20" idx="7"/>
          </p:cNvCxnSpPr>
          <p:nvPr/>
        </p:nvCxnSpPr>
        <p:spPr>
          <a:xfrm flipH="1">
            <a:off x="1508535" y="310954"/>
            <a:ext cx="673767" cy="12919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06D5248-8E0C-47C8-A71F-38D641918AF8}"/>
              </a:ext>
            </a:extLst>
          </p:cNvPr>
          <p:cNvCxnSpPr>
            <a:cxnSpLocks/>
            <a:stCxn id="23" idx="2"/>
            <a:endCxn id="27" idx="7"/>
          </p:cNvCxnSpPr>
          <p:nvPr/>
        </p:nvCxnSpPr>
        <p:spPr>
          <a:xfrm flipH="1">
            <a:off x="4517795" y="305806"/>
            <a:ext cx="779211" cy="2359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ADAE38AF-A576-42C8-8850-5F9F0F06D3FA}"/>
              </a:ext>
            </a:extLst>
          </p:cNvPr>
          <p:cNvCxnSpPr>
            <a:cxnSpLocks/>
            <a:stCxn id="22" idx="2"/>
            <a:endCxn id="23" idx="7"/>
          </p:cNvCxnSpPr>
          <p:nvPr/>
        </p:nvCxnSpPr>
        <p:spPr>
          <a:xfrm flipH="1">
            <a:off x="5374446" y="43389"/>
            <a:ext cx="1393728" cy="231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B8FE99F-F5FC-4420-B37A-75F109AE28D7}"/>
              </a:ext>
            </a:extLst>
          </p:cNvPr>
          <p:cNvCxnSpPr>
            <a:cxnSpLocks/>
            <a:stCxn id="27" idx="6"/>
            <a:endCxn id="21" idx="2"/>
          </p:cNvCxnSpPr>
          <p:nvPr/>
        </p:nvCxnSpPr>
        <p:spPr>
          <a:xfrm>
            <a:off x="4532866" y="576592"/>
            <a:ext cx="480411" cy="6803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5EA1E4D-310E-4749-B60D-9B05C967D9B0}"/>
              </a:ext>
            </a:extLst>
          </p:cNvPr>
          <p:cNvCxnSpPr>
            <a:cxnSpLocks/>
            <a:stCxn id="24" idx="5"/>
            <a:endCxn id="16" idx="0"/>
          </p:cNvCxnSpPr>
          <p:nvPr/>
        </p:nvCxnSpPr>
        <p:spPr>
          <a:xfrm>
            <a:off x="2246455" y="310954"/>
            <a:ext cx="170379" cy="2764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4F1EBD42-7758-4DD4-B8E1-8C41CBFEDC0F}"/>
              </a:ext>
            </a:extLst>
          </p:cNvPr>
          <p:cNvCxnSpPr>
            <a:cxnSpLocks/>
            <a:stCxn id="89" idx="5"/>
          </p:cNvCxnSpPr>
          <p:nvPr/>
        </p:nvCxnSpPr>
        <p:spPr>
          <a:xfrm>
            <a:off x="3019716" y="74070"/>
            <a:ext cx="138693" cy="2809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FDB5DFAE-307D-4F16-BF3B-C5F160B3D503}"/>
              </a:ext>
            </a:extLst>
          </p:cNvPr>
          <p:cNvCxnSpPr>
            <a:cxnSpLocks/>
            <a:stCxn id="101" idx="5"/>
            <a:endCxn id="19" idx="1"/>
          </p:cNvCxnSpPr>
          <p:nvPr/>
        </p:nvCxnSpPr>
        <p:spPr>
          <a:xfrm>
            <a:off x="119612" y="115019"/>
            <a:ext cx="374571" cy="38349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518921FA-0CC5-4DF5-B3EC-CB661C7EB6BB}"/>
              </a:ext>
            </a:extLst>
          </p:cNvPr>
          <p:cNvCxnSpPr>
            <a:cxnSpLocks/>
            <a:stCxn id="13" idx="6"/>
            <a:endCxn id="27" idx="3"/>
          </p:cNvCxnSpPr>
          <p:nvPr/>
        </p:nvCxnSpPr>
        <p:spPr>
          <a:xfrm flipV="1">
            <a:off x="3702959" y="611393"/>
            <a:ext cx="742066" cy="8055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295C4407-68F4-456A-A554-50261B51366A}"/>
              </a:ext>
            </a:extLst>
          </p:cNvPr>
          <p:cNvCxnSpPr>
            <a:cxnSpLocks/>
            <a:stCxn id="13" idx="0"/>
            <a:endCxn id="26" idx="4"/>
          </p:cNvCxnSpPr>
          <p:nvPr/>
        </p:nvCxnSpPr>
        <p:spPr>
          <a:xfrm flipV="1">
            <a:off x="3645049" y="419568"/>
            <a:ext cx="239760" cy="2169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892379BE-F813-4A7D-8340-42365B6A55DA}"/>
              </a:ext>
            </a:extLst>
          </p:cNvPr>
          <p:cNvCxnSpPr>
            <a:cxnSpLocks/>
            <a:stCxn id="13" idx="1"/>
            <a:endCxn id="15" idx="5"/>
          </p:cNvCxnSpPr>
          <p:nvPr/>
        </p:nvCxnSpPr>
        <p:spPr>
          <a:xfrm flipH="1" flipV="1">
            <a:off x="3209704" y="428650"/>
            <a:ext cx="394396" cy="22412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8C25CA83-739A-45BB-9832-DEE30BADFDB4}"/>
              </a:ext>
            </a:extLst>
          </p:cNvPr>
          <p:cNvCxnSpPr>
            <a:cxnSpLocks/>
            <a:stCxn id="26" idx="2"/>
            <a:endCxn id="15" idx="7"/>
          </p:cNvCxnSpPr>
          <p:nvPr/>
        </p:nvCxnSpPr>
        <p:spPr>
          <a:xfrm flipH="1" flipV="1">
            <a:off x="3216692" y="364723"/>
            <a:ext cx="614245" cy="331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3E807B79-5434-4949-8936-50FCA93E0E43}"/>
              </a:ext>
            </a:extLst>
          </p:cNvPr>
          <p:cNvCxnSpPr>
            <a:cxnSpLocks/>
            <a:stCxn id="26" idx="7"/>
            <a:endCxn id="76" idx="2"/>
          </p:cNvCxnSpPr>
          <p:nvPr/>
        </p:nvCxnSpPr>
        <p:spPr>
          <a:xfrm flipV="1">
            <a:off x="3922902" y="43389"/>
            <a:ext cx="514991" cy="2882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728192E-902E-423E-B8CF-43B2D5A20881}"/>
              </a:ext>
            </a:extLst>
          </p:cNvPr>
          <p:cNvCxnSpPr>
            <a:cxnSpLocks/>
            <a:stCxn id="89" idx="6"/>
            <a:endCxn id="26" idx="0"/>
          </p:cNvCxnSpPr>
          <p:nvPr/>
        </p:nvCxnSpPr>
        <p:spPr>
          <a:xfrm>
            <a:off x="3033003" y="43389"/>
            <a:ext cx="851806" cy="2731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16CB4E7A-44DB-4A64-93F2-BB06DBC99A07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 flipV="1">
            <a:off x="607300" y="484969"/>
            <a:ext cx="788118" cy="5836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EDBE1156-FDC8-4DE2-B587-33F0C37EFB69}"/>
              </a:ext>
            </a:extLst>
          </p:cNvPr>
          <p:cNvCxnSpPr>
            <a:cxnSpLocks/>
            <a:stCxn id="19" idx="0"/>
            <a:endCxn id="25" idx="3"/>
          </p:cNvCxnSpPr>
          <p:nvPr/>
        </p:nvCxnSpPr>
        <p:spPr>
          <a:xfrm flipV="1">
            <a:off x="541038" y="225320"/>
            <a:ext cx="398199" cy="2546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F0E83090-2481-476D-ACEF-A67D7B5914B7}"/>
              </a:ext>
            </a:extLst>
          </p:cNvPr>
          <p:cNvCxnSpPr>
            <a:cxnSpLocks/>
            <a:stCxn id="20" idx="1"/>
            <a:endCxn id="25" idx="5"/>
          </p:cNvCxnSpPr>
          <p:nvPr/>
        </p:nvCxnSpPr>
        <p:spPr>
          <a:xfrm flipH="1" flipV="1">
            <a:off x="1003390" y="225320"/>
            <a:ext cx="411436" cy="2148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4B1DAAC1-BA9B-409D-970B-A5D12C8596EA}"/>
              </a:ext>
            </a:extLst>
          </p:cNvPr>
          <p:cNvCxnSpPr>
            <a:cxnSpLocks/>
            <a:stCxn id="16" idx="0"/>
            <a:endCxn id="89" idx="3"/>
          </p:cNvCxnSpPr>
          <p:nvPr/>
        </p:nvCxnSpPr>
        <p:spPr>
          <a:xfrm flipV="1">
            <a:off x="2416834" y="74070"/>
            <a:ext cx="538729" cy="5132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27500C3F-46B3-4B5C-9EC2-A1949BC93DC9}"/>
              </a:ext>
            </a:extLst>
          </p:cNvPr>
          <p:cNvCxnSpPr>
            <a:cxnSpLocks/>
            <a:stCxn id="24" idx="1"/>
            <a:endCxn id="95" idx="6"/>
          </p:cNvCxnSpPr>
          <p:nvPr/>
        </p:nvCxnSpPr>
        <p:spPr>
          <a:xfrm flipH="1" flipV="1">
            <a:off x="1703753" y="43389"/>
            <a:ext cx="478549" cy="2062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388F8415-9756-402F-BE52-8D940D473116}"/>
              </a:ext>
            </a:extLst>
          </p:cNvPr>
          <p:cNvCxnSpPr>
            <a:cxnSpLocks/>
            <a:stCxn id="18" idx="0"/>
            <a:endCxn id="19" idx="3"/>
          </p:cNvCxnSpPr>
          <p:nvPr/>
        </p:nvCxnSpPr>
        <p:spPr>
          <a:xfrm flipV="1">
            <a:off x="291484" y="588146"/>
            <a:ext cx="202699" cy="15120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20BA3FF9-1E96-463A-BBE8-7EC376F780F2}"/>
              </a:ext>
            </a:extLst>
          </p:cNvPr>
          <p:cNvCxnSpPr>
            <a:cxnSpLocks/>
            <a:stCxn id="18" idx="3"/>
          </p:cNvCxnSpPr>
          <p:nvPr/>
        </p:nvCxnSpPr>
        <p:spPr>
          <a:xfrm flipH="1">
            <a:off x="0" y="814817"/>
            <a:ext cx="258802" cy="982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5853B213-278D-402D-B8CB-B123C2391C51}"/>
              </a:ext>
            </a:extLst>
          </p:cNvPr>
          <p:cNvCxnSpPr>
            <a:cxnSpLocks/>
            <a:stCxn id="76" idx="4"/>
            <a:endCxn id="27" idx="0"/>
          </p:cNvCxnSpPr>
          <p:nvPr/>
        </p:nvCxnSpPr>
        <p:spPr>
          <a:xfrm flipH="1">
            <a:off x="4481410" y="86778"/>
            <a:ext cx="1847" cy="4405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7998B8E8-1748-4FD0-8836-FD7CD490892E}"/>
              </a:ext>
            </a:extLst>
          </p:cNvPr>
          <p:cNvCxnSpPr>
            <a:cxnSpLocks/>
            <a:stCxn id="12" idx="3"/>
            <a:endCxn id="21" idx="6"/>
          </p:cNvCxnSpPr>
          <p:nvPr/>
        </p:nvCxnSpPr>
        <p:spPr>
          <a:xfrm flipH="1" flipV="1">
            <a:off x="5121277" y="644622"/>
            <a:ext cx="476724" cy="4922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EDA45374-C937-4FE7-A5B2-17A39F48B82B}"/>
              </a:ext>
            </a:extLst>
          </p:cNvPr>
          <p:cNvCxnSpPr>
            <a:cxnSpLocks/>
            <a:stCxn id="22" idx="6"/>
            <a:endCxn id="28" idx="1"/>
          </p:cNvCxnSpPr>
          <p:nvPr/>
        </p:nvCxnSpPr>
        <p:spPr>
          <a:xfrm>
            <a:off x="6858901" y="43389"/>
            <a:ext cx="447637" cy="2152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1B6B7628-4AF9-4E43-B218-328CB255493B}"/>
              </a:ext>
            </a:extLst>
          </p:cNvPr>
          <p:cNvCxnSpPr>
            <a:cxnSpLocks/>
            <a:stCxn id="23" idx="1"/>
            <a:endCxn id="76" idx="6"/>
          </p:cNvCxnSpPr>
          <p:nvPr userDrawn="1"/>
        </p:nvCxnSpPr>
        <p:spPr>
          <a:xfrm flipH="1" flipV="1">
            <a:off x="4528620" y="43389"/>
            <a:ext cx="781673" cy="231736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14CAEE0F-D202-4D7A-AAC0-A5409DD85BF2}"/>
              </a:ext>
            </a:extLst>
          </p:cNvPr>
          <p:cNvCxnSpPr>
            <a:cxnSpLocks/>
            <a:stCxn id="25" idx="7"/>
            <a:endCxn id="95" idx="2"/>
          </p:cNvCxnSpPr>
          <p:nvPr userDrawn="1"/>
        </p:nvCxnSpPr>
        <p:spPr>
          <a:xfrm flipV="1">
            <a:off x="1003390" y="43389"/>
            <a:ext cx="609636" cy="120569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28D3624-D8D9-4963-B1CD-9EB136A70384}"/>
              </a:ext>
            </a:extLst>
          </p:cNvPr>
          <p:cNvCxnSpPr>
            <a:cxnSpLocks/>
            <a:stCxn id="28" idx="7"/>
            <a:endCxn id="84" idx="3"/>
          </p:cNvCxnSpPr>
          <p:nvPr userDrawn="1"/>
        </p:nvCxnSpPr>
        <p:spPr>
          <a:xfrm flipV="1">
            <a:off x="7400247" y="74070"/>
            <a:ext cx="322105" cy="184593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6" name="椭圆 75">
            <a:extLst>
              <a:ext uri="{FF2B5EF4-FFF2-40B4-BE49-F238E27FC236}">
                <a16:creationId xmlns:a16="http://schemas.microsoft.com/office/drawing/2014/main" id="{868C8B42-A3D2-45E5-9A2D-B2905FD7E31D}"/>
              </a:ext>
            </a:extLst>
          </p:cNvPr>
          <p:cNvSpPr/>
          <p:nvPr userDrawn="1"/>
        </p:nvSpPr>
        <p:spPr>
          <a:xfrm>
            <a:off x="4437893" y="0"/>
            <a:ext cx="90727" cy="86778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F7285998-3E1D-4119-AEFE-AB0656D8E532}"/>
              </a:ext>
            </a:extLst>
          </p:cNvPr>
          <p:cNvSpPr/>
          <p:nvPr userDrawn="1"/>
        </p:nvSpPr>
        <p:spPr>
          <a:xfrm>
            <a:off x="7709065" y="0"/>
            <a:ext cx="90727" cy="86778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1908B10D-3624-4BA3-88F4-9FB935950DEA}"/>
              </a:ext>
            </a:extLst>
          </p:cNvPr>
          <p:cNvSpPr/>
          <p:nvPr userDrawn="1"/>
        </p:nvSpPr>
        <p:spPr>
          <a:xfrm>
            <a:off x="2942276" y="0"/>
            <a:ext cx="90727" cy="86778"/>
          </a:xfrm>
          <a:prstGeom prst="ellipse">
            <a:avLst/>
          </a:prstGeom>
          <a:solidFill>
            <a:srgbClr val="F7F7F7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731A9B4C-6989-46A2-B2D3-D34958590C71}"/>
              </a:ext>
            </a:extLst>
          </p:cNvPr>
          <p:cNvSpPr/>
          <p:nvPr userDrawn="1"/>
        </p:nvSpPr>
        <p:spPr>
          <a:xfrm>
            <a:off x="1613026" y="0"/>
            <a:ext cx="90727" cy="8677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86EF979-5436-46E3-B8AB-6C616D1D5F8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226127" y="426930"/>
            <a:ext cx="2880000" cy="4001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18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3DE3CC29-8C81-4C67-A607-647BD274603C}"/>
              </a:ext>
            </a:extLst>
          </p:cNvPr>
          <p:cNvSpPr/>
          <p:nvPr userDrawn="1"/>
        </p:nvSpPr>
        <p:spPr>
          <a:xfrm rot="374285">
            <a:off x="9120834" y="567752"/>
            <a:ext cx="108000" cy="1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6B31F86-7DC5-496D-A98A-C5BC95F8F526}"/>
              </a:ext>
            </a:extLst>
          </p:cNvPr>
          <p:cNvCxnSpPr>
            <a:cxnSpLocks/>
          </p:cNvCxnSpPr>
          <p:nvPr userDrawn="1"/>
        </p:nvCxnSpPr>
        <p:spPr>
          <a:xfrm>
            <a:off x="9232772" y="621752"/>
            <a:ext cx="2268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椭圆 100">
            <a:extLst>
              <a:ext uri="{FF2B5EF4-FFF2-40B4-BE49-F238E27FC236}">
                <a16:creationId xmlns:a16="http://schemas.microsoft.com/office/drawing/2014/main" id="{605371BF-1BDC-4E78-9180-87C3DFEF82E0}"/>
              </a:ext>
            </a:extLst>
          </p:cNvPr>
          <p:cNvSpPr/>
          <p:nvPr userDrawn="1"/>
        </p:nvSpPr>
        <p:spPr>
          <a:xfrm>
            <a:off x="6495" y="6825"/>
            <a:ext cx="132525" cy="126757"/>
          </a:xfrm>
          <a:prstGeom prst="ellipse">
            <a:avLst/>
          </a:prstGeom>
          <a:solidFill>
            <a:schemeClr val="bg1">
              <a:lumMod val="6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D3AE1DAF-51C2-44C8-A67F-97DB295E679E}"/>
              </a:ext>
            </a:extLst>
          </p:cNvPr>
          <p:cNvCxnSpPr>
            <a:cxnSpLocks/>
            <a:stCxn id="25" idx="2"/>
            <a:endCxn id="101" idx="6"/>
          </p:cNvCxnSpPr>
          <p:nvPr userDrawn="1"/>
        </p:nvCxnSpPr>
        <p:spPr>
          <a:xfrm flipH="1" flipV="1">
            <a:off x="139020" y="70204"/>
            <a:ext cx="786930" cy="1244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3298AE90-E558-44C4-9416-B19FEC597F3B}"/>
              </a:ext>
            </a:extLst>
          </p:cNvPr>
          <p:cNvCxnSpPr>
            <a:stCxn id="24" idx="7"/>
            <a:endCxn id="89" idx="2"/>
          </p:cNvCxnSpPr>
          <p:nvPr userDrawn="1"/>
        </p:nvCxnSpPr>
        <p:spPr>
          <a:xfrm flipV="1">
            <a:off x="2246455" y="43389"/>
            <a:ext cx="695821" cy="2062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823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696000" y="612572"/>
            <a:ext cx="10800000" cy="0"/>
          </a:xfrm>
          <a:prstGeom prst="line">
            <a:avLst/>
          </a:prstGeom>
          <a:ln w="28575">
            <a:solidFill>
              <a:srgbClr val="08BDEA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9915118" y="384681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Packet Tracer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14D4D9D8-E6F6-4AC1-B589-F0D920582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849740"/>
            <a:ext cx="10800000" cy="5360806"/>
          </a:xfrm>
        </p:spPr>
        <p:txBody>
          <a:bodyPr/>
          <a:lstStyle>
            <a:lvl1pPr algn="just">
              <a:spcAft>
                <a:spcPts val="600"/>
              </a:spcAft>
              <a:defRPr/>
            </a:lvl1pPr>
            <a:lvl2pPr algn="just">
              <a:spcAft>
                <a:spcPts val="600"/>
              </a:spcAft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046403-DE4D-4F5A-BCC1-07CF69EDD5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37688" y="402023"/>
            <a:ext cx="1181100" cy="381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372D21C-6F9F-4580-85B6-EB47456C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270404"/>
            <a:ext cx="6120000" cy="400110"/>
          </a:xfrm>
        </p:spPr>
        <p:txBody>
          <a:bodyPr>
            <a:spAutoFit/>
          </a:bodyPr>
          <a:lstStyle>
            <a:lvl1pPr algn="l">
              <a:lnSpc>
                <a:spcPct val="100000"/>
              </a:lnSpc>
              <a:defRPr sz="2000" baseline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1662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28575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14D4D9D8-E6F6-4AC1-B589-F0D920582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5999" y="1251665"/>
            <a:ext cx="10079999" cy="495888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10" name="文本框 9">
            <a:extLst>
              <a:ext uri="{FF2B5EF4-FFF2-40B4-BE49-F238E27FC236}">
                <a16:creationId xmlns:a16="http://schemas.microsoft.com/office/drawing/2014/main" id="{3310C1AE-E6B1-44B8-A929-33F47896206F}"/>
              </a:ext>
            </a:extLst>
          </p:cNvPr>
          <p:cNvSpPr txBox="1"/>
          <p:nvPr userDrawn="1"/>
        </p:nvSpPr>
        <p:spPr>
          <a:xfrm>
            <a:off x="9792308" y="790000"/>
            <a:ext cx="1893467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&lt;       </a:t>
            </a:r>
            <a:r>
              <a:rPr lang="en-US" altLang="zh-CN" sz="20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coding</a:t>
            </a:r>
            <a:r>
              <a:rPr lang="en-US" altLang="zh-CN" sz="2400" dirty="0">
                <a:solidFill>
                  <a:srgbClr val="C00000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&gt;</a:t>
            </a:r>
            <a:endParaRPr lang="zh-CN" altLang="en-US" sz="2400" dirty="0">
              <a:solidFill>
                <a:srgbClr val="C00000"/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0C90798-0AB8-41C3-A629-73357B34F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7034" y="729424"/>
            <a:ext cx="468000" cy="468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AB2B763-D61E-4CB8-B4AC-66E739944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000" y="648000"/>
            <a:ext cx="6120000" cy="461665"/>
          </a:xfrm>
        </p:spPr>
        <p:txBody>
          <a:bodyPr vert="horz" lIns="91440" tIns="45720" rIns="91440" bIns="45720" rtlCol="0" anchor="ctr">
            <a:spAutoFit/>
          </a:bodyPr>
          <a:lstStyle>
            <a:lvl1pPr>
              <a:defRPr lang="zh-CN" altLang="en-US"/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73917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223402" y="70200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050281" y="986400"/>
            <a:ext cx="1043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Thinking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 useBgFill="1">
        <p:nvSpPr>
          <p:cNvPr id="9" name="弧形 8">
            <a:extLst>
              <a:ext uri="{FF2B5EF4-FFF2-40B4-BE49-F238E27FC236}">
                <a16:creationId xmlns:a16="http://schemas.microsoft.com/office/drawing/2014/main" id="{C9951C8E-1162-4F8A-B6EF-2B37109D6537}"/>
              </a:ext>
            </a:extLst>
          </p:cNvPr>
          <p:cNvSpPr/>
          <p:nvPr userDrawn="1"/>
        </p:nvSpPr>
        <p:spPr>
          <a:xfrm flipV="1">
            <a:off x="6241839" y="713628"/>
            <a:ext cx="720000" cy="720000"/>
          </a:xfrm>
          <a:prstGeom prst="arc">
            <a:avLst>
              <a:gd name="adj1" fmla="val 20347454"/>
              <a:gd name="adj2" fmla="val 12067986"/>
            </a:avLst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 descr="灯泡">
            <a:extLst>
              <a:ext uri="{FF2B5EF4-FFF2-40B4-BE49-F238E27FC236}">
                <a16:creationId xmlns:a16="http://schemas.microsoft.com/office/drawing/2014/main" id="{520AECB7-F306-48D9-AA71-5B6CBF9E37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41839" y="791452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14D4D9D8-E6F6-4AC1-B589-F0D920582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5999" y="1530545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CD23BA7-E8FB-4FAA-91BE-4974EAB418FC}"/>
              </a:ext>
            </a:extLst>
          </p:cNvPr>
          <p:cNvGrpSpPr/>
          <p:nvPr userDrawn="1"/>
        </p:nvGrpSpPr>
        <p:grpSpPr>
          <a:xfrm>
            <a:off x="9802720" y="3821705"/>
            <a:ext cx="2389280" cy="3036295"/>
            <a:chOff x="8372443" y="3819701"/>
            <a:chExt cx="2389280" cy="3036295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2B8B4825-C5CF-40F9-AB05-8381E80B5C99}"/>
                </a:ext>
              </a:extLst>
            </p:cNvPr>
            <p:cNvGrpSpPr/>
            <p:nvPr userDrawn="1"/>
          </p:nvGrpSpPr>
          <p:grpSpPr>
            <a:xfrm>
              <a:off x="8372443" y="4790774"/>
              <a:ext cx="1197280" cy="2051012"/>
              <a:chOff x="10946972" y="4790774"/>
              <a:chExt cx="1197280" cy="2051012"/>
            </a:xfrm>
          </p:grpSpPr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B0621DBD-A880-4E90-A14A-B4BDF43CB6C1}"/>
                  </a:ext>
                </a:extLst>
              </p:cNvPr>
              <p:cNvSpPr/>
              <p:nvPr/>
            </p:nvSpPr>
            <p:spPr>
              <a:xfrm flipH="1">
                <a:off x="11794201" y="6495548"/>
                <a:ext cx="253902" cy="346238"/>
              </a:xfrm>
              <a:custGeom>
                <a:avLst/>
                <a:gdLst>
                  <a:gd name="connsiteX0" fmla="*/ 253725 w 253902"/>
                  <a:gd name="connsiteY0" fmla="*/ 217149 h 346238"/>
                  <a:gd name="connsiteX1" fmla="*/ 126772 w 253902"/>
                  <a:gd name="connsiteY1" fmla="*/ 346145 h 346238"/>
                  <a:gd name="connsiteX2" fmla="*/ 121908 w 253902"/>
                  <a:gd name="connsiteY2" fmla="*/ 346090 h 346238"/>
                  <a:gd name="connsiteX3" fmla="*/ 112261 w 253902"/>
                  <a:gd name="connsiteY3" fmla="*/ 345651 h 346238"/>
                  <a:gd name="connsiteX4" fmla="*/ -177 w 253902"/>
                  <a:gd name="connsiteY4" fmla="*/ 217149 h 346238"/>
                  <a:gd name="connsiteX5" fmla="*/ 126249 w 253902"/>
                  <a:gd name="connsiteY5" fmla="*/ 417 h 346238"/>
                  <a:gd name="connsiteX6" fmla="*/ 126261 w 253902"/>
                  <a:gd name="connsiteY6" fmla="*/ 405 h 346238"/>
                  <a:gd name="connsiteX7" fmla="*/ 126772 w 253902"/>
                  <a:gd name="connsiteY7" fmla="*/ -93 h 346238"/>
                  <a:gd name="connsiteX8" fmla="*/ 253725 w 253902"/>
                  <a:gd name="connsiteY8" fmla="*/ 217149 h 346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902" h="346238">
                    <a:moveTo>
                      <a:pt x="253725" y="217149"/>
                    </a:moveTo>
                    <a:cubicBezTo>
                      <a:pt x="253725" y="312762"/>
                      <a:pt x="196891" y="346145"/>
                      <a:pt x="126772" y="346145"/>
                    </a:cubicBezTo>
                    <a:cubicBezTo>
                      <a:pt x="125151" y="346145"/>
                      <a:pt x="123529" y="346128"/>
                      <a:pt x="121908" y="346090"/>
                    </a:cubicBezTo>
                    <a:cubicBezTo>
                      <a:pt x="118661" y="346022"/>
                      <a:pt x="115444" y="345864"/>
                      <a:pt x="112261" y="345651"/>
                    </a:cubicBezTo>
                    <a:cubicBezTo>
                      <a:pt x="48985" y="341170"/>
                      <a:pt x="-177" y="306068"/>
                      <a:pt x="-177" y="217149"/>
                    </a:cubicBezTo>
                    <a:cubicBezTo>
                      <a:pt x="-177" y="125128"/>
                      <a:pt x="117415" y="9013"/>
                      <a:pt x="126249" y="417"/>
                    </a:cubicBezTo>
                    <a:lnTo>
                      <a:pt x="126261" y="405"/>
                    </a:lnTo>
                    <a:cubicBezTo>
                      <a:pt x="126602" y="68"/>
                      <a:pt x="126772" y="-93"/>
                      <a:pt x="126772" y="-93"/>
                    </a:cubicBezTo>
                    <a:cubicBezTo>
                      <a:pt x="126772" y="-93"/>
                      <a:pt x="253725" y="121541"/>
                      <a:pt x="253725" y="217149"/>
                    </a:cubicBezTo>
                    <a:close/>
                  </a:path>
                </a:pathLst>
              </a:custGeom>
              <a:solidFill>
                <a:srgbClr val="6C63FF"/>
              </a:solidFill>
              <a:ln w="42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055FD5D5-8EC8-4963-8F5B-4D8AEBE73287}"/>
                  </a:ext>
                </a:extLst>
              </p:cNvPr>
              <p:cNvSpPr/>
              <p:nvPr/>
            </p:nvSpPr>
            <p:spPr>
              <a:xfrm flipH="1">
                <a:off x="11870367" y="6495548"/>
                <a:ext cx="106438" cy="346182"/>
              </a:xfrm>
              <a:custGeom>
                <a:avLst/>
                <a:gdLst>
                  <a:gd name="connsiteX0" fmla="*/ 50849 w 106438"/>
                  <a:gd name="connsiteY0" fmla="*/ 331519 h 346182"/>
                  <a:gd name="connsiteX1" fmla="*/ 97283 w 106438"/>
                  <a:gd name="connsiteY1" fmla="*/ 266639 h 346182"/>
                  <a:gd name="connsiteX2" fmla="*/ 50734 w 106438"/>
                  <a:gd name="connsiteY2" fmla="*/ 338643 h 346182"/>
                  <a:gd name="connsiteX3" fmla="*/ 50610 w 106438"/>
                  <a:gd name="connsiteY3" fmla="*/ 346090 h 346182"/>
                  <a:gd name="connsiteX4" fmla="*/ 40963 w 106438"/>
                  <a:gd name="connsiteY4" fmla="*/ 345651 h 346182"/>
                  <a:gd name="connsiteX5" fmla="*/ 45972 w 106438"/>
                  <a:gd name="connsiteY5" fmla="*/ 249992 h 346182"/>
                  <a:gd name="connsiteX6" fmla="*/ 45929 w 106438"/>
                  <a:gd name="connsiteY6" fmla="*/ 249251 h 346182"/>
                  <a:gd name="connsiteX7" fmla="*/ 46014 w 106438"/>
                  <a:gd name="connsiteY7" fmla="*/ 249111 h 346182"/>
                  <a:gd name="connsiteX8" fmla="*/ 46487 w 106438"/>
                  <a:gd name="connsiteY8" fmla="*/ 240077 h 346182"/>
                  <a:gd name="connsiteX9" fmla="*/ -177 w 106438"/>
                  <a:gd name="connsiteY9" fmla="*/ 167894 h 346182"/>
                  <a:gd name="connsiteX10" fmla="*/ 46636 w 106438"/>
                  <a:gd name="connsiteY10" fmla="*/ 233298 h 346182"/>
                  <a:gd name="connsiteX11" fmla="*/ 46742 w 106438"/>
                  <a:gd name="connsiteY11" fmla="*/ 235217 h 346182"/>
                  <a:gd name="connsiteX12" fmla="*/ 50525 w 106438"/>
                  <a:gd name="connsiteY12" fmla="*/ 162945 h 346182"/>
                  <a:gd name="connsiteX13" fmla="*/ 10576 w 106438"/>
                  <a:gd name="connsiteY13" fmla="*/ 88358 h 346182"/>
                  <a:gd name="connsiteX14" fmla="*/ 51014 w 106438"/>
                  <a:gd name="connsiteY14" fmla="*/ 150260 h 346182"/>
                  <a:gd name="connsiteX15" fmla="*/ 54951 w 106438"/>
                  <a:gd name="connsiteY15" fmla="*/ 417 h 346182"/>
                  <a:gd name="connsiteX16" fmla="*/ 54963 w 106438"/>
                  <a:gd name="connsiteY16" fmla="*/ -93 h 346182"/>
                  <a:gd name="connsiteX17" fmla="*/ 54963 w 106438"/>
                  <a:gd name="connsiteY17" fmla="*/ 405 h 346182"/>
                  <a:gd name="connsiteX18" fmla="*/ 54308 w 106438"/>
                  <a:gd name="connsiteY18" fmla="*/ 118562 h 346182"/>
                  <a:gd name="connsiteX19" fmla="*/ 94083 w 106438"/>
                  <a:gd name="connsiteY19" fmla="*/ 71719 h 346182"/>
                  <a:gd name="connsiteX20" fmla="*/ 54146 w 106438"/>
                  <a:gd name="connsiteY20" fmla="*/ 128741 h 346182"/>
                  <a:gd name="connsiteX21" fmla="*/ 53095 w 106438"/>
                  <a:gd name="connsiteY21" fmla="*/ 193451 h 346182"/>
                  <a:gd name="connsiteX22" fmla="*/ 90227 w 106438"/>
                  <a:gd name="connsiteY22" fmla="*/ 131345 h 346182"/>
                  <a:gd name="connsiteX23" fmla="*/ 52938 w 106438"/>
                  <a:gd name="connsiteY23" fmla="*/ 202970 h 346182"/>
                  <a:gd name="connsiteX24" fmla="*/ 52351 w 106438"/>
                  <a:gd name="connsiteY24" fmla="*/ 238945 h 346182"/>
                  <a:gd name="connsiteX25" fmla="*/ 106261 w 106438"/>
                  <a:gd name="connsiteY25" fmla="*/ 152511 h 346182"/>
                  <a:gd name="connsiteX26" fmla="*/ 52151 w 106438"/>
                  <a:gd name="connsiteY26" fmla="*/ 251498 h 346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438" h="346182">
                    <a:moveTo>
                      <a:pt x="50849" y="331519"/>
                    </a:moveTo>
                    <a:lnTo>
                      <a:pt x="97283" y="266639"/>
                    </a:lnTo>
                    <a:lnTo>
                      <a:pt x="50734" y="338643"/>
                    </a:lnTo>
                    <a:lnTo>
                      <a:pt x="50610" y="346090"/>
                    </a:lnTo>
                    <a:cubicBezTo>
                      <a:pt x="47363" y="346022"/>
                      <a:pt x="44146" y="345864"/>
                      <a:pt x="40963" y="345651"/>
                    </a:cubicBezTo>
                    <a:lnTo>
                      <a:pt x="45972" y="249992"/>
                    </a:lnTo>
                    <a:lnTo>
                      <a:pt x="45929" y="249251"/>
                    </a:lnTo>
                    <a:lnTo>
                      <a:pt x="46014" y="249111"/>
                    </a:lnTo>
                    <a:lnTo>
                      <a:pt x="46487" y="240077"/>
                    </a:lnTo>
                    <a:lnTo>
                      <a:pt x="-177" y="167894"/>
                    </a:lnTo>
                    <a:lnTo>
                      <a:pt x="46636" y="233298"/>
                    </a:lnTo>
                    <a:lnTo>
                      <a:pt x="46742" y="235217"/>
                    </a:lnTo>
                    <a:lnTo>
                      <a:pt x="50525" y="162945"/>
                    </a:lnTo>
                    <a:lnTo>
                      <a:pt x="10576" y="88358"/>
                    </a:lnTo>
                    <a:lnTo>
                      <a:pt x="51014" y="150260"/>
                    </a:lnTo>
                    <a:lnTo>
                      <a:pt x="54951" y="417"/>
                    </a:lnTo>
                    <a:lnTo>
                      <a:pt x="54963" y="-93"/>
                    </a:lnTo>
                    <a:lnTo>
                      <a:pt x="54963" y="405"/>
                    </a:lnTo>
                    <a:lnTo>
                      <a:pt x="54308" y="118562"/>
                    </a:lnTo>
                    <a:lnTo>
                      <a:pt x="94083" y="71719"/>
                    </a:lnTo>
                    <a:lnTo>
                      <a:pt x="54146" y="128741"/>
                    </a:lnTo>
                    <a:lnTo>
                      <a:pt x="53095" y="193451"/>
                    </a:lnTo>
                    <a:lnTo>
                      <a:pt x="90227" y="131345"/>
                    </a:lnTo>
                    <a:lnTo>
                      <a:pt x="52938" y="202970"/>
                    </a:lnTo>
                    <a:lnTo>
                      <a:pt x="52351" y="238945"/>
                    </a:lnTo>
                    <a:lnTo>
                      <a:pt x="106261" y="152511"/>
                    </a:lnTo>
                    <a:lnTo>
                      <a:pt x="52151" y="251498"/>
                    </a:lnTo>
                    <a:close/>
                  </a:path>
                </a:pathLst>
              </a:custGeom>
              <a:solidFill>
                <a:srgbClr val="3F3D56"/>
              </a:solidFill>
              <a:ln w="42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BD703D0-44A5-4CA8-A4DB-B0E095A315DE}"/>
                  </a:ext>
                </a:extLst>
              </p:cNvPr>
              <p:cNvSpPr/>
              <p:nvPr/>
            </p:nvSpPr>
            <p:spPr>
              <a:xfrm flipH="1">
                <a:off x="10946972" y="4790774"/>
                <a:ext cx="1197280" cy="1632655"/>
              </a:xfrm>
              <a:custGeom>
                <a:avLst/>
                <a:gdLst>
                  <a:gd name="connsiteX0" fmla="*/ 1197104 w 1197280"/>
                  <a:gd name="connsiteY0" fmla="*/ 1024298 h 1632655"/>
                  <a:gd name="connsiteX1" fmla="*/ 598466 w 1197280"/>
                  <a:gd name="connsiteY1" fmla="*/ 1632562 h 1632655"/>
                  <a:gd name="connsiteX2" fmla="*/ -177 w 1197280"/>
                  <a:gd name="connsiteY2" fmla="*/ 1024298 h 1632655"/>
                  <a:gd name="connsiteX3" fmla="*/ 598466 w 1197280"/>
                  <a:gd name="connsiteY3" fmla="*/ -93 h 1632655"/>
                  <a:gd name="connsiteX4" fmla="*/ 1197104 w 1197280"/>
                  <a:gd name="connsiteY4" fmla="*/ 1024298 h 1632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7280" h="1632655">
                    <a:moveTo>
                      <a:pt x="1197104" y="1024298"/>
                    </a:moveTo>
                    <a:cubicBezTo>
                      <a:pt x="1197104" y="1475145"/>
                      <a:pt x="929083" y="1632562"/>
                      <a:pt x="598466" y="1632562"/>
                    </a:cubicBezTo>
                    <a:cubicBezTo>
                      <a:pt x="267844" y="1632562"/>
                      <a:pt x="-177" y="1475145"/>
                      <a:pt x="-177" y="1024298"/>
                    </a:cubicBezTo>
                    <a:cubicBezTo>
                      <a:pt x="-177" y="573451"/>
                      <a:pt x="598466" y="-93"/>
                      <a:pt x="598466" y="-93"/>
                    </a:cubicBezTo>
                    <a:cubicBezTo>
                      <a:pt x="598466" y="-93"/>
                      <a:pt x="1197104" y="573451"/>
                      <a:pt x="1197104" y="1024298"/>
                    </a:cubicBezTo>
                    <a:close/>
                  </a:path>
                </a:pathLst>
              </a:custGeom>
              <a:solidFill>
                <a:srgbClr val="F2F2F2"/>
              </a:solidFill>
              <a:ln w="42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5D0F964F-8C12-4CD4-94F7-E2D96B63AB27}"/>
                  </a:ext>
                </a:extLst>
              </p:cNvPr>
              <p:cNvSpPr/>
              <p:nvPr/>
            </p:nvSpPr>
            <p:spPr>
              <a:xfrm flipH="1">
                <a:off x="11306133" y="4790774"/>
                <a:ext cx="501889" cy="2043846"/>
              </a:xfrm>
              <a:custGeom>
                <a:avLst/>
                <a:gdLst>
                  <a:gd name="connsiteX0" fmla="*/ 240604 w 501889"/>
                  <a:gd name="connsiteY0" fmla="*/ 1563690 h 2043846"/>
                  <a:gd name="connsiteX1" fmla="*/ 246736 w 501889"/>
                  <a:gd name="connsiteY1" fmla="*/ 1186375 h 2043846"/>
                  <a:gd name="connsiteX2" fmla="*/ 501889 w 501889"/>
                  <a:gd name="connsiteY2" fmla="*/ 719579 h 2043846"/>
                  <a:gd name="connsiteX3" fmla="*/ 247698 w 501889"/>
                  <a:gd name="connsiteY3" fmla="*/ 1127183 h 2043846"/>
                  <a:gd name="connsiteX4" fmla="*/ 250451 w 501889"/>
                  <a:gd name="connsiteY4" fmla="*/ 957523 h 2043846"/>
                  <a:gd name="connsiteX5" fmla="*/ 426306 w 501889"/>
                  <a:gd name="connsiteY5" fmla="*/ 619804 h 2043846"/>
                  <a:gd name="connsiteX6" fmla="*/ 251183 w 501889"/>
                  <a:gd name="connsiteY6" fmla="*/ 912630 h 2043846"/>
                  <a:gd name="connsiteX7" fmla="*/ 251183 w 501889"/>
                  <a:gd name="connsiteY7" fmla="*/ 912630 h 2043846"/>
                  <a:gd name="connsiteX8" fmla="*/ 256140 w 501889"/>
                  <a:gd name="connsiteY8" fmla="*/ 607494 h 2043846"/>
                  <a:gd name="connsiteX9" fmla="*/ 444447 w 501889"/>
                  <a:gd name="connsiteY9" fmla="*/ 338626 h 2043846"/>
                  <a:gd name="connsiteX10" fmla="*/ 256919 w 501889"/>
                  <a:gd name="connsiteY10" fmla="*/ 559511 h 2043846"/>
                  <a:gd name="connsiteX11" fmla="*/ 260017 w 501889"/>
                  <a:gd name="connsiteY11" fmla="*/ 0 h 2043846"/>
                  <a:gd name="connsiteX12" fmla="*/ 240553 w 501889"/>
                  <a:gd name="connsiteY12" fmla="*/ 740689 h 2043846"/>
                  <a:gd name="connsiteX13" fmla="*/ 242149 w 501889"/>
                  <a:gd name="connsiteY13" fmla="*/ 710136 h 2043846"/>
                  <a:gd name="connsiteX14" fmla="*/ 50698 w 501889"/>
                  <a:gd name="connsiteY14" fmla="*/ 417085 h 2043846"/>
                  <a:gd name="connsiteX15" fmla="*/ 239081 w 501889"/>
                  <a:gd name="connsiteY15" fmla="*/ 768792 h 2043846"/>
                  <a:gd name="connsiteX16" fmla="*/ 221243 w 501889"/>
                  <a:gd name="connsiteY16" fmla="*/ 1109579 h 2043846"/>
                  <a:gd name="connsiteX17" fmla="*/ 220711 w 501889"/>
                  <a:gd name="connsiteY17" fmla="*/ 1100532 h 2043846"/>
                  <a:gd name="connsiteX18" fmla="*/ 0 w 501889"/>
                  <a:gd name="connsiteY18" fmla="*/ 792141 h 2043846"/>
                  <a:gd name="connsiteX19" fmla="*/ 220043 w 501889"/>
                  <a:gd name="connsiteY19" fmla="*/ 1132485 h 2043846"/>
                  <a:gd name="connsiteX20" fmla="*/ 217813 w 501889"/>
                  <a:gd name="connsiteY20" fmla="*/ 1175106 h 2043846"/>
                  <a:gd name="connsiteX21" fmla="*/ 217413 w 501889"/>
                  <a:gd name="connsiteY21" fmla="*/ 1175745 h 2043846"/>
                  <a:gd name="connsiteX22" fmla="*/ 217596 w 501889"/>
                  <a:gd name="connsiteY22" fmla="*/ 1179243 h 2043846"/>
                  <a:gd name="connsiteX23" fmla="*/ 172336 w 501889"/>
                  <a:gd name="connsiteY23" fmla="*/ 2043847 h 2043846"/>
                  <a:gd name="connsiteX24" fmla="*/ 232804 w 501889"/>
                  <a:gd name="connsiteY24" fmla="*/ 2043847 h 2043846"/>
                  <a:gd name="connsiteX25" fmla="*/ 240060 w 501889"/>
                  <a:gd name="connsiteY25" fmla="*/ 1597260 h 2043846"/>
                  <a:gd name="connsiteX26" fmla="*/ 459562 w 501889"/>
                  <a:gd name="connsiteY26" fmla="*/ 1257749 h 2043846"/>
                  <a:gd name="connsiteX27" fmla="*/ 240604 w 501889"/>
                  <a:gd name="connsiteY27" fmla="*/ 1563690 h 2043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01889" h="2043846">
                    <a:moveTo>
                      <a:pt x="240604" y="1563690"/>
                    </a:moveTo>
                    <a:lnTo>
                      <a:pt x="246736" y="1186375"/>
                    </a:lnTo>
                    <a:lnTo>
                      <a:pt x="501889" y="719579"/>
                    </a:lnTo>
                    <a:lnTo>
                      <a:pt x="247698" y="1127183"/>
                    </a:lnTo>
                    <a:lnTo>
                      <a:pt x="250451" y="957523"/>
                    </a:lnTo>
                    <a:lnTo>
                      <a:pt x="426306" y="619804"/>
                    </a:lnTo>
                    <a:lnTo>
                      <a:pt x="251183" y="912630"/>
                    </a:lnTo>
                    <a:lnTo>
                      <a:pt x="251183" y="912630"/>
                    </a:lnTo>
                    <a:lnTo>
                      <a:pt x="256140" y="607494"/>
                    </a:lnTo>
                    <a:lnTo>
                      <a:pt x="444447" y="338626"/>
                    </a:lnTo>
                    <a:lnTo>
                      <a:pt x="256919" y="559511"/>
                    </a:lnTo>
                    <a:lnTo>
                      <a:pt x="260017" y="0"/>
                    </a:lnTo>
                    <a:lnTo>
                      <a:pt x="240553" y="740689"/>
                    </a:lnTo>
                    <a:lnTo>
                      <a:pt x="242149" y="710136"/>
                    </a:lnTo>
                    <a:lnTo>
                      <a:pt x="50698" y="417085"/>
                    </a:lnTo>
                    <a:lnTo>
                      <a:pt x="239081" y="768792"/>
                    </a:lnTo>
                    <a:lnTo>
                      <a:pt x="221243" y="1109579"/>
                    </a:lnTo>
                    <a:lnTo>
                      <a:pt x="220711" y="1100532"/>
                    </a:lnTo>
                    <a:lnTo>
                      <a:pt x="0" y="792141"/>
                    </a:lnTo>
                    <a:lnTo>
                      <a:pt x="220043" y="1132485"/>
                    </a:lnTo>
                    <a:lnTo>
                      <a:pt x="217813" y="1175106"/>
                    </a:lnTo>
                    <a:lnTo>
                      <a:pt x="217413" y="1175745"/>
                    </a:lnTo>
                    <a:lnTo>
                      <a:pt x="217596" y="1179243"/>
                    </a:lnTo>
                    <a:lnTo>
                      <a:pt x="172336" y="2043847"/>
                    </a:lnTo>
                    <a:lnTo>
                      <a:pt x="232804" y="2043847"/>
                    </a:lnTo>
                    <a:lnTo>
                      <a:pt x="240060" y="1597260"/>
                    </a:lnTo>
                    <a:lnTo>
                      <a:pt x="459562" y="1257749"/>
                    </a:lnTo>
                    <a:lnTo>
                      <a:pt x="240604" y="1563690"/>
                    </a:lnTo>
                    <a:close/>
                  </a:path>
                </a:pathLst>
              </a:custGeom>
              <a:solidFill>
                <a:srgbClr val="3F3D56"/>
              </a:solidFill>
              <a:ln w="42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1A7564C3-0CF0-4C33-B2E7-08F7AA5E51FE}"/>
                </a:ext>
              </a:extLst>
            </p:cNvPr>
            <p:cNvSpPr/>
            <p:nvPr/>
          </p:nvSpPr>
          <p:spPr>
            <a:xfrm flipH="1">
              <a:off x="9072465" y="4140501"/>
              <a:ext cx="1689258" cy="2715495"/>
            </a:xfrm>
            <a:custGeom>
              <a:avLst/>
              <a:gdLst>
                <a:gd name="connsiteX0" fmla="*/ 1689082 w 1689258"/>
                <a:gd name="connsiteY0" fmla="*/ 1357354 h 2715495"/>
                <a:gd name="connsiteX1" fmla="*/ 929507 w 1689258"/>
                <a:gd name="connsiteY1" fmla="*/ 2714801 h 2715495"/>
                <a:gd name="connsiteX2" fmla="*/ 169933 w 1689258"/>
                <a:gd name="connsiteY2" fmla="*/ 1357354 h 2715495"/>
                <a:gd name="connsiteX3" fmla="*/ 929507 w 1689258"/>
                <a:gd name="connsiteY3" fmla="*/ -93 h 2715495"/>
                <a:gd name="connsiteX4" fmla="*/ 1689082 w 1689258"/>
                <a:gd name="connsiteY4" fmla="*/ 1357354 h 2715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9258" h="2715495">
                  <a:moveTo>
                    <a:pt x="1689082" y="1357354"/>
                  </a:moveTo>
                  <a:cubicBezTo>
                    <a:pt x="1689082" y="2107052"/>
                    <a:pt x="1348690" y="2698477"/>
                    <a:pt x="929507" y="2714801"/>
                  </a:cubicBezTo>
                  <a:cubicBezTo>
                    <a:pt x="382856" y="2736094"/>
                    <a:pt x="-331586" y="2191035"/>
                    <a:pt x="169933" y="1357354"/>
                  </a:cubicBezTo>
                  <a:cubicBezTo>
                    <a:pt x="556392" y="714941"/>
                    <a:pt x="510005" y="-93"/>
                    <a:pt x="929507" y="-93"/>
                  </a:cubicBezTo>
                  <a:cubicBezTo>
                    <a:pt x="1349009" y="-93"/>
                    <a:pt x="1689082" y="607660"/>
                    <a:pt x="1689082" y="1357354"/>
                  </a:cubicBezTo>
                  <a:close/>
                </a:path>
              </a:pathLst>
            </a:custGeom>
            <a:solidFill>
              <a:srgbClr val="F2F2F2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66DFD289-9E4C-455C-9380-8BF7B55FB61E}"/>
                </a:ext>
              </a:extLst>
            </p:cNvPr>
            <p:cNvSpPr/>
            <p:nvPr/>
          </p:nvSpPr>
          <p:spPr>
            <a:xfrm flipH="1">
              <a:off x="9513443" y="5896506"/>
              <a:ext cx="1083038" cy="940531"/>
            </a:xfrm>
            <a:custGeom>
              <a:avLst/>
              <a:gdLst>
                <a:gd name="connsiteX0" fmla="*/ 0 w 1083038"/>
                <a:gd name="connsiteY0" fmla="*/ 0 h 940531"/>
                <a:gd name="connsiteX1" fmla="*/ 1083038 w 1083038"/>
                <a:gd name="connsiteY1" fmla="*/ 0 h 940531"/>
                <a:gd name="connsiteX2" fmla="*/ 1083038 w 1083038"/>
                <a:gd name="connsiteY2" fmla="*/ 940532 h 940531"/>
                <a:gd name="connsiteX3" fmla="*/ 0 w 1083038"/>
                <a:gd name="connsiteY3" fmla="*/ 940532 h 9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038" h="940531">
                  <a:moveTo>
                    <a:pt x="0" y="0"/>
                  </a:moveTo>
                  <a:lnTo>
                    <a:pt x="1083038" y="0"/>
                  </a:lnTo>
                  <a:lnTo>
                    <a:pt x="1083038" y="940532"/>
                  </a:lnTo>
                  <a:lnTo>
                    <a:pt x="0" y="940532"/>
                  </a:lnTo>
                  <a:close/>
                </a:path>
              </a:pathLst>
            </a:custGeom>
            <a:solidFill>
              <a:srgbClr val="6C63FF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3146957C-4BA2-4DA0-AD44-D1E1AF0FEDD7}"/>
                </a:ext>
              </a:extLst>
            </p:cNvPr>
            <p:cNvSpPr/>
            <p:nvPr/>
          </p:nvSpPr>
          <p:spPr>
            <a:xfrm flipH="1">
              <a:off x="9710814" y="3819701"/>
              <a:ext cx="207352" cy="207434"/>
            </a:xfrm>
            <a:custGeom>
              <a:avLst/>
              <a:gdLst>
                <a:gd name="connsiteX0" fmla="*/ 103508 w 207352"/>
                <a:gd name="connsiteY0" fmla="*/ -93 h 207434"/>
                <a:gd name="connsiteX1" fmla="*/ -177 w 207352"/>
                <a:gd name="connsiteY1" fmla="*/ 103613 h 207434"/>
                <a:gd name="connsiteX2" fmla="*/ 61895 w 207352"/>
                <a:gd name="connsiteY2" fmla="*/ 198579 h 207434"/>
                <a:gd name="connsiteX3" fmla="*/ 63700 w 207352"/>
                <a:gd name="connsiteY3" fmla="*/ 174787 h 207434"/>
                <a:gd name="connsiteX4" fmla="*/ 77031 w 207352"/>
                <a:gd name="connsiteY4" fmla="*/ 118268 h 207434"/>
                <a:gd name="connsiteX5" fmla="*/ 73700 w 207352"/>
                <a:gd name="connsiteY5" fmla="*/ 101881 h 207434"/>
                <a:gd name="connsiteX6" fmla="*/ 93695 w 207352"/>
                <a:gd name="connsiteY6" fmla="*/ 75034 h 207434"/>
                <a:gd name="connsiteX7" fmla="*/ 107674 w 207352"/>
                <a:gd name="connsiteY7" fmla="*/ 90587 h 207434"/>
                <a:gd name="connsiteX8" fmla="*/ 98508 w 207352"/>
                <a:gd name="connsiteY8" fmla="*/ 127387 h 207434"/>
                <a:gd name="connsiteX9" fmla="*/ 110104 w 207352"/>
                <a:gd name="connsiteY9" fmla="*/ 146868 h 207434"/>
                <a:gd name="connsiteX10" fmla="*/ 114895 w 207352"/>
                <a:gd name="connsiteY10" fmla="*/ 147336 h 207434"/>
                <a:gd name="connsiteX11" fmla="*/ 147759 w 207352"/>
                <a:gd name="connsiteY11" fmla="*/ 92208 h 207434"/>
                <a:gd name="connsiteX12" fmla="*/ 104619 w 207352"/>
                <a:gd name="connsiteY12" fmla="*/ 52489 h 207434"/>
                <a:gd name="connsiteX13" fmla="*/ 53598 w 207352"/>
                <a:gd name="connsiteY13" fmla="*/ 99655 h 207434"/>
                <a:gd name="connsiteX14" fmla="*/ 53563 w 207352"/>
                <a:gd name="connsiteY14" fmla="*/ 102157 h 207434"/>
                <a:gd name="connsiteX15" fmla="*/ 60415 w 207352"/>
                <a:gd name="connsiteY15" fmla="*/ 122481 h 207434"/>
                <a:gd name="connsiteX16" fmla="*/ 61895 w 207352"/>
                <a:gd name="connsiteY16" fmla="*/ 128264 h 207434"/>
                <a:gd name="connsiteX17" fmla="*/ 59768 w 207352"/>
                <a:gd name="connsiteY17" fmla="*/ 136596 h 207434"/>
                <a:gd name="connsiteX18" fmla="*/ 55691 w 207352"/>
                <a:gd name="connsiteY18" fmla="*/ 139557 h 207434"/>
                <a:gd name="connsiteX19" fmla="*/ 54580 w 207352"/>
                <a:gd name="connsiteY19" fmla="*/ 139187 h 207434"/>
                <a:gd name="connsiteX20" fmla="*/ 33334 w 207352"/>
                <a:gd name="connsiteY20" fmla="*/ 99566 h 207434"/>
                <a:gd name="connsiteX21" fmla="*/ 107444 w 207352"/>
                <a:gd name="connsiteY21" fmla="*/ 34808 h 207434"/>
                <a:gd name="connsiteX22" fmla="*/ 173083 w 207352"/>
                <a:gd name="connsiteY22" fmla="*/ 94196 h 207434"/>
                <a:gd name="connsiteX23" fmla="*/ 117117 w 207352"/>
                <a:gd name="connsiteY23" fmla="*/ 165251 h 207434"/>
                <a:gd name="connsiteX24" fmla="*/ 91798 w 207352"/>
                <a:gd name="connsiteY24" fmla="*/ 152336 h 207434"/>
                <a:gd name="connsiteX25" fmla="*/ 84483 w 207352"/>
                <a:gd name="connsiteY25" fmla="*/ 180851 h 207434"/>
                <a:gd name="connsiteX26" fmla="*/ 74070 w 207352"/>
                <a:gd name="connsiteY26" fmla="*/ 203068 h 207434"/>
                <a:gd name="connsiteX27" fmla="*/ 202900 w 207352"/>
                <a:gd name="connsiteY27" fmla="*/ 132987 h 207434"/>
                <a:gd name="connsiteX28" fmla="*/ 132819 w 207352"/>
                <a:gd name="connsiteY28" fmla="*/ 4154 h 207434"/>
                <a:gd name="connsiteX29" fmla="*/ 103508 w 207352"/>
                <a:gd name="connsiteY29" fmla="*/ -93 h 20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07352" h="207434">
                  <a:moveTo>
                    <a:pt x="103508" y="-93"/>
                  </a:moveTo>
                  <a:cubicBezTo>
                    <a:pt x="46240" y="-88"/>
                    <a:pt x="-181" y="46340"/>
                    <a:pt x="-177" y="103613"/>
                  </a:cubicBezTo>
                  <a:cubicBezTo>
                    <a:pt x="-173" y="144783"/>
                    <a:pt x="24185" y="182051"/>
                    <a:pt x="61895" y="198579"/>
                  </a:cubicBezTo>
                  <a:cubicBezTo>
                    <a:pt x="61461" y="190600"/>
                    <a:pt x="62066" y="182604"/>
                    <a:pt x="63700" y="174787"/>
                  </a:cubicBezTo>
                  <a:cubicBezTo>
                    <a:pt x="65691" y="166362"/>
                    <a:pt x="77031" y="118268"/>
                    <a:pt x="77031" y="118268"/>
                  </a:cubicBezTo>
                  <a:cubicBezTo>
                    <a:pt x="74768" y="113106"/>
                    <a:pt x="73631" y="107519"/>
                    <a:pt x="73700" y="101881"/>
                  </a:cubicBezTo>
                  <a:cubicBezTo>
                    <a:pt x="73700" y="86515"/>
                    <a:pt x="82585" y="75034"/>
                    <a:pt x="93695" y="75034"/>
                  </a:cubicBezTo>
                  <a:cubicBezTo>
                    <a:pt x="103138" y="75034"/>
                    <a:pt x="107674" y="82115"/>
                    <a:pt x="107674" y="90587"/>
                  </a:cubicBezTo>
                  <a:cubicBezTo>
                    <a:pt x="107674" y="100077"/>
                    <a:pt x="101610" y="114238"/>
                    <a:pt x="98508" y="127387"/>
                  </a:cubicBezTo>
                  <a:cubicBezTo>
                    <a:pt x="96334" y="135966"/>
                    <a:pt x="101525" y="144689"/>
                    <a:pt x="110104" y="146868"/>
                  </a:cubicBezTo>
                  <a:cubicBezTo>
                    <a:pt x="111670" y="147264"/>
                    <a:pt x="113283" y="147421"/>
                    <a:pt x="114895" y="147336"/>
                  </a:cubicBezTo>
                  <a:cubicBezTo>
                    <a:pt x="134521" y="147336"/>
                    <a:pt x="147759" y="122111"/>
                    <a:pt x="147759" y="92208"/>
                  </a:cubicBezTo>
                  <a:cubicBezTo>
                    <a:pt x="147759" y="69481"/>
                    <a:pt x="132440" y="52489"/>
                    <a:pt x="104619" y="52489"/>
                  </a:cubicBezTo>
                  <a:cubicBezTo>
                    <a:pt x="77508" y="51426"/>
                    <a:pt x="54661" y="72540"/>
                    <a:pt x="53598" y="99655"/>
                  </a:cubicBezTo>
                  <a:cubicBezTo>
                    <a:pt x="53563" y="100489"/>
                    <a:pt x="53555" y="101323"/>
                    <a:pt x="53563" y="102157"/>
                  </a:cubicBezTo>
                  <a:cubicBezTo>
                    <a:pt x="53253" y="109545"/>
                    <a:pt x="55695" y="116787"/>
                    <a:pt x="60415" y="122481"/>
                  </a:cubicBezTo>
                  <a:cubicBezTo>
                    <a:pt x="62112" y="123881"/>
                    <a:pt x="62712" y="126221"/>
                    <a:pt x="61895" y="128264"/>
                  </a:cubicBezTo>
                  <a:cubicBezTo>
                    <a:pt x="61385" y="130162"/>
                    <a:pt x="60274" y="134745"/>
                    <a:pt x="59768" y="136596"/>
                  </a:cubicBezTo>
                  <a:cubicBezTo>
                    <a:pt x="59457" y="138540"/>
                    <a:pt x="57636" y="139868"/>
                    <a:pt x="55691" y="139557"/>
                  </a:cubicBezTo>
                  <a:cubicBezTo>
                    <a:pt x="55304" y="139498"/>
                    <a:pt x="54929" y="139374"/>
                    <a:pt x="54580" y="139187"/>
                  </a:cubicBezTo>
                  <a:cubicBezTo>
                    <a:pt x="40095" y="133264"/>
                    <a:pt x="33334" y="117434"/>
                    <a:pt x="33334" y="99566"/>
                  </a:cubicBezTo>
                  <a:cubicBezTo>
                    <a:pt x="33334" y="70128"/>
                    <a:pt x="58193" y="34808"/>
                    <a:pt x="107444" y="34808"/>
                  </a:cubicBezTo>
                  <a:cubicBezTo>
                    <a:pt x="147019" y="34808"/>
                    <a:pt x="173083" y="63460"/>
                    <a:pt x="173083" y="94196"/>
                  </a:cubicBezTo>
                  <a:cubicBezTo>
                    <a:pt x="173083" y="134885"/>
                    <a:pt x="150444" y="165251"/>
                    <a:pt x="117117" y="165251"/>
                  </a:cubicBezTo>
                  <a:cubicBezTo>
                    <a:pt x="105917" y="165251"/>
                    <a:pt x="95410" y="159187"/>
                    <a:pt x="91798" y="152336"/>
                  </a:cubicBezTo>
                  <a:cubicBezTo>
                    <a:pt x="91798" y="152336"/>
                    <a:pt x="85781" y="176221"/>
                    <a:pt x="84483" y="180851"/>
                  </a:cubicBezTo>
                  <a:cubicBezTo>
                    <a:pt x="82091" y="188715"/>
                    <a:pt x="78585" y="196196"/>
                    <a:pt x="74070" y="203068"/>
                  </a:cubicBezTo>
                  <a:cubicBezTo>
                    <a:pt x="128998" y="219289"/>
                    <a:pt x="186678" y="187915"/>
                    <a:pt x="202900" y="132987"/>
                  </a:cubicBezTo>
                  <a:cubicBezTo>
                    <a:pt x="219125" y="78060"/>
                    <a:pt x="187751" y="20378"/>
                    <a:pt x="132819" y="4154"/>
                  </a:cubicBezTo>
                  <a:cubicBezTo>
                    <a:pt x="123304" y="1343"/>
                    <a:pt x="113432" y="-87"/>
                    <a:pt x="103508" y="-93"/>
                  </a:cubicBezTo>
                  <a:close/>
                </a:path>
              </a:pathLst>
            </a:custGeom>
            <a:solidFill>
              <a:srgbClr val="3F3D56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ADDECC1C-F0DF-4CA3-84D4-0491B3758D6D}"/>
                </a:ext>
              </a:extLst>
            </p:cNvPr>
            <p:cNvSpPr/>
            <p:nvPr/>
          </p:nvSpPr>
          <p:spPr>
            <a:xfrm flipH="1">
              <a:off x="8790827" y="4548525"/>
              <a:ext cx="218433" cy="177750"/>
            </a:xfrm>
            <a:custGeom>
              <a:avLst/>
              <a:gdLst>
                <a:gd name="connsiteX0" fmla="*/ 218257 w 218433"/>
                <a:gd name="connsiteY0" fmla="*/ 20968 h 177750"/>
                <a:gd name="connsiteX1" fmla="*/ 192521 w 218433"/>
                <a:gd name="connsiteY1" fmla="*/ 28048 h 177750"/>
                <a:gd name="connsiteX2" fmla="*/ 212240 w 218433"/>
                <a:gd name="connsiteY2" fmla="*/ 3240 h 177750"/>
                <a:gd name="connsiteX3" fmla="*/ 183772 w 218433"/>
                <a:gd name="connsiteY3" fmla="*/ 14116 h 177750"/>
                <a:gd name="connsiteX4" fmla="*/ 120448 w 218433"/>
                <a:gd name="connsiteY4" fmla="*/ 11976 h 177750"/>
                <a:gd name="connsiteX5" fmla="*/ 106240 w 218433"/>
                <a:gd name="connsiteY5" fmla="*/ 44759 h 177750"/>
                <a:gd name="connsiteX6" fmla="*/ 107397 w 218433"/>
                <a:gd name="connsiteY6" fmla="*/ 54989 h 177750"/>
                <a:gd name="connsiteX7" fmla="*/ 15006 w 218433"/>
                <a:gd name="connsiteY7" fmla="*/ 8099 h 177750"/>
                <a:gd name="connsiteX8" fmla="*/ 28938 w 218433"/>
                <a:gd name="connsiteY8" fmla="*/ 67997 h 177750"/>
                <a:gd name="connsiteX9" fmla="*/ 8572 w 218433"/>
                <a:gd name="connsiteY9" fmla="*/ 62397 h 177750"/>
                <a:gd name="connsiteX10" fmla="*/ 8572 w 218433"/>
                <a:gd name="connsiteY10" fmla="*/ 62951 h 177750"/>
                <a:gd name="connsiteX11" fmla="*/ 44538 w 218433"/>
                <a:gd name="connsiteY11" fmla="*/ 106925 h 177750"/>
                <a:gd name="connsiteX12" fmla="*/ 32734 w 218433"/>
                <a:gd name="connsiteY12" fmla="*/ 108500 h 177750"/>
                <a:gd name="connsiteX13" fmla="*/ 24308 w 218433"/>
                <a:gd name="connsiteY13" fmla="*/ 107665 h 177750"/>
                <a:gd name="connsiteX14" fmla="*/ 66202 w 218433"/>
                <a:gd name="connsiteY14" fmla="*/ 138819 h 177750"/>
                <a:gd name="connsiteX15" fmla="*/ 10517 w 218433"/>
                <a:gd name="connsiteY15" fmla="*/ 158027 h 177750"/>
                <a:gd name="connsiteX16" fmla="*/ -177 w 218433"/>
                <a:gd name="connsiteY16" fmla="*/ 157380 h 177750"/>
                <a:gd name="connsiteX17" fmla="*/ 68423 w 218433"/>
                <a:gd name="connsiteY17" fmla="*/ 177657 h 177750"/>
                <a:gd name="connsiteX18" fmla="*/ 196040 w 218433"/>
                <a:gd name="connsiteY18" fmla="*/ 49993 h 177750"/>
                <a:gd name="connsiteX19" fmla="*/ 195900 w 218433"/>
                <a:gd name="connsiteY19" fmla="*/ 44206 h 177750"/>
                <a:gd name="connsiteX20" fmla="*/ 218257 w 218433"/>
                <a:gd name="connsiteY20" fmla="*/ 20968 h 177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8433" h="177750">
                  <a:moveTo>
                    <a:pt x="218257" y="20968"/>
                  </a:moveTo>
                  <a:cubicBezTo>
                    <a:pt x="210078" y="24589"/>
                    <a:pt x="201402" y="26972"/>
                    <a:pt x="192521" y="28048"/>
                  </a:cubicBezTo>
                  <a:cubicBezTo>
                    <a:pt x="201887" y="22448"/>
                    <a:pt x="208895" y="13627"/>
                    <a:pt x="212240" y="3240"/>
                  </a:cubicBezTo>
                  <a:cubicBezTo>
                    <a:pt x="203449" y="8474"/>
                    <a:pt x="193819" y="12155"/>
                    <a:pt x="183772" y="14116"/>
                  </a:cubicBezTo>
                  <a:cubicBezTo>
                    <a:pt x="166878" y="-3960"/>
                    <a:pt x="138529" y="-4918"/>
                    <a:pt x="120448" y="11976"/>
                  </a:cubicBezTo>
                  <a:cubicBezTo>
                    <a:pt x="111372" y="20461"/>
                    <a:pt x="106227" y="32334"/>
                    <a:pt x="106240" y="44759"/>
                  </a:cubicBezTo>
                  <a:cubicBezTo>
                    <a:pt x="106223" y="48206"/>
                    <a:pt x="106610" y="51640"/>
                    <a:pt x="107397" y="54989"/>
                  </a:cubicBezTo>
                  <a:cubicBezTo>
                    <a:pt x="71334" y="53206"/>
                    <a:pt x="37738" y="36155"/>
                    <a:pt x="15006" y="8099"/>
                  </a:cubicBezTo>
                  <a:cubicBezTo>
                    <a:pt x="3104" y="28614"/>
                    <a:pt x="9206" y="54844"/>
                    <a:pt x="28938" y="67997"/>
                  </a:cubicBezTo>
                  <a:cubicBezTo>
                    <a:pt x="21793" y="67823"/>
                    <a:pt x="14802" y="65899"/>
                    <a:pt x="8572" y="62397"/>
                  </a:cubicBezTo>
                  <a:lnTo>
                    <a:pt x="8572" y="62951"/>
                  </a:lnTo>
                  <a:cubicBezTo>
                    <a:pt x="8568" y="84304"/>
                    <a:pt x="23610" y="102695"/>
                    <a:pt x="44538" y="106925"/>
                  </a:cubicBezTo>
                  <a:cubicBezTo>
                    <a:pt x="40691" y="107972"/>
                    <a:pt x="36721" y="108500"/>
                    <a:pt x="32734" y="108500"/>
                  </a:cubicBezTo>
                  <a:cubicBezTo>
                    <a:pt x="29904" y="108504"/>
                    <a:pt x="27083" y="108227"/>
                    <a:pt x="24308" y="107665"/>
                  </a:cubicBezTo>
                  <a:cubicBezTo>
                    <a:pt x="30176" y="125938"/>
                    <a:pt x="47014" y="138457"/>
                    <a:pt x="66202" y="138819"/>
                  </a:cubicBezTo>
                  <a:cubicBezTo>
                    <a:pt x="50325" y="151300"/>
                    <a:pt x="30708" y="158065"/>
                    <a:pt x="10517" y="158027"/>
                  </a:cubicBezTo>
                  <a:cubicBezTo>
                    <a:pt x="6942" y="158023"/>
                    <a:pt x="3372" y="157806"/>
                    <a:pt x="-177" y="157380"/>
                  </a:cubicBezTo>
                  <a:cubicBezTo>
                    <a:pt x="20231" y="170661"/>
                    <a:pt x="44070" y="177708"/>
                    <a:pt x="68423" y="177657"/>
                  </a:cubicBezTo>
                  <a:cubicBezTo>
                    <a:pt x="150955" y="177657"/>
                    <a:pt x="196040" y="109287"/>
                    <a:pt x="196040" y="49993"/>
                  </a:cubicBezTo>
                  <a:cubicBezTo>
                    <a:pt x="196040" y="48048"/>
                    <a:pt x="195993" y="46104"/>
                    <a:pt x="195900" y="44206"/>
                  </a:cubicBezTo>
                  <a:cubicBezTo>
                    <a:pt x="204674" y="37848"/>
                    <a:pt x="212244" y="29980"/>
                    <a:pt x="218257" y="20968"/>
                  </a:cubicBezTo>
                  <a:close/>
                </a:path>
              </a:pathLst>
            </a:custGeom>
            <a:solidFill>
              <a:srgbClr val="3F3D56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55545BD6-CAA4-4C13-8D9A-54A5C73E7F9D}"/>
                </a:ext>
              </a:extLst>
            </p:cNvPr>
            <p:cNvSpPr/>
            <p:nvPr/>
          </p:nvSpPr>
          <p:spPr>
            <a:xfrm flipH="1">
              <a:off x="10505925" y="3951688"/>
              <a:ext cx="177744" cy="177744"/>
            </a:xfrm>
            <a:custGeom>
              <a:avLst/>
              <a:gdLst>
                <a:gd name="connsiteX0" fmla="*/ 167755 w 177744"/>
                <a:gd name="connsiteY0" fmla="*/ -93 h 177744"/>
                <a:gd name="connsiteX1" fmla="*/ 9636 w 177744"/>
                <a:gd name="connsiteY1" fmla="*/ -93 h 177744"/>
                <a:gd name="connsiteX2" fmla="*/ -177 w 177744"/>
                <a:gd name="connsiteY2" fmla="*/ 9720 h 177744"/>
                <a:gd name="connsiteX3" fmla="*/ -177 w 177744"/>
                <a:gd name="connsiteY3" fmla="*/ 167839 h 177744"/>
                <a:gd name="connsiteX4" fmla="*/ 9636 w 177744"/>
                <a:gd name="connsiteY4" fmla="*/ 177651 h 177744"/>
                <a:gd name="connsiteX5" fmla="*/ 88695 w 177744"/>
                <a:gd name="connsiteY5" fmla="*/ 177651 h 177744"/>
                <a:gd name="connsiteX6" fmla="*/ 88695 w 177744"/>
                <a:gd name="connsiteY6" fmla="*/ 107294 h 177744"/>
                <a:gd name="connsiteX7" fmla="*/ 67449 w 177744"/>
                <a:gd name="connsiteY7" fmla="*/ 107294 h 177744"/>
                <a:gd name="connsiteX8" fmla="*/ 67449 w 177744"/>
                <a:gd name="connsiteY8" fmla="*/ 81375 h 177744"/>
                <a:gd name="connsiteX9" fmla="*/ 88695 w 177744"/>
                <a:gd name="connsiteY9" fmla="*/ 81375 h 177744"/>
                <a:gd name="connsiteX10" fmla="*/ 88695 w 177744"/>
                <a:gd name="connsiteY10" fmla="*/ 62209 h 177744"/>
                <a:gd name="connsiteX11" fmla="*/ 125125 w 177744"/>
                <a:gd name="connsiteY11" fmla="*/ 26754 h 177744"/>
                <a:gd name="connsiteX12" fmla="*/ 147947 w 177744"/>
                <a:gd name="connsiteY12" fmla="*/ 27817 h 177744"/>
                <a:gd name="connsiteX13" fmla="*/ 147947 w 177744"/>
                <a:gd name="connsiteY13" fmla="*/ 51796 h 177744"/>
                <a:gd name="connsiteX14" fmla="*/ 131606 w 177744"/>
                <a:gd name="connsiteY14" fmla="*/ 51796 h 177744"/>
                <a:gd name="connsiteX15" fmla="*/ 118321 w 177744"/>
                <a:gd name="connsiteY15" fmla="*/ 64847 h 177744"/>
                <a:gd name="connsiteX16" fmla="*/ 118321 w 177744"/>
                <a:gd name="connsiteY16" fmla="*/ 81375 h 177744"/>
                <a:gd name="connsiteX17" fmla="*/ 144891 w 177744"/>
                <a:gd name="connsiteY17" fmla="*/ 81375 h 177744"/>
                <a:gd name="connsiteX18" fmla="*/ 141419 w 177744"/>
                <a:gd name="connsiteY18" fmla="*/ 107294 h 177744"/>
                <a:gd name="connsiteX19" fmla="*/ 118321 w 177744"/>
                <a:gd name="connsiteY19" fmla="*/ 107294 h 177744"/>
                <a:gd name="connsiteX20" fmla="*/ 118321 w 177744"/>
                <a:gd name="connsiteY20" fmla="*/ 177651 h 177744"/>
                <a:gd name="connsiteX21" fmla="*/ 167755 w 177744"/>
                <a:gd name="connsiteY21" fmla="*/ 177651 h 177744"/>
                <a:gd name="connsiteX22" fmla="*/ 177568 w 177744"/>
                <a:gd name="connsiteY22" fmla="*/ 167839 h 177744"/>
                <a:gd name="connsiteX23" fmla="*/ 177568 w 177744"/>
                <a:gd name="connsiteY23" fmla="*/ 9720 h 177744"/>
                <a:gd name="connsiteX24" fmla="*/ 167755 w 177744"/>
                <a:gd name="connsiteY24" fmla="*/ -93 h 17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7744" h="177744">
                  <a:moveTo>
                    <a:pt x="167755" y="-93"/>
                  </a:moveTo>
                  <a:lnTo>
                    <a:pt x="9636" y="-93"/>
                  </a:lnTo>
                  <a:cubicBezTo>
                    <a:pt x="4214" y="-93"/>
                    <a:pt x="-177" y="4298"/>
                    <a:pt x="-177" y="9720"/>
                  </a:cubicBezTo>
                  <a:lnTo>
                    <a:pt x="-177" y="167839"/>
                  </a:lnTo>
                  <a:cubicBezTo>
                    <a:pt x="-177" y="173260"/>
                    <a:pt x="4214" y="177651"/>
                    <a:pt x="9636" y="177651"/>
                  </a:cubicBezTo>
                  <a:lnTo>
                    <a:pt x="88695" y="177651"/>
                  </a:lnTo>
                  <a:lnTo>
                    <a:pt x="88695" y="107294"/>
                  </a:lnTo>
                  <a:lnTo>
                    <a:pt x="67449" y="107294"/>
                  </a:lnTo>
                  <a:lnTo>
                    <a:pt x="67449" y="81375"/>
                  </a:lnTo>
                  <a:lnTo>
                    <a:pt x="88695" y="81375"/>
                  </a:lnTo>
                  <a:lnTo>
                    <a:pt x="88695" y="62209"/>
                  </a:lnTo>
                  <a:cubicBezTo>
                    <a:pt x="88695" y="39251"/>
                    <a:pt x="104619" y="26754"/>
                    <a:pt x="125125" y="26754"/>
                  </a:cubicBezTo>
                  <a:cubicBezTo>
                    <a:pt x="134938" y="26754"/>
                    <a:pt x="145491" y="27494"/>
                    <a:pt x="147947" y="27817"/>
                  </a:cubicBezTo>
                  <a:lnTo>
                    <a:pt x="147947" y="51796"/>
                  </a:lnTo>
                  <a:lnTo>
                    <a:pt x="131606" y="51796"/>
                  </a:lnTo>
                  <a:cubicBezTo>
                    <a:pt x="120448" y="51796"/>
                    <a:pt x="118321" y="57073"/>
                    <a:pt x="118321" y="64847"/>
                  </a:cubicBezTo>
                  <a:lnTo>
                    <a:pt x="118321" y="81375"/>
                  </a:lnTo>
                  <a:lnTo>
                    <a:pt x="144891" y="81375"/>
                  </a:lnTo>
                  <a:lnTo>
                    <a:pt x="141419" y="107294"/>
                  </a:lnTo>
                  <a:lnTo>
                    <a:pt x="118321" y="107294"/>
                  </a:lnTo>
                  <a:lnTo>
                    <a:pt x="118321" y="177651"/>
                  </a:lnTo>
                  <a:lnTo>
                    <a:pt x="167755" y="177651"/>
                  </a:lnTo>
                  <a:cubicBezTo>
                    <a:pt x="173176" y="177651"/>
                    <a:pt x="177568" y="173260"/>
                    <a:pt x="177568" y="167839"/>
                  </a:cubicBezTo>
                  <a:lnTo>
                    <a:pt x="177568" y="9720"/>
                  </a:lnTo>
                  <a:cubicBezTo>
                    <a:pt x="177568" y="4298"/>
                    <a:pt x="173176" y="-93"/>
                    <a:pt x="167755" y="-93"/>
                  </a:cubicBezTo>
                  <a:close/>
                </a:path>
              </a:pathLst>
            </a:custGeom>
            <a:solidFill>
              <a:srgbClr val="3F3D56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1ECBF7F9-FDD5-4407-BF8F-9F9207C72178}"/>
                </a:ext>
              </a:extLst>
            </p:cNvPr>
            <p:cNvSpPr/>
            <p:nvPr/>
          </p:nvSpPr>
          <p:spPr>
            <a:xfrm flipH="1">
              <a:off x="10443955" y="4595071"/>
              <a:ext cx="177748" cy="177744"/>
            </a:xfrm>
            <a:custGeom>
              <a:avLst/>
              <a:gdLst>
                <a:gd name="connsiteX0" fmla="*/ 125729 w 177748"/>
                <a:gd name="connsiteY0" fmla="*/ 14715 h 177744"/>
                <a:gd name="connsiteX1" fmla="*/ 162759 w 177748"/>
                <a:gd name="connsiteY1" fmla="*/ 51749 h 177744"/>
                <a:gd name="connsiteX2" fmla="*/ 162759 w 177748"/>
                <a:gd name="connsiteY2" fmla="*/ 125809 h 177744"/>
                <a:gd name="connsiteX3" fmla="*/ 125729 w 177748"/>
                <a:gd name="connsiteY3" fmla="*/ 162843 h 177744"/>
                <a:gd name="connsiteX4" fmla="*/ 51665 w 177748"/>
                <a:gd name="connsiteY4" fmla="*/ 162843 h 177744"/>
                <a:gd name="connsiteX5" fmla="*/ 14636 w 177748"/>
                <a:gd name="connsiteY5" fmla="*/ 125809 h 177744"/>
                <a:gd name="connsiteX6" fmla="*/ 14636 w 177748"/>
                <a:gd name="connsiteY6" fmla="*/ 51749 h 177744"/>
                <a:gd name="connsiteX7" fmla="*/ 51665 w 177748"/>
                <a:gd name="connsiteY7" fmla="*/ 14715 h 177744"/>
                <a:gd name="connsiteX8" fmla="*/ 125729 w 177748"/>
                <a:gd name="connsiteY8" fmla="*/ 14715 h 177744"/>
                <a:gd name="connsiteX9" fmla="*/ 125729 w 177748"/>
                <a:gd name="connsiteY9" fmla="*/ -93 h 177744"/>
                <a:gd name="connsiteX10" fmla="*/ 51665 w 177748"/>
                <a:gd name="connsiteY10" fmla="*/ -93 h 177744"/>
                <a:gd name="connsiteX11" fmla="*/ -177 w 177748"/>
                <a:gd name="connsiteY11" fmla="*/ 51749 h 177744"/>
                <a:gd name="connsiteX12" fmla="*/ -177 w 177748"/>
                <a:gd name="connsiteY12" fmla="*/ 125809 h 177744"/>
                <a:gd name="connsiteX13" fmla="*/ 51665 w 177748"/>
                <a:gd name="connsiteY13" fmla="*/ 177652 h 177744"/>
                <a:gd name="connsiteX14" fmla="*/ 125729 w 177748"/>
                <a:gd name="connsiteY14" fmla="*/ 177652 h 177744"/>
                <a:gd name="connsiteX15" fmla="*/ 177572 w 177748"/>
                <a:gd name="connsiteY15" fmla="*/ 125809 h 177744"/>
                <a:gd name="connsiteX16" fmla="*/ 177572 w 177748"/>
                <a:gd name="connsiteY16" fmla="*/ 51749 h 177744"/>
                <a:gd name="connsiteX17" fmla="*/ 125729 w 177748"/>
                <a:gd name="connsiteY17" fmla="*/ -93 h 17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7748" h="177744">
                  <a:moveTo>
                    <a:pt x="125729" y="14715"/>
                  </a:moveTo>
                  <a:cubicBezTo>
                    <a:pt x="146155" y="14779"/>
                    <a:pt x="162700" y="31320"/>
                    <a:pt x="162759" y="51749"/>
                  </a:cubicBezTo>
                  <a:lnTo>
                    <a:pt x="162759" y="125809"/>
                  </a:lnTo>
                  <a:cubicBezTo>
                    <a:pt x="162700" y="146239"/>
                    <a:pt x="146155" y="162779"/>
                    <a:pt x="125729" y="162843"/>
                  </a:cubicBezTo>
                  <a:lnTo>
                    <a:pt x="51665" y="162843"/>
                  </a:lnTo>
                  <a:cubicBezTo>
                    <a:pt x="31240" y="162779"/>
                    <a:pt x="14695" y="146239"/>
                    <a:pt x="14636" y="125809"/>
                  </a:cubicBezTo>
                  <a:lnTo>
                    <a:pt x="14636" y="51749"/>
                  </a:lnTo>
                  <a:cubicBezTo>
                    <a:pt x="14695" y="31320"/>
                    <a:pt x="31240" y="14779"/>
                    <a:pt x="51665" y="14715"/>
                  </a:cubicBezTo>
                  <a:lnTo>
                    <a:pt x="125729" y="14715"/>
                  </a:lnTo>
                  <a:moveTo>
                    <a:pt x="125729" y="-93"/>
                  </a:moveTo>
                  <a:lnTo>
                    <a:pt x="51665" y="-93"/>
                  </a:lnTo>
                  <a:cubicBezTo>
                    <a:pt x="23070" y="-12"/>
                    <a:pt x="-92" y="23149"/>
                    <a:pt x="-177" y="51749"/>
                  </a:cubicBezTo>
                  <a:lnTo>
                    <a:pt x="-177" y="125809"/>
                  </a:lnTo>
                  <a:cubicBezTo>
                    <a:pt x="-92" y="154409"/>
                    <a:pt x="23070" y="177571"/>
                    <a:pt x="51665" y="177652"/>
                  </a:cubicBezTo>
                  <a:lnTo>
                    <a:pt x="125729" y="177652"/>
                  </a:lnTo>
                  <a:cubicBezTo>
                    <a:pt x="154325" y="177571"/>
                    <a:pt x="177487" y="154409"/>
                    <a:pt x="177572" y="125809"/>
                  </a:cubicBezTo>
                  <a:lnTo>
                    <a:pt x="177572" y="51749"/>
                  </a:lnTo>
                  <a:cubicBezTo>
                    <a:pt x="177487" y="23149"/>
                    <a:pt x="154325" y="-12"/>
                    <a:pt x="125729" y="-93"/>
                  </a:cubicBezTo>
                  <a:close/>
                </a:path>
              </a:pathLst>
            </a:custGeom>
            <a:solidFill>
              <a:srgbClr val="3F3D56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4675E32B-47EF-4898-8B4F-0C8CBBCFE5AB}"/>
                </a:ext>
              </a:extLst>
            </p:cNvPr>
            <p:cNvSpPr/>
            <p:nvPr/>
          </p:nvSpPr>
          <p:spPr>
            <a:xfrm flipH="1">
              <a:off x="10473580" y="4624693"/>
              <a:ext cx="103684" cy="103689"/>
            </a:xfrm>
            <a:custGeom>
              <a:avLst/>
              <a:gdLst>
                <a:gd name="connsiteX0" fmla="*/ 92398 w 103684"/>
                <a:gd name="connsiteY0" fmla="*/ 22128 h 103689"/>
                <a:gd name="connsiteX1" fmla="*/ 81291 w 103684"/>
                <a:gd name="connsiteY1" fmla="*/ 11018 h 103689"/>
                <a:gd name="connsiteX2" fmla="*/ 92398 w 103684"/>
                <a:gd name="connsiteY2" fmla="*/ -93 h 103689"/>
                <a:gd name="connsiteX3" fmla="*/ 103508 w 103684"/>
                <a:gd name="connsiteY3" fmla="*/ 11018 h 103689"/>
                <a:gd name="connsiteX4" fmla="*/ 92453 w 103684"/>
                <a:gd name="connsiteY4" fmla="*/ 22128 h 103689"/>
                <a:gd name="connsiteX5" fmla="*/ 92398 w 103684"/>
                <a:gd name="connsiteY5" fmla="*/ 22128 h 103689"/>
                <a:gd name="connsiteX6" fmla="*/ 44257 w 103684"/>
                <a:gd name="connsiteY6" fmla="*/ 29532 h 103689"/>
                <a:gd name="connsiteX7" fmla="*/ 73883 w 103684"/>
                <a:gd name="connsiteY7" fmla="*/ 59158 h 103689"/>
                <a:gd name="connsiteX8" fmla="*/ 44257 w 103684"/>
                <a:gd name="connsiteY8" fmla="*/ 88783 h 103689"/>
                <a:gd name="connsiteX9" fmla="*/ 14636 w 103684"/>
                <a:gd name="connsiteY9" fmla="*/ 59158 h 103689"/>
                <a:gd name="connsiteX10" fmla="*/ 44257 w 103684"/>
                <a:gd name="connsiteY10" fmla="*/ 29532 h 103689"/>
                <a:gd name="connsiteX11" fmla="*/ 44257 w 103684"/>
                <a:gd name="connsiteY11" fmla="*/ 14720 h 103689"/>
                <a:gd name="connsiteX12" fmla="*/ -177 w 103684"/>
                <a:gd name="connsiteY12" fmla="*/ 59158 h 103689"/>
                <a:gd name="connsiteX13" fmla="*/ 44257 w 103684"/>
                <a:gd name="connsiteY13" fmla="*/ 103596 h 103689"/>
                <a:gd name="connsiteX14" fmla="*/ 88695 w 103684"/>
                <a:gd name="connsiteY14" fmla="*/ 59158 h 103689"/>
                <a:gd name="connsiteX15" fmla="*/ 44257 w 103684"/>
                <a:gd name="connsiteY15" fmla="*/ 14720 h 103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3684" h="103689">
                  <a:moveTo>
                    <a:pt x="92398" y="22128"/>
                  </a:moveTo>
                  <a:cubicBezTo>
                    <a:pt x="86261" y="22128"/>
                    <a:pt x="81291" y="17154"/>
                    <a:pt x="81291" y="11018"/>
                  </a:cubicBezTo>
                  <a:cubicBezTo>
                    <a:pt x="81291" y="4881"/>
                    <a:pt x="86261" y="-93"/>
                    <a:pt x="92398" y="-93"/>
                  </a:cubicBezTo>
                  <a:cubicBezTo>
                    <a:pt x="98534" y="-93"/>
                    <a:pt x="103508" y="4881"/>
                    <a:pt x="103508" y="11018"/>
                  </a:cubicBezTo>
                  <a:cubicBezTo>
                    <a:pt x="103521" y="17137"/>
                    <a:pt x="98572" y="22111"/>
                    <a:pt x="92453" y="22128"/>
                  </a:cubicBezTo>
                  <a:cubicBezTo>
                    <a:pt x="92436" y="22128"/>
                    <a:pt x="92414" y="22128"/>
                    <a:pt x="92398" y="22128"/>
                  </a:cubicBezTo>
                  <a:close/>
                  <a:moveTo>
                    <a:pt x="44257" y="29532"/>
                  </a:moveTo>
                  <a:cubicBezTo>
                    <a:pt x="60619" y="29532"/>
                    <a:pt x="73883" y="42796"/>
                    <a:pt x="73883" y="59158"/>
                  </a:cubicBezTo>
                  <a:cubicBezTo>
                    <a:pt x="73883" y="75520"/>
                    <a:pt x="60619" y="88783"/>
                    <a:pt x="44257" y="88783"/>
                  </a:cubicBezTo>
                  <a:cubicBezTo>
                    <a:pt x="27895" y="88783"/>
                    <a:pt x="14636" y="75520"/>
                    <a:pt x="14636" y="59158"/>
                  </a:cubicBezTo>
                  <a:cubicBezTo>
                    <a:pt x="14649" y="42805"/>
                    <a:pt x="27904" y="29549"/>
                    <a:pt x="44257" y="29532"/>
                  </a:cubicBezTo>
                  <a:moveTo>
                    <a:pt x="44257" y="14720"/>
                  </a:moveTo>
                  <a:cubicBezTo>
                    <a:pt x="19717" y="14720"/>
                    <a:pt x="-177" y="34617"/>
                    <a:pt x="-177" y="59158"/>
                  </a:cubicBezTo>
                  <a:cubicBezTo>
                    <a:pt x="-181" y="83698"/>
                    <a:pt x="19717" y="103596"/>
                    <a:pt x="44257" y="103596"/>
                  </a:cubicBezTo>
                  <a:cubicBezTo>
                    <a:pt x="68802" y="103596"/>
                    <a:pt x="88695" y="83698"/>
                    <a:pt x="88695" y="59158"/>
                  </a:cubicBezTo>
                  <a:cubicBezTo>
                    <a:pt x="88691" y="34617"/>
                    <a:pt x="68797" y="14728"/>
                    <a:pt x="44257" y="14720"/>
                  </a:cubicBezTo>
                  <a:close/>
                </a:path>
              </a:pathLst>
            </a:custGeom>
            <a:solidFill>
              <a:srgbClr val="3F3D56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1F8BF014-649C-4F69-9094-4DACEF66A697}"/>
                </a:ext>
              </a:extLst>
            </p:cNvPr>
            <p:cNvSpPr/>
            <p:nvPr/>
          </p:nvSpPr>
          <p:spPr>
            <a:xfrm flipH="1">
              <a:off x="9188068" y="3864420"/>
              <a:ext cx="177707" cy="177719"/>
            </a:xfrm>
            <a:custGeom>
              <a:avLst/>
              <a:gdLst>
                <a:gd name="connsiteX0" fmla="*/ 163316 w 177707"/>
                <a:gd name="connsiteY0" fmla="*/ -76 h 177719"/>
                <a:gd name="connsiteX1" fmla="*/ 15006 w 177707"/>
                <a:gd name="connsiteY1" fmla="*/ -76 h 177719"/>
                <a:gd name="connsiteX2" fmla="*/ -173 w 177707"/>
                <a:gd name="connsiteY2" fmla="*/ 13703 h 177719"/>
                <a:gd name="connsiteX3" fmla="*/ -177 w 177707"/>
                <a:gd name="connsiteY3" fmla="*/ 13762 h 177719"/>
                <a:gd name="connsiteX4" fmla="*/ -177 w 177707"/>
                <a:gd name="connsiteY4" fmla="*/ 162396 h 177719"/>
                <a:gd name="connsiteX5" fmla="*/ 15006 w 177707"/>
                <a:gd name="connsiteY5" fmla="*/ 177626 h 177719"/>
                <a:gd name="connsiteX6" fmla="*/ 163270 w 177707"/>
                <a:gd name="connsiteY6" fmla="*/ 177626 h 177719"/>
                <a:gd name="connsiteX7" fmla="*/ 177525 w 177707"/>
                <a:gd name="connsiteY7" fmla="*/ 162396 h 177719"/>
                <a:gd name="connsiteX8" fmla="*/ 177525 w 177707"/>
                <a:gd name="connsiteY8" fmla="*/ 13762 h 177719"/>
                <a:gd name="connsiteX9" fmla="*/ 164129 w 177707"/>
                <a:gd name="connsiteY9" fmla="*/ -89 h 177719"/>
                <a:gd name="connsiteX10" fmla="*/ 163316 w 177707"/>
                <a:gd name="connsiteY10" fmla="*/ -76 h 177719"/>
                <a:gd name="connsiteX11" fmla="*/ 54908 w 177707"/>
                <a:gd name="connsiteY11" fmla="*/ 148047 h 177719"/>
                <a:gd name="connsiteX12" fmla="*/ 29448 w 177707"/>
                <a:gd name="connsiteY12" fmla="*/ 148047 h 177719"/>
                <a:gd name="connsiteX13" fmla="*/ 29448 w 177707"/>
                <a:gd name="connsiteY13" fmla="*/ 68894 h 177719"/>
                <a:gd name="connsiteX14" fmla="*/ 54908 w 177707"/>
                <a:gd name="connsiteY14" fmla="*/ 68894 h 177719"/>
                <a:gd name="connsiteX15" fmla="*/ 43057 w 177707"/>
                <a:gd name="connsiteY15" fmla="*/ 56856 h 177719"/>
                <a:gd name="connsiteX16" fmla="*/ 42874 w 177707"/>
                <a:gd name="connsiteY16" fmla="*/ 56856 h 177719"/>
                <a:gd name="connsiteX17" fmla="*/ 29125 w 177707"/>
                <a:gd name="connsiteY17" fmla="*/ 42924 h 177719"/>
                <a:gd name="connsiteX18" fmla="*/ 43057 w 177707"/>
                <a:gd name="connsiteY18" fmla="*/ 29175 h 177719"/>
                <a:gd name="connsiteX19" fmla="*/ 56806 w 177707"/>
                <a:gd name="connsiteY19" fmla="*/ 43111 h 177719"/>
                <a:gd name="connsiteX20" fmla="*/ 43057 w 177707"/>
                <a:gd name="connsiteY20" fmla="*/ 56856 h 177719"/>
                <a:gd name="connsiteX21" fmla="*/ 147946 w 177707"/>
                <a:gd name="connsiteY21" fmla="*/ 148047 h 177719"/>
                <a:gd name="connsiteX22" fmla="*/ 122491 w 177707"/>
                <a:gd name="connsiteY22" fmla="*/ 148047 h 177719"/>
                <a:gd name="connsiteX23" fmla="*/ 122491 w 177707"/>
                <a:gd name="connsiteY23" fmla="*/ 104767 h 177719"/>
                <a:gd name="connsiteX24" fmla="*/ 109576 w 177707"/>
                <a:gd name="connsiteY24" fmla="*/ 87316 h 177719"/>
                <a:gd name="connsiteX25" fmla="*/ 96521 w 177707"/>
                <a:gd name="connsiteY25" fmla="*/ 96711 h 177719"/>
                <a:gd name="connsiteX26" fmla="*/ 95640 w 177707"/>
                <a:gd name="connsiteY26" fmla="*/ 102962 h 177719"/>
                <a:gd name="connsiteX27" fmla="*/ 95640 w 177707"/>
                <a:gd name="connsiteY27" fmla="*/ 148047 h 177719"/>
                <a:gd name="connsiteX28" fmla="*/ 70185 w 177707"/>
                <a:gd name="connsiteY28" fmla="*/ 148047 h 177719"/>
                <a:gd name="connsiteX29" fmla="*/ 70185 w 177707"/>
                <a:gd name="connsiteY29" fmla="*/ 68894 h 177719"/>
                <a:gd name="connsiteX30" fmla="*/ 95640 w 177707"/>
                <a:gd name="connsiteY30" fmla="*/ 68894 h 177719"/>
                <a:gd name="connsiteX31" fmla="*/ 95640 w 177707"/>
                <a:gd name="connsiteY31" fmla="*/ 79911 h 177719"/>
                <a:gd name="connsiteX32" fmla="*/ 118602 w 177707"/>
                <a:gd name="connsiteY32" fmla="*/ 67043 h 177719"/>
                <a:gd name="connsiteX33" fmla="*/ 147946 w 177707"/>
                <a:gd name="connsiteY33" fmla="*/ 101805 h 17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7707" h="177719">
                  <a:moveTo>
                    <a:pt x="163316" y="-76"/>
                  </a:moveTo>
                  <a:lnTo>
                    <a:pt x="15006" y="-76"/>
                  </a:lnTo>
                  <a:cubicBezTo>
                    <a:pt x="7010" y="-463"/>
                    <a:pt x="214" y="5707"/>
                    <a:pt x="-173" y="13703"/>
                  </a:cubicBezTo>
                  <a:cubicBezTo>
                    <a:pt x="-173" y="13724"/>
                    <a:pt x="-173" y="13741"/>
                    <a:pt x="-177" y="13762"/>
                  </a:cubicBezTo>
                  <a:lnTo>
                    <a:pt x="-177" y="162396"/>
                  </a:lnTo>
                  <a:cubicBezTo>
                    <a:pt x="36" y="170699"/>
                    <a:pt x="6704" y="177388"/>
                    <a:pt x="15006" y="177626"/>
                  </a:cubicBezTo>
                  <a:lnTo>
                    <a:pt x="163270" y="177626"/>
                  </a:lnTo>
                  <a:cubicBezTo>
                    <a:pt x="171389" y="177307"/>
                    <a:pt x="177742" y="170520"/>
                    <a:pt x="177525" y="162396"/>
                  </a:cubicBezTo>
                  <a:lnTo>
                    <a:pt x="177525" y="13762"/>
                  </a:lnTo>
                  <a:cubicBezTo>
                    <a:pt x="177653" y="6239"/>
                    <a:pt x="171653" y="39"/>
                    <a:pt x="164129" y="-89"/>
                  </a:cubicBezTo>
                  <a:cubicBezTo>
                    <a:pt x="163857" y="-93"/>
                    <a:pt x="163589" y="-89"/>
                    <a:pt x="163316" y="-76"/>
                  </a:cubicBezTo>
                  <a:close/>
                  <a:moveTo>
                    <a:pt x="54908" y="148047"/>
                  </a:moveTo>
                  <a:lnTo>
                    <a:pt x="29448" y="148047"/>
                  </a:lnTo>
                  <a:lnTo>
                    <a:pt x="29448" y="68894"/>
                  </a:lnTo>
                  <a:lnTo>
                    <a:pt x="54908" y="68894"/>
                  </a:lnTo>
                  <a:close/>
                  <a:moveTo>
                    <a:pt x="43057" y="56856"/>
                  </a:moveTo>
                  <a:lnTo>
                    <a:pt x="42874" y="56856"/>
                  </a:lnTo>
                  <a:cubicBezTo>
                    <a:pt x="35227" y="56805"/>
                    <a:pt x="29074" y="50567"/>
                    <a:pt x="29125" y="42924"/>
                  </a:cubicBezTo>
                  <a:cubicBezTo>
                    <a:pt x="29176" y="35281"/>
                    <a:pt x="35415" y="29124"/>
                    <a:pt x="43057" y="29175"/>
                  </a:cubicBezTo>
                  <a:cubicBezTo>
                    <a:pt x="50704" y="29226"/>
                    <a:pt x="56857" y="35464"/>
                    <a:pt x="56806" y="43111"/>
                  </a:cubicBezTo>
                  <a:cubicBezTo>
                    <a:pt x="56755" y="50681"/>
                    <a:pt x="50632" y="56809"/>
                    <a:pt x="43057" y="56856"/>
                  </a:cubicBezTo>
                  <a:close/>
                  <a:moveTo>
                    <a:pt x="147946" y="148047"/>
                  </a:moveTo>
                  <a:lnTo>
                    <a:pt x="122491" y="148047"/>
                  </a:lnTo>
                  <a:lnTo>
                    <a:pt x="122491" y="104767"/>
                  </a:lnTo>
                  <a:cubicBezTo>
                    <a:pt x="122491" y="94396"/>
                    <a:pt x="118785" y="87316"/>
                    <a:pt x="109576" y="87316"/>
                  </a:cubicBezTo>
                  <a:cubicBezTo>
                    <a:pt x="103670" y="87367"/>
                    <a:pt x="98440" y="91133"/>
                    <a:pt x="96521" y="96711"/>
                  </a:cubicBezTo>
                  <a:cubicBezTo>
                    <a:pt x="95844" y="98724"/>
                    <a:pt x="95546" y="100843"/>
                    <a:pt x="95640" y="102962"/>
                  </a:cubicBezTo>
                  <a:lnTo>
                    <a:pt x="95640" y="148047"/>
                  </a:lnTo>
                  <a:lnTo>
                    <a:pt x="70185" y="148047"/>
                  </a:lnTo>
                  <a:lnTo>
                    <a:pt x="70185" y="68894"/>
                  </a:lnTo>
                  <a:lnTo>
                    <a:pt x="95640" y="68894"/>
                  </a:lnTo>
                  <a:lnTo>
                    <a:pt x="95640" y="79911"/>
                  </a:lnTo>
                  <a:cubicBezTo>
                    <a:pt x="100363" y="71741"/>
                    <a:pt x="109168" y="66805"/>
                    <a:pt x="118602" y="67043"/>
                  </a:cubicBezTo>
                  <a:cubicBezTo>
                    <a:pt x="135312" y="67043"/>
                    <a:pt x="147946" y="78060"/>
                    <a:pt x="147946" y="101805"/>
                  </a:cubicBezTo>
                  <a:close/>
                </a:path>
              </a:pathLst>
            </a:custGeom>
            <a:solidFill>
              <a:srgbClr val="3F3D56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F9D39750-FEEB-47AC-A80B-0D31731EC342}"/>
                </a:ext>
              </a:extLst>
            </p:cNvPr>
            <p:cNvSpPr/>
            <p:nvPr/>
          </p:nvSpPr>
          <p:spPr>
            <a:xfrm flipH="1">
              <a:off x="9651971" y="4960633"/>
              <a:ext cx="323314" cy="147953"/>
            </a:xfrm>
            <a:custGeom>
              <a:avLst/>
              <a:gdLst>
                <a:gd name="connsiteX0" fmla="*/ 70112 w 323314"/>
                <a:gd name="connsiteY0" fmla="*/ -93 h 147953"/>
                <a:gd name="connsiteX1" fmla="*/ 280070 w 323314"/>
                <a:gd name="connsiteY1" fmla="*/ 15630 h 147953"/>
                <a:gd name="connsiteX2" fmla="*/ 323138 w 323314"/>
                <a:gd name="connsiteY2" fmla="*/ 103885 h 147953"/>
                <a:gd name="connsiteX3" fmla="*/ 183227 w 323314"/>
                <a:gd name="connsiteY3" fmla="*/ 147860 h 147953"/>
                <a:gd name="connsiteX4" fmla="*/ 78580 w 323314"/>
                <a:gd name="connsiteY4" fmla="*/ 141932 h 147953"/>
                <a:gd name="connsiteX5" fmla="*/ -177 w 323314"/>
                <a:gd name="connsiteY5" fmla="*/ 147498 h 147953"/>
                <a:gd name="connsiteX6" fmla="*/ 43802 w 323314"/>
                <a:gd name="connsiteY6" fmla="*/ 32328 h 147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314" h="147953">
                  <a:moveTo>
                    <a:pt x="70112" y="-93"/>
                  </a:moveTo>
                  <a:cubicBezTo>
                    <a:pt x="70112" y="-93"/>
                    <a:pt x="250312" y="4805"/>
                    <a:pt x="280070" y="15630"/>
                  </a:cubicBezTo>
                  <a:cubicBezTo>
                    <a:pt x="309831" y="26460"/>
                    <a:pt x="323138" y="103885"/>
                    <a:pt x="323138" y="103885"/>
                  </a:cubicBezTo>
                  <a:lnTo>
                    <a:pt x="183227" y="147860"/>
                  </a:lnTo>
                  <a:lnTo>
                    <a:pt x="78580" y="141932"/>
                  </a:lnTo>
                  <a:lnTo>
                    <a:pt x="-177" y="147498"/>
                  </a:lnTo>
                  <a:lnTo>
                    <a:pt x="43802" y="32328"/>
                  </a:ln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BDC512E2-2884-437A-BE0F-09B66EF2D362}"/>
                </a:ext>
              </a:extLst>
            </p:cNvPr>
            <p:cNvSpPr/>
            <p:nvPr/>
          </p:nvSpPr>
          <p:spPr>
            <a:xfrm flipH="1">
              <a:off x="9717783" y="4901501"/>
              <a:ext cx="197203" cy="226170"/>
            </a:xfrm>
            <a:custGeom>
              <a:avLst/>
              <a:gdLst>
                <a:gd name="connsiteX0" fmla="*/ 17587 w 197203"/>
                <a:gd name="connsiteY0" fmla="*/ -93 h 226170"/>
                <a:gd name="connsiteX1" fmla="*/ 3128 w 197203"/>
                <a:gd name="connsiteY1" fmla="*/ 78124 h 226170"/>
                <a:gd name="connsiteX2" fmla="*/ 116247 w 197203"/>
                <a:gd name="connsiteY2" fmla="*/ 226077 h 226170"/>
                <a:gd name="connsiteX3" fmla="*/ 189800 w 197203"/>
                <a:gd name="connsiteY3" fmla="*/ 213434 h 226170"/>
                <a:gd name="connsiteX4" fmla="*/ 195366 w 197203"/>
                <a:gd name="connsiteY4" fmla="*/ 37111 h 226170"/>
                <a:gd name="connsiteX5" fmla="*/ 17587 w 197203"/>
                <a:gd name="connsiteY5" fmla="*/ -93 h 226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7203" h="226170">
                  <a:moveTo>
                    <a:pt x="17587" y="-93"/>
                  </a:moveTo>
                  <a:cubicBezTo>
                    <a:pt x="17587" y="-93"/>
                    <a:pt x="29443" y="45698"/>
                    <a:pt x="3128" y="78124"/>
                  </a:cubicBezTo>
                  <a:cubicBezTo>
                    <a:pt x="-23183" y="110545"/>
                    <a:pt x="116247" y="226077"/>
                    <a:pt x="116247" y="226077"/>
                  </a:cubicBezTo>
                  <a:lnTo>
                    <a:pt x="189800" y="213434"/>
                  </a:lnTo>
                  <a:cubicBezTo>
                    <a:pt x="189800" y="213434"/>
                    <a:pt x="173587" y="72737"/>
                    <a:pt x="195366" y="37111"/>
                  </a:cubicBezTo>
                  <a:cubicBezTo>
                    <a:pt x="217141" y="1481"/>
                    <a:pt x="17587" y="-93"/>
                    <a:pt x="17587" y="-93"/>
                  </a:cubicBezTo>
                  <a:close/>
                </a:path>
              </a:pathLst>
            </a:custGeom>
            <a:solidFill>
              <a:srgbClr val="9F616A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AD1E22D3-09FD-476E-B777-05A544F83431}"/>
                </a:ext>
              </a:extLst>
            </p:cNvPr>
            <p:cNvSpPr/>
            <p:nvPr/>
          </p:nvSpPr>
          <p:spPr>
            <a:xfrm flipH="1">
              <a:off x="9717783" y="4901501"/>
              <a:ext cx="197203" cy="226170"/>
            </a:xfrm>
            <a:custGeom>
              <a:avLst/>
              <a:gdLst>
                <a:gd name="connsiteX0" fmla="*/ 17587 w 197203"/>
                <a:gd name="connsiteY0" fmla="*/ -93 h 226170"/>
                <a:gd name="connsiteX1" fmla="*/ 3128 w 197203"/>
                <a:gd name="connsiteY1" fmla="*/ 78124 h 226170"/>
                <a:gd name="connsiteX2" fmla="*/ 116247 w 197203"/>
                <a:gd name="connsiteY2" fmla="*/ 226077 h 226170"/>
                <a:gd name="connsiteX3" fmla="*/ 189800 w 197203"/>
                <a:gd name="connsiteY3" fmla="*/ 213434 h 226170"/>
                <a:gd name="connsiteX4" fmla="*/ 195366 w 197203"/>
                <a:gd name="connsiteY4" fmla="*/ 37111 h 226170"/>
                <a:gd name="connsiteX5" fmla="*/ 17587 w 197203"/>
                <a:gd name="connsiteY5" fmla="*/ -93 h 226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7203" h="226170">
                  <a:moveTo>
                    <a:pt x="17587" y="-93"/>
                  </a:moveTo>
                  <a:cubicBezTo>
                    <a:pt x="17587" y="-93"/>
                    <a:pt x="29443" y="45698"/>
                    <a:pt x="3128" y="78124"/>
                  </a:cubicBezTo>
                  <a:cubicBezTo>
                    <a:pt x="-23183" y="110545"/>
                    <a:pt x="116247" y="226077"/>
                    <a:pt x="116247" y="226077"/>
                  </a:cubicBezTo>
                  <a:lnTo>
                    <a:pt x="189800" y="213434"/>
                  </a:lnTo>
                  <a:cubicBezTo>
                    <a:pt x="189800" y="213434"/>
                    <a:pt x="173587" y="72737"/>
                    <a:pt x="195366" y="37111"/>
                  </a:cubicBezTo>
                  <a:cubicBezTo>
                    <a:pt x="217141" y="1481"/>
                    <a:pt x="17587" y="-93"/>
                    <a:pt x="17587" y="-93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C9B8C616-915D-4804-AE89-9D0797DFB480}"/>
                </a:ext>
              </a:extLst>
            </p:cNvPr>
            <p:cNvSpPr/>
            <p:nvPr/>
          </p:nvSpPr>
          <p:spPr>
            <a:xfrm flipH="1">
              <a:off x="9307146" y="6240310"/>
              <a:ext cx="263187" cy="279885"/>
            </a:xfrm>
            <a:custGeom>
              <a:avLst/>
              <a:gdLst>
                <a:gd name="connsiteX0" fmla="*/ 162289 w 263187"/>
                <a:gd name="connsiteY0" fmla="*/ 0 h 279885"/>
                <a:gd name="connsiteX1" fmla="*/ 0 w 263187"/>
                <a:gd name="connsiteY1" fmla="*/ 215221 h 279885"/>
                <a:gd name="connsiteX2" fmla="*/ 110753 w 263187"/>
                <a:gd name="connsiteY2" fmla="*/ 279885 h 279885"/>
                <a:gd name="connsiteX3" fmla="*/ 263187 w 263187"/>
                <a:gd name="connsiteY3" fmla="*/ 30485 h 279885"/>
                <a:gd name="connsiteX4" fmla="*/ 162289 w 263187"/>
                <a:gd name="connsiteY4" fmla="*/ 0 h 27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87" h="279885">
                  <a:moveTo>
                    <a:pt x="162289" y="0"/>
                  </a:moveTo>
                  <a:lnTo>
                    <a:pt x="0" y="215221"/>
                  </a:lnTo>
                  <a:lnTo>
                    <a:pt x="110753" y="279885"/>
                  </a:lnTo>
                  <a:lnTo>
                    <a:pt x="263187" y="30485"/>
                  </a:lnTo>
                  <a:lnTo>
                    <a:pt x="162289" y="0"/>
                  </a:lnTo>
                  <a:close/>
                </a:path>
              </a:pathLst>
            </a:custGeom>
            <a:solidFill>
              <a:srgbClr val="9F616A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FDC44637-8A93-4E20-AF91-3FCB51BA21A6}"/>
                </a:ext>
              </a:extLst>
            </p:cNvPr>
            <p:cNvSpPr/>
            <p:nvPr/>
          </p:nvSpPr>
          <p:spPr>
            <a:xfrm flipH="1">
              <a:off x="9171795" y="6402951"/>
              <a:ext cx="425662" cy="186942"/>
            </a:xfrm>
            <a:custGeom>
              <a:avLst/>
              <a:gdLst>
                <a:gd name="connsiteX0" fmla="*/ 75398 w 425662"/>
                <a:gd name="connsiteY0" fmla="*/ 56116 h 186942"/>
                <a:gd name="connsiteX1" fmla="*/ 18296 w 425662"/>
                <a:gd name="connsiteY1" fmla="*/ 2159 h 186942"/>
                <a:gd name="connsiteX2" fmla="*/ 17811 w 425662"/>
                <a:gd name="connsiteY2" fmla="*/ 161669 h 186942"/>
                <a:gd name="connsiteX3" fmla="*/ 425326 w 425662"/>
                <a:gd name="connsiteY3" fmla="*/ 167355 h 186942"/>
                <a:gd name="connsiteX4" fmla="*/ 317777 w 425662"/>
                <a:gd name="connsiteY4" fmla="*/ 98155 h 186942"/>
                <a:gd name="connsiteX5" fmla="*/ 236118 w 425662"/>
                <a:gd name="connsiteY5" fmla="*/ 40448 h 186942"/>
                <a:gd name="connsiteX6" fmla="*/ 75398 w 425662"/>
                <a:gd name="connsiteY6" fmla="*/ 56116 h 18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662" h="186942">
                  <a:moveTo>
                    <a:pt x="75398" y="56116"/>
                  </a:moveTo>
                  <a:cubicBezTo>
                    <a:pt x="75398" y="56116"/>
                    <a:pt x="15632" y="-13326"/>
                    <a:pt x="18296" y="2159"/>
                  </a:cubicBezTo>
                  <a:cubicBezTo>
                    <a:pt x="20956" y="17644"/>
                    <a:pt x="-24227" y="148967"/>
                    <a:pt x="17811" y="161669"/>
                  </a:cubicBezTo>
                  <a:cubicBezTo>
                    <a:pt x="59850" y="174371"/>
                    <a:pt x="420369" y="208065"/>
                    <a:pt x="425326" y="167355"/>
                  </a:cubicBezTo>
                  <a:cubicBezTo>
                    <a:pt x="430288" y="126644"/>
                    <a:pt x="317777" y="98155"/>
                    <a:pt x="317777" y="98155"/>
                  </a:cubicBezTo>
                  <a:cubicBezTo>
                    <a:pt x="317777" y="98155"/>
                    <a:pt x="250935" y="33916"/>
                    <a:pt x="236118" y="40448"/>
                  </a:cubicBezTo>
                  <a:cubicBezTo>
                    <a:pt x="221296" y="46980"/>
                    <a:pt x="75398" y="56116"/>
                    <a:pt x="75398" y="56116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AEC37F66-3BF9-4197-AD45-793E196896CB}"/>
                </a:ext>
              </a:extLst>
            </p:cNvPr>
            <p:cNvSpPr/>
            <p:nvPr/>
          </p:nvSpPr>
          <p:spPr>
            <a:xfrm flipH="1">
              <a:off x="9216954" y="6429217"/>
              <a:ext cx="227502" cy="237480"/>
            </a:xfrm>
            <a:custGeom>
              <a:avLst/>
              <a:gdLst>
                <a:gd name="connsiteX0" fmla="*/ 0 w 227502"/>
                <a:gd name="connsiteY0" fmla="*/ 16634 h 237480"/>
                <a:gd name="connsiteX1" fmla="*/ 129630 w 227502"/>
                <a:gd name="connsiteY1" fmla="*/ 237481 h 237480"/>
                <a:gd name="connsiteX2" fmla="*/ 227502 w 227502"/>
                <a:gd name="connsiteY2" fmla="*/ 180804 h 237480"/>
                <a:gd name="connsiteX3" fmla="*/ 96783 w 227502"/>
                <a:gd name="connsiteY3" fmla="*/ 0 h 237480"/>
                <a:gd name="connsiteX4" fmla="*/ 0 w 227502"/>
                <a:gd name="connsiteY4" fmla="*/ 16634 h 23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502" h="237480">
                  <a:moveTo>
                    <a:pt x="0" y="16634"/>
                  </a:moveTo>
                  <a:lnTo>
                    <a:pt x="129630" y="237481"/>
                  </a:lnTo>
                  <a:lnTo>
                    <a:pt x="227502" y="180804"/>
                  </a:lnTo>
                  <a:lnTo>
                    <a:pt x="96783" y="0"/>
                  </a:lnTo>
                  <a:lnTo>
                    <a:pt x="0" y="16634"/>
                  </a:lnTo>
                  <a:close/>
                </a:path>
              </a:pathLst>
            </a:custGeom>
            <a:solidFill>
              <a:srgbClr val="9F616A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19982B64-FA29-4FC4-8B29-2F77AFE6202A}"/>
                </a:ext>
              </a:extLst>
            </p:cNvPr>
            <p:cNvSpPr/>
            <p:nvPr/>
          </p:nvSpPr>
          <p:spPr>
            <a:xfrm flipH="1">
              <a:off x="9112554" y="5905139"/>
              <a:ext cx="331112" cy="430186"/>
            </a:xfrm>
            <a:custGeom>
              <a:avLst/>
              <a:gdLst>
                <a:gd name="connsiteX0" fmla="*/ 203668 w 331112"/>
                <a:gd name="connsiteY0" fmla="*/ 15209 h 430186"/>
                <a:gd name="connsiteX1" fmla="*/ 165195 w 331112"/>
                <a:gd name="connsiteY1" fmla="*/ 69652 h 430186"/>
                <a:gd name="connsiteX2" fmla="*/ 1272 w 331112"/>
                <a:gd name="connsiteY2" fmla="*/ 344937 h 430186"/>
                <a:gd name="connsiteX3" fmla="*/ 143119 w 331112"/>
                <a:gd name="connsiteY3" fmla="*/ 428171 h 430186"/>
                <a:gd name="connsiteX4" fmla="*/ 330936 w 331112"/>
                <a:gd name="connsiteY4" fmla="*/ 152762 h 430186"/>
                <a:gd name="connsiteX5" fmla="*/ 292706 w 331112"/>
                <a:gd name="connsiteY5" fmla="*/ -93 h 43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1112" h="430186">
                  <a:moveTo>
                    <a:pt x="203668" y="15209"/>
                  </a:moveTo>
                  <a:lnTo>
                    <a:pt x="165195" y="69652"/>
                  </a:lnTo>
                  <a:cubicBezTo>
                    <a:pt x="165195" y="69652"/>
                    <a:pt x="-18209" y="324371"/>
                    <a:pt x="1272" y="344937"/>
                  </a:cubicBezTo>
                  <a:cubicBezTo>
                    <a:pt x="20748" y="365503"/>
                    <a:pt x="101863" y="443230"/>
                    <a:pt x="143119" y="428171"/>
                  </a:cubicBezTo>
                  <a:cubicBezTo>
                    <a:pt x="184370" y="413107"/>
                    <a:pt x="330936" y="152762"/>
                    <a:pt x="330936" y="152762"/>
                  </a:cubicBezTo>
                  <a:lnTo>
                    <a:pt x="292706" y="-93"/>
                  </a:ln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83FBE0D3-0569-49FE-BE2D-DE89836FCFCE}"/>
                </a:ext>
              </a:extLst>
            </p:cNvPr>
            <p:cNvSpPr/>
            <p:nvPr/>
          </p:nvSpPr>
          <p:spPr>
            <a:xfrm flipH="1">
              <a:off x="9041761" y="5572076"/>
              <a:ext cx="995614" cy="920357"/>
            </a:xfrm>
            <a:custGeom>
              <a:avLst/>
              <a:gdLst>
                <a:gd name="connsiteX0" fmla="*/ 7325 w 995614"/>
                <a:gd name="connsiteY0" fmla="*/ 296741 h 920357"/>
                <a:gd name="connsiteX1" fmla="*/ 152499 w 995614"/>
                <a:gd name="connsiteY1" fmla="*/ 399328 h 920357"/>
                <a:gd name="connsiteX2" fmla="*/ 369231 w 995614"/>
                <a:gd name="connsiteY2" fmla="*/ 477660 h 920357"/>
                <a:gd name="connsiteX3" fmla="*/ 386712 w 995614"/>
                <a:gd name="connsiteY3" fmla="*/ 486613 h 920357"/>
                <a:gd name="connsiteX4" fmla="*/ 417925 w 995614"/>
                <a:gd name="connsiteY4" fmla="*/ 529077 h 920357"/>
                <a:gd name="connsiteX5" fmla="*/ 576831 w 995614"/>
                <a:gd name="connsiteY5" fmla="*/ 920260 h 920357"/>
                <a:gd name="connsiteX6" fmla="*/ 712874 w 995614"/>
                <a:gd name="connsiteY6" fmla="*/ 876949 h 920357"/>
                <a:gd name="connsiteX7" fmla="*/ 577074 w 995614"/>
                <a:gd name="connsiteY7" fmla="*/ 457881 h 920357"/>
                <a:gd name="connsiteX8" fmla="*/ 561104 w 995614"/>
                <a:gd name="connsiteY8" fmla="*/ 364971 h 920357"/>
                <a:gd name="connsiteX9" fmla="*/ 758240 w 995614"/>
                <a:gd name="connsiteY9" fmla="*/ 398843 h 920357"/>
                <a:gd name="connsiteX10" fmla="*/ 924644 w 995614"/>
                <a:gd name="connsiteY10" fmla="*/ 485826 h 920357"/>
                <a:gd name="connsiteX11" fmla="*/ 934504 w 995614"/>
                <a:gd name="connsiteY11" fmla="*/ 264919 h 920357"/>
                <a:gd name="connsiteX12" fmla="*/ 546708 w 995614"/>
                <a:gd name="connsiteY12" fmla="*/ 72503 h 920357"/>
                <a:gd name="connsiteX13" fmla="*/ 458755 w 995614"/>
                <a:gd name="connsiteY13" fmla="*/ 47762 h 920357"/>
                <a:gd name="connsiteX14" fmla="*/ 382104 w 995614"/>
                <a:gd name="connsiteY14" fmla="*/ 43188 h 920357"/>
                <a:gd name="connsiteX15" fmla="*/ 370814 w 995614"/>
                <a:gd name="connsiteY15" fmla="*/ -93 h 920357"/>
                <a:gd name="connsiteX16" fmla="*/ 189274 w 995614"/>
                <a:gd name="connsiteY16" fmla="*/ 10383 h 920357"/>
                <a:gd name="connsiteX17" fmla="*/ -177 w 995614"/>
                <a:gd name="connsiteY17" fmla="*/ 90775 h 92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5614" h="920357">
                  <a:moveTo>
                    <a:pt x="7325" y="296741"/>
                  </a:moveTo>
                  <a:cubicBezTo>
                    <a:pt x="7325" y="296741"/>
                    <a:pt x="48397" y="373379"/>
                    <a:pt x="152499" y="399328"/>
                  </a:cubicBezTo>
                  <a:cubicBezTo>
                    <a:pt x="256602" y="425277"/>
                    <a:pt x="365363" y="478328"/>
                    <a:pt x="369231" y="477660"/>
                  </a:cubicBezTo>
                  <a:cubicBezTo>
                    <a:pt x="373104" y="476996"/>
                    <a:pt x="384053" y="471128"/>
                    <a:pt x="386712" y="486613"/>
                  </a:cubicBezTo>
                  <a:cubicBezTo>
                    <a:pt x="389376" y="502098"/>
                    <a:pt x="417925" y="529077"/>
                    <a:pt x="417925" y="529077"/>
                  </a:cubicBezTo>
                  <a:cubicBezTo>
                    <a:pt x="417925" y="529077"/>
                    <a:pt x="532917" y="919839"/>
                    <a:pt x="576831" y="920260"/>
                  </a:cubicBezTo>
                  <a:cubicBezTo>
                    <a:pt x="620746" y="920681"/>
                    <a:pt x="710997" y="889230"/>
                    <a:pt x="712874" y="876949"/>
                  </a:cubicBezTo>
                  <a:cubicBezTo>
                    <a:pt x="714746" y="864669"/>
                    <a:pt x="578406" y="465622"/>
                    <a:pt x="577074" y="457881"/>
                  </a:cubicBezTo>
                  <a:lnTo>
                    <a:pt x="561104" y="364971"/>
                  </a:lnTo>
                  <a:cubicBezTo>
                    <a:pt x="561104" y="364971"/>
                    <a:pt x="741423" y="393762"/>
                    <a:pt x="758240" y="398843"/>
                  </a:cubicBezTo>
                  <a:cubicBezTo>
                    <a:pt x="775053" y="403924"/>
                    <a:pt x="924644" y="485826"/>
                    <a:pt x="924644" y="485826"/>
                  </a:cubicBezTo>
                  <a:cubicBezTo>
                    <a:pt x="924644" y="485826"/>
                    <a:pt x="1077138" y="375915"/>
                    <a:pt x="934504" y="264919"/>
                  </a:cubicBezTo>
                  <a:cubicBezTo>
                    <a:pt x="791870" y="153924"/>
                    <a:pt x="546708" y="72503"/>
                    <a:pt x="546708" y="72503"/>
                  </a:cubicBezTo>
                  <a:lnTo>
                    <a:pt x="458755" y="47762"/>
                  </a:lnTo>
                  <a:lnTo>
                    <a:pt x="382104" y="43188"/>
                  </a:lnTo>
                  <a:lnTo>
                    <a:pt x="370814" y="-93"/>
                  </a:lnTo>
                  <a:lnTo>
                    <a:pt x="189274" y="10383"/>
                  </a:lnTo>
                  <a:lnTo>
                    <a:pt x="-177" y="90775"/>
                  </a:ln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29567BF4-A624-4B41-AE90-1C6717BBD2E5}"/>
                </a:ext>
              </a:extLst>
            </p:cNvPr>
            <p:cNvSpPr/>
            <p:nvPr/>
          </p:nvSpPr>
          <p:spPr>
            <a:xfrm flipH="1">
              <a:off x="9648867" y="4709827"/>
              <a:ext cx="282821" cy="282821"/>
            </a:xfrm>
            <a:custGeom>
              <a:avLst/>
              <a:gdLst>
                <a:gd name="connsiteX0" fmla="*/ 282821 w 282821"/>
                <a:gd name="connsiteY0" fmla="*/ 141411 h 282821"/>
                <a:gd name="connsiteX1" fmla="*/ 141411 w 282821"/>
                <a:gd name="connsiteY1" fmla="*/ 282821 h 282821"/>
                <a:gd name="connsiteX2" fmla="*/ 0 w 282821"/>
                <a:gd name="connsiteY2" fmla="*/ 141411 h 282821"/>
                <a:gd name="connsiteX3" fmla="*/ 141411 w 282821"/>
                <a:gd name="connsiteY3" fmla="*/ 0 h 282821"/>
                <a:gd name="connsiteX4" fmla="*/ 282821 w 282821"/>
                <a:gd name="connsiteY4" fmla="*/ 141411 h 282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821" h="282821">
                  <a:moveTo>
                    <a:pt x="282821" y="141411"/>
                  </a:moveTo>
                  <a:cubicBezTo>
                    <a:pt x="282821" y="219510"/>
                    <a:pt x="219510" y="282821"/>
                    <a:pt x="141411" y="282821"/>
                  </a:cubicBezTo>
                  <a:cubicBezTo>
                    <a:pt x="63311" y="282821"/>
                    <a:pt x="0" y="219510"/>
                    <a:pt x="0" y="141411"/>
                  </a:cubicBezTo>
                  <a:cubicBezTo>
                    <a:pt x="0" y="63312"/>
                    <a:pt x="63311" y="0"/>
                    <a:pt x="141411" y="0"/>
                  </a:cubicBezTo>
                  <a:cubicBezTo>
                    <a:pt x="219510" y="0"/>
                    <a:pt x="282821" y="63312"/>
                    <a:pt x="282821" y="141411"/>
                  </a:cubicBezTo>
                  <a:close/>
                </a:path>
              </a:pathLst>
            </a:custGeom>
            <a:solidFill>
              <a:srgbClr val="9F616A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2B065558-58BF-41D7-B79E-0AB45F3F7D0E}"/>
                </a:ext>
              </a:extLst>
            </p:cNvPr>
            <p:cNvSpPr/>
            <p:nvPr/>
          </p:nvSpPr>
          <p:spPr>
            <a:xfrm flipH="1">
              <a:off x="9624051" y="4961973"/>
              <a:ext cx="381370" cy="693268"/>
            </a:xfrm>
            <a:custGeom>
              <a:avLst/>
              <a:gdLst>
                <a:gd name="connsiteX0" fmla="*/ 87031 w 381370"/>
                <a:gd name="connsiteY0" fmla="*/ 2830 h 693268"/>
                <a:gd name="connsiteX1" fmla="*/ 104040 w 381370"/>
                <a:gd name="connsiteY1" fmla="*/ -93 h 693268"/>
                <a:gd name="connsiteX2" fmla="*/ 229788 w 381370"/>
                <a:gd name="connsiteY2" fmla="*/ 137719 h 693268"/>
                <a:gd name="connsiteX3" fmla="*/ 274674 w 381370"/>
                <a:gd name="connsiteY3" fmla="*/ 72069 h 693268"/>
                <a:gd name="connsiteX4" fmla="*/ 332618 w 381370"/>
                <a:gd name="connsiteY4" fmla="*/ 40332 h 693268"/>
                <a:gd name="connsiteX5" fmla="*/ 345018 w 381370"/>
                <a:gd name="connsiteY5" fmla="*/ 576264 h 693268"/>
                <a:gd name="connsiteX6" fmla="*/ 369823 w 381370"/>
                <a:gd name="connsiteY6" fmla="*/ 627805 h 693268"/>
                <a:gd name="connsiteX7" fmla="*/ 193193 w 381370"/>
                <a:gd name="connsiteY7" fmla="*/ 690047 h 693268"/>
                <a:gd name="connsiteX8" fmla="*/ 88908 w 381370"/>
                <a:gd name="connsiteY8" fmla="*/ 500715 h 693268"/>
                <a:gd name="connsiteX9" fmla="*/ 27873 w 381370"/>
                <a:gd name="connsiteY9" fmla="*/ 307937 h 693268"/>
                <a:gd name="connsiteX10" fmla="*/ 9422 w 381370"/>
                <a:gd name="connsiteY10" fmla="*/ 107839 h 693268"/>
                <a:gd name="connsiteX11" fmla="*/ 87031 w 381370"/>
                <a:gd name="connsiteY11" fmla="*/ 2830 h 69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1370" h="693268">
                  <a:moveTo>
                    <a:pt x="87031" y="2830"/>
                  </a:moveTo>
                  <a:lnTo>
                    <a:pt x="104040" y="-93"/>
                  </a:lnTo>
                  <a:cubicBezTo>
                    <a:pt x="104040" y="-93"/>
                    <a:pt x="134759" y="118183"/>
                    <a:pt x="229788" y="137719"/>
                  </a:cubicBezTo>
                  <a:cubicBezTo>
                    <a:pt x="229788" y="137719"/>
                    <a:pt x="276678" y="81549"/>
                    <a:pt x="274674" y="72069"/>
                  </a:cubicBezTo>
                  <a:cubicBezTo>
                    <a:pt x="272674" y="62592"/>
                    <a:pt x="311810" y="12022"/>
                    <a:pt x="332618" y="40332"/>
                  </a:cubicBezTo>
                  <a:cubicBezTo>
                    <a:pt x="353427" y="68639"/>
                    <a:pt x="327537" y="567315"/>
                    <a:pt x="345018" y="576264"/>
                  </a:cubicBezTo>
                  <a:cubicBezTo>
                    <a:pt x="362499" y="585217"/>
                    <a:pt x="400006" y="594715"/>
                    <a:pt x="369823" y="627805"/>
                  </a:cubicBezTo>
                  <a:cubicBezTo>
                    <a:pt x="339635" y="660890"/>
                    <a:pt x="219746" y="705413"/>
                    <a:pt x="193193" y="690047"/>
                  </a:cubicBezTo>
                  <a:cubicBezTo>
                    <a:pt x="166640" y="674681"/>
                    <a:pt x="112380" y="544511"/>
                    <a:pt x="88908" y="500715"/>
                  </a:cubicBezTo>
                  <a:cubicBezTo>
                    <a:pt x="65439" y="456924"/>
                    <a:pt x="27873" y="307937"/>
                    <a:pt x="27873" y="307937"/>
                  </a:cubicBezTo>
                  <a:cubicBezTo>
                    <a:pt x="27873" y="307937"/>
                    <a:pt x="-20092" y="144796"/>
                    <a:pt x="9422" y="107839"/>
                  </a:cubicBezTo>
                  <a:cubicBezTo>
                    <a:pt x="38942" y="70881"/>
                    <a:pt x="87031" y="2830"/>
                    <a:pt x="87031" y="2830"/>
                  </a:cubicBezTo>
                  <a:close/>
                </a:path>
              </a:pathLst>
            </a:custGeom>
            <a:solidFill>
              <a:srgbClr val="D0CDE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072C45C9-FBB1-4193-B478-56B89522883D}"/>
                </a:ext>
              </a:extLst>
            </p:cNvPr>
            <p:cNvSpPr/>
            <p:nvPr/>
          </p:nvSpPr>
          <p:spPr>
            <a:xfrm flipH="1">
              <a:off x="9771874" y="4944755"/>
              <a:ext cx="353773" cy="996285"/>
            </a:xfrm>
            <a:custGeom>
              <a:avLst/>
              <a:gdLst>
                <a:gd name="connsiteX0" fmla="*/ 342598 w 353773"/>
                <a:gd name="connsiteY0" fmla="*/ 633964 h 996285"/>
                <a:gd name="connsiteX1" fmla="*/ 326397 w 353773"/>
                <a:gd name="connsiteY1" fmla="*/ 737236 h 996285"/>
                <a:gd name="connsiteX2" fmla="*/ 302172 w 353773"/>
                <a:gd name="connsiteY2" fmla="*/ 780934 h 996285"/>
                <a:gd name="connsiteX3" fmla="*/ 262461 w 353773"/>
                <a:gd name="connsiteY3" fmla="*/ 853423 h 996285"/>
                <a:gd name="connsiteX4" fmla="*/ 253342 w 353773"/>
                <a:gd name="connsiteY4" fmla="*/ 960730 h 996285"/>
                <a:gd name="connsiteX5" fmla="*/ 167032 w 353773"/>
                <a:gd name="connsiteY5" fmla="*/ 995308 h 996285"/>
                <a:gd name="connsiteX6" fmla="*/ 71934 w 353773"/>
                <a:gd name="connsiteY6" fmla="*/ 971985 h 996285"/>
                <a:gd name="connsiteX7" fmla="*/ 12648 w 353773"/>
                <a:gd name="connsiteY7" fmla="*/ 565989 h 996285"/>
                <a:gd name="connsiteX8" fmla="*/ 31555 w 353773"/>
                <a:gd name="connsiteY8" fmla="*/ 389049 h 996285"/>
                <a:gd name="connsiteX9" fmla="*/ 1963 w 353773"/>
                <a:gd name="connsiteY9" fmla="*/ 276325 h 996285"/>
                <a:gd name="connsiteX10" fmla="*/ -177 w 353773"/>
                <a:gd name="connsiteY10" fmla="*/ 251006 h 996285"/>
                <a:gd name="connsiteX11" fmla="*/ 118197 w 353773"/>
                <a:gd name="connsiteY11" fmla="*/ 35351 h 996285"/>
                <a:gd name="connsiteX12" fmla="*/ 222751 w 353773"/>
                <a:gd name="connsiteY12" fmla="*/ 17393 h 996285"/>
                <a:gd name="connsiteX13" fmla="*/ 201755 w 353773"/>
                <a:gd name="connsiteY13" fmla="*/ 80763 h 996285"/>
                <a:gd name="connsiteX14" fmla="*/ 234529 w 353773"/>
                <a:gd name="connsiteY14" fmla="*/ 178759 h 996285"/>
                <a:gd name="connsiteX15" fmla="*/ 340317 w 353773"/>
                <a:gd name="connsiteY15" fmla="*/ 284163 h 996285"/>
                <a:gd name="connsiteX16" fmla="*/ 342598 w 353773"/>
                <a:gd name="connsiteY16" fmla="*/ 633964 h 996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3773" h="996285">
                  <a:moveTo>
                    <a:pt x="342598" y="633964"/>
                  </a:moveTo>
                  <a:cubicBezTo>
                    <a:pt x="339436" y="668704"/>
                    <a:pt x="334023" y="703198"/>
                    <a:pt x="326397" y="737236"/>
                  </a:cubicBezTo>
                  <a:cubicBezTo>
                    <a:pt x="319461" y="764930"/>
                    <a:pt x="311389" y="781648"/>
                    <a:pt x="302172" y="780934"/>
                  </a:cubicBezTo>
                  <a:cubicBezTo>
                    <a:pt x="278657" y="779176"/>
                    <a:pt x="267972" y="813666"/>
                    <a:pt x="262461" y="853423"/>
                  </a:cubicBezTo>
                  <a:cubicBezTo>
                    <a:pt x="256572" y="895606"/>
                    <a:pt x="256572" y="943725"/>
                    <a:pt x="253342" y="960730"/>
                  </a:cubicBezTo>
                  <a:cubicBezTo>
                    <a:pt x="249066" y="983197"/>
                    <a:pt x="221704" y="1000347"/>
                    <a:pt x="167032" y="995308"/>
                  </a:cubicBezTo>
                  <a:cubicBezTo>
                    <a:pt x="134470" y="991606"/>
                    <a:pt x="102512" y="983768"/>
                    <a:pt x="71934" y="971985"/>
                  </a:cubicBezTo>
                  <a:cubicBezTo>
                    <a:pt x="-1888" y="945151"/>
                    <a:pt x="300" y="727495"/>
                    <a:pt x="12648" y="565989"/>
                  </a:cubicBezTo>
                  <a:cubicBezTo>
                    <a:pt x="20202" y="466998"/>
                    <a:pt x="31555" y="389049"/>
                    <a:pt x="31555" y="389049"/>
                  </a:cubicBezTo>
                  <a:cubicBezTo>
                    <a:pt x="31555" y="389049"/>
                    <a:pt x="9134" y="322163"/>
                    <a:pt x="1963" y="276325"/>
                  </a:cubicBezTo>
                  <a:cubicBezTo>
                    <a:pt x="534" y="267963"/>
                    <a:pt x="-181" y="259491"/>
                    <a:pt x="-177" y="251006"/>
                  </a:cubicBezTo>
                  <a:cubicBezTo>
                    <a:pt x="917" y="210963"/>
                    <a:pt x="74023" y="102755"/>
                    <a:pt x="118197" y="35351"/>
                  </a:cubicBezTo>
                  <a:cubicBezTo>
                    <a:pt x="162423" y="-32054"/>
                    <a:pt x="222751" y="17393"/>
                    <a:pt x="222751" y="17393"/>
                  </a:cubicBezTo>
                  <a:lnTo>
                    <a:pt x="201755" y="80763"/>
                  </a:lnTo>
                  <a:cubicBezTo>
                    <a:pt x="201755" y="80763"/>
                    <a:pt x="234291" y="130972"/>
                    <a:pt x="234529" y="178759"/>
                  </a:cubicBezTo>
                  <a:cubicBezTo>
                    <a:pt x="234768" y="226542"/>
                    <a:pt x="312432" y="261032"/>
                    <a:pt x="340317" y="284163"/>
                  </a:cubicBezTo>
                  <a:cubicBezTo>
                    <a:pt x="357844" y="298700"/>
                    <a:pt x="357415" y="492742"/>
                    <a:pt x="342598" y="633964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F191050C-2CEB-4549-A5F0-00CA4E638463}"/>
                </a:ext>
              </a:extLst>
            </p:cNvPr>
            <p:cNvSpPr/>
            <p:nvPr/>
          </p:nvSpPr>
          <p:spPr>
            <a:xfrm flipH="1">
              <a:off x="9513713" y="4984888"/>
              <a:ext cx="216601" cy="689432"/>
            </a:xfrm>
            <a:custGeom>
              <a:avLst/>
              <a:gdLst>
                <a:gd name="connsiteX0" fmla="*/ 8665 w 216601"/>
                <a:gd name="connsiteY0" fmla="*/ -93 h 689432"/>
                <a:gd name="connsiteX1" fmla="*/ 37094 w 216601"/>
                <a:gd name="connsiteY1" fmla="*/ 2992 h 689432"/>
                <a:gd name="connsiteX2" fmla="*/ 112494 w 216601"/>
                <a:gd name="connsiteY2" fmla="*/ 35864 h 689432"/>
                <a:gd name="connsiteX3" fmla="*/ 175103 w 216601"/>
                <a:gd name="connsiteY3" fmla="*/ 284175 h 689432"/>
                <a:gd name="connsiteX4" fmla="*/ 202988 w 216601"/>
                <a:gd name="connsiteY4" fmla="*/ 562362 h 689432"/>
                <a:gd name="connsiteX5" fmla="*/ 215873 w 216601"/>
                <a:gd name="connsiteY5" fmla="*/ 683707 h 689432"/>
                <a:gd name="connsiteX6" fmla="*/ 97495 w 216601"/>
                <a:gd name="connsiteY6" fmla="*/ 644269 h 689432"/>
                <a:gd name="connsiteX7" fmla="*/ 45656 w 216601"/>
                <a:gd name="connsiteY7" fmla="*/ 481792 h 689432"/>
                <a:gd name="connsiteX8" fmla="*/ 41724 w 216601"/>
                <a:gd name="connsiteY8" fmla="*/ 342971 h 689432"/>
                <a:gd name="connsiteX9" fmla="*/ 50103 w 216601"/>
                <a:gd name="connsiteY9" fmla="*/ 148226 h 689432"/>
                <a:gd name="connsiteX10" fmla="*/ 8665 w 216601"/>
                <a:gd name="connsiteY10" fmla="*/ -93 h 689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01" h="689432">
                  <a:moveTo>
                    <a:pt x="8665" y="-93"/>
                  </a:moveTo>
                  <a:cubicBezTo>
                    <a:pt x="8665" y="-93"/>
                    <a:pt x="13763" y="5928"/>
                    <a:pt x="37094" y="2992"/>
                  </a:cubicBezTo>
                  <a:cubicBezTo>
                    <a:pt x="65082" y="-536"/>
                    <a:pt x="103558" y="9149"/>
                    <a:pt x="112494" y="35864"/>
                  </a:cubicBezTo>
                  <a:cubicBezTo>
                    <a:pt x="128890" y="84864"/>
                    <a:pt x="175103" y="284175"/>
                    <a:pt x="175103" y="284175"/>
                  </a:cubicBezTo>
                  <a:cubicBezTo>
                    <a:pt x="175103" y="284175"/>
                    <a:pt x="194341" y="512039"/>
                    <a:pt x="202988" y="562362"/>
                  </a:cubicBezTo>
                  <a:cubicBezTo>
                    <a:pt x="211639" y="612690"/>
                    <a:pt x="207346" y="657273"/>
                    <a:pt x="215873" y="683707"/>
                  </a:cubicBezTo>
                  <a:cubicBezTo>
                    <a:pt x="224405" y="710141"/>
                    <a:pt x="131673" y="634405"/>
                    <a:pt x="97495" y="644269"/>
                  </a:cubicBezTo>
                  <a:cubicBezTo>
                    <a:pt x="63320" y="654128"/>
                    <a:pt x="41362" y="526375"/>
                    <a:pt x="45656" y="481792"/>
                  </a:cubicBezTo>
                  <a:cubicBezTo>
                    <a:pt x="49950" y="437213"/>
                    <a:pt x="53580" y="388762"/>
                    <a:pt x="41724" y="342971"/>
                  </a:cubicBezTo>
                  <a:cubicBezTo>
                    <a:pt x="29869" y="297179"/>
                    <a:pt x="50890" y="175988"/>
                    <a:pt x="50103" y="148226"/>
                  </a:cubicBezTo>
                  <a:cubicBezTo>
                    <a:pt x="49316" y="120460"/>
                    <a:pt x="-25259" y="50486"/>
                    <a:pt x="8665" y="-93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12CBD85C-3B2D-4C59-B230-112A7C5AE096}"/>
                </a:ext>
              </a:extLst>
            </p:cNvPr>
            <p:cNvSpPr/>
            <p:nvPr/>
          </p:nvSpPr>
          <p:spPr>
            <a:xfrm flipH="1">
              <a:off x="9456671" y="5693080"/>
              <a:ext cx="200951" cy="230891"/>
            </a:xfrm>
            <a:custGeom>
              <a:avLst/>
              <a:gdLst>
                <a:gd name="connsiteX0" fmla="*/ 36032 w 200951"/>
                <a:gd name="connsiteY0" fmla="*/ -93 h 230891"/>
                <a:gd name="connsiteX1" fmla="*/ 200087 w 200951"/>
                <a:gd name="connsiteY1" fmla="*/ 197856 h 230891"/>
                <a:gd name="connsiteX2" fmla="*/ -177 w 200951"/>
                <a:gd name="connsiteY2" fmla="*/ 85281 h 230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0951" h="230891">
                  <a:moveTo>
                    <a:pt x="36032" y="-93"/>
                  </a:moveTo>
                  <a:cubicBezTo>
                    <a:pt x="36032" y="-93"/>
                    <a:pt x="185759" y="81592"/>
                    <a:pt x="200087" y="197856"/>
                  </a:cubicBezTo>
                  <a:cubicBezTo>
                    <a:pt x="214419" y="314119"/>
                    <a:pt x="-177" y="85281"/>
                    <a:pt x="-177" y="85281"/>
                  </a:cubicBezTo>
                  <a:close/>
                </a:path>
              </a:pathLst>
            </a:custGeom>
            <a:solidFill>
              <a:srgbClr val="9F616A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1458F20B-0137-4B47-B2AE-FEF11FC4C43A}"/>
                </a:ext>
              </a:extLst>
            </p:cNvPr>
            <p:cNvSpPr/>
            <p:nvPr/>
          </p:nvSpPr>
          <p:spPr>
            <a:xfrm flipH="1">
              <a:off x="9394663" y="5597327"/>
              <a:ext cx="141278" cy="232753"/>
            </a:xfrm>
            <a:custGeom>
              <a:avLst/>
              <a:gdLst>
                <a:gd name="connsiteX0" fmla="*/ -177 w 141278"/>
                <a:gd name="connsiteY0" fmla="*/ 13213 h 232753"/>
                <a:gd name="connsiteX1" fmla="*/ 117172 w 141278"/>
                <a:gd name="connsiteY1" fmla="*/ 232188 h 232753"/>
                <a:gd name="connsiteX2" fmla="*/ 77249 w 141278"/>
                <a:gd name="connsiteY2" fmla="*/ -93 h 23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278" h="232753">
                  <a:moveTo>
                    <a:pt x="-177" y="13213"/>
                  </a:moveTo>
                  <a:cubicBezTo>
                    <a:pt x="-177" y="13213"/>
                    <a:pt x="45700" y="244468"/>
                    <a:pt x="117172" y="232188"/>
                  </a:cubicBezTo>
                  <a:cubicBezTo>
                    <a:pt x="188640" y="219903"/>
                    <a:pt x="77249" y="-93"/>
                    <a:pt x="77249" y="-93"/>
                  </a:cubicBezTo>
                  <a:close/>
                </a:path>
              </a:pathLst>
            </a:custGeom>
            <a:solidFill>
              <a:srgbClr val="9F616A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ADE481F-6673-4A33-B972-0048391C364E}"/>
                </a:ext>
              </a:extLst>
            </p:cNvPr>
            <p:cNvSpPr/>
            <p:nvPr/>
          </p:nvSpPr>
          <p:spPr>
            <a:xfrm flipH="1">
              <a:off x="9052831" y="6585463"/>
              <a:ext cx="302756" cy="256661"/>
            </a:xfrm>
            <a:custGeom>
              <a:avLst/>
              <a:gdLst>
                <a:gd name="connsiteX0" fmla="*/ 64235 w 302756"/>
                <a:gd name="connsiteY0" fmla="*/ 33234 h 256661"/>
                <a:gd name="connsiteX1" fmla="*/ 18562 w 302756"/>
                <a:gd name="connsiteY1" fmla="*/ 68983 h 256661"/>
                <a:gd name="connsiteX2" fmla="*/ 7435 w 302756"/>
                <a:gd name="connsiteY2" fmla="*/ 166554 h 256661"/>
                <a:gd name="connsiteX3" fmla="*/ 99499 w 302756"/>
                <a:gd name="connsiteY3" fmla="*/ 238413 h 256661"/>
                <a:gd name="connsiteX4" fmla="*/ 301592 w 302756"/>
                <a:gd name="connsiteY4" fmla="*/ 231579 h 256661"/>
                <a:gd name="connsiteX5" fmla="*/ 255196 w 302756"/>
                <a:gd name="connsiteY5" fmla="*/ 123966 h 256661"/>
                <a:gd name="connsiteX6" fmla="*/ 151767 w 302756"/>
                <a:gd name="connsiteY6" fmla="*/ -93 h 256661"/>
                <a:gd name="connsiteX7" fmla="*/ 64235 w 302756"/>
                <a:gd name="connsiteY7" fmla="*/ 33234 h 256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2756" h="256661">
                  <a:moveTo>
                    <a:pt x="64235" y="33234"/>
                  </a:moveTo>
                  <a:cubicBezTo>
                    <a:pt x="64235" y="33234"/>
                    <a:pt x="27639" y="75396"/>
                    <a:pt x="18562" y="68983"/>
                  </a:cubicBezTo>
                  <a:cubicBezTo>
                    <a:pt x="9490" y="62570"/>
                    <a:pt x="-11378" y="149856"/>
                    <a:pt x="7435" y="166554"/>
                  </a:cubicBezTo>
                  <a:cubicBezTo>
                    <a:pt x="26248" y="183247"/>
                    <a:pt x="98711" y="210647"/>
                    <a:pt x="99499" y="238413"/>
                  </a:cubicBezTo>
                  <a:cubicBezTo>
                    <a:pt x="100286" y="266179"/>
                    <a:pt x="294639" y="260673"/>
                    <a:pt x="301592" y="231579"/>
                  </a:cubicBezTo>
                  <a:cubicBezTo>
                    <a:pt x="308550" y="202481"/>
                    <a:pt x="277218" y="136128"/>
                    <a:pt x="255196" y="123966"/>
                  </a:cubicBezTo>
                  <a:cubicBezTo>
                    <a:pt x="233179" y="111809"/>
                    <a:pt x="151767" y="-93"/>
                    <a:pt x="151767" y="-93"/>
                  </a:cubicBezTo>
                  <a:cubicBezTo>
                    <a:pt x="151767" y="-93"/>
                    <a:pt x="88005" y="9222"/>
                    <a:pt x="64235" y="33234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A3789B35-5587-4D4F-A044-241A21FAEEF9}"/>
                </a:ext>
              </a:extLst>
            </p:cNvPr>
            <p:cNvSpPr/>
            <p:nvPr/>
          </p:nvSpPr>
          <p:spPr>
            <a:xfrm flipH="1">
              <a:off x="9566982" y="5201188"/>
              <a:ext cx="556525" cy="639922"/>
            </a:xfrm>
            <a:custGeom>
              <a:avLst/>
              <a:gdLst>
                <a:gd name="connsiteX0" fmla="*/ 478066 w 556525"/>
                <a:gd name="connsiteY0" fmla="*/ 633232 h 639922"/>
                <a:gd name="connsiteX1" fmla="*/ 260321 w 556525"/>
                <a:gd name="connsiteY1" fmla="*/ 596990 h 639922"/>
                <a:gd name="connsiteX2" fmla="*/ 159474 w 556525"/>
                <a:gd name="connsiteY2" fmla="*/ 588343 h 639922"/>
                <a:gd name="connsiteX3" fmla="*/ 88223 w 556525"/>
                <a:gd name="connsiteY3" fmla="*/ 524598 h 639922"/>
                <a:gd name="connsiteX4" fmla="*/ 10508 w 556525"/>
                <a:gd name="connsiteY4" fmla="*/ 309556 h 639922"/>
                <a:gd name="connsiteX5" fmla="*/ 29414 w 556525"/>
                <a:gd name="connsiteY5" fmla="*/ 132615 h 639922"/>
                <a:gd name="connsiteX6" fmla="*/ -177 w 556525"/>
                <a:gd name="connsiteY6" fmla="*/ 19892 h 639922"/>
                <a:gd name="connsiteX7" fmla="*/ 18917 w 556525"/>
                <a:gd name="connsiteY7" fmla="*/ 2696 h 639922"/>
                <a:gd name="connsiteX8" fmla="*/ 208448 w 556525"/>
                <a:gd name="connsiteY8" fmla="*/ 409692 h 639922"/>
                <a:gd name="connsiteX9" fmla="*/ 208925 w 556525"/>
                <a:gd name="connsiteY9" fmla="*/ 412445 h 639922"/>
                <a:gd name="connsiteX10" fmla="*/ 324257 w 556525"/>
                <a:gd name="connsiteY10" fmla="*/ 480803 h 639922"/>
                <a:gd name="connsiteX11" fmla="*/ 399785 w 556525"/>
                <a:gd name="connsiteY11" fmla="*/ 479279 h 639922"/>
                <a:gd name="connsiteX12" fmla="*/ 555117 w 556525"/>
                <a:gd name="connsiteY12" fmla="*/ 548253 h 639922"/>
                <a:gd name="connsiteX13" fmla="*/ 478066 w 556525"/>
                <a:gd name="connsiteY13" fmla="*/ 633232 h 63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525" h="639922">
                  <a:moveTo>
                    <a:pt x="478066" y="633232"/>
                  </a:moveTo>
                  <a:cubicBezTo>
                    <a:pt x="443342" y="608722"/>
                    <a:pt x="346393" y="602641"/>
                    <a:pt x="260321" y="596990"/>
                  </a:cubicBezTo>
                  <a:cubicBezTo>
                    <a:pt x="222555" y="594569"/>
                    <a:pt x="186883" y="592194"/>
                    <a:pt x="159474" y="588343"/>
                  </a:cubicBezTo>
                  <a:cubicBezTo>
                    <a:pt x="133061" y="584688"/>
                    <a:pt x="109312" y="560556"/>
                    <a:pt x="88223" y="524598"/>
                  </a:cubicBezTo>
                  <a:cubicBezTo>
                    <a:pt x="56253" y="470113"/>
                    <a:pt x="30410" y="388411"/>
                    <a:pt x="10508" y="309556"/>
                  </a:cubicBezTo>
                  <a:cubicBezTo>
                    <a:pt x="18061" y="210564"/>
                    <a:pt x="29414" y="132615"/>
                    <a:pt x="29414" y="132615"/>
                  </a:cubicBezTo>
                  <a:cubicBezTo>
                    <a:pt x="29414" y="132615"/>
                    <a:pt x="6993" y="65730"/>
                    <a:pt x="-177" y="19892"/>
                  </a:cubicBezTo>
                  <a:cubicBezTo>
                    <a:pt x="4878" y="12854"/>
                    <a:pt x="11389" y="6990"/>
                    <a:pt x="18917" y="2696"/>
                  </a:cubicBezTo>
                  <a:cubicBezTo>
                    <a:pt x="110215" y="-36491"/>
                    <a:pt x="197381" y="349173"/>
                    <a:pt x="208448" y="409692"/>
                  </a:cubicBezTo>
                  <a:cubicBezTo>
                    <a:pt x="208640" y="410688"/>
                    <a:pt x="208780" y="411637"/>
                    <a:pt x="208925" y="412445"/>
                  </a:cubicBezTo>
                  <a:cubicBezTo>
                    <a:pt x="214291" y="443607"/>
                    <a:pt x="272291" y="470254"/>
                    <a:pt x="324257" y="480803"/>
                  </a:cubicBezTo>
                  <a:cubicBezTo>
                    <a:pt x="356274" y="487309"/>
                    <a:pt x="386057" y="487734"/>
                    <a:pt x="399785" y="479279"/>
                  </a:cubicBezTo>
                  <a:cubicBezTo>
                    <a:pt x="435840" y="457143"/>
                    <a:pt x="546708" y="545734"/>
                    <a:pt x="555117" y="548253"/>
                  </a:cubicBezTo>
                  <a:cubicBezTo>
                    <a:pt x="563521" y="550820"/>
                    <a:pt x="527942" y="668526"/>
                    <a:pt x="478066" y="633232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1A222BA2-33A1-43C3-A578-E7F1AC18AF6E}"/>
                </a:ext>
              </a:extLst>
            </p:cNvPr>
            <p:cNvSpPr/>
            <p:nvPr/>
          </p:nvSpPr>
          <p:spPr>
            <a:xfrm flipH="1">
              <a:off x="9566989" y="5177445"/>
              <a:ext cx="582012" cy="639919"/>
            </a:xfrm>
            <a:custGeom>
              <a:avLst/>
              <a:gdLst>
                <a:gd name="connsiteX0" fmla="*/ 44428 w 582012"/>
                <a:gd name="connsiteY0" fmla="*/ 2699 h 639919"/>
                <a:gd name="connsiteX1" fmla="*/ 7228 w 582012"/>
                <a:gd name="connsiteY1" fmla="*/ 180478 h 639919"/>
                <a:gd name="connsiteX2" fmla="*/ 184943 w 582012"/>
                <a:gd name="connsiteY2" fmla="*/ 588355 h 639919"/>
                <a:gd name="connsiteX3" fmla="*/ 503543 w 582012"/>
                <a:gd name="connsiteY3" fmla="*/ 633240 h 639919"/>
                <a:gd name="connsiteX4" fmla="*/ 580603 w 582012"/>
                <a:gd name="connsiteY4" fmla="*/ 548253 h 639919"/>
                <a:gd name="connsiteX5" fmla="*/ 425266 w 582012"/>
                <a:gd name="connsiteY5" fmla="*/ 479295 h 639919"/>
                <a:gd name="connsiteX6" fmla="*/ 234424 w 582012"/>
                <a:gd name="connsiteY6" fmla="*/ 412453 h 639919"/>
                <a:gd name="connsiteX7" fmla="*/ 44428 w 582012"/>
                <a:gd name="connsiteY7" fmla="*/ 2699 h 639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2012" h="639919">
                  <a:moveTo>
                    <a:pt x="44428" y="2699"/>
                  </a:moveTo>
                  <a:cubicBezTo>
                    <a:pt x="44428" y="2699"/>
                    <a:pt x="-21930" y="34036"/>
                    <a:pt x="7228" y="180478"/>
                  </a:cubicBezTo>
                  <a:cubicBezTo>
                    <a:pt x="36381" y="326921"/>
                    <a:pt x="95117" y="575895"/>
                    <a:pt x="184943" y="588355"/>
                  </a:cubicBezTo>
                  <a:cubicBezTo>
                    <a:pt x="274773" y="600818"/>
                    <a:pt x="453637" y="597972"/>
                    <a:pt x="503543" y="633240"/>
                  </a:cubicBezTo>
                  <a:cubicBezTo>
                    <a:pt x="553445" y="668504"/>
                    <a:pt x="589011" y="550793"/>
                    <a:pt x="580603" y="548253"/>
                  </a:cubicBezTo>
                  <a:cubicBezTo>
                    <a:pt x="572198" y="545712"/>
                    <a:pt x="461317" y="457155"/>
                    <a:pt x="425266" y="479295"/>
                  </a:cubicBezTo>
                  <a:cubicBezTo>
                    <a:pt x="389215" y="501431"/>
                    <a:pt x="243075" y="462780"/>
                    <a:pt x="234424" y="412453"/>
                  </a:cubicBezTo>
                  <a:cubicBezTo>
                    <a:pt x="225773" y="362125"/>
                    <a:pt x="137215" y="-37165"/>
                    <a:pt x="44428" y="2699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529F1A03-2D58-4B24-829D-08477D94049D}"/>
                </a:ext>
              </a:extLst>
            </p:cNvPr>
            <p:cNvSpPr/>
            <p:nvPr/>
          </p:nvSpPr>
          <p:spPr>
            <a:xfrm flipH="1">
              <a:off x="9426522" y="5110008"/>
              <a:ext cx="199708" cy="567328"/>
            </a:xfrm>
            <a:custGeom>
              <a:avLst/>
              <a:gdLst>
                <a:gd name="connsiteX0" fmla="*/ -177 w 199708"/>
                <a:gd name="connsiteY0" fmla="*/ -93 h 567328"/>
                <a:gd name="connsiteX1" fmla="*/ 72751 w 199708"/>
                <a:gd name="connsiteY1" fmla="*/ 169128 h 567328"/>
                <a:gd name="connsiteX2" fmla="*/ 88623 w 199708"/>
                <a:gd name="connsiteY2" fmla="*/ 191902 h 567328"/>
                <a:gd name="connsiteX3" fmla="*/ 116083 w 199708"/>
                <a:gd name="connsiteY3" fmla="*/ 258924 h 567328"/>
                <a:gd name="connsiteX4" fmla="*/ 199500 w 199708"/>
                <a:gd name="connsiteY4" fmla="*/ 535541 h 567328"/>
                <a:gd name="connsiteX5" fmla="*/ 86721 w 199708"/>
                <a:gd name="connsiteY5" fmla="*/ 554924 h 567328"/>
                <a:gd name="connsiteX6" fmla="*/ -177 w 199708"/>
                <a:gd name="connsiteY6" fmla="*/ -93 h 567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9708" h="567328">
                  <a:moveTo>
                    <a:pt x="-177" y="-93"/>
                  </a:moveTo>
                  <a:lnTo>
                    <a:pt x="72751" y="169128"/>
                  </a:lnTo>
                  <a:cubicBezTo>
                    <a:pt x="72751" y="169128"/>
                    <a:pt x="80091" y="165469"/>
                    <a:pt x="88623" y="191902"/>
                  </a:cubicBezTo>
                  <a:cubicBezTo>
                    <a:pt x="97151" y="218332"/>
                    <a:pt x="101142" y="241562"/>
                    <a:pt x="116083" y="258924"/>
                  </a:cubicBezTo>
                  <a:cubicBezTo>
                    <a:pt x="131023" y="276281"/>
                    <a:pt x="197504" y="523924"/>
                    <a:pt x="199500" y="535541"/>
                  </a:cubicBezTo>
                  <a:cubicBezTo>
                    <a:pt x="201495" y="547154"/>
                    <a:pt x="107683" y="587192"/>
                    <a:pt x="86721" y="554924"/>
                  </a:cubicBezTo>
                  <a:cubicBezTo>
                    <a:pt x="65759" y="522656"/>
                    <a:pt x="-177" y="-93"/>
                    <a:pt x="-177" y="-93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E5D35F0B-9BE6-4A68-B081-84021E056CB8}"/>
                </a:ext>
              </a:extLst>
            </p:cNvPr>
            <p:cNvSpPr/>
            <p:nvPr/>
          </p:nvSpPr>
          <p:spPr>
            <a:xfrm flipH="1">
              <a:off x="9628515" y="4661300"/>
              <a:ext cx="332095" cy="278366"/>
            </a:xfrm>
            <a:custGeom>
              <a:avLst/>
              <a:gdLst>
                <a:gd name="connsiteX0" fmla="*/ 89701 w 332095"/>
                <a:gd name="connsiteY0" fmla="*/ 187874 h 278366"/>
                <a:gd name="connsiteX1" fmla="*/ 96101 w 332095"/>
                <a:gd name="connsiteY1" fmla="*/ 173627 h 278366"/>
                <a:gd name="connsiteX2" fmla="*/ 143888 w 332095"/>
                <a:gd name="connsiteY2" fmla="*/ 104057 h 278366"/>
                <a:gd name="connsiteX3" fmla="*/ 177756 w 332095"/>
                <a:gd name="connsiteY3" fmla="*/ 102193 h 278366"/>
                <a:gd name="connsiteX4" fmla="*/ 223620 w 332095"/>
                <a:gd name="connsiteY4" fmla="*/ 117495 h 278366"/>
                <a:gd name="connsiteX5" fmla="*/ 246939 w 332095"/>
                <a:gd name="connsiteY5" fmla="*/ 128057 h 278366"/>
                <a:gd name="connsiteX6" fmla="*/ 282407 w 332095"/>
                <a:gd name="connsiteY6" fmla="*/ 136955 h 278366"/>
                <a:gd name="connsiteX7" fmla="*/ 317871 w 332095"/>
                <a:gd name="connsiteY7" fmla="*/ 146035 h 278366"/>
                <a:gd name="connsiteX8" fmla="*/ 331905 w 332095"/>
                <a:gd name="connsiteY8" fmla="*/ 115610 h 278366"/>
                <a:gd name="connsiteX9" fmla="*/ 293735 w 332095"/>
                <a:gd name="connsiteY9" fmla="*/ 30627 h 278366"/>
                <a:gd name="connsiteX10" fmla="*/ 238901 w 332095"/>
                <a:gd name="connsiteY10" fmla="*/ 4529 h 278366"/>
                <a:gd name="connsiteX11" fmla="*/ 167190 w 332095"/>
                <a:gd name="connsiteY11" fmla="*/ 167 h 278366"/>
                <a:gd name="connsiteX12" fmla="*/ 72063 w 332095"/>
                <a:gd name="connsiteY12" fmla="*/ 17303 h 278366"/>
                <a:gd name="connsiteX13" fmla="*/ 16782 w 332095"/>
                <a:gd name="connsiteY13" fmla="*/ 91763 h 278366"/>
                <a:gd name="connsiteX14" fmla="*/ 16616 w 332095"/>
                <a:gd name="connsiteY14" fmla="*/ 112052 h 278366"/>
                <a:gd name="connsiteX15" fmla="*/ 2399 w 332095"/>
                <a:gd name="connsiteY15" fmla="*/ 159342 h 278366"/>
                <a:gd name="connsiteX16" fmla="*/ 14484 w 332095"/>
                <a:gd name="connsiteY16" fmla="*/ 228491 h 278366"/>
                <a:gd name="connsiteX17" fmla="*/ 41803 w 332095"/>
                <a:gd name="connsiteY17" fmla="*/ 278274 h 278366"/>
                <a:gd name="connsiteX18" fmla="*/ 65369 w 332095"/>
                <a:gd name="connsiteY18" fmla="*/ 253861 h 278366"/>
                <a:gd name="connsiteX19" fmla="*/ 71122 w 332095"/>
                <a:gd name="connsiteY19" fmla="*/ 230223 h 278366"/>
                <a:gd name="connsiteX20" fmla="*/ 62782 w 332095"/>
                <a:gd name="connsiteY20" fmla="*/ 197691 h 278366"/>
                <a:gd name="connsiteX21" fmla="*/ 62058 w 332095"/>
                <a:gd name="connsiteY21" fmla="*/ 179584 h 278366"/>
                <a:gd name="connsiteX22" fmla="*/ 89701 w 332095"/>
                <a:gd name="connsiteY22" fmla="*/ 187874 h 2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2095" h="278366">
                  <a:moveTo>
                    <a:pt x="89701" y="187874"/>
                  </a:moveTo>
                  <a:cubicBezTo>
                    <a:pt x="95122" y="186427"/>
                    <a:pt x="95918" y="179231"/>
                    <a:pt x="96101" y="173627"/>
                  </a:cubicBezTo>
                  <a:cubicBezTo>
                    <a:pt x="97071" y="143601"/>
                    <a:pt x="115152" y="112797"/>
                    <a:pt x="143888" y="104057"/>
                  </a:cubicBezTo>
                  <a:cubicBezTo>
                    <a:pt x="154918" y="101031"/>
                    <a:pt x="166462" y="100397"/>
                    <a:pt x="177756" y="102193"/>
                  </a:cubicBezTo>
                  <a:cubicBezTo>
                    <a:pt x="193875" y="104338"/>
                    <a:pt x="209441" y="109533"/>
                    <a:pt x="223620" y="117495"/>
                  </a:cubicBezTo>
                  <a:cubicBezTo>
                    <a:pt x="231105" y="121703"/>
                    <a:pt x="238450" y="126772"/>
                    <a:pt x="246939" y="128057"/>
                  </a:cubicBezTo>
                  <a:cubicBezTo>
                    <a:pt x="252543" y="128904"/>
                    <a:pt x="276824" y="135963"/>
                    <a:pt x="282407" y="136955"/>
                  </a:cubicBezTo>
                  <a:cubicBezTo>
                    <a:pt x="294684" y="139142"/>
                    <a:pt x="306092" y="150125"/>
                    <a:pt x="317871" y="146035"/>
                  </a:cubicBezTo>
                  <a:cubicBezTo>
                    <a:pt x="329139" y="142125"/>
                    <a:pt x="331633" y="127533"/>
                    <a:pt x="331905" y="115610"/>
                  </a:cubicBezTo>
                  <a:cubicBezTo>
                    <a:pt x="332526" y="88440"/>
                    <a:pt x="311901" y="50840"/>
                    <a:pt x="293735" y="30627"/>
                  </a:cubicBezTo>
                  <a:cubicBezTo>
                    <a:pt x="279952" y="15291"/>
                    <a:pt x="259194" y="8210"/>
                    <a:pt x="238901" y="4529"/>
                  </a:cubicBezTo>
                  <a:cubicBezTo>
                    <a:pt x="215199" y="720"/>
                    <a:pt x="191178" y="-739"/>
                    <a:pt x="167190" y="167"/>
                  </a:cubicBezTo>
                  <a:cubicBezTo>
                    <a:pt x="134714" y="746"/>
                    <a:pt x="101343" y="3252"/>
                    <a:pt x="72063" y="17303"/>
                  </a:cubicBezTo>
                  <a:cubicBezTo>
                    <a:pt x="42777" y="31355"/>
                    <a:pt x="18182" y="59316"/>
                    <a:pt x="16782" y="91763"/>
                  </a:cubicBezTo>
                  <a:cubicBezTo>
                    <a:pt x="16488" y="98525"/>
                    <a:pt x="17186" y="105312"/>
                    <a:pt x="16616" y="112052"/>
                  </a:cubicBezTo>
                  <a:cubicBezTo>
                    <a:pt x="15229" y="128499"/>
                    <a:pt x="6497" y="143355"/>
                    <a:pt x="2399" y="159342"/>
                  </a:cubicBezTo>
                  <a:cubicBezTo>
                    <a:pt x="-3520" y="183065"/>
                    <a:pt x="867" y="208184"/>
                    <a:pt x="14484" y="228491"/>
                  </a:cubicBezTo>
                  <a:cubicBezTo>
                    <a:pt x="25352" y="244486"/>
                    <a:pt x="42433" y="258950"/>
                    <a:pt x="41803" y="278274"/>
                  </a:cubicBezTo>
                  <a:lnTo>
                    <a:pt x="65369" y="253861"/>
                  </a:lnTo>
                  <a:cubicBezTo>
                    <a:pt x="72620" y="248325"/>
                    <a:pt x="75020" y="238474"/>
                    <a:pt x="71122" y="230223"/>
                  </a:cubicBezTo>
                  <a:lnTo>
                    <a:pt x="62782" y="197691"/>
                  </a:lnTo>
                  <a:cubicBezTo>
                    <a:pt x="60637" y="191882"/>
                    <a:pt x="60386" y="185542"/>
                    <a:pt x="62058" y="179584"/>
                  </a:cubicBezTo>
                  <a:cubicBezTo>
                    <a:pt x="70999" y="157491"/>
                    <a:pt x="80667" y="190286"/>
                    <a:pt x="89701" y="187874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813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矩形 42">
            <a:extLst>
              <a:ext uri="{FF2B5EF4-FFF2-40B4-BE49-F238E27FC236}">
                <a16:creationId xmlns:a16="http://schemas.microsoft.com/office/drawing/2014/main" id="{16832B74-980B-460D-A77F-35EE9138E1E3}"/>
              </a:ext>
            </a:extLst>
          </p:cNvPr>
          <p:cNvSpPr/>
          <p:nvPr userDrawn="1"/>
        </p:nvSpPr>
        <p:spPr>
          <a:xfrm>
            <a:off x="1767774" y="867565"/>
            <a:ext cx="1080000" cy="360000"/>
          </a:xfrm>
          <a:prstGeom prst="rect">
            <a:avLst/>
          </a:prstGeom>
          <a:ln w="12700">
            <a:noFill/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3003207" y="70200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3003207" y="985419"/>
            <a:ext cx="2332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Summary And Thinking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631ECD21-8AA4-4CF5-9016-E5BB842B9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1" y="1530000"/>
            <a:ext cx="10080000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005504D-0A05-47E9-9B96-A87F3DD75B25}"/>
              </a:ext>
            </a:extLst>
          </p:cNvPr>
          <p:cNvGrpSpPr/>
          <p:nvPr userDrawn="1"/>
        </p:nvGrpSpPr>
        <p:grpSpPr>
          <a:xfrm>
            <a:off x="10479819" y="4125408"/>
            <a:ext cx="1712181" cy="2724830"/>
            <a:chOff x="8807288" y="4125408"/>
            <a:chExt cx="1712181" cy="272483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15D6152B-3BC6-4929-8D7F-683BCB5C887E}"/>
                </a:ext>
              </a:extLst>
            </p:cNvPr>
            <p:cNvSpPr/>
            <p:nvPr/>
          </p:nvSpPr>
          <p:spPr>
            <a:xfrm>
              <a:off x="9975772" y="4327169"/>
              <a:ext cx="56157" cy="290807"/>
            </a:xfrm>
            <a:custGeom>
              <a:avLst/>
              <a:gdLst>
                <a:gd name="connsiteX0" fmla="*/ 55916 w 56157"/>
                <a:gd name="connsiteY0" fmla="*/ 61428 h 290807"/>
                <a:gd name="connsiteX1" fmla="*/ 11427 w 56157"/>
                <a:gd name="connsiteY1" fmla="*/ 290630 h 290807"/>
                <a:gd name="connsiteX2" fmla="*/ 18281 w 56157"/>
                <a:gd name="connsiteY2" fmla="*/ 283776 h 290807"/>
                <a:gd name="connsiteX3" fmla="*/ 13754 w 56157"/>
                <a:gd name="connsiteY3" fmla="*/ 29485 h 290807"/>
                <a:gd name="connsiteX4" fmla="*/ 33709 w 56157"/>
                <a:gd name="connsiteY4" fmla="*/ -178 h 29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57" h="290807">
                  <a:moveTo>
                    <a:pt x="55916" y="61428"/>
                  </a:moveTo>
                  <a:cubicBezTo>
                    <a:pt x="12074" y="136953"/>
                    <a:pt x="94623" y="264207"/>
                    <a:pt x="11427" y="290630"/>
                  </a:cubicBezTo>
                  <a:lnTo>
                    <a:pt x="18281" y="283776"/>
                  </a:lnTo>
                  <a:cubicBezTo>
                    <a:pt x="68501" y="222005"/>
                    <a:pt x="-36466" y="91256"/>
                    <a:pt x="13754" y="29485"/>
                  </a:cubicBezTo>
                  <a:cubicBezTo>
                    <a:pt x="21555" y="20424"/>
                    <a:pt x="28254" y="10467"/>
                    <a:pt x="33709" y="-178"/>
                  </a:cubicBezTo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850E7DC7-1113-4846-925C-76D380D47B09}"/>
                </a:ext>
              </a:extLst>
            </p:cNvPr>
            <p:cNvSpPr/>
            <p:nvPr/>
          </p:nvSpPr>
          <p:spPr>
            <a:xfrm>
              <a:off x="10223050" y="5119485"/>
              <a:ext cx="220385" cy="420654"/>
            </a:xfrm>
            <a:custGeom>
              <a:avLst/>
              <a:gdLst>
                <a:gd name="connsiteX0" fmla="*/ 219208 w 220385"/>
                <a:gd name="connsiteY0" fmla="*/ 377115 h 420654"/>
                <a:gd name="connsiteX1" fmla="*/ 177342 w 220385"/>
                <a:gd name="connsiteY1" fmla="*/ 315585 h 420654"/>
                <a:gd name="connsiteX2" fmla="*/ 168112 w 220385"/>
                <a:gd name="connsiteY2" fmla="*/ 314662 h 420654"/>
                <a:gd name="connsiteX3" fmla="*/ 59745 w 220385"/>
                <a:gd name="connsiteY3" fmla="*/ -178 h 420654"/>
                <a:gd name="connsiteX4" fmla="*/ -241 w 220385"/>
                <a:gd name="connsiteY4" fmla="*/ 76280 h 420654"/>
                <a:gd name="connsiteX5" fmla="*/ 114337 w 220385"/>
                <a:gd name="connsiteY5" fmla="*/ 370462 h 420654"/>
                <a:gd name="connsiteX6" fmla="*/ 170062 w 220385"/>
                <a:gd name="connsiteY6" fmla="*/ 420396 h 420654"/>
                <a:gd name="connsiteX7" fmla="*/ 219208 w 220385"/>
                <a:gd name="connsiteY7" fmla="*/ 377115 h 42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385" h="420654">
                  <a:moveTo>
                    <a:pt x="219208" y="377115"/>
                  </a:moveTo>
                  <a:cubicBezTo>
                    <a:pt x="224639" y="348566"/>
                    <a:pt x="205896" y="321020"/>
                    <a:pt x="177342" y="315585"/>
                  </a:cubicBezTo>
                  <a:cubicBezTo>
                    <a:pt x="174299" y="315008"/>
                    <a:pt x="171210" y="314697"/>
                    <a:pt x="168112" y="314662"/>
                  </a:cubicBezTo>
                  <a:lnTo>
                    <a:pt x="59745" y="-178"/>
                  </a:lnTo>
                  <a:lnTo>
                    <a:pt x="-241" y="76280"/>
                  </a:lnTo>
                  <a:lnTo>
                    <a:pt x="114337" y="370462"/>
                  </a:lnTo>
                  <a:cubicBezTo>
                    <a:pt x="115937" y="399638"/>
                    <a:pt x="140886" y="421995"/>
                    <a:pt x="170062" y="420396"/>
                  </a:cubicBezTo>
                  <a:cubicBezTo>
                    <a:pt x="194475" y="419057"/>
                    <a:pt x="214791" y="401162"/>
                    <a:pt x="219208" y="377115"/>
                  </a:cubicBezTo>
                  <a:close/>
                </a:path>
              </a:pathLst>
            </a:custGeom>
            <a:solidFill>
              <a:srgbClr val="FFB8B8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E219EDC1-2C22-40BD-9977-919547F7DE38}"/>
                </a:ext>
              </a:extLst>
            </p:cNvPr>
            <p:cNvSpPr/>
            <p:nvPr/>
          </p:nvSpPr>
          <p:spPr>
            <a:xfrm>
              <a:off x="9966134" y="4667763"/>
              <a:ext cx="422366" cy="756804"/>
            </a:xfrm>
            <a:custGeom>
              <a:avLst/>
              <a:gdLst>
                <a:gd name="connsiteX0" fmla="*/ -228 w 422366"/>
                <a:gd name="connsiteY0" fmla="*/ 68691 h 756804"/>
                <a:gd name="connsiteX1" fmla="*/ 98316 w 422366"/>
                <a:gd name="connsiteY1" fmla="*/ 20010 h 756804"/>
                <a:gd name="connsiteX2" fmla="*/ 422125 w 422366"/>
                <a:gd name="connsiteY2" fmla="*/ 696886 h 756804"/>
                <a:gd name="connsiteX3" fmla="*/ 311698 w 422366"/>
                <a:gd name="connsiteY3" fmla="*/ 756627 h 756804"/>
                <a:gd name="connsiteX4" fmla="*/ 61022 w 422366"/>
                <a:gd name="connsiteY4" fmla="*/ 196957 h 756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366" h="756804">
                  <a:moveTo>
                    <a:pt x="-228" y="68691"/>
                  </a:moveTo>
                  <a:cubicBezTo>
                    <a:pt x="-228" y="68691"/>
                    <a:pt x="-3603" y="-45281"/>
                    <a:pt x="98316" y="20010"/>
                  </a:cubicBezTo>
                  <a:cubicBezTo>
                    <a:pt x="200229" y="85297"/>
                    <a:pt x="422125" y="696886"/>
                    <a:pt x="422125" y="696886"/>
                  </a:cubicBezTo>
                  <a:lnTo>
                    <a:pt x="311698" y="756627"/>
                  </a:lnTo>
                  <a:lnTo>
                    <a:pt x="61022" y="196957"/>
                  </a:lnTo>
                  <a:close/>
                </a:path>
              </a:pathLst>
            </a:custGeom>
            <a:solidFill>
              <a:srgbClr val="6C63FF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2987D125-F3AF-442F-8C4A-2A0384E49AA2}"/>
                </a:ext>
              </a:extLst>
            </p:cNvPr>
            <p:cNvSpPr/>
            <p:nvPr/>
          </p:nvSpPr>
          <p:spPr>
            <a:xfrm>
              <a:off x="10107830" y="6493677"/>
              <a:ext cx="158991" cy="218040"/>
            </a:xfrm>
            <a:custGeom>
              <a:avLst/>
              <a:gdLst>
                <a:gd name="connsiteX0" fmla="*/ 158992 w 158991"/>
                <a:gd name="connsiteY0" fmla="*/ 196295 h 218040"/>
                <a:gd name="connsiteX1" fmla="*/ 108100 w 158991"/>
                <a:gd name="connsiteY1" fmla="*/ 218041 h 218040"/>
                <a:gd name="connsiteX2" fmla="*/ 0 w 158991"/>
                <a:gd name="connsiteY2" fmla="*/ 32099 h 218040"/>
                <a:gd name="connsiteX3" fmla="*/ 75114 w 158991"/>
                <a:gd name="connsiteY3" fmla="*/ 0 h 218040"/>
                <a:gd name="connsiteX4" fmla="*/ 158992 w 158991"/>
                <a:gd name="connsiteY4" fmla="*/ 196295 h 218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991" h="218040">
                  <a:moveTo>
                    <a:pt x="158992" y="196295"/>
                  </a:moveTo>
                  <a:lnTo>
                    <a:pt x="108100" y="218041"/>
                  </a:lnTo>
                  <a:lnTo>
                    <a:pt x="0" y="32099"/>
                  </a:lnTo>
                  <a:lnTo>
                    <a:pt x="75114" y="0"/>
                  </a:lnTo>
                  <a:lnTo>
                    <a:pt x="158992" y="196295"/>
                  </a:lnTo>
                  <a:close/>
                </a:path>
              </a:pathLst>
            </a:custGeom>
            <a:solidFill>
              <a:srgbClr val="FFB6B6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20987B1E-032C-49DF-BF22-3E05A68B7859}"/>
                </a:ext>
              </a:extLst>
            </p:cNvPr>
            <p:cNvSpPr/>
            <p:nvPr/>
          </p:nvSpPr>
          <p:spPr>
            <a:xfrm>
              <a:off x="10141909" y="6648016"/>
              <a:ext cx="189447" cy="187429"/>
            </a:xfrm>
            <a:custGeom>
              <a:avLst/>
              <a:gdLst>
                <a:gd name="connsiteX0" fmla="*/ 189206 w 189447"/>
                <a:gd name="connsiteY0" fmla="*/ 118472 h 187429"/>
                <a:gd name="connsiteX1" fmla="*/ 152715 w 189447"/>
                <a:gd name="connsiteY1" fmla="*/ 134065 h 187429"/>
                <a:gd name="connsiteX2" fmla="*/ 131476 w 189447"/>
                <a:gd name="connsiteY2" fmla="*/ 102392 h 187429"/>
                <a:gd name="connsiteX3" fmla="*/ 129515 w 189447"/>
                <a:gd name="connsiteY3" fmla="*/ 143978 h 187429"/>
                <a:gd name="connsiteX4" fmla="*/ 32721 w 189447"/>
                <a:gd name="connsiteY4" fmla="*/ 185343 h 187429"/>
                <a:gd name="connsiteX5" fmla="*/ 1665 w 189447"/>
                <a:gd name="connsiteY5" fmla="*/ 172883 h 187429"/>
                <a:gd name="connsiteX6" fmla="*/ 3405 w 189447"/>
                <a:gd name="connsiteY6" fmla="*/ 150962 h 187429"/>
                <a:gd name="connsiteX7" fmla="*/ 57891 w 189447"/>
                <a:gd name="connsiteY7" fmla="*/ 64547 h 187429"/>
                <a:gd name="connsiteX8" fmla="*/ 43005 w 189447"/>
                <a:gd name="connsiteY8" fmla="*/ 29710 h 187429"/>
                <a:gd name="connsiteX9" fmla="*/ 126387 w 189447"/>
                <a:gd name="connsiteY9" fmla="*/ -178 h 187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447" h="187429">
                  <a:moveTo>
                    <a:pt x="189206" y="118472"/>
                  </a:moveTo>
                  <a:lnTo>
                    <a:pt x="152715" y="134065"/>
                  </a:lnTo>
                  <a:lnTo>
                    <a:pt x="131476" y="102392"/>
                  </a:lnTo>
                  <a:lnTo>
                    <a:pt x="129515" y="143978"/>
                  </a:lnTo>
                  <a:lnTo>
                    <a:pt x="32721" y="185343"/>
                  </a:lnTo>
                  <a:cubicBezTo>
                    <a:pt x="20703" y="190477"/>
                    <a:pt x="6799" y="184902"/>
                    <a:pt x="1665" y="172883"/>
                  </a:cubicBezTo>
                  <a:cubicBezTo>
                    <a:pt x="-1393" y="165733"/>
                    <a:pt x="-742" y="157535"/>
                    <a:pt x="3405" y="150962"/>
                  </a:cubicBezTo>
                  <a:lnTo>
                    <a:pt x="57891" y="64547"/>
                  </a:lnTo>
                  <a:lnTo>
                    <a:pt x="43005" y="29710"/>
                  </a:lnTo>
                  <a:lnTo>
                    <a:pt x="126387" y="-178"/>
                  </a:lnTo>
                  <a:close/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FF7334A4-C48A-43D0-B717-04B4EA5F0097}"/>
                </a:ext>
              </a:extLst>
            </p:cNvPr>
            <p:cNvSpPr/>
            <p:nvPr/>
          </p:nvSpPr>
          <p:spPr>
            <a:xfrm>
              <a:off x="9397893" y="6535850"/>
              <a:ext cx="81586" cy="217193"/>
            </a:xfrm>
            <a:custGeom>
              <a:avLst/>
              <a:gdLst>
                <a:gd name="connsiteX0" fmla="*/ 71163 w 81586"/>
                <a:gd name="connsiteY0" fmla="*/ 217193 h 217193"/>
                <a:gd name="connsiteX1" fmla="*/ 15889 w 81586"/>
                <a:gd name="connsiteY1" fmla="*/ 214491 h 217193"/>
                <a:gd name="connsiteX2" fmla="*/ 0 w 81586"/>
                <a:gd name="connsiteY2" fmla="*/ 0 h 217193"/>
                <a:gd name="connsiteX3" fmla="*/ 81587 w 81586"/>
                <a:gd name="connsiteY3" fmla="*/ 3986 h 217193"/>
                <a:gd name="connsiteX4" fmla="*/ 71163 w 81586"/>
                <a:gd name="connsiteY4" fmla="*/ 217193 h 217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586" h="217193">
                  <a:moveTo>
                    <a:pt x="71163" y="217193"/>
                  </a:moveTo>
                  <a:lnTo>
                    <a:pt x="15889" y="214491"/>
                  </a:lnTo>
                  <a:lnTo>
                    <a:pt x="0" y="0"/>
                  </a:lnTo>
                  <a:lnTo>
                    <a:pt x="81587" y="3986"/>
                  </a:lnTo>
                  <a:lnTo>
                    <a:pt x="71163" y="217193"/>
                  </a:lnTo>
                  <a:close/>
                </a:path>
              </a:pathLst>
            </a:custGeom>
            <a:solidFill>
              <a:srgbClr val="FFB6B6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0B800F61-D8F7-49E2-AFFA-969DD85B5639}"/>
                </a:ext>
              </a:extLst>
            </p:cNvPr>
            <p:cNvSpPr/>
            <p:nvPr/>
          </p:nvSpPr>
          <p:spPr>
            <a:xfrm>
              <a:off x="9301070" y="6706479"/>
              <a:ext cx="192483" cy="143759"/>
            </a:xfrm>
            <a:custGeom>
              <a:avLst/>
              <a:gdLst>
                <a:gd name="connsiteX0" fmla="*/ 192243 w 192483"/>
                <a:gd name="connsiteY0" fmla="*/ 143582 h 143759"/>
                <a:gd name="connsiteX1" fmla="*/ 152597 w 192483"/>
                <a:gd name="connsiteY1" fmla="*/ 141646 h 143759"/>
                <a:gd name="connsiteX2" fmla="*/ 147353 w 192483"/>
                <a:gd name="connsiteY2" fmla="*/ 103876 h 143759"/>
                <a:gd name="connsiteX3" fmla="*/ 127402 w 192483"/>
                <a:gd name="connsiteY3" fmla="*/ 140413 h 143759"/>
                <a:gd name="connsiteX4" fmla="*/ 22265 w 192483"/>
                <a:gd name="connsiteY4" fmla="*/ 135273 h 143759"/>
                <a:gd name="connsiteX5" fmla="*/ -212 w 192483"/>
                <a:gd name="connsiteY5" fmla="*/ 110490 h 143759"/>
                <a:gd name="connsiteX6" fmla="*/ 10944 w 192483"/>
                <a:gd name="connsiteY6" fmla="*/ 91537 h 143759"/>
                <a:gd name="connsiteX7" fmla="*/ 97735 w 192483"/>
                <a:gd name="connsiteY7" fmla="*/ 37657 h 143759"/>
                <a:gd name="connsiteX8" fmla="*/ 99585 w 192483"/>
                <a:gd name="connsiteY8" fmla="*/ -178 h 143759"/>
                <a:gd name="connsiteX9" fmla="*/ 187635 w 192483"/>
                <a:gd name="connsiteY9" fmla="*/ 9409 h 14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2483" h="143759">
                  <a:moveTo>
                    <a:pt x="192243" y="143582"/>
                  </a:moveTo>
                  <a:lnTo>
                    <a:pt x="152597" y="141646"/>
                  </a:lnTo>
                  <a:lnTo>
                    <a:pt x="147353" y="103876"/>
                  </a:lnTo>
                  <a:lnTo>
                    <a:pt x="127402" y="140413"/>
                  </a:lnTo>
                  <a:lnTo>
                    <a:pt x="22265" y="135273"/>
                  </a:lnTo>
                  <a:cubicBezTo>
                    <a:pt x="9214" y="134637"/>
                    <a:pt x="-854" y="123541"/>
                    <a:pt x="-212" y="110490"/>
                  </a:cubicBezTo>
                  <a:cubicBezTo>
                    <a:pt x="164" y="102723"/>
                    <a:pt x="4335" y="95638"/>
                    <a:pt x="10944" y="91537"/>
                  </a:cubicBezTo>
                  <a:lnTo>
                    <a:pt x="97735" y="37657"/>
                  </a:lnTo>
                  <a:lnTo>
                    <a:pt x="99585" y="-178"/>
                  </a:lnTo>
                  <a:lnTo>
                    <a:pt x="187635" y="9409"/>
                  </a:lnTo>
                  <a:close/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696C9C5F-B73A-4BA2-9C8C-23C9728A625D}"/>
                </a:ext>
              </a:extLst>
            </p:cNvPr>
            <p:cNvSpPr/>
            <p:nvPr/>
          </p:nvSpPr>
          <p:spPr>
            <a:xfrm>
              <a:off x="8807288" y="6074830"/>
              <a:ext cx="442956" cy="770685"/>
            </a:xfrm>
            <a:custGeom>
              <a:avLst/>
              <a:gdLst>
                <a:gd name="connsiteX0" fmla="*/ 17503 w 442956"/>
                <a:gd name="connsiteY0" fmla="*/ 643856 h 770685"/>
                <a:gd name="connsiteX1" fmla="*/ 36009 w 442956"/>
                <a:gd name="connsiteY1" fmla="*/ 626653 h 770685"/>
                <a:gd name="connsiteX2" fmla="*/ 30158 w 442956"/>
                <a:gd name="connsiteY2" fmla="*/ 612764 h 770685"/>
                <a:gd name="connsiteX3" fmla="*/ 28890 w 442956"/>
                <a:gd name="connsiteY3" fmla="*/ 607911 h 770685"/>
                <a:gd name="connsiteX4" fmla="*/ 90882 w 442956"/>
                <a:gd name="connsiteY4" fmla="*/ 580229 h 770685"/>
                <a:gd name="connsiteX5" fmla="*/ 117877 w 442956"/>
                <a:gd name="connsiteY5" fmla="*/ 606221 h 770685"/>
                <a:gd name="connsiteX6" fmla="*/ 154313 w 442956"/>
                <a:gd name="connsiteY6" fmla="*/ 761367 h 770685"/>
                <a:gd name="connsiteX7" fmla="*/ 75038 w 442956"/>
                <a:gd name="connsiteY7" fmla="*/ 170726 h 770685"/>
                <a:gd name="connsiteX8" fmla="*/ -241 w 442956"/>
                <a:gd name="connsiteY8" fmla="*/ 73381 h 770685"/>
                <a:gd name="connsiteX9" fmla="*/ 26704 w 442956"/>
                <a:gd name="connsiteY9" fmla="*/ 45313 h 770685"/>
                <a:gd name="connsiteX10" fmla="*/ 8644 w 442956"/>
                <a:gd name="connsiteY10" fmla="*/ 23558 h 770685"/>
                <a:gd name="connsiteX11" fmla="*/ 85407 w 442956"/>
                <a:gd name="connsiteY11" fmla="*/ 164318 h 770685"/>
                <a:gd name="connsiteX12" fmla="*/ 150708 w 442956"/>
                <a:gd name="connsiteY12" fmla="*/ 264351 h 770685"/>
                <a:gd name="connsiteX13" fmla="*/ 164025 w 442956"/>
                <a:gd name="connsiteY13" fmla="*/ 152330 h 770685"/>
                <a:gd name="connsiteX14" fmla="*/ 225451 w 442956"/>
                <a:gd name="connsiteY14" fmla="*/ 61859 h 770685"/>
                <a:gd name="connsiteX15" fmla="*/ 313892 w 442956"/>
                <a:gd name="connsiteY15" fmla="*/ 86562 h 770685"/>
                <a:gd name="connsiteX16" fmla="*/ 314729 w 442956"/>
                <a:gd name="connsiteY16" fmla="*/ 136807 h 770685"/>
                <a:gd name="connsiteX17" fmla="*/ 180697 w 442956"/>
                <a:gd name="connsiteY17" fmla="*/ 332771 h 770685"/>
                <a:gd name="connsiteX18" fmla="*/ 214415 w 442956"/>
                <a:gd name="connsiteY18" fmla="*/ 572868 h 770685"/>
                <a:gd name="connsiteX19" fmla="*/ 399650 w 442956"/>
                <a:gd name="connsiteY19" fmla="*/ 414955 h 770685"/>
                <a:gd name="connsiteX20" fmla="*/ 438167 w 442956"/>
                <a:gd name="connsiteY20" fmla="*/ 422992 h 770685"/>
                <a:gd name="connsiteX21" fmla="*/ 442348 w 442956"/>
                <a:gd name="connsiteY21" fmla="*/ 442732 h 770685"/>
                <a:gd name="connsiteX22" fmla="*/ 414320 w 442956"/>
                <a:gd name="connsiteY22" fmla="*/ 457859 h 770685"/>
                <a:gd name="connsiteX23" fmla="*/ 408038 w 442956"/>
                <a:gd name="connsiteY23" fmla="*/ 491628 h 770685"/>
                <a:gd name="connsiteX24" fmla="*/ 426028 w 442956"/>
                <a:gd name="connsiteY24" fmla="*/ 502087 h 770685"/>
                <a:gd name="connsiteX25" fmla="*/ 202763 w 442956"/>
                <a:gd name="connsiteY25" fmla="*/ 652825 h 770685"/>
                <a:gd name="connsiteX26" fmla="*/ 164150 w 442956"/>
                <a:gd name="connsiteY26" fmla="*/ 769154 h 770685"/>
                <a:gd name="connsiteX27" fmla="*/ 22266 w 442956"/>
                <a:gd name="connsiteY27" fmla="*/ 770507 h 770685"/>
                <a:gd name="connsiteX28" fmla="*/ 20797 w 442956"/>
                <a:gd name="connsiteY28" fmla="*/ 765739 h 770685"/>
                <a:gd name="connsiteX29" fmla="*/ 60031 w 442956"/>
                <a:gd name="connsiteY29" fmla="*/ 763027 h 770685"/>
                <a:gd name="connsiteX30" fmla="*/ 17498 w 442956"/>
                <a:gd name="connsiteY30" fmla="*/ 643860 h 77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2956" h="770685">
                  <a:moveTo>
                    <a:pt x="17503" y="643856"/>
                  </a:moveTo>
                  <a:cubicBezTo>
                    <a:pt x="27365" y="644217"/>
                    <a:pt x="35654" y="636515"/>
                    <a:pt x="36009" y="626653"/>
                  </a:cubicBezTo>
                  <a:cubicBezTo>
                    <a:pt x="36200" y="621388"/>
                    <a:pt x="34059" y="616304"/>
                    <a:pt x="30158" y="612764"/>
                  </a:cubicBezTo>
                  <a:cubicBezTo>
                    <a:pt x="29692" y="610979"/>
                    <a:pt x="29356" y="609696"/>
                    <a:pt x="28890" y="607911"/>
                  </a:cubicBezTo>
                  <a:cubicBezTo>
                    <a:pt x="38361" y="583147"/>
                    <a:pt x="66118" y="570752"/>
                    <a:pt x="90882" y="580229"/>
                  </a:cubicBezTo>
                  <a:cubicBezTo>
                    <a:pt x="103031" y="584882"/>
                    <a:pt x="112773" y="594258"/>
                    <a:pt x="117877" y="606221"/>
                  </a:cubicBezTo>
                  <a:cubicBezTo>
                    <a:pt x="139527" y="655588"/>
                    <a:pt x="167420" y="706640"/>
                    <a:pt x="154313" y="761367"/>
                  </a:cubicBezTo>
                  <a:cubicBezTo>
                    <a:pt x="242528" y="569694"/>
                    <a:pt x="209647" y="332636"/>
                    <a:pt x="75038" y="170726"/>
                  </a:cubicBezTo>
                  <a:cubicBezTo>
                    <a:pt x="38070" y="150816"/>
                    <a:pt x="7917" y="115102"/>
                    <a:pt x="-241" y="73381"/>
                  </a:cubicBezTo>
                  <a:cubicBezTo>
                    <a:pt x="18020" y="79378"/>
                    <a:pt x="40572" y="64356"/>
                    <a:pt x="26704" y="45313"/>
                  </a:cubicBezTo>
                  <a:cubicBezTo>
                    <a:pt x="20702" y="38043"/>
                    <a:pt x="14645" y="30827"/>
                    <a:pt x="8644" y="23558"/>
                  </a:cubicBezTo>
                  <a:cubicBezTo>
                    <a:pt x="77084" y="-50739"/>
                    <a:pt x="160566" y="64205"/>
                    <a:pt x="85407" y="164318"/>
                  </a:cubicBezTo>
                  <a:cubicBezTo>
                    <a:pt x="110602" y="195294"/>
                    <a:pt x="132487" y="228823"/>
                    <a:pt x="150708" y="264351"/>
                  </a:cubicBezTo>
                  <a:cubicBezTo>
                    <a:pt x="146221" y="226481"/>
                    <a:pt x="150784" y="188089"/>
                    <a:pt x="164025" y="152330"/>
                  </a:cubicBezTo>
                  <a:cubicBezTo>
                    <a:pt x="177473" y="118993"/>
                    <a:pt x="203003" y="90779"/>
                    <a:pt x="225451" y="61859"/>
                  </a:cubicBezTo>
                  <a:cubicBezTo>
                    <a:pt x="252742" y="26616"/>
                    <a:pt x="309750" y="42214"/>
                    <a:pt x="313892" y="86562"/>
                  </a:cubicBezTo>
                  <a:cubicBezTo>
                    <a:pt x="288476" y="95186"/>
                    <a:pt x="285518" y="132044"/>
                    <a:pt x="314729" y="136807"/>
                  </a:cubicBezTo>
                  <a:cubicBezTo>
                    <a:pt x="307875" y="219451"/>
                    <a:pt x="254652" y="295854"/>
                    <a:pt x="180697" y="332771"/>
                  </a:cubicBezTo>
                  <a:cubicBezTo>
                    <a:pt x="208865" y="409500"/>
                    <a:pt x="220362" y="491347"/>
                    <a:pt x="214415" y="572868"/>
                  </a:cubicBezTo>
                  <a:cubicBezTo>
                    <a:pt x="226624" y="477548"/>
                    <a:pt x="328587" y="453472"/>
                    <a:pt x="399650" y="414955"/>
                  </a:cubicBezTo>
                  <a:cubicBezTo>
                    <a:pt x="412505" y="406541"/>
                    <a:pt x="429748" y="410136"/>
                    <a:pt x="438167" y="422992"/>
                  </a:cubicBezTo>
                  <a:cubicBezTo>
                    <a:pt x="441982" y="428818"/>
                    <a:pt x="443476" y="435863"/>
                    <a:pt x="442348" y="442732"/>
                  </a:cubicBezTo>
                  <a:cubicBezTo>
                    <a:pt x="432526" y="446833"/>
                    <a:pt x="423140" y="451902"/>
                    <a:pt x="414320" y="457859"/>
                  </a:cubicBezTo>
                  <a:cubicBezTo>
                    <a:pt x="403265" y="465450"/>
                    <a:pt x="400452" y="480572"/>
                    <a:pt x="408038" y="491628"/>
                  </a:cubicBezTo>
                  <a:cubicBezTo>
                    <a:pt x="412164" y="497639"/>
                    <a:pt x="418768" y="501480"/>
                    <a:pt x="426028" y="502087"/>
                  </a:cubicBezTo>
                  <a:cubicBezTo>
                    <a:pt x="390875" y="591535"/>
                    <a:pt x="298363" y="652254"/>
                    <a:pt x="202763" y="652825"/>
                  </a:cubicBezTo>
                  <a:cubicBezTo>
                    <a:pt x="193958" y="692837"/>
                    <a:pt x="181017" y="731820"/>
                    <a:pt x="164150" y="769154"/>
                  </a:cubicBezTo>
                  <a:lnTo>
                    <a:pt x="22266" y="770507"/>
                  </a:lnTo>
                  <a:cubicBezTo>
                    <a:pt x="21740" y="768933"/>
                    <a:pt x="21269" y="767313"/>
                    <a:pt x="20797" y="765739"/>
                  </a:cubicBezTo>
                  <a:cubicBezTo>
                    <a:pt x="33934" y="766441"/>
                    <a:pt x="47115" y="765529"/>
                    <a:pt x="60031" y="763027"/>
                  </a:cubicBezTo>
                  <a:cubicBezTo>
                    <a:pt x="24894" y="722218"/>
                    <a:pt x="-2176" y="701486"/>
                    <a:pt x="17498" y="643860"/>
                  </a:cubicBezTo>
                  <a:close/>
                </a:path>
              </a:pathLst>
            </a:custGeom>
            <a:solidFill>
              <a:srgbClr val="F2F2F2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BEC460E3-9C21-4667-A2EF-ADD15DB9EBD6}"/>
                </a:ext>
              </a:extLst>
            </p:cNvPr>
            <p:cNvSpPr/>
            <p:nvPr/>
          </p:nvSpPr>
          <p:spPr>
            <a:xfrm>
              <a:off x="9364775" y="5306221"/>
              <a:ext cx="879965" cy="1342170"/>
            </a:xfrm>
            <a:custGeom>
              <a:avLst/>
              <a:gdLst>
                <a:gd name="connsiteX0" fmla="*/ 243678 w 879965"/>
                <a:gd name="connsiteY0" fmla="*/ 52361 h 1342170"/>
                <a:gd name="connsiteX1" fmla="*/ 129451 w 879965"/>
                <a:gd name="connsiteY1" fmla="*/ 392978 h 1342170"/>
                <a:gd name="connsiteX2" fmla="*/ 68692 w 879965"/>
                <a:gd name="connsiteY2" fmla="*/ 885952 h 1342170"/>
                <a:gd name="connsiteX3" fmla="*/ 23566 w 879965"/>
                <a:gd name="connsiteY3" fmla="*/ 1332192 h 1342170"/>
                <a:gd name="connsiteX4" fmla="*/ 289305 w 879965"/>
                <a:gd name="connsiteY4" fmla="*/ 1312136 h 1342170"/>
                <a:gd name="connsiteX5" fmla="*/ 359500 w 879965"/>
                <a:gd name="connsiteY5" fmla="*/ 850854 h 1342170"/>
                <a:gd name="connsiteX6" fmla="*/ 383346 w 879965"/>
                <a:gd name="connsiteY6" fmla="*/ 497458 h 1342170"/>
                <a:gd name="connsiteX7" fmla="*/ 587613 w 879965"/>
                <a:gd name="connsiteY7" fmla="*/ 1327203 h 1342170"/>
                <a:gd name="connsiteX8" fmla="*/ 879725 w 879965"/>
                <a:gd name="connsiteY8" fmla="*/ 1274617 h 1342170"/>
                <a:gd name="connsiteX9" fmla="*/ 695433 w 879965"/>
                <a:gd name="connsiteY9" fmla="*/ 770632 h 1342170"/>
                <a:gd name="connsiteX10" fmla="*/ 655321 w 879965"/>
                <a:gd name="connsiteY10" fmla="*/ 53640 h 1342170"/>
                <a:gd name="connsiteX11" fmla="*/ 243678 w 879965"/>
                <a:gd name="connsiteY11" fmla="*/ 52361 h 1342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9965" h="1342170">
                  <a:moveTo>
                    <a:pt x="243678" y="52361"/>
                  </a:moveTo>
                  <a:cubicBezTo>
                    <a:pt x="243678" y="52361"/>
                    <a:pt x="131271" y="358697"/>
                    <a:pt x="129451" y="392978"/>
                  </a:cubicBezTo>
                  <a:cubicBezTo>
                    <a:pt x="127636" y="427263"/>
                    <a:pt x="95581" y="860767"/>
                    <a:pt x="68692" y="885952"/>
                  </a:cubicBezTo>
                  <a:cubicBezTo>
                    <a:pt x="41807" y="911142"/>
                    <a:pt x="-40391" y="1301647"/>
                    <a:pt x="23566" y="1332192"/>
                  </a:cubicBezTo>
                  <a:cubicBezTo>
                    <a:pt x="87524" y="1362737"/>
                    <a:pt x="289305" y="1312136"/>
                    <a:pt x="289305" y="1312136"/>
                  </a:cubicBezTo>
                  <a:lnTo>
                    <a:pt x="359500" y="850854"/>
                  </a:lnTo>
                  <a:lnTo>
                    <a:pt x="383346" y="497458"/>
                  </a:lnTo>
                  <a:cubicBezTo>
                    <a:pt x="383346" y="497458"/>
                    <a:pt x="455942" y="1329650"/>
                    <a:pt x="587613" y="1327203"/>
                  </a:cubicBezTo>
                  <a:cubicBezTo>
                    <a:pt x="719279" y="1324756"/>
                    <a:pt x="879725" y="1274617"/>
                    <a:pt x="879725" y="1274617"/>
                  </a:cubicBezTo>
                  <a:lnTo>
                    <a:pt x="695433" y="770632"/>
                  </a:lnTo>
                  <a:cubicBezTo>
                    <a:pt x="695433" y="770632"/>
                    <a:pt x="698040" y="173984"/>
                    <a:pt x="655321" y="53640"/>
                  </a:cubicBezTo>
                  <a:cubicBezTo>
                    <a:pt x="612608" y="-66699"/>
                    <a:pt x="243678" y="52361"/>
                    <a:pt x="243678" y="52361"/>
                  </a:cubicBezTo>
                  <a:close/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85AE34E1-6EC9-4760-A076-C3F4179864B0}"/>
                </a:ext>
              </a:extLst>
            </p:cNvPr>
            <p:cNvSpPr/>
            <p:nvPr/>
          </p:nvSpPr>
          <p:spPr>
            <a:xfrm>
              <a:off x="9577993" y="4569512"/>
              <a:ext cx="480827" cy="821715"/>
            </a:xfrm>
            <a:custGeom>
              <a:avLst/>
              <a:gdLst>
                <a:gd name="connsiteX0" fmla="*/ 364006 w 480827"/>
                <a:gd name="connsiteY0" fmla="*/ -178 h 821715"/>
                <a:gd name="connsiteX1" fmla="*/ 213468 w 480827"/>
                <a:gd name="connsiteY1" fmla="*/ 13616 h 821715"/>
                <a:gd name="connsiteX2" fmla="*/ 189215 w 480827"/>
                <a:gd name="connsiteY2" fmla="*/ 88057 h 821715"/>
                <a:gd name="connsiteX3" fmla="*/ 91128 w 480827"/>
                <a:gd name="connsiteY3" fmla="*/ 188677 h 821715"/>
                <a:gd name="connsiteX4" fmla="*/ 84891 w 480827"/>
                <a:gd name="connsiteY4" fmla="*/ 431938 h 821715"/>
                <a:gd name="connsiteX5" fmla="*/ 92602 w 480827"/>
                <a:gd name="connsiteY5" fmla="*/ 603880 h 821715"/>
                <a:gd name="connsiteX6" fmla="*/ 59535 w 480827"/>
                <a:gd name="connsiteY6" fmla="*/ 750448 h 821715"/>
                <a:gd name="connsiteX7" fmla="*/ 15729 w 480827"/>
                <a:gd name="connsiteY7" fmla="*/ 813001 h 821715"/>
                <a:gd name="connsiteX8" fmla="*/ 457145 w 480827"/>
                <a:gd name="connsiteY8" fmla="*/ 795362 h 821715"/>
                <a:gd name="connsiteX9" fmla="*/ 417033 w 480827"/>
                <a:gd name="connsiteY9" fmla="*/ 549680 h 821715"/>
                <a:gd name="connsiteX10" fmla="*/ 472186 w 480827"/>
                <a:gd name="connsiteY10" fmla="*/ 113468 h 821715"/>
                <a:gd name="connsiteX11" fmla="*/ 402307 w 480827"/>
                <a:gd name="connsiteY11" fmla="*/ 75207 h 8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827" h="821715">
                  <a:moveTo>
                    <a:pt x="364006" y="-178"/>
                  </a:moveTo>
                  <a:lnTo>
                    <a:pt x="213468" y="13616"/>
                  </a:lnTo>
                  <a:lnTo>
                    <a:pt x="189215" y="88057"/>
                  </a:lnTo>
                  <a:cubicBezTo>
                    <a:pt x="189215" y="88057"/>
                    <a:pt x="63236" y="157245"/>
                    <a:pt x="91128" y="188677"/>
                  </a:cubicBezTo>
                  <a:cubicBezTo>
                    <a:pt x="119025" y="220109"/>
                    <a:pt x="84891" y="431938"/>
                    <a:pt x="84891" y="431938"/>
                  </a:cubicBezTo>
                  <a:lnTo>
                    <a:pt x="92602" y="603880"/>
                  </a:lnTo>
                  <a:cubicBezTo>
                    <a:pt x="92602" y="603880"/>
                    <a:pt x="84319" y="723001"/>
                    <a:pt x="59535" y="750448"/>
                  </a:cubicBezTo>
                  <a:cubicBezTo>
                    <a:pt x="34751" y="777899"/>
                    <a:pt x="-30089" y="845201"/>
                    <a:pt x="15729" y="813001"/>
                  </a:cubicBezTo>
                  <a:cubicBezTo>
                    <a:pt x="176365" y="700098"/>
                    <a:pt x="457145" y="795362"/>
                    <a:pt x="457145" y="795362"/>
                  </a:cubicBezTo>
                  <a:lnTo>
                    <a:pt x="417033" y="549680"/>
                  </a:lnTo>
                  <a:cubicBezTo>
                    <a:pt x="417033" y="549680"/>
                    <a:pt x="508141" y="147442"/>
                    <a:pt x="472186" y="113468"/>
                  </a:cubicBezTo>
                  <a:cubicBezTo>
                    <a:pt x="436231" y="79499"/>
                    <a:pt x="402307" y="75207"/>
                    <a:pt x="402307" y="75207"/>
                  </a:cubicBezTo>
                  <a:close/>
                </a:path>
              </a:pathLst>
            </a:custGeom>
            <a:solidFill>
              <a:srgbClr val="6C63FF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BEFF70F8-0EFE-4A4D-B780-EA0DEA409472}"/>
                </a:ext>
              </a:extLst>
            </p:cNvPr>
            <p:cNvSpPr/>
            <p:nvPr/>
          </p:nvSpPr>
          <p:spPr>
            <a:xfrm>
              <a:off x="9088281" y="5035020"/>
              <a:ext cx="356447" cy="314759"/>
            </a:xfrm>
            <a:custGeom>
              <a:avLst/>
              <a:gdLst>
                <a:gd name="connsiteX0" fmla="*/ 62701 w 356447"/>
                <a:gd name="connsiteY0" fmla="*/ 313619 h 314759"/>
                <a:gd name="connsiteX1" fmla="*/ 104803 w 356447"/>
                <a:gd name="connsiteY1" fmla="*/ 252254 h 314759"/>
                <a:gd name="connsiteX2" fmla="*/ 102306 w 356447"/>
                <a:gd name="connsiteY2" fmla="*/ 243319 h 314759"/>
                <a:gd name="connsiteX3" fmla="*/ 356206 w 356447"/>
                <a:gd name="connsiteY3" fmla="*/ 27905 h 314759"/>
                <a:gd name="connsiteX4" fmla="*/ 263178 w 356447"/>
                <a:gd name="connsiteY4" fmla="*/ -178 h 314759"/>
                <a:gd name="connsiteX5" fmla="*/ 30777 w 356447"/>
                <a:gd name="connsiteY5" fmla="*/ 213506 h 314759"/>
                <a:gd name="connsiteX6" fmla="*/ 4519 w 356447"/>
                <a:gd name="connsiteY6" fmla="*/ 283576 h 314759"/>
                <a:gd name="connsiteX7" fmla="*/ 62701 w 356447"/>
                <a:gd name="connsiteY7" fmla="*/ 313619 h 31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6447" h="314759">
                  <a:moveTo>
                    <a:pt x="62701" y="313619"/>
                  </a:moveTo>
                  <a:cubicBezTo>
                    <a:pt x="91275" y="308299"/>
                    <a:pt x="110123" y="280823"/>
                    <a:pt x="104803" y="252254"/>
                  </a:cubicBezTo>
                  <a:cubicBezTo>
                    <a:pt x="104236" y="249205"/>
                    <a:pt x="103399" y="246217"/>
                    <a:pt x="102306" y="243319"/>
                  </a:cubicBezTo>
                  <a:lnTo>
                    <a:pt x="356206" y="27905"/>
                  </a:lnTo>
                  <a:lnTo>
                    <a:pt x="263178" y="-178"/>
                  </a:lnTo>
                  <a:lnTo>
                    <a:pt x="30777" y="213506"/>
                  </a:lnTo>
                  <a:cubicBezTo>
                    <a:pt x="4178" y="225605"/>
                    <a:pt x="-7579" y="256977"/>
                    <a:pt x="4519" y="283576"/>
                  </a:cubicBezTo>
                  <a:cubicBezTo>
                    <a:pt x="14637" y="305832"/>
                    <a:pt x="38694" y="318252"/>
                    <a:pt x="62701" y="313619"/>
                  </a:cubicBezTo>
                  <a:close/>
                </a:path>
              </a:pathLst>
            </a:custGeom>
            <a:solidFill>
              <a:srgbClr val="FFB8B8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597FF47A-E6B7-4473-900F-F081ADAA7349}"/>
                </a:ext>
              </a:extLst>
            </p:cNvPr>
            <p:cNvSpPr/>
            <p:nvPr/>
          </p:nvSpPr>
          <p:spPr>
            <a:xfrm>
              <a:off x="9152386" y="4698399"/>
              <a:ext cx="654021" cy="585297"/>
            </a:xfrm>
            <a:custGeom>
              <a:avLst/>
              <a:gdLst>
                <a:gd name="connsiteX0" fmla="*/ 643417 w 654021"/>
                <a:gd name="connsiteY0" fmla="*/ 86790 h 585297"/>
                <a:gd name="connsiteX1" fmla="*/ 573678 w 654021"/>
                <a:gd name="connsiteY1" fmla="*/ 1834 h 585297"/>
                <a:gd name="connsiteX2" fmla="*/ -241 w 654021"/>
                <a:gd name="connsiteY2" fmla="*/ 485187 h 585297"/>
                <a:gd name="connsiteX3" fmla="*/ 75765 w 654021"/>
                <a:gd name="connsiteY3" fmla="*/ 585120 h 585297"/>
                <a:gd name="connsiteX4" fmla="*/ 534760 w 654021"/>
                <a:gd name="connsiteY4" fmla="*/ 178430 h 58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4021" h="585297">
                  <a:moveTo>
                    <a:pt x="643417" y="86790"/>
                  </a:moveTo>
                  <a:cubicBezTo>
                    <a:pt x="643417" y="86790"/>
                    <a:pt x="693441" y="-15669"/>
                    <a:pt x="573678" y="1834"/>
                  </a:cubicBezTo>
                  <a:cubicBezTo>
                    <a:pt x="453915" y="19333"/>
                    <a:pt x="-241" y="485187"/>
                    <a:pt x="-241" y="485187"/>
                  </a:cubicBezTo>
                  <a:lnTo>
                    <a:pt x="75765" y="585120"/>
                  </a:lnTo>
                  <a:lnTo>
                    <a:pt x="534760" y="178430"/>
                  </a:lnTo>
                  <a:close/>
                </a:path>
              </a:pathLst>
            </a:custGeom>
            <a:solidFill>
              <a:srgbClr val="6C63FF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D938DF31-1ABB-4E0B-AFD7-682EABE00F72}"/>
                </a:ext>
              </a:extLst>
            </p:cNvPr>
            <p:cNvSpPr/>
            <p:nvPr/>
          </p:nvSpPr>
          <p:spPr>
            <a:xfrm>
              <a:off x="9115529" y="4592192"/>
              <a:ext cx="1403940" cy="1355683"/>
            </a:xfrm>
            <a:custGeom>
              <a:avLst/>
              <a:gdLst>
                <a:gd name="connsiteX0" fmla="*/ 485242 w 1403940"/>
                <a:gd name="connsiteY0" fmla="*/ 19205 h 1355683"/>
                <a:gd name="connsiteX1" fmla="*/ 10413 w 1403940"/>
                <a:gd name="connsiteY1" fmla="*/ 627524 h 1355683"/>
                <a:gd name="connsiteX2" fmla="*/ 19143 w 1403940"/>
                <a:gd name="connsiteY2" fmla="*/ 698356 h 1355683"/>
                <a:gd name="connsiteX3" fmla="*/ 847373 w 1403940"/>
                <a:gd name="connsiteY3" fmla="*/ 1344842 h 1355683"/>
                <a:gd name="connsiteX4" fmla="*/ 918200 w 1403940"/>
                <a:gd name="connsiteY4" fmla="*/ 1336113 h 1355683"/>
                <a:gd name="connsiteX5" fmla="*/ 1393034 w 1403940"/>
                <a:gd name="connsiteY5" fmla="*/ 727793 h 1355683"/>
                <a:gd name="connsiteX6" fmla="*/ 1384305 w 1403940"/>
                <a:gd name="connsiteY6" fmla="*/ 656961 h 1355683"/>
                <a:gd name="connsiteX7" fmla="*/ 556074 w 1403940"/>
                <a:gd name="connsiteY7" fmla="*/ 10475 h 1355683"/>
                <a:gd name="connsiteX8" fmla="*/ 485242 w 1403940"/>
                <a:gd name="connsiteY8" fmla="*/ 19205 h 135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3940" h="1355683">
                  <a:moveTo>
                    <a:pt x="485242" y="19205"/>
                  </a:moveTo>
                  <a:lnTo>
                    <a:pt x="10413" y="627524"/>
                  </a:lnTo>
                  <a:cubicBezTo>
                    <a:pt x="-6689" y="649505"/>
                    <a:pt x="-2788" y="681183"/>
                    <a:pt x="19143" y="698356"/>
                  </a:cubicBezTo>
                  <a:cubicBezTo>
                    <a:pt x="129409" y="966095"/>
                    <a:pt x="459300" y="1164632"/>
                    <a:pt x="847373" y="1344842"/>
                  </a:cubicBezTo>
                  <a:cubicBezTo>
                    <a:pt x="869349" y="1361960"/>
                    <a:pt x="901037" y="1358054"/>
                    <a:pt x="918200" y="1336113"/>
                  </a:cubicBezTo>
                  <a:lnTo>
                    <a:pt x="1393034" y="727793"/>
                  </a:lnTo>
                  <a:cubicBezTo>
                    <a:pt x="1410152" y="705817"/>
                    <a:pt x="1406251" y="674124"/>
                    <a:pt x="1384305" y="656961"/>
                  </a:cubicBezTo>
                  <a:cubicBezTo>
                    <a:pt x="1058640" y="473070"/>
                    <a:pt x="778733" y="260018"/>
                    <a:pt x="556074" y="10475"/>
                  </a:cubicBezTo>
                  <a:cubicBezTo>
                    <a:pt x="534088" y="-6627"/>
                    <a:pt x="502415" y="-2721"/>
                    <a:pt x="485242" y="19205"/>
                  </a:cubicBezTo>
                  <a:close/>
                </a:path>
              </a:pathLst>
            </a:custGeom>
            <a:solidFill>
              <a:srgbClr val="E6E6E6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6CEFEF74-FD6D-4435-8B0E-941E1474CC69}"/>
                </a:ext>
              </a:extLst>
            </p:cNvPr>
            <p:cNvSpPr/>
            <p:nvPr/>
          </p:nvSpPr>
          <p:spPr>
            <a:xfrm>
              <a:off x="9157621" y="4629508"/>
              <a:ext cx="1323918" cy="1068902"/>
            </a:xfrm>
            <a:custGeom>
              <a:avLst/>
              <a:gdLst>
                <a:gd name="connsiteX0" fmla="*/ 1317614 w 1323918"/>
                <a:gd name="connsiteY0" fmla="*/ 676633 h 1068902"/>
                <a:gd name="connsiteX1" fmla="*/ 1173083 w 1323918"/>
                <a:gd name="connsiteY1" fmla="*/ 861802 h 1068902"/>
                <a:gd name="connsiteX2" fmla="*/ 415864 w 1323918"/>
                <a:gd name="connsiteY2" fmla="*/ 955122 h 1068902"/>
                <a:gd name="connsiteX3" fmla="*/ 10814 w 1323918"/>
                <a:gd name="connsiteY3" fmla="*/ 638953 h 1068902"/>
                <a:gd name="connsiteX4" fmla="*/ 5810 w 1323918"/>
                <a:gd name="connsiteY4" fmla="*/ 598656 h 1068902"/>
                <a:gd name="connsiteX5" fmla="*/ 464640 w 1323918"/>
                <a:gd name="connsiteY5" fmla="*/ 10833 h 1068902"/>
                <a:gd name="connsiteX6" fmla="*/ 504947 w 1323918"/>
                <a:gd name="connsiteY6" fmla="*/ 5905 h 1068902"/>
                <a:gd name="connsiteX7" fmla="*/ 1312650 w 1323918"/>
                <a:gd name="connsiteY7" fmla="*/ 636371 h 1068902"/>
                <a:gd name="connsiteX8" fmla="*/ 1317614 w 1323918"/>
                <a:gd name="connsiteY8" fmla="*/ 676638 h 1068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3918" h="1068902">
                  <a:moveTo>
                    <a:pt x="1317614" y="676633"/>
                  </a:moveTo>
                  <a:lnTo>
                    <a:pt x="1173083" y="861802"/>
                  </a:lnTo>
                  <a:cubicBezTo>
                    <a:pt x="989287" y="1095852"/>
                    <a:pt x="650982" y="1137543"/>
                    <a:pt x="415864" y="955122"/>
                  </a:cubicBezTo>
                  <a:lnTo>
                    <a:pt x="10814" y="638953"/>
                  </a:lnTo>
                  <a:cubicBezTo>
                    <a:pt x="-1681" y="629201"/>
                    <a:pt x="-3917" y="611171"/>
                    <a:pt x="5810" y="598656"/>
                  </a:cubicBezTo>
                  <a:lnTo>
                    <a:pt x="464640" y="10833"/>
                  </a:lnTo>
                  <a:cubicBezTo>
                    <a:pt x="474417" y="-1641"/>
                    <a:pt x="492452" y="-3842"/>
                    <a:pt x="504947" y="5905"/>
                  </a:cubicBezTo>
                  <a:cubicBezTo>
                    <a:pt x="709841" y="270490"/>
                    <a:pt x="984113" y="476382"/>
                    <a:pt x="1312650" y="636371"/>
                  </a:cubicBezTo>
                  <a:cubicBezTo>
                    <a:pt x="1325125" y="646128"/>
                    <a:pt x="1327346" y="664143"/>
                    <a:pt x="1317614" y="676638"/>
                  </a:cubicBezTo>
                  <a:close/>
                </a:path>
              </a:pathLst>
            </a:custGeom>
            <a:solidFill>
              <a:srgbClr val="FFFFFF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3D9ADCEC-B96E-4087-88CE-39EC96BEEADA}"/>
                </a:ext>
              </a:extLst>
            </p:cNvPr>
            <p:cNvSpPr/>
            <p:nvPr/>
          </p:nvSpPr>
          <p:spPr>
            <a:xfrm>
              <a:off x="9470063" y="4918938"/>
              <a:ext cx="124725" cy="151187"/>
            </a:xfrm>
            <a:custGeom>
              <a:avLst/>
              <a:gdLst>
                <a:gd name="connsiteX0" fmla="*/ 121237 w 124725"/>
                <a:gd name="connsiteY0" fmla="*/ 24546 h 151187"/>
                <a:gd name="connsiteX1" fmla="*/ 27110 w 124725"/>
                <a:gd name="connsiteY1" fmla="*/ 145136 h 151187"/>
                <a:gd name="connsiteX2" fmla="*/ 5636 w 124725"/>
                <a:gd name="connsiteY2" fmla="*/ 147763 h 151187"/>
                <a:gd name="connsiteX3" fmla="*/ 2988 w 124725"/>
                <a:gd name="connsiteY3" fmla="*/ 126308 h 151187"/>
                <a:gd name="connsiteX4" fmla="*/ 97120 w 124725"/>
                <a:gd name="connsiteY4" fmla="*/ 5718 h 151187"/>
                <a:gd name="connsiteX5" fmla="*/ 118589 w 124725"/>
                <a:gd name="connsiteY5" fmla="*/ 3051 h 151187"/>
                <a:gd name="connsiteX6" fmla="*/ 121252 w 124725"/>
                <a:gd name="connsiteY6" fmla="*/ 24521 h 151187"/>
                <a:gd name="connsiteX7" fmla="*/ 121237 w 124725"/>
                <a:gd name="connsiteY7" fmla="*/ 24546 h 15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725" h="151187">
                  <a:moveTo>
                    <a:pt x="121237" y="24546"/>
                  </a:moveTo>
                  <a:lnTo>
                    <a:pt x="27110" y="145136"/>
                  </a:lnTo>
                  <a:cubicBezTo>
                    <a:pt x="21906" y="151789"/>
                    <a:pt x="12289" y="152967"/>
                    <a:pt x="5636" y="147763"/>
                  </a:cubicBezTo>
                  <a:cubicBezTo>
                    <a:pt x="-1013" y="142563"/>
                    <a:pt x="-2196" y="132967"/>
                    <a:pt x="2988" y="126308"/>
                  </a:cubicBezTo>
                  <a:lnTo>
                    <a:pt x="97120" y="5718"/>
                  </a:lnTo>
                  <a:cubicBezTo>
                    <a:pt x="102309" y="-945"/>
                    <a:pt x="111921" y="-2139"/>
                    <a:pt x="118589" y="3051"/>
                  </a:cubicBezTo>
                  <a:cubicBezTo>
                    <a:pt x="125253" y="8245"/>
                    <a:pt x="126446" y="17857"/>
                    <a:pt x="121252" y="24521"/>
                  </a:cubicBezTo>
                  <a:cubicBezTo>
                    <a:pt x="121247" y="24530"/>
                    <a:pt x="121242" y="24536"/>
                    <a:pt x="121237" y="24546"/>
                  </a:cubicBezTo>
                  <a:close/>
                </a:path>
              </a:pathLst>
            </a:custGeom>
            <a:solidFill>
              <a:srgbClr val="CCCCCC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C15289BC-3DD7-4820-95B6-17405A8D5723}"/>
                </a:ext>
              </a:extLst>
            </p:cNvPr>
            <p:cNvSpPr/>
            <p:nvPr/>
          </p:nvSpPr>
          <p:spPr>
            <a:xfrm>
              <a:off x="9534026" y="4829477"/>
              <a:ext cx="237327" cy="295444"/>
            </a:xfrm>
            <a:custGeom>
              <a:avLst/>
              <a:gdLst>
                <a:gd name="connsiteX0" fmla="*/ 233829 w 237327"/>
                <a:gd name="connsiteY0" fmla="*/ 24553 h 295444"/>
                <a:gd name="connsiteX1" fmla="*/ 27115 w 237327"/>
                <a:gd name="connsiteY1" fmla="*/ 289379 h 295444"/>
                <a:gd name="connsiteX2" fmla="*/ 5645 w 237327"/>
                <a:gd name="connsiteY2" fmla="*/ 292026 h 295444"/>
                <a:gd name="connsiteX3" fmla="*/ 2998 w 237327"/>
                <a:gd name="connsiteY3" fmla="*/ 270557 h 295444"/>
                <a:gd name="connsiteX4" fmla="*/ 209712 w 237327"/>
                <a:gd name="connsiteY4" fmla="*/ 5726 h 295444"/>
                <a:gd name="connsiteX5" fmla="*/ 231182 w 237327"/>
                <a:gd name="connsiteY5" fmla="*/ 3049 h 295444"/>
                <a:gd name="connsiteX6" fmla="*/ 233864 w 237327"/>
                <a:gd name="connsiteY6" fmla="*/ 24513 h 295444"/>
                <a:gd name="connsiteX7" fmla="*/ 233829 w 237327"/>
                <a:gd name="connsiteY7" fmla="*/ 24553 h 29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7327" h="295444">
                  <a:moveTo>
                    <a:pt x="233829" y="24553"/>
                  </a:moveTo>
                  <a:lnTo>
                    <a:pt x="27115" y="289379"/>
                  </a:lnTo>
                  <a:cubicBezTo>
                    <a:pt x="21920" y="296043"/>
                    <a:pt x="12304" y="297226"/>
                    <a:pt x="5645" y="292026"/>
                  </a:cubicBezTo>
                  <a:cubicBezTo>
                    <a:pt x="-1013" y="286827"/>
                    <a:pt x="-2202" y="277215"/>
                    <a:pt x="2998" y="270557"/>
                  </a:cubicBezTo>
                  <a:lnTo>
                    <a:pt x="209712" y="5726"/>
                  </a:lnTo>
                  <a:cubicBezTo>
                    <a:pt x="214901" y="-942"/>
                    <a:pt x="224508" y="-2141"/>
                    <a:pt x="231182" y="3049"/>
                  </a:cubicBezTo>
                  <a:cubicBezTo>
                    <a:pt x="237850" y="8233"/>
                    <a:pt x="239048" y="17845"/>
                    <a:pt x="233864" y="24513"/>
                  </a:cubicBezTo>
                  <a:cubicBezTo>
                    <a:pt x="233849" y="24528"/>
                    <a:pt x="233839" y="24538"/>
                    <a:pt x="233829" y="24553"/>
                  </a:cubicBezTo>
                  <a:close/>
                </a:path>
              </a:pathLst>
            </a:custGeom>
            <a:solidFill>
              <a:srgbClr val="CCCCCC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99E4732D-46F6-4EE0-91D7-27EEB2B3747E}"/>
                </a:ext>
              </a:extLst>
            </p:cNvPr>
            <p:cNvSpPr/>
            <p:nvPr/>
          </p:nvSpPr>
          <p:spPr>
            <a:xfrm>
              <a:off x="9314783" y="5094421"/>
              <a:ext cx="201518" cy="201518"/>
            </a:xfrm>
            <a:custGeom>
              <a:avLst/>
              <a:gdLst>
                <a:gd name="connsiteX0" fmla="*/ 201519 w 201518"/>
                <a:gd name="connsiteY0" fmla="*/ 100759 h 201518"/>
                <a:gd name="connsiteX1" fmla="*/ 100759 w 201518"/>
                <a:gd name="connsiteY1" fmla="*/ 201519 h 201518"/>
                <a:gd name="connsiteX2" fmla="*/ 0 w 201518"/>
                <a:gd name="connsiteY2" fmla="*/ 100759 h 201518"/>
                <a:gd name="connsiteX3" fmla="*/ 100759 w 201518"/>
                <a:gd name="connsiteY3" fmla="*/ 0 h 201518"/>
                <a:gd name="connsiteX4" fmla="*/ 201519 w 201518"/>
                <a:gd name="connsiteY4" fmla="*/ 100759 h 20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18" h="201518">
                  <a:moveTo>
                    <a:pt x="201519" y="100759"/>
                  </a:moveTo>
                  <a:cubicBezTo>
                    <a:pt x="201519" y="156407"/>
                    <a:pt x="156407" y="201519"/>
                    <a:pt x="100759" y="201519"/>
                  </a:cubicBezTo>
                  <a:cubicBezTo>
                    <a:pt x="45111" y="201519"/>
                    <a:pt x="0" y="156407"/>
                    <a:pt x="0" y="100759"/>
                  </a:cubicBezTo>
                  <a:cubicBezTo>
                    <a:pt x="0" y="45112"/>
                    <a:pt x="45111" y="0"/>
                    <a:pt x="100759" y="0"/>
                  </a:cubicBezTo>
                  <a:cubicBezTo>
                    <a:pt x="156407" y="0"/>
                    <a:pt x="201519" y="45112"/>
                    <a:pt x="201519" y="100759"/>
                  </a:cubicBezTo>
                  <a:close/>
                </a:path>
              </a:pathLst>
            </a:custGeom>
            <a:solidFill>
              <a:srgbClr val="6C63FF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F3F41DB1-9FD0-408F-BA99-B5D00167DF5C}"/>
                </a:ext>
              </a:extLst>
            </p:cNvPr>
            <p:cNvSpPr/>
            <p:nvPr/>
          </p:nvSpPr>
          <p:spPr>
            <a:xfrm>
              <a:off x="9498804" y="5040076"/>
              <a:ext cx="282532" cy="353304"/>
            </a:xfrm>
            <a:custGeom>
              <a:avLst/>
              <a:gdLst>
                <a:gd name="connsiteX0" fmla="*/ 280026 w 282532"/>
                <a:gd name="connsiteY0" fmla="*/ 23256 h 353304"/>
                <a:gd name="connsiteX1" fmla="*/ 26141 w 282532"/>
                <a:gd name="connsiteY1" fmla="*/ 348520 h 353304"/>
                <a:gd name="connsiteX2" fmla="*/ 4366 w 282532"/>
                <a:gd name="connsiteY2" fmla="*/ 348715 h 353304"/>
                <a:gd name="connsiteX3" fmla="*/ 2024 w 282532"/>
                <a:gd name="connsiteY3" fmla="*/ 329692 h 353304"/>
                <a:gd name="connsiteX4" fmla="*/ 255909 w 282532"/>
                <a:gd name="connsiteY4" fmla="*/ 4434 h 353304"/>
                <a:gd name="connsiteX5" fmla="*/ 277685 w 282532"/>
                <a:gd name="connsiteY5" fmla="*/ 4233 h 353304"/>
                <a:gd name="connsiteX6" fmla="*/ 280026 w 282532"/>
                <a:gd name="connsiteY6" fmla="*/ 23256 h 353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2532" h="353304">
                  <a:moveTo>
                    <a:pt x="280026" y="23256"/>
                  </a:moveTo>
                  <a:lnTo>
                    <a:pt x="26141" y="348520"/>
                  </a:lnTo>
                  <a:cubicBezTo>
                    <a:pt x="20185" y="354587"/>
                    <a:pt x="10437" y="354672"/>
                    <a:pt x="4366" y="348715"/>
                  </a:cubicBezTo>
                  <a:cubicBezTo>
                    <a:pt x="-749" y="343691"/>
                    <a:pt x="-1716" y="335804"/>
                    <a:pt x="2024" y="329692"/>
                  </a:cubicBezTo>
                  <a:lnTo>
                    <a:pt x="255909" y="4434"/>
                  </a:lnTo>
                  <a:cubicBezTo>
                    <a:pt x="261866" y="-1638"/>
                    <a:pt x="271613" y="-1723"/>
                    <a:pt x="277685" y="4233"/>
                  </a:cubicBezTo>
                  <a:cubicBezTo>
                    <a:pt x="282799" y="9257"/>
                    <a:pt x="283767" y="17144"/>
                    <a:pt x="280026" y="23256"/>
                  </a:cubicBezTo>
                  <a:close/>
                </a:path>
              </a:pathLst>
            </a:custGeom>
            <a:solidFill>
              <a:srgbClr val="CCCCCC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BFC34E52-6B31-4638-9ED5-88DC470D720D}"/>
                </a:ext>
              </a:extLst>
            </p:cNvPr>
            <p:cNvSpPr/>
            <p:nvPr/>
          </p:nvSpPr>
          <p:spPr>
            <a:xfrm>
              <a:off x="9563030" y="4965814"/>
              <a:ext cx="383008" cy="482027"/>
            </a:xfrm>
            <a:custGeom>
              <a:avLst/>
              <a:gdLst>
                <a:gd name="connsiteX0" fmla="*/ 380504 w 383008"/>
                <a:gd name="connsiteY0" fmla="*/ 23257 h 482027"/>
                <a:gd name="connsiteX1" fmla="*/ 26139 w 383008"/>
                <a:gd name="connsiteY1" fmla="*/ 477243 h 482027"/>
                <a:gd name="connsiteX2" fmla="*/ 4369 w 383008"/>
                <a:gd name="connsiteY2" fmla="*/ 477438 h 482027"/>
                <a:gd name="connsiteX3" fmla="*/ 2022 w 383008"/>
                <a:gd name="connsiteY3" fmla="*/ 458416 h 482027"/>
                <a:gd name="connsiteX4" fmla="*/ 356387 w 383008"/>
                <a:gd name="connsiteY4" fmla="*/ 4430 h 482027"/>
                <a:gd name="connsiteX5" fmla="*/ 378157 w 383008"/>
                <a:gd name="connsiteY5" fmla="*/ 4234 h 482027"/>
                <a:gd name="connsiteX6" fmla="*/ 380504 w 383008"/>
                <a:gd name="connsiteY6" fmla="*/ 23257 h 482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3008" h="482027">
                  <a:moveTo>
                    <a:pt x="380504" y="23257"/>
                  </a:moveTo>
                  <a:lnTo>
                    <a:pt x="26139" y="477243"/>
                  </a:lnTo>
                  <a:cubicBezTo>
                    <a:pt x="20183" y="483310"/>
                    <a:pt x="10436" y="483395"/>
                    <a:pt x="4369" y="477438"/>
                  </a:cubicBezTo>
                  <a:cubicBezTo>
                    <a:pt x="-745" y="472414"/>
                    <a:pt x="-1718" y="464528"/>
                    <a:pt x="2022" y="458416"/>
                  </a:cubicBezTo>
                  <a:lnTo>
                    <a:pt x="356387" y="4430"/>
                  </a:lnTo>
                  <a:cubicBezTo>
                    <a:pt x="362343" y="-1637"/>
                    <a:pt x="372090" y="-1723"/>
                    <a:pt x="378157" y="4234"/>
                  </a:cubicBezTo>
                  <a:cubicBezTo>
                    <a:pt x="383271" y="9258"/>
                    <a:pt x="384244" y="17145"/>
                    <a:pt x="380504" y="23257"/>
                  </a:cubicBezTo>
                  <a:close/>
                </a:path>
              </a:pathLst>
            </a:custGeom>
            <a:solidFill>
              <a:srgbClr val="CCCCCC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8A4EE514-7B46-4189-9F3D-0D45D14FBB04}"/>
                </a:ext>
              </a:extLst>
            </p:cNvPr>
            <p:cNvSpPr/>
            <p:nvPr/>
          </p:nvSpPr>
          <p:spPr>
            <a:xfrm>
              <a:off x="9662275" y="5167675"/>
              <a:ext cx="282532" cy="353304"/>
            </a:xfrm>
            <a:custGeom>
              <a:avLst/>
              <a:gdLst>
                <a:gd name="connsiteX0" fmla="*/ 280025 w 282532"/>
                <a:gd name="connsiteY0" fmla="*/ 23257 h 353304"/>
                <a:gd name="connsiteX1" fmla="*/ 26139 w 282532"/>
                <a:gd name="connsiteY1" fmla="*/ 348515 h 353304"/>
                <a:gd name="connsiteX2" fmla="*/ 4369 w 282532"/>
                <a:gd name="connsiteY2" fmla="*/ 348716 h 353304"/>
                <a:gd name="connsiteX3" fmla="*/ 2022 w 282532"/>
                <a:gd name="connsiteY3" fmla="*/ 329693 h 353304"/>
                <a:gd name="connsiteX4" fmla="*/ 255908 w 282532"/>
                <a:gd name="connsiteY4" fmla="*/ 4429 h 353304"/>
                <a:gd name="connsiteX5" fmla="*/ 277683 w 282532"/>
                <a:gd name="connsiteY5" fmla="*/ 4234 h 353304"/>
                <a:gd name="connsiteX6" fmla="*/ 280025 w 282532"/>
                <a:gd name="connsiteY6" fmla="*/ 23257 h 353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2532" h="353304">
                  <a:moveTo>
                    <a:pt x="280025" y="23257"/>
                  </a:moveTo>
                  <a:lnTo>
                    <a:pt x="26139" y="348515"/>
                  </a:lnTo>
                  <a:cubicBezTo>
                    <a:pt x="20183" y="354587"/>
                    <a:pt x="10436" y="354672"/>
                    <a:pt x="4369" y="348716"/>
                  </a:cubicBezTo>
                  <a:cubicBezTo>
                    <a:pt x="-745" y="343692"/>
                    <a:pt x="-1718" y="335805"/>
                    <a:pt x="2022" y="329693"/>
                  </a:cubicBezTo>
                  <a:lnTo>
                    <a:pt x="255908" y="4429"/>
                  </a:lnTo>
                  <a:cubicBezTo>
                    <a:pt x="261869" y="-1637"/>
                    <a:pt x="271616" y="-1723"/>
                    <a:pt x="277683" y="4234"/>
                  </a:cubicBezTo>
                  <a:cubicBezTo>
                    <a:pt x="282797" y="9258"/>
                    <a:pt x="283770" y="17145"/>
                    <a:pt x="280025" y="23257"/>
                  </a:cubicBezTo>
                  <a:close/>
                </a:path>
              </a:pathLst>
            </a:custGeom>
            <a:solidFill>
              <a:srgbClr val="CCCCCC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891A6D4D-F2F3-4D61-A457-B63289F853D6}"/>
                </a:ext>
              </a:extLst>
            </p:cNvPr>
            <p:cNvSpPr/>
            <p:nvPr/>
          </p:nvSpPr>
          <p:spPr>
            <a:xfrm>
              <a:off x="9998209" y="5207786"/>
              <a:ext cx="282532" cy="353304"/>
            </a:xfrm>
            <a:custGeom>
              <a:avLst/>
              <a:gdLst>
                <a:gd name="connsiteX0" fmla="*/ 280024 w 282532"/>
                <a:gd name="connsiteY0" fmla="*/ 23257 h 353304"/>
                <a:gd name="connsiteX1" fmla="*/ 26139 w 282532"/>
                <a:gd name="connsiteY1" fmla="*/ 348515 h 353304"/>
                <a:gd name="connsiteX2" fmla="*/ 4369 w 282532"/>
                <a:gd name="connsiteY2" fmla="*/ 348716 h 353304"/>
                <a:gd name="connsiteX3" fmla="*/ 2022 w 282532"/>
                <a:gd name="connsiteY3" fmla="*/ 329693 h 353304"/>
                <a:gd name="connsiteX4" fmla="*/ 255907 w 282532"/>
                <a:gd name="connsiteY4" fmla="*/ 4429 h 353304"/>
                <a:gd name="connsiteX5" fmla="*/ 277683 w 282532"/>
                <a:gd name="connsiteY5" fmla="*/ 4234 h 353304"/>
                <a:gd name="connsiteX6" fmla="*/ 280024 w 282532"/>
                <a:gd name="connsiteY6" fmla="*/ 23257 h 353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2532" h="353304">
                  <a:moveTo>
                    <a:pt x="280024" y="23257"/>
                  </a:moveTo>
                  <a:lnTo>
                    <a:pt x="26139" y="348515"/>
                  </a:lnTo>
                  <a:cubicBezTo>
                    <a:pt x="20183" y="354587"/>
                    <a:pt x="10436" y="354672"/>
                    <a:pt x="4369" y="348716"/>
                  </a:cubicBezTo>
                  <a:cubicBezTo>
                    <a:pt x="-745" y="343692"/>
                    <a:pt x="-1718" y="335805"/>
                    <a:pt x="2022" y="329693"/>
                  </a:cubicBezTo>
                  <a:lnTo>
                    <a:pt x="255907" y="4429"/>
                  </a:lnTo>
                  <a:cubicBezTo>
                    <a:pt x="261869" y="-1637"/>
                    <a:pt x="271616" y="-1723"/>
                    <a:pt x="277683" y="4234"/>
                  </a:cubicBezTo>
                  <a:cubicBezTo>
                    <a:pt x="282797" y="9258"/>
                    <a:pt x="283770" y="17145"/>
                    <a:pt x="280024" y="23257"/>
                  </a:cubicBezTo>
                  <a:close/>
                </a:path>
              </a:pathLst>
            </a:custGeom>
            <a:solidFill>
              <a:srgbClr val="6C63FF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199D694-6513-4B8E-86C6-4DE50A2A93FE}"/>
                </a:ext>
              </a:extLst>
            </p:cNvPr>
            <p:cNvSpPr/>
            <p:nvPr/>
          </p:nvSpPr>
          <p:spPr>
            <a:xfrm>
              <a:off x="9726499" y="5093413"/>
              <a:ext cx="383012" cy="482027"/>
            </a:xfrm>
            <a:custGeom>
              <a:avLst/>
              <a:gdLst>
                <a:gd name="connsiteX0" fmla="*/ 380504 w 383012"/>
                <a:gd name="connsiteY0" fmla="*/ 23257 h 482027"/>
                <a:gd name="connsiteX1" fmla="*/ 26144 w 383012"/>
                <a:gd name="connsiteY1" fmla="*/ 477238 h 482027"/>
                <a:gd name="connsiteX2" fmla="*/ 4369 w 383012"/>
                <a:gd name="connsiteY2" fmla="*/ 477439 h 482027"/>
                <a:gd name="connsiteX3" fmla="*/ 2022 w 383012"/>
                <a:gd name="connsiteY3" fmla="*/ 458416 h 482027"/>
                <a:gd name="connsiteX4" fmla="*/ 356387 w 383012"/>
                <a:gd name="connsiteY4" fmla="*/ 4429 h 482027"/>
                <a:gd name="connsiteX5" fmla="*/ 378162 w 383012"/>
                <a:gd name="connsiteY5" fmla="*/ 4234 h 482027"/>
                <a:gd name="connsiteX6" fmla="*/ 380504 w 383012"/>
                <a:gd name="connsiteY6" fmla="*/ 23257 h 482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3012" h="482027">
                  <a:moveTo>
                    <a:pt x="380504" y="23257"/>
                  </a:moveTo>
                  <a:lnTo>
                    <a:pt x="26144" y="477238"/>
                  </a:lnTo>
                  <a:cubicBezTo>
                    <a:pt x="20183" y="483310"/>
                    <a:pt x="10436" y="483395"/>
                    <a:pt x="4369" y="477439"/>
                  </a:cubicBezTo>
                  <a:cubicBezTo>
                    <a:pt x="-745" y="472414"/>
                    <a:pt x="-1718" y="464528"/>
                    <a:pt x="2022" y="458416"/>
                  </a:cubicBezTo>
                  <a:lnTo>
                    <a:pt x="356387" y="4429"/>
                  </a:lnTo>
                  <a:cubicBezTo>
                    <a:pt x="362343" y="-1637"/>
                    <a:pt x="372095" y="-1723"/>
                    <a:pt x="378162" y="4234"/>
                  </a:cubicBezTo>
                  <a:cubicBezTo>
                    <a:pt x="383276" y="9258"/>
                    <a:pt x="384249" y="17145"/>
                    <a:pt x="380504" y="23257"/>
                  </a:cubicBezTo>
                  <a:close/>
                </a:path>
              </a:pathLst>
            </a:custGeom>
            <a:solidFill>
              <a:srgbClr val="CCCCCC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05E637A7-B12E-4983-9602-F65EFE712A60}"/>
                </a:ext>
              </a:extLst>
            </p:cNvPr>
            <p:cNvSpPr/>
            <p:nvPr/>
          </p:nvSpPr>
          <p:spPr>
            <a:xfrm>
              <a:off x="9689854" y="4227793"/>
              <a:ext cx="299060" cy="299116"/>
            </a:xfrm>
            <a:custGeom>
              <a:avLst/>
              <a:gdLst>
                <a:gd name="connsiteX0" fmla="*/ -241 w 299060"/>
                <a:gd name="connsiteY0" fmla="*/ 149353 h 299116"/>
                <a:gd name="connsiteX1" fmla="*/ 149234 w 299060"/>
                <a:gd name="connsiteY1" fmla="*/ 298938 h 299116"/>
                <a:gd name="connsiteX2" fmla="*/ 298819 w 299060"/>
                <a:gd name="connsiteY2" fmla="*/ 149463 h 299116"/>
                <a:gd name="connsiteX3" fmla="*/ 256953 w 299060"/>
                <a:gd name="connsiteY3" fmla="*/ 45640 h 299116"/>
                <a:gd name="connsiteX4" fmla="*/ 256236 w 299060"/>
                <a:gd name="connsiteY4" fmla="*/ 44923 h 299116"/>
                <a:gd name="connsiteX5" fmla="*/ 252586 w 299060"/>
                <a:gd name="connsiteY5" fmla="*/ 41212 h 299116"/>
                <a:gd name="connsiteX6" fmla="*/ 252526 w 299060"/>
                <a:gd name="connsiteY6" fmla="*/ 41157 h 299116"/>
                <a:gd name="connsiteX7" fmla="*/ 252526 w 299060"/>
                <a:gd name="connsiteY7" fmla="*/ 41152 h 299116"/>
                <a:gd name="connsiteX8" fmla="*/ 247798 w 299060"/>
                <a:gd name="connsiteY8" fmla="*/ 36906 h 299116"/>
                <a:gd name="connsiteX9" fmla="*/ 36842 w 299060"/>
                <a:gd name="connsiteY9" fmla="*/ 50764 h 299116"/>
                <a:gd name="connsiteX10" fmla="*/ -241 w 299060"/>
                <a:gd name="connsiteY10" fmla="*/ 149353 h 29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9060" h="299116">
                  <a:moveTo>
                    <a:pt x="-241" y="149353"/>
                  </a:moveTo>
                  <a:cubicBezTo>
                    <a:pt x="-271" y="231937"/>
                    <a:pt x="66650" y="298908"/>
                    <a:pt x="149234" y="298938"/>
                  </a:cubicBezTo>
                  <a:cubicBezTo>
                    <a:pt x="231818" y="298969"/>
                    <a:pt x="298789" y="232048"/>
                    <a:pt x="298819" y="149463"/>
                  </a:cubicBezTo>
                  <a:cubicBezTo>
                    <a:pt x="298835" y="110741"/>
                    <a:pt x="283823" y="73522"/>
                    <a:pt x="256953" y="45640"/>
                  </a:cubicBezTo>
                  <a:lnTo>
                    <a:pt x="256236" y="44923"/>
                  </a:lnTo>
                  <a:cubicBezTo>
                    <a:pt x="255038" y="43664"/>
                    <a:pt x="253840" y="42411"/>
                    <a:pt x="252586" y="41212"/>
                  </a:cubicBezTo>
                  <a:cubicBezTo>
                    <a:pt x="252551" y="41212"/>
                    <a:pt x="252526" y="41187"/>
                    <a:pt x="252526" y="41157"/>
                  </a:cubicBezTo>
                  <a:cubicBezTo>
                    <a:pt x="252526" y="41157"/>
                    <a:pt x="252526" y="41152"/>
                    <a:pt x="252526" y="41152"/>
                  </a:cubicBezTo>
                  <a:cubicBezTo>
                    <a:pt x="250972" y="39718"/>
                    <a:pt x="249417" y="38284"/>
                    <a:pt x="247798" y="36906"/>
                  </a:cubicBezTo>
                  <a:cubicBezTo>
                    <a:pt x="185720" y="-17521"/>
                    <a:pt x="91273" y="-11313"/>
                    <a:pt x="36842" y="50764"/>
                  </a:cubicBezTo>
                  <a:cubicBezTo>
                    <a:pt x="12930" y="78040"/>
                    <a:pt x="-251" y="113082"/>
                    <a:pt x="-241" y="149353"/>
                  </a:cubicBezTo>
                  <a:close/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E683B7B1-C8EB-4E66-ABBB-81AB014C97E2}"/>
                </a:ext>
              </a:extLst>
            </p:cNvPr>
            <p:cNvSpPr/>
            <p:nvPr/>
          </p:nvSpPr>
          <p:spPr>
            <a:xfrm>
              <a:off x="9750840" y="4286536"/>
              <a:ext cx="250774" cy="250774"/>
            </a:xfrm>
            <a:custGeom>
              <a:avLst/>
              <a:gdLst>
                <a:gd name="connsiteX0" fmla="*/ 250775 w 250774"/>
                <a:gd name="connsiteY0" fmla="*/ 125387 h 250774"/>
                <a:gd name="connsiteX1" fmla="*/ 125387 w 250774"/>
                <a:gd name="connsiteY1" fmla="*/ 250775 h 250774"/>
                <a:gd name="connsiteX2" fmla="*/ 0 w 250774"/>
                <a:gd name="connsiteY2" fmla="*/ 125387 h 250774"/>
                <a:gd name="connsiteX3" fmla="*/ 125387 w 250774"/>
                <a:gd name="connsiteY3" fmla="*/ 0 h 250774"/>
                <a:gd name="connsiteX4" fmla="*/ 250775 w 250774"/>
                <a:gd name="connsiteY4" fmla="*/ 125387 h 25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774" h="250774">
                  <a:moveTo>
                    <a:pt x="250775" y="125387"/>
                  </a:moveTo>
                  <a:cubicBezTo>
                    <a:pt x="250775" y="194637"/>
                    <a:pt x="194637" y="250775"/>
                    <a:pt x="125387" y="250775"/>
                  </a:cubicBezTo>
                  <a:cubicBezTo>
                    <a:pt x="56138" y="250775"/>
                    <a:pt x="0" y="194637"/>
                    <a:pt x="0" y="125387"/>
                  </a:cubicBezTo>
                  <a:cubicBezTo>
                    <a:pt x="0" y="56138"/>
                    <a:pt x="56138" y="0"/>
                    <a:pt x="125387" y="0"/>
                  </a:cubicBezTo>
                  <a:cubicBezTo>
                    <a:pt x="194637" y="0"/>
                    <a:pt x="250775" y="56138"/>
                    <a:pt x="250775" y="125387"/>
                  </a:cubicBezTo>
                  <a:close/>
                </a:path>
              </a:pathLst>
            </a:custGeom>
            <a:solidFill>
              <a:srgbClr val="FFB8B8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9D525B02-2DDE-4FF0-A27A-1DC42333C6F0}"/>
                </a:ext>
              </a:extLst>
            </p:cNvPr>
            <p:cNvSpPr/>
            <p:nvPr/>
          </p:nvSpPr>
          <p:spPr>
            <a:xfrm>
              <a:off x="9738716" y="4253197"/>
              <a:ext cx="293929" cy="249459"/>
            </a:xfrm>
            <a:custGeom>
              <a:avLst/>
              <a:gdLst>
                <a:gd name="connsiteX0" fmla="*/ 3598 w 293929"/>
                <a:gd name="connsiteY0" fmla="*/ 191963 h 249459"/>
                <a:gd name="connsiteX1" fmla="*/ 47681 w 293929"/>
                <a:gd name="connsiteY1" fmla="*/ 37980 h 249459"/>
                <a:gd name="connsiteX2" fmla="*/ 195331 w 293929"/>
                <a:gd name="connsiteY2" fmla="*/ 9360 h 249459"/>
                <a:gd name="connsiteX3" fmla="*/ 204732 w 293929"/>
                <a:gd name="connsiteY3" fmla="*/ 13482 h 249459"/>
                <a:gd name="connsiteX4" fmla="*/ 206171 w 293929"/>
                <a:gd name="connsiteY4" fmla="*/ 14159 h 249459"/>
                <a:gd name="connsiteX5" fmla="*/ 206171 w 293929"/>
                <a:gd name="connsiteY5" fmla="*/ 14369 h 249459"/>
                <a:gd name="connsiteX6" fmla="*/ 207008 w 293929"/>
                <a:gd name="connsiteY6" fmla="*/ 14971 h 249459"/>
                <a:gd name="connsiteX7" fmla="*/ 209079 w 293929"/>
                <a:gd name="connsiteY7" fmla="*/ 16114 h 249459"/>
                <a:gd name="connsiteX8" fmla="*/ 267411 w 293929"/>
                <a:gd name="connsiteY8" fmla="*/ 40432 h 249459"/>
                <a:gd name="connsiteX9" fmla="*/ 293193 w 293929"/>
                <a:gd name="connsiteY9" fmla="*/ 136383 h 249459"/>
                <a:gd name="connsiteX10" fmla="*/ 293102 w 293929"/>
                <a:gd name="connsiteY10" fmla="*/ 137657 h 249459"/>
                <a:gd name="connsiteX11" fmla="*/ 292014 w 293929"/>
                <a:gd name="connsiteY11" fmla="*/ 138339 h 249459"/>
                <a:gd name="connsiteX12" fmla="*/ 246297 w 293929"/>
                <a:gd name="connsiteY12" fmla="*/ 163544 h 249459"/>
                <a:gd name="connsiteX13" fmla="*/ 92706 w 293929"/>
                <a:gd name="connsiteY13" fmla="*/ 178185 h 249459"/>
                <a:gd name="connsiteX14" fmla="*/ 91818 w 293929"/>
                <a:gd name="connsiteY14" fmla="*/ 177894 h 249459"/>
                <a:gd name="connsiteX15" fmla="*/ 71547 w 293929"/>
                <a:gd name="connsiteY15" fmla="*/ 143919 h 249459"/>
                <a:gd name="connsiteX16" fmla="*/ 45725 w 293929"/>
                <a:gd name="connsiteY16" fmla="*/ 249282 h 249459"/>
                <a:gd name="connsiteX17" fmla="*/ 4120 w 293929"/>
                <a:gd name="connsiteY17" fmla="*/ 194304 h 24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3929" h="249459">
                  <a:moveTo>
                    <a:pt x="3598" y="191963"/>
                  </a:moveTo>
                  <a:cubicBezTo>
                    <a:pt x="-8656" y="136729"/>
                    <a:pt x="9058" y="74852"/>
                    <a:pt x="47681" y="37980"/>
                  </a:cubicBezTo>
                  <a:cubicBezTo>
                    <a:pt x="87321" y="882"/>
                    <a:pt x="144700" y="-10239"/>
                    <a:pt x="195331" y="9360"/>
                  </a:cubicBezTo>
                  <a:cubicBezTo>
                    <a:pt x="198485" y="10634"/>
                    <a:pt x="201638" y="12028"/>
                    <a:pt x="204732" y="13482"/>
                  </a:cubicBezTo>
                  <a:lnTo>
                    <a:pt x="206171" y="14159"/>
                  </a:lnTo>
                  <a:lnTo>
                    <a:pt x="206171" y="14369"/>
                  </a:lnTo>
                  <a:cubicBezTo>
                    <a:pt x="206452" y="14565"/>
                    <a:pt x="206732" y="14766"/>
                    <a:pt x="207008" y="14971"/>
                  </a:cubicBezTo>
                  <a:cubicBezTo>
                    <a:pt x="207595" y="15518"/>
                    <a:pt x="208307" y="15914"/>
                    <a:pt x="209079" y="16114"/>
                  </a:cubicBezTo>
                  <a:cubicBezTo>
                    <a:pt x="231100" y="15538"/>
                    <a:pt x="252319" y="24382"/>
                    <a:pt x="267411" y="40432"/>
                  </a:cubicBezTo>
                  <a:cubicBezTo>
                    <a:pt x="286845" y="61515"/>
                    <a:pt x="295995" y="95595"/>
                    <a:pt x="293193" y="136383"/>
                  </a:cubicBezTo>
                  <a:lnTo>
                    <a:pt x="293102" y="137657"/>
                  </a:lnTo>
                  <a:lnTo>
                    <a:pt x="292014" y="138339"/>
                  </a:lnTo>
                  <a:cubicBezTo>
                    <a:pt x="277304" y="147660"/>
                    <a:pt x="262036" y="156078"/>
                    <a:pt x="246297" y="163544"/>
                  </a:cubicBezTo>
                  <a:cubicBezTo>
                    <a:pt x="191254" y="189426"/>
                    <a:pt x="141000" y="194224"/>
                    <a:pt x="92706" y="178185"/>
                  </a:cubicBezTo>
                  <a:lnTo>
                    <a:pt x="91818" y="177894"/>
                  </a:lnTo>
                  <a:lnTo>
                    <a:pt x="71547" y="143919"/>
                  </a:lnTo>
                  <a:cubicBezTo>
                    <a:pt x="67385" y="167349"/>
                    <a:pt x="69607" y="245070"/>
                    <a:pt x="45725" y="249282"/>
                  </a:cubicBezTo>
                  <a:lnTo>
                    <a:pt x="4120" y="194304"/>
                  </a:lnTo>
                  <a:close/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804EDB94-AC61-47C6-9CD1-BB9678379CEB}"/>
                </a:ext>
              </a:extLst>
            </p:cNvPr>
            <p:cNvSpPr/>
            <p:nvPr/>
          </p:nvSpPr>
          <p:spPr>
            <a:xfrm>
              <a:off x="9326545" y="4125408"/>
              <a:ext cx="476502" cy="517302"/>
            </a:xfrm>
            <a:custGeom>
              <a:avLst/>
              <a:gdLst>
                <a:gd name="connsiteX0" fmla="*/ 151821 w 476502"/>
                <a:gd name="connsiteY0" fmla="*/ 428925 h 517302"/>
                <a:gd name="connsiteX1" fmla="*/ 150638 w 476502"/>
                <a:gd name="connsiteY1" fmla="*/ 280237 h 517302"/>
                <a:gd name="connsiteX2" fmla="*/ 246133 w 476502"/>
                <a:gd name="connsiteY2" fmla="*/ 170718 h 517302"/>
                <a:gd name="connsiteX3" fmla="*/ 294603 w 476502"/>
                <a:gd name="connsiteY3" fmla="*/ 37488 h 517302"/>
                <a:gd name="connsiteX4" fmla="*/ 374951 w 476502"/>
                <a:gd name="connsiteY4" fmla="*/ 144 h 517302"/>
                <a:gd name="connsiteX5" fmla="*/ 440047 w 476502"/>
                <a:gd name="connsiteY5" fmla="*/ 78893 h 517302"/>
                <a:gd name="connsiteX6" fmla="*/ 438267 w 476502"/>
                <a:gd name="connsiteY6" fmla="*/ 89352 h 517302"/>
                <a:gd name="connsiteX7" fmla="*/ 475044 w 476502"/>
                <a:gd name="connsiteY7" fmla="*/ 93714 h 517302"/>
                <a:gd name="connsiteX8" fmla="*/ 456177 w 476502"/>
                <a:gd name="connsiteY8" fmla="*/ 122373 h 517302"/>
                <a:gd name="connsiteX9" fmla="*/ 393638 w 476502"/>
                <a:gd name="connsiteY9" fmla="*/ 169459 h 517302"/>
                <a:gd name="connsiteX10" fmla="*/ 369366 w 476502"/>
                <a:gd name="connsiteY10" fmla="*/ 163859 h 517302"/>
                <a:gd name="connsiteX11" fmla="*/ 370042 w 476502"/>
                <a:gd name="connsiteY11" fmla="*/ 141517 h 517302"/>
                <a:gd name="connsiteX12" fmla="*/ 312498 w 476502"/>
                <a:gd name="connsiteY12" fmla="*/ 225911 h 517302"/>
                <a:gd name="connsiteX13" fmla="*/ 318870 w 476502"/>
                <a:gd name="connsiteY13" fmla="*/ 332447 h 517302"/>
                <a:gd name="connsiteX14" fmla="*/ 311410 w 476502"/>
                <a:gd name="connsiteY14" fmla="*/ 437990 h 517302"/>
                <a:gd name="connsiteX15" fmla="*/ 216020 w 476502"/>
                <a:gd name="connsiteY15" fmla="*/ 513620 h 517302"/>
                <a:gd name="connsiteX16" fmla="*/ 93595 w 476502"/>
                <a:gd name="connsiteY16" fmla="*/ 494161 h 517302"/>
                <a:gd name="connsiteX17" fmla="*/ -241 w 476502"/>
                <a:gd name="connsiteY17" fmla="*/ 410820 h 517302"/>
                <a:gd name="connsiteX18" fmla="*/ 151821 w 476502"/>
                <a:gd name="connsiteY18" fmla="*/ 428925 h 517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6502" h="517302">
                  <a:moveTo>
                    <a:pt x="151821" y="428925"/>
                  </a:moveTo>
                  <a:cubicBezTo>
                    <a:pt x="194490" y="406899"/>
                    <a:pt x="139612" y="326967"/>
                    <a:pt x="150638" y="280237"/>
                  </a:cubicBezTo>
                  <a:cubicBezTo>
                    <a:pt x="161669" y="233502"/>
                    <a:pt x="241074" y="218470"/>
                    <a:pt x="246133" y="170718"/>
                  </a:cubicBezTo>
                  <a:cubicBezTo>
                    <a:pt x="251192" y="122970"/>
                    <a:pt x="263095" y="73718"/>
                    <a:pt x="294603" y="37488"/>
                  </a:cubicBezTo>
                  <a:cubicBezTo>
                    <a:pt x="314739" y="14333"/>
                    <a:pt x="344406" y="-2759"/>
                    <a:pt x="374951" y="144"/>
                  </a:cubicBezTo>
                  <a:cubicBezTo>
                    <a:pt x="414671" y="3914"/>
                    <a:pt x="443817" y="39172"/>
                    <a:pt x="440047" y="78893"/>
                  </a:cubicBezTo>
                  <a:cubicBezTo>
                    <a:pt x="439711" y="82417"/>
                    <a:pt x="439114" y="85912"/>
                    <a:pt x="438267" y="89352"/>
                  </a:cubicBezTo>
                  <a:cubicBezTo>
                    <a:pt x="446966" y="77028"/>
                    <a:pt x="469474" y="79700"/>
                    <a:pt x="475044" y="93714"/>
                  </a:cubicBezTo>
                  <a:cubicBezTo>
                    <a:pt x="479998" y="106178"/>
                    <a:pt x="469053" y="121270"/>
                    <a:pt x="456177" y="122373"/>
                  </a:cubicBezTo>
                  <a:cubicBezTo>
                    <a:pt x="439330" y="143181"/>
                    <a:pt x="420036" y="165263"/>
                    <a:pt x="393638" y="169459"/>
                  </a:cubicBezTo>
                  <a:cubicBezTo>
                    <a:pt x="385119" y="171420"/>
                    <a:pt x="376170" y="169354"/>
                    <a:pt x="369366" y="163859"/>
                  </a:cubicBezTo>
                  <a:cubicBezTo>
                    <a:pt x="363158" y="157892"/>
                    <a:pt x="362672" y="145969"/>
                    <a:pt x="370042" y="141517"/>
                  </a:cubicBezTo>
                  <a:cubicBezTo>
                    <a:pt x="336870" y="154693"/>
                    <a:pt x="317421" y="190558"/>
                    <a:pt x="312498" y="225911"/>
                  </a:cubicBezTo>
                  <a:cubicBezTo>
                    <a:pt x="307574" y="261264"/>
                    <a:pt x="314383" y="297034"/>
                    <a:pt x="318870" y="332447"/>
                  </a:cubicBezTo>
                  <a:cubicBezTo>
                    <a:pt x="323358" y="367860"/>
                    <a:pt x="325293" y="405109"/>
                    <a:pt x="311410" y="437990"/>
                  </a:cubicBezTo>
                  <a:cubicBezTo>
                    <a:pt x="295004" y="476843"/>
                    <a:pt x="257234" y="504690"/>
                    <a:pt x="216020" y="513620"/>
                  </a:cubicBezTo>
                  <a:cubicBezTo>
                    <a:pt x="174800" y="522550"/>
                    <a:pt x="130903" y="513821"/>
                    <a:pt x="93595" y="494161"/>
                  </a:cubicBezTo>
                  <a:cubicBezTo>
                    <a:pt x="56286" y="474497"/>
                    <a:pt x="25174" y="444473"/>
                    <a:pt x="-241" y="410820"/>
                  </a:cubicBezTo>
                  <a:cubicBezTo>
                    <a:pt x="43536" y="441906"/>
                    <a:pt x="104109" y="453554"/>
                    <a:pt x="151821" y="428925"/>
                  </a:cubicBezTo>
                  <a:close/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9787E4E3-7F58-41DA-8D9A-65175A3507C9}"/>
                </a:ext>
              </a:extLst>
            </p:cNvPr>
            <p:cNvSpPr/>
            <p:nvPr/>
          </p:nvSpPr>
          <p:spPr>
            <a:xfrm>
              <a:off x="9760173" y="4342211"/>
              <a:ext cx="56157" cy="290807"/>
            </a:xfrm>
            <a:custGeom>
              <a:avLst/>
              <a:gdLst>
                <a:gd name="connsiteX0" fmla="*/ 55916 w 56157"/>
                <a:gd name="connsiteY0" fmla="*/ 61428 h 290807"/>
                <a:gd name="connsiteX1" fmla="*/ 11427 w 56157"/>
                <a:gd name="connsiteY1" fmla="*/ 290630 h 290807"/>
                <a:gd name="connsiteX2" fmla="*/ 18281 w 56157"/>
                <a:gd name="connsiteY2" fmla="*/ 283776 h 290807"/>
                <a:gd name="connsiteX3" fmla="*/ 13754 w 56157"/>
                <a:gd name="connsiteY3" fmla="*/ 29485 h 290807"/>
                <a:gd name="connsiteX4" fmla="*/ 33709 w 56157"/>
                <a:gd name="connsiteY4" fmla="*/ -178 h 29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57" h="290807">
                  <a:moveTo>
                    <a:pt x="55916" y="61428"/>
                  </a:moveTo>
                  <a:cubicBezTo>
                    <a:pt x="12074" y="136953"/>
                    <a:pt x="94623" y="264207"/>
                    <a:pt x="11427" y="290630"/>
                  </a:cubicBezTo>
                  <a:lnTo>
                    <a:pt x="18281" y="283776"/>
                  </a:lnTo>
                  <a:cubicBezTo>
                    <a:pt x="68501" y="222005"/>
                    <a:pt x="-36466" y="91256"/>
                    <a:pt x="13754" y="29485"/>
                  </a:cubicBezTo>
                  <a:cubicBezTo>
                    <a:pt x="21555" y="20424"/>
                    <a:pt x="28254" y="10467"/>
                    <a:pt x="33709" y="-178"/>
                  </a:cubicBezTo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FBBB02F9-7377-405B-A35B-991ABDA2B4A0}"/>
                </a:ext>
              </a:extLst>
            </p:cNvPr>
            <p:cNvSpPr/>
            <p:nvPr/>
          </p:nvSpPr>
          <p:spPr>
            <a:xfrm>
              <a:off x="9748412" y="4264061"/>
              <a:ext cx="199589" cy="180133"/>
            </a:xfrm>
            <a:custGeom>
              <a:avLst/>
              <a:gdLst>
                <a:gd name="connsiteX0" fmla="*/ -241 w 199589"/>
                <a:gd name="connsiteY0" fmla="*/ 179956 h 180133"/>
                <a:gd name="connsiteX1" fmla="*/ 196119 w 199589"/>
                <a:gd name="connsiteY1" fmla="*/ 9312 h 180133"/>
                <a:gd name="connsiteX2" fmla="*/ 197679 w 199589"/>
                <a:gd name="connsiteY2" fmla="*/ 8655 h 180133"/>
                <a:gd name="connsiteX3" fmla="*/ 199348 w 199589"/>
                <a:gd name="connsiteY3" fmla="*/ 7757 h 180133"/>
                <a:gd name="connsiteX4" fmla="*/ 194028 w 199589"/>
                <a:gd name="connsiteY4" fmla="*/ 4945 h 180133"/>
                <a:gd name="connsiteX5" fmla="*/ 193968 w 199589"/>
                <a:gd name="connsiteY5" fmla="*/ 4889 h 180133"/>
                <a:gd name="connsiteX6" fmla="*/ 193968 w 199589"/>
                <a:gd name="connsiteY6" fmla="*/ 4885 h 180133"/>
                <a:gd name="connsiteX7" fmla="*/ 189240 w 199589"/>
                <a:gd name="connsiteY7" fmla="*/ 638 h 180133"/>
                <a:gd name="connsiteX8" fmla="*/ 184698 w 199589"/>
                <a:gd name="connsiteY8" fmla="*/ 818 h 180133"/>
                <a:gd name="connsiteX9" fmla="*/ -241 w 199589"/>
                <a:gd name="connsiteY9" fmla="*/ 179956 h 180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589" h="180133">
                  <a:moveTo>
                    <a:pt x="-241" y="179956"/>
                  </a:moveTo>
                  <a:cubicBezTo>
                    <a:pt x="-241" y="179956"/>
                    <a:pt x="36902" y="41311"/>
                    <a:pt x="196119" y="9312"/>
                  </a:cubicBezTo>
                  <a:cubicBezTo>
                    <a:pt x="196300" y="9252"/>
                    <a:pt x="196896" y="9011"/>
                    <a:pt x="197679" y="8655"/>
                  </a:cubicBezTo>
                  <a:cubicBezTo>
                    <a:pt x="198155" y="8354"/>
                    <a:pt x="198752" y="8058"/>
                    <a:pt x="199348" y="7757"/>
                  </a:cubicBezTo>
                  <a:cubicBezTo>
                    <a:pt x="197558" y="6740"/>
                    <a:pt x="195823" y="5842"/>
                    <a:pt x="194028" y="4945"/>
                  </a:cubicBezTo>
                  <a:cubicBezTo>
                    <a:pt x="193993" y="4945"/>
                    <a:pt x="193968" y="4920"/>
                    <a:pt x="193968" y="4889"/>
                  </a:cubicBezTo>
                  <a:cubicBezTo>
                    <a:pt x="193968" y="4889"/>
                    <a:pt x="193968" y="4885"/>
                    <a:pt x="193968" y="4885"/>
                  </a:cubicBezTo>
                  <a:cubicBezTo>
                    <a:pt x="192414" y="3450"/>
                    <a:pt x="190860" y="2017"/>
                    <a:pt x="189240" y="638"/>
                  </a:cubicBezTo>
                  <a:lnTo>
                    <a:pt x="184698" y="818"/>
                  </a:lnTo>
                  <a:cubicBezTo>
                    <a:pt x="184698" y="818"/>
                    <a:pt x="24939" y="-24482"/>
                    <a:pt x="-241" y="179956"/>
                  </a:cubicBezTo>
                  <a:close/>
                </a:path>
              </a:pathLst>
            </a:custGeom>
            <a:solidFill>
              <a:srgbClr val="FD6584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24F642BB-D77E-43A1-99A8-154C8F1CCE43}"/>
              </a:ext>
            </a:extLst>
          </p:cNvPr>
          <p:cNvSpPr/>
          <p:nvPr/>
        </p:nvSpPr>
        <p:spPr>
          <a:xfrm>
            <a:off x="8591999" y="6843870"/>
            <a:ext cx="3598345" cy="11933"/>
          </a:xfrm>
          <a:custGeom>
            <a:avLst/>
            <a:gdLst>
              <a:gd name="connsiteX0" fmla="*/ -241 w 3598345"/>
              <a:gd name="connsiteY0" fmla="*/ 5789 h 11933"/>
              <a:gd name="connsiteX1" fmla="*/ 5690 w 3598345"/>
              <a:gd name="connsiteY1" fmla="*/ 11755 h 11933"/>
              <a:gd name="connsiteX2" fmla="*/ 5725 w 3598345"/>
              <a:gd name="connsiteY2" fmla="*/ 11755 h 11933"/>
              <a:gd name="connsiteX3" fmla="*/ 3592138 w 3598345"/>
              <a:gd name="connsiteY3" fmla="*/ 11755 h 11933"/>
              <a:gd name="connsiteX4" fmla="*/ 3598105 w 3598345"/>
              <a:gd name="connsiteY4" fmla="*/ 5789 h 11933"/>
              <a:gd name="connsiteX5" fmla="*/ 3592138 w 3598345"/>
              <a:gd name="connsiteY5" fmla="*/ -178 h 11933"/>
              <a:gd name="connsiteX6" fmla="*/ 5725 w 3598345"/>
              <a:gd name="connsiteY6" fmla="*/ -178 h 11933"/>
              <a:gd name="connsiteX7" fmla="*/ -241 w 3598345"/>
              <a:gd name="connsiteY7" fmla="*/ 5754 h 11933"/>
              <a:gd name="connsiteX8" fmla="*/ -241 w 3598345"/>
              <a:gd name="connsiteY8" fmla="*/ 5789 h 11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98345" h="11933">
                <a:moveTo>
                  <a:pt x="-241" y="5789"/>
                </a:moveTo>
                <a:cubicBezTo>
                  <a:pt x="-251" y="9078"/>
                  <a:pt x="2406" y="11745"/>
                  <a:pt x="5690" y="11755"/>
                </a:cubicBezTo>
                <a:cubicBezTo>
                  <a:pt x="5700" y="11755"/>
                  <a:pt x="5715" y="11755"/>
                  <a:pt x="5725" y="11755"/>
                </a:cubicBezTo>
                <a:lnTo>
                  <a:pt x="3592138" y="11755"/>
                </a:lnTo>
                <a:cubicBezTo>
                  <a:pt x="3595432" y="11755"/>
                  <a:pt x="3598105" y="9088"/>
                  <a:pt x="3598105" y="5789"/>
                </a:cubicBezTo>
                <a:cubicBezTo>
                  <a:pt x="3598105" y="2495"/>
                  <a:pt x="3595432" y="-178"/>
                  <a:pt x="3592138" y="-178"/>
                </a:cubicBezTo>
                <a:lnTo>
                  <a:pt x="5725" y="-178"/>
                </a:lnTo>
                <a:cubicBezTo>
                  <a:pt x="2441" y="-188"/>
                  <a:pt x="-231" y="2470"/>
                  <a:pt x="-241" y="5754"/>
                </a:cubicBezTo>
                <a:cubicBezTo>
                  <a:pt x="-241" y="5769"/>
                  <a:pt x="-241" y="5779"/>
                  <a:pt x="-241" y="5789"/>
                </a:cubicBezTo>
                <a:close/>
              </a:path>
            </a:pathLst>
          </a:custGeom>
          <a:solidFill>
            <a:srgbClr val="CCCCCC"/>
          </a:solidFill>
          <a:ln w="500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 useBgFill="1">
        <p:nvSpPr>
          <p:cNvPr id="21" name="矩形 20">
            <a:extLst>
              <a:ext uri="{FF2B5EF4-FFF2-40B4-BE49-F238E27FC236}">
                <a16:creationId xmlns:a16="http://schemas.microsoft.com/office/drawing/2014/main" id="{84821586-5B68-4408-A16D-AE03372F1D8A}"/>
              </a:ext>
            </a:extLst>
          </p:cNvPr>
          <p:cNvSpPr/>
          <p:nvPr userDrawn="1"/>
        </p:nvSpPr>
        <p:spPr>
          <a:xfrm>
            <a:off x="1790281" y="1044000"/>
            <a:ext cx="792000" cy="1459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 descr="书架上的书籍">
            <a:extLst>
              <a:ext uri="{FF2B5EF4-FFF2-40B4-BE49-F238E27FC236}">
                <a16:creationId xmlns:a16="http://schemas.microsoft.com/office/drawing/2014/main" id="{6D161CD4-4739-4045-9A23-28ECCC644E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47774" y="522000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 useBgFill="1">
        <p:nvSpPr>
          <p:cNvPr id="41" name="椭圆 40">
            <a:extLst>
              <a:ext uri="{FF2B5EF4-FFF2-40B4-BE49-F238E27FC236}">
                <a16:creationId xmlns:a16="http://schemas.microsoft.com/office/drawing/2014/main" id="{06BD1AC1-2829-43FA-8C68-59C776C2E6DB}"/>
              </a:ext>
            </a:extLst>
          </p:cNvPr>
          <p:cNvSpPr/>
          <p:nvPr userDrawn="1"/>
        </p:nvSpPr>
        <p:spPr>
          <a:xfrm>
            <a:off x="1767774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42" name="椭圆 41">
            <a:extLst>
              <a:ext uri="{FF2B5EF4-FFF2-40B4-BE49-F238E27FC236}">
                <a16:creationId xmlns:a16="http://schemas.microsoft.com/office/drawing/2014/main" id="{C9269FE2-31B2-49AD-B3E0-5C56FEF80BB6}"/>
              </a:ext>
            </a:extLst>
          </p:cNvPr>
          <p:cNvSpPr/>
          <p:nvPr userDrawn="1"/>
        </p:nvSpPr>
        <p:spPr>
          <a:xfrm>
            <a:off x="2703774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5140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605144" y="70072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432027" y="985419"/>
            <a:ext cx="1043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Homework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EBDABD9-B0CF-4C54-9745-6E9B52C4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0" y="1530000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2" name="矩形 1">
            <a:extLst>
              <a:ext uri="{FF2B5EF4-FFF2-40B4-BE49-F238E27FC236}">
                <a16:creationId xmlns:a16="http://schemas.microsoft.com/office/drawing/2014/main" id="{116D21F6-F913-4F0B-927D-8496245BF5FD}"/>
              </a:ext>
            </a:extLst>
          </p:cNvPr>
          <p:cNvSpPr/>
          <p:nvPr userDrawn="1"/>
        </p:nvSpPr>
        <p:spPr>
          <a:xfrm>
            <a:off x="6881325" y="867565"/>
            <a:ext cx="1080000" cy="360000"/>
          </a:xfrm>
          <a:prstGeom prst="rect">
            <a:avLst/>
          </a:prstGeom>
          <a:ln w="12700">
            <a:noFill/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 descr="打开的书">
            <a:extLst>
              <a:ext uri="{FF2B5EF4-FFF2-40B4-BE49-F238E27FC236}">
                <a16:creationId xmlns:a16="http://schemas.microsoft.com/office/drawing/2014/main" id="{71791091-7C7C-4BCF-A67C-1E6CC9AE37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61325" y="687565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 useBgFill="1">
        <p:nvSpPr>
          <p:cNvPr id="9" name="椭圆 8">
            <a:extLst>
              <a:ext uri="{FF2B5EF4-FFF2-40B4-BE49-F238E27FC236}">
                <a16:creationId xmlns:a16="http://schemas.microsoft.com/office/drawing/2014/main" id="{B3127551-559A-4AB1-9159-1CA675F6F2E3}"/>
              </a:ext>
            </a:extLst>
          </p:cNvPr>
          <p:cNvSpPr/>
          <p:nvPr userDrawn="1"/>
        </p:nvSpPr>
        <p:spPr>
          <a:xfrm>
            <a:off x="6881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12" name="椭圆 11">
            <a:extLst>
              <a:ext uri="{FF2B5EF4-FFF2-40B4-BE49-F238E27FC236}">
                <a16:creationId xmlns:a16="http://schemas.microsoft.com/office/drawing/2014/main" id="{D9DA6D4B-0F19-4CD2-9985-1F1B1FC95A1C}"/>
              </a:ext>
            </a:extLst>
          </p:cNvPr>
          <p:cNvSpPr/>
          <p:nvPr userDrawn="1"/>
        </p:nvSpPr>
        <p:spPr>
          <a:xfrm>
            <a:off x="7817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1A5A1B51-31B9-4212-8AA2-0C421ACE0B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2000" y="4176681"/>
            <a:ext cx="3600000" cy="268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90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拓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605143" y="70200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4787623" y="986400"/>
            <a:ext cx="2332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Tools and activities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EBDABD9-B0CF-4C54-9745-6E9B52C4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0" y="1530000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2" name="矩形 1">
            <a:extLst>
              <a:ext uri="{FF2B5EF4-FFF2-40B4-BE49-F238E27FC236}">
                <a16:creationId xmlns:a16="http://schemas.microsoft.com/office/drawing/2014/main" id="{116D21F6-F913-4F0B-927D-8496245BF5FD}"/>
              </a:ext>
            </a:extLst>
          </p:cNvPr>
          <p:cNvSpPr/>
          <p:nvPr userDrawn="1"/>
        </p:nvSpPr>
        <p:spPr>
          <a:xfrm>
            <a:off x="6881325" y="867565"/>
            <a:ext cx="1080000" cy="360000"/>
          </a:xfrm>
          <a:prstGeom prst="rect">
            <a:avLst/>
          </a:prstGeom>
          <a:ln w="12700">
            <a:noFill/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9" name="椭圆 8">
            <a:extLst>
              <a:ext uri="{FF2B5EF4-FFF2-40B4-BE49-F238E27FC236}">
                <a16:creationId xmlns:a16="http://schemas.microsoft.com/office/drawing/2014/main" id="{B3127551-559A-4AB1-9159-1CA675F6F2E3}"/>
              </a:ext>
            </a:extLst>
          </p:cNvPr>
          <p:cNvSpPr/>
          <p:nvPr userDrawn="1"/>
        </p:nvSpPr>
        <p:spPr>
          <a:xfrm>
            <a:off x="6881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12" name="椭圆 11">
            <a:extLst>
              <a:ext uri="{FF2B5EF4-FFF2-40B4-BE49-F238E27FC236}">
                <a16:creationId xmlns:a16="http://schemas.microsoft.com/office/drawing/2014/main" id="{D9DA6D4B-0F19-4CD2-9985-1F1B1FC95A1C}"/>
              </a:ext>
            </a:extLst>
          </p:cNvPr>
          <p:cNvSpPr/>
          <p:nvPr userDrawn="1"/>
        </p:nvSpPr>
        <p:spPr>
          <a:xfrm>
            <a:off x="7817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1" name="图形 10" descr="挖掘工具">
            <a:extLst>
              <a:ext uri="{FF2B5EF4-FFF2-40B4-BE49-F238E27FC236}">
                <a16:creationId xmlns:a16="http://schemas.microsoft.com/office/drawing/2014/main" id="{3B667AA2-FFD6-40C7-B529-F876883297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61325" y="687565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0BCDF175-805B-405F-9553-56123B756F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2000" y="4316566"/>
            <a:ext cx="3600000" cy="254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09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预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747188" y="70200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627772" y="986400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Preview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EBDABD9-B0CF-4C54-9745-6E9B52C4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0" y="1530000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2" name="矩形 1">
            <a:extLst>
              <a:ext uri="{FF2B5EF4-FFF2-40B4-BE49-F238E27FC236}">
                <a16:creationId xmlns:a16="http://schemas.microsoft.com/office/drawing/2014/main" id="{116D21F6-F913-4F0B-927D-8496245BF5FD}"/>
              </a:ext>
            </a:extLst>
          </p:cNvPr>
          <p:cNvSpPr/>
          <p:nvPr userDrawn="1"/>
        </p:nvSpPr>
        <p:spPr>
          <a:xfrm>
            <a:off x="4342307" y="867565"/>
            <a:ext cx="1080000" cy="360000"/>
          </a:xfrm>
          <a:prstGeom prst="rect">
            <a:avLst/>
          </a:prstGeom>
          <a:ln w="12700">
            <a:noFill/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9" name="椭圆 8">
            <a:extLst>
              <a:ext uri="{FF2B5EF4-FFF2-40B4-BE49-F238E27FC236}">
                <a16:creationId xmlns:a16="http://schemas.microsoft.com/office/drawing/2014/main" id="{B3127551-559A-4AB1-9159-1CA675F6F2E3}"/>
              </a:ext>
            </a:extLst>
          </p:cNvPr>
          <p:cNvSpPr/>
          <p:nvPr userDrawn="1"/>
        </p:nvSpPr>
        <p:spPr>
          <a:xfrm>
            <a:off x="4342307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12" name="椭圆 11">
            <a:extLst>
              <a:ext uri="{FF2B5EF4-FFF2-40B4-BE49-F238E27FC236}">
                <a16:creationId xmlns:a16="http://schemas.microsoft.com/office/drawing/2014/main" id="{D9DA6D4B-0F19-4CD2-9985-1F1B1FC95A1C}"/>
              </a:ext>
            </a:extLst>
          </p:cNvPr>
          <p:cNvSpPr/>
          <p:nvPr userDrawn="1"/>
        </p:nvSpPr>
        <p:spPr>
          <a:xfrm>
            <a:off x="5278307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0" name="图形 9" descr="报纸">
            <a:extLst>
              <a:ext uri="{FF2B5EF4-FFF2-40B4-BE49-F238E27FC236}">
                <a16:creationId xmlns:a16="http://schemas.microsoft.com/office/drawing/2014/main" id="{1817D2FD-5005-46F5-852A-64C9D8A726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2307" y="687565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09C7615C-E15F-487F-ADAA-1CD4A8B455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2000" y="4256844"/>
            <a:ext cx="3600000" cy="260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67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9C390FC7-1AE5-44B9-9306-F012C283C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2025" y="346076"/>
            <a:ext cx="9337722" cy="501650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Freeform 25">
            <a:extLst>
              <a:ext uri="{FF2B5EF4-FFF2-40B4-BE49-F238E27FC236}">
                <a16:creationId xmlns:a16="http://schemas.microsoft.com/office/drawing/2014/main" id="{1C0AD213-1F2D-42D1-B18A-C8183AEF64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8125" y="436328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CF71ABEA-1A03-440D-8633-AA0DC6EB4735}"/>
              </a:ext>
            </a:extLst>
          </p:cNvPr>
          <p:cNvSpPr txBox="1"/>
          <p:nvPr userDrawn="1"/>
        </p:nvSpPr>
        <p:spPr>
          <a:xfrm>
            <a:off x="10519747" y="621671"/>
            <a:ext cx="1386918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数据链路层</a:t>
            </a:r>
            <a:endParaRPr lang="en-US" sz="1400" b="1" spc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r>
              <a:rPr lang="en-US" altLang="zh-CN" sz="1050" i="0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ea typeface="Exo 2 Thin" charset="0"/>
                <a:cs typeface="Courier New" panose="02070309020205020404" pitchFamily="49" charset="0"/>
                <a:sym typeface="Exo 2 Light" panose="00000400000000000000" pitchFamily="50" charset="0"/>
              </a:rPr>
              <a:t>Data Link Layer</a:t>
            </a:r>
            <a:endParaRPr lang="en-US" sz="1050" i="0" spc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ea typeface="Exo 2 Thin" charset="0"/>
              <a:cs typeface="Courier New" panose="02070309020205020404" pitchFamily="49" charset="0"/>
              <a:sym typeface="Exo 2 Light" panose="00000400000000000000" pitchFamily="50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AB40683-D992-4D7B-BC6D-C07A1D72AF78}"/>
              </a:ext>
            </a:extLst>
          </p:cNvPr>
          <p:cNvCxnSpPr>
            <a:cxnSpLocks/>
          </p:cNvCxnSpPr>
          <p:nvPr userDrawn="1"/>
        </p:nvCxnSpPr>
        <p:spPr>
          <a:xfrm>
            <a:off x="1182025" y="752476"/>
            <a:ext cx="933772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D90656B7-A68D-40CB-9FBA-153D1C1AB1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2025" y="752476"/>
            <a:ext cx="2750783" cy="307777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 baseline="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lvl="0"/>
            <a:r>
              <a:rPr lang="en-US" altLang="zh-CN" dirty="0"/>
              <a:t>subtitle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1F012D-9002-45A5-9019-A643EA18B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000" y="1152526"/>
            <a:ext cx="10800000" cy="5040000"/>
          </a:xfrm>
        </p:spPr>
        <p:txBody>
          <a:bodyPr/>
          <a:lstStyle>
            <a:lvl1pPr algn="just">
              <a:lnSpc>
                <a:spcPct val="100000"/>
              </a:lnSpc>
              <a:defRPr/>
            </a:lvl1pPr>
            <a:lvl2pPr algn="just">
              <a:lnSpc>
                <a:spcPct val="100000"/>
              </a:lnSpc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389094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 tem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AA9A038-1C3B-4D1F-82CE-C443A166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748" y="148743"/>
            <a:ext cx="10515600" cy="424732"/>
          </a:xfrm>
        </p:spPr>
        <p:txBody>
          <a:bodyPr>
            <a:spAutoFit/>
          </a:bodyPr>
          <a:lstStyle>
            <a:lvl1pPr algn="r">
              <a:defRPr sz="2400" u="non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827691E-39EF-4A9C-BCDC-FD29E174F9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3040" y="591351"/>
            <a:ext cx="4898308" cy="307777"/>
          </a:xfrm>
        </p:spPr>
        <p:txBody>
          <a:bodyPr>
            <a:spAutoFit/>
          </a:bodyPr>
          <a:lstStyle>
            <a:lvl1pPr marL="0" indent="0" algn="r">
              <a:spcAft>
                <a:spcPts val="0"/>
              </a:spcAft>
              <a:buNone/>
              <a:defRPr sz="14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sub-title</a:t>
            </a:r>
            <a:endParaRPr lang="zh-CN" altLang="en-US" dirty="0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9A70CEF0-BD98-4994-9572-2E8F1674D553}"/>
              </a:ext>
            </a:extLst>
          </p:cNvPr>
          <p:cNvGrpSpPr/>
          <p:nvPr userDrawn="1"/>
        </p:nvGrpSpPr>
        <p:grpSpPr>
          <a:xfrm>
            <a:off x="0" y="0"/>
            <a:ext cx="7799792" cy="1008048"/>
            <a:chOff x="0" y="4673"/>
            <a:chExt cx="7799792" cy="1008048"/>
          </a:xfrm>
        </p:grpSpPr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B1C193B9-83E7-4CD7-AFA2-8C7F6FE29743}"/>
                </a:ext>
              </a:extLst>
            </p:cNvPr>
            <p:cNvSpPr/>
            <p:nvPr/>
          </p:nvSpPr>
          <p:spPr>
            <a:xfrm rot="374285">
              <a:off x="6114911" y="57258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05FB4DBB-8162-44DA-A182-9016115E2677}"/>
                </a:ext>
              </a:extLst>
            </p:cNvPr>
            <p:cNvSpPr/>
            <p:nvPr/>
          </p:nvSpPr>
          <p:spPr>
            <a:xfrm rot="374285">
              <a:off x="5578593" y="590330"/>
              <a:ext cx="132525" cy="12675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AD6D94D8-34B2-4424-BE8F-B46F6BEF717D}"/>
                </a:ext>
              </a:extLst>
            </p:cNvPr>
            <p:cNvSpPr/>
            <p:nvPr/>
          </p:nvSpPr>
          <p:spPr>
            <a:xfrm rot="374285">
              <a:off x="3587139" y="64122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9E27AD31-B389-461F-AC78-C069EB40D760}"/>
                </a:ext>
              </a:extLst>
            </p:cNvPr>
            <p:cNvSpPr/>
            <p:nvPr/>
          </p:nvSpPr>
          <p:spPr>
            <a:xfrm rot="374285">
              <a:off x="2834591" y="88596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8191C074-F148-408D-A3A2-0511B7C282EA}"/>
                </a:ext>
              </a:extLst>
            </p:cNvPr>
            <p:cNvSpPr/>
            <p:nvPr/>
          </p:nvSpPr>
          <p:spPr>
            <a:xfrm rot="374285">
              <a:off x="3132239" y="35223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59080D86-A1FA-4A5E-8692-0C67D772764C}"/>
                </a:ext>
              </a:extLst>
            </p:cNvPr>
            <p:cNvSpPr/>
            <p:nvPr/>
          </p:nvSpPr>
          <p:spPr>
            <a:xfrm rot="374285">
              <a:off x="2369293" y="59202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3C640A3F-1203-41E4-8256-3BBD1B9A60EF}"/>
                </a:ext>
              </a:extLst>
            </p:cNvPr>
            <p:cNvSpPr/>
            <p:nvPr/>
          </p:nvSpPr>
          <p:spPr>
            <a:xfrm rot="374285">
              <a:off x="1169372" y="81470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1326F358-57F7-47F6-A7AB-BBFA2F88E8D6}"/>
                </a:ext>
              </a:extLst>
            </p:cNvPr>
            <p:cNvSpPr/>
            <p:nvPr/>
          </p:nvSpPr>
          <p:spPr>
            <a:xfrm rot="374285">
              <a:off x="245265" y="74402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7FBC4E2A-A912-4ECB-9511-BAC61EC7701F}"/>
                </a:ext>
              </a:extLst>
            </p:cNvPr>
            <p:cNvSpPr/>
            <p:nvPr/>
          </p:nvSpPr>
          <p:spPr>
            <a:xfrm rot="374285">
              <a:off x="474775" y="48462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53386C36-FE0E-48BE-86A9-57597EDE0BEC}"/>
                </a:ext>
              </a:extLst>
            </p:cNvPr>
            <p:cNvSpPr/>
            <p:nvPr/>
          </p:nvSpPr>
          <p:spPr>
            <a:xfrm rot="374285">
              <a:off x="1395418" y="42626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D5F03DFA-9A78-4651-B7AF-E036668B332F}"/>
                </a:ext>
              </a:extLst>
            </p:cNvPr>
            <p:cNvSpPr/>
            <p:nvPr/>
          </p:nvSpPr>
          <p:spPr>
            <a:xfrm rot="374285">
              <a:off x="5013277" y="595295"/>
              <a:ext cx="108000" cy="108000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B6D3534C-B1B5-4742-8BD0-85811BE0466D}"/>
                </a:ext>
              </a:extLst>
            </p:cNvPr>
            <p:cNvSpPr/>
            <p:nvPr/>
          </p:nvSpPr>
          <p:spPr>
            <a:xfrm rot="374285">
              <a:off x="6768174" y="4673"/>
              <a:ext cx="90727" cy="8677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B23C7600-1695-4B3B-AA4D-EA08128B4B6A}"/>
                </a:ext>
              </a:extLst>
            </p:cNvPr>
            <p:cNvSpPr/>
            <p:nvPr/>
          </p:nvSpPr>
          <p:spPr>
            <a:xfrm rot="374285">
              <a:off x="5297006" y="26709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1325C6C2-3222-4D59-A107-122C6546EE6B}"/>
                </a:ext>
              </a:extLst>
            </p:cNvPr>
            <p:cNvSpPr/>
            <p:nvPr/>
          </p:nvSpPr>
          <p:spPr>
            <a:xfrm rot="374285">
              <a:off x="2169015" y="24155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2B0082D2-5E65-4318-97D9-CB4CBA94DFB0}"/>
                </a:ext>
              </a:extLst>
            </p:cNvPr>
            <p:cNvSpPr/>
            <p:nvPr/>
          </p:nvSpPr>
          <p:spPr>
            <a:xfrm rot="374285">
              <a:off x="925950" y="15592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ED0AB232-B4B9-4467-B83A-328588B148F7}"/>
                </a:ext>
              </a:extLst>
            </p:cNvPr>
            <p:cNvSpPr/>
            <p:nvPr/>
          </p:nvSpPr>
          <p:spPr>
            <a:xfrm rot="374285">
              <a:off x="3830937" y="321187"/>
              <a:ext cx="107744" cy="10305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BAC4037A-D190-4BDA-8E91-603DD163BC39}"/>
                </a:ext>
              </a:extLst>
            </p:cNvPr>
            <p:cNvSpPr/>
            <p:nvPr/>
          </p:nvSpPr>
          <p:spPr>
            <a:xfrm rot="374285">
              <a:off x="4429954" y="53204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9DE88F24-8E9E-4C73-B74E-69EC65081BB5}"/>
                </a:ext>
              </a:extLst>
            </p:cNvPr>
            <p:cNvSpPr/>
            <p:nvPr/>
          </p:nvSpPr>
          <p:spPr>
            <a:xfrm rot="374285">
              <a:off x="7287130" y="24477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52F10E0-8813-414B-8667-C6C48FDF65F9}"/>
                </a:ext>
              </a:extLst>
            </p:cNvPr>
            <p:cNvCxnSpPr>
              <a:cxnSpLocks/>
              <a:stCxn id="70" idx="6"/>
              <a:endCxn id="90" idx="2"/>
            </p:cNvCxnSpPr>
            <p:nvPr/>
          </p:nvCxnSpPr>
          <p:spPr>
            <a:xfrm rot="10800000" flipH="1">
              <a:off x="6209712" y="30126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89CF437F-BC98-404D-91D2-55A4BAAF1EB8}"/>
                </a:ext>
              </a:extLst>
            </p:cNvPr>
            <p:cNvCxnSpPr>
              <a:cxnSpLocks/>
              <a:stCxn id="70" idx="2"/>
              <a:endCxn id="73" idx="6"/>
            </p:cNvCxnSpPr>
            <p:nvPr/>
          </p:nvCxnSpPr>
          <p:spPr>
            <a:xfrm flipH="1">
              <a:off x="5710726" y="612886"/>
              <a:ext cx="404466" cy="480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78A6DB9C-A9EE-47D4-BB11-1D515004E46B}"/>
                </a:ext>
              </a:extLst>
            </p:cNvPr>
            <p:cNvCxnSpPr>
              <a:cxnSpLocks/>
              <a:stCxn id="84" idx="3"/>
              <a:endCxn id="70" idx="0"/>
            </p:cNvCxnSpPr>
            <p:nvPr/>
          </p:nvCxnSpPr>
          <p:spPr>
            <a:xfrm flipH="1">
              <a:off x="6167393" y="75076"/>
              <a:ext cx="610924" cy="4977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9239CE52-8755-4BD4-ABAB-A7DA8A2991C2}"/>
                </a:ext>
              </a:extLst>
            </p:cNvPr>
            <p:cNvCxnSpPr>
              <a:cxnSpLocks/>
              <a:stCxn id="81" idx="5"/>
              <a:endCxn id="78" idx="1"/>
            </p:cNvCxnSpPr>
            <p:nvPr/>
          </p:nvCxnSpPr>
          <p:spPr>
            <a:xfrm rot="10800000" flipH="1" flipV="1">
              <a:off x="582524" y="59742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D7937965-1A7B-46F8-86D7-71F074BA25BB}"/>
                </a:ext>
              </a:extLst>
            </p:cNvPr>
            <p:cNvCxnSpPr>
              <a:cxnSpLocks/>
              <a:stCxn id="78" idx="3"/>
              <a:endCxn id="79" idx="4"/>
            </p:cNvCxnSpPr>
            <p:nvPr/>
          </p:nvCxnSpPr>
          <p:spPr>
            <a:xfrm rot="10800000">
              <a:off x="286462" y="83217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32D2E855-FE68-476C-963E-0E7F678A736B}"/>
                </a:ext>
              </a:extLst>
            </p:cNvPr>
            <p:cNvCxnSpPr>
              <a:cxnSpLocks/>
              <a:stCxn id="82" idx="4"/>
              <a:endCxn id="78" idx="7"/>
            </p:cNvCxnSpPr>
            <p:nvPr/>
          </p:nvCxnSpPr>
          <p:spPr>
            <a:xfrm rot="10800000" flipV="1">
              <a:off x="1287303" y="55264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1A767A83-56A8-4166-A2DD-32A86F5D2691}"/>
                </a:ext>
              </a:extLst>
            </p:cNvPr>
            <p:cNvCxnSpPr>
              <a:cxnSpLocks/>
              <a:stCxn id="85" idx="4"/>
              <a:endCxn id="73" idx="1"/>
            </p:cNvCxnSpPr>
            <p:nvPr/>
          </p:nvCxnSpPr>
          <p:spPr>
            <a:xfrm>
              <a:off x="5337655" y="353611"/>
              <a:ext cx="265493" cy="25045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1D6305FD-EC71-40BC-AAC5-BCBDCE2C93D6}"/>
                </a:ext>
              </a:extLst>
            </p:cNvPr>
            <p:cNvCxnSpPr>
              <a:cxnSpLocks/>
              <a:stCxn id="88" idx="6"/>
              <a:endCxn id="89" idx="1"/>
            </p:cNvCxnSpPr>
            <p:nvPr/>
          </p:nvCxnSpPr>
          <p:spPr>
            <a:xfrm rot="10800000" flipH="1" flipV="1">
              <a:off x="3938361" y="37831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32D980A0-8E1A-4860-890A-BE67D1A69FEE}"/>
                </a:ext>
              </a:extLst>
            </p:cNvPr>
            <p:cNvCxnSpPr>
              <a:cxnSpLocks/>
              <a:stCxn id="77" idx="7"/>
              <a:endCxn id="76" idx="2"/>
            </p:cNvCxnSpPr>
            <p:nvPr/>
          </p:nvCxnSpPr>
          <p:spPr>
            <a:xfrm rot="10800000" flipH="1">
              <a:off x="2453905" y="39276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E0AF6DA9-484D-427B-82C6-0B353E3552BF}"/>
                </a:ext>
              </a:extLst>
            </p:cNvPr>
            <p:cNvCxnSpPr>
              <a:cxnSpLocks/>
              <a:stCxn id="78" idx="6"/>
              <a:endCxn id="77" idx="3"/>
            </p:cNvCxnSpPr>
            <p:nvPr/>
          </p:nvCxnSpPr>
          <p:spPr>
            <a:xfrm rot="10800000" flipH="1">
              <a:off x="1301505" y="66597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4DBA9715-A0B0-4AC6-AE19-07849BCED1F8}"/>
                </a:ext>
              </a:extLst>
            </p:cNvPr>
            <p:cNvCxnSpPr>
              <a:cxnSpLocks/>
              <a:stCxn id="85" idx="6"/>
              <a:endCxn id="70" idx="1"/>
            </p:cNvCxnSpPr>
            <p:nvPr/>
          </p:nvCxnSpPr>
          <p:spPr>
            <a:xfrm rot="10800000" flipH="1" flipV="1">
              <a:off x="5387465" y="31519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EB297980-82C2-4422-A1B8-23FDAD02A7F3}"/>
                </a:ext>
              </a:extLst>
            </p:cNvPr>
            <p:cNvCxnSpPr>
              <a:cxnSpLocks/>
              <a:stCxn id="85" idx="3"/>
              <a:endCxn id="83" idx="0"/>
            </p:cNvCxnSpPr>
            <p:nvPr/>
          </p:nvCxnSpPr>
          <p:spPr>
            <a:xfrm flipH="1">
              <a:off x="5073145" y="337493"/>
              <a:ext cx="234004" cy="2581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E7C0E12C-C6DB-4AD2-8D05-2958F4B0A198}"/>
                </a:ext>
              </a:extLst>
            </p:cNvPr>
            <p:cNvCxnSpPr>
              <a:cxnSpLocks/>
              <a:stCxn id="74" idx="3"/>
              <a:endCxn id="75" idx="6"/>
            </p:cNvCxnSpPr>
            <p:nvPr/>
          </p:nvCxnSpPr>
          <p:spPr>
            <a:xfrm flipH="1">
              <a:off x="2966724" y="731104"/>
              <a:ext cx="633363" cy="22543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00C2C3B9-D8FB-4CBB-BCB3-D2E971395260}"/>
                </a:ext>
              </a:extLst>
            </p:cNvPr>
            <p:cNvCxnSpPr>
              <a:cxnSpLocks/>
              <a:stCxn id="76" idx="4"/>
              <a:endCxn id="75" idx="7"/>
            </p:cNvCxnSpPr>
            <p:nvPr/>
          </p:nvCxnSpPr>
          <p:spPr>
            <a:xfrm flipH="1">
              <a:off x="2952300" y="442910"/>
              <a:ext cx="222539" cy="46697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E7FC8B22-87E4-4599-9963-841F8C3652E3}"/>
                </a:ext>
              </a:extLst>
            </p:cNvPr>
            <p:cNvCxnSpPr>
              <a:cxnSpLocks/>
              <a:stCxn id="77" idx="5"/>
              <a:endCxn id="75" idx="2"/>
            </p:cNvCxnSpPr>
            <p:nvPr/>
          </p:nvCxnSpPr>
          <p:spPr>
            <a:xfrm>
              <a:off x="2446758" y="673117"/>
              <a:ext cx="388225" cy="26902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422E9988-D6BC-4EAD-BA46-A94C7E9BC6D8}"/>
                </a:ext>
              </a:extLst>
            </p:cNvPr>
            <p:cNvCxnSpPr>
              <a:cxnSpLocks/>
              <a:stCxn id="82" idx="6"/>
              <a:endCxn id="77" idx="1"/>
            </p:cNvCxnSpPr>
            <p:nvPr/>
          </p:nvCxnSpPr>
          <p:spPr>
            <a:xfrm rot="10800000" flipH="1" flipV="1">
              <a:off x="1527551" y="49652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64A9311A-324F-4B81-B8FD-3C9E09C37953}"/>
                </a:ext>
              </a:extLst>
            </p:cNvPr>
            <p:cNvCxnSpPr>
              <a:cxnSpLocks/>
              <a:stCxn id="86" idx="2"/>
              <a:endCxn id="82" idx="7"/>
            </p:cNvCxnSpPr>
            <p:nvPr/>
          </p:nvCxnSpPr>
          <p:spPr>
            <a:xfrm rot="10800000" flipV="1">
              <a:off x="1513349" y="28023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DABA7393-5BE2-41F5-B0BC-E700B39572F9}"/>
                </a:ext>
              </a:extLst>
            </p:cNvPr>
            <p:cNvCxnSpPr>
              <a:cxnSpLocks/>
              <a:stCxn id="85" idx="2"/>
              <a:endCxn id="89" idx="7"/>
            </p:cNvCxnSpPr>
            <p:nvPr/>
          </p:nvCxnSpPr>
          <p:spPr>
            <a:xfrm rot="10800000" flipV="1">
              <a:off x="4521532" y="30576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3CAF317C-A9CE-4ED0-BC56-F8727F71CF5E}"/>
                </a:ext>
              </a:extLst>
            </p:cNvPr>
            <p:cNvCxnSpPr>
              <a:cxnSpLocks/>
              <a:stCxn id="84" idx="2"/>
              <a:endCxn id="85" idx="7"/>
            </p:cNvCxnSpPr>
            <p:nvPr/>
          </p:nvCxnSpPr>
          <p:spPr>
            <a:xfrm flipH="1">
              <a:off x="5377590" y="43133"/>
              <a:ext cx="1390853" cy="24033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3248F05F-CB61-4037-98BC-B3B657605E18}"/>
                </a:ext>
              </a:extLst>
            </p:cNvPr>
            <p:cNvCxnSpPr>
              <a:cxnSpLocks/>
              <a:stCxn id="89" idx="5"/>
              <a:endCxn id="83" idx="2"/>
            </p:cNvCxnSpPr>
            <p:nvPr/>
          </p:nvCxnSpPr>
          <p:spPr>
            <a:xfrm>
              <a:off x="4513798" y="619814"/>
              <a:ext cx="499799" cy="2361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F8C3FF31-C55C-4D8D-8204-614BC8AE8E3B}"/>
                </a:ext>
              </a:extLst>
            </p:cNvPr>
            <p:cNvCxnSpPr>
              <a:cxnSpLocks/>
              <a:stCxn id="86" idx="5"/>
              <a:endCxn id="77" idx="0"/>
            </p:cNvCxnSpPr>
            <p:nvPr/>
          </p:nvCxnSpPr>
          <p:spPr>
            <a:xfrm rot="10800000" flipH="1" flipV="1">
              <a:off x="2242780" y="31877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CFC25095-FF31-48E5-8FCF-10D8418F30D1}"/>
                </a:ext>
              </a:extLst>
            </p:cNvPr>
            <p:cNvCxnSpPr>
              <a:cxnSpLocks/>
              <a:stCxn id="135" idx="5"/>
            </p:cNvCxnSpPr>
            <p:nvPr/>
          </p:nvCxnSpPr>
          <p:spPr>
            <a:xfrm>
              <a:off x="3016192" y="82047"/>
              <a:ext cx="142217" cy="2776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5BD52505-D8AC-4B82-93E3-5ED7A397A902}"/>
                </a:ext>
              </a:extLst>
            </p:cNvPr>
            <p:cNvCxnSpPr>
              <a:cxnSpLocks/>
            </p:cNvCxnSpPr>
            <p:nvPr/>
          </p:nvCxnSpPr>
          <p:spPr>
            <a:xfrm>
              <a:off x="24369" y="3694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3DCCB193-B3D0-4C75-8F8E-977D757286D5}"/>
                </a:ext>
              </a:extLst>
            </p:cNvPr>
            <p:cNvCxnSpPr>
              <a:cxnSpLocks/>
              <a:stCxn id="74" idx="6"/>
              <a:endCxn id="89" idx="3"/>
            </p:cNvCxnSpPr>
            <p:nvPr/>
          </p:nvCxnSpPr>
          <p:spPr>
            <a:xfrm rot="10800000" flipH="1">
              <a:off x="3702615" y="61207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A327F983-DB9B-4367-A86F-DB3450AC2B1B}"/>
                </a:ext>
              </a:extLst>
            </p:cNvPr>
            <p:cNvCxnSpPr>
              <a:cxnSpLocks/>
              <a:stCxn id="74" idx="0"/>
              <a:endCxn id="88" idx="3"/>
            </p:cNvCxnSpPr>
            <p:nvPr/>
          </p:nvCxnSpPr>
          <p:spPr>
            <a:xfrm rot="10800000" flipH="1">
              <a:off x="3651341" y="40497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60E55C3B-5EAA-4639-A5EF-0509200483C0}"/>
                </a:ext>
              </a:extLst>
            </p:cNvPr>
            <p:cNvCxnSpPr>
              <a:cxnSpLocks/>
              <a:stCxn id="74" idx="1"/>
              <a:endCxn id="76" idx="5"/>
            </p:cNvCxnSpPr>
            <p:nvPr/>
          </p:nvCxnSpPr>
          <p:spPr>
            <a:xfrm rot="10800000">
              <a:off x="3209545" y="43316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B463FE3F-A10F-4B88-BC8D-011F8EF633B0}"/>
                </a:ext>
              </a:extLst>
            </p:cNvPr>
            <p:cNvCxnSpPr>
              <a:cxnSpLocks/>
              <a:endCxn id="76" idx="7"/>
            </p:cNvCxnSpPr>
            <p:nvPr/>
          </p:nvCxnSpPr>
          <p:spPr>
            <a:xfrm rot="10800000" flipV="1">
              <a:off x="3216851" y="34971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A0C7F365-4048-41C5-8921-114ED9C78D88}"/>
                </a:ext>
              </a:extLst>
            </p:cNvPr>
            <p:cNvCxnSpPr>
              <a:cxnSpLocks/>
              <a:stCxn id="88" idx="7"/>
              <a:endCxn id="133" idx="2"/>
            </p:cNvCxnSpPr>
            <p:nvPr/>
          </p:nvCxnSpPr>
          <p:spPr>
            <a:xfrm flipV="1">
              <a:off x="3926635" y="43133"/>
              <a:ext cx="511527" cy="2975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23222F4-DD89-4856-A706-7DE69D92524D}"/>
                </a:ext>
              </a:extLst>
            </p:cNvPr>
            <p:cNvCxnSpPr>
              <a:cxnSpLocks/>
              <a:stCxn id="135" idx="6"/>
              <a:endCxn id="88" idx="0"/>
            </p:cNvCxnSpPr>
            <p:nvPr/>
          </p:nvCxnSpPr>
          <p:spPr>
            <a:xfrm>
              <a:off x="3032734" y="52991"/>
              <a:ext cx="857674" cy="2685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F59D7D4A-D376-4DEF-8F7F-BD154163C849}"/>
                </a:ext>
              </a:extLst>
            </p:cNvPr>
            <p:cNvCxnSpPr>
              <a:cxnSpLocks/>
              <a:stCxn id="81" idx="7"/>
              <a:endCxn id="82" idx="2"/>
            </p:cNvCxnSpPr>
            <p:nvPr/>
          </p:nvCxnSpPr>
          <p:spPr>
            <a:xfrm rot="10800000" flipH="1">
              <a:off x="592706" y="48275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7205319B-00CC-43E1-B476-A54DF1843476}"/>
                </a:ext>
              </a:extLst>
            </p:cNvPr>
            <p:cNvCxnSpPr>
              <a:cxnSpLocks/>
              <a:stCxn id="81" idx="0"/>
              <a:endCxn id="87" idx="2"/>
            </p:cNvCxnSpPr>
            <p:nvPr/>
          </p:nvCxnSpPr>
          <p:spPr>
            <a:xfrm rot="10800000" flipH="1">
              <a:off x="548238" y="19459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658F2CE2-A5FC-401C-8840-BB0A4F47673B}"/>
                </a:ext>
              </a:extLst>
            </p:cNvPr>
            <p:cNvCxnSpPr>
              <a:cxnSpLocks/>
              <a:stCxn id="82" idx="1"/>
              <a:endCxn id="87" idx="6"/>
            </p:cNvCxnSpPr>
            <p:nvPr/>
          </p:nvCxnSpPr>
          <p:spPr>
            <a:xfrm rot="10800000">
              <a:off x="1016409" y="20402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9AA5DD36-AA8D-46EA-81BF-6DC4B5186338}"/>
                </a:ext>
              </a:extLst>
            </p:cNvPr>
            <p:cNvCxnSpPr>
              <a:cxnSpLocks/>
              <a:stCxn id="77" idx="0"/>
              <a:endCxn id="135" idx="3"/>
            </p:cNvCxnSpPr>
            <p:nvPr/>
          </p:nvCxnSpPr>
          <p:spPr>
            <a:xfrm flipV="1">
              <a:off x="2421775" y="75076"/>
              <a:ext cx="530644" cy="5172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50F3DB9C-8946-4DDC-A90C-442655C58D96}"/>
                </a:ext>
              </a:extLst>
            </p:cNvPr>
            <p:cNvCxnSpPr>
              <a:cxnSpLocks/>
              <a:stCxn id="86" idx="0"/>
              <a:endCxn id="136" idx="7"/>
            </p:cNvCxnSpPr>
            <p:nvPr/>
          </p:nvCxnSpPr>
          <p:spPr>
            <a:xfrm flipH="1" flipV="1">
              <a:off x="1693610" y="21048"/>
              <a:ext cx="525484" cy="22076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446EADD7-48A9-434A-8432-F8BAEE351A05}"/>
                </a:ext>
              </a:extLst>
            </p:cNvPr>
            <p:cNvCxnSpPr>
              <a:cxnSpLocks/>
              <a:stCxn id="79" idx="0"/>
              <a:endCxn id="81" idx="3"/>
            </p:cNvCxnSpPr>
            <p:nvPr/>
          </p:nvCxnSpPr>
          <p:spPr>
            <a:xfrm rot="10800000" flipH="1">
              <a:off x="296507" y="58768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54BD60A-5BB6-47C4-8323-BCB78995D7F2}"/>
                </a:ext>
              </a:extLst>
            </p:cNvPr>
            <p:cNvCxnSpPr>
              <a:cxnSpLocks/>
              <a:stCxn id="79" idx="3"/>
            </p:cNvCxnSpPr>
            <p:nvPr/>
          </p:nvCxnSpPr>
          <p:spPr>
            <a:xfrm flipH="1">
              <a:off x="0" y="81575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07BC78D4-EFB7-425A-A651-7BE1273F9101}"/>
                </a:ext>
              </a:extLst>
            </p:cNvPr>
            <p:cNvCxnSpPr>
              <a:cxnSpLocks/>
              <a:stCxn id="133" idx="4"/>
              <a:endCxn id="89" idx="0"/>
            </p:cNvCxnSpPr>
            <p:nvPr/>
          </p:nvCxnSpPr>
          <p:spPr>
            <a:xfrm>
              <a:off x="4478542" y="91194"/>
              <a:ext cx="8216" cy="4411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BD55864B-9731-482F-AAEC-2877130723CC}"/>
                </a:ext>
              </a:extLst>
            </p:cNvPr>
            <p:cNvCxnSpPr>
              <a:cxnSpLocks/>
              <a:stCxn id="73" idx="3"/>
              <a:endCxn id="83" idx="6"/>
            </p:cNvCxnSpPr>
            <p:nvPr/>
          </p:nvCxnSpPr>
          <p:spPr>
            <a:xfrm flipH="1" flipV="1">
              <a:off x="5120957" y="655163"/>
              <a:ext cx="472452" cy="3800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BC57CAAD-69F1-47A9-B82C-3A69E9D243D4}"/>
                </a:ext>
              </a:extLst>
            </p:cNvPr>
            <p:cNvCxnSpPr>
              <a:cxnSpLocks/>
              <a:stCxn id="84" idx="6"/>
              <a:endCxn id="90" idx="1"/>
            </p:cNvCxnSpPr>
            <p:nvPr/>
          </p:nvCxnSpPr>
          <p:spPr>
            <a:xfrm>
              <a:off x="6858632" y="52991"/>
              <a:ext cx="453053" cy="20551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31A4EDB9-973C-4FB8-90BE-C23E2FA76CAA}"/>
                </a:ext>
              </a:extLst>
            </p:cNvPr>
            <p:cNvCxnSpPr>
              <a:cxnSpLocks/>
              <a:stCxn id="85" idx="1"/>
              <a:endCxn id="133" idx="6"/>
            </p:cNvCxnSpPr>
            <p:nvPr userDrawn="1"/>
          </p:nvCxnSpPr>
          <p:spPr>
            <a:xfrm flipH="1" flipV="1">
              <a:off x="4528351" y="52991"/>
              <a:ext cx="785466" cy="22350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2C1F9F71-D273-4F7C-9C6C-0C792AF0726F}"/>
                </a:ext>
              </a:extLst>
            </p:cNvPr>
            <p:cNvCxnSpPr>
              <a:cxnSpLocks/>
              <a:stCxn id="87" idx="0"/>
              <a:endCxn id="136" idx="2"/>
            </p:cNvCxnSpPr>
            <p:nvPr userDrawn="1"/>
          </p:nvCxnSpPr>
          <p:spPr>
            <a:xfrm flipV="1">
              <a:off x="976029" y="43133"/>
              <a:ext cx="637266" cy="113047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37AF3847-57AC-4707-B9BC-B54A6CB1E572}"/>
                </a:ext>
              </a:extLst>
            </p:cNvPr>
            <p:cNvCxnSpPr>
              <a:cxnSpLocks/>
              <a:stCxn id="90" idx="7"/>
              <a:endCxn id="134" idx="3"/>
            </p:cNvCxnSpPr>
            <p:nvPr userDrawn="1"/>
          </p:nvCxnSpPr>
          <p:spPr>
            <a:xfrm flipV="1">
              <a:off x="7404839" y="75076"/>
              <a:ext cx="314369" cy="193617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5867895F-6BB7-45E3-94F0-5AB380DBA473}"/>
                </a:ext>
              </a:extLst>
            </p:cNvPr>
            <p:cNvSpPr/>
            <p:nvPr userDrawn="1"/>
          </p:nvSpPr>
          <p:spPr>
            <a:xfrm rot="374285">
              <a:off x="4437893" y="467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BA73D362-192D-4441-BCF6-82CFD04F8312}"/>
                </a:ext>
              </a:extLst>
            </p:cNvPr>
            <p:cNvSpPr/>
            <p:nvPr userDrawn="1"/>
          </p:nvSpPr>
          <p:spPr>
            <a:xfrm rot="374285">
              <a:off x="7709065" y="467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A81A04B9-D1A2-4AAB-B7CB-7DD8BCE5D37E}"/>
                </a:ext>
              </a:extLst>
            </p:cNvPr>
            <p:cNvSpPr/>
            <p:nvPr userDrawn="1"/>
          </p:nvSpPr>
          <p:spPr>
            <a:xfrm rot="374285">
              <a:off x="2942276" y="467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D93FACA9-3F75-4599-8128-EEA8256A17D1}"/>
                </a:ext>
              </a:extLst>
            </p:cNvPr>
            <p:cNvSpPr/>
            <p:nvPr userDrawn="1"/>
          </p:nvSpPr>
          <p:spPr>
            <a:xfrm rot="374285">
              <a:off x="1613026" y="4673"/>
              <a:ext cx="90727" cy="867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F06DDC-856C-49E8-B73E-AFB9769A6A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000" y="1076195"/>
            <a:ext cx="10800000" cy="517359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857996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MA/C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>
            <a:extLst>
              <a:ext uri="{FF2B5EF4-FFF2-40B4-BE49-F238E27FC236}">
                <a16:creationId xmlns:a16="http://schemas.microsoft.com/office/drawing/2014/main" id="{2BB00C60-80A8-4F1C-AFB5-67D76AC0475B}"/>
              </a:ext>
            </a:extLst>
          </p:cNvPr>
          <p:cNvGrpSpPr/>
          <p:nvPr userDrawn="1"/>
        </p:nvGrpSpPr>
        <p:grpSpPr>
          <a:xfrm>
            <a:off x="0" y="0"/>
            <a:ext cx="7799792" cy="1008048"/>
            <a:chOff x="0" y="4673"/>
            <a:chExt cx="7799792" cy="1008048"/>
          </a:xfrm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4FF45094-2B20-4627-B28D-73F701151333}"/>
                </a:ext>
              </a:extLst>
            </p:cNvPr>
            <p:cNvSpPr/>
            <p:nvPr/>
          </p:nvSpPr>
          <p:spPr>
            <a:xfrm rot="374285">
              <a:off x="6114911" y="57258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21AE1D19-592D-4BF0-BF4C-A900F305B205}"/>
                </a:ext>
              </a:extLst>
            </p:cNvPr>
            <p:cNvSpPr/>
            <p:nvPr/>
          </p:nvSpPr>
          <p:spPr>
            <a:xfrm rot="374285">
              <a:off x="5578593" y="590330"/>
              <a:ext cx="132525" cy="12675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4E8FAC57-03D5-49D1-B6D8-4364DEDD1637}"/>
                </a:ext>
              </a:extLst>
            </p:cNvPr>
            <p:cNvSpPr/>
            <p:nvPr/>
          </p:nvSpPr>
          <p:spPr>
            <a:xfrm rot="374285">
              <a:off x="3587139" y="64122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A2E96494-67F6-4524-9056-207A632C6185}"/>
                </a:ext>
              </a:extLst>
            </p:cNvPr>
            <p:cNvSpPr/>
            <p:nvPr/>
          </p:nvSpPr>
          <p:spPr>
            <a:xfrm rot="374285">
              <a:off x="2834591" y="88596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50A8B34C-821D-4C0D-BB0A-6883E860ED1D}"/>
                </a:ext>
              </a:extLst>
            </p:cNvPr>
            <p:cNvSpPr/>
            <p:nvPr/>
          </p:nvSpPr>
          <p:spPr>
            <a:xfrm rot="374285">
              <a:off x="3132239" y="35223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90C41C5C-E88A-4309-ADC4-C61F4AAE1857}"/>
                </a:ext>
              </a:extLst>
            </p:cNvPr>
            <p:cNvSpPr/>
            <p:nvPr/>
          </p:nvSpPr>
          <p:spPr>
            <a:xfrm rot="374285">
              <a:off x="2369293" y="59202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EB4683BA-6B86-4CEA-AA2B-CBA429DF5F6D}"/>
                </a:ext>
              </a:extLst>
            </p:cNvPr>
            <p:cNvSpPr/>
            <p:nvPr/>
          </p:nvSpPr>
          <p:spPr>
            <a:xfrm rot="374285">
              <a:off x="1169372" y="81470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EB4A9991-65AA-4ADB-8D12-3A937980C3A3}"/>
                </a:ext>
              </a:extLst>
            </p:cNvPr>
            <p:cNvSpPr/>
            <p:nvPr/>
          </p:nvSpPr>
          <p:spPr>
            <a:xfrm rot="374285">
              <a:off x="245265" y="74402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4450F4D9-144E-4BAD-BBC0-5F6EFAA81FFA}"/>
                </a:ext>
              </a:extLst>
            </p:cNvPr>
            <p:cNvSpPr/>
            <p:nvPr/>
          </p:nvSpPr>
          <p:spPr>
            <a:xfrm rot="374285">
              <a:off x="474775" y="48462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FE036E9C-37D6-47CA-91C7-3F2F2BA9B45A}"/>
                </a:ext>
              </a:extLst>
            </p:cNvPr>
            <p:cNvSpPr/>
            <p:nvPr/>
          </p:nvSpPr>
          <p:spPr>
            <a:xfrm rot="374285">
              <a:off x="1395418" y="42626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CA347AC9-0529-45BC-809D-8FBB36A252C9}"/>
                </a:ext>
              </a:extLst>
            </p:cNvPr>
            <p:cNvSpPr/>
            <p:nvPr/>
          </p:nvSpPr>
          <p:spPr>
            <a:xfrm rot="374285">
              <a:off x="5013277" y="595295"/>
              <a:ext cx="108000" cy="108000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CDAA6095-F28E-4AB2-B817-EF4B6000DB98}"/>
                </a:ext>
              </a:extLst>
            </p:cNvPr>
            <p:cNvSpPr/>
            <p:nvPr/>
          </p:nvSpPr>
          <p:spPr>
            <a:xfrm rot="374285">
              <a:off x="6768174" y="4673"/>
              <a:ext cx="90727" cy="8677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D8D21B18-0EAC-4376-90CF-4E445613E1CF}"/>
                </a:ext>
              </a:extLst>
            </p:cNvPr>
            <p:cNvSpPr/>
            <p:nvPr/>
          </p:nvSpPr>
          <p:spPr>
            <a:xfrm rot="374285">
              <a:off x="5297006" y="26709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1E0D00AB-366F-4E33-BD71-0E1D2024B398}"/>
                </a:ext>
              </a:extLst>
            </p:cNvPr>
            <p:cNvSpPr/>
            <p:nvPr/>
          </p:nvSpPr>
          <p:spPr>
            <a:xfrm rot="374285">
              <a:off x="2169015" y="24155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DEB04167-D49F-4579-A468-258E775662D8}"/>
                </a:ext>
              </a:extLst>
            </p:cNvPr>
            <p:cNvSpPr/>
            <p:nvPr/>
          </p:nvSpPr>
          <p:spPr>
            <a:xfrm rot="374285">
              <a:off x="925950" y="15592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F9BBA0D8-1598-4B27-9337-E12FEC2001F9}"/>
                </a:ext>
              </a:extLst>
            </p:cNvPr>
            <p:cNvSpPr/>
            <p:nvPr/>
          </p:nvSpPr>
          <p:spPr>
            <a:xfrm rot="374285">
              <a:off x="3830937" y="321187"/>
              <a:ext cx="107744" cy="10305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4801090E-D9FB-41BE-9486-29DAD0B2B7F5}"/>
                </a:ext>
              </a:extLst>
            </p:cNvPr>
            <p:cNvSpPr/>
            <p:nvPr/>
          </p:nvSpPr>
          <p:spPr>
            <a:xfrm rot="374285">
              <a:off x="4429954" y="53204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A173CEE8-23F5-462C-8CDC-A52EFDF9DA65}"/>
                </a:ext>
              </a:extLst>
            </p:cNvPr>
            <p:cNvSpPr/>
            <p:nvPr/>
          </p:nvSpPr>
          <p:spPr>
            <a:xfrm rot="374285">
              <a:off x="7287130" y="24477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77640FD0-90C5-47C1-8748-54CF9841A522}"/>
                </a:ext>
              </a:extLst>
            </p:cNvPr>
            <p:cNvCxnSpPr>
              <a:cxnSpLocks/>
              <a:stCxn id="73" idx="6"/>
              <a:endCxn id="91" idx="2"/>
            </p:cNvCxnSpPr>
            <p:nvPr/>
          </p:nvCxnSpPr>
          <p:spPr>
            <a:xfrm rot="10800000" flipH="1">
              <a:off x="6209712" y="30126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210C0959-DAC7-4DCB-BE25-5844A1DECB44}"/>
                </a:ext>
              </a:extLst>
            </p:cNvPr>
            <p:cNvCxnSpPr>
              <a:cxnSpLocks/>
              <a:stCxn id="73" idx="2"/>
              <a:endCxn id="74" idx="6"/>
            </p:cNvCxnSpPr>
            <p:nvPr/>
          </p:nvCxnSpPr>
          <p:spPr>
            <a:xfrm flipH="1">
              <a:off x="5710726" y="612886"/>
              <a:ext cx="404466" cy="480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52C1C967-CF67-4DFB-A327-36398B42DF2A}"/>
                </a:ext>
              </a:extLst>
            </p:cNvPr>
            <p:cNvCxnSpPr>
              <a:cxnSpLocks/>
              <a:stCxn id="85" idx="3"/>
              <a:endCxn id="73" idx="0"/>
            </p:cNvCxnSpPr>
            <p:nvPr/>
          </p:nvCxnSpPr>
          <p:spPr>
            <a:xfrm flipH="1">
              <a:off x="6167393" y="75076"/>
              <a:ext cx="610924" cy="4977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8CCE4C06-C7EB-4972-BE18-CB0B3998D8D1}"/>
                </a:ext>
              </a:extLst>
            </p:cNvPr>
            <p:cNvCxnSpPr>
              <a:cxnSpLocks/>
              <a:stCxn id="82" idx="5"/>
              <a:endCxn id="79" idx="1"/>
            </p:cNvCxnSpPr>
            <p:nvPr/>
          </p:nvCxnSpPr>
          <p:spPr>
            <a:xfrm rot="10800000" flipH="1" flipV="1">
              <a:off x="582524" y="59742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9C0D40B9-5E26-441E-838A-AA5BE84CE05D}"/>
                </a:ext>
              </a:extLst>
            </p:cNvPr>
            <p:cNvCxnSpPr>
              <a:cxnSpLocks/>
              <a:stCxn id="79" idx="3"/>
              <a:endCxn id="81" idx="4"/>
            </p:cNvCxnSpPr>
            <p:nvPr/>
          </p:nvCxnSpPr>
          <p:spPr>
            <a:xfrm rot="10800000">
              <a:off x="286462" y="83217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F5CDC9B6-3FC1-45A3-B76A-26E1B91E67F8}"/>
                </a:ext>
              </a:extLst>
            </p:cNvPr>
            <p:cNvCxnSpPr>
              <a:cxnSpLocks/>
              <a:stCxn id="83" idx="4"/>
              <a:endCxn id="79" idx="7"/>
            </p:cNvCxnSpPr>
            <p:nvPr/>
          </p:nvCxnSpPr>
          <p:spPr>
            <a:xfrm rot="10800000" flipV="1">
              <a:off x="1287303" y="55264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2D7AA04A-C80D-4209-B42A-3D3730661731}"/>
                </a:ext>
              </a:extLst>
            </p:cNvPr>
            <p:cNvCxnSpPr>
              <a:cxnSpLocks/>
              <a:stCxn id="86" idx="4"/>
              <a:endCxn id="74" idx="1"/>
            </p:cNvCxnSpPr>
            <p:nvPr/>
          </p:nvCxnSpPr>
          <p:spPr>
            <a:xfrm>
              <a:off x="5337655" y="353611"/>
              <a:ext cx="265493" cy="25045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43998DA5-02D7-479B-89B6-B84191836296}"/>
                </a:ext>
              </a:extLst>
            </p:cNvPr>
            <p:cNvCxnSpPr>
              <a:cxnSpLocks/>
              <a:stCxn id="89" idx="6"/>
              <a:endCxn id="90" idx="1"/>
            </p:cNvCxnSpPr>
            <p:nvPr/>
          </p:nvCxnSpPr>
          <p:spPr>
            <a:xfrm rot="10800000" flipH="1" flipV="1">
              <a:off x="3938361" y="37831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28E170F9-4498-4611-AC30-7DCCE7ACEB3A}"/>
                </a:ext>
              </a:extLst>
            </p:cNvPr>
            <p:cNvCxnSpPr>
              <a:cxnSpLocks/>
              <a:stCxn id="78" idx="7"/>
              <a:endCxn id="77" idx="2"/>
            </p:cNvCxnSpPr>
            <p:nvPr/>
          </p:nvCxnSpPr>
          <p:spPr>
            <a:xfrm rot="10800000" flipH="1">
              <a:off x="2453905" y="39276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DA14315D-0477-4E46-8BA9-9DB6FFCB22F1}"/>
                </a:ext>
              </a:extLst>
            </p:cNvPr>
            <p:cNvCxnSpPr>
              <a:cxnSpLocks/>
              <a:stCxn id="79" idx="6"/>
              <a:endCxn id="78" idx="3"/>
            </p:cNvCxnSpPr>
            <p:nvPr/>
          </p:nvCxnSpPr>
          <p:spPr>
            <a:xfrm rot="10800000" flipH="1">
              <a:off x="1301505" y="66597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B974F7F8-D8F6-49DA-85BD-829B23B3A1D0}"/>
                </a:ext>
              </a:extLst>
            </p:cNvPr>
            <p:cNvCxnSpPr>
              <a:cxnSpLocks/>
              <a:stCxn id="86" idx="6"/>
              <a:endCxn id="73" idx="1"/>
            </p:cNvCxnSpPr>
            <p:nvPr/>
          </p:nvCxnSpPr>
          <p:spPr>
            <a:xfrm rot="10800000" flipH="1" flipV="1">
              <a:off x="5387465" y="31519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3895725-E0CD-4CAA-A7E1-C43B11C6131E}"/>
                </a:ext>
              </a:extLst>
            </p:cNvPr>
            <p:cNvCxnSpPr>
              <a:cxnSpLocks/>
              <a:stCxn id="86" idx="3"/>
              <a:endCxn id="84" idx="0"/>
            </p:cNvCxnSpPr>
            <p:nvPr/>
          </p:nvCxnSpPr>
          <p:spPr>
            <a:xfrm flipH="1">
              <a:off x="5073145" y="337493"/>
              <a:ext cx="234004" cy="2581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45C5FDFB-257B-4291-A7CF-BD354B3F7ECF}"/>
                </a:ext>
              </a:extLst>
            </p:cNvPr>
            <p:cNvCxnSpPr>
              <a:cxnSpLocks/>
              <a:stCxn id="75" idx="3"/>
              <a:endCxn id="76" idx="6"/>
            </p:cNvCxnSpPr>
            <p:nvPr/>
          </p:nvCxnSpPr>
          <p:spPr>
            <a:xfrm flipH="1">
              <a:off x="2966724" y="731104"/>
              <a:ext cx="633363" cy="22543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1DF00E5C-28D6-4090-A99E-BAFB9D6414A4}"/>
                </a:ext>
              </a:extLst>
            </p:cNvPr>
            <p:cNvCxnSpPr>
              <a:cxnSpLocks/>
              <a:stCxn id="77" idx="4"/>
              <a:endCxn id="76" idx="7"/>
            </p:cNvCxnSpPr>
            <p:nvPr/>
          </p:nvCxnSpPr>
          <p:spPr>
            <a:xfrm flipH="1">
              <a:off x="2952300" y="442910"/>
              <a:ext cx="222539" cy="46697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49789AB9-1548-44C3-9ACE-86977914C6EE}"/>
                </a:ext>
              </a:extLst>
            </p:cNvPr>
            <p:cNvCxnSpPr>
              <a:cxnSpLocks/>
              <a:stCxn id="78" idx="5"/>
              <a:endCxn id="76" idx="2"/>
            </p:cNvCxnSpPr>
            <p:nvPr/>
          </p:nvCxnSpPr>
          <p:spPr>
            <a:xfrm>
              <a:off x="2446758" y="673117"/>
              <a:ext cx="388225" cy="26902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45EE988E-509F-4F56-A0CE-AA0D1C8BA826}"/>
                </a:ext>
              </a:extLst>
            </p:cNvPr>
            <p:cNvCxnSpPr>
              <a:cxnSpLocks/>
              <a:stCxn id="83" idx="6"/>
              <a:endCxn id="78" idx="1"/>
            </p:cNvCxnSpPr>
            <p:nvPr/>
          </p:nvCxnSpPr>
          <p:spPr>
            <a:xfrm rot="10800000" flipH="1" flipV="1">
              <a:off x="1527551" y="49652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33F49A09-C0DA-4581-B8A7-DCA61A7D07D8}"/>
                </a:ext>
              </a:extLst>
            </p:cNvPr>
            <p:cNvCxnSpPr>
              <a:cxnSpLocks/>
              <a:stCxn id="87" idx="2"/>
              <a:endCxn id="83" idx="7"/>
            </p:cNvCxnSpPr>
            <p:nvPr/>
          </p:nvCxnSpPr>
          <p:spPr>
            <a:xfrm rot="10800000" flipV="1">
              <a:off x="1513349" y="28023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5F825E25-DFD1-4E59-8D9E-8EB26B883D59}"/>
                </a:ext>
              </a:extLst>
            </p:cNvPr>
            <p:cNvCxnSpPr>
              <a:cxnSpLocks/>
              <a:stCxn id="86" idx="2"/>
              <a:endCxn id="90" idx="7"/>
            </p:cNvCxnSpPr>
            <p:nvPr/>
          </p:nvCxnSpPr>
          <p:spPr>
            <a:xfrm rot="10800000" flipV="1">
              <a:off x="4521532" y="30576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F001783C-E647-4C62-8074-902904C8E39B}"/>
                </a:ext>
              </a:extLst>
            </p:cNvPr>
            <p:cNvCxnSpPr>
              <a:cxnSpLocks/>
              <a:stCxn id="85" idx="2"/>
              <a:endCxn id="86" idx="7"/>
            </p:cNvCxnSpPr>
            <p:nvPr/>
          </p:nvCxnSpPr>
          <p:spPr>
            <a:xfrm flipH="1">
              <a:off x="5377590" y="43133"/>
              <a:ext cx="1390853" cy="24033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F3D1EF65-8816-4DB6-94F5-0B3C79DBD96C}"/>
                </a:ext>
              </a:extLst>
            </p:cNvPr>
            <p:cNvCxnSpPr>
              <a:cxnSpLocks/>
              <a:stCxn id="90" idx="5"/>
              <a:endCxn id="84" idx="2"/>
            </p:cNvCxnSpPr>
            <p:nvPr/>
          </p:nvCxnSpPr>
          <p:spPr>
            <a:xfrm>
              <a:off x="4513798" y="619814"/>
              <a:ext cx="499799" cy="2361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22303067-DDD9-4B39-AB80-7BD2CA7A70A3}"/>
                </a:ext>
              </a:extLst>
            </p:cNvPr>
            <p:cNvCxnSpPr>
              <a:cxnSpLocks/>
              <a:stCxn id="87" idx="5"/>
              <a:endCxn id="78" idx="0"/>
            </p:cNvCxnSpPr>
            <p:nvPr/>
          </p:nvCxnSpPr>
          <p:spPr>
            <a:xfrm rot="10800000" flipH="1" flipV="1">
              <a:off x="2242780" y="31877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F8123E4-EA06-41B1-B9BA-487D2476B027}"/>
                </a:ext>
              </a:extLst>
            </p:cNvPr>
            <p:cNvCxnSpPr>
              <a:cxnSpLocks/>
              <a:stCxn id="137" idx="5"/>
            </p:cNvCxnSpPr>
            <p:nvPr/>
          </p:nvCxnSpPr>
          <p:spPr>
            <a:xfrm>
              <a:off x="3016192" y="82047"/>
              <a:ext cx="142217" cy="2776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1944CCA9-7C13-4964-9B83-464492FF9800}"/>
                </a:ext>
              </a:extLst>
            </p:cNvPr>
            <p:cNvCxnSpPr>
              <a:cxnSpLocks/>
            </p:cNvCxnSpPr>
            <p:nvPr/>
          </p:nvCxnSpPr>
          <p:spPr>
            <a:xfrm>
              <a:off x="24369" y="3694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59790518-8140-4D8E-BAF0-8A38A21D371B}"/>
                </a:ext>
              </a:extLst>
            </p:cNvPr>
            <p:cNvCxnSpPr>
              <a:cxnSpLocks/>
              <a:stCxn id="75" idx="6"/>
              <a:endCxn id="90" idx="3"/>
            </p:cNvCxnSpPr>
            <p:nvPr/>
          </p:nvCxnSpPr>
          <p:spPr>
            <a:xfrm rot="10800000" flipH="1">
              <a:off x="3702615" y="61207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4F11FB5C-BCDD-495E-8384-F87C0D6282A6}"/>
                </a:ext>
              </a:extLst>
            </p:cNvPr>
            <p:cNvCxnSpPr>
              <a:cxnSpLocks/>
              <a:stCxn id="75" idx="0"/>
              <a:endCxn id="89" idx="3"/>
            </p:cNvCxnSpPr>
            <p:nvPr/>
          </p:nvCxnSpPr>
          <p:spPr>
            <a:xfrm rot="10800000" flipH="1">
              <a:off x="3651341" y="40497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34431C3C-5DA5-407C-ABEA-193E72F26D6C}"/>
                </a:ext>
              </a:extLst>
            </p:cNvPr>
            <p:cNvCxnSpPr>
              <a:cxnSpLocks/>
              <a:stCxn id="75" idx="1"/>
              <a:endCxn id="77" idx="5"/>
            </p:cNvCxnSpPr>
            <p:nvPr/>
          </p:nvCxnSpPr>
          <p:spPr>
            <a:xfrm rot="10800000">
              <a:off x="3209545" y="43316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27609C6D-9731-47B0-910B-78ACCB231F95}"/>
                </a:ext>
              </a:extLst>
            </p:cNvPr>
            <p:cNvCxnSpPr>
              <a:cxnSpLocks/>
              <a:endCxn id="77" idx="7"/>
            </p:cNvCxnSpPr>
            <p:nvPr/>
          </p:nvCxnSpPr>
          <p:spPr>
            <a:xfrm rot="10800000" flipV="1">
              <a:off x="3216851" y="34971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EFC01955-D823-4947-857D-F2AC8C14E000}"/>
                </a:ext>
              </a:extLst>
            </p:cNvPr>
            <p:cNvCxnSpPr>
              <a:cxnSpLocks/>
              <a:stCxn id="89" idx="7"/>
              <a:endCxn id="135" idx="2"/>
            </p:cNvCxnSpPr>
            <p:nvPr/>
          </p:nvCxnSpPr>
          <p:spPr>
            <a:xfrm flipV="1">
              <a:off x="3926635" y="43133"/>
              <a:ext cx="511527" cy="2975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C85AB0E8-497E-4BEB-8E3C-EE00466CFE76}"/>
                </a:ext>
              </a:extLst>
            </p:cNvPr>
            <p:cNvCxnSpPr>
              <a:cxnSpLocks/>
              <a:stCxn id="137" idx="6"/>
              <a:endCxn id="89" idx="0"/>
            </p:cNvCxnSpPr>
            <p:nvPr/>
          </p:nvCxnSpPr>
          <p:spPr>
            <a:xfrm>
              <a:off x="3032734" y="52991"/>
              <a:ext cx="857674" cy="2685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B10A34E5-2382-41D6-96E4-7A24AD528933}"/>
                </a:ext>
              </a:extLst>
            </p:cNvPr>
            <p:cNvCxnSpPr>
              <a:cxnSpLocks/>
              <a:stCxn id="82" idx="7"/>
              <a:endCxn id="83" idx="2"/>
            </p:cNvCxnSpPr>
            <p:nvPr/>
          </p:nvCxnSpPr>
          <p:spPr>
            <a:xfrm rot="10800000" flipH="1">
              <a:off x="592706" y="48275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428DF2F9-FFBB-496A-9B3D-A8A047E09D0E}"/>
                </a:ext>
              </a:extLst>
            </p:cNvPr>
            <p:cNvCxnSpPr>
              <a:cxnSpLocks/>
              <a:stCxn id="82" idx="0"/>
              <a:endCxn id="88" idx="2"/>
            </p:cNvCxnSpPr>
            <p:nvPr/>
          </p:nvCxnSpPr>
          <p:spPr>
            <a:xfrm rot="10800000" flipH="1">
              <a:off x="548238" y="19459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CC882336-4B01-4BFC-BFFB-ADBCEDD2401C}"/>
                </a:ext>
              </a:extLst>
            </p:cNvPr>
            <p:cNvCxnSpPr>
              <a:cxnSpLocks/>
              <a:stCxn id="83" idx="1"/>
              <a:endCxn id="88" idx="6"/>
            </p:cNvCxnSpPr>
            <p:nvPr/>
          </p:nvCxnSpPr>
          <p:spPr>
            <a:xfrm rot="10800000">
              <a:off x="1016409" y="20402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1AE7FCBF-BACA-47AE-86F8-33ABF1E1D2FF}"/>
                </a:ext>
              </a:extLst>
            </p:cNvPr>
            <p:cNvCxnSpPr>
              <a:cxnSpLocks/>
              <a:stCxn id="78" idx="0"/>
              <a:endCxn id="137" idx="3"/>
            </p:cNvCxnSpPr>
            <p:nvPr/>
          </p:nvCxnSpPr>
          <p:spPr>
            <a:xfrm flipV="1">
              <a:off x="2421775" y="75076"/>
              <a:ext cx="530644" cy="5172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AE26EA5D-42B9-493D-9CD3-80C8B5EB8EA6}"/>
                </a:ext>
              </a:extLst>
            </p:cNvPr>
            <p:cNvCxnSpPr>
              <a:cxnSpLocks/>
              <a:stCxn id="87" idx="0"/>
              <a:endCxn id="138" idx="7"/>
            </p:cNvCxnSpPr>
            <p:nvPr/>
          </p:nvCxnSpPr>
          <p:spPr>
            <a:xfrm flipH="1" flipV="1">
              <a:off x="1693610" y="21048"/>
              <a:ext cx="525484" cy="22076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898D24C5-3CB9-46C8-945B-DE5C5876645B}"/>
                </a:ext>
              </a:extLst>
            </p:cNvPr>
            <p:cNvCxnSpPr>
              <a:cxnSpLocks/>
              <a:stCxn id="81" idx="0"/>
              <a:endCxn id="82" idx="3"/>
            </p:cNvCxnSpPr>
            <p:nvPr/>
          </p:nvCxnSpPr>
          <p:spPr>
            <a:xfrm rot="10800000" flipH="1">
              <a:off x="296507" y="58768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89B28ECC-16DD-496A-B84F-EE262B4DD9BF}"/>
                </a:ext>
              </a:extLst>
            </p:cNvPr>
            <p:cNvCxnSpPr>
              <a:cxnSpLocks/>
              <a:stCxn id="81" idx="3"/>
            </p:cNvCxnSpPr>
            <p:nvPr/>
          </p:nvCxnSpPr>
          <p:spPr>
            <a:xfrm flipH="1">
              <a:off x="0" y="81575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651BFD93-07AE-41A9-8F96-9C7A7435F224}"/>
                </a:ext>
              </a:extLst>
            </p:cNvPr>
            <p:cNvCxnSpPr>
              <a:cxnSpLocks/>
              <a:stCxn id="135" idx="4"/>
              <a:endCxn id="90" idx="0"/>
            </p:cNvCxnSpPr>
            <p:nvPr/>
          </p:nvCxnSpPr>
          <p:spPr>
            <a:xfrm>
              <a:off x="4478542" y="91194"/>
              <a:ext cx="8216" cy="4411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313524FB-2D2B-4202-AE71-518255F6EF4D}"/>
                </a:ext>
              </a:extLst>
            </p:cNvPr>
            <p:cNvCxnSpPr>
              <a:cxnSpLocks/>
              <a:stCxn id="74" idx="3"/>
              <a:endCxn id="84" idx="6"/>
            </p:cNvCxnSpPr>
            <p:nvPr/>
          </p:nvCxnSpPr>
          <p:spPr>
            <a:xfrm flipH="1" flipV="1">
              <a:off x="5120957" y="655163"/>
              <a:ext cx="472452" cy="3800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5DC729E2-26A3-41D0-AE6D-8847C8D3BD93}"/>
                </a:ext>
              </a:extLst>
            </p:cNvPr>
            <p:cNvCxnSpPr>
              <a:cxnSpLocks/>
              <a:stCxn id="85" idx="6"/>
              <a:endCxn id="91" idx="1"/>
            </p:cNvCxnSpPr>
            <p:nvPr/>
          </p:nvCxnSpPr>
          <p:spPr>
            <a:xfrm>
              <a:off x="6858632" y="52991"/>
              <a:ext cx="453053" cy="20551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4B887273-647E-4039-B060-EAA64653DFC6}"/>
                </a:ext>
              </a:extLst>
            </p:cNvPr>
            <p:cNvCxnSpPr>
              <a:cxnSpLocks/>
              <a:stCxn id="86" idx="1"/>
              <a:endCxn id="135" idx="6"/>
            </p:cNvCxnSpPr>
            <p:nvPr userDrawn="1"/>
          </p:nvCxnSpPr>
          <p:spPr>
            <a:xfrm flipH="1" flipV="1">
              <a:off x="4528351" y="52991"/>
              <a:ext cx="785466" cy="22350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2494ADE0-6A24-4667-8082-84963B243E15}"/>
                </a:ext>
              </a:extLst>
            </p:cNvPr>
            <p:cNvCxnSpPr>
              <a:cxnSpLocks/>
              <a:stCxn id="88" idx="0"/>
              <a:endCxn id="138" idx="2"/>
            </p:cNvCxnSpPr>
            <p:nvPr userDrawn="1"/>
          </p:nvCxnSpPr>
          <p:spPr>
            <a:xfrm flipV="1">
              <a:off x="976029" y="43133"/>
              <a:ext cx="637266" cy="113047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51656A31-E89D-4DEB-B06B-146F676957E8}"/>
                </a:ext>
              </a:extLst>
            </p:cNvPr>
            <p:cNvCxnSpPr>
              <a:cxnSpLocks/>
              <a:stCxn id="91" idx="7"/>
              <a:endCxn id="136" idx="3"/>
            </p:cNvCxnSpPr>
            <p:nvPr userDrawn="1"/>
          </p:nvCxnSpPr>
          <p:spPr>
            <a:xfrm flipV="1">
              <a:off x="7404839" y="75076"/>
              <a:ext cx="314369" cy="193617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B1F2E583-1F75-488C-BB0F-685A9F96465D}"/>
                </a:ext>
              </a:extLst>
            </p:cNvPr>
            <p:cNvSpPr/>
            <p:nvPr userDrawn="1"/>
          </p:nvSpPr>
          <p:spPr>
            <a:xfrm rot="374285">
              <a:off x="4437893" y="467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80CF8557-5F01-4271-96B8-197732AF3655}"/>
                </a:ext>
              </a:extLst>
            </p:cNvPr>
            <p:cNvSpPr/>
            <p:nvPr userDrawn="1"/>
          </p:nvSpPr>
          <p:spPr>
            <a:xfrm rot="374285">
              <a:off x="7709065" y="467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C4A2A579-AEEE-4FC2-9252-01BDB37FBB6E}"/>
                </a:ext>
              </a:extLst>
            </p:cNvPr>
            <p:cNvSpPr/>
            <p:nvPr userDrawn="1"/>
          </p:nvSpPr>
          <p:spPr>
            <a:xfrm rot="374285">
              <a:off x="2942276" y="467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B8163ACE-7B15-4497-A5DB-6E8E0A2101F2}"/>
                </a:ext>
              </a:extLst>
            </p:cNvPr>
            <p:cNvSpPr/>
            <p:nvPr userDrawn="1"/>
          </p:nvSpPr>
          <p:spPr>
            <a:xfrm rot="374285">
              <a:off x="1613026" y="4673"/>
              <a:ext cx="90727" cy="867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7313513" y="217993"/>
            <a:ext cx="379783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Thin" charset="0"/>
                <a:sym typeface="Exo 2 Light" panose="00000400000000000000" pitchFamily="50" charset="0"/>
              </a:rPr>
              <a:t>CSMA/CD</a:t>
            </a:r>
          </a:p>
          <a:p>
            <a:pPr algn="r"/>
            <a:r>
              <a:rPr lang="en-US" altLang="zh-CN" sz="1200" i="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ea typeface="Exo 2 Thin" charset="0"/>
                <a:cs typeface="Courier New" panose="02070309020205020404" pitchFamily="49" charset="0"/>
                <a:sym typeface="Exo 2 Light" panose="00000400000000000000" pitchFamily="50" charset="0"/>
              </a:rPr>
              <a:t>Carrier Sense Multiple Access/Collision Detection</a:t>
            </a:r>
            <a:endParaRPr lang="en-US" sz="1200" i="0" spc="-15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ea typeface="Exo 2 Thin" charset="0"/>
              <a:cs typeface="Courier New" panose="02070309020205020404" pitchFamily="49" charset="0"/>
              <a:sym typeface="Exo 2 Light" panose="00000400000000000000" pitchFamily="50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291C21-5CD9-4C0A-A1F9-B35A9D1269FC}"/>
              </a:ext>
            </a:extLst>
          </p:cNvPr>
          <p:cNvSpPr/>
          <p:nvPr userDrawn="1"/>
        </p:nvSpPr>
        <p:spPr>
          <a:xfrm>
            <a:off x="695834" y="1032229"/>
            <a:ext cx="10800000" cy="504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0" name="文本占位符 8">
            <a:extLst>
              <a:ext uri="{FF2B5EF4-FFF2-40B4-BE49-F238E27FC236}">
                <a16:creationId xmlns:a16="http://schemas.microsoft.com/office/drawing/2014/main" id="{9688E790-5753-47AE-9AE4-065DB60D2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466" y="672447"/>
            <a:ext cx="3286125" cy="542516"/>
          </a:xfrm>
          <a:solidFill>
            <a:srgbClr val="C55A1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版文本样式</a:t>
            </a: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E6DB47-D228-4E26-9861-0E71F9A9A745}"/>
              </a:ext>
            </a:extLst>
          </p:cNvPr>
          <p:cNvSpPr>
            <a:spLocks/>
          </p:cNvSpPr>
          <p:nvPr userDrawn="1"/>
        </p:nvSpPr>
        <p:spPr>
          <a:xfrm>
            <a:off x="3981591" y="672447"/>
            <a:ext cx="252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31BAC5-67D2-4D8B-BBDA-708E39A8AC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7087" y="1406874"/>
            <a:ext cx="10429508" cy="456207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3300470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>
            <a:extLst>
              <a:ext uri="{FF2B5EF4-FFF2-40B4-BE49-F238E27FC236}">
                <a16:creationId xmlns:a16="http://schemas.microsoft.com/office/drawing/2014/main" id="{18F2EC8D-9BF7-4052-AE85-3BE21240C753}"/>
              </a:ext>
            </a:extLst>
          </p:cNvPr>
          <p:cNvGrpSpPr/>
          <p:nvPr userDrawn="1"/>
        </p:nvGrpSpPr>
        <p:grpSpPr>
          <a:xfrm>
            <a:off x="0" y="0"/>
            <a:ext cx="7799792" cy="1008048"/>
            <a:chOff x="0" y="4673"/>
            <a:chExt cx="7799792" cy="1008048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061DC240-E442-4A7D-9C44-920868F4C9D0}"/>
                </a:ext>
              </a:extLst>
            </p:cNvPr>
            <p:cNvSpPr/>
            <p:nvPr/>
          </p:nvSpPr>
          <p:spPr>
            <a:xfrm rot="374285">
              <a:off x="6114911" y="57258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7C219E81-ADB4-4B97-BFDB-5525AF17D16F}"/>
                </a:ext>
              </a:extLst>
            </p:cNvPr>
            <p:cNvSpPr/>
            <p:nvPr/>
          </p:nvSpPr>
          <p:spPr>
            <a:xfrm rot="374285">
              <a:off x="5578593" y="590330"/>
              <a:ext cx="132525" cy="12675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3E9B5633-DE95-4F29-A62D-33E8EF7E2783}"/>
                </a:ext>
              </a:extLst>
            </p:cNvPr>
            <p:cNvSpPr/>
            <p:nvPr/>
          </p:nvSpPr>
          <p:spPr>
            <a:xfrm rot="374285">
              <a:off x="3587139" y="64122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4BE13624-FA6A-4616-B402-65BC466F899C}"/>
                </a:ext>
              </a:extLst>
            </p:cNvPr>
            <p:cNvSpPr/>
            <p:nvPr/>
          </p:nvSpPr>
          <p:spPr>
            <a:xfrm rot="374285">
              <a:off x="2834591" y="88596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84BD9FFE-3431-48E5-A475-A4EC06708C58}"/>
                </a:ext>
              </a:extLst>
            </p:cNvPr>
            <p:cNvSpPr/>
            <p:nvPr/>
          </p:nvSpPr>
          <p:spPr>
            <a:xfrm rot="374285">
              <a:off x="3132239" y="35223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2C1C2CE1-C5DC-48D1-B11A-471E18DCA0C8}"/>
                </a:ext>
              </a:extLst>
            </p:cNvPr>
            <p:cNvSpPr/>
            <p:nvPr/>
          </p:nvSpPr>
          <p:spPr>
            <a:xfrm rot="374285">
              <a:off x="2369293" y="59202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6212F44B-4D00-4E4F-A915-84AB3DA929A5}"/>
                </a:ext>
              </a:extLst>
            </p:cNvPr>
            <p:cNvSpPr/>
            <p:nvPr/>
          </p:nvSpPr>
          <p:spPr>
            <a:xfrm rot="374285">
              <a:off x="1169372" y="81470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9A1B519B-6CD9-495D-93DE-3669F0F16EF0}"/>
                </a:ext>
              </a:extLst>
            </p:cNvPr>
            <p:cNvSpPr/>
            <p:nvPr/>
          </p:nvSpPr>
          <p:spPr>
            <a:xfrm rot="374285">
              <a:off x="245265" y="74402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9B498275-8AE5-42D7-995E-07B4692E718A}"/>
                </a:ext>
              </a:extLst>
            </p:cNvPr>
            <p:cNvSpPr/>
            <p:nvPr/>
          </p:nvSpPr>
          <p:spPr>
            <a:xfrm rot="374285">
              <a:off x="474775" y="48462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DA6DEEC2-ADD5-4566-9C0A-F857A6C308A1}"/>
                </a:ext>
              </a:extLst>
            </p:cNvPr>
            <p:cNvSpPr/>
            <p:nvPr/>
          </p:nvSpPr>
          <p:spPr>
            <a:xfrm rot="374285">
              <a:off x="1395418" y="42626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85D432F0-6AF9-4E77-B1EC-BFAE5DB9D2DE}"/>
                </a:ext>
              </a:extLst>
            </p:cNvPr>
            <p:cNvSpPr/>
            <p:nvPr/>
          </p:nvSpPr>
          <p:spPr>
            <a:xfrm rot="374285">
              <a:off x="5013277" y="595295"/>
              <a:ext cx="108000" cy="108000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F1F2708C-ED22-49AB-BD75-FFB2D1DB0905}"/>
                </a:ext>
              </a:extLst>
            </p:cNvPr>
            <p:cNvSpPr/>
            <p:nvPr/>
          </p:nvSpPr>
          <p:spPr>
            <a:xfrm rot="374285">
              <a:off x="6768174" y="4673"/>
              <a:ext cx="90727" cy="8677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0F434A73-69AC-41BA-9345-8423E41581D1}"/>
                </a:ext>
              </a:extLst>
            </p:cNvPr>
            <p:cNvSpPr/>
            <p:nvPr/>
          </p:nvSpPr>
          <p:spPr>
            <a:xfrm rot="374285">
              <a:off x="5297006" y="26709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99356DB5-583E-478D-BFE7-EF5D9C537981}"/>
                </a:ext>
              </a:extLst>
            </p:cNvPr>
            <p:cNvSpPr/>
            <p:nvPr/>
          </p:nvSpPr>
          <p:spPr>
            <a:xfrm rot="374285">
              <a:off x="2169015" y="24155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357726E8-5523-4043-9010-ED9DA79B82E3}"/>
                </a:ext>
              </a:extLst>
            </p:cNvPr>
            <p:cNvSpPr/>
            <p:nvPr/>
          </p:nvSpPr>
          <p:spPr>
            <a:xfrm rot="374285">
              <a:off x="925950" y="15592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B90A4350-2E35-47E9-9D17-0291CD6724EA}"/>
                </a:ext>
              </a:extLst>
            </p:cNvPr>
            <p:cNvSpPr/>
            <p:nvPr/>
          </p:nvSpPr>
          <p:spPr>
            <a:xfrm rot="374285">
              <a:off x="3830937" y="321187"/>
              <a:ext cx="107744" cy="10305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27E72919-AE3B-4AA5-92F5-BB995CA398C7}"/>
                </a:ext>
              </a:extLst>
            </p:cNvPr>
            <p:cNvSpPr/>
            <p:nvPr/>
          </p:nvSpPr>
          <p:spPr>
            <a:xfrm rot="374285">
              <a:off x="4429954" y="53204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A14E8AFF-6F8E-45FF-BE1C-B127D5410CEA}"/>
                </a:ext>
              </a:extLst>
            </p:cNvPr>
            <p:cNvSpPr/>
            <p:nvPr/>
          </p:nvSpPr>
          <p:spPr>
            <a:xfrm rot="374285">
              <a:off x="7287130" y="24477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9FFA8144-1892-4A67-91EF-700D1A5A0F2A}"/>
                </a:ext>
              </a:extLst>
            </p:cNvPr>
            <p:cNvCxnSpPr>
              <a:cxnSpLocks/>
              <a:stCxn id="71" idx="6"/>
              <a:endCxn id="90" idx="2"/>
            </p:cNvCxnSpPr>
            <p:nvPr/>
          </p:nvCxnSpPr>
          <p:spPr>
            <a:xfrm rot="10800000" flipH="1">
              <a:off x="6209712" y="30126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FA87091A-BDB6-4E41-B2FD-1411A2131FC3}"/>
                </a:ext>
              </a:extLst>
            </p:cNvPr>
            <p:cNvCxnSpPr>
              <a:cxnSpLocks/>
              <a:stCxn id="71" idx="2"/>
              <a:endCxn id="73" idx="6"/>
            </p:cNvCxnSpPr>
            <p:nvPr/>
          </p:nvCxnSpPr>
          <p:spPr>
            <a:xfrm flipH="1">
              <a:off x="5710726" y="612886"/>
              <a:ext cx="404466" cy="480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EA6D4669-1153-4FF8-92CC-AB8E8BC5AAE3}"/>
                </a:ext>
              </a:extLst>
            </p:cNvPr>
            <p:cNvCxnSpPr>
              <a:cxnSpLocks/>
              <a:stCxn id="84" idx="3"/>
              <a:endCxn id="71" idx="0"/>
            </p:cNvCxnSpPr>
            <p:nvPr/>
          </p:nvCxnSpPr>
          <p:spPr>
            <a:xfrm flipH="1">
              <a:off x="6167393" y="75076"/>
              <a:ext cx="610924" cy="4977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9F368B88-3E36-4784-BAE4-66288B235B94}"/>
                </a:ext>
              </a:extLst>
            </p:cNvPr>
            <p:cNvCxnSpPr>
              <a:cxnSpLocks/>
              <a:stCxn id="81" idx="5"/>
              <a:endCxn id="78" idx="1"/>
            </p:cNvCxnSpPr>
            <p:nvPr/>
          </p:nvCxnSpPr>
          <p:spPr>
            <a:xfrm rot="10800000" flipH="1" flipV="1">
              <a:off x="582524" y="59742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14ED3A96-2FD7-4557-8B5B-82CD2B6101ED}"/>
                </a:ext>
              </a:extLst>
            </p:cNvPr>
            <p:cNvCxnSpPr>
              <a:cxnSpLocks/>
              <a:stCxn id="78" idx="3"/>
              <a:endCxn id="79" idx="4"/>
            </p:cNvCxnSpPr>
            <p:nvPr/>
          </p:nvCxnSpPr>
          <p:spPr>
            <a:xfrm rot="10800000">
              <a:off x="286462" y="83217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0A92B908-A121-4AA5-89D8-25738D02A8BB}"/>
                </a:ext>
              </a:extLst>
            </p:cNvPr>
            <p:cNvCxnSpPr>
              <a:cxnSpLocks/>
              <a:stCxn id="82" idx="4"/>
              <a:endCxn id="78" idx="7"/>
            </p:cNvCxnSpPr>
            <p:nvPr/>
          </p:nvCxnSpPr>
          <p:spPr>
            <a:xfrm rot="10800000" flipV="1">
              <a:off x="1287303" y="55264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B91F83CE-3C95-464A-8D79-A2859C4D4C85}"/>
                </a:ext>
              </a:extLst>
            </p:cNvPr>
            <p:cNvCxnSpPr>
              <a:cxnSpLocks/>
              <a:stCxn id="85" idx="4"/>
              <a:endCxn id="73" idx="1"/>
            </p:cNvCxnSpPr>
            <p:nvPr/>
          </p:nvCxnSpPr>
          <p:spPr>
            <a:xfrm>
              <a:off x="5337655" y="353611"/>
              <a:ext cx="265493" cy="25045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8F709187-2546-4592-AE37-D2363393EDF4}"/>
                </a:ext>
              </a:extLst>
            </p:cNvPr>
            <p:cNvCxnSpPr>
              <a:cxnSpLocks/>
              <a:stCxn id="88" idx="6"/>
              <a:endCxn id="89" idx="1"/>
            </p:cNvCxnSpPr>
            <p:nvPr/>
          </p:nvCxnSpPr>
          <p:spPr>
            <a:xfrm rot="10800000" flipH="1" flipV="1">
              <a:off x="3938361" y="37831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2561BC15-4554-4570-BF9D-A128776E820E}"/>
                </a:ext>
              </a:extLst>
            </p:cNvPr>
            <p:cNvCxnSpPr>
              <a:cxnSpLocks/>
              <a:stCxn id="77" idx="7"/>
              <a:endCxn id="76" idx="2"/>
            </p:cNvCxnSpPr>
            <p:nvPr/>
          </p:nvCxnSpPr>
          <p:spPr>
            <a:xfrm rot="10800000" flipH="1">
              <a:off x="2453905" y="39276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742D0BD-7A4C-44DE-A41A-6B3B8623974C}"/>
                </a:ext>
              </a:extLst>
            </p:cNvPr>
            <p:cNvCxnSpPr>
              <a:cxnSpLocks/>
              <a:stCxn id="78" idx="6"/>
              <a:endCxn id="77" idx="3"/>
            </p:cNvCxnSpPr>
            <p:nvPr/>
          </p:nvCxnSpPr>
          <p:spPr>
            <a:xfrm rot="10800000" flipH="1">
              <a:off x="1301505" y="66597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1D9EDF72-6E21-4D01-90C2-1C735EDD7CCD}"/>
                </a:ext>
              </a:extLst>
            </p:cNvPr>
            <p:cNvCxnSpPr>
              <a:cxnSpLocks/>
              <a:stCxn id="85" idx="6"/>
              <a:endCxn id="71" idx="1"/>
            </p:cNvCxnSpPr>
            <p:nvPr/>
          </p:nvCxnSpPr>
          <p:spPr>
            <a:xfrm rot="10800000" flipH="1" flipV="1">
              <a:off x="5387465" y="31519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CA4EBB5F-866E-40C1-B010-9F50FD66CA85}"/>
                </a:ext>
              </a:extLst>
            </p:cNvPr>
            <p:cNvCxnSpPr>
              <a:cxnSpLocks/>
              <a:stCxn id="85" idx="3"/>
              <a:endCxn id="83" idx="0"/>
            </p:cNvCxnSpPr>
            <p:nvPr/>
          </p:nvCxnSpPr>
          <p:spPr>
            <a:xfrm flipH="1">
              <a:off x="5073145" y="337493"/>
              <a:ext cx="234004" cy="2581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4DD6F5B3-416D-40E4-8A28-BFDA40D1E290}"/>
                </a:ext>
              </a:extLst>
            </p:cNvPr>
            <p:cNvCxnSpPr>
              <a:cxnSpLocks/>
              <a:stCxn id="74" idx="3"/>
              <a:endCxn id="75" idx="6"/>
            </p:cNvCxnSpPr>
            <p:nvPr/>
          </p:nvCxnSpPr>
          <p:spPr>
            <a:xfrm flipH="1">
              <a:off x="2966724" y="731104"/>
              <a:ext cx="633363" cy="22543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CF675CB-FEC2-4F18-BF65-DB8DD6ED8DA7}"/>
                </a:ext>
              </a:extLst>
            </p:cNvPr>
            <p:cNvCxnSpPr>
              <a:cxnSpLocks/>
              <a:stCxn id="76" idx="4"/>
              <a:endCxn id="75" idx="7"/>
            </p:cNvCxnSpPr>
            <p:nvPr/>
          </p:nvCxnSpPr>
          <p:spPr>
            <a:xfrm flipH="1">
              <a:off x="2952300" y="442910"/>
              <a:ext cx="222539" cy="46697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10045E95-748C-41C5-9ECB-13842519727C}"/>
                </a:ext>
              </a:extLst>
            </p:cNvPr>
            <p:cNvCxnSpPr>
              <a:cxnSpLocks/>
              <a:stCxn id="77" idx="5"/>
              <a:endCxn id="75" idx="2"/>
            </p:cNvCxnSpPr>
            <p:nvPr/>
          </p:nvCxnSpPr>
          <p:spPr>
            <a:xfrm>
              <a:off x="2446758" y="673117"/>
              <a:ext cx="388225" cy="26902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41E83789-664E-424B-A5B5-EC4DDF85BBB1}"/>
                </a:ext>
              </a:extLst>
            </p:cNvPr>
            <p:cNvCxnSpPr>
              <a:cxnSpLocks/>
              <a:stCxn id="82" idx="6"/>
              <a:endCxn id="77" idx="1"/>
            </p:cNvCxnSpPr>
            <p:nvPr/>
          </p:nvCxnSpPr>
          <p:spPr>
            <a:xfrm rot="10800000" flipH="1" flipV="1">
              <a:off x="1527551" y="49652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29FBB1B2-5FAC-42A8-802A-8FA1C6D12B9C}"/>
                </a:ext>
              </a:extLst>
            </p:cNvPr>
            <p:cNvCxnSpPr>
              <a:cxnSpLocks/>
              <a:stCxn id="86" idx="2"/>
              <a:endCxn id="82" idx="7"/>
            </p:cNvCxnSpPr>
            <p:nvPr/>
          </p:nvCxnSpPr>
          <p:spPr>
            <a:xfrm rot="10800000" flipV="1">
              <a:off x="1513349" y="28023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40E90B6E-C693-47EC-8CDE-79F219603967}"/>
                </a:ext>
              </a:extLst>
            </p:cNvPr>
            <p:cNvCxnSpPr>
              <a:cxnSpLocks/>
              <a:stCxn id="85" idx="2"/>
              <a:endCxn id="89" idx="7"/>
            </p:cNvCxnSpPr>
            <p:nvPr/>
          </p:nvCxnSpPr>
          <p:spPr>
            <a:xfrm rot="10800000" flipV="1">
              <a:off x="4521532" y="30576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BEC244B8-CE1A-4FB4-BA05-394FBFD5EE7C}"/>
                </a:ext>
              </a:extLst>
            </p:cNvPr>
            <p:cNvCxnSpPr>
              <a:cxnSpLocks/>
              <a:stCxn id="84" idx="2"/>
              <a:endCxn id="85" idx="7"/>
            </p:cNvCxnSpPr>
            <p:nvPr/>
          </p:nvCxnSpPr>
          <p:spPr>
            <a:xfrm flipH="1">
              <a:off x="5377590" y="43133"/>
              <a:ext cx="1390853" cy="24033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F2A3114C-830C-4CCE-A170-7D3FC88EAF96}"/>
                </a:ext>
              </a:extLst>
            </p:cNvPr>
            <p:cNvCxnSpPr>
              <a:cxnSpLocks/>
              <a:stCxn id="89" idx="5"/>
              <a:endCxn id="83" idx="2"/>
            </p:cNvCxnSpPr>
            <p:nvPr/>
          </p:nvCxnSpPr>
          <p:spPr>
            <a:xfrm>
              <a:off x="4513798" y="619814"/>
              <a:ext cx="499799" cy="2361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F33F9436-9E0C-4C37-A15B-C86E37DDE93B}"/>
                </a:ext>
              </a:extLst>
            </p:cNvPr>
            <p:cNvCxnSpPr>
              <a:cxnSpLocks/>
              <a:stCxn id="86" idx="5"/>
              <a:endCxn id="77" idx="0"/>
            </p:cNvCxnSpPr>
            <p:nvPr/>
          </p:nvCxnSpPr>
          <p:spPr>
            <a:xfrm rot="10800000" flipH="1" flipV="1">
              <a:off x="2242780" y="31877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2FA3B3F5-941F-4E81-8504-F02821F32B43}"/>
                </a:ext>
              </a:extLst>
            </p:cNvPr>
            <p:cNvCxnSpPr>
              <a:cxnSpLocks/>
              <a:stCxn id="138" idx="5"/>
            </p:cNvCxnSpPr>
            <p:nvPr/>
          </p:nvCxnSpPr>
          <p:spPr>
            <a:xfrm>
              <a:off x="3016192" y="82047"/>
              <a:ext cx="142217" cy="2776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E4CAEBA-CBCE-4361-8B4E-944F69AEAC09}"/>
                </a:ext>
              </a:extLst>
            </p:cNvPr>
            <p:cNvCxnSpPr>
              <a:cxnSpLocks/>
            </p:cNvCxnSpPr>
            <p:nvPr/>
          </p:nvCxnSpPr>
          <p:spPr>
            <a:xfrm>
              <a:off x="24369" y="3694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33C9CB6C-7F77-45AB-9D97-9B0DDA3963D6}"/>
                </a:ext>
              </a:extLst>
            </p:cNvPr>
            <p:cNvCxnSpPr>
              <a:cxnSpLocks/>
              <a:stCxn id="74" idx="6"/>
              <a:endCxn id="89" idx="3"/>
            </p:cNvCxnSpPr>
            <p:nvPr/>
          </p:nvCxnSpPr>
          <p:spPr>
            <a:xfrm rot="10800000" flipH="1">
              <a:off x="3702615" y="61207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AECDACEE-8060-44FF-A866-DD40541A9196}"/>
                </a:ext>
              </a:extLst>
            </p:cNvPr>
            <p:cNvCxnSpPr>
              <a:cxnSpLocks/>
              <a:stCxn id="74" idx="0"/>
              <a:endCxn id="88" idx="3"/>
            </p:cNvCxnSpPr>
            <p:nvPr/>
          </p:nvCxnSpPr>
          <p:spPr>
            <a:xfrm rot="10800000" flipH="1">
              <a:off x="3651341" y="40497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37645AD5-51A9-487A-A739-4671F06E72BF}"/>
                </a:ext>
              </a:extLst>
            </p:cNvPr>
            <p:cNvCxnSpPr>
              <a:cxnSpLocks/>
              <a:stCxn id="74" idx="1"/>
              <a:endCxn id="76" idx="5"/>
            </p:cNvCxnSpPr>
            <p:nvPr/>
          </p:nvCxnSpPr>
          <p:spPr>
            <a:xfrm rot="10800000">
              <a:off x="3209545" y="43316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7C976088-556D-4D5D-A4BC-2D2ECB233C35}"/>
                </a:ext>
              </a:extLst>
            </p:cNvPr>
            <p:cNvCxnSpPr>
              <a:cxnSpLocks/>
              <a:endCxn id="76" idx="7"/>
            </p:cNvCxnSpPr>
            <p:nvPr/>
          </p:nvCxnSpPr>
          <p:spPr>
            <a:xfrm rot="10800000" flipV="1">
              <a:off x="3216851" y="34971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CD0AD2BE-959E-4C16-A3BE-6761969D8B3A}"/>
                </a:ext>
              </a:extLst>
            </p:cNvPr>
            <p:cNvCxnSpPr>
              <a:cxnSpLocks/>
              <a:stCxn id="88" idx="7"/>
              <a:endCxn id="133" idx="2"/>
            </p:cNvCxnSpPr>
            <p:nvPr/>
          </p:nvCxnSpPr>
          <p:spPr>
            <a:xfrm flipV="1">
              <a:off x="3926635" y="43133"/>
              <a:ext cx="511527" cy="2975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7052E9A7-2C64-44CE-A51B-53939E39C8A1}"/>
                </a:ext>
              </a:extLst>
            </p:cNvPr>
            <p:cNvCxnSpPr>
              <a:cxnSpLocks/>
              <a:stCxn id="138" idx="6"/>
              <a:endCxn id="88" idx="0"/>
            </p:cNvCxnSpPr>
            <p:nvPr/>
          </p:nvCxnSpPr>
          <p:spPr>
            <a:xfrm>
              <a:off x="3032734" y="52991"/>
              <a:ext cx="857674" cy="2685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792B997E-95C0-4049-B215-C9FD5461ADE7}"/>
                </a:ext>
              </a:extLst>
            </p:cNvPr>
            <p:cNvCxnSpPr>
              <a:cxnSpLocks/>
              <a:stCxn id="81" idx="7"/>
              <a:endCxn id="82" idx="2"/>
            </p:cNvCxnSpPr>
            <p:nvPr/>
          </p:nvCxnSpPr>
          <p:spPr>
            <a:xfrm rot="10800000" flipH="1">
              <a:off x="592706" y="48275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A763F434-7C92-4FAF-9C98-703B3314140A}"/>
                </a:ext>
              </a:extLst>
            </p:cNvPr>
            <p:cNvCxnSpPr>
              <a:cxnSpLocks/>
              <a:stCxn id="81" idx="0"/>
              <a:endCxn id="87" idx="2"/>
            </p:cNvCxnSpPr>
            <p:nvPr/>
          </p:nvCxnSpPr>
          <p:spPr>
            <a:xfrm rot="10800000" flipH="1">
              <a:off x="548238" y="19459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886D0AF-8BEA-47CC-A81D-9936FB4FAD2B}"/>
                </a:ext>
              </a:extLst>
            </p:cNvPr>
            <p:cNvCxnSpPr>
              <a:cxnSpLocks/>
              <a:stCxn id="82" idx="1"/>
              <a:endCxn id="87" idx="6"/>
            </p:cNvCxnSpPr>
            <p:nvPr/>
          </p:nvCxnSpPr>
          <p:spPr>
            <a:xfrm rot="10800000">
              <a:off x="1016409" y="20402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9B32B836-7107-4103-93FD-B6A8594D34CC}"/>
                </a:ext>
              </a:extLst>
            </p:cNvPr>
            <p:cNvCxnSpPr>
              <a:cxnSpLocks/>
              <a:stCxn id="77" idx="0"/>
              <a:endCxn id="138" idx="3"/>
            </p:cNvCxnSpPr>
            <p:nvPr/>
          </p:nvCxnSpPr>
          <p:spPr>
            <a:xfrm flipV="1">
              <a:off x="2421775" y="75076"/>
              <a:ext cx="530644" cy="5172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B4941598-647F-454C-A8B9-CC02ED3A9978}"/>
                </a:ext>
              </a:extLst>
            </p:cNvPr>
            <p:cNvCxnSpPr>
              <a:cxnSpLocks/>
              <a:stCxn id="86" idx="0"/>
              <a:endCxn id="139" idx="7"/>
            </p:cNvCxnSpPr>
            <p:nvPr/>
          </p:nvCxnSpPr>
          <p:spPr>
            <a:xfrm flipH="1" flipV="1">
              <a:off x="1693610" y="21048"/>
              <a:ext cx="525484" cy="22076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F4F1D45B-2A03-44AF-8A6B-46EB96735B81}"/>
                </a:ext>
              </a:extLst>
            </p:cNvPr>
            <p:cNvCxnSpPr>
              <a:cxnSpLocks/>
              <a:stCxn id="79" idx="0"/>
              <a:endCxn id="81" idx="3"/>
            </p:cNvCxnSpPr>
            <p:nvPr/>
          </p:nvCxnSpPr>
          <p:spPr>
            <a:xfrm rot="10800000" flipH="1">
              <a:off x="296507" y="58768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55B5668C-5F41-42D9-A180-81C6ED0FB509}"/>
                </a:ext>
              </a:extLst>
            </p:cNvPr>
            <p:cNvCxnSpPr>
              <a:cxnSpLocks/>
              <a:stCxn id="79" idx="3"/>
            </p:cNvCxnSpPr>
            <p:nvPr/>
          </p:nvCxnSpPr>
          <p:spPr>
            <a:xfrm flipH="1">
              <a:off x="0" y="81575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E132252D-FA29-4298-B7DB-AFE812AE2592}"/>
                </a:ext>
              </a:extLst>
            </p:cNvPr>
            <p:cNvCxnSpPr>
              <a:cxnSpLocks/>
              <a:stCxn id="133" idx="4"/>
              <a:endCxn id="89" idx="0"/>
            </p:cNvCxnSpPr>
            <p:nvPr/>
          </p:nvCxnSpPr>
          <p:spPr>
            <a:xfrm>
              <a:off x="4478542" y="91194"/>
              <a:ext cx="8216" cy="4411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4A4F0467-E369-446A-8364-06F8DF3392CA}"/>
                </a:ext>
              </a:extLst>
            </p:cNvPr>
            <p:cNvCxnSpPr>
              <a:cxnSpLocks/>
              <a:stCxn id="73" idx="3"/>
              <a:endCxn id="83" idx="6"/>
            </p:cNvCxnSpPr>
            <p:nvPr/>
          </p:nvCxnSpPr>
          <p:spPr>
            <a:xfrm flipH="1" flipV="1">
              <a:off x="5120957" y="655163"/>
              <a:ext cx="472452" cy="3800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46ACBECD-7833-4E65-AE70-002046F058AD}"/>
                </a:ext>
              </a:extLst>
            </p:cNvPr>
            <p:cNvCxnSpPr>
              <a:cxnSpLocks/>
              <a:stCxn id="84" idx="6"/>
              <a:endCxn id="90" idx="1"/>
            </p:cNvCxnSpPr>
            <p:nvPr/>
          </p:nvCxnSpPr>
          <p:spPr>
            <a:xfrm>
              <a:off x="6858632" y="52991"/>
              <a:ext cx="453053" cy="20551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6CE45768-883E-4313-8A26-D6E31B7C0C19}"/>
                </a:ext>
              </a:extLst>
            </p:cNvPr>
            <p:cNvCxnSpPr>
              <a:cxnSpLocks/>
              <a:stCxn id="85" idx="1"/>
              <a:endCxn id="133" idx="6"/>
            </p:cNvCxnSpPr>
            <p:nvPr userDrawn="1"/>
          </p:nvCxnSpPr>
          <p:spPr>
            <a:xfrm flipH="1" flipV="1">
              <a:off x="4528351" y="52991"/>
              <a:ext cx="785466" cy="22350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364AD6E4-353F-4EB4-B5E2-E547504F2A89}"/>
                </a:ext>
              </a:extLst>
            </p:cNvPr>
            <p:cNvCxnSpPr>
              <a:cxnSpLocks/>
              <a:stCxn id="87" idx="0"/>
              <a:endCxn id="139" idx="2"/>
            </p:cNvCxnSpPr>
            <p:nvPr userDrawn="1"/>
          </p:nvCxnSpPr>
          <p:spPr>
            <a:xfrm flipV="1">
              <a:off x="976029" y="43133"/>
              <a:ext cx="637266" cy="113047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F9BDF1ED-9988-4279-AABC-3D54C283C815}"/>
                </a:ext>
              </a:extLst>
            </p:cNvPr>
            <p:cNvCxnSpPr>
              <a:cxnSpLocks/>
              <a:stCxn id="90" idx="7"/>
              <a:endCxn id="136" idx="3"/>
            </p:cNvCxnSpPr>
            <p:nvPr userDrawn="1"/>
          </p:nvCxnSpPr>
          <p:spPr>
            <a:xfrm flipV="1">
              <a:off x="7404839" y="75076"/>
              <a:ext cx="314369" cy="193617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0CC8B5C1-7112-4E83-97C4-7072CFF25FD5}"/>
                </a:ext>
              </a:extLst>
            </p:cNvPr>
            <p:cNvSpPr/>
            <p:nvPr userDrawn="1"/>
          </p:nvSpPr>
          <p:spPr>
            <a:xfrm rot="374285">
              <a:off x="4437893" y="467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640CA2A3-CC09-482C-84C1-284872EE047E}"/>
                </a:ext>
              </a:extLst>
            </p:cNvPr>
            <p:cNvSpPr/>
            <p:nvPr userDrawn="1"/>
          </p:nvSpPr>
          <p:spPr>
            <a:xfrm rot="374285">
              <a:off x="7709065" y="467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211328B2-57A6-4705-89E5-39BD07A6D471}"/>
                </a:ext>
              </a:extLst>
            </p:cNvPr>
            <p:cNvSpPr/>
            <p:nvPr userDrawn="1"/>
          </p:nvSpPr>
          <p:spPr>
            <a:xfrm rot="374285">
              <a:off x="2942276" y="467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B6CBCCDF-0EF1-497E-8A70-056D7D5D13ED}"/>
                </a:ext>
              </a:extLst>
            </p:cNvPr>
            <p:cNvSpPr/>
            <p:nvPr userDrawn="1"/>
          </p:nvSpPr>
          <p:spPr>
            <a:xfrm rot="374285">
              <a:off x="1613026" y="4673"/>
              <a:ext cx="90727" cy="867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9378181" y="217993"/>
            <a:ext cx="173316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Thin" charset="0"/>
                <a:sym typeface="Exo 2 Light" panose="00000400000000000000" pitchFamily="50" charset="0"/>
              </a:rPr>
              <a:t>MAC</a:t>
            </a:r>
          </a:p>
          <a:p>
            <a:pPr algn="r"/>
            <a:r>
              <a:rPr lang="en-US" altLang="zh-CN" sz="1200" i="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ea typeface="Exo 2 Thin" charset="0"/>
                <a:cs typeface="Courier New" panose="02070309020205020404" pitchFamily="49" charset="0"/>
                <a:sym typeface="Exo 2 Light" panose="00000400000000000000" pitchFamily="50" charset="0"/>
              </a:rPr>
              <a:t>Medium Access Control</a:t>
            </a:r>
            <a:endParaRPr lang="en-US" sz="1200" i="0" spc="-15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ea typeface="Exo 2 Thin" charset="0"/>
              <a:cs typeface="Courier New" panose="02070309020205020404" pitchFamily="49" charset="0"/>
              <a:sym typeface="Exo 2 Light" panose="00000400000000000000" pitchFamily="50" charset="0"/>
            </a:endParaRP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E6DB47-D228-4E26-9861-0E71F9A9A745}"/>
              </a:ext>
            </a:extLst>
          </p:cNvPr>
          <p:cNvSpPr>
            <a:spLocks/>
          </p:cNvSpPr>
          <p:nvPr userDrawn="1"/>
        </p:nvSpPr>
        <p:spPr>
          <a:xfrm>
            <a:off x="3981591" y="674804"/>
            <a:ext cx="252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5" name="文本占位符 3">
            <a:extLst>
              <a:ext uri="{FF2B5EF4-FFF2-40B4-BE49-F238E27FC236}">
                <a16:creationId xmlns:a16="http://schemas.microsoft.com/office/drawing/2014/main" id="{3B3B47DF-474B-449C-A374-0D2DA4D7347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696000" y="1208478"/>
            <a:ext cx="10800000" cy="5025967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137" name="文本占位符 8">
            <a:extLst>
              <a:ext uri="{FF2B5EF4-FFF2-40B4-BE49-F238E27FC236}">
                <a16:creationId xmlns:a16="http://schemas.microsoft.com/office/drawing/2014/main" id="{B237B425-7B61-4BEA-AB3B-78B8A0D3E45A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96000" y="674804"/>
            <a:ext cx="3286125" cy="542516"/>
          </a:xfrm>
          <a:solidFill>
            <a:srgbClr val="C55A1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1677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AB4621-DEFA-4937-ACA0-7FAC4B5DD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827851"/>
            <a:ext cx="10800000" cy="40011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682A5F-0B1F-414C-9919-0F61FB118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000" y="1278622"/>
            <a:ext cx="10800000" cy="489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9B379C-873F-4DD2-BBA0-D4769F05D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1C651236-3214-46F9-9D33-783F0260D354}" type="datetimeFigureOut">
              <a:rPr lang="zh-CN" altLang="en-US" smtClean="0"/>
              <a:pPr/>
              <a:t>2026/8/3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8AEE85-23CE-43D2-8B14-00BC970FD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E53C87-6A81-4F2E-86B2-C7DFE4EAC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B1502BCF-571E-433F-99D2-89AB9B2A73E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9575321-E060-401C-BDEF-F9C0C664F8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33" b="-7062"/>
          <a:stretch/>
        </p:blipFill>
        <p:spPr>
          <a:xfrm>
            <a:off x="5870771" y="6318000"/>
            <a:ext cx="450458" cy="54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A213271-AA83-455E-A71E-44D3FB36487E}"/>
              </a:ext>
            </a:extLst>
          </p:cNvPr>
          <p:cNvSpPr txBox="1"/>
          <p:nvPr userDrawn="1"/>
        </p:nvSpPr>
        <p:spPr>
          <a:xfrm>
            <a:off x="6321229" y="6449501"/>
            <a:ext cx="2765501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lvl="0" algn="l"/>
            <a:r>
              <a:rPr lang="en-US" altLang="zh-CN" sz="1200" spc="-15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Cnplaman from http://www.xit.edu.cn</a:t>
            </a:r>
            <a:endParaRPr lang="zh-CN" altLang="en-US" sz="1200" spc="-15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7A88B0-B631-4D5B-A7E2-4563F7520E03}"/>
              </a:ext>
            </a:extLst>
          </p:cNvPr>
          <p:cNvSpPr txBox="1"/>
          <p:nvPr userDrawn="1"/>
        </p:nvSpPr>
        <p:spPr>
          <a:xfrm>
            <a:off x="3179008" y="6449501"/>
            <a:ext cx="2691763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lvl="0" algn="r"/>
            <a:r>
              <a:rPr lang="en-US" altLang="zh-CN" sz="1200" spc="-15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All Copyrights Reserved, 2022-2024</a:t>
            </a:r>
            <a:endParaRPr lang="zh-CN" altLang="en-US" sz="1200" spc="-15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07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4" r:id="rId2"/>
    <p:sldLayoutId id="2147483655" r:id="rId3"/>
    <p:sldLayoutId id="2147483684" r:id="rId4"/>
    <p:sldLayoutId id="2147483688" r:id="rId5"/>
    <p:sldLayoutId id="214748368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9" r:id="rId12"/>
    <p:sldLayoutId id="2147483677" r:id="rId13"/>
    <p:sldLayoutId id="2147483672" r:id="rId14"/>
    <p:sldLayoutId id="2147483674" r:id="rId1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 baseline="0">
          <a:solidFill>
            <a:schemeClr val="tx1"/>
          </a:solidFill>
          <a:latin typeface="Cuprum" panose="00000500000000000000" pitchFamily="2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ourier New" panose="020703090202050204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FF0000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ourier New" panose="02070309020205020404" pitchFamily="49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video/vlan.mp4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0DF7211A-8120-48CB-A28C-5EEB2CAFB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虚拟局域网</a:t>
            </a:r>
          </a:p>
        </p:txBody>
      </p:sp>
      <p:sp>
        <p:nvSpPr>
          <p:cNvPr id="75" name="竖排文字占位符 74">
            <a:extLst>
              <a:ext uri="{FF2B5EF4-FFF2-40B4-BE49-F238E27FC236}">
                <a16:creationId xmlns:a16="http://schemas.microsoft.com/office/drawing/2014/main" id="{2E8753A9-07C0-4055-A2A9-D374FE42021A}"/>
              </a:ext>
            </a:extLst>
          </p:cNvPr>
          <p:cNvSpPr>
            <a:spLocks noGrp="1"/>
          </p:cNvSpPr>
          <p:nvPr>
            <p:ph type="body" orient="vert" sz="quarter" idx="15"/>
          </p:nvPr>
        </p:nvSpPr>
        <p:spPr/>
        <p:txBody>
          <a:bodyPr/>
          <a:lstStyle/>
          <a:p>
            <a:r>
              <a:rPr lang="en-US" altLang="zh-CN" dirty="0"/>
              <a:t>Section 3.4.3</a:t>
            </a:r>
            <a:endParaRPr lang="zh-CN" altLang="en-US" dirty="0"/>
          </a:p>
        </p:txBody>
      </p:sp>
      <p:sp>
        <p:nvSpPr>
          <p:cNvPr id="36" name="竖排文字占位符 35">
            <a:extLst>
              <a:ext uri="{FF2B5EF4-FFF2-40B4-BE49-F238E27FC236}">
                <a16:creationId xmlns:a16="http://schemas.microsoft.com/office/drawing/2014/main" id="{C5ED93BF-A182-43D4-B7BA-6AB293AA5DA5}"/>
              </a:ext>
            </a:extLst>
          </p:cNvPr>
          <p:cNvSpPr>
            <a:spLocks noGrp="1"/>
          </p:cNvSpPr>
          <p:nvPr>
            <p:ph type="body" orient="vert" sz="quarter" idx="16"/>
          </p:nvPr>
        </p:nvSpPr>
        <p:spPr/>
        <p:txBody>
          <a:bodyPr/>
          <a:lstStyle/>
          <a:p>
            <a:r>
              <a:rPr lang="zh-CN" altLang="en-US" dirty="0"/>
              <a:t>第三章 数据链路层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16E4C20-2832-4AF6-8BA2-C6EA684E11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>Chapter 3 Data Link Layer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282CAAB-7699-4A49-92E5-6506E4B065B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 dirty="0"/>
              <a:t>传统以太网的局限性</a:t>
            </a:r>
            <a:endParaRPr lang="en-US" altLang="zh-CN" dirty="0"/>
          </a:p>
          <a:p>
            <a:r>
              <a:rPr lang="zh-CN" altLang="en-US" dirty="0"/>
              <a:t>虚拟局域网的特点</a:t>
            </a:r>
            <a:endParaRPr lang="en-US" altLang="zh-CN" dirty="0"/>
          </a:p>
          <a:p>
            <a:r>
              <a:rPr lang="zh-CN" altLang="en-US" dirty="0"/>
              <a:t>虚拟局域网的配置</a:t>
            </a:r>
            <a:endParaRPr lang="en-US" altLang="zh-CN" dirty="0"/>
          </a:p>
          <a:p>
            <a:r>
              <a:rPr lang="zh-CN" altLang="en-US" dirty="0"/>
              <a:t>常用的配置命令</a:t>
            </a:r>
          </a:p>
        </p:txBody>
      </p:sp>
      <p:pic>
        <p:nvPicPr>
          <p:cNvPr id="209" name="图片占位符 208">
            <a:extLst>
              <a:ext uri="{FF2B5EF4-FFF2-40B4-BE49-F238E27FC236}">
                <a16:creationId xmlns:a16="http://schemas.microsoft.com/office/drawing/2014/main" id="{23370D6A-B16F-4D55-B03E-DC548D4FEC7B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7" b="414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24087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>
            <a:extLst>
              <a:ext uri="{FF2B5EF4-FFF2-40B4-BE49-F238E27FC236}">
                <a16:creationId xmlns:a16="http://schemas.microsoft.com/office/drawing/2014/main" id="{9C603FF5-B64E-4727-A860-25AF2B46AA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474" b="85324" l="9726" r="97568">
                        <a14:foregroundMark x1="63678" y1="36032" x2="79331" y2="31984"/>
                        <a14:foregroundMark x1="79331" y1="31984" x2="93617" y2="35223"/>
                        <a14:foregroundMark x1="97568" y1="69939" x2="97264" y2="74494"/>
                        <a14:backgroundMark x1="22340" y1="13664" x2="18085" y2="30972"/>
                        <a14:backgroundMark x1="18085" y1="30972" x2="22948" y2="32591"/>
                        <a14:backgroundMark x1="26444" y1="76721" x2="58815" y2="85526"/>
                        <a14:backgroundMark x1="81155" y1="42409" x2="93617" y2="52024"/>
                        <a14:backgroundMark x1="93617" y1="52024" x2="93769" y2="522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070" b="17262"/>
          <a:stretch/>
        </p:blipFill>
        <p:spPr bwMode="auto">
          <a:xfrm>
            <a:off x="7052553" y="2484828"/>
            <a:ext cx="5139447" cy="4373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4BC84B-0598-40D1-9C61-72C3FCAD70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资源的竞争</a:t>
            </a:r>
            <a:endParaRPr lang="en-US" altLang="zh-CN" dirty="0"/>
          </a:p>
          <a:p>
            <a:r>
              <a:rPr lang="zh-CN" altLang="en-US" dirty="0"/>
              <a:t>通信的私密性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3E42233-504C-4F7F-AFAB-814957AD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引言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4BCB676-F40D-4EAC-BFD9-A0E9C442C49B}"/>
              </a:ext>
            </a:extLst>
          </p:cNvPr>
          <p:cNvSpPr/>
          <p:nvPr/>
        </p:nvSpPr>
        <p:spPr>
          <a:xfrm>
            <a:off x="3803435" y="2720787"/>
            <a:ext cx="1440000" cy="432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</a:rPr>
              <a:t>Switch 0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745269-68C3-4D84-8103-84CD9DA57A6F}"/>
              </a:ext>
            </a:extLst>
          </p:cNvPr>
          <p:cNvSpPr/>
          <p:nvPr/>
        </p:nvSpPr>
        <p:spPr>
          <a:xfrm>
            <a:off x="2363435" y="4138781"/>
            <a:ext cx="621812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</a:rPr>
              <a:t>PC1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BD6515-EAF5-4478-8779-684375F9A1F8}"/>
              </a:ext>
            </a:extLst>
          </p:cNvPr>
          <p:cNvSpPr/>
          <p:nvPr/>
        </p:nvSpPr>
        <p:spPr>
          <a:xfrm>
            <a:off x="3181623" y="4138781"/>
            <a:ext cx="621812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</a:rPr>
              <a:t>PC2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02C80C-2CB4-4924-9902-7FAD72465165}"/>
              </a:ext>
            </a:extLst>
          </p:cNvPr>
          <p:cNvSpPr/>
          <p:nvPr/>
        </p:nvSpPr>
        <p:spPr>
          <a:xfrm>
            <a:off x="3999811" y="4138781"/>
            <a:ext cx="621812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</a:rPr>
              <a:t>PC3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A1F07F-5381-4233-909F-D9F6FC1D98D8}"/>
              </a:ext>
            </a:extLst>
          </p:cNvPr>
          <p:cNvSpPr/>
          <p:nvPr/>
        </p:nvSpPr>
        <p:spPr>
          <a:xfrm>
            <a:off x="4817999" y="4138781"/>
            <a:ext cx="621812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</a:rPr>
              <a:t>PC4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BE8B80-9421-460B-B4FC-7829EADAAED4}"/>
              </a:ext>
            </a:extLst>
          </p:cNvPr>
          <p:cNvSpPr/>
          <p:nvPr/>
        </p:nvSpPr>
        <p:spPr>
          <a:xfrm>
            <a:off x="5636187" y="4138781"/>
            <a:ext cx="621812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</a:rPr>
              <a:t>PC5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EEB335-6A5E-4FBF-84D5-782F376FC5CD}"/>
              </a:ext>
            </a:extLst>
          </p:cNvPr>
          <p:cNvSpPr/>
          <p:nvPr/>
        </p:nvSpPr>
        <p:spPr>
          <a:xfrm>
            <a:off x="6454375" y="4138781"/>
            <a:ext cx="621812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</a:rPr>
              <a:t>PC6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AE65A10-B291-45EB-8814-46C4E532A829}"/>
              </a:ext>
            </a:extLst>
          </p:cNvPr>
          <p:cNvSpPr/>
          <p:nvPr/>
        </p:nvSpPr>
        <p:spPr>
          <a:xfrm>
            <a:off x="7272563" y="4138781"/>
            <a:ext cx="621812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</a:rPr>
              <a:t>PC7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0F326E-75A8-451D-8F56-4F143ABD3D61}"/>
              </a:ext>
            </a:extLst>
          </p:cNvPr>
          <p:cNvSpPr/>
          <p:nvPr/>
        </p:nvSpPr>
        <p:spPr>
          <a:xfrm>
            <a:off x="8090751" y="4138781"/>
            <a:ext cx="621812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</a:rPr>
              <a:t>PC8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447B622-31BB-42CC-BC92-12A099BFC9EC}"/>
              </a:ext>
            </a:extLst>
          </p:cNvPr>
          <p:cNvSpPr/>
          <p:nvPr/>
        </p:nvSpPr>
        <p:spPr>
          <a:xfrm>
            <a:off x="8908939" y="4138781"/>
            <a:ext cx="621812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</a:rPr>
              <a:t>PC9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253BADB-BAC2-4032-B0A9-58497E3FD219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2674341" y="3152787"/>
            <a:ext cx="1849094" cy="98599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619E10C-2ED3-4C99-833C-767F9403B6B6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3492529" y="3152787"/>
            <a:ext cx="1030906" cy="98599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2085402-2AA1-49CF-9DDE-1B6E2D00B784}"/>
              </a:ext>
            </a:extLst>
          </p:cNvPr>
          <p:cNvCxnSpPr>
            <a:cxnSpLocks/>
            <a:stCxn id="64" idx="2"/>
            <a:endCxn id="18" idx="0"/>
          </p:cNvCxnSpPr>
          <p:nvPr/>
        </p:nvCxnSpPr>
        <p:spPr>
          <a:xfrm>
            <a:off x="7992563" y="3152787"/>
            <a:ext cx="1227282" cy="98599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2C295B4-053C-4E7E-983E-BB488EB02D4E}"/>
              </a:ext>
            </a:extLst>
          </p:cNvPr>
          <p:cNvCxnSpPr>
            <a:stCxn id="9" idx="2"/>
            <a:endCxn id="12" idx="0"/>
          </p:cNvCxnSpPr>
          <p:nvPr/>
        </p:nvCxnSpPr>
        <p:spPr>
          <a:xfrm flipH="1">
            <a:off x="4310717" y="3152787"/>
            <a:ext cx="212718" cy="98599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FD44C65-6A0F-4BDA-AB36-5FA3CF99EA47}"/>
              </a:ext>
            </a:extLst>
          </p:cNvPr>
          <p:cNvCxnSpPr>
            <a:cxnSpLocks/>
            <a:stCxn id="64" idx="2"/>
            <a:endCxn id="17" idx="0"/>
          </p:cNvCxnSpPr>
          <p:nvPr/>
        </p:nvCxnSpPr>
        <p:spPr>
          <a:xfrm>
            <a:off x="7992563" y="3152787"/>
            <a:ext cx="409094" cy="98599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D70D2135-CD11-4614-8877-8034895BF300}"/>
              </a:ext>
            </a:extLst>
          </p:cNvPr>
          <p:cNvCxnSpPr>
            <a:stCxn id="9" idx="2"/>
            <a:endCxn id="13" idx="0"/>
          </p:cNvCxnSpPr>
          <p:nvPr/>
        </p:nvCxnSpPr>
        <p:spPr>
          <a:xfrm>
            <a:off x="4523435" y="3152787"/>
            <a:ext cx="605470" cy="98599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8B4C9F3-3D14-419C-8697-001F42E6679E}"/>
              </a:ext>
            </a:extLst>
          </p:cNvPr>
          <p:cNvCxnSpPr>
            <a:stCxn id="9" idx="2"/>
            <a:endCxn id="14" idx="0"/>
          </p:cNvCxnSpPr>
          <p:nvPr/>
        </p:nvCxnSpPr>
        <p:spPr>
          <a:xfrm>
            <a:off x="4523435" y="3152787"/>
            <a:ext cx="1423658" cy="98599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5AFA47A4-8E85-47D1-B914-BF0302C3125D}"/>
              </a:ext>
            </a:extLst>
          </p:cNvPr>
          <p:cNvCxnSpPr>
            <a:cxnSpLocks/>
            <a:stCxn id="64" idx="2"/>
            <a:endCxn id="15" idx="0"/>
          </p:cNvCxnSpPr>
          <p:nvPr/>
        </p:nvCxnSpPr>
        <p:spPr>
          <a:xfrm flipH="1">
            <a:off x="6765281" y="3152787"/>
            <a:ext cx="1227282" cy="98599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1692238-959D-457B-ADC9-5E778E846B12}"/>
              </a:ext>
            </a:extLst>
          </p:cNvPr>
          <p:cNvCxnSpPr>
            <a:cxnSpLocks/>
            <a:stCxn id="64" idx="2"/>
            <a:endCxn id="16" idx="0"/>
          </p:cNvCxnSpPr>
          <p:nvPr/>
        </p:nvCxnSpPr>
        <p:spPr>
          <a:xfrm flipH="1">
            <a:off x="7583469" y="3152787"/>
            <a:ext cx="409094" cy="98599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CCCF4930-3BDE-487D-B45B-07946F472338}"/>
              </a:ext>
            </a:extLst>
          </p:cNvPr>
          <p:cNvSpPr/>
          <p:nvPr/>
        </p:nvSpPr>
        <p:spPr>
          <a:xfrm>
            <a:off x="7272563" y="2720787"/>
            <a:ext cx="1440000" cy="432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</a:rPr>
              <a:t>Switch 1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051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4BC84B-0598-40D1-9C61-72C3FCAD70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步骤</a:t>
            </a:r>
            <a:endParaRPr lang="en-US" altLang="zh-CN" dirty="0"/>
          </a:p>
          <a:p>
            <a:pPr lvl="1"/>
            <a:r>
              <a:rPr lang="zh-CN" altLang="en-US" dirty="0"/>
              <a:t>搭建拓扑并分配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1"/>
            <a:r>
              <a:rPr lang="zh-CN" altLang="en-US" dirty="0"/>
              <a:t>各主机互相通信情况（发送简单</a:t>
            </a:r>
            <a:r>
              <a:rPr lang="en-US" altLang="zh-CN" dirty="0"/>
              <a:t>PDU</a:t>
            </a:r>
            <a:r>
              <a:rPr lang="zh-CN" altLang="en-US" dirty="0"/>
              <a:t>或者</a:t>
            </a:r>
            <a:r>
              <a:rPr lang="en-US" altLang="zh-CN" dirty="0"/>
              <a:t>ping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发送广播报情况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20153B4-D738-4717-A0E4-972225ED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传统局域网的局限性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4C71F5-0E28-4CE8-9ABE-4F3232470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7" y="2666722"/>
            <a:ext cx="8886825" cy="3514725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39A66DD0-0F32-4424-8F94-6C73163D6952}"/>
              </a:ext>
            </a:extLst>
          </p:cNvPr>
          <p:cNvGrpSpPr>
            <a:grpSpLocks noChangeAspect="1"/>
          </p:cNvGrpSpPr>
          <p:nvPr/>
        </p:nvGrpSpPr>
        <p:grpSpPr>
          <a:xfrm>
            <a:off x="238125" y="5660266"/>
            <a:ext cx="429262" cy="1080000"/>
            <a:chOff x="2502883" y="745871"/>
            <a:chExt cx="1886020" cy="4745130"/>
          </a:xfrm>
        </p:grpSpPr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8E47B7B3-3650-4767-9ABB-CD3BD8F24045}"/>
                </a:ext>
              </a:extLst>
            </p:cNvPr>
            <p:cNvSpPr/>
            <p:nvPr/>
          </p:nvSpPr>
          <p:spPr>
            <a:xfrm>
              <a:off x="2502883" y="745871"/>
              <a:ext cx="1886020" cy="4734469"/>
            </a:xfrm>
            <a:custGeom>
              <a:avLst/>
              <a:gdLst>
                <a:gd name="connsiteX0" fmla="*/ 1884245 w 1886020"/>
                <a:gd name="connsiteY0" fmla="*/ 523393 h 4734469"/>
                <a:gd name="connsiteX1" fmla="*/ 1874265 w 1886020"/>
                <a:gd name="connsiteY1" fmla="*/ 495786 h 4734469"/>
                <a:gd name="connsiteX2" fmla="*/ 1867783 w 1886020"/>
                <a:gd name="connsiteY2" fmla="*/ 465103 h 4734469"/>
                <a:gd name="connsiteX3" fmla="*/ 1850007 w 1886020"/>
                <a:gd name="connsiteY3" fmla="*/ 460490 h 4734469"/>
                <a:gd name="connsiteX4" fmla="*/ 1844762 w 1886020"/>
                <a:gd name="connsiteY4" fmla="*/ 448260 h 4734469"/>
                <a:gd name="connsiteX5" fmla="*/ 1805863 w 1886020"/>
                <a:gd name="connsiteY5" fmla="*/ 417944 h 4734469"/>
                <a:gd name="connsiteX6" fmla="*/ 1870331 w 1886020"/>
                <a:gd name="connsiteY6" fmla="*/ 358921 h 4734469"/>
                <a:gd name="connsiteX7" fmla="*/ 1861299 w 1886020"/>
                <a:gd name="connsiteY7" fmla="*/ 324137 h 4734469"/>
                <a:gd name="connsiteX8" fmla="*/ 1851393 w 1886020"/>
                <a:gd name="connsiteY8" fmla="*/ 326774 h 4734469"/>
                <a:gd name="connsiteX9" fmla="*/ 1796830 w 1886020"/>
                <a:gd name="connsiteY9" fmla="*/ 349255 h 4734469"/>
                <a:gd name="connsiteX10" fmla="*/ 1765943 w 1886020"/>
                <a:gd name="connsiteY10" fmla="*/ 363534 h 4734469"/>
                <a:gd name="connsiteX11" fmla="*/ 1693315 w 1886020"/>
                <a:gd name="connsiteY11" fmla="*/ 436543 h 4734469"/>
                <a:gd name="connsiteX12" fmla="*/ 1648150 w 1886020"/>
                <a:gd name="connsiteY12" fmla="*/ 518706 h 4734469"/>
                <a:gd name="connsiteX13" fmla="*/ 1638535 w 1886020"/>
                <a:gd name="connsiteY13" fmla="*/ 574946 h 4734469"/>
                <a:gd name="connsiteX14" fmla="*/ 1638663 w 1886020"/>
                <a:gd name="connsiteY14" fmla="*/ 580662 h 4734469"/>
                <a:gd name="connsiteX15" fmla="*/ 1613134 w 1886020"/>
                <a:gd name="connsiteY15" fmla="*/ 587941 h 4734469"/>
                <a:gd name="connsiteX16" fmla="*/ 1591981 w 1886020"/>
                <a:gd name="connsiteY16" fmla="*/ 643937 h 4734469"/>
                <a:gd name="connsiteX17" fmla="*/ 1578159 w 1886020"/>
                <a:gd name="connsiteY17" fmla="*/ 669479 h 4734469"/>
                <a:gd name="connsiteX18" fmla="*/ 1563141 w 1886020"/>
                <a:gd name="connsiteY18" fmla="*/ 681284 h 4734469"/>
                <a:gd name="connsiteX19" fmla="*/ 1533375 w 1886020"/>
                <a:gd name="connsiteY19" fmla="*/ 756751 h 4734469"/>
                <a:gd name="connsiteX20" fmla="*/ 1485671 w 1886020"/>
                <a:gd name="connsiteY20" fmla="*/ 856861 h 4734469"/>
                <a:gd name="connsiteX21" fmla="*/ 1415921 w 1886020"/>
                <a:gd name="connsiteY21" fmla="*/ 918590 h 4734469"/>
                <a:gd name="connsiteX22" fmla="*/ 1406812 w 1886020"/>
                <a:gd name="connsiteY22" fmla="*/ 937801 h 4734469"/>
                <a:gd name="connsiteX23" fmla="*/ 1382456 w 1886020"/>
                <a:gd name="connsiteY23" fmla="*/ 945325 h 4734469"/>
                <a:gd name="connsiteX24" fmla="*/ 1315988 w 1886020"/>
                <a:gd name="connsiteY24" fmla="*/ 955470 h 4734469"/>
                <a:gd name="connsiteX25" fmla="*/ 1237040 w 1886020"/>
                <a:gd name="connsiteY25" fmla="*/ 944378 h 4734469"/>
                <a:gd name="connsiteX26" fmla="*/ 1220194 w 1886020"/>
                <a:gd name="connsiteY26" fmla="*/ 945880 h 4734469"/>
                <a:gd name="connsiteX27" fmla="*/ 1206377 w 1886020"/>
                <a:gd name="connsiteY27" fmla="*/ 941040 h 4734469"/>
                <a:gd name="connsiteX28" fmla="*/ 1175042 w 1886020"/>
                <a:gd name="connsiteY28" fmla="*/ 928647 h 4734469"/>
                <a:gd name="connsiteX29" fmla="*/ 1145313 w 1886020"/>
                <a:gd name="connsiteY29" fmla="*/ 940191 h 4734469"/>
                <a:gd name="connsiteX30" fmla="*/ 1126295 w 1886020"/>
                <a:gd name="connsiteY30" fmla="*/ 912187 h 4734469"/>
                <a:gd name="connsiteX31" fmla="*/ 1097455 w 1886020"/>
                <a:gd name="connsiteY31" fmla="*/ 898352 h 4734469"/>
                <a:gd name="connsiteX32" fmla="*/ 1087927 w 1886020"/>
                <a:gd name="connsiteY32" fmla="*/ 876721 h 4734469"/>
                <a:gd name="connsiteX33" fmla="*/ 1059155 w 1886020"/>
                <a:gd name="connsiteY33" fmla="*/ 877769 h 4734469"/>
                <a:gd name="connsiteX34" fmla="*/ 990638 w 1886020"/>
                <a:gd name="connsiteY34" fmla="*/ 848823 h 4734469"/>
                <a:gd name="connsiteX35" fmla="*/ 927078 w 1886020"/>
                <a:gd name="connsiteY35" fmla="*/ 829834 h 4734469"/>
                <a:gd name="connsiteX36" fmla="*/ 917154 w 1886020"/>
                <a:gd name="connsiteY36" fmla="*/ 810211 h 4734469"/>
                <a:gd name="connsiteX37" fmla="*/ 909914 w 1886020"/>
                <a:gd name="connsiteY37" fmla="*/ 795381 h 4734469"/>
                <a:gd name="connsiteX38" fmla="*/ 871407 w 1886020"/>
                <a:gd name="connsiteY38" fmla="*/ 783885 h 4734469"/>
                <a:gd name="connsiteX39" fmla="*/ 826658 w 1886020"/>
                <a:gd name="connsiteY39" fmla="*/ 791587 h 4734469"/>
                <a:gd name="connsiteX40" fmla="*/ 825164 w 1886020"/>
                <a:gd name="connsiteY40" fmla="*/ 785828 h 4734469"/>
                <a:gd name="connsiteX41" fmla="*/ 775558 w 1886020"/>
                <a:gd name="connsiteY41" fmla="*/ 724921 h 4734469"/>
                <a:gd name="connsiteX42" fmla="*/ 716782 w 1886020"/>
                <a:gd name="connsiteY42" fmla="*/ 701026 h 4734469"/>
                <a:gd name="connsiteX43" fmla="*/ 716446 w 1886020"/>
                <a:gd name="connsiteY43" fmla="*/ 695553 h 4734469"/>
                <a:gd name="connsiteX44" fmla="*/ 728319 w 1886020"/>
                <a:gd name="connsiteY44" fmla="*/ 619469 h 4734469"/>
                <a:gd name="connsiteX45" fmla="*/ 731107 w 1886020"/>
                <a:gd name="connsiteY45" fmla="*/ 611455 h 4734469"/>
                <a:gd name="connsiteX46" fmla="*/ 925349 w 1886020"/>
                <a:gd name="connsiteY46" fmla="*/ 278594 h 4734469"/>
                <a:gd name="connsiteX47" fmla="*/ 853616 w 1886020"/>
                <a:gd name="connsiteY47" fmla="*/ 154334 h 4734469"/>
                <a:gd name="connsiteX48" fmla="*/ 851478 w 1886020"/>
                <a:gd name="connsiteY48" fmla="*/ 137960 h 4734469"/>
                <a:gd name="connsiteX49" fmla="*/ 835001 w 1886020"/>
                <a:gd name="connsiteY49" fmla="*/ 106065 h 4734469"/>
                <a:gd name="connsiteX50" fmla="*/ 778219 w 1886020"/>
                <a:gd name="connsiteY50" fmla="*/ 54216 h 4734469"/>
                <a:gd name="connsiteX51" fmla="*/ 755492 w 1886020"/>
                <a:gd name="connsiteY51" fmla="*/ 43891 h 4734469"/>
                <a:gd name="connsiteX52" fmla="*/ 632527 w 1886020"/>
                <a:gd name="connsiteY52" fmla="*/ -120 h 4734469"/>
                <a:gd name="connsiteX53" fmla="*/ 511529 w 1886020"/>
                <a:gd name="connsiteY53" fmla="*/ 21702 h 4734469"/>
                <a:gd name="connsiteX54" fmla="*/ 508469 w 1886020"/>
                <a:gd name="connsiteY54" fmla="*/ 21555 h 4734469"/>
                <a:gd name="connsiteX55" fmla="*/ 505410 w 1886020"/>
                <a:gd name="connsiteY55" fmla="*/ 21409 h 4734469"/>
                <a:gd name="connsiteX56" fmla="*/ 501768 w 1886020"/>
                <a:gd name="connsiteY56" fmla="*/ 21043 h 4734469"/>
                <a:gd name="connsiteX57" fmla="*/ 469278 w 1886020"/>
                <a:gd name="connsiteY57" fmla="*/ 25730 h 4734469"/>
                <a:gd name="connsiteX58" fmla="*/ 463524 w 1886020"/>
                <a:gd name="connsiteY58" fmla="*/ 36933 h 4734469"/>
                <a:gd name="connsiteX59" fmla="*/ 461484 w 1886020"/>
                <a:gd name="connsiteY59" fmla="*/ 40668 h 4734469"/>
                <a:gd name="connsiteX60" fmla="*/ 461484 w 1886020"/>
                <a:gd name="connsiteY60" fmla="*/ 40668 h 4734469"/>
                <a:gd name="connsiteX61" fmla="*/ 456312 w 1886020"/>
                <a:gd name="connsiteY61" fmla="*/ 47698 h 4734469"/>
                <a:gd name="connsiteX62" fmla="*/ 456312 w 1886020"/>
                <a:gd name="connsiteY62" fmla="*/ 47698 h 4734469"/>
                <a:gd name="connsiteX63" fmla="*/ 403061 w 1886020"/>
                <a:gd name="connsiteY63" fmla="*/ 77869 h 4734469"/>
                <a:gd name="connsiteX64" fmla="*/ 324532 w 1886020"/>
                <a:gd name="connsiteY64" fmla="*/ 186540 h 4734469"/>
                <a:gd name="connsiteX65" fmla="*/ 325625 w 1886020"/>
                <a:gd name="connsiteY65" fmla="*/ 324210 h 4734469"/>
                <a:gd name="connsiteX66" fmla="*/ 354726 w 1886020"/>
                <a:gd name="connsiteY66" fmla="*/ 387041 h 4734469"/>
                <a:gd name="connsiteX67" fmla="*/ 354729 w 1886020"/>
                <a:gd name="connsiteY67" fmla="*/ 387125 h 4734469"/>
                <a:gd name="connsiteX68" fmla="*/ 354368 w 1886020"/>
                <a:gd name="connsiteY68" fmla="*/ 386850 h 4734469"/>
                <a:gd name="connsiteX69" fmla="*/ 242435 w 1886020"/>
                <a:gd name="connsiteY69" fmla="*/ 498129 h 4734469"/>
                <a:gd name="connsiteX70" fmla="*/ 361648 w 1886020"/>
                <a:gd name="connsiteY70" fmla="*/ 435424 h 4734469"/>
                <a:gd name="connsiteX71" fmla="*/ 363141 w 1886020"/>
                <a:gd name="connsiteY71" fmla="*/ 441669 h 4734469"/>
                <a:gd name="connsiteX72" fmla="*/ 385505 w 1886020"/>
                <a:gd name="connsiteY72" fmla="*/ 505671 h 4734469"/>
                <a:gd name="connsiteX73" fmla="*/ 435987 w 1886020"/>
                <a:gd name="connsiteY73" fmla="*/ 563961 h 4734469"/>
                <a:gd name="connsiteX74" fmla="*/ 453319 w 1886020"/>
                <a:gd name="connsiteY74" fmla="*/ 565943 h 4734469"/>
                <a:gd name="connsiteX75" fmla="*/ 457839 w 1886020"/>
                <a:gd name="connsiteY75" fmla="*/ 565708 h 4734469"/>
                <a:gd name="connsiteX76" fmla="*/ 446055 w 1886020"/>
                <a:gd name="connsiteY76" fmla="*/ 677019 h 4734469"/>
                <a:gd name="connsiteX77" fmla="*/ 404147 w 1886020"/>
                <a:gd name="connsiteY77" fmla="*/ 688604 h 4734469"/>
                <a:gd name="connsiteX78" fmla="*/ 387200 w 1886020"/>
                <a:gd name="connsiteY78" fmla="*/ 697652 h 4734469"/>
                <a:gd name="connsiteX79" fmla="*/ 369682 w 1886020"/>
                <a:gd name="connsiteY79" fmla="*/ 689015 h 4734469"/>
                <a:gd name="connsiteX80" fmla="*/ 245299 w 1886020"/>
                <a:gd name="connsiteY80" fmla="*/ 695605 h 4734469"/>
                <a:gd name="connsiteX81" fmla="*/ 143191 w 1886020"/>
                <a:gd name="connsiteY81" fmla="*/ 869154 h 4734469"/>
                <a:gd name="connsiteX82" fmla="*/ 97334 w 1886020"/>
                <a:gd name="connsiteY82" fmla="*/ 900423 h 4734469"/>
                <a:gd name="connsiteX83" fmla="*/ 89426 w 1886020"/>
                <a:gd name="connsiteY83" fmla="*/ 915458 h 4734469"/>
                <a:gd name="connsiteX84" fmla="*/ 75452 w 1886020"/>
                <a:gd name="connsiteY84" fmla="*/ 925468 h 4734469"/>
                <a:gd name="connsiteX85" fmla="*/ 27541 w 1886020"/>
                <a:gd name="connsiteY85" fmla="*/ 953154 h 4734469"/>
                <a:gd name="connsiteX86" fmla="*/ -34 w 1886020"/>
                <a:gd name="connsiteY86" fmla="*/ 999620 h 4734469"/>
                <a:gd name="connsiteX87" fmla="*/ 8434 w 1886020"/>
                <a:gd name="connsiteY87" fmla="*/ 1038698 h 4734469"/>
                <a:gd name="connsiteX88" fmla="*/ 40317 w 1886020"/>
                <a:gd name="connsiteY88" fmla="*/ 1099798 h 4734469"/>
                <a:gd name="connsiteX89" fmla="*/ 27433 w 1886020"/>
                <a:gd name="connsiteY89" fmla="*/ 1130006 h 4734469"/>
                <a:gd name="connsiteX90" fmla="*/ 38612 w 1886020"/>
                <a:gd name="connsiteY90" fmla="*/ 1216252 h 4734469"/>
                <a:gd name="connsiteX91" fmla="*/ 27292 w 1886020"/>
                <a:gd name="connsiteY91" fmla="*/ 1291511 h 4734469"/>
                <a:gd name="connsiteX92" fmla="*/ 78979 w 1886020"/>
                <a:gd name="connsiteY92" fmla="*/ 1580927 h 4734469"/>
                <a:gd name="connsiteX93" fmla="*/ 91251 w 1886020"/>
                <a:gd name="connsiteY93" fmla="*/ 1628525 h 4734469"/>
                <a:gd name="connsiteX94" fmla="*/ 70077 w 1886020"/>
                <a:gd name="connsiteY94" fmla="*/ 1716517 h 4734469"/>
                <a:gd name="connsiteX95" fmla="*/ 107198 w 1886020"/>
                <a:gd name="connsiteY95" fmla="*/ 1902274 h 4734469"/>
                <a:gd name="connsiteX96" fmla="*/ 105750 w 1886020"/>
                <a:gd name="connsiteY96" fmla="*/ 1989837 h 4734469"/>
                <a:gd name="connsiteX97" fmla="*/ 130737 w 1886020"/>
                <a:gd name="connsiteY97" fmla="*/ 2042751 h 4734469"/>
                <a:gd name="connsiteX98" fmla="*/ 163624 w 1886020"/>
                <a:gd name="connsiteY98" fmla="*/ 2141265 h 4734469"/>
                <a:gd name="connsiteX99" fmla="*/ 236572 w 1886020"/>
                <a:gd name="connsiteY99" fmla="*/ 2228163 h 4734469"/>
                <a:gd name="connsiteX100" fmla="*/ 236300 w 1886020"/>
                <a:gd name="connsiteY100" fmla="*/ 2412053 h 4734469"/>
                <a:gd name="connsiteX101" fmla="*/ 265444 w 1886020"/>
                <a:gd name="connsiteY101" fmla="*/ 2401299 h 4734469"/>
                <a:gd name="connsiteX102" fmla="*/ 330016 w 1886020"/>
                <a:gd name="connsiteY102" fmla="*/ 2655748 h 4734469"/>
                <a:gd name="connsiteX103" fmla="*/ 376474 w 1886020"/>
                <a:gd name="connsiteY103" fmla="*/ 2730632 h 4734469"/>
                <a:gd name="connsiteX104" fmla="*/ 394604 w 1886020"/>
                <a:gd name="connsiteY104" fmla="*/ 2789975 h 4734469"/>
                <a:gd name="connsiteX105" fmla="*/ 446089 w 1886020"/>
                <a:gd name="connsiteY105" fmla="*/ 3004200 h 4734469"/>
                <a:gd name="connsiteX106" fmla="*/ 469814 w 1886020"/>
                <a:gd name="connsiteY106" fmla="*/ 3180333 h 4734469"/>
                <a:gd name="connsiteX107" fmla="*/ 481889 w 1886020"/>
                <a:gd name="connsiteY107" fmla="*/ 3300881 h 4734469"/>
                <a:gd name="connsiteX108" fmla="*/ 497206 w 1886020"/>
                <a:gd name="connsiteY108" fmla="*/ 3322008 h 4734469"/>
                <a:gd name="connsiteX109" fmla="*/ 497458 w 1886020"/>
                <a:gd name="connsiteY109" fmla="*/ 3349846 h 4734469"/>
                <a:gd name="connsiteX110" fmla="*/ 472035 w 1886020"/>
                <a:gd name="connsiteY110" fmla="*/ 3558699 h 4734469"/>
                <a:gd name="connsiteX111" fmla="*/ 455363 w 1886020"/>
                <a:gd name="connsiteY111" fmla="*/ 3581867 h 4734469"/>
                <a:gd name="connsiteX112" fmla="*/ 376617 w 1886020"/>
                <a:gd name="connsiteY112" fmla="*/ 3789983 h 4734469"/>
                <a:gd name="connsiteX113" fmla="*/ 323803 w 1886020"/>
                <a:gd name="connsiteY113" fmla="*/ 4224670 h 4734469"/>
                <a:gd name="connsiteX114" fmla="*/ 269897 w 1886020"/>
                <a:gd name="connsiteY114" fmla="*/ 4290356 h 4734469"/>
                <a:gd name="connsiteX115" fmla="*/ 242653 w 1886020"/>
                <a:gd name="connsiteY115" fmla="*/ 4425902 h 4734469"/>
                <a:gd name="connsiteX116" fmla="*/ 245130 w 1886020"/>
                <a:gd name="connsiteY116" fmla="*/ 4448237 h 4734469"/>
                <a:gd name="connsiteX117" fmla="*/ 268367 w 1886020"/>
                <a:gd name="connsiteY117" fmla="*/ 4467643 h 4734469"/>
                <a:gd name="connsiteX118" fmla="*/ 281062 w 1886020"/>
                <a:gd name="connsiteY118" fmla="*/ 4473643 h 4734469"/>
                <a:gd name="connsiteX119" fmla="*/ 273678 w 1886020"/>
                <a:gd name="connsiteY119" fmla="*/ 4504884 h 4734469"/>
                <a:gd name="connsiteX120" fmla="*/ 223785 w 1886020"/>
                <a:gd name="connsiteY120" fmla="*/ 4478920 h 4734469"/>
                <a:gd name="connsiteX121" fmla="*/ 197562 w 1886020"/>
                <a:gd name="connsiteY121" fmla="*/ 4694067 h 4734469"/>
                <a:gd name="connsiteX122" fmla="*/ 200110 w 1886020"/>
                <a:gd name="connsiteY122" fmla="*/ 4707613 h 4734469"/>
                <a:gd name="connsiteX123" fmla="*/ 217011 w 1886020"/>
                <a:gd name="connsiteY123" fmla="*/ 4715815 h 4734469"/>
                <a:gd name="connsiteX124" fmla="*/ 430232 w 1886020"/>
                <a:gd name="connsiteY124" fmla="*/ 4734343 h 4734469"/>
                <a:gd name="connsiteX125" fmla="*/ 603607 w 1886020"/>
                <a:gd name="connsiteY125" fmla="*/ 4725262 h 4734469"/>
                <a:gd name="connsiteX126" fmla="*/ 662684 w 1886020"/>
                <a:gd name="connsiteY126" fmla="*/ 4720722 h 4734469"/>
                <a:gd name="connsiteX127" fmla="*/ 843635 w 1886020"/>
                <a:gd name="connsiteY127" fmla="*/ 4698241 h 4734469"/>
                <a:gd name="connsiteX128" fmla="*/ 916335 w 1886020"/>
                <a:gd name="connsiteY128" fmla="*/ 4666093 h 4734469"/>
                <a:gd name="connsiteX129" fmla="*/ 932144 w 1886020"/>
                <a:gd name="connsiteY129" fmla="*/ 4593231 h 4734469"/>
                <a:gd name="connsiteX130" fmla="*/ 932070 w 1886020"/>
                <a:gd name="connsiteY130" fmla="*/ 4593011 h 4734469"/>
                <a:gd name="connsiteX131" fmla="*/ 844873 w 1886020"/>
                <a:gd name="connsiteY131" fmla="*/ 4558374 h 4734469"/>
                <a:gd name="connsiteX132" fmla="*/ 753524 w 1886020"/>
                <a:gd name="connsiteY132" fmla="*/ 4529302 h 4734469"/>
                <a:gd name="connsiteX133" fmla="*/ 734593 w 1886020"/>
                <a:gd name="connsiteY133" fmla="*/ 4518606 h 4734469"/>
                <a:gd name="connsiteX134" fmla="*/ 739537 w 1886020"/>
                <a:gd name="connsiteY134" fmla="*/ 4517219 h 4734469"/>
                <a:gd name="connsiteX135" fmla="*/ 815225 w 1886020"/>
                <a:gd name="connsiteY135" fmla="*/ 4473721 h 4734469"/>
                <a:gd name="connsiteX136" fmla="*/ 913204 w 1886020"/>
                <a:gd name="connsiteY136" fmla="*/ 4451240 h 4734469"/>
                <a:gd name="connsiteX137" fmla="*/ 1008777 w 1886020"/>
                <a:gd name="connsiteY137" fmla="*/ 4421948 h 4734469"/>
                <a:gd name="connsiteX138" fmla="*/ 1047167 w 1886020"/>
                <a:gd name="connsiteY138" fmla="*/ 4341177 h 4734469"/>
                <a:gd name="connsiteX139" fmla="*/ 1045565 w 1886020"/>
                <a:gd name="connsiteY139" fmla="*/ 4334806 h 4734469"/>
                <a:gd name="connsiteX140" fmla="*/ 966018 w 1886020"/>
                <a:gd name="connsiteY140" fmla="*/ 4275418 h 4734469"/>
                <a:gd name="connsiteX141" fmla="*/ 869350 w 1886020"/>
                <a:gd name="connsiteY141" fmla="*/ 4240780 h 4734469"/>
                <a:gd name="connsiteX142" fmla="*/ 865416 w 1886020"/>
                <a:gd name="connsiteY142" fmla="*/ 4237558 h 4734469"/>
                <a:gd name="connsiteX143" fmla="*/ 858312 w 1886020"/>
                <a:gd name="connsiteY143" fmla="*/ 4231890 h 4734469"/>
                <a:gd name="connsiteX144" fmla="*/ 866202 w 1886020"/>
                <a:gd name="connsiteY144" fmla="*/ 4198483 h 4734469"/>
                <a:gd name="connsiteX145" fmla="*/ 846828 w 1886020"/>
                <a:gd name="connsiteY145" fmla="*/ 4146993 h 4734469"/>
                <a:gd name="connsiteX146" fmla="*/ 827606 w 1886020"/>
                <a:gd name="connsiteY146" fmla="*/ 4040589 h 4734469"/>
                <a:gd name="connsiteX147" fmla="*/ 769290 w 1886020"/>
                <a:gd name="connsiteY147" fmla="*/ 3774485 h 4734469"/>
                <a:gd name="connsiteX148" fmla="*/ 762475 w 1886020"/>
                <a:gd name="connsiteY148" fmla="*/ 3744253 h 4734469"/>
                <a:gd name="connsiteX149" fmla="*/ 836934 w 1886020"/>
                <a:gd name="connsiteY149" fmla="*/ 3624999 h 4734469"/>
                <a:gd name="connsiteX150" fmla="*/ 908250 w 1886020"/>
                <a:gd name="connsiteY150" fmla="*/ 3483961 h 4734469"/>
                <a:gd name="connsiteX151" fmla="*/ 919032 w 1886020"/>
                <a:gd name="connsiteY151" fmla="*/ 3436142 h 4734469"/>
                <a:gd name="connsiteX152" fmla="*/ 1024295 w 1886020"/>
                <a:gd name="connsiteY152" fmla="*/ 2880409 h 4734469"/>
                <a:gd name="connsiteX153" fmla="*/ 1033661 w 1886020"/>
                <a:gd name="connsiteY153" fmla="*/ 2800068 h 4734469"/>
                <a:gd name="connsiteX154" fmla="*/ 1047473 w 1886020"/>
                <a:gd name="connsiteY154" fmla="*/ 2724013 h 4734469"/>
                <a:gd name="connsiteX155" fmla="*/ 1058970 w 1886020"/>
                <a:gd name="connsiteY155" fmla="*/ 2622350 h 4734469"/>
                <a:gd name="connsiteX156" fmla="*/ 1047617 w 1886020"/>
                <a:gd name="connsiteY156" fmla="*/ 2488368 h 4734469"/>
                <a:gd name="connsiteX157" fmla="*/ 1042031 w 1886020"/>
                <a:gd name="connsiteY157" fmla="*/ 2396930 h 4734469"/>
                <a:gd name="connsiteX158" fmla="*/ 1038963 w 1886020"/>
                <a:gd name="connsiteY158" fmla="*/ 2381416 h 4734469"/>
                <a:gd name="connsiteX159" fmla="*/ 1037129 w 1886020"/>
                <a:gd name="connsiteY159" fmla="*/ 2373822 h 4734469"/>
                <a:gd name="connsiteX160" fmla="*/ 1019095 w 1886020"/>
                <a:gd name="connsiteY160" fmla="*/ 2324047 h 4734469"/>
                <a:gd name="connsiteX161" fmla="*/ 1005573 w 1886020"/>
                <a:gd name="connsiteY161" fmla="*/ 2296263 h 4734469"/>
                <a:gd name="connsiteX162" fmla="*/ 995240 w 1886020"/>
                <a:gd name="connsiteY162" fmla="*/ 2281142 h 4734469"/>
                <a:gd name="connsiteX163" fmla="*/ 1058914 w 1886020"/>
                <a:gd name="connsiteY163" fmla="*/ 2287002 h 4734469"/>
                <a:gd name="connsiteX164" fmla="*/ 1073548 w 1886020"/>
                <a:gd name="connsiteY164" fmla="*/ 2283943 h 4734469"/>
                <a:gd name="connsiteX165" fmla="*/ 1075497 w 1886020"/>
                <a:gd name="connsiteY165" fmla="*/ 2276255 h 4734469"/>
                <a:gd name="connsiteX166" fmla="*/ 1058910 w 1886020"/>
                <a:gd name="connsiteY166" fmla="*/ 2207029 h 4734469"/>
                <a:gd name="connsiteX167" fmla="*/ 1039680 w 1886020"/>
                <a:gd name="connsiteY167" fmla="*/ 2161643 h 4734469"/>
                <a:gd name="connsiteX168" fmla="*/ 1045298 w 1886020"/>
                <a:gd name="connsiteY168" fmla="*/ 2139108 h 4734469"/>
                <a:gd name="connsiteX169" fmla="*/ 1073729 w 1886020"/>
                <a:gd name="connsiteY169" fmla="*/ 2062887 h 4734469"/>
                <a:gd name="connsiteX170" fmla="*/ 1098774 w 1886020"/>
                <a:gd name="connsiteY170" fmla="*/ 1856238 h 4734469"/>
                <a:gd name="connsiteX171" fmla="*/ 1117459 w 1886020"/>
                <a:gd name="connsiteY171" fmla="*/ 1696376 h 4734469"/>
                <a:gd name="connsiteX172" fmla="*/ 1090811 w 1886020"/>
                <a:gd name="connsiteY172" fmla="*/ 1564235 h 4734469"/>
                <a:gd name="connsiteX173" fmla="*/ 1070016 w 1886020"/>
                <a:gd name="connsiteY173" fmla="*/ 1535166 h 4734469"/>
                <a:gd name="connsiteX174" fmla="*/ 1065064 w 1886020"/>
                <a:gd name="connsiteY174" fmla="*/ 1500401 h 4734469"/>
                <a:gd name="connsiteX175" fmla="*/ 1069409 w 1886020"/>
                <a:gd name="connsiteY175" fmla="*/ 1285230 h 4734469"/>
                <a:gd name="connsiteX176" fmla="*/ 1428401 w 1886020"/>
                <a:gd name="connsiteY176" fmla="*/ 1244648 h 4734469"/>
                <a:gd name="connsiteX177" fmla="*/ 1469267 w 1886020"/>
                <a:gd name="connsiteY177" fmla="*/ 1233637 h 4734469"/>
                <a:gd name="connsiteX178" fmla="*/ 1510569 w 1886020"/>
                <a:gd name="connsiteY178" fmla="*/ 1207741 h 4734469"/>
                <a:gd name="connsiteX179" fmla="*/ 1622232 w 1886020"/>
                <a:gd name="connsiteY179" fmla="*/ 1109831 h 4734469"/>
                <a:gd name="connsiteX180" fmla="*/ 1688425 w 1886020"/>
                <a:gd name="connsiteY180" fmla="*/ 946642 h 4734469"/>
                <a:gd name="connsiteX181" fmla="*/ 1747562 w 1886020"/>
                <a:gd name="connsiteY181" fmla="*/ 844368 h 4734469"/>
                <a:gd name="connsiteX182" fmla="*/ 1761043 w 1886020"/>
                <a:gd name="connsiteY182" fmla="*/ 794696 h 4734469"/>
                <a:gd name="connsiteX183" fmla="*/ 1753437 w 1886020"/>
                <a:gd name="connsiteY183" fmla="*/ 741358 h 4734469"/>
                <a:gd name="connsiteX184" fmla="*/ 1796361 w 1886020"/>
                <a:gd name="connsiteY184" fmla="*/ 663739 h 4734469"/>
                <a:gd name="connsiteX185" fmla="*/ 1806570 w 1886020"/>
                <a:gd name="connsiteY185" fmla="*/ 650101 h 4734469"/>
                <a:gd name="connsiteX186" fmla="*/ 1804140 w 1886020"/>
                <a:gd name="connsiteY186" fmla="*/ 636808 h 4734469"/>
                <a:gd name="connsiteX187" fmla="*/ 1803307 w 1886020"/>
                <a:gd name="connsiteY187" fmla="*/ 635266 h 4734469"/>
                <a:gd name="connsiteX188" fmla="*/ 1811545 w 1886020"/>
                <a:gd name="connsiteY188" fmla="*/ 629796 h 4734469"/>
                <a:gd name="connsiteX189" fmla="*/ 1839081 w 1886020"/>
                <a:gd name="connsiteY189" fmla="*/ 608266 h 4734469"/>
                <a:gd name="connsiteX190" fmla="*/ 1874848 w 1886020"/>
                <a:gd name="connsiteY190" fmla="*/ 572018 h 4734469"/>
                <a:gd name="connsiteX191" fmla="*/ 1884245 w 1886020"/>
                <a:gd name="connsiteY191" fmla="*/ 523393 h 4734469"/>
                <a:gd name="connsiteX192" fmla="*/ 570346 w 1886020"/>
                <a:gd name="connsiteY192" fmla="*/ 4449227 h 4734469"/>
                <a:gd name="connsiteX193" fmla="*/ 563104 w 1886020"/>
                <a:gd name="connsiteY193" fmla="*/ 4449848 h 4734469"/>
                <a:gd name="connsiteX194" fmla="*/ 537097 w 1886020"/>
                <a:gd name="connsiteY194" fmla="*/ 4457317 h 4734469"/>
                <a:gd name="connsiteX195" fmla="*/ 535135 w 1886020"/>
                <a:gd name="connsiteY195" fmla="*/ 4458333 h 4734469"/>
                <a:gd name="connsiteX196" fmla="*/ 566672 w 1886020"/>
                <a:gd name="connsiteY196" fmla="*/ 4383942 h 4734469"/>
                <a:gd name="connsiteX197" fmla="*/ 570026 w 1886020"/>
                <a:gd name="connsiteY197" fmla="*/ 4374975 h 4734469"/>
                <a:gd name="connsiteX198" fmla="*/ 568786 w 1886020"/>
                <a:gd name="connsiteY198" fmla="*/ 4391777 h 4734469"/>
                <a:gd name="connsiteX199" fmla="*/ 570346 w 1886020"/>
                <a:gd name="connsiteY199" fmla="*/ 4449227 h 473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1886020" h="4734469">
                  <a:moveTo>
                    <a:pt x="1884245" y="523393"/>
                  </a:moveTo>
                  <a:cubicBezTo>
                    <a:pt x="1879987" y="514554"/>
                    <a:pt x="1876643" y="505304"/>
                    <a:pt x="1874265" y="495786"/>
                  </a:cubicBezTo>
                  <a:cubicBezTo>
                    <a:pt x="1873246" y="484801"/>
                    <a:pt x="1877470" y="470302"/>
                    <a:pt x="1867783" y="465103"/>
                  </a:cubicBezTo>
                  <a:cubicBezTo>
                    <a:pt x="1862319" y="462173"/>
                    <a:pt x="1854816" y="464370"/>
                    <a:pt x="1850007" y="460490"/>
                  </a:cubicBezTo>
                  <a:cubicBezTo>
                    <a:pt x="1847008" y="457071"/>
                    <a:pt x="1845172" y="452789"/>
                    <a:pt x="1844762" y="448260"/>
                  </a:cubicBezTo>
                  <a:cubicBezTo>
                    <a:pt x="1839748" y="430784"/>
                    <a:pt x="1824034" y="418538"/>
                    <a:pt x="1805863" y="417944"/>
                  </a:cubicBezTo>
                  <a:cubicBezTo>
                    <a:pt x="1816353" y="390189"/>
                    <a:pt x="1853722" y="383379"/>
                    <a:pt x="1870331" y="358921"/>
                  </a:cubicBezTo>
                  <a:cubicBezTo>
                    <a:pt x="1878637" y="346765"/>
                    <a:pt x="1875941" y="324284"/>
                    <a:pt x="1861299" y="324137"/>
                  </a:cubicBezTo>
                  <a:cubicBezTo>
                    <a:pt x="1857855" y="324356"/>
                    <a:pt x="1854489" y="325252"/>
                    <a:pt x="1851393" y="326774"/>
                  </a:cubicBezTo>
                  <a:cubicBezTo>
                    <a:pt x="1833181" y="334243"/>
                    <a:pt x="1815041" y="341785"/>
                    <a:pt x="1796830" y="349255"/>
                  </a:cubicBezTo>
                  <a:cubicBezTo>
                    <a:pt x="1786256" y="353386"/>
                    <a:pt x="1775941" y="358155"/>
                    <a:pt x="1765943" y="363534"/>
                  </a:cubicBezTo>
                  <a:cubicBezTo>
                    <a:pt x="1735930" y="380596"/>
                    <a:pt x="1713493" y="408351"/>
                    <a:pt x="1693315" y="436543"/>
                  </a:cubicBezTo>
                  <a:cubicBezTo>
                    <a:pt x="1674232" y="461516"/>
                    <a:pt x="1659007" y="489212"/>
                    <a:pt x="1648150" y="518706"/>
                  </a:cubicBezTo>
                  <a:cubicBezTo>
                    <a:pt x="1642068" y="536846"/>
                    <a:pt x="1638825" y="555816"/>
                    <a:pt x="1638535" y="574946"/>
                  </a:cubicBezTo>
                  <a:cubicBezTo>
                    <a:pt x="1638535" y="576864"/>
                    <a:pt x="1638578" y="578769"/>
                    <a:pt x="1638663" y="580662"/>
                  </a:cubicBezTo>
                  <a:cubicBezTo>
                    <a:pt x="1629777" y="582164"/>
                    <a:pt x="1622481" y="586062"/>
                    <a:pt x="1613134" y="587941"/>
                  </a:cubicBezTo>
                  <a:cubicBezTo>
                    <a:pt x="1606083" y="606606"/>
                    <a:pt x="1599032" y="625271"/>
                    <a:pt x="1591981" y="643937"/>
                  </a:cubicBezTo>
                  <a:cubicBezTo>
                    <a:pt x="1589143" y="653296"/>
                    <a:pt x="1584441" y="661984"/>
                    <a:pt x="1578159" y="669479"/>
                  </a:cubicBezTo>
                  <a:cubicBezTo>
                    <a:pt x="1573450" y="673778"/>
                    <a:pt x="1568430" y="677724"/>
                    <a:pt x="1563141" y="681284"/>
                  </a:cubicBezTo>
                  <a:cubicBezTo>
                    <a:pt x="1541319" y="699947"/>
                    <a:pt x="1530169" y="728216"/>
                    <a:pt x="1533375" y="756751"/>
                  </a:cubicBezTo>
                  <a:cubicBezTo>
                    <a:pt x="1493619" y="772381"/>
                    <a:pt x="1472768" y="816138"/>
                    <a:pt x="1485671" y="856861"/>
                  </a:cubicBezTo>
                  <a:cubicBezTo>
                    <a:pt x="1453258" y="863888"/>
                    <a:pt x="1426836" y="887272"/>
                    <a:pt x="1415921" y="918590"/>
                  </a:cubicBezTo>
                  <a:cubicBezTo>
                    <a:pt x="1414418" y="925614"/>
                    <a:pt x="1411299" y="932192"/>
                    <a:pt x="1406812" y="937801"/>
                  </a:cubicBezTo>
                  <a:cubicBezTo>
                    <a:pt x="1399842" y="943118"/>
                    <a:pt x="1391210" y="945785"/>
                    <a:pt x="1382456" y="945325"/>
                  </a:cubicBezTo>
                  <a:cubicBezTo>
                    <a:pt x="1358552" y="946811"/>
                    <a:pt x="1337650" y="965736"/>
                    <a:pt x="1315988" y="955470"/>
                  </a:cubicBezTo>
                  <a:cubicBezTo>
                    <a:pt x="1291397" y="943879"/>
                    <a:pt x="1263872" y="940012"/>
                    <a:pt x="1237040" y="944378"/>
                  </a:cubicBezTo>
                  <a:cubicBezTo>
                    <a:pt x="1231525" y="945684"/>
                    <a:pt x="1225852" y="946189"/>
                    <a:pt x="1220194" y="945880"/>
                  </a:cubicBezTo>
                  <a:cubicBezTo>
                    <a:pt x="1215352" y="945044"/>
                    <a:pt x="1210682" y="943408"/>
                    <a:pt x="1206377" y="941040"/>
                  </a:cubicBezTo>
                  <a:cubicBezTo>
                    <a:pt x="1196629" y="935328"/>
                    <a:pt x="1186061" y="931148"/>
                    <a:pt x="1175042" y="928647"/>
                  </a:cubicBezTo>
                  <a:cubicBezTo>
                    <a:pt x="1163722" y="926283"/>
                    <a:pt x="1152072" y="930807"/>
                    <a:pt x="1145313" y="940191"/>
                  </a:cubicBezTo>
                  <a:cubicBezTo>
                    <a:pt x="1137727" y="931829"/>
                    <a:pt x="1133206" y="921120"/>
                    <a:pt x="1126295" y="912187"/>
                  </a:cubicBezTo>
                  <a:cubicBezTo>
                    <a:pt x="1120075" y="902489"/>
                    <a:pt x="1108911" y="897134"/>
                    <a:pt x="1097455" y="898352"/>
                  </a:cubicBezTo>
                  <a:cubicBezTo>
                    <a:pt x="1104657" y="891903"/>
                    <a:pt x="1097285" y="879067"/>
                    <a:pt x="1087927" y="876721"/>
                  </a:cubicBezTo>
                  <a:cubicBezTo>
                    <a:pt x="1078328" y="875928"/>
                    <a:pt x="1068670" y="876280"/>
                    <a:pt x="1059155" y="877769"/>
                  </a:cubicBezTo>
                  <a:cubicBezTo>
                    <a:pt x="1034136" y="877636"/>
                    <a:pt x="1014940" y="854801"/>
                    <a:pt x="990638" y="848823"/>
                  </a:cubicBezTo>
                  <a:cubicBezTo>
                    <a:pt x="968301" y="843330"/>
                    <a:pt x="938529" y="849881"/>
                    <a:pt x="927078" y="829834"/>
                  </a:cubicBezTo>
                  <a:cubicBezTo>
                    <a:pt x="923420" y="823430"/>
                    <a:pt x="922372" y="815007"/>
                    <a:pt x="917154" y="810211"/>
                  </a:cubicBezTo>
                  <a:cubicBezTo>
                    <a:pt x="915923" y="804773"/>
                    <a:pt x="913444" y="799696"/>
                    <a:pt x="909914" y="795381"/>
                  </a:cubicBezTo>
                  <a:cubicBezTo>
                    <a:pt x="900747" y="784944"/>
                    <a:pt x="885250" y="783451"/>
                    <a:pt x="871407" y="783885"/>
                  </a:cubicBezTo>
                  <a:cubicBezTo>
                    <a:pt x="856196" y="784264"/>
                    <a:pt x="841121" y="786859"/>
                    <a:pt x="826658" y="791587"/>
                  </a:cubicBezTo>
                  <a:cubicBezTo>
                    <a:pt x="826254" y="789776"/>
                    <a:pt x="825774" y="787879"/>
                    <a:pt x="825164" y="785828"/>
                  </a:cubicBezTo>
                  <a:cubicBezTo>
                    <a:pt x="816394" y="760275"/>
                    <a:pt x="798807" y="738682"/>
                    <a:pt x="775558" y="724921"/>
                  </a:cubicBezTo>
                  <a:cubicBezTo>
                    <a:pt x="757304" y="713996"/>
                    <a:pt x="737481" y="705937"/>
                    <a:pt x="716782" y="701026"/>
                  </a:cubicBezTo>
                  <a:cubicBezTo>
                    <a:pt x="716686" y="699200"/>
                    <a:pt x="716492" y="697384"/>
                    <a:pt x="716446" y="695553"/>
                  </a:cubicBezTo>
                  <a:cubicBezTo>
                    <a:pt x="716110" y="669706"/>
                    <a:pt x="720123" y="643985"/>
                    <a:pt x="728319" y="619469"/>
                  </a:cubicBezTo>
                  <a:cubicBezTo>
                    <a:pt x="729178" y="616782"/>
                    <a:pt x="730174" y="614126"/>
                    <a:pt x="731107" y="611455"/>
                  </a:cubicBezTo>
                  <a:cubicBezTo>
                    <a:pt x="876662" y="573177"/>
                    <a:pt x="963628" y="424150"/>
                    <a:pt x="925349" y="278594"/>
                  </a:cubicBezTo>
                  <a:cubicBezTo>
                    <a:pt x="912967" y="231510"/>
                    <a:pt x="888197" y="188603"/>
                    <a:pt x="853616" y="154334"/>
                  </a:cubicBezTo>
                  <a:cubicBezTo>
                    <a:pt x="853487" y="148816"/>
                    <a:pt x="852771" y="143327"/>
                    <a:pt x="851478" y="137960"/>
                  </a:cubicBezTo>
                  <a:cubicBezTo>
                    <a:pt x="848482" y="126214"/>
                    <a:pt x="842847" y="115306"/>
                    <a:pt x="835001" y="106065"/>
                  </a:cubicBezTo>
                  <a:cubicBezTo>
                    <a:pt x="822561" y="78154"/>
                    <a:pt x="803054" y="65842"/>
                    <a:pt x="778219" y="54216"/>
                  </a:cubicBezTo>
                  <a:cubicBezTo>
                    <a:pt x="771081" y="50848"/>
                    <a:pt x="763505" y="47552"/>
                    <a:pt x="755492" y="43891"/>
                  </a:cubicBezTo>
                  <a:cubicBezTo>
                    <a:pt x="715863" y="26023"/>
                    <a:pt x="677545" y="-193"/>
                    <a:pt x="632527" y="-120"/>
                  </a:cubicBezTo>
                  <a:cubicBezTo>
                    <a:pt x="591441" y="-120"/>
                    <a:pt x="552104" y="22581"/>
                    <a:pt x="511529" y="21702"/>
                  </a:cubicBezTo>
                  <a:lnTo>
                    <a:pt x="508469" y="21555"/>
                  </a:lnTo>
                  <a:cubicBezTo>
                    <a:pt x="507449" y="21510"/>
                    <a:pt x="506430" y="21519"/>
                    <a:pt x="505410" y="21409"/>
                  </a:cubicBezTo>
                  <a:cubicBezTo>
                    <a:pt x="504172" y="21336"/>
                    <a:pt x="503006" y="21189"/>
                    <a:pt x="501768" y="21043"/>
                  </a:cubicBezTo>
                  <a:cubicBezTo>
                    <a:pt x="490404" y="19652"/>
                    <a:pt x="476781" y="17016"/>
                    <a:pt x="469278" y="25730"/>
                  </a:cubicBezTo>
                  <a:cubicBezTo>
                    <a:pt x="466903" y="29211"/>
                    <a:pt x="464970" y="32975"/>
                    <a:pt x="463524" y="36933"/>
                  </a:cubicBezTo>
                  <a:cubicBezTo>
                    <a:pt x="462960" y="38238"/>
                    <a:pt x="462278" y="39488"/>
                    <a:pt x="461484" y="40668"/>
                  </a:cubicBezTo>
                  <a:lnTo>
                    <a:pt x="461484" y="40668"/>
                  </a:lnTo>
                  <a:cubicBezTo>
                    <a:pt x="460036" y="43203"/>
                    <a:pt x="458300" y="45562"/>
                    <a:pt x="456312" y="47698"/>
                  </a:cubicBezTo>
                  <a:lnTo>
                    <a:pt x="456312" y="47698"/>
                  </a:lnTo>
                  <a:cubicBezTo>
                    <a:pt x="443200" y="62124"/>
                    <a:pt x="421200" y="68495"/>
                    <a:pt x="403061" y="77869"/>
                  </a:cubicBezTo>
                  <a:cubicBezTo>
                    <a:pt x="362121" y="98885"/>
                    <a:pt x="335241" y="141651"/>
                    <a:pt x="324532" y="186540"/>
                  </a:cubicBezTo>
                  <a:cubicBezTo>
                    <a:pt x="313824" y="231503"/>
                    <a:pt x="317613" y="278735"/>
                    <a:pt x="325625" y="324210"/>
                  </a:cubicBezTo>
                  <a:cubicBezTo>
                    <a:pt x="329668" y="346953"/>
                    <a:pt x="338554" y="372769"/>
                    <a:pt x="354726" y="387041"/>
                  </a:cubicBezTo>
                  <a:lnTo>
                    <a:pt x="354729" y="387125"/>
                  </a:lnTo>
                  <a:lnTo>
                    <a:pt x="354368" y="386850"/>
                  </a:lnTo>
                  <a:cubicBezTo>
                    <a:pt x="354368" y="386850"/>
                    <a:pt x="217449" y="484288"/>
                    <a:pt x="242435" y="498129"/>
                  </a:cubicBezTo>
                  <a:cubicBezTo>
                    <a:pt x="256026" y="505640"/>
                    <a:pt x="312750" y="469721"/>
                    <a:pt x="361648" y="435424"/>
                  </a:cubicBezTo>
                  <a:cubicBezTo>
                    <a:pt x="362144" y="437506"/>
                    <a:pt x="362603" y="439595"/>
                    <a:pt x="363141" y="441669"/>
                  </a:cubicBezTo>
                  <a:cubicBezTo>
                    <a:pt x="369008" y="463526"/>
                    <a:pt x="376482" y="484918"/>
                    <a:pt x="385505" y="505671"/>
                  </a:cubicBezTo>
                  <a:cubicBezTo>
                    <a:pt x="395922" y="530203"/>
                    <a:pt x="410492" y="556639"/>
                    <a:pt x="435987" y="563961"/>
                  </a:cubicBezTo>
                  <a:cubicBezTo>
                    <a:pt x="441630" y="565500"/>
                    <a:pt x="447474" y="566168"/>
                    <a:pt x="453319" y="565943"/>
                  </a:cubicBezTo>
                  <a:cubicBezTo>
                    <a:pt x="454827" y="565930"/>
                    <a:pt x="456330" y="565808"/>
                    <a:pt x="457839" y="565708"/>
                  </a:cubicBezTo>
                  <a:cubicBezTo>
                    <a:pt x="459132" y="603180"/>
                    <a:pt x="455165" y="640648"/>
                    <a:pt x="446055" y="677019"/>
                  </a:cubicBezTo>
                  <a:cubicBezTo>
                    <a:pt x="431197" y="676210"/>
                    <a:pt x="416481" y="680278"/>
                    <a:pt x="404147" y="688604"/>
                  </a:cubicBezTo>
                  <a:cubicBezTo>
                    <a:pt x="399500" y="693206"/>
                    <a:pt x="393610" y="696350"/>
                    <a:pt x="387200" y="697652"/>
                  </a:cubicBezTo>
                  <a:cubicBezTo>
                    <a:pt x="380552" y="696839"/>
                    <a:pt x="374375" y="693794"/>
                    <a:pt x="369682" y="689015"/>
                  </a:cubicBezTo>
                  <a:cubicBezTo>
                    <a:pt x="331815" y="661741"/>
                    <a:pt x="280072" y="664482"/>
                    <a:pt x="245299" y="695605"/>
                  </a:cubicBezTo>
                  <a:cubicBezTo>
                    <a:pt x="195703" y="742353"/>
                    <a:pt x="201316" y="833697"/>
                    <a:pt x="143191" y="869154"/>
                  </a:cubicBezTo>
                  <a:cubicBezTo>
                    <a:pt x="127169" y="878928"/>
                    <a:pt x="106687" y="884098"/>
                    <a:pt x="97334" y="900423"/>
                  </a:cubicBezTo>
                  <a:cubicBezTo>
                    <a:pt x="95070" y="905622"/>
                    <a:pt x="92427" y="910647"/>
                    <a:pt x="89426" y="915458"/>
                  </a:cubicBezTo>
                  <a:cubicBezTo>
                    <a:pt x="85537" y="919756"/>
                    <a:pt x="80772" y="923169"/>
                    <a:pt x="75452" y="925468"/>
                  </a:cubicBezTo>
                  <a:cubicBezTo>
                    <a:pt x="58580" y="933039"/>
                    <a:pt x="42526" y="942316"/>
                    <a:pt x="27541" y="953154"/>
                  </a:cubicBezTo>
                  <a:cubicBezTo>
                    <a:pt x="12411" y="964246"/>
                    <a:pt x="2454" y="981025"/>
                    <a:pt x="-34" y="999620"/>
                  </a:cubicBezTo>
                  <a:cubicBezTo>
                    <a:pt x="-249" y="1013123"/>
                    <a:pt x="2648" y="1026495"/>
                    <a:pt x="8434" y="1038698"/>
                  </a:cubicBezTo>
                  <a:cubicBezTo>
                    <a:pt x="17108" y="1060026"/>
                    <a:pt x="27783" y="1080484"/>
                    <a:pt x="40317" y="1099798"/>
                  </a:cubicBezTo>
                  <a:cubicBezTo>
                    <a:pt x="33548" y="1108622"/>
                    <a:pt x="29116" y="1119012"/>
                    <a:pt x="27433" y="1130006"/>
                  </a:cubicBezTo>
                  <a:cubicBezTo>
                    <a:pt x="23297" y="1158835"/>
                    <a:pt x="37087" y="1187166"/>
                    <a:pt x="38612" y="1216252"/>
                  </a:cubicBezTo>
                  <a:cubicBezTo>
                    <a:pt x="39943" y="1241665"/>
                    <a:pt x="31896" y="1266487"/>
                    <a:pt x="27292" y="1291511"/>
                  </a:cubicBezTo>
                  <a:cubicBezTo>
                    <a:pt x="9324" y="1389174"/>
                    <a:pt x="43846" y="1488100"/>
                    <a:pt x="78979" y="1580927"/>
                  </a:cubicBezTo>
                  <a:cubicBezTo>
                    <a:pt x="85663" y="1596009"/>
                    <a:pt x="89810" y="1612092"/>
                    <a:pt x="91251" y="1628525"/>
                  </a:cubicBezTo>
                  <a:cubicBezTo>
                    <a:pt x="92190" y="1658823"/>
                    <a:pt x="74830" y="1686583"/>
                    <a:pt x="70077" y="1716517"/>
                  </a:cubicBezTo>
                  <a:cubicBezTo>
                    <a:pt x="60087" y="1779417"/>
                    <a:pt x="106242" y="1838585"/>
                    <a:pt x="107198" y="1902274"/>
                  </a:cubicBezTo>
                  <a:cubicBezTo>
                    <a:pt x="107638" y="1931597"/>
                    <a:pt x="98452" y="1961442"/>
                    <a:pt x="105750" y="1989837"/>
                  </a:cubicBezTo>
                  <a:cubicBezTo>
                    <a:pt x="110621" y="2008787"/>
                    <a:pt x="122387" y="2025071"/>
                    <a:pt x="130737" y="2042751"/>
                  </a:cubicBezTo>
                  <a:cubicBezTo>
                    <a:pt x="145532" y="2074080"/>
                    <a:pt x="149501" y="2109624"/>
                    <a:pt x="163624" y="2141265"/>
                  </a:cubicBezTo>
                  <a:cubicBezTo>
                    <a:pt x="180520" y="2175727"/>
                    <a:pt x="205558" y="2205553"/>
                    <a:pt x="236572" y="2228163"/>
                  </a:cubicBezTo>
                  <a:cubicBezTo>
                    <a:pt x="254350" y="2284370"/>
                    <a:pt x="229127" y="2352240"/>
                    <a:pt x="236300" y="2412053"/>
                  </a:cubicBezTo>
                  <a:cubicBezTo>
                    <a:pt x="245952" y="2408302"/>
                    <a:pt x="255679" y="2404746"/>
                    <a:pt x="265444" y="2401299"/>
                  </a:cubicBezTo>
                  <a:cubicBezTo>
                    <a:pt x="259340" y="2490826"/>
                    <a:pt x="281961" y="2579965"/>
                    <a:pt x="330016" y="2655748"/>
                  </a:cubicBezTo>
                  <a:cubicBezTo>
                    <a:pt x="345907" y="2680498"/>
                    <a:pt x="364528" y="2703733"/>
                    <a:pt x="376474" y="2730632"/>
                  </a:cubicBezTo>
                  <a:cubicBezTo>
                    <a:pt x="384304" y="2749822"/>
                    <a:pt x="390373" y="2769685"/>
                    <a:pt x="394604" y="2789975"/>
                  </a:cubicBezTo>
                  <a:cubicBezTo>
                    <a:pt x="411766" y="2861384"/>
                    <a:pt x="428928" y="2932792"/>
                    <a:pt x="446089" y="3004200"/>
                  </a:cubicBezTo>
                  <a:cubicBezTo>
                    <a:pt x="459988" y="3062033"/>
                    <a:pt x="473988" y="3120985"/>
                    <a:pt x="469814" y="3180333"/>
                  </a:cubicBezTo>
                  <a:cubicBezTo>
                    <a:pt x="466905" y="3221687"/>
                    <a:pt x="456536" y="3268184"/>
                    <a:pt x="481889" y="3300881"/>
                  </a:cubicBezTo>
                  <a:cubicBezTo>
                    <a:pt x="488006" y="3307131"/>
                    <a:pt x="493168" y="3314250"/>
                    <a:pt x="497206" y="3322008"/>
                  </a:cubicBezTo>
                  <a:cubicBezTo>
                    <a:pt x="499734" y="3331104"/>
                    <a:pt x="499821" y="3340705"/>
                    <a:pt x="497458" y="3349846"/>
                  </a:cubicBezTo>
                  <a:cubicBezTo>
                    <a:pt x="485085" y="3418933"/>
                    <a:pt x="476597" y="3488660"/>
                    <a:pt x="472035" y="3558699"/>
                  </a:cubicBezTo>
                  <a:cubicBezTo>
                    <a:pt x="466299" y="3566438"/>
                    <a:pt x="460633" y="3574145"/>
                    <a:pt x="455363" y="3581867"/>
                  </a:cubicBezTo>
                  <a:cubicBezTo>
                    <a:pt x="413258" y="3643453"/>
                    <a:pt x="393008" y="3717121"/>
                    <a:pt x="376617" y="3789983"/>
                  </a:cubicBezTo>
                  <a:cubicBezTo>
                    <a:pt x="344710" y="3932487"/>
                    <a:pt x="330360" y="4078724"/>
                    <a:pt x="323803" y="4224670"/>
                  </a:cubicBezTo>
                  <a:cubicBezTo>
                    <a:pt x="302695" y="4243788"/>
                    <a:pt x="284530" y="4265923"/>
                    <a:pt x="269897" y="4290356"/>
                  </a:cubicBezTo>
                  <a:cubicBezTo>
                    <a:pt x="247824" y="4331217"/>
                    <a:pt x="244984" y="4379402"/>
                    <a:pt x="242653" y="4425902"/>
                  </a:cubicBezTo>
                  <a:cubicBezTo>
                    <a:pt x="241667" y="4433438"/>
                    <a:pt x="242517" y="4441101"/>
                    <a:pt x="245130" y="4448237"/>
                  </a:cubicBezTo>
                  <a:cubicBezTo>
                    <a:pt x="250425" y="4457176"/>
                    <a:pt x="258628" y="4464027"/>
                    <a:pt x="268367" y="4467643"/>
                  </a:cubicBezTo>
                  <a:cubicBezTo>
                    <a:pt x="272570" y="4469705"/>
                    <a:pt x="276802" y="4471705"/>
                    <a:pt x="281062" y="4473643"/>
                  </a:cubicBezTo>
                  <a:cubicBezTo>
                    <a:pt x="278285" y="4483867"/>
                    <a:pt x="275855" y="4494348"/>
                    <a:pt x="273678" y="4504884"/>
                  </a:cubicBezTo>
                  <a:cubicBezTo>
                    <a:pt x="257530" y="4486659"/>
                    <a:pt x="228677" y="4457757"/>
                    <a:pt x="223785" y="4478920"/>
                  </a:cubicBezTo>
                  <a:cubicBezTo>
                    <a:pt x="207600" y="4549531"/>
                    <a:pt x="198812" y="4621636"/>
                    <a:pt x="197562" y="4694067"/>
                  </a:cubicBezTo>
                  <a:cubicBezTo>
                    <a:pt x="197053" y="4698735"/>
                    <a:pt x="197940" y="4703449"/>
                    <a:pt x="200110" y="4707613"/>
                  </a:cubicBezTo>
                  <a:cubicBezTo>
                    <a:pt x="204357" y="4712580"/>
                    <a:pt x="210482" y="4715552"/>
                    <a:pt x="217011" y="4715815"/>
                  </a:cubicBezTo>
                  <a:cubicBezTo>
                    <a:pt x="287384" y="4728385"/>
                    <a:pt x="358747" y="4734586"/>
                    <a:pt x="430232" y="4734343"/>
                  </a:cubicBezTo>
                  <a:cubicBezTo>
                    <a:pt x="488145" y="4734123"/>
                    <a:pt x="545912" y="4729656"/>
                    <a:pt x="603607" y="4725262"/>
                  </a:cubicBezTo>
                  <a:cubicBezTo>
                    <a:pt x="623275" y="4723724"/>
                    <a:pt x="643016" y="4722186"/>
                    <a:pt x="662684" y="4720722"/>
                  </a:cubicBezTo>
                  <a:cubicBezTo>
                    <a:pt x="723452" y="4717460"/>
                    <a:pt x="783917" y="4709948"/>
                    <a:pt x="843635" y="4698241"/>
                  </a:cubicBezTo>
                  <a:cubicBezTo>
                    <a:pt x="869788" y="4692529"/>
                    <a:pt x="896740" y="4684474"/>
                    <a:pt x="916335" y="4666093"/>
                  </a:cubicBezTo>
                  <a:cubicBezTo>
                    <a:pt x="935858" y="4647786"/>
                    <a:pt x="945693" y="4616444"/>
                    <a:pt x="932144" y="4593231"/>
                  </a:cubicBezTo>
                  <a:cubicBezTo>
                    <a:pt x="932154" y="4593150"/>
                    <a:pt x="932127" y="4593070"/>
                    <a:pt x="932070" y="4593011"/>
                  </a:cubicBezTo>
                  <a:cubicBezTo>
                    <a:pt x="915534" y="4564965"/>
                    <a:pt x="877072" y="4562840"/>
                    <a:pt x="844873" y="4558374"/>
                  </a:cubicBezTo>
                  <a:cubicBezTo>
                    <a:pt x="813002" y="4553903"/>
                    <a:pt x="782117" y="4544074"/>
                    <a:pt x="753524" y="4529302"/>
                  </a:cubicBezTo>
                  <a:cubicBezTo>
                    <a:pt x="747087" y="4525966"/>
                    <a:pt x="740813" y="4522336"/>
                    <a:pt x="734593" y="4518606"/>
                  </a:cubicBezTo>
                  <a:cubicBezTo>
                    <a:pt x="736242" y="4518148"/>
                    <a:pt x="737907" y="4517766"/>
                    <a:pt x="739537" y="4517219"/>
                  </a:cubicBezTo>
                  <a:cubicBezTo>
                    <a:pt x="767146" y="4507919"/>
                    <a:pt x="789146" y="4486683"/>
                    <a:pt x="815225" y="4473721"/>
                  </a:cubicBezTo>
                  <a:cubicBezTo>
                    <a:pt x="845456" y="4458783"/>
                    <a:pt x="879766" y="4455488"/>
                    <a:pt x="913204" y="4451240"/>
                  </a:cubicBezTo>
                  <a:cubicBezTo>
                    <a:pt x="946567" y="4446919"/>
                    <a:pt x="981023" y="4440988"/>
                    <a:pt x="1008777" y="4421948"/>
                  </a:cubicBezTo>
                  <a:cubicBezTo>
                    <a:pt x="1034784" y="4404081"/>
                    <a:pt x="1053214" y="4371640"/>
                    <a:pt x="1047167" y="4341177"/>
                  </a:cubicBezTo>
                  <a:cubicBezTo>
                    <a:pt x="1046772" y="4339021"/>
                    <a:pt x="1046236" y="4336893"/>
                    <a:pt x="1045565" y="4334806"/>
                  </a:cubicBezTo>
                  <a:cubicBezTo>
                    <a:pt x="1035222" y="4301707"/>
                    <a:pt x="999454" y="4284132"/>
                    <a:pt x="966018" y="4275418"/>
                  </a:cubicBezTo>
                  <a:cubicBezTo>
                    <a:pt x="932654" y="4266703"/>
                    <a:pt x="896376" y="4262310"/>
                    <a:pt x="869350" y="4240780"/>
                  </a:cubicBezTo>
                  <a:cubicBezTo>
                    <a:pt x="868039" y="4239755"/>
                    <a:pt x="866727" y="4238657"/>
                    <a:pt x="865416" y="4237558"/>
                  </a:cubicBezTo>
                  <a:cubicBezTo>
                    <a:pt x="863105" y="4235668"/>
                    <a:pt x="860725" y="4233748"/>
                    <a:pt x="858312" y="4231890"/>
                  </a:cubicBezTo>
                  <a:cubicBezTo>
                    <a:pt x="864279" y="4221816"/>
                    <a:pt x="867032" y="4210162"/>
                    <a:pt x="866202" y="4198483"/>
                  </a:cubicBezTo>
                  <a:cubicBezTo>
                    <a:pt x="864780" y="4180079"/>
                    <a:pt x="854086" y="4163949"/>
                    <a:pt x="846828" y="4146993"/>
                  </a:cubicBezTo>
                  <a:cubicBezTo>
                    <a:pt x="832591" y="4113737"/>
                    <a:pt x="831447" y="4076588"/>
                    <a:pt x="827606" y="4040589"/>
                  </a:cubicBezTo>
                  <a:cubicBezTo>
                    <a:pt x="817962" y="3950199"/>
                    <a:pt x="790241" y="3862921"/>
                    <a:pt x="769290" y="3774485"/>
                  </a:cubicBezTo>
                  <a:cubicBezTo>
                    <a:pt x="766914" y="3764457"/>
                    <a:pt x="764642" y="3754380"/>
                    <a:pt x="762475" y="3744253"/>
                  </a:cubicBezTo>
                  <a:cubicBezTo>
                    <a:pt x="782857" y="3701898"/>
                    <a:pt x="807827" y="3661907"/>
                    <a:pt x="836934" y="3624999"/>
                  </a:cubicBezTo>
                  <a:cubicBezTo>
                    <a:pt x="870118" y="3583369"/>
                    <a:pt x="894392" y="3535363"/>
                    <a:pt x="908250" y="3483961"/>
                  </a:cubicBezTo>
                  <a:cubicBezTo>
                    <a:pt x="912548" y="3468216"/>
                    <a:pt x="915754" y="3452179"/>
                    <a:pt x="919032" y="3436142"/>
                  </a:cubicBezTo>
                  <a:cubicBezTo>
                    <a:pt x="956256" y="3251313"/>
                    <a:pt x="991344" y="3066068"/>
                    <a:pt x="1024295" y="2880409"/>
                  </a:cubicBezTo>
                  <a:cubicBezTo>
                    <a:pt x="1029738" y="2853950"/>
                    <a:pt x="1032871" y="2827069"/>
                    <a:pt x="1033661" y="2800068"/>
                  </a:cubicBezTo>
                  <a:cubicBezTo>
                    <a:pt x="1042279" y="2775612"/>
                    <a:pt x="1046942" y="2749937"/>
                    <a:pt x="1047473" y="2724013"/>
                  </a:cubicBezTo>
                  <a:cubicBezTo>
                    <a:pt x="1057058" y="2686426"/>
                    <a:pt x="1066821" y="2647000"/>
                    <a:pt x="1058970" y="2622350"/>
                  </a:cubicBezTo>
                  <a:cubicBezTo>
                    <a:pt x="1053417" y="2604945"/>
                    <a:pt x="1050620" y="2545408"/>
                    <a:pt x="1047617" y="2488368"/>
                  </a:cubicBezTo>
                  <a:cubicBezTo>
                    <a:pt x="1048457" y="2457784"/>
                    <a:pt x="1046588" y="2427185"/>
                    <a:pt x="1042031" y="2396930"/>
                  </a:cubicBezTo>
                  <a:cubicBezTo>
                    <a:pt x="1041176" y="2391759"/>
                    <a:pt x="1040122" y="2386584"/>
                    <a:pt x="1038963" y="2381416"/>
                  </a:cubicBezTo>
                  <a:cubicBezTo>
                    <a:pt x="1038502" y="2378851"/>
                    <a:pt x="1037890" y="2376315"/>
                    <a:pt x="1037129" y="2373822"/>
                  </a:cubicBezTo>
                  <a:cubicBezTo>
                    <a:pt x="1032796" y="2356670"/>
                    <a:pt x="1026755" y="2339994"/>
                    <a:pt x="1019095" y="2324047"/>
                  </a:cubicBezTo>
                  <a:cubicBezTo>
                    <a:pt x="1015187" y="2314505"/>
                    <a:pt x="1010671" y="2305225"/>
                    <a:pt x="1005573" y="2296263"/>
                  </a:cubicBezTo>
                  <a:cubicBezTo>
                    <a:pt x="1002505" y="2290975"/>
                    <a:pt x="999051" y="2285921"/>
                    <a:pt x="995240" y="2281142"/>
                  </a:cubicBezTo>
                  <a:cubicBezTo>
                    <a:pt x="1016552" y="2281989"/>
                    <a:pt x="1037805" y="2283945"/>
                    <a:pt x="1058914" y="2287002"/>
                  </a:cubicBezTo>
                  <a:cubicBezTo>
                    <a:pt x="1064109" y="2287780"/>
                    <a:pt x="1070438" y="2288199"/>
                    <a:pt x="1073548" y="2283943"/>
                  </a:cubicBezTo>
                  <a:cubicBezTo>
                    <a:pt x="1074935" y="2281626"/>
                    <a:pt x="1075613" y="2278953"/>
                    <a:pt x="1075497" y="2276255"/>
                  </a:cubicBezTo>
                  <a:cubicBezTo>
                    <a:pt x="1076487" y="2252089"/>
                    <a:pt x="1070744" y="2228123"/>
                    <a:pt x="1058910" y="2207029"/>
                  </a:cubicBezTo>
                  <a:cubicBezTo>
                    <a:pt x="1050730" y="2192516"/>
                    <a:pt x="1039366" y="2178321"/>
                    <a:pt x="1039680" y="2161643"/>
                  </a:cubicBezTo>
                  <a:cubicBezTo>
                    <a:pt x="1040270" y="2153869"/>
                    <a:pt x="1042170" y="2146250"/>
                    <a:pt x="1045298" y="2139108"/>
                  </a:cubicBezTo>
                  <a:cubicBezTo>
                    <a:pt x="1054776" y="2113701"/>
                    <a:pt x="1064253" y="2088294"/>
                    <a:pt x="1073729" y="2062887"/>
                  </a:cubicBezTo>
                  <a:cubicBezTo>
                    <a:pt x="1097730" y="1998543"/>
                    <a:pt x="1086309" y="1923804"/>
                    <a:pt x="1098774" y="1856238"/>
                  </a:cubicBezTo>
                  <a:cubicBezTo>
                    <a:pt x="1108515" y="1803420"/>
                    <a:pt x="1114758" y="1750016"/>
                    <a:pt x="1117459" y="1696376"/>
                  </a:cubicBezTo>
                  <a:cubicBezTo>
                    <a:pt x="1119767" y="1650525"/>
                    <a:pt x="1118332" y="1600871"/>
                    <a:pt x="1090811" y="1564235"/>
                  </a:cubicBezTo>
                  <a:cubicBezTo>
                    <a:pt x="1082759" y="1555397"/>
                    <a:pt x="1075779" y="1545640"/>
                    <a:pt x="1070016" y="1535166"/>
                  </a:cubicBezTo>
                  <a:cubicBezTo>
                    <a:pt x="1066065" y="1524024"/>
                    <a:pt x="1064381" y="1512204"/>
                    <a:pt x="1065064" y="1500401"/>
                  </a:cubicBezTo>
                  <a:cubicBezTo>
                    <a:pt x="1064584" y="1428655"/>
                    <a:pt x="1066033" y="1356931"/>
                    <a:pt x="1069409" y="1285230"/>
                  </a:cubicBezTo>
                  <a:cubicBezTo>
                    <a:pt x="1190013" y="1281985"/>
                    <a:pt x="1310117" y="1268408"/>
                    <a:pt x="1428401" y="1244648"/>
                  </a:cubicBezTo>
                  <a:cubicBezTo>
                    <a:pt x="1442332" y="1242237"/>
                    <a:pt x="1456011" y="1238551"/>
                    <a:pt x="1469267" y="1233637"/>
                  </a:cubicBezTo>
                  <a:cubicBezTo>
                    <a:pt x="1483972" y="1226598"/>
                    <a:pt x="1497828" y="1217910"/>
                    <a:pt x="1510569" y="1207741"/>
                  </a:cubicBezTo>
                  <a:cubicBezTo>
                    <a:pt x="1550814" y="1178656"/>
                    <a:pt x="1591632" y="1149028"/>
                    <a:pt x="1622232" y="1109831"/>
                  </a:cubicBezTo>
                  <a:cubicBezTo>
                    <a:pt x="1658666" y="1062432"/>
                    <a:pt x="1681545" y="1006028"/>
                    <a:pt x="1688425" y="946642"/>
                  </a:cubicBezTo>
                  <a:cubicBezTo>
                    <a:pt x="1717534" y="919682"/>
                    <a:pt x="1732990" y="881361"/>
                    <a:pt x="1747562" y="844368"/>
                  </a:cubicBezTo>
                  <a:cubicBezTo>
                    <a:pt x="1754761" y="828666"/>
                    <a:pt x="1759316" y="811883"/>
                    <a:pt x="1761043" y="794696"/>
                  </a:cubicBezTo>
                  <a:cubicBezTo>
                    <a:pt x="1761825" y="777107"/>
                    <a:pt x="1750231" y="758668"/>
                    <a:pt x="1753437" y="741358"/>
                  </a:cubicBezTo>
                  <a:cubicBezTo>
                    <a:pt x="1759034" y="711546"/>
                    <a:pt x="1774085" y="684329"/>
                    <a:pt x="1796361" y="663739"/>
                  </a:cubicBezTo>
                  <a:cubicBezTo>
                    <a:pt x="1801084" y="660350"/>
                    <a:pt x="1804649" y="655588"/>
                    <a:pt x="1806570" y="650101"/>
                  </a:cubicBezTo>
                  <a:cubicBezTo>
                    <a:pt x="1807169" y="645525"/>
                    <a:pt x="1806319" y="640877"/>
                    <a:pt x="1804140" y="636808"/>
                  </a:cubicBezTo>
                  <a:cubicBezTo>
                    <a:pt x="1803900" y="636270"/>
                    <a:pt x="1803559" y="635797"/>
                    <a:pt x="1803307" y="635266"/>
                  </a:cubicBezTo>
                  <a:cubicBezTo>
                    <a:pt x="1806083" y="633507"/>
                    <a:pt x="1808835" y="631696"/>
                    <a:pt x="1811545" y="629796"/>
                  </a:cubicBezTo>
                  <a:cubicBezTo>
                    <a:pt x="1821087" y="623058"/>
                    <a:pt x="1830193" y="615589"/>
                    <a:pt x="1839081" y="608266"/>
                  </a:cubicBezTo>
                  <a:cubicBezTo>
                    <a:pt x="1852739" y="598028"/>
                    <a:pt x="1864794" y="585811"/>
                    <a:pt x="1874848" y="572018"/>
                  </a:cubicBezTo>
                  <a:cubicBezTo>
                    <a:pt x="1884973" y="557978"/>
                    <a:pt x="1888409" y="540195"/>
                    <a:pt x="1884245" y="523393"/>
                  </a:cubicBezTo>
                  <a:close/>
                  <a:moveTo>
                    <a:pt x="570346" y="4449227"/>
                  </a:moveTo>
                  <a:cubicBezTo>
                    <a:pt x="567928" y="4449397"/>
                    <a:pt x="565501" y="4449516"/>
                    <a:pt x="563104" y="4449848"/>
                  </a:cubicBezTo>
                  <a:cubicBezTo>
                    <a:pt x="554121" y="4451073"/>
                    <a:pt x="545361" y="4453589"/>
                    <a:pt x="537097" y="4457317"/>
                  </a:cubicBezTo>
                  <a:cubicBezTo>
                    <a:pt x="536428" y="4457626"/>
                    <a:pt x="535797" y="4458009"/>
                    <a:pt x="535135" y="4458333"/>
                  </a:cubicBezTo>
                  <a:cubicBezTo>
                    <a:pt x="546450" y="4433898"/>
                    <a:pt x="557033" y="4409119"/>
                    <a:pt x="566672" y="4383942"/>
                  </a:cubicBezTo>
                  <a:cubicBezTo>
                    <a:pt x="567820" y="4380970"/>
                    <a:pt x="568903" y="4377961"/>
                    <a:pt x="570026" y="4374975"/>
                  </a:cubicBezTo>
                  <a:cubicBezTo>
                    <a:pt x="569608" y="4380572"/>
                    <a:pt x="569207" y="4386185"/>
                    <a:pt x="568786" y="4391777"/>
                  </a:cubicBezTo>
                  <a:cubicBezTo>
                    <a:pt x="566614" y="4410906"/>
                    <a:pt x="567139" y="4430245"/>
                    <a:pt x="570346" y="4449227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4DAABC5F-D548-498E-A9E6-ABEC75915C3B}"/>
                </a:ext>
              </a:extLst>
            </p:cNvPr>
            <p:cNvSpPr/>
            <p:nvPr/>
          </p:nvSpPr>
          <p:spPr>
            <a:xfrm>
              <a:off x="2887339" y="1216911"/>
              <a:ext cx="400727" cy="364159"/>
            </a:xfrm>
            <a:custGeom>
              <a:avLst/>
              <a:gdLst>
                <a:gd name="connsiteX0" fmla="*/ 331989 w 400727"/>
                <a:gd name="connsiteY0" fmla="*/ 245607 h 364159"/>
                <a:gd name="connsiteX1" fmla="*/ 348598 w 400727"/>
                <a:gd name="connsiteY1" fmla="*/ 363618 h 364159"/>
                <a:gd name="connsiteX2" fmla="*/ -45 w 400727"/>
                <a:gd name="connsiteY2" fmla="*/ 330036 h 364159"/>
                <a:gd name="connsiteX3" fmla="*/ 59907 w 400727"/>
                <a:gd name="connsiteY3" fmla="*/ 234024 h 364159"/>
                <a:gd name="connsiteX4" fmla="*/ 71344 w 400727"/>
                <a:gd name="connsiteY4" fmla="*/ 86511 h 364159"/>
                <a:gd name="connsiteX5" fmla="*/ 69888 w 400727"/>
                <a:gd name="connsiteY5" fmla="*/ 78352 h 364159"/>
                <a:gd name="connsiteX6" fmla="*/ 57431 w 400727"/>
                <a:gd name="connsiteY6" fmla="*/ 16068 h 364159"/>
                <a:gd name="connsiteX7" fmla="*/ 97642 w 400727"/>
                <a:gd name="connsiteY7" fmla="*/ 989 h 364159"/>
                <a:gd name="connsiteX8" fmla="*/ 253971 w 400727"/>
                <a:gd name="connsiteY8" fmla="*/ 21167 h 364159"/>
                <a:gd name="connsiteX9" fmla="*/ 400683 w 400727"/>
                <a:gd name="connsiteY9" fmla="*/ 52856 h 364159"/>
                <a:gd name="connsiteX10" fmla="*/ 343863 w 400727"/>
                <a:gd name="connsiteY10" fmla="*/ 169920 h 364159"/>
                <a:gd name="connsiteX11" fmla="*/ 331989 w 400727"/>
                <a:gd name="connsiteY11" fmla="*/ 245607 h 3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0727" h="364159">
                  <a:moveTo>
                    <a:pt x="331989" y="245607"/>
                  </a:moveTo>
                  <a:cubicBezTo>
                    <a:pt x="333009" y="285382"/>
                    <a:pt x="346486" y="323917"/>
                    <a:pt x="348598" y="363618"/>
                  </a:cubicBezTo>
                  <a:cubicBezTo>
                    <a:pt x="231461" y="369446"/>
                    <a:pt x="115927" y="312626"/>
                    <a:pt x="-45" y="330036"/>
                  </a:cubicBezTo>
                  <a:cubicBezTo>
                    <a:pt x="32371" y="309057"/>
                    <a:pt x="49710" y="271249"/>
                    <a:pt x="59907" y="234024"/>
                  </a:cubicBezTo>
                  <a:cubicBezTo>
                    <a:pt x="72902" y="186000"/>
                    <a:pt x="76782" y="135964"/>
                    <a:pt x="71344" y="86511"/>
                  </a:cubicBezTo>
                  <a:cubicBezTo>
                    <a:pt x="71033" y="83763"/>
                    <a:pt x="70547" y="81038"/>
                    <a:pt x="69888" y="78352"/>
                  </a:cubicBezTo>
                  <a:cubicBezTo>
                    <a:pt x="65589" y="58902"/>
                    <a:pt x="54444" y="31366"/>
                    <a:pt x="57431" y="16068"/>
                  </a:cubicBezTo>
                  <a:cubicBezTo>
                    <a:pt x="61365" y="-4183"/>
                    <a:pt x="80451" y="-176"/>
                    <a:pt x="97642" y="989"/>
                  </a:cubicBezTo>
                  <a:cubicBezTo>
                    <a:pt x="150068" y="4982"/>
                    <a:pt x="202249" y="11718"/>
                    <a:pt x="253971" y="21167"/>
                  </a:cubicBezTo>
                  <a:cubicBezTo>
                    <a:pt x="267447" y="23499"/>
                    <a:pt x="398716" y="56280"/>
                    <a:pt x="400683" y="52856"/>
                  </a:cubicBezTo>
                  <a:cubicBezTo>
                    <a:pt x="377674" y="89768"/>
                    <a:pt x="358628" y="129007"/>
                    <a:pt x="343863" y="169920"/>
                  </a:cubicBezTo>
                  <a:cubicBezTo>
                    <a:pt x="335668" y="194300"/>
                    <a:pt x="331654" y="219889"/>
                    <a:pt x="331989" y="245607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AC42CE5A-683D-44F1-9AA6-1D1ADA2CE70C}"/>
                </a:ext>
              </a:extLst>
            </p:cNvPr>
            <p:cNvSpPr/>
            <p:nvPr/>
          </p:nvSpPr>
          <p:spPr>
            <a:xfrm>
              <a:off x="4141347" y="1093162"/>
              <a:ext cx="247553" cy="328030"/>
            </a:xfrm>
            <a:custGeom>
              <a:avLst/>
              <a:gdLst>
                <a:gd name="connsiteX0" fmla="*/ 236384 w 247553"/>
                <a:gd name="connsiteY0" fmla="*/ 246465 h 328030"/>
                <a:gd name="connsiteX1" fmla="*/ 200617 w 247553"/>
                <a:gd name="connsiteY1" fmla="*/ 282524 h 328030"/>
                <a:gd name="connsiteX2" fmla="*/ 173080 w 247553"/>
                <a:gd name="connsiteY2" fmla="*/ 303941 h 328030"/>
                <a:gd name="connsiteX3" fmla="*/ 114512 w 247553"/>
                <a:gd name="connsiteY3" fmla="*/ 327761 h 328030"/>
                <a:gd name="connsiteX4" fmla="*/ 10050 w 247553"/>
                <a:gd name="connsiteY4" fmla="*/ 289371 h 328030"/>
                <a:gd name="connsiteX5" fmla="*/ 70 w 247553"/>
                <a:gd name="connsiteY5" fmla="*/ 249379 h 328030"/>
                <a:gd name="connsiteX6" fmla="*/ 9685 w 247553"/>
                <a:gd name="connsiteY6" fmla="*/ 193432 h 328030"/>
                <a:gd name="connsiteX7" fmla="*/ 54850 w 247553"/>
                <a:gd name="connsiteY7" fmla="*/ 111699 h 328030"/>
                <a:gd name="connsiteX8" fmla="*/ 127478 w 247553"/>
                <a:gd name="connsiteY8" fmla="*/ 39071 h 328030"/>
                <a:gd name="connsiteX9" fmla="*/ 158364 w 247553"/>
                <a:gd name="connsiteY9" fmla="*/ 24866 h 328030"/>
                <a:gd name="connsiteX10" fmla="*/ 212927 w 247553"/>
                <a:gd name="connsiteY10" fmla="*/ 2503 h 328030"/>
                <a:gd name="connsiteX11" fmla="*/ 222833 w 247553"/>
                <a:gd name="connsiteY11" fmla="*/ -120 h 328030"/>
                <a:gd name="connsiteX12" fmla="*/ 231866 w 247553"/>
                <a:gd name="connsiteY12" fmla="*/ 34482 h 328030"/>
                <a:gd name="connsiteX13" fmla="*/ 167398 w 247553"/>
                <a:gd name="connsiteY13" fmla="*/ 93196 h 328030"/>
                <a:gd name="connsiteX14" fmla="*/ 206297 w 247553"/>
                <a:gd name="connsiteY14" fmla="*/ 123354 h 328030"/>
                <a:gd name="connsiteX15" fmla="*/ 211543 w 247553"/>
                <a:gd name="connsiteY15" fmla="*/ 135520 h 328030"/>
                <a:gd name="connsiteX16" fmla="*/ 229318 w 247553"/>
                <a:gd name="connsiteY16" fmla="*/ 140109 h 328030"/>
                <a:gd name="connsiteX17" fmla="*/ 235800 w 247553"/>
                <a:gd name="connsiteY17" fmla="*/ 170632 h 328030"/>
                <a:gd name="connsiteX18" fmla="*/ 245780 w 247553"/>
                <a:gd name="connsiteY18" fmla="*/ 198095 h 328030"/>
                <a:gd name="connsiteX19" fmla="*/ 236384 w 247553"/>
                <a:gd name="connsiteY19" fmla="*/ 246465 h 328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47553" h="328030">
                  <a:moveTo>
                    <a:pt x="236384" y="246465"/>
                  </a:moveTo>
                  <a:cubicBezTo>
                    <a:pt x="226320" y="260196"/>
                    <a:pt x="214265" y="272349"/>
                    <a:pt x="200617" y="282524"/>
                  </a:cubicBezTo>
                  <a:cubicBezTo>
                    <a:pt x="191728" y="289809"/>
                    <a:pt x="182622" y="297239"/>
                    <a:pt x="173080" y="303941"/>
                  </a:cubicBezTo>
                  <a:cubicBezTo>
                    <a:pt x="156086" y="317057"/>
                    <a:pt x="135837" y="325293"/>
                    <a:pt x="114512" y="327761"/>
                  </a:cubicBezTo>
                  <a:cubicBezTo>
                    <a:pt x="86611" y="329655"/>
                    <a:pt x="27387" y="313265"/>
                    <a:pt x="10050" y="289371"/>
                  </a:cubicBezTo>
                  <a:cubicBezTo>
                    <a:pt x="2741" y="277362"/>
                    <a:pt x="-740" y="263414"/>
                    <a:pt x="70" y="249379"/>
                  </a:cubicBezTo>
                  <a:cubicBezTo>
                    <a:pt x="361" y="230345"/>
                    <a:pt x="3605" y="211471"/>
                    <a:pt x="9685" y="193432"/>
                  </a:cubicBezTo>
                  <a:cubicBezTo>
                    <a:pt x="20552" y="164075"/>
                    <a:pt x="35778" y="136522"/>
                    <a:pt x="54850" y="111699"/>
                  </a:cubicBezTo>
                  <a:cubicBezTo>
                    <a:pt x="75028" y="83653"/>
                    <a:pt x="97465" y="56045"/>
                    <a:pt x="127478" y="39071"/>
                  </a:cubicBezTo>
                  <a:cubicBezTo>
                    <a:pt x="137478" y="33719"/>
                    <a:pt x="147792" y="28975"/>
                    <a:pt x="158364" y="24866"/>
                  </a:cubicBezTo>
                  <a:cubicBezTo>
                    <a:pt x="176577" y="17436"/>
                    <a:pt x="194716" y="9932"/>
                    <a:pt x="212927" y="2503"/>
                  </a:cubicBezTo>
                  <a:cubicBezTo>
                    <a:pt x="216026" y="988"/>
                    <a:pt x="219392" y="97"/>
                    <a:pt x="222833" y="-120"/>
                  </a:cubicBezTo>
                  <a:cubicBezTo>
                    <a:pt x="237476" y="25"/>
                    <a:pt x="240172" y="22389"/>
                    <a:pt x="231866" y="34482"/>
                  </a:cubicBezTo>
                  <a:cubicBezTo>
                    <a:pt x="215257" y="58812"/>
                    <a:pt x="177888" y="65587"/>
                    <a:pt x="167398" y="93196"/>
                  </a:cubicBezTo>
                  <a:cubicBezTo>
                    <a:pt x="185530" y="93757"/>
                    <a:pt x="201236" y="105934"/>
                    <a:pt x="206297" y="123354"/>
                  </a:cubicBezTo>
                  <a:cubicBezTo>
                    <a:pt x="206709" y="127864"/>
                    <a:pt x="208546" y="132125"/>
                    <a:pt x="211543" y="135520"/>
                  </a:cubicBezTo>
                  <a:cubicBezTo>
                    <a:pt x="216351" y="139381"/>
                    <a:pt x="223854" y="137195"/>
                    <a:pt x="229318" y="140109"/>
                  </a:cubicBezTo>
                  <a:cubicBezTo>
                    <a:pt x="239005" y="145281"/>
                    <a:pt x="234781" y="159705"/>
                    <a:pt x="235800" y="170632"/>
                  </a:cubicBezTo>
                  <a:cubicBezTo>
                    <a:pt x="238179" y="180103"/>
                    <a:pt x="241523" y="189306"/>
                    <a:pt x="245780" y="198095"/>
                  </a:cubicBezTo>
                  <a:cubicBezTo>
                    <a:pt x="249943" y="214815"/>
                    <a:pt x="246503" y="232519"/>
                    <a:pt x="236384" y="246465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12930363-EEE9-43A8-96F3-E744F1C389F9}"/>
                </a:ext>
              </a:extLst>
            </p:cNvPr>
            <p:cNvSpPr/>
            <p:nvPr/>
          </p:nvSpPr>
          <p:spPr>
            <a:xfrm>
              <a:off x="2763102" y="5142476"/>
              <a:ext cx="242428" cy="196149"/>
            </a:xfrm>
            <a:custGeom>
              <a:avLst/>
              <a:gdLst>
                <a:gd name="connsiteX0" fmla="*/ -45 w 242428"/>
                <a:gd name="connsiteY0" fmla="*/ 184990 h 196149"/>
                <a:gd name="connsiteX1" fmla="*/ 36294 w 242428"/>
                <a:gd name="connsiteY1" fmla="*/ 179502 h 196149"/>
                <a:gd name="connsiteX2" fmla="*/ 240613 w 242428"/>
                <a:gd name="connsiteY2" fmla="*/ 196030 h 196149"/>
                <a:gd name="connsiteX3" fmla="*/ 216299 w 242428"/>
                <a:gd name="connsiteY3" fmla="*/ 71594 h 196149"/>
                <a:gd name="connsiteX4" fmla="*/ 208206 w 242428"/>
                <a:gd name="connsiteY4" fmla="*/ 40131 h 196149"/>
                <a:gd name="connsiteX5" fmla="*/ 156434 w 242428"/>
                <a:gd name="connsiteY5" fmla="*/ 8883 h 196149"/>
                <a:gd name="connsiteX6" fmla="*/ 41493 w 242428"/>
                <a:gd name="connsiteY6" fmla="*/ 24640 h 196149"/>
                <a:gd name="connsiteX7" fmla="*/ -45 w 242428"/>
                <a:gd name="connsiteY7" fmla="*/ 184990 h 19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428" h="196149">
                  <a:moveTo>
                    <a:pt x="-45" y="184990"/>
                  </a:moveTo>
                  <a:cubicBezTo>
                    <a:pt x="8972" y="175980"/>
                    <a:pt x="23703" y="177511"/>
                    <a:pt x="36294" y="179502"/>
                  </a:cubicBezTo>
                  <a:cubicBezTo>
                    <a:pt x="103882" y="190188"/>
                    <a:pt x="172186" y="195713"/>
                    <a:pt x="240613" y="196030"/>
                  </a:cubicBezTo>
                  <a:cubicBezTo>
                    <a:pt x="249179" y="154196"/>
                    <a:pt x="224310" y="113537"/>
                    <a:pt x="216299" y="71594"/>
                  </a:cubicBezTo>
                  <a:cubicBezTo>
                    <a:pt x="215141" y="60769"/>
                    <a:pt x="212415" y="50171"/>
                    <a:pt x="208206" y="40131"/>
                  </a:cubicBezTo>
                  <a:cubicBezTo>
                    <a:pt x="198571" y="21643"/>
                    <a:pt x="176834" y="13186"/>
                    <a:pt x="156434" y="8883"/>
                  </a:cubicBezTo>
                  <a:cubicBezTo>
                    <a:pt x="119614" y="1117"/>
                    <a:pt x="62057" y="-12587"/>
                    <a:pt x="41493" y="24640"/>
                  </a:cubicBezTo>
                  <a:cubicBezTo>
                    <a:pt x="16818" y="69307"/>
                    <a:pt x="8924" y="135279"/>
                    <a:pt x="-45" y="184990"/>
                  </a:cubicBezTo>
                  <a:close/>
                </a:path>
              </a:pathLst>
            </a:custGeom>
            <a:solidFill>
              <a:srgbClr val="6561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71FD2D67-2763-461D-A80E-5D4EA055F4A7}"/>
                </a:ext>
              </a:extLst>
            </p:cNvPr>
            <p:cNvSpPr/>
            <p:nvPr/>
          </p:nvSpPr>
          <p:spPr>
            <a:xfrm>
              <a:off x="3070415" y="4969907"/>
              <a:ext cx="480833" cy="300051"/>
            </a:xfrm>
            <a:custGeom>
              <a:avLst/>
              <a:gdLst>
                <a:gd name="connsiteX0" fmla="*/ 441245 w 480833"/>
                <a:gd name="connsiteY0" fmla="*/ 199544 h 300051"/>
                <a:gd name="connsiteX1" fmla="*/ 345671 w 480833"/>
                <a:gd name="connsiteY1" fmla="*/ 228682 h 300051"/>
                <a:gd name="connsiteX2" fmla="*/ 247692 w 480833"/>
                <a:gd name="connsiteY2" fmla="*/ 251046 h 300051"/>
                <a:gd name="connsiteX3" fmla="*/ 172004 w 480833"/>
                <a:gd name="connsiteY3" fmla="*/ 294317 h 300051"/>
                <a:gd name="connsiteX4" fmla="*/ 93403 w 480833"/>
                <a:gd name="connsiteY4" fmla="*/ 295555 h 300051"/>
                <a:gd name="connsiteX5" fmla="*/ 12545 w 480833"/>
                <a:gd name="connsiteY5" fmla="*/ 251629 h 300051"/>
                <a:gd name="connsiteX6" fmla="*/ 1253 w 480833"/>
                <a:gd name="connsiteY6" fmla="*/ 169531 h 300051"/>
                <a:gd name="connsiteX7" fmla="*/ 8319 w 480833"/>
                <a:gd name="connsiteY7" fmla="*/ 74321 h 300051"/>
                <a:gd name="connsiteX8" fmla="*/ 14220 w 480833"/>
                <a:gd name="connsiteY8" fmla="*/ 51301 h 300051"/>
                <a:gd name="connsiteX9" fmla="*/ 120429 w 480833"/>
                <a:gd name="connsiteY9" fmla="*/ 64924 h 300051"/>
                <a:gd name="connsiteX10" fmla="*/ 249731 w 480833"/>
                <a:gd name="connsiteY10" fmla="*/ 9123 h 300051"/>
                <a:gd name="connsiteX11" fmla="*/ 259784 w 480833"/>
                <a:gd name="connsiteY11" fmla="*/ 1547 h 300051"/>
                <a:gd name="connsiteX12" fmla="*/ 297883 w 480833"/>
                <a:gd name="connsiteY12" fmla="*/ 16117 h 300051"/>
                <a:gd name="connsiteX13" fmla="*/ 301817 w 480833"/>
                <a:gd name="connsiteY13" fmla="*/ 19322 h 300051"/>
                <a:gd name="connsiteX14" fmla="*/ 398484 w 480833"/>
                <a:gd name="connsiteY14" fmla="*/ 53778 h 300051"/>
                <a:gd name="connsiteX15" fmla="*/ 478032 w 480833"/>
                <a:gd name="connsiteY15" fmla="*/ 112857 h 300051"/>
                <a:gd name="connsiteX16" fmla="*/ 479634 w 480833"/>
                <a:gd name="connsiteY16" fmla="*/ 119194 h 300051"/>
                <a:gd name="connsiteX17" fmla="*/ 441245 w 480833"/>
                <a:gd name="connsiteY17" fmla="*/ 199544 h 3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0833" h="300051">
                  <a:moveTo>
                    <a:pt x="441245" y="199544"/>
                  </a:moveTo>
                  <a:cubicBezTo>
                    <a:pt x="413491" y="218484"/>
                    <a:pt x="379035" y="224385"/>
                    <a:pt x="345671" y="228682"/>
                  </a:cubicBezTo>
                  <a:cubicBezTo>
                    <a:pt x="312233" y="232907"/>
                    <a:pt x="277923" y="236186"/>
                    <a:pt x="247692" y="251046"/>
                  </a:cubicBezTo>
                  <a:cubicBezTo>
                    <a:pt x="221613" y="263940"/>
                    <a:pt x="199614" y="285065"/>
                    <a:pt x="172004" y="294317"/>
                  </a:cubicBezTo>
                  <a:cubicBezTo>
                    <a:pt x="146329" y="301358"/>
                    <a:pt x="119288" y="301784"/>
                    <a:pt x="93403" y="295555"/>
                  </a:cubicBezTo>
                  <a:cubicBezTo>
                    <a:pt x="62371" y="289727"/>
                    <a:pt x="29299" y="278436"/>
                    <a:pt x="12545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7"/>
                    <a:pt x="8319" y="74321"/>
                  </a:cubicBezTo>
                  <a:cubicBezTo>
                    <a:pt x="8204" y="66260"/>
                    <a:pt x="10241" y="58313"/>
                    <a:pt x="14220" y="51301"/>
                  </a:cubicBezTo>
                  <a:cubicBezTo>
                    <a:pt x="36656" y="18594"/>
                    <a:pt x="91218" y="64997"/>
                    <a:pt x="120429" y="64924"/>
                  </a:cubicBezTo>
                  <a:cubicBezTo>
                    <a:pt x="166687" y="64851"/>
                    <a:pt x="216368" y="39792"/>
                    <a:pt x="249731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7"/>
                  </a:cubicBezTo>
                  <a:cubicBezTo>
                    <a:pt x="299194" y="17210"/>
                    <a:pt x="300505" y="18302"/>
                    <a:pt x="301817" y="19322"/>
                  </a:cubicBezTo>
                  <a:cubicBezTo>
                    <a:pt x="328842" y="40739"/>
                    <a:pt x="365120" y="45109"/>
                    <a:pt x="398484" y="53778"/>
                  </a:cubicBezTo>
                  <a:cubicBezTo>
                    <a:pt x="431920" y="62447"/>
                    <a:pt x="467688" y="79930"/>
                    <a:pt x="478032" y="112857"/>
                  </a:cubicBezTo>
                  <a:cubicBezTo>
                    <a:pt x="478702" y="114932"/>
                    <a:pt x="479238" y="117049"/>
                    <a:pt x="479634" y="119194"/>
                  </a:cubicBezTo>
                  <a:cubicBezTo>
                    <a:pt x="485682" y="149498"/>
                    <a:pt x="467251" y="181769"/>
                    <a:pt x="441245" y="199544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1636F8A7-A365-44E6-AC31-0A411975FC50}"/>
                </a:ext>
              </a:extLst>
            </p:cNvPr>
            <p:cNvSpPr/>
            <p:nvPr/>
          </p:nvSpPr>
          <p:spPr>
            <a:xfrm>
              <a:off x="3070415" y="4969907"/>
              <a:ext cx="480833" cy="300051"/>
            </a:xfrm>
            <a:custGeom>
              <a:avLst/>
              <a:gdLst>
                <a:gd name="connsiteX0" fmla="*/ 441245 w 480833"/>
                <a:gd name="connsiteY0" fmla="*/ 199544 h 300051"/>
                <a:gd name="connsiteX1" fmla="*/ 345671 w 480833"/>
                <a:gd name="connsiteY1" fmla="*/ 228682 h 300051"/>
                <a:gd name="connsiteX2" fmla="*/ 247692 w 480833"/>
                <a:gd name="connsiteY2" fmla="*/ 251046 h 300051"/>
                <a:gd name="connsiteX3" fmla="*/ 172004 w 480833"/>
                <a:gd name="connsiteY3" fmla="*/ 294317 h 300051"/>
                <a:gd name="connsiteX4" fmla="*/ 93403 w 480833"/>
                <a:gd name="connsiteY4" fmla="*/ 295555 h 300051"/>
                <a:gd name="connsiteX5" fmla="*/ 12545 w 480833"/>
                <a:gd name="connsiteY5" fmla="*/ 251629 h 300051"/>
                <a:gd name="connsiteX6" fmla="*/ 1253 w 480833"/>
                <a:gd name="connsiteY6" fmla="*/ 169531 h 300051"/>
                <a:gd name="connsiteX7" fmla="*/ 8319 w 480833"/>
                <a:gd name="connsiteY7" fmla="*/ 74321 h 300051"/>
                <a:gd name="connsiteX8" fmla="*/ 14220 w 480833"/>
                <a:gd name="connsiteY8" fmla="*/ 51301 h 300051"/>
                <a:gd name="connsiteX9" fmla="*/ 120429 w 480833"/>
                <a:gd name="connsiteY9" fmla="*/ 64924 h 300051"/>
                <a:gd name="connsiteX10" fmla="*/ 249731 w 480833"/>
                <a:gd name="connsiteY10" fmla="*/ 9123 h 300051"/>
                <a:gd name="connsiteX11" fmla="*/ 259784 w 480833"/>
                <a:gd name="connsiteY11" fmla="*/ 1547 h 300051"/>
                <a:gd name="connsiteX12" fmla="*/ 297883 w 480833"/>
                <a:gd name="connsiteY12" fmla="*/ 16117 h 300051"/>
                <a:gd name="connsiteX13" fmla="*/ 301817 w 480833"/>
                <a:gd name="connsiteY13" fmla="*/ 19322 h 300051"/>
                <a:gd name="connsiteX14" fmla="*/ 398484 w 480833"/>
                <a:gd name="connsiteY14" fmla="*/ 53778 h 300051"/>
                <a:gd name="connsiteX15" fmla="*/ 478032 w 480833"/>
                <a:gd name="connsiteY15" fmla="*/ 112857 h 300051"/>
                <a:gd name="connsiteX16" fmla="*/ 479634 w 480833"/>
                <a:gd name="connsiteY16" fmla="*/ 119194 h 300051"/>
                <a:gd name="connsiteX17" fmla="*/ 441245 w 480833"/>
                <a:gd name="connsiteY17" fmla="*/ 199544 h 3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0833" h="300051">
                  <a:moveTo>
                    <a:pt x="441245" y="199544"/>
                  </a:moveTo>
                  <a:cubicBezTo>
                    <a:pt x="413491" y="218484"/>
                    <a:pt x="379035" y="224385"/>
                    <a:pt x="345671" y="228682"/>
                  </a:cubicBezTo>
                  <a:cubicBezTo>
                    <a:pt x="312233" y="232907"/>
                    <a:pt x="277923" y="236186"/>
                    <a:pt x="247692" y="251046"/>
                  </a:cubicBezTo>
                  <a:cubicBezTo>
                    <a:pt x="221613" y="263940"/>
                    <a:pt x="199614" y="285065"/>
                    <a:pt x="172004" y="294317"/>
                  </a:cubicBezTo>
                  <a:cubicBezTo>
                    <a:pt x="146329" y="301358"/>
                    <a:pt x="119288" y="301784"/>
                    <a:pt x="93403" y="295555"/>
                  </a:cubicBezTo>
                  <a:cubicBezTo>
                    <a:pt x="62371" y="289727"/>
                    <a:pt x="29299" y="278436"/>
                    <a:pt x="12545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7"/>
                    <a:pt x="8319" y="74321"/>
                  </a:cubicBezTo>
                  <a:cubicBezTo>
                    <a:pt x="8204" y="66260"/>
                    <a:pt x="10241" y="58313"/>
                    <a:pt x="14220" y="51301"/>
                  </a:cubicBezTo>
                  <a:cubicBezTo>
                    <a:pt x="36656" y="18594"/>
                    <a:pt x="91218" y="64997"/>
                    <a:pt x="120429" y="64924"/>
                  </a:cubicBezTo>
                  <a:cubicBezTo>
                    <a:pt x="166687" y="64851"/>
                    <a:pt x="216368" y="39792"/>
                    <a:pt x="249731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7"/>
                  </a:cubicBezTo>
                  <a:cubicBezTo>
                    <a:pt x="299194" y="17210"/>
                    <a:pt x="300505" y="18302"/>
                    <a:pt x="301817" y="19322"/>
                  </a:cubicBezTo>
                  <a:cubicBezTo>
                    <a:pt x="328842" y="40739"/>
                    <a:pt x="365120" y="45109"/>
                    <a:pt x="398484" y="53778"/>
                  </a:cubicBezTo>
                  <a:cubicBezTo>
                    <a:pt x="431920" y="62447"/>
                    <a:pt x="467688" y="79930"/>
                    <a:pt x="478032" y="112857"/>
                  </a:cubicBezTo>
                  <a:cubicBezTo>
                    <a:pt x="478702" y="114932"/>
                    <a:pt x="479238" y="117049"/>
                    <a:pt x="479634" y="119194"/>
                  </a:cubicBezTo>
                  <a:cubicBezTo>
                    <a:pt x="485682" y="149498"/>
                    <a:pt x="467251" y="181769"/>
                    <a:pt x="441245" y="199544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5B149428-6D14-48D8-8ECF-7B1D70AF6380}"/>
                </a:ext>
              </a:extLst>
            </p:cNvPr>
            <p:cNvSpPr/>
            <p:nvPr/>
          </p:nvSpPr>
          <p:spPr>
            <a:xfrm>
              <a:off x="3070415" y="4969907"/>
              <a:ext cx="483817" cy="310713"/>
            </a:xfrm>
            <a:custGeom>
              <a:avLst/>
              <a:gdLst>
                <a:gd name="connsiteX0" fmla="*/ 441245 w 483817"/>
                <a:gd name="connsiteY0" fmla="*/ 210205 h 310713"/>
                <a:gd name="connsiteX1" fmla="*/ 345671 w 483817"/>
                <a:gd name="connsiteY1" fmla="*/ 239344 h 310713"/>
                <a:gd name="connsiteX2" fmla="*/ 247692 w 483817"/>
                <a:gd name="connsiteY2" fmla="*/ 261708 h 310713"/>
                <a:gd name="connsiteX3" fmla="*/ 172004 w 483817"/>
                <a:gd name="connsiteY3" fmla="*/ 304978 h 310713"/>
                <a:gd name="connsiteX4" fmla="*/ 93403 w 483817"/>
                <a:gd name="connsiteY4" fmla="*/ 306217 h 310713"/>
                <a:gd name="connsiteX5" fmla="*/ 12544 w 483817"/>
                <a:gd name="connsiteY5" fmla="*/ 251629 h 310713"/>
                <a:gd name="connsiteX6" fmla="*/ 1253 w 483817"/>
                <a:gd name="connsiteY6" fmla="*/ 169531 h 310713"/>
                <a:gd name="connsiteX7" fmla="*/ 8319 w 483817"/>
                <a:gd name="connsiteY7" fmla="*/ 74321 h 310713"/>
                <a:gd name="connsiteX8" fmla="*/ 14220 w 483817"/>
                <a:gd name="connsiteY8" fmla="*/ 51301 h 310713"/>
                <a:gd name="connsiteX9" fmla="*/ 120430 w 483817"/>
                <a:gd name="connsiteY9" fmla="*/ 64924 h 310713"/>
                <a:gd name="connsiteX10" fmla="*/ 249732 w 483817"/>
                <a:gd name="connsiteY10" fmla="*/ 9123 h 310713"/>
                <a:gd name="connsiteX11" fmla="*/ 259784 w 483817"/>
                <a:gd name="connsiteY11" fmla="*/ 1547 h 310713"/>
                <a:gd name="connsiteX12" fmla="*/ 297883 w 483817"/>
                <a:gd name="connsiteY12" fmla="*/ 16116 h 310713"/>
                <a:gd name="connsiteX13" fmla="*/ 265393 w 483817"/>
                <a:gd name="connsiteY13" fmla="*/ 83280 h 310713"/>
                <a:gd name="connsiteX14" fmla="*/ 163482 w 483817"/>
                <a:gd name="connsiteY14" fmla="*/ 147021 h 310713"/>
                <a:gd name="connsiteX15" fmla="*/ 101562 w 483817"/>
                <a:gd name="connsiteY15" fmla="*/ 149790 h 310713"/>
                <a:gd name="connsiteX16" fmla="*/ 70019 w 483817"/>
                <a:gd name="connsiteY16" fmla="*/ 195027 h 310713"/>
                <a:gd name="connsiteX17" fmla="*/ 121595 w 483817"/>
                <a:gd name="connsiteY17" fmla="*/ 219212 h 310713"/>
                <a:gd name="connsiteX18" fmla="*/ 205660 w 483817"/>
                <a:gd name="connsiteY18" fmla="*/ 213312 h 310713"/>
                <a:gd name="connsiteX19" fmla="*/ 253010 w 483817"/>
                <a:gd name="connsiteY19" fmla="*/ 192186 h 310713"/>
                <a:gd name="connsiteX20" fmla="*/ 462516 w 483817"/>
                <a:gd name="connsiteY20" fmla="*/ 132307 h 310713"/>
                <a:gd name="connsiteX21" fmla="*/ 479634 w 483817"/>
                <a:gd name="connsiteY21" fmla="*/ 119194 h 310713"/>
                <a:gd name="connsiteX22" fmla="*/ 441245 w 483817"/>
                <a:gd name="connsiteY22" fmla="*/ 210205 h 3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3817" h="310713">
                  <a:moveTo>
                    <a:pt x="441245" y="210205"/>
                  </a:moveTo>
                  <a:cubicBezTo>
                    <a:pt x="413491" y="229146"/>
                    <a:pt x="379035" y="235047"/>
                    <a:pt x="345671" y="239344"/>
                  </a:cubicBezTo>
                  <a:cubicBezTo>
                    <a:pt x="312234" y="243569"/>
                    <a:pt x="277923" y="246847"/>
                    <a:pt x="247692" y="261708"/>
                  </a:cubicBezTo>
                  <a:cubicBezTo>
                    <a:pt x="221613" y="274602"/>
                    <a:pt x="199614" y="295727"/>
                    <a:pt x="172004" y="304978"/>
                  </a:cubicBezTo>
                  <a:cubicBezTo>
                    <a:pt x="146329" y="312020"/>
                    <a:pt x="119288" y="312446"/>
                    <a:pt x="93403" y="306217"/>
                  </a:cubicBezTo>
                  <a:cubicBezTo>
                    <a:pt x="60376" y="299230"/>
                    <a:pt x="31372" y="279649"/>
                    <a:pt x="12544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6"/>
                    <a:pt x="8319" y="74321"/>
                  </a:cubicBezTo>
                  <a:cubicBezTo>
                    <a:pt x="8204" y="66260"/>
                    <a:pt x="10241" y="58314"/>
                    <a:pt x="14220" y="51301"/>
                  </a:cubicBezTo>
                  <a:cubicBezTo>
                    <a:pt x="36656" y="18593"/>
                    <a:pt x="91219" y="64996"/>
                    <a:pt x="120430" y="64924"/>
                  </a:cubicBezTo>
                  <a:cubicBezTo>
                    <a:pt x="166687" y="64851"/>
                    <a:pt x="216368" y="39792"/>
                    <a:pt x="249732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6"/>
                  </a:cubicBezTo>
                  <a:cubicBezTo>
                    <a:pt x="290170" y="39882"/>
                    <a:pt x="279238" y="62480"/>
                    <a:pt x="265393" y="83280"/>
                  </a:cubicBezTo>
                  <a:cubicBezTo>
                    <a:pt x="242759" y="118795"/>
                    <a:pt x="205320" y="142212"/>
                    <a:pt x="163482" y="147021"/>
                  </a:cubicBezTo>
                  <a:cubicBezTo>
                    <a:pt x="142793" y="148551"/>
                    <a:pt x="121595" y="144472"/>
                    <a:pt x="101562" y="149790"/>
                  </a:cubicBezTo>
                  <a:cubicBezTo>
                    <a:pt x="81602" y="155108"/>
                    <a:pt x="62953" y="175577"/>
                    <a:pt x="70019" y="195027"/>
                  </a:cubicBezTo>
                  <a:cubicBezTo>
                    <a:pt x="76939" y="213967"/>
                    <a:pt x="101417" y="218119"/>
                    <a:pt x="121595" y="219212"/>
                  </a:cubicBezTo>
                  <a:cubicBezTo>
                    <a:pt x="149859" y="220742"/>
                    <a:pt x="178852" y="222126"/>
                    <a:pt x="205660" y="213312"/>
                  </a:cubicBezTo>
                  <a:cubicBezTo>
                    <a:pt x="222051" y="207848"/>
                    <a:pt x="237056" y="198815"/>
                    <a:pt x="253010" y="192186"/>
                  </a:cubicBezTo>
                  <a:cubicBezTo>
                    <a:pt x="320830" y="164067"/>
                    <a:pt x="406497" y="179802"/>
                    <a:pt x="462516" y="132307"/>
                  </a:cubicBezTo>
                  <a:cubicBezTo>
                    <a:pt x="467830" y="127447"/>
                    <a:pt x="473558" y="123060"/>
                    <a:pt x="479634" y="119194"/>
                  </a:cubicBezTo>
                  <a:cubicBezTo>
                    <a:pt x="494301" y="149898"/>
                    <a:pt x="467251" y="192431"/>
                    <a:pt x="441245" y="210205"/>
                  </a:cubicBezTo>
                  <a:close/>
                </a:path>
              </a:pathLst>
            </a:custGeom>
            <a:solidFill>
              <a:srgbClr val="E8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1ADD670-6A94-41D9-B6C2-DEC93D2CC19A}"/>
                </a:ext>
              </a:extLst>
            </p:cNvPr>
            <p:cNvSpPr/>
            <p:nvPr/>
          </p:nvSpPr>
          <p:spPr>
            <a:xfrm>
              <a:off x="3070415" y="4969907"/>
              <a:ext cx="483817" cy="310713"/>
            </a:xfrm>
            <a:custGeom>
              <a:avLst/>
              <a:gdLst>
                <a:gd name="connsiteX0" fmla="*/ 441245 w 483817"/>
                <a:gd name="connsiteY0" fmla="*/ 210205 h 310713"/>
                <a:gd name="connsiteX1" fmla="*/ 345671 w 483817"/>
                <a:gd name="connsiteY1" fmla="*/ 239344 h 310713"/>
                <a:gd name="connsiteX2" fmla="*/ 247692 w 483817"/>
                <a:gd name="connsiteY2" fmla="*/ 261708 h 310713"/>
                <a:gd name="connsiteX3" fmla="*/ 172004 w 483817"/>
                <a:gd name="connsiteY3" fmla="*/ 304978 h 310713"/>
                <a:gd name="connsiteX4" fmla="*/ 93403 w 483817"/>
                <a:gd name="connsiteY4" fmla="*/ 306217 h 310713"/>
                <a:gd name="connsiteX5" fmla="*/ 12544 w 483817"/>
                <a:gd name="connsiteY5" fmla="*/ 251629 h 310713"/>
                <a:gd name="connsiteX6" fmla="*/ 1253 w 483817"/>
                <a:gd name="connsiteY6" fmla="*/ 169531 h 310713"/>
                <a:gd name="connsiteX7" fmla="*/ 8319 w 483817"/>
                <a:gd name="connsiteY7" fmla="*/ 74321 h 310713"/>
                <a:gd name="connsiteX8" fmla="*/ 14220 w 483817"/>
                <a:gd name="connsiteY8" fmla="*/ 51301 h 310713"/>
                <a:gd name="connsiteX9" fmla="*/ 120430 w 483817"/>
                <a:gd name="connsiteY9" fmla="*/ 64924 h 310713"/>
                <a:gd name="connsiteX10" fmla="*/ 249732 w 483817"/>
                <a:gd name="connsiteY10" fmla="*/ 9123 h 310713"/>
                <a:gd name="connsiteX11" fmla="*/ 259784 w 483817"/>
                <a:gd name="connsiteY11" fmla="*/ 1547 h 310713"/>
                <a:gd name="connsiteX12" fmla="*/ 297883 w 483817"/>
                <a:gd name="connsiteY12" fmla="*/ 16116 h 310713"/>
                <a:gd name="connsiteX13" fmla="*/ 265393 w 483817"/>
                <a:gd name="connsiteY13" fmla="*/ 83280 h 310713"/>
                <a:gd name="connsiteX14" fmla="*/ 163482 w 483817"/>
                <a:gd name="connsiteY14" fmla="*/ 147021 h 310713"/>
                <a:gd name="connsiteX15" fmla="*/ 101562 w 483817"/>
                <a:gd name="connsiteY15" fmla="*/ 149790 h 310713"/>
                <a:gd name="connsiteX16" fmla="*/ 70019 w 483817"/>
                <a:gd name="connsiteY16" fmla="*/ 195027 h 310713"/>
                <a:gd name="connsiteX17" fmla="*/ 121595 w 483817"/>
                <a:gd name="connsiteY17" fmla="*/ 219212 h 310713"/>
                <a:gd name="connsiteX18" fmla="*/ 205660 w 483817"/>
                <a:gd name="connsiteY18" fmla="*/ 213312 h 310713"/>
                <a:gd name="connsiteX19" fmla="*/ 253010 w 483817"/>
                <a:gd name="connsiteY19" fmla="*/ 192186 h 310713"/>
                <a:gd name="connsiteX20" fmla="*/ 462516 w 483817"/>
                <a:gd name="connsiteY20" fmla="*/ 132307 h 310713"/>
                <a:gd name="connsiteX21" fmla="*/ 479634 w 483817"/>
                <a:gd name="connsiteY21" fmla="*/ 119194 h 310713"/>
                <a:gd name="connsiteX22" fmla="*/ 441245 w 483817"/>
                <a:gd name="connsiteY22" fmla="*/ 210205 h 3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3817" h="310713">
                  <a:moveTo>
                    <a:pt x="441245" y="210205"/>
                  </a:moveTo>
                  <a:cubicBezTo>
                    <a:pt x="413491" y="229146"/>
                    <a:pt x="379035" y="235047"/>
                    <a:pt x="345671" y="239344"/>
                  </a:cubicBezTo>
                  <a:cubicBezTo>
                    <a:pt x="312234" y="243569"/>
                    <a:pt x="277923" y="246847"/>
                    <a:pt x="247692" y="261708"/>
                  </a:cubicBezTo>
                  <a:cubicBezTo>
                    <a:pt x="221613" y="274602"/>
                    <a:pt x="199614" y="295727"/>
                    <a:pt x="172004" y="304978"/>
                  </a:cubicBezTo>
                  <a:cubicBezTo>
                    <a:pt x="146329" y="312020"/>
                    <a:pt x="119288" y="312446"/>
                    <a:pt x="93403" y="306217"/>
                  </a:cubicBezTo>
                  <a:cubicBezTo>
                    <a:pt x="60376" y="299230"/>
                    <a:pt x="31372" y="279649"/>
                    <a:pt x="12544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6"/>
                    <a:pt x="8319" y="74321"/>
                  </a:cubicBezTo>
                  <a:cubicBezTo>
                    <a:pt x="8204" y="66260"/>
                    <a:pt x="10241" y="58314"/>
                    <a:pt x="14220" y="51301"/>
                  </a:cubicBezTo>
                  <a:cubicBezTo>
                    <a:pt x="36656" y="18593"/>
                    <a:pt x="91219" y="64996"/>
                    <a:pt x="120430" y="64924"/>
                  </a:cubicBezTo>
                  <a:cubicBezTo>
                    <a:pt x="166687" y="64851"/>
                    <a:pt x="216368" y="39792"/>
                    <a:pt x="249732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6"/>
                  </a:cubicBezTo>
                  <a:cubicBezTo>
                    <a:pt x="290170" y="39882"/>
                    <a:pt x="279238" y="62480"/>
                    <a:pt x="265393" y="83280"/>
                  </a:cubicBezTo>
                  <a:cubicBezTo>
                    <a:pt x="242759" y="118795"/>
                    <a:pt x="205320" y="142212"/>
                    <a:pt x="163482" y="147021"/>
                  </a:cubicBezTo>
                  <a:cubicBezTo>
                    <a:pt x="142793" y="148551"/>
                    <a:pt x="121595" y="144472"/>
                    <a:pt x="101562" y="149790"/>
                  </a:cubicBezTo>
                  <a:cubicBezTo>
                    <a:pt x="81602" y="155108"/>
                    <a:pt x="62953" y="175577"/>
                    <a:pt x="70019" y="195027"/>
                  </a:cubicBezTo>
                  <a:cubicBezTo>
                    <a:pt x="76939" y="213967"/>
                    <a:pt x="101417" y="218119"/>
                    <a:pt x="121595" y="219212"/>
                  </a:cubicBezTo>
                  <a:cubicBezTo>
                    <a:pt x="149859" y="220742"/>
                    <a:pt x="178852" y="222126"/>
                    <a:pt x="205660" y="213312"/>
                  </a:cubicBezTo>
                  <a:cubicBezTo>
                    <a:pt x="222051" y="207848"/>
                    <a:pt x="237056" y="198815"/>
                    <a:pt x="253010" y="192186"/>
                  </a:cubicBezTo>
                  <a:cubicBezTo>
                    <a:pt x="320830" y="164067"/>
                    <a:pt x="406497" y="179802"/>
                    <a:pt x="462516" y="132307"/>
                  </a:cubicBezTo>
                  <a:cubicBezTo>
                    <a:pt x="467830" y="127447"/>
                    <a:pt x="473558" y="123060"/>
                    <a:pt x="479634" y="119194"/>
                  </a:cubicBezTo>
                  <a:cubicBezTo>
                    <a:pt x="494301" y="149898"/>
                    <a:pt x="467251" y="192431"/>
                    <a:pt x="441245" y="210205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ADC75527-8020-439B-8A58-7251125E03F6}"/>
                </a:ext>
              </a:extLst>
            </p:cNvPr>
            <p:cNvSpPr/>
            <p:nvPr/>
          </p:nvSpPr>
          <p:spPr>
            <a:xfrm>
              <a:off x="2767389" y="2982388"/>
              <a:ext cx="783410" cy="2077996"/>
            </a:xfrm>
            <a:custGeom>
              <a:avLst/>
              <a:gdLst>
                <a:gd name="connsiteX0" fmla="*/ 8352 w 783410"/>
                <a:gd name="connsiteY0" fmla="*/ 122376 h 2077996"/>
                <a:gd name="connsiteX1" fmla="*/ 65510 w 783410"/>
                <a:gd name="connsiteY1" fmla="*/ 430087 h 2077996"/>
                <a:gd name="connsiteX2" fmla="*/ 111968 w 783410"/>
                <a:gd name="connsiteY2" fmla="*/ 504580 h 2077996"/>
                <a:gd name="connsiteX3" fmla="*/ 130098 w 783410"/>
                <a:gd name="connsiteY3" fmla="*/ 563613 h 2077996"/>
                <a:gd name="connsiteX4" fmla="*/ 181583 w 783410"/>
                <a:gd name="connsiteY4" fmla="*/ 776720 h 2077996"/>
                <a:gd name="connsiteX5" fmla="*/ 205308 w 783410"/>
                <a:gd name="connsiteY5" fmla="*/ 951933 h 2077996"/>
                <a:gd name="connsiteX6" fmla="*/ 217383 w 783410"/>
                <a:gd name="connsiteY6" fmla="*/ 1071851 h 2077996"/>
                <a:gd name="connsiteX7" fmla="*/ 232700 w 783410"/>
                <a:gd name="connsiteY7" fmla="*/ 1092867 h 2077996"/>
                <a:gd name="connsiteX8" fmla="*/ 232952 w 783410"/>
                <a:gd name="connsiteY8" fmla="*/ 1120560 h 2077996"/>
                <a:gd name="connsiteX9" fmla="*/ 234639 w 783410"/>
                <a:gd name="connsiteY9" fmla="*/ 1586713 h 2077996"/>
                <a:gd name="connsiteX10" fmla="*/ 315977 w 783410"/>
                <a:gd name="connsiteY10" fmla="*/ 2010202 h 2077996"/>
                <a:gd name="connsiteX11" fmla="*/ 338500 w 783410"/>
                <a:gd name="connsiteY11" fmla="*/ 2057167 h 2077996"/>
                <a:gd name="connsiteX12" fmla="*/ 372270 w 783410"/>
                <a:gd name="connsiteY12" fmla="*/ 2073214 h 2077996"/>
                <a:gd name="connsiteX13" fmla="*/ 531966 w 783410"/>
                <a:gd name="connsiteY13" fmla="*/ 2047940 h 2077996"/>
                <a:gd name="connsiteX14" fmla="*/ 601698 w 783410"/>
                <a:gd name="connsiteY14" fmla="*/ 1964765 h 2077996"/>
                <a:gd name="connsiteX15" fmla="*/ 582321 w 783410"/>
                <a:gd name="connsiteY15" fmla="*/ 1913544 h 2077996"/>
                <a:gd name="connsiteX16" fmla="*/ 563101 w 783410"/>
                <a:gd name="connsiteY16" fmla="*/ 1807696 h 2077996"/>
                <a:gd name="connsiteX17" fmla="*/ 504784 w 783410"/>
                <a:gd name="connsiteY17" fmla="*/ 1542981 h 2077996"/>
                <a:gd name="connsiteX18" fmla="*/ 487319 w 783410"/>
                <a:gd name="connsiteY18" fmla="*/ 1274398 h 2077996"/>
                <a:gd name="connsiteX19" fmla="*/ 660111 w 783410"/>
                <a:gd name="connsiteY19" fmla="*/ 742829 h 2077996"/>
                <a:gd name="connsiteX20" fmla="*/ 675937 w 783410"/>
                <a:gd name="connsiteY20" fmla="*/ 719025 h 2077996"/>
                <a:gd name="connsiteX21" fmla="*/ 698339 w 783410"/>
                <a:gd name="connsiteY21" fmla="*/ 703733 h 2077996"/>
                <a:gd name="connsiteX22" fmla="*/ 708587 w 783410"/>
                <a:gd name="connsiteY22" fmla="*/ 675866 h 2077996"/>
                <a:gd name="connsiteX23" fmla="*/ 755048 w 783410"/>
                <a:gd name="connsiteY23" fmla="*/ 602438 h 2077996"/>
                <a:gd name="connsiteX24" fmla="*/ 780362 w 783410"/>
                <a:gd name="connsiteY24" fmla="*/ 386863 h 2077996"/>
                <a:gd name="connsiteX25" fmla="*/ 777525 w 783410"/>
                <a:gd name="connsiteY25" fmla="*/ 172621 h 2077996"/>
                <a:gd name="connsiteX26" fmla="*/ 657355 w 783410"/>
                <a:gd name="connsiteY26" fmla="*/ 7826 h 2077996"/>
                <a:gd name="connsiteX27" fmla="*/ 551970 w 783410"/>
                <a:gd name="connsiteY27" fmla="*/ 2848 h 2077996"/>
                <a:gd name="connsiteX28" fmla="*/ 8352 w 783410"/>
                <a:gd name="connsiteY28" fmla="*/ 122376 h 207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3410" h="2077996">
                  <a:moveTo>
                    <a:pt x="8352" y="122376"/>
                  </a:moveTo>
                  <a:cubicBezTo>
                    <a:pt x="-13266" y="228477"/>
                    <a:pt x="7232" y="338827"/>
                    <a:pt x="65510" y="430087"/>
                  </a:cubicBezTo>
                  <a:cubicBezTo>
                    <a:pt x="81401" y="454708"/>
                    <a:pt x="100022" y="477822"/>
                    <a:pt x="111968" y="504580"/>
                  </a:cubicBezTo>
                  <a:cubicBezTo>
                    <a:pt x="119797" y="523664"/>
                    <a:pt x="125866" y="543424"/>
                    <a:pt x="130098" y="563613"/>
                  </a:cubicBezTo>
                  <a:lnTo>
                    <a:pt x="181583" y="776720"/>
                  </a:lnTo>
                  <a:cubicBezTo>
                    <a:pt x="195482" y="834250"/>
                    <a:pt x="209483" y="892894"/>
                    <a:pt x="205308" y="951933"/>
                  </a:cubicBezTo>
                  <a:cubicBezTo>
                    <a:pt x="202399" y="993070"/>
                    <a:pt x="192030" y="1039324"/>
                    <a:pt x="217383" y="1071851"/>
                  </a:cubicBezTo>
                  <a:cubicBezTo>
                    <a:pt x="223497" y="1078063"/>
                    <a:pt x="228658" y="1085145"/>
                    <a:pt x="232700" y="1092867"/>
                  </a:cubicBezTo>
                  <a:cubicBezTo>
                    <a:pt x="235227" y="1101914"/>
                    <a:pt x="235315" y="1111468"/>
                    <a:pt x="232952" y="1120560"/>
                  </a:cubicBezTo>
                  <a:cubicBezTo>
                    <a:pt x="206905" y="1275281"/>
                    <a:pt x="187588" y="1437034"/>
                    <a:pt x="234639" y="1586713"/>
                  </a:cubicBezTo>
                  <a:cubicBezTo>
                    <a:pt x="277283" y="1722375"/>
                    <a:pt x="279717" y="1872696"/>
                    <a:pt x="315977" y="2010202"/>
                  </a:cubicBezTo>
                  <a:cubicBezTo>
                    <a:pt x="320467" y="2027229"/>
                    <a:pt x="325602" y="2045178"/>
                    <a:pt x="338500" y="2057167"/>
                  </a:cubicBezTo>
                  <a:cubicBezTo>
                    <a:pt x="348193" y="2065325"/>
                    <a:pt x="359823" y="2070852"/>
                    <a:pt x="372270" y="2073214"/>
                  </a:cubicBezTo>
                  <a:cubicBezTo>
                    <a:pt x="425704" y="2085927"/>
                    <a:pt x="482130" y="2071033"/>
                    <a:pt x="531966" y="2047940"/>
                  </a:cubicBezTo>
                  <a:cubicBezTo>
                    <a:pt x="566990" y="2031711"/>
                    <a:pt x="604689" y="2003251"/>
                    <a:pt x="601698" y="1964765"/>
                  </a:cubicBezTo>
                  <a:cubicBezTo>
                    <a:pt x="600274" y="1946457"/>
                    <a:pt x="589580" y="1930412"/>
                    <a:pt x="582321" y="1913544"/>
                  </a:cubicBezTo>
                  <a:cubicBezTo>
                    <a:pt x="568086" y="1880462"/>
                    <a:pt x="566942" y="1843506"/>
                    <a:pt x="563101" y="1807696"/>
                  </a:cubicBezTo>
                  <a:cubicBezTo>
                    <a:pt x="553456" y="1717777"/>
                    <a:pt x="525735" y="1630955"/>
                    <a:pt x="504784" y="1542981"/>
                  </a:cubicBezTo>
                  <a:cubicBezTo>
                    <a:pt x="483832" y="1455007"/>
                    <a:pt x="469599" y="1363080"/>
                    <a:pt x="487319" y="1274398"/>
                  </a:cubicBezTo>
                  <a:cubicBezTo>
                    <a:pt x="523559" y="1090964"/>
                    <a:pt x="581567" y="912511"/>
                    <a:pt x="660111" y="742829"/>
                  </a:cubicBezTo>
                  <a:cubicBezTo>
                    <a:pt x="663528" y="733804"/>
                    <a:pt x="668938" y="725667"/>
                    <a:pt x="675937" y="719025"/>
                  </a:cubicBezTo>
                  <a:cubicBezTo>
                    <a:pt x="683815" y="714557"/>
                    <a:pt x="691308" y="709442"/>
                    <a:pt x="698339" y="703733"/>
                  </a:cubicBezTo>
                  <a:cubicBezTo>
                    <a:pt x="703778" y="695319"/>
                    <a:pt x="707278" y="685800"/>
                    <a:pt x="708587" y="675866"/>
                  </a:cubicBezTo>
                  <a:cubicBezTo>
                    <a:pt x="716380" y="647799"/>
                    <a:pt x="739529" y="627090"/>
                    <a:pt x="755048" y="602438"/>
                  </a:cubicBezTo>
                  <a:cubicBezTo>
                    <a:pt x="794231" y="540191"/>
                    <a:pt x="781814" y="460401"/>
                    <a:pt x="780362" y="386863"/>
                  </a:cubicBezTo>
                  <a:cubicBezTo>
                    <a:pt x="778951" y="315349"/>
                    <a:pt x="789248" y="243181"/>
                    <a:pt x="777525" y="172621"/>
                  </a:cubicBezTo>
                  <a:cubicBezTo>
                    <a:pt x="765802" y="102061"/>
                    <a:pt x="725379" y="29935"/>
                    <a:pt x="657355" y="7826"/>
                  </a:cubicBezTo>
                  <a:cubicBezTo>
                    <a:pt x="623658" y="-3126"/>
                    <a:pt x="587229" y="-642"/>
                    <a:pt x="551970" y="2848"/>
                  </a:cubicBezTo>
                  <a:cubicBezTo>
                    <a:pt x="365171" y="21338"/>
                    <a:pt x="183659" y="55270"/>
                    <a:pt x="8352" y="122376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96294F2C-D8A5-4232-93D1-5BFF66A269BE}"/>
                </a:ext>
              </a:extLst>
            </p:cNvPr>
            <p:cNvSpPr/>
            <p:nvPr/>
          </p:nvSpPr>
          <p:spPr>
            <a:xfrm>
              <a:off x="2767389" y="2982388"/>
              <a:ext cx="783410" cy="2077996"/>
            </a:xfrm>
            <a:custGeom>
              <a:avLst/>
              <a:gdLst>
                <a:gd name="connsiteX0" fmla="*/ 8352 w 783410"/>
                <a:gd name="connsiteY0" fmla="*/ 122376 h 2077996"/>
                <a:gd name="connsiteX1" fmla="*/ 65510 w 783410"/>
                <a:gd name="connsiteY1" fmla="*/ 430087 h 2077996"/>
                <a:gd name="connsiteX2" fmla="*/ 111968 w 783410"/>
                <a:gd name="connsiteY2" fmla="*/ 504580 h 2077996"/>
                <a:gd name="connsiteX3" fmla="*/ 130098 w 783410"/>
                <a:gd name="connsiteY3" fmla="*/ 563613 h 2077996"/>
                <a:gd name="connsiteX4" fmla="*/ 181583 w 783410"/>
                <a:gd name="connsiteY4" fmla="*/ 776720 h 2077996"/>
                <a:gd name="connsiteX5" fmla="*/ 205308 w 783410"/>
                <a:gd name="connsiteY5" fmla="*/ 951933 h 2077996"/>
                <a:gd name="connsiteX6" fmla="*/ 217383 w 783410"/>
                <a:gd name="connsiteY6" fmla="*/ 1071851 h 2077996"/>
                <a:gd name="connsiteX7" fmla="*/ 232700 w 783410"/>
                <a:gd name="connsiteY7" fmla="*/ 1092867 h 2077996"/>
                <a:gd name="connsiteX8" fmla="*/ 232952 w 783410"/>
                <a:gd name="connsiteY8" fmla="*/ 1120560 h 2077996"/>
                <a:gd name="connsiteX9" fmla="*/ 234639 w 783410"/>
                <a:gd name="connsiteY9" fmla="*/ 1586713 h 2077996"/>
                <a:gd name="connsiteX10" fmla="*/ 315977 w 783410"/>
                <a:gd name="connsiteY10" fmla="*/ 2010202 h 2077996"/>
                <a:gd name="connsiteX11" fmla="*/ 338500 w 783410"/>
                <a:gd name="connsiteY11" fmla="*/ 2057167 h 2077996"/>
                <a:gd name="connsiteX12" fmla="*/ 372270 w 783410"/>
                <a:gd name="connsiteY12" fmla="*/ 2073214 h 2077996"/>
                <a:gd name="connsiteX13" fmla="*/ 531966 w 783410"/>
                <a:gd name="connsiteY13" fmla="*/ 2047940 h 2077996"/>
                <a:gd name="connsiteX14" fmla="*/ 601698 w 783410"/>
                <a:gd name="connsiteY14" fmla="*/ 1964765 h 2077996"/>
                <a:gd name="connsiteX15" fmla="*/ 582321 w 783410"/>
                <a:gd name="connsiteY15" fmla="*/ 1913544 h 2077996"/>
                <a:gd name="connsiteX16" fmla="*/ 563101 w 783410"/>
                <a:gd name="connsiteY16" fmla="*/ 1807696 h 2077996"/>
                <a:gd name="connsiteX17" fmla="*/ 504784 w 783410"/>
                <a:gd name="connsiteY17" fmla="*/ 1542981 h 2077996"/>
                <a:gd name="connsiteX18" fmla="*/ 487319 w 783410"/>
                <a:gd name="connsiteY18" fmla="*/ 1274398 h 2077996"/>
                <a:gd name="connsiteX19" fmla="*/ 660111 w 783410"/>
                <a:gd name="connsiteY19" fmla="*/ 742829 h 2077996"/>
                <a:gd name="connsiteX20" fmla="*/ 675937 w 783410"/>
                <a:gd name="connsiteY20" fmla="*/ 719025 h 2077996"/>
                <a:gd name="connsiteX21" fmla="*/ 698339 w 783410"/>
                <a:gd name="connsiteY21" fmla="*/ 703733 h 2077996"/>
                <a:gd name="connsiteX22" fmla="*/ 708587 w 783410"/>
                <a:gd name="connsiteY22" fmla="*/ 675866 h 2077996"/>
                <a:gd name="connsiteX23" fmla="*/ 755048 w 783410"/>
                <a:gd name="connsiteY23" fmla="*/ 602438 h 2077996"/>
                <a:gd name="connsiteX24" fmla="*/ 780362 w 783410"/>
                <a:gd name="connsiteY24" fmla="*/ 386863 h 2077996"/>
                <a:gd name="connsiteX25" fmla="*/ 777525 w 783410"/>
                <a:gd name="connsiteY25" fmla="*/ 172621 h 2077996"/>
                <a:gd name="connsiteX26" fmla="*/ 657355 w 783410"/>
                <a:gd name="connsiteY26" fmla="*/ 7826 h 2077996"/>
                <a:gd name="connsiteX27" fmla="*/ 551970 w 783410"/>
                <a:gd name="connsiteY27" fmla="*/ 2848 h 2077996"/>
                <a:gd name="connsiteX28" fmla="*/ 8352 w 783410"/>
                <a:gd name="connsiteY28" fmla="*/ 122376 h 207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3410" h="2077996">
                  <a:moveTo>
                    <a:pt x="8352" y="122376"/>
                  </a:moveTo>
                  <a:cubicBezTo>
                    <a:pt x="-13266" y="228477"/>
                    <a:pt x="7232" y="338827"/>
                    <a:pt x="65510" y="430087"/>
                  </a:cubicBezTo>
                  <a:cubicBezTo>
                    <a:pt x="81401" y="454708"/>
                    <a:pt x="100022" y="477822"/>
                    <a:pt x="111968" y="504580"/>
                  </a:cubicBezTo>
                  <a:cubicBezTo>
                    <a:pt x="119797" y="523664"/>
                    <a:pt x="125866" y="543424"/>
                    <a:pt x="130098" y="563613"/>
                  </a:cubicBezTo>
                  <a:lnTo>
                    <a:pt x="181583" y="776720"/>
                  </a:lnTo>
                  <a:cubicBezTo>
                    <a:pt x="195482" y="834250"/>
                    <a:pt x="209483" y="892894"/>
                    <a:pt x="205308" y="951933"/>
                  </a:cubicBezTo>
                  <a:cubicBezTo>
                    <a:pt x="202399" y="993070"/>
                    <a:pt x="192030" y="1039324"/>
                    <a:pt x="217383" y="1071851"/>
                  </a:cubicBezTo>
                  <a:cubicBezTo>
                    <a:pt x="223497" y="1078063"/>
                    <a:pt x="228658" y="1085145"/>
                    <a:pt x="232700" y="1092867"/>
                  </a:cubicBezTo>
                  <a:cubicBezTo>
                    <a:pt x="235227" y="1101914"/>
                    <a:pt x="235315" y="1111468"/>
                    <a:pt x="232952" y="1120560"/>
                  </a:cubicBezTo>
                  <a:cubicBezTo>
                    <a:pt x="206905" y="1275281"/>
                    <a:pt x="187588" y="1437034"/>
                    <a:pt x="234639" y="1586713"/>
                  </a:cubicBezTo>
                  <a:cubicBezTo>
                    <a:pt x="277283" y="1722375"/>
                    <a:pt x="279717" y="1872696"/>
                    <a:pt x="315977" y="2010202"/>
                  </a:cubicBezTo>
                  <a:cubicBezTo>
                    <a:pt x="320467" y="2027229"/>
                    <a:pt x="325602" y="2045178"/>
                    <a:pt x="338500" y="2057167"/>
                  </a:cubicBezTo>
                  <a:cubicBezTo>
                    <a:pt x="348193" y="2065325"/>
                    <a:pt x="359823" y="2070852"/>
                    <a:pt x="372270" y="2073214"/>
                  </a:cubicBezTo>
                  <a:cubicBezTo>
                    <a:pt x="425704" y="2085927"/>
                    <a:pt x="482130" y="2071033"/>
                    <a:pt x="531966" y="2047940"/>
                  </a:cubicBezTo>
                  <a:cubicBezTo>
                    <a:pt x="566990" y="2031711"/>
                    <a:pt x="604689" y="2003251"/>
                    <a:pt x="601698" y="1964765"/>
                  </a:cubicBezTo>
                  <a:cubicBezTo>
                    <a:pt x="600274" y="1946457"/>
                    <a:pt x="589580" y="1930412"/>
                    <a:pt x="582321" y="1913544"/>
                  </a:cubicBezTo>
                  <a:cubicBezTo>
                    <a:pt x="568086" y="1880462"/>
                    <a:pt x="566942" y="1843506"/>
                    <a:pt x="563101" y="1807696"/>
                  </a:cubicBezTo>
                  <a:cubicBezTo>
                    <a:pt x="553456" y="1717777"/>
                    <a:pt x="525735" y="1630955"/>
                    <a:pt x="504784" y="1542981"/>
                  </a:cubicBezTo>
                  <a:cubicBezTo>
                    <a:pt x="483832" y="1455007"/>
                    <a:pt x="469599" y="1363080"/>
                    <a:pt x="487319" y="1274398"/>
                  </a:cubicBezTo>
                  <a:cubicBezTo>
                    <a:pt x="523559" y="1090964"/>
                    <a:pt x="581567" y="912511"/>
                    <a:pt x="660111" y="742829"/>
                  </a:cubicBezTo>
                  <a:cubicBezTo>
                    <a:pt x="663528" y="733804"/>
                    <a:pt x="668938" y="725667"/>
                    <a:pt x="675937" y="719025"/>
                  </a:cubicBezTo>
                  <a:cubicBezTo>
                    <a:pt x="683815" y="714557"/>
                    <a:pt x="691308" y="709442"/>
                    <a:pt x="698339" y="703733"/>
                  </a:cubicBezTo>
                  <a:cubicBezTo>
                    <a:pt x="703778" y="695319"/>
                    <a:pt x="707278" y="685800"/>
                    <a:pt x="708587" y="675866"/>
                  </a:cubicBezTo>
                  <a:cubicBezTo>
                    <a:pt x="716380" y="647799"/>
                    <a:pt x="739529" y="627090"/>
                    <a:pt x="755048" y="602438"/>
                  </a:cubicBezTo>
                  <a:cubicBezTo>
                    <a:pt x="794231" y="540191"/>
                    <a:pt x="781814" y="460401"/>
                    <a:pt x="780362" y="386863"/>
                  </a:cubicBezTo>
                  <a:cubicBezTo>
                    <a:pt x="778951" y="315349"/>
                    <a:pt x="789248" y="243181"/>
                    <a:pt x="777525" y="172621"/>
                  </a:cubicBezTo>
                  <a:cubicBezTo>
                    <a:pt x="765802" y="102061"/>
                    <a:pt x="725379" y="29935"/>
                    <a:pt x="657355" y="7826"/>
                  </a:cubicBezTo>
                  <a:cubicBezTo>
                    <a:pt x="623658" y="-3126"/>
                    <a:pt x="587229" y="-642"/>
                    <a:pt x="551970" y="2848"/>
                  </a:cubicBezTo>
                  <a:cubicBezTo>
                    <a:pt x="365171" y="21338"/>
                    <a:pt x="183659" y="55270"/>
                    <a:pt x="8352" y="12237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D96DC4FE-B1FC-4719-862B-E96A81B007EF}"/>
                </a:ext>
              </a:extLst>
            </p:cNvPr>
            <p:cNvSpPr/>
            <p:nvPr/>
          </p:nvSpPr>
          <p:spPr>
            <a:xfrm>
              <a:off x="2745182" y="3016810"/>
              <a:ext cx="819579" cy="2248079"/>
            </a:xfrm>
            <a:custGeom>
              <a:avLst/>
              <a:gdLst>
                <a:gd name="connsiteX0" fmla="*/ 791393 w 819579"/>
                <a:gd name="connsiteY0" fmla="*/ 536471 h 2248079"/>
                <a:gd name="connsiteX1" fmla="*/ 781995 w 819579"/>
                <a:gd name="connsiteY1" fmla="*/ 619152 h 2248079"/>
                <a:gd name="connsiteX2" fmla="*/ 676732 w 819579"/>
                <a:gd name="connsiteY2" fmla="*/ 1171983 h 2248079"/>
                <a:gd name="connsiteX3" fmla="*/ 665951 w 819579"/>
                <a:gd name="connsiteY3" fmla="*/ 1219552 h 2248079"/>
                <a:gd name="connsiteX4" fmla="*/ 594635 w 819579"/>
                <a:gd name="connsiteY4" fmla="*/ 1359854 h 2248079"/>
                <a:gd name="connsiteX5" fmla="*/ 341784 w 819579"/>
                <a:gd name="connsiteY5" fmla="*/ 2067629 h 2248079"/>
                <a:gd name="connsiteX6" fmla="*/ 324374 w 819579"/>
                <a:gd name="connsiteY6" fmla="*/ 2114833 h 2248079"/>
                <a:gd name="connsiteX7" fmla="*/ 272434 w 819579"/>
                <a:gd name="connsiteY7" fmla="*/ 2230732 h 2248079"/>
                <a:gd name="connsiteX8" fmla="*/ 261726 w 819579"/>
                <a:gd name="connsiteY8" fmla="*/ 2244572 h 2248079"/>
                <a:gd name="connsiteX9" fmla="*/ 244826 w 819579"/>
                <a:gd name="connsiteY9" fmla="*/ 2247851 h 2248079"/>
                <a:gd name="connsiteX10" fmla="*/ 26068 w 819579"/>
                <a:gd name="connsiteY10" fmla="*/ 2198097 h 2248079"/>
                <a:gd name="connsiteX11" fmla="*/ 2831 w 819579"/>
                <a:gd name="connsiteY11" fmla="*/ 2178793 h 2248079"/>
                <a:gd name="connsiteX12" fmla="*/ 354 w 819579"/>
                <a:gd name="connsiteY12" fmla="*/ 2156574 h 2248079"/>
                <a:gd name="connsiteX13" fmla="*/ 27598 w 819579"/>
                <a:gd name="connsiteY13" fmla="*/ 2021736 h 2248079"/>
                <a:gd name="connsiteX14" fmla="*/ 81504 w 819579"/>
                <a:gd name="connsiteY14" fmla="*/ 1956392 h 2248079"/>
                <a:gd name="connsiteX15" fmla="*/ 134317 w 819579"/>
                <a:gd name="connsiteY15" fmla="*/ 1523976 h 2248079"/>
                <a:gd name="connsiteX16" fmla="*/ 213064 w 819579"/>
                <a:gd name="connsiteY16" fmla="*/ 1316947 h 2248079"/>
                <a:gd name="connsiteX17" fmla="*/ 283143 w 819579"/>
                <a:gd name="connsiteY17" fmla="*/ 1172493 h 2248079"/>
                <a:gd name="connsiteX18" fmla="*/ 290209 w 819579"/>
                <a:gd name="connsiteY18" fmla="*/ 1104600 h 2248079"/>
                <a:gd name="connsiteX19" fmla="*/ 317088 w 819579"/>
                <a:gd name="connsiteY19" fmla="*/ 1088792 h 2248079"/>
                <a:gd name="connsiteX20" fmla="*/ 320876 w 819579"/>
                <a:gd name="connsiteY20" fmla="*/ 1075243 h 2248079"/>
                <a:gd name="connsiteX21" fmla="*/ 313957 w 819579"/>
                <a:gd name="connsiteY21" fmla="*/ 963278 h 2248079"/>
                <a:gd name="connsiteX22" fmla="*/ 297274 w 819579"/>
                <a:gd name="connsiteY22" fmla="*/ 890286 h 2248079"/>
                <a:gd name="connsiteX23" fmla="*/ 315632 w 819579"/>
                <a:gd name="connsiteY23" fmla="*/ 819771 h 2248079"/>
                <a:gd name="connsiteX24" fmla="*/ 316287 w 819579"/>
                <a:gd name="connsiteY24" fmla="*/ 668469 h 2248079"/>
                <a:gd name="connsiteX25" fmla="*/ 309293 w 819579"/>
                <a:gd name="connsiteY25" fmla="*/ 583967 h 2248079"/>
                <a:gd name="connsiteX26" fmla="*/ 296837 w 819579"/>
                <a:gd name="connsiteY26" fmla="*/ 545140 h 2248079"/>
                <a:gd name="connsiteX27" fmla="*/ 281467 w 819579"/>
                <a:gd name="connsiteY27" fmla="*/ 401997 h 2248079"/>
                <a:gd name="connsiteX28" fmla="*/ 231786 w 819579"/>
                <a:gd name="connsiteY28" fmla="*/ 367030 h 2248079"/>
                <a:gd name="connsiteX29" fmla="*/ 163601 w 819579"/>
                <a:gd name="connsiteY29" fmla="*/ 268979 h 2248079"/>
                <a:gd name="connsiteX30" fmla="*/ 144297 w 819579"/>
                <a:gd name="connsiteY30" fmla="*/ 148929 h 2248079"/>
                <a:gd name="connsiteX31" fmla="*/ 144005 w 819579"/>
                <a:gd name="connsiteY31" fmla="*/ 122995 h 2248079"/>
                <a:gd name="connsiteX32" fmla="*/ 147502 w 819579"/>
                <a:gd name="connsiteY32" fmla="*/ 110029 h 2248079"/>
                <a:gd name="connsiteX33" fmla="*/ 205998 w 819579"/>
                <a:gd name="connsiteY33" fmla="*/ 74480 h 2248079"/>
                <a:gd name="connsiteX34" fmla="*/ 652692 w 819579"/>
                <a:gd name="connsiteY34" fmla="*/ 22249 h 2248079"/>
                <a:gd name="connsiteX35" fmla="*/ 763272 w 819579"/>
                <a:gd name="connsiteY35" fmla="*/ 38057 h 2248079"/>
                <a:gd name="connsiteX36" fmla="*/ 794743 w 819579"/>
                <a:gd name="connsiteY36" fmla="*/ 114910 h 2248079"/>
                <a:gd name="connsiteX37" fmla="*/ 816669 w 819579"/>
                <a:gd name="connsiteY37" fmla="*/ 362441 h 2248079"/>
                <a:gd name="connsiteX38" fmla="*/ 791393 w 819579"/>
                <a:gd name="connsiteY38" fmla="*/ 536471 h 2248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19579" h="2248079">
                  <a:moveTo>
                    <a:pt x="791393" y="536471"/>
                  </a:moveTo>
                  <a:cubicBezTo>
                    <a:pt x="790840" y="564264"/>
                    <a:pt x="787694" y="591944"/>
                    <a:pt x="781995" y="619152"/>
                  </a:cubicBezTo>
                  <a:cubicBezTo>
                    <a:pt x="749069" y="803818"/>
                    <a:pt x="713981" y="988095"/>
                    <a:pt x="676732" y="1171983"/>
                  </a:cubicBezTo>
                  <a:cubicBezTo>
                    <a:pt x="673454" y="1187936"/>
                    <a:pt x="670249" y="1203890"/>
                    <a:pt x="665951" y="1219552"/>
                  </a:cubicBezTo>
                  <a:cubicBezTo>
                    <a:pt x="652073" y="1270723"/>
                    <a:pt x="627796" y="1318484"/>
                    <a:pt x="594635" y="1359854"/>
                  </a:cubicBezTo>
                  <a:cubicBezTo>
                    <a:pt x="439399" y="1553334"/>
                    <a:pt x="425994" y="1834302"/>
                    <a:pt x="341784" y="2067629"/>
                  </a:cubicBezTo>
                  <a:cubicBezTo>
                    <a:pt x="336103" y="2083436"/>
                    <a:pt x="330421" y="2099244"/>
                    <a:pt x="324374" y="2114833"/>
                  </a:cubicBezTo>
                  <a:cubicBezTo>
                    <a:pt x="309156" y="2154372"/>
                    <a:pt x="291817" y="2193060"/>
                    <a:pt x="272434" y="2230732"/>
                  </a:cubicBezTo>
                  <a:cubicBezTo>
                    <a:pt x="270170" y="2236222"/>
                    <a:pt x="266472" y="2241002"/>
                    <a:pt x="261726" y="2244572"/>
                  </a:cubicBezTo>
                  <a:cubicBezTo>
                    <a:pt x="256502" y="2247200"/>
                    <a:pt x="250654" y="2248335"/>
                    <a:pt x="244826" y="2247851"/>
                  </a:cubicBezTo>
                  <a:cubicBezTo>
                    <a:pt x="169053" y="2248286"/>
                    <a:pt x="94198" y="2231262"/>
                    <a:pt x="26068" y="2198097"/>
                  </a:cubicBezTo>
                  <a:cubicBezTo>
                    <a:pt x="16342" y="2194510"/>
                    <a:pt x="8140" y="2187697"/>
                    <a:pt x="2831" y="2178793"/>
                  </a:cubicBezTo>
                  <a:cubicBezTo>
                    <a:pt x="218" y="2171697"/>
                    <a:pt x="-632" y="2164071"/>
                    <a:pt x="354" y="2156574"/>
                  </a:cubicBezTo>
                  <a:cubicBezTo>
                    <a:pt x="2685" y="2110317"/>
                    <a:pt x="5525" y="2062384"/>
                    <a:pt x="27598" y="2021736"/>
                  </a:cubicBezTo>
                  <a:cubicBezTo>
                    <a:pt x="42245" y="1997415"/>
                    <a:pt x="60410" y="1975395"/>
                    <a:pt x="81504" y="1956392"/>
                  </a:cubicBezTo>
                  <a:cubicBezTo>
                    <a:pt x="88060" y="1811210"/>
                    <a:pt x="102411" y="1665736"/>
                    <a:pt x="134317" y="1523976"/>
                  </a:cubicBezTo>
                  <a:cubicBezTo>
                    <a:pt x="150708" y="1451494"/>
                    <a:pt x="170959" y="1378211"/>
                    <a:pt x="213064" y="1316947"/>
                  </a:cubicBezTo>
                  <a:cubicBezTo>
                    <a:pt x="244097" y="1271710"/>
                    <a:pt x="288607" y="1227055"/>
                    <a:pt x="283143" y="1172493"/>
                  </a:cubicBezTo>
                  <a:cubicBezTo>
                    <a:pt x="280739" y="1148526"/>
                    <a:pt x="270686" y="1118659"/>
                    <a:pt x="290209" y="1104600"/>
                  </a:cubicBezTo>
                  <a:cubicBezTo>
                    <a:pt x="298731" y="1098409"/>
                    <a:pt x="311334" y="1097607"/>
                    <a:pt x="317088" y="1088792"/>
                  </a:cubicBezTo>
                  <a:cubicBezTo>
                    <a:pt x="319407" y="1084640"/>
                    <a:pt x="320706" y="1079996"/>
                    <a:pt x="320876" y="1075243"/>
                  </a:cubicBezTo>
                  <a:cubicBezTo>
                    <a:pt x="324888" y="1037798"/>
                    <a:pt x="322548" y="999944"/>
                    <a:pt x="313957" y="963278"/>
                  </a:cubicBezTo>
                  <a:cubicBezTo>
                    <a:pt x="306858" y="939325"/>
                    <a:pt x="301286" y="914945"/>
                    <a:pt x="297274" y="890286"/>
                  </a:cubicBezTo>
                  <a:cubicBezTo>
                    <a:pt x="294797" y="865372"/>
                    <a:pt x="299023" y="838420"/>
                    <a:pt x="315632" y="819771"/>
                  </a:cubicBezTo>
                  <a:cubicBezTo>
                    <a:pt x="316651" y="769944"/>
                    <a:pt x="315267" y="718223"/>
                    <a:pt x="316287" y="668469"/>
                  </a:cubicBezTo>
                  <a:cubicBezTo>
                    <a:pt x="318250" y="640110"/>
                    <a:pt x="315892" y="611618"/>
                    <a:pt x="309293" y="583967"/>
                  </a:cubicBezTo>
                  <a:cubicBezTo>
                    <a:pt x="305506" y="570927"/>
                    <a:pt x="299751" y="558471"/>
                    <a:pt x="296837" y="545140"/>
                  </a:cubicBezTo>
                  <a:cubicBezTo>
                    <a:pt x="286420" y="497280"/>
                    <a:pt x="312427" y="439950"/>
                    <a:pt x="281467" y="401997"/>
                  </a:cubicBezTo>
                  <a:cubicBezTo>
                    <a:pt x="268573" y="386262"/>
                    <a:pt x="248687" y="378395"/>
                    <a:pt x="231786" y="367030"/>
                  </a:cubicBezTo>
                  <a:cubicBezTo>
                    <a:pt x="198058" y="344521"/>
                    <a:pt x="175912" y="307661"/>
                    <a:pt x="163601" y="268979"/>
                  </a:cubicBezTo>
                  <a:cubicBezTo>
                    <a:pt x="152677" y="229815"/>
                    <a:pt x="146201" y="189544"/>
                    <a:pt x="144297" y="148929"/>
                  </a:cubicBezTo>
                  <a:cubicBezTo>
                    <a:pt x="143290" y="140318"/>
                    <a:pt x="143193" y="131626"/>
                    <a:pt x="144005" y="122995"/>
                  </a:cubicBezTo>
                  <a:cubicBezTo>
                    <a:pt x="144551" y="118529"/>
                    <a:pt x="145728" y="114164"/>
                    <a:pt x="147502" y="110029"/>
                  </a:cubicBezTo>
                  <a:cubicBezTo>
                    <a:pt x="157118" y="88393"/>
                    <a:pt x="182979" y="80015"/>
                    <a:pt x="205998" y="74480"/>
                  </a:cubicBezTo>
                  <a:cubicBezTo>
                    <a:pt x="352294" y="39393"/>
                    <a:pt x="502248" y="21859"/>
                    <a:pt x="652692" y="22249"/>
                  </a:cubicBezTo>
                  <a:cubicBezTo>
                    <a:pt x="708346" y="-15631"/>
                    <a:pt x="739670" y="-2082"/>
                    <a:pt x="763272" y="38057"/>
                  </a:cubicBezTo>
                  <a:cubicBezTo>
                    <a:pt x="776307" y="62557"/>
                    <a:pt x="786850" y="88304"/>
                    <a:pt x="794743" y="114910"/>
                  </a:cubicBezTo>
                  <a:cubicBezTo>
                    <a:pt x="805524" y="147472"/>
                    <a:pt x="806179" y="329733"/>
                    <a:pt x="816669" y="362441"/>
                  </a:cubicBezTo>
                  <a:cubicBezTo>
                    <a:pt x="830292" y="404984"/>
                    <a:pt x="790883" y="491816"/>
                    <a:pt x="791393" y="536471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C07F9902-2DB4-4325-87E4-6BADD7396489}"/>
                </a:ext>
              </a:extLst>
            </p:cNvPr>
            <p:cNvSpPr/>
            <p:nvPr/>
          </p:nvSpPr>
          <p:spPr>
            <a:xfrm>
              <a:off x="2525307" y="1835495"/>
              <a:ext cx="376115" cy="1193453"/>
            </a:xfrm>
            <a:custGeom>
              <a:avLst/>
              <a:gdLst>
                <a:gd name="connsiteX0" fmla="*/ 5009 w 376115"/>
                <a:gd name="connsiteY0" fmla="*/ 59208 h 1193453"/>
                <a:gd name="connsiteX1" fmla="*/ 16187 w 376115"/>
                <a:gd name="connsiteY1" fmla="*/ 145003 h 1193453"/>
                <a:gd name="connsiteX2" fmla="*/ 4868 w 376115"/>
                <a:gd name="connsiteY2" fmla="*/ 219869 h 1193453"/>
                <a:gd name="connsiteX3" fmla="*/ 56556 w 376115"/>
                <a:gd name="connsiteY3" fmla="*/ 507773 h 1193453"/>
                <a:gd name="connsiteX4" fmla="*/ 68827 w 376115"/>
                <a:gd name="connsiteY4" fmla="*/ 555123 h 1193453"/>
                <a:gd name="connsiteX5" fmla="*/ 47653 w 376115"/>
                <a:gd name="connsiteY5" fmla="*/ 642655 h 1193453"/>
                <a:gd name="connsiteX6" fmla="*/ 84774 w 376115"/>
                <a:gd name="connsiteY6" fmla="*/ 827442 h 1193453"/>
                <a:gd name="connsiteX7" fmla="*/ 83326 w 376115"/>
                <a:gd name="connsiteY7" fmla="*/ 914547 h 1193453"/>
                <a:gd name="connsiteX8" fmla="*/ 108313 w 376115"/>
                <a:gd name="connsiteY8" fmla="*/ 967186 h 1193453"/>
                <a:gd name="connsiteX9" fmla="*/ 141200 w 376115"/>
                <a:gd name="connsiteY9" fmla="*/ 1065185 h 1193453"/>
                <a:gd name="connsiteX10" fmla="*/ 273728 w 376115"/>
                <a:gd name="connsiteY10" fmla="*/ 1193333 h 1193453"/>
                <a:gd name="connsiteX11" fmla="*/ 351803 w 376115"/>
                <a:gd name="connsiteY11" fmla="*/ 1144973 h 1193453"/>
                <a:gd name="connsiteX12" fmla="*/ 365431 w 376115"/>
                <a:gd name="connsiteY12" fmla="*/ 1102565 h 1193453"/>
                <a:gd name="connsiteX13" fmla="*/ 375899 w 376115"/>
                <a:gd name="connsiteY13" fmla="*/ 905799 h 1193453"/>
                <a:gd name="connsiteX14" fmla="*/ 366896 w 376115"/>
                <a:gd name="connsiteY14" fmla="*/ 736426 h 1193453"/>
                <a:gd name="connsiteX15" fmla="*/ 316536 w 376115"/>
                <a:gd name="connsiteY15" fmla="*/ 525764 h 1193453"/>
                <a:gd name="connsiteX16" fmla="*/ 252131 w 376115"/>
                <a:gd name="connsiteY16" fmla="*/ 260461 h 1193453"/>
                <a:gd name="connsiteX17" fmla="*/ 131615 w 376115"/>
                <a:gd name="connsiteY17" fmla="*/ 54389 h 1193453"/>
                <a:gd name="connsiteX18" fmla="*/ 64611 w 376115"/>
                <a:gd name="connsiteY18" fmla="*/ 489 h 1193453"/>
                <a:gd name="connsiteX19" fmla="*/ 5010 w 376115"/>
                <a:gd name="connsiteY19" fmla="*/ 59208 h 119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6115" h="1193453">
                  <a:moveTo>
                    <a:pt x="5009" y="59208"/>
                  </a:moveTo>
                  <a:cubicBezTo>
                    <a:pt x="874" y="87886"/>
                    <a:pt x="14663" y="116069"/>
                    <a:pt x="16187" y="145003"/>
                  </a:cubicBezTo>
                  <a:cubicBezTo>
                    <a:pt x="17519" y="170284"/>
                    <a:pt x="9472" y="194976"/>
                    <a:pt x="4868" y="219869"/>
                  </a:cubicBezTo>
                  <a:cubicBezTo>
                    <a:pt x="-13100" y="317022"/>
                    <a:pt x="21423" y="415431"/>
                    <a:pt x="56556" y="507773"/>
                  </a:cubicBezTo>
                  <a:cubicBezTo>
                    <a:pt x="63237" y="522769"/>
                    <a:pt x="67384" y="538769"/>
                    <a:pt x="68827" y="555123"/>
                  </a:cubicBezTo>
                  <a:cubicBezTo>
                    <a:pt x="69766" y="585263"/>
                    <a:pt x="52407" y="612878"/>
                    <a:pt x="47653" y="642655"/>
                  </a:cubicBezTo>
                  <a:cubicBezTo>
                    <a:pt x="37663" y="705227"/>
                    <a:pt x="83818" y="764085"/>
                    <a:pt x="84774" y="827442"/>
                  </a:cubicBezTo>
                  <a:cubicBezTo>
                    <a:pt x="85215" y="856612"/>
                    <a:pt x="76028" y="886301"/>
                    <a:pt x="83326" y="914547"/>
                  </a:cubicBezTo>
                  <a:cubicBezTo>
                    <a:pt x="88196" y="933398"/>
                    <a:pt x="99963" y="949597"/>
                    <a:pt x="108313" y="967186"/>
                  </a:cubicBezTo>
                  <a:cubicBezTo>
                    <a:pt x="123108" y="998350"/>
                    <a:pt x="127078" y="1033709"/>
                    <a:pt x="141200" y="1065185"/>
                  </a:cubicBezTo>
                  <a:cubicBezTo>
                    <a:pt x="166721" y="1122068"/>
                    <a:pt x="221549" y="1159210"/>
                    <a:pt x="273728" y="1193333"/>
                  </a:cubicBezTo>
                  <a:cubicBezTo>
                    <a:pt x="303413" y="1183437"/>
                    <a:pt x="335507" y="1171687"/>
                    <a:pt x="351803" y="1144973"/>
                  </a:cubicBezTo>
                  <a:cubicBezTo>
                    <a:pt x="358957" y="1131813"/>
                    <a:pt x="363579" y="1117428"/>
                    <a:pt x="365431" y="1102565"/>
                  </a:cubicBezTo>
                  <a:cubicBezTo>
                    <a:pt x="376714" y="1037765"/>
                    <a:pt x="376322" y="971572"/>
                    <a:pt x="375899" y="905799"/>
                  </a:cubicBezTo>
                  <a:cubicBezTo>
                    <a:pt x="376853" y="849200"/>
                    <a:pt x="373844" y="792604"/>
                    <a:pt x="366896" y="736426"/>
                  </a:cubicBezTo>
                  <a:cubicBezTo>
                    <a:pt x="356356" y="664963"/>
                    <a:pt x="333170" y="596059"/>
                    <a:pt x="316536" y="525764"/>
                  </a:cubicBezTo>
                  <a:cubicBezTo>
                    <a:pt x="295556" y="437107"/>
                    <a:pt x="284806" y="345506"/>
                    <a:pt x="252131" y="260461"/>
                  </a:cubicBezTo>
                  <a:cubicBezTo>
                    <a:pt x="223417" y="185727"/>
                    <a:pt x="178691" y="118644"/>
                    <a:pt x="131615" y="54389"/>
                  </a:cubicBezTo>
                  <a:cubicBezTo>
                    <a:pt x="113653" y="29873"/>
                    <a:pt x="99473" y="-5172"/>
                    <a:pt x="64611" y="489"/>
                  </a:cubicBezTo>
                  <a:cubicBezTo>
                    <a:pt x="34399" y="5632"/>
                    <a:pt x="10603" y="29076"/>
                    <a:pt x="5010" y="59208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22984FD3-D1DC-4749-B30B-A55AD4275CE0}"/>
                </a:ext>
              </a:extLst>
            </p:cNvPr>
            <p:cNvSpPr/>
            <p:nvPr/>
          </p:nvSpPr>
          <p:spPr>
            <a:xfrm>
              <a:off x="2525307" y="1835495"/>
              <a:ext cx="376115" cy="1193453"/>
            </a:xfrm>
            <a:custGeom>
              <a:avLst/>
              <a:gdLst>
                <a:gd name="connsiteX0" fmla="*/ 5009 w 376115"/>
                <a:gd name="connsiteY0" fmla="*/ 59208 h 1193453"/>
                <a:gd name="connsiteX1" fmla="*/ 16187 w 376115"/>
                <a:gd name="connsiteY1" fmla="*/ 145003 h 1193453"/>
                <a:gd name="connsiteX2" fmla="*/ 4868 w 376115"/>
                <a:gd name="connsiteY2" fmla="*/ 219869 h 1193453"/>
                <a:gd name="connsiteX3" fmla="*/ 56556 w 376115"/>
                <a:gd name="connsiteY3" fmla="*/ 507773 h 1193453"/>
                <a:gd name="connsiteX4" fmla="*/ 68827 w 376115"/>
                <a:gd name="connsiteY4" fmla="*/ 555123 h 1193453"/>
                <a:gd name="connsiteX5" fmla="*/ 47653 w 376115"/>
                <a:gd name="connsiteY5" fmla="*/ 642655 h 1193453"/>
                <a:gd name="connsiteX6" fmla="*/ 84774 w 376115"/>
                <a:gd name="connsiteY6" fmla="*/ 827442 h 1193453"/>
                <a:gd name="connsiteX7" fmla="*/ 83326 w 376115"/>
                <a:gd name="connsiteY7" fmla="*/ 914547 h 1193453"/>
                <a:gd name="connsiteX8" fmla="*/ 108313 w 376115"/>
                <a:gd name="connsiteY8" fmla="*/ 967186 h 1193453"/>
                <a:gd name="connsiteX9" fmla="*/ 141200 w 376115"/>
                <a:gd name="connsiteY9" fmla="*/ 1065185 h 1193453"/>
                <a:gd name="connsiteX10" fmla="*/ 273728 w 376115"/>
                <a:gd name="connsiteY10" fmla="*/ 1193333 h 1193453"/>
                <a:gd name="connsiteX11" fmla="*/ 351803 w 376115"/>
                <a:gd name="connsiteY11" fmla="*/ 1144973 h 1193453"/>
                <a:gd name="connsiteX12" fmla="*/ 365431 w 376115"/>
                <a:gd name="connsiteY12" fmla="*/ 1102565 h 1193453"/>
                <a:gd name="connsiteX13" fmla="*/ 375899 w 376115"/>
                <a:gd name="connsiteY13" fmla="*/ 905799 h 1193453"/>
                <a:gd name="connsiteX14" fmla="*/ 366896 w 376115"/>
                <a:gd name="connsiteY14" fmla="*/ 736426 h 1193453"/>
                <a:gd name="connsiteX15" fmla="*/ 316536 w 376115"/>
                <a:gd name="connsiteY15" fmla="*/ 525764 h 1193453"/>
                <a:gd name="connsiteX16" fmla="*/ 252131 w 376115"/>
                <a:gd name="connsiteY16" fmla="*/ 260461 h 1193453"/>
                <a:gd name="connsiteX17" fmla="*/ 131615 w 376115"/>
                <a:gd name="connsiteY17" fmla="*/ 54389 h 1193453"/>
                <a:gd name="connsiteX18" fmla="*/ 64611 w 376115"/>
                <a:gd name="connsiteY18" fmla="*/ 489 h 1193453"/>
                <a:gd name="connsiteX19" fmla="*/ 5010 w 376115"/>
                <a:gd name="connsiteY19" fmla="*/ 59208 h 119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6115" h="1193453">
                  <a:moveTo>
                    <a:pt x="5009" y="59208"/>
                  </a:moveTo>
                  <a:cubicBezTo>
                    <a:pt x="874" y="87886"/>
                    <a:pt x="14663" y="116069"/>
                    <a:pt x="16187" y="145003"/>
                  </a:cubicBezTo>
                  <a:cubicBezTo>
                    <a:pt x="17519" y="170284"/>
                    <a:pt x="9472" y="194976"/>
                    <a:pt x="4868" y="219869"/>
                  </a:cubicBezTo>
                  <a:cubicBezTo>
                    <a:pt x="-13100" y="317022"/>
                    <a:pt x="21423" y="415431"/>
                    <a:pt x="56556" y="507773"/>
                  </a:cubicBezTo>
                  <a:cubicBezTo>
                    <a:pt x="63237" y="522769"/>
                    <a:pt x="67384" y="538769"/>
                    <a:pt x="68827" y="555123"/>
                  </a:cubicBezTo>
                  <a:cubicBezTo>
                    <a:pt x="69766" y="585263"/>
                    <a:pt x="52407" y="612878"/>
                    <a:pt x="47653" y="642655"/>
                  </a:cubicBezTo>
                  <a:cubicBezTo>
                    <a:pt x="37663" y="705227"/>
                    <a:pt x="83818" y="764085"/>
                    <a:pt x="84774" y="827442"/>
                  </a:cubicBezTo>
                  <a:cubicBezTo>
                    <a:pt x="85215" y="856612"/>
                    <a:pt x="76028" y="886301"/>
                    <a:pt x="83326" y="914547"/>
                  </a:cubicBezTo>
                  <a:cubicBezTo>
                    <a:pt x="88196" y="933398"/>
                    <a:pt x="99963" y="949597"/>
                    <a:pt x="108313" y="967186"/>
                  </a:cubicBezTo>
                  <a:cubicBezTo>
                    <a:pt x="123108" y="998350"/>
                    <a:pt x="127078" y="1033709"/>
                    <a:pt x="141200" y="1065185"/>
                  </a:cubicBezTo>
                  <a:cubicBezTo>
                    <a:pt x="166721" y="1122068"/>
                    <a:pt x="221549" y="1159210"/>
                    <a:pt x="273728" y="1193333"/>
                  </a:cubicBezTo>
                  <a:cubicBezTo>
                    <a:pt x="303413" y="1183437"/>
                    <a:pt x="335507" y="1171687"/>
                    <a:pt x="351803" y="1144973"/>
                  </a:cubicBezTo>
                  <a:cubicBezTo>
                    <a:pt x="358957" y="1131813"/>
                    <a:pt x="363579" y="1117428"/>
                    <a:pt x="365431" y="1102565"/>
                  </a:cubicBezTo>
                  <a:cubicBezTo>
                    <a:pt x="376714" y="1037765"/>
                    <a:pt x="376322" y="971572"/>
                    <a:pt x="375899" y="905799"/>
                  </a:cubicBezTo>
                  <a:cubicBezTo>
                    <a:pt x="376853" y="849200"/>
                    <a:pt x="373844" y="792604"/>
                    <a:pt x="366896" y="736426"/>
                  </a:cubicBezTo>
                  <a:cubicBezTo>
                    <a:pt x="356356" y="664963"/>
                    <a:pt x="333170" y="596059"/>
                    <a:pt x="316536" y="525764"/>
                  </a:cubicBezTo>
                  <a:cubicBezTo>
                    <a:pt x="295556" y="437107"/>
                    <a:pt x="284806" y="345506"/>
                    <a:pt x="252131" y="260461"/>
                  </a:cubicBezTo>
                  <a:cubicBezTo>
                    <a:pt x="223417" y="185727"/>
                    <a:pt x="178691" y="118644"/>
                    <a:pt x="131615" y="54389"/>
                  </a:cubicBezTo>
                  <a:cubicBezTo>
                    <a:pt x="113653" y="29873"/>
                    <a:pt x="99473" y="-5172"/>
                    <a:pt x="64611" y="489"/>
                  </a:cubicBezTo>
                  <a:cubicBezTo>
                    <a:pt x="34399" y="5632"/>
                    <a:pt x="10603" y="29076"/>
                    <a:pt x="5010" y="59208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61879D8A-4C89-49C1-9AE4-2BB92D4F7B2A}"/>
                </a:ext>
              </a:extLst>
            </p:cNvPr>
            <p:cNvSpPr/>
            <p:nvPr/>
          </p:nvSpPr>
          <p:spPr>
            <a:xfrm>
              <a:off x="2944583" y="1216911"/>
              <a:ext cx="343483" cy="177834"/>
            </a:xfrm>
            <a:custGeom>
              <a:avLst/>
              <a:gdLst>
                <a:gd name="connsiteX0" fmla="*/ 343439 w 343483"/>
                <a:gd name="connsiteY0" fmla="*/ 52856 h 177834"/>
                <a:gd name="connsiteX1" fmla="*/ 286619 w 343483"/>
                <a:gd name="connsiteY1" fmla="*/ 169920 h 177834"/>
                <a:gd name="connsiteX2" fmla="*/ 222078 w 343483"/>
                <a:gd name="connsiteY2" fmla="*/ 177714 h 177834"/>
                <a:gd name="connsiteX3" fmla="*/ 28239 w 343483"/>
                <a:gd name="connsiteY3" fmla="*/ 68993 h 177834"/>
                <a:gd name="connsiteX4" fmla="*/ 187 w 343483"/>
                <a:gd name="connsiteY4" fmla="*/ 16068 h 177834"/>
                <a:gd name="connsiteX5" fmla="*/ 40399 w 343483"/>
                <a:gd name="connsiteY5" fmla="*/ 989 h 177834"/>
                <a:gd name="connsiteX6" fmla="*/ 196728 w 343483"/>
                <a:gd name="connsiteY6" fmla="*/ 21167 h 177834"/>
                <a:gd name="connsiteX7" fmla="*/ 343439 w 343483"/>
                <a:gd name="connsiteY7" fmla="*/ 52856 h 177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483" h="177834">
                  <a:moveTo>
                    <a:pt x="343439" y="52856"/>
                  </a:moveTo>
                  <a:cubicBezTo>
                    <a:pt x="320430" y="89768"/>
                    <a:pt x="301385" y="129007"/>
                    <a:pt x="286619" y="169920"/>
                  </a:cubicBezTo>
                  <a:cubicBezTo>
                    <a:pt x="265498" y="175113"/>
                    <a:pt x="243827" y="177730"/>
                    <a:pt x="222078" y="177714"/>
                  </a:cubicBezTo>
                  <a:cubicBezTo>
                    <a:pt x="137648" y="177714"/>
                    <a:pt x="77847" y="129674"/>
                    <a:pt x="28239" y="68993"/>
                  </a:cubicBezTo>
                  <a:cubicBezTo>
                    <a:pt x="23940" y="49543"/>
                    <a:pt x="-2800" y="31366"/>
                    <a:pt x="187" y="16068"/>
                  </a:cubicBezTo>
                  <a:cubicBezTo>
                    <a:pt x="4121" y="-4183"/>
                    <a:pt x="23207" y="-176"/>
                    <a:pt x="40399" y="989"/>
                  </a:cubicBezTo>
                  <a:cubicBezTo>
                    <a:pt x="92825" y="4982"/>
                    <a:pt x="145006" y="11718"/>
                    <a:pt x="196728" y="21167"/>
                  </a:cubicBezTo>
                  <a:cubicBezTo>
                    <a:pt x="210203" y="23499"/>
                    <a:pt x="341472" y="56280"/>
                    <a:pt x="343439" y="5285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0DD8F20E-9F56-434B-A941-23D5216636A1}"/>
                </a:ext>
              </a:extLst>
            </p:cNvPr>
            <p:cNvSpPr/>
            <p:nvPr/>
          </p:nvSpPr>
          <p:spPr>
            <a:xfrm>
              <a:off x="2896225" y="846413"/>
              <a:ext cx="541013" cy="541013"/>
            </a:xfrm>
            <a:custGeom>
              <a:avLst/>
              <a:gdLst>
                <a:gd name="connsiteX0" fmla="*/ 541013 w 541013"/>
                <a:gd name="connsiteY0" fmla="*/ 270507 h 541013"/>
                <a:gd name="connsiteX1" fmla="*/ 270507 w 541013"/>
                <a:gd name="connsiteY1" fmla="*/ 541013 h 541013"/>
                <a:gd name="connsiteX2" fmla="*/ 0 w 541013"/>
                <a:gd name="connsiteY2" fmla="*/ 270507 h 541013"/>
                <a:gd name="connsiteX3" fmla="*/ 270507 w 541013"/>
                <a:gd name="connsiteY3" fmla="*/ 0 h 541013"/>
                <a:gd name="connsiteX4" fmla="*/ 541013 w 541013"/>
                <a:gd name="connsiteY4" fmla="*/ 270507 h 54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013" h="541013">
                  <a:moveTo>
                    <a:pt x="541013" y="270507"/>
                  </a:moveTo>
                  <a:cubicBezTo>
                    <a:pt x="541013" y="419903"/>
                    <a:pt x="419903" y="541013"/>
                    <a:pt x="270507" y="541013"/>
                  </a:cubicBezTo>
                  <a:cubicBezTo>
                    <a:pt x="121110" y="541013"/>
                    <a:pt x="0" y="419903"/>
                    <a:pt x="0" y="270507"/>
                  </a:cubicBezTo>
                  <a:cubicBezTo>
                    <a:pt x="0" y="121110"/>
                    <a:pt x="121110" y="0"/>
                    <a:pt x="270507" y="0"/>
                  </a:cubicBezTo>
                  <a:cubicBezTo>
                    <a:pt x="419903" y="0"/>
                    <a:pt x="541013" y="121110"/>
                    <a:pt x="541013" y="270507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4DE7FFDC-3EE5-454D-817B-C8863BB3CAD9}"/>
                </a:ext>
              </a:extLst>
            </p:cNvPr>
            <p:cNvSpPr/>
            <p:nvPr/>
          </p:nvSpPr>
          <p:spPr>
            <a:xfrm>
              <a:off x="2889233" y="3016810"/>
              <a:ext cx="619266" cy="123114"/>
            </a:xfrm>
            <a:custGeom>
              <a:avLst/>
              <a:gdLst>
                <a:gd name="connsiteX0" fmla="*/ 619222 w 619266"/>
                <a:gd name="connsiteY0" fmla="*/ 38057 h 123114"/>
                <a:gd name="connsiteX1" fmla="*/ 478265 w 619266"/>
                <a:gd name="connsiteY1" fmla="*/ 39076 h 123114"/>
                <a:gd name="connsiteX2" fmla="*/ 390777 w 619266"/>
                <a:gd name="connsiteY2" fmla="*/ 48036 h 123114"/>
                <a:gd name="connsiteX3" fmla="*/ 286970 w 619266"/>
                <a:gd name="connsiteY3" fmla="*/ 82420 h 123114"/>
                <a:gd name="connsiteX4" fmla="*/ 113523 w 619266"/>
                <a:gd name="connsiteY4" fmla="*/ 105220 h 123114"/>
                <a:gd name="connsiteX5" fmla="*/ -45 w 619266"/>
                <a:gd name="connsiteY5" fmla="*/ 122995 h 123114"/>
                <a:gd name="connsiteX6" fmla="*/ 3451 w 619266"/>
                <a:gd name="connsiteY6" fmla="*/ 110028 h 123114"/>
                <a:gd name="connsiteX7" fmla="*/ 61947 w 619266"/>
                <a:gd name="connsiteY7" fmla="*/ 74479 h 123114"/>
                <a:gd name="connsiteX8" fmla="*/ 508641 w 619266"/>
                <a:gd name="connsiteY8" fmla="*/ 22248 h 123114"/>
                <a:gd name="connsiteX9" fmla="*/ 619222 w 619266"/>
                <a:gd name="connsiteY9" fmla="*/ 38057 h 12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266" h="123114">
                  <a:moveTo>
                    <a:pt x="619222" y="38057"/>
                  </a:moveTo>
                  <a:cubicBezTo>
                    <a:pt x="572382" y="35288"/>
                    <a:pt x="525251" y="37182"/>
                    <a:pt x="478265" y="39076"/>
                  </a:cubicBezTo>
                  <a:cubicBezTo>
                    <a:pt x="448888" y="39355"/>
                    <a:pt x="419600" y="42355"/>
                    <a:pt x="390777" y="48036"/>
                  </a:cubicBezTo>
                  <a:cubicBezTo>
                    <a:pt x="355227" y="56122"/>
                    <a:pt x="322009" y="72293"/>
                    <a:pt x="286970" y="82420"/>
                  </a:cubicBezTo>
                  <a:cubicBezTo>
                    <a:pt x="230877" y="98737"/>
                    <a:pt x="171654" y="99466"/>
                    <a:pt x="113523" y="105220"/>
                  </a:cubicBezTo>
                  <a:cubicBezTo>
                    <a:pt x="75352" y="108921"/>
                    <a:pt x="37431" y="114856"/>
                    <a:pt x="-45" y="122995"/>
                  </a:cubicBezTo>
                  <a:cubicBezTo>
                    <a:pt x="501" y="118529"/>
                    <a:pt x="1678" y="114164"/>
                    <a:pt x="3451" y="110028"/>
                  </a:cubicBezTo>
                  <a:cubicBezTo>
                    <a:pt x="13068" y="88393"/>
                    <a:pt x="38929" y="80015"/>
                    <a:pt x="61947" y="74479"/>
                  </a:cubicBezTo>
                  <a:cubicBezTo>
                    <a:pt x="208243" y="39392"/>
                    <a:pt x="358197" y="21859"/>
                    <a:pt x="508641" y="22248"/>
                  </a:cubicBezTo>
                  <a:cubicBezTo>
                    <a:pt x="564296" y="-15631"/>
                    <a:pt x="595620" y="-2082"/>
                    <a:pt x="619222" y="38057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D06E261C-8BDA-4693-99CB-4D0307A08A30}"/>
                </a:ext>
              </a:extLst>
            </p:cNvPr>
            <p:cNvSpPr/>
            <p:nvPr/>
          </p:nvSpPr>
          <p:spPr>
            <a:xfrm>
              <a:off x="2566790" y="1481999"/>
              <a:ext cx="1054353" cy="1688174"/>
            </a:xfrm>
            <a:custGeom>
              <a:avLst/>
              <a:gdLst>
                <a:gd name="connsiteX0" fmla="*/ 757318 w 1054353"/>
                <a:gd name="connsiteY0" fmla="*/ 77622 h 1688174"/>
                <a:gd name="connsiteX1" fmla="*/ 712210 w 1054353"/>
                <a:gd name="connsiteY1" fmla="*/ 101906 h 1688174"/>
                <a:gd name="connsiteX2" fmla="*/ 694656 w 1054353"/>
                <a:gd name="connsiteY2" fmla="*/ 92510 h 1688174"/>
                <a:gd name="connsiteX3" fmla="*/ 588514 w 1054353"/>
                <a:gd name="connsiteY3" fmla="*/ 62170 h 1688174"/>
                <a:gd name="connsiteX4" fmla="*/ 369922 w 1054353"/>
                <a:gd name="connsiteY4" fmla="*/ 13026 h 1688174"/>
                <a:gd name="connsiteX5" fmla="*/ 305267 w 1054353"/>
                <a:gd name="connsiteY5" fmla="*/ -120 h 1688174"/>
                <a:gd name="connsiteX6" fmla="*/ 190055 w 1054353"/>
                <a:gd name="connsiteY6" fmla="*/ 66323 h 1688174"/>
                <a:gd name="connsiteX7" fmla="*/ 112774 w 1054353"/>
                <a:gd name="connsiteY7" fmla="*/ 180016 h 1688174"/>
                <a:gd name="connsiteX8" fmla="*/ 50006 w 1054353"/>
                <a:gd name="connsiteY8" fmla="*/ 255218 h 1688174"/>
                <a:gd name="connsiteX9" fmla="*/ 4693 w 1054353"/>
                <a:gd name="connsiteY9" fmla="*/ 492376 h 1688174"/>
                <a:gd name="connsiteX10" fmla="*/ 81795 w 1054353"/>
                <a:gd name="connsiteY10" fmla="*/ 726721 h 1688174"/>
                <a:gd name="connsiteX11" fmla="*/ 144747 w 1054353"/>
                <a:gd name="connsiteY11" fmla="*/ 853648 h 1688174"/>
                <a:gd name="connsiteX12" fmla="*/ 169069 w 1054353"/>
                <a:gd name="connsiteY12" fmla="*/ 1042073 h 1688174"/>
                <a:gd name="connsiteX13" fmla="*/ 193599 w 1054353"/>
                <a:gd name="connsiteY13" fmla="*/ 1098076 h 1688174"/>
                <a:gd name="connsiteX14" fmla="*/ 191899 w 1054353"/>
                <a:gd name="connsiteY14" fmla="*/ 1139148 h 1688174"/>
                <a:gd name="connsiteX15" fmla="*/ 178131 w 1054353"/>
                <a:gd name="connsiteY15" fmla="*/ 1237082 h 1688174"/>
                <a:gd name="connsiteX16" fmla="*/ 164316 w 1054353"/>
                <a:gd name="connsiteY16" fmla="*/ 1326355 h 1688174"/>
                <a:gd name="connsiteX17" fmla="*/ 166004 w 1054353"/>
                <a:gd name="connsiteY17" fmla="*/ 1488469 h 1688174"/>
                <a:gd name="connsiteX18" fmla="*/ 172392 w 1054353"/>
                <a:gd name="connsiteY18" fmla="*/ 1688054 h 1688174"/>
                <a:gd name="connsiteX19" fmla="*/ 435986 w 1054353"/>
                <a:gd name="connsiteY19" fmla="*/ 1625429 h 1688174"/>
                <a:gd name="connsiteX20" fmla="*/ 609413 w 1054353"/>
                <a:gd name="connsiteY20" fmla="*/ 1602692 h 1688174"/>
                <a:gd name="connsiteX21" fmla="*/ 713216 w 1054353"/>
                <a:gd name="connsiteY21" fmla="*/ 1568243 h 1688174"/>
                <a:gd name="connsiteX22" fmla="*/ 800744 w 1054353"/>
                <a:gd name="connsiteY22" fmla="*/ 1559308 h 1688174"/>
                <a:gd name="connsiteX23" fmla="*/ 995006 w 1054353"/>
                <a:gd name="connsiteY23" fmla="*/ 1563656 h 1688174"/>
                <a:gd name="connsiteX24" fmla="*/ 1009640 w 1054353"/>
                <a:gd name="connsiteY24" fmla="*/ 1560613 h 1688174"/>
                <a:gd name="connsiteX25" fmla="*/ 1011589 w 1054353"/>
                <a:gd name="connsiteY25" fmla="*/ 1552965 h 1688174"/>
                <a:gd name="connsiteX26" fmla="*/ 995002 w 1054353"/>
                <a:gd name="connsiteY26" fmla="*/ 1484101 h 1688174"/>
                <a:gd name="connsiteX27" fmla="*/ 975772 w 1054353"/>
                <a:gd name="connsiteY27" fmla="*/ 1438952 h 1688174"/>
                <a:gd name="connsiteX28" fmla="*/ 981391 w 1054353"/>
                <a:gd name="connsiteY28" fmla="*/ 1416534 h 1688174"/>
                <a:gd name="connsiteX29" fmla="*/ 1009822 w 1054353"/>
                <a:gd name="connsiteY29" fmla="*/ 1340712 h 1688174"/>
                <a:gd name="connsiteX30" fmla="*/ 1034865 w 1054353"/>
                <a:gd name="connsiteY30" fmla="*/ 1135142 h 1688174"/>
                <a:gd name="connsiteX31" fmla="*/ 1053551 w 1054353"/>
                <a:gd name="connsiteY31" fmla="*/ 976114 h 1688174"/>
                <a:gd name="connsiteX32" fmla="*/ 1026902 w 1054353"/>
                <a:gd name="connsiteY32" fmla="*/ 844663 h 1688174"/>
                <a:gd name="connsiteX33" fmla="*/ 1006107 w 1054353"/>
                <a:gd name="connsiteY33" fmla="*/ 815745 h 1688174"/>
                <a:gd name="connsiteX34" fmla="*/ 1001155 w 1054353"/>
                <a:gd name="connsiteY34" fmla="*/ 781163 h 1688174"/>
                <a:gd name="connsiteX35" fmla="*/ 1008667 w 1054353"/>
                <a:gd name="connsiteY35" fmla="*/ 507496 h 1688174"/>
                <a:gd name="connsiteX36" fmla="*/ 935645 w 1054353"/>
                <a:gd name="connsiteY36" fmla="*/ 377204 h 1688174"/>
                <a:gd name="connsiteX37" fmla="*/ 868116 w 1054353"/>
                <a:gd name="connsiteY37" fmla="*/ 219544 h 1688174"/>
                <a:gd name="connsiteX38" fmla="*/ 855570 w 1054353"/>
                <a:gd name="connsiteY38" fmla="*/ 106277 h 1688174"/>
                <a:gd name="connsiteX39" fmla="*/ 846005 w 1054353"/>
                <a:gd name="connsiteY39" fmla="*/ 79826 h 1688174"/>
                <a:gd name="connsiteX40" fmla="*/ 807500 w 1054353"/>
                <a:gd name="connsiteY40" fmla="*/ 68390 h 1688174"/>
                <a:gd name="connsiteX41" fmla="*/ 757318 w 1054353"/>
                <a:gd name="connsiteY41" fmla="*/ 77622 h 16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54353" h="1688174">
                  <a:moveTo>
                    <a:pt x="757318" y="77622"/>
                  </a:moveTo>
                  <a:cubicBezTo>
                    <a:pt x="745525" y="91268"/>
                    <a:pt x="729701" y="106306"/>
                    <a:pt x="712210" y="101906"/>
                  </a:cubicBezTo>
                  <a:cubicBezTo>
                    <a:pt x="705888" y="99746"/>
                    <a:pt x="699960" y="96573"/>
                    <a:pt x="694656" y="92510"/>
                  </a:cubicBezTo>
                  <a:cubicBezTo>
                    <a:pt x="663473" y="72413"/>
                    <a:pt x="625198" y="67697"/>
                    <a:pt x="588514" y="62170"/>
                  </a:cubicBezTo>
                  <a:cubicBezTo>
                    <a:pt x="514570" y="51028"/>
                    <a:pt x="441519" y="34605"/>
                    <a:pt x="369922" y="13026"/>
                  </a:cubicBezTo>
                  <a:cubicBezTo>
                    <a:pt x="349141" y="5462"/>
                    <a:pt x="327351" y="1031"/>
                    <a:pt x="305267" y="-120"/>
                  </a:cubicBezTo>
                  <a:cubicBezTo>
                    <a:pt x="259418" y="117"/>
                    <a:pt x="218786" y="30594"/>
                    <a:pt x="190055" y="66323"/>
                  </a:cubicBezTo>
                  <a:cubicBezTo>
                    <a:pt x="161323" y="102052"/>
                    <a:pt x="140968" y="143860"/>
                    <a:pt x="112774" y="180016"/>
                  </a:cubicBezTo>
                  <a:cubicBezTo>
                    <a:pt x="92686" y="205776"/>
                    <a:pt x="68765" y="228475"/>
                    <a:pt x="50006" y="255218"/>
                  </a:cubicBezTo>
                  <a:cubicBezTo>
                    <a:pt x="2646" y="322734"/>
                    <a:pt x="-7533" y="410817"/>
                    <a:pt x="4693" y="492376"/>
                  </a:cubicBezTo>
                  <a:cubicBezTo>
                    <a:pt x="16920" y="573934"/>
                    <a:pt x="49505" y="650836"/>
                    <a:pt x="81795" y="726721"/>
                  </a:cubicBezTo>
                  <a:cubicBezTo>
                    <a:pt x="99052" y="770778"/>
                    <a:pt x="120115" y="813248"/>
                    <a:pt x="144747" y="853648"/>
                  </a:cubicBezTo>
                  <a:cubicBezTo>
                    <a:pt x="133854" y="915615"/>
                    <a:pt x="139603" y="986481"/>
                    <a:pt x="169069" y="1042073"/>
                  </a:cubicBezTo>
                  <a:cubicBezTo>
                    <a:pt x="178666" y="1060178"/>
                    <a:pt x="190426" y="1077833"/>
                    <a:pt x="193599" y="1098076"/>
                  </a:cubicBezTo>
                  <a:cubicBezTo>
                    <a:pt x="195053" y="1111776"/>
                    <a:pt x="194481" y="1125615"/>
                    <a:pt x="191899" y="1139148"/>
                  </a:cubicBezTo>
                  <a:lnTo>
                    <a:pt x="178131" y="1237082"/>
                  </a:lnTo>
                  <a:cubicBezTo>
                    <a:pt x="173939" y="1266903"/>
                    <a:pt x="169745" y="1296735"/>
                    <a:pt x="164316" y="1326355"/>
                  </a:cubicBezTo>
                  <a:cubicBezTo>
                    <a:pt x="154379" y="1380568"/>
                    <a:pt x="140898" y="1439404"/>
                    <a:pt x="166004" y="1488469"/>
                  </a:cubicBezTo>
                  <a:cubicBezTo>
                    <a:pt x="196071" y="1547226"/>
                    <a:pt x="164492" y="1622526"/>
                    <a:pt x="172392" y="1688054"/>
                  </a:cubicBezTo>
                  <a:cubicBezTo>
                    <a:pt x="257023" y="1655365"/>
                    <a:pt x="345695" y="1634298"/>
                    <a:pt x="435986" y="1625429"/>
                  </a:cubicBezTo>
                  <a:cubicBezTo>
                    <a:pt x="494116" y="1619730"/>
                    <a:pt x="553331" y="1619010"/>
                    <a:pt x="609413" y="1602692"/>
                  </a:cubicBezTo>
                  <a:cubicBezTo>
                    <a:pt x="644439" y="1592501"/>
                    <a:pt x="677654" y="1576368"/>
                    <a:pt x="713216" y="1568243"/>
                  </a:cubicBezTo>
                  <a:cubicBezTo>
                    <a:pt x="742055" y="1562583"/>
                    <a:pt x="771355" y="1559592"/>
                    <a:pt x="800744" y="1559308"/>
                  </a:cubicBezTo>
                  <a:cubicBezTo>
                    <a:pt x="865563" y="1556693"/>
                    <a:pt x="930841" y="1554101"/>
                    <a:pt x="995006" y="1563656"/>
                  </a:cubicBezTo>
                  <a:cubicBezTo>
                    <a:pt x="1000202" y="1564429"/>
                    <a:pt x="1006531" y="1564847"/>
                    <a:pt x="1009640" y="1560613"/>
                  </a:cubicBezTo>
                  <a:cubicBezTo>
                    <a:pt x="1011027" y="1558311"/>
                    <a:pt x="1011705" y="1555651"/>
                    <a:pt x="1011589" y="1552965"/>
                  </a:cubicBezTo>
                  <a:cubicBezTo>
                    <a:pt x="1012575" y="1528914"/>
                    <a:pt x="1006831" y="1505065"/>
                    <a:pt x="995002" y="1484101"/>
                  </a:cubicBezTo>
                  <a:cubicBezTo>
                    <a:pt x="986822" y="1469664"/>
                    <a:pt x="975457" y="1455542"/>
                    <a:pt x="975772" y="1438952"/>
                  </a:cubicBezTo>
                  <a:cubicBezTo>
                    <a:pt x="976364" y="1431215"/>
                    <a:pt x="978264" y="1423635"/>
                    <a:pt x="981391" y="1416534"/>
                  </a:cubicBezTo>
                  <a:lnTo>
                    <a:pt x="1009822" y="1340712"/>
                  </a:lnTo>
                  <a:cubicBezTo>
                    <a:pt x="1033822" y="1276704"/>
                    <a:pt x="1022401" y="1202355"/>
                    <a:pt x="1034865" y="1135142"/>
                  </a:cubicBezTo>
                  <a:cubicBezTo>
                    <a:pt x="1044607" y="1082605"/>
                    <a:pt x="1050849" y="1029479"/>
                    <a:pt x="1053551" y="976114"/>
                  </a:cubicBezTo>
                  <a:cubicBezTo>
                    <a:pt x="1055859" y="930503"/>
                    <a:pt x="1054425" y="881109"/>
                    <a:pt x="1026902" y="844663"/>
                  </a:cubicBezTo>
                  <a:cubicBezTo>
                    <a:pt x="1018855" y="835878"/>
                    <a:pt x="1011875" y="826171"/>
                    <a:pt x="1006107" y="815745"/>
                  </a:cubicBezTo>
                  <a:cubicBezTo>
                    <a:pt x="1002156" y="804666"/>
                    <a:pt x="1000472" y="792906"/>
                    <a:pt x="1001155" y="781163"/>
                  </a:cubicBezTo>
                  <a:cubicBezTo>
                    <a:pt x="1000542" y="689891"/>
                    <a:pt x="1003046" y="598668"/>
                    <a:pt x="1008667" y="507496"/>
                  </a:cubicBezTo>
                  <a:cubicBezTo>
                    <a:pt x="984667" y="464392"/>
                    <a:pt x="959644" y="420309"/>
                    <a:pt x="935645" y="377204"/>
                  </a:cubicBezTo>
                  <a:cubicBezTo>
                    <a:pt x="907713" y="327040"/>
                    <a:pt x="879393" y="275842"/>
                    <a:pt x="868116" y="219544"/>
                  </a:cubicBezTo>
                  <a:cubicBezTo>
                    <a:pt x="860651" y="182279"/>
                    <a:pt x="860910" y="143905"/>
                    <a:pt x="855570" y="106277"/>
                  </a:cubicBezTo>
                  <a:cubicBezTo>
                    <a:pt x="855009" y="96720"/>
                    <a:pt x="851686" y="87532"/>
                    <a:pt x="846005" y="79826"/>
                  </a:cubicBezTo>
                  <a:cubicBezTo>
                    <a:pt x="836840" y="69444"/>
                    <a:pt x="821342" y="67958"/>
                    <a:pt x="807500" y="68390"/>
                  </a:cubicBezTo>
                  <a:cubicBezTo>
                    <a:pt x="790404" y="68932"/>
                    <a:pt x="773487" y="72044"/>
                    <a:pt x="757318" y="77622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0169D3BB-18EA-44FC-A825-4F447A1C9BE2}"/>
                </a:ext>
              </a:extLst>
            </p:cNvPr>
            <p:cNvSpPr/>
            <p:nvPr/>
          </p:nvSpPr>
          <p:spPr>
            <a:xfrm>
              <a:off x="4141347" y="1338559"/>
              <a:ext cx="173124" cy="82633"/>
            </a:xfrm>
            <a:custGeom>
              <a:avLst/>
              <a:gdLst>
                <a:gd name="connsiteX0" fmla="*/ 173080 w 173124"/>
                <a:gd name="connsiteY0" fmla="*/ 58544 h 82633"/>
                <a:gd name="connsiteX1" fmla="*/ 114512 w 173124"/>
                <a:gd name="connsiteY1" fmla="*/ 82364 h 82633"/>
                <a:gd name="connsiteX2" fmla="*/ 10050 w 173124"/>
                <a:gd name="connsiteY2" fmla="*/ 43975 h 82633"/>
                <a:gd name="connsiteX3" fmla="*/ 70 w 173124"/>
                <a:gd name="connsiteY3" fmla="*/ 3982 h 82633"/>
                <a:gd name="connsiteX4" fmla="*/ 11725 w 173124"/>
                <a:gd name="connsiteY4" fmla="*/ 1724 h 82633"/>
                <a:gd name="connsiteX5" fmla="*/ 102491 w 173124"/>
                <a:gd name="connsiteY5" fmla="*/ 5366 h 82633"/>
                <a:gd name="connsiteX6" fmla="*/ 172934 w 173124"/>
                <a:gd name="connsiteY6" fmla="*/ 58252 h 82633"/>
                <a:gd name="connsiteX7" fmla="*/ 173080 w 173124"/>
                <a:gd name="connsiteY7" fmla="*/ 58544 h 82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124" h="82633">
                  <a:moveTo>
                    <a:pt x="173080" y="58544"/>
                  </a:moveTo>
                  <a:cubicBezTo>
                    <a:pt x="156086" y="71660"/>
                    <a:pt x="135837" y="79896"/>
                    <a:pt x="114512" y="82364"/>
                  </a:cubicBezTo>
                  <a:cubicBezTo>
                    <a:pt x="86611" y="84259"/>
                    <a:pt x="27386" y="67868"/>
                    <a:pt x="10050" y="43975"/>
                  </a:cubicBezTo>
                  <a:cubicBezTo>
                    <a:pt x="2741" y="31966"/>
                    <a:pt x="-740" y="18017"/>
                    <a:pt x="70" y="3982"/>
                  </a:cubicBezTo>
                  <a:cubicBezTo>
                    <a:pt x="3848" y="2756"/>
                    <a:pt x="7763" y="1998"/>
                    <a:pt x="11725" y="1724"/>
                  </a:cubicBezTo>
                  <a:cubicBezTo>
                    <a:pt x="41992" y="-1631"/>
                    <a:pt x="72591" y="-403"/>
                    <a:pt x="102491" y="5366"/>
                  </a:cubicBezTo>
                  <a:cubicBezTo>
                    <a:pt x="131994" y="12578"/>
                    <a:pt x="160478" y="30498"/>
                    <a:pt x="172934" y="58252"/>
                  </a:cubicBezTo>
                  <a:cubicBezTo>
                    <a:pt x="173007" y="58325"/>
                    <a:pt x="173007" y="58471"/>
                    <a:pt x="173080" y="5854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BECFC045-670C-49E3-B52C-FD4C28389DDD}"/>
                </a:ext>
              </a:extLst>
            </p:cNvPr>
            <p:cNvSpPr/>
            <p:nvPr/>
          </p:nvSpPr>
          <p:spPr>
            <a:xfrm>
              <a:off x="3344611" y="1345824"/>
              <a:ext cx="965073" cy="703983"/>
            </a:xfrm>
            <a:custGeom>
              <a:avLst/>
              <a:gdLst>
                <a:gd name="connsiteX0" fmla="*/ 69846 w 965073"/>
                <a:gd name="connsiteY0" fmla="*/ 636299 h 703983"/>
                <a:gd name="connsiteX1" fmla="*/ 126827 w 965073"/>
                <a:gd name="connsiteY1" fmla="*/ 690058 h 703983"/>
                <a:gd name="connsiteX2" fmla="*/ 215622 w 965073"/>
                <a:gd name="connsiteY2" fmla="*/ 703680 h 703983"/>
                <a:gd name="connsiteX3" fmla="*/ 586674 w 965073"/>
                <a:gd name="connsiteY3" fmla="*/ 662920 h 703983"/>
                <a:gd name="connsiteX4" fmla="*/ 627540 w 965073"/>
                <a:gd name="connsiteY4" fmla="*/ 651966 h 703983"/>
                <a:gd name="connsiteX5" fmla="*/ 668842 w 965073"/>
                <a:gd name="connsiteY5" fmla="*/ 626206 h 703983"/>
                <a:gd name="connsiteX6" fmla="*/ 780505 w 965073"/>
                <a:gd name="connsiteY6" fmla="*/ 528808 h 703983"/>
                <a:gd name="connsiteX7" fmla="*/ 846698 w 965073"/>
                <a:gd name="connsiteY7" fmla="*/ 366471 h 703983"/>
                <a:gd name="connsiteX8" fmla="*/ 905835 w 965073"/>
                <a:gd name="connsiteY8" fmla="*/ 264731 h 703983"/>
                <a:gd name="connsiteX9" fmla="*/ 919315 w 965073"/>
                <a:gd name="connsiteY9" fmla="*/ 215319 h 703983"/>
                <a:gd name="connsiteX10" fmla="*/ 911710 w 965073"/>
                <a:gd name="connsiteY10" fmla="*/ 162260 h 703983"/>
                <a:gd name="connsiteX11" fmla="*/ 954633 w 965073"/>
                <a:gd name="connsiteY11" fmla="*/ 85046 h 703983"/>
                <a:gd name="connsiteX12" fmla="*/ 964842 w 965073"/>
                <a:gd name="connsiteY12" fmla="*/ 71479 h 703983"/>
                <a:gd name="connsiteX13" fmla="*/ 962411 w 965073"/>
                <a:gd name="connsiteY13" fmla="*/ 58255 h 703983"/>
                <a:gd name="connsiteX14" fmla="*/ 891942 w 965073"/>
                <a:gd name="connsiteY14" fmla="*/ 5350 h 703983"/>
                <a:gd name="connsiteX15" fmla="*/ 801146 w 965073"/>
                <a:gd name="connsiteY15" fmla="*/ 1745 h 703983"/>
                <a:gd name="connsiteX16" fmla="*/ 771406 w 965073"/>
                <a:gd name="connsiteY16" fmla="*/ 9644 h 703983"/>
                <a:gd name="connsiteX17" fmla="*/ 750252 w 965073"/>
                <a:gd name="connsiteY17" fmla="*/ 65347 h 703983"/>
                <a:gd name="connsiteX18" fmla="*/ 736430 w 965073"/>
                <a:gd name="connsiteY18" fmla="*/ 90757 h 703983"/>
                <a:gd name="connsiteX19" fmla="*/ 721412 w 965073"/>
                <a:gd name="connsiteY19" fmla="*/ 102500 h 703983"/>
                <a:gd name="connsiteX20" fmla="*/ 691646 w 965073"/>
                <a:gd name="connsiteY20" fmla="*/ 177573 h 703983"/>
                <a:gd name="connsiteX21" fmla="*/ 643943 w 965073"/>
                <a:gd name="connsiteY21" fmla="*/ 277160 h 703983"/>
                <a:gd name="connsiteX22" fmla="*/ 574192 w 965073"/>
                <a:gd name="connsiteY22" fmla="*/ 338566 h 703983"/>
                <a:gd name="connsiteX23" fmla="*/ 565082 w 965073"/>
                <a:gd name="connsiteY23" fmla="*/ 357678 h 703983"/>
                <a:gd name="connsiteX24" fmla="*/ 540727 w 965073"/>
                <a:gd name="connsiteY24" fmla="*/ 365162 h 703983"/>
                <a:gd name="connsiteX25" fmla="*/ 474259 w 965073"/>
                <a:gd name="connsiteY25" fmla="*/ 375254 h 703983"/>
                <a:gd name="connsiteX26" fmla="*/ 395312 w 965073"/>
                <a:gd name="connsiteY26" fmla="*/ 364220 h 703983"/>
                <a:gd name="connsiteX27" fmla="*/ 378466 w 965073"/>
                <a:gd name="connsiteY27" fmla="*/ 365714 h 703983"/>
                <a:gd name="connsiteX28" fmla="*/ 364650 w 965073"/>
                <a:gd name="connsiteY28" fmla="*/ 360899 h 703983"/>
                <a:gd name="connsiteX29" fmla="*/ 333314 w 965073"/>
                <a:gd name="connsiteY29" fmla="*/ 348571 h 703983"/>
                <a:gd name="connsiteX30" fmla="*/ 303585 w 965073"/>
                <a:gd name="connsiteY30" fmla="*/ 360054 h 703983"/>
                <a:gd name="connsiteX31" fmla="*/ 284567 w 965073"/>
                <a:gd name="connsiteY31" fmla="*/ 332197 h 703983"/>
                <a:gd name="connsiteX32" fmla="*/ 255727 w 965073"/>
                <a:gd name="connsiteY32" fmla="*/ 318435 h 703983"/>
                <a:gd name="connsiteX33" fmla="*/ 246199 w 965073"/>
                <a:gd name="connsiteY33" fmla="*/ 296916 h 703983"/>
                <a:gd name="connsiteX34" fmla="*/ 217426 w 965073"/>
                <a:gd name="connsiteY34" fmla="*/ 297958 h 703983"/>
                <a:gd name="connsiteX35" fmla="*/ 148910 w 965073"/>
                <a:gd name="connsiteY35" fmla="*/ 269165 h 703983"/>
                <a:gd name="connsiteX36" fmla="*/ 85350 w 965073"/>
                <a:gd name="connsiteY36" fmla="*/ 250274 h 703983"/>
                <a:gd name="connsiteX37" fmla="*/ 73587 w 965073"/>
                <a:gd name="connsiteY37" fmla="*/ 229286 h 703983"/>
                <a:gd name="connsiteX38" fmla="*/ 58495 w 965073"/>
                <a:gd name="connsiteY38" fmla="*/ 227537 h 703983"/>
                <a:gd name="connsiteX39" fmla="*/ 12854 w 965073"/>
                <a:gd name="connsiteY39" fmla="*/ 241389 h 703983"/>
                <a:gd name="connsiteX40" fmla="*/ 19568 w 965073"/>
                <a:gd name="connsiteY40" fmla="*/ 521032 h 703983"/>
                <a:gd name="connsiteX41" fmla="*/ 69846 w 965073"/>
                <a:gd name="connsiteY41" fmla="*/ 636299 h 703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965073" h="703983">
                  <a:moveTo>
                    <a:pt x="69846" y="636299"/>
                  </a:moveTo>
                  <a:cubicBezTo>
                    <a:pt x="86311" y="656826"/>
                    <a:pt x="103471" y="677935"/>
                    <a:pt x="126827" y="690058"/>
                  </a:cubicBezTo>
                  <a:cubicBezTo>
                    <a:pt x="153699" y="704006"/>
                    <a:pt x="185352" y="704324"/>
                    <a:pt x="215622" y="703680"/>
                  </a:cubicBezTo>
                  <a:cubicBezTo>
                    <a:pt x="340263" y="701021"/>
                    <a:pt x="464427" y="687381"/>
                    <a:pt x="586674" y="662920"/>
                  </a:cubicBezTo>
                  <a:cubicBezTo>
                    <a:pt x="600602" y="660522"/>
                    <a:pt x="614280" y="656856"/>
                    <a:pt x="627540" y="651966"/>
                  </a:cubicBezTo>
                  <a:cubicBezTo>
                    <a:pt x="642237" y="644969"/>
                    <a:pt x="656093" y="636327"/>
                    <a:pt x="668842" y="626206"/>
                  </a:cubicBezTo>
                  <a:cubicBezTo>
                    <a:pt x="709086" y="597273"/>
                    <a:pt x="749903" y="567799"/>
                    <a:pt x="780505" y="528808"/>
                  </a:cubicBezTo>
                  <a:cubicBezTo>
                    <a:pt x="816913" y="481717"/>
                    <a:pt x="839797" y="425593"/>
                    <a:pt x="846698" y="366471"/>
                  </a:cubicBezTo>
                  <a:cubicBezTo>
                    <a:pt x="875806" y="339652"/>
                    <a:pt x="891263" y="301531"/>
                    <a:pt x="905835" y="264731"/>
                  </a:cubicBezTo>
                  <a:cubicBezTo>
                    <a:pt x="913031" y="249120"/>
                    <a:pt x="917586" y="232422"/>
                    <a:pt x="919315" y="215319"/>
                  </a:cubicBezTo>
                  <a:cubicBezTo>
                    <a:pt x="920098" y="197822"/>
                    <a:pt x="908503" y="179479"/>
                    <a:pt x="911710" y="162260"/>
                  </a:cubicBezTo>
                  <a:cubicBezTo>
                    <a:pt x="917325" y="132569"/>
                    <a:pt x="932380" y="105487"/>
                    <a:pt x="954633" y="85046"/>
                  </a:cubicBezTo>
                  <a:cubicBezTo>
                    <a:pt x="959351" y="81681"/>
                    <a:pt x="962917" y="76944"/>
                    <a:pt x="964842" y="71479"/>
                  </a:cubicBezTo>
                  <a:cubicBezTo>
                    <a:pt x="965441" y="66925"/>
                    <a:pt x="964590" y="62298"/>
                    <a:pt x="962411" y="58255"/>
                  </a:cubicBezTo>
                  <a:cubicBezTo>
                    <a:pt x="949955" y="30510"/>
                    <a:pt x="921473" y="12621"/>
                    <a:pt x="891942" y="5350"/>
                  </a:cubicBezTo>
                  <a:cubicBezTo>
                    <a:pt x="862031" y="-418"/>
                    <a:pt x="831420" y="-1633"/>
                    <a:pt x="801146" y="1745"/>
                  </a:cubicBezTo>
                  <a:cubicBezTo>
                    <a:pt x="791054" y="3655"/>
                    <a:pt x="781116" y="6295"/>
                    <a:pt x="771406" y="9644"/>
                  </a:cubicBezTo>
                  <a:lnTo>
                    <a:pt x="750252" y="65347"/>
                  </a:lnTo>
                  <a:cubicBezTo>
                    <a:pt x="747410" y="74664"/>
                    <a:pt x="742708" y="83308"/>
                    <a:pt x="736430" y="90757"/>
                  </a:cubicBezTo>
                  <a:cubicBezTo>
                    <a:pt x="731719" y="95034"/>
                    <a:pt x="726700" y="98959"/>
                    <a:pt x="721412" y="102500"/>
                  </a:cubicBezTo>
                  <a:cubicBezTo>
                    <a:pt x="699612" y="121010"/>
                    <a:pt x="688453" y="149154"/>
                    <a:pt x="691646" y="177573"/>
                  </a:cubicBezTo>
                  <a:cubicBezTo>
                    <a:pt x="651958" y="192980"/>
                    <a:pt x="631074" y="236577"/>
                    <a:pt x="643943" y="277160"/>
                  </a:cubicBezTo>
                  <a:cubicBezTo>
                    <a:pt x="611591" y="284096"/>
                    <a:pt x="585173" y="307354"/>
                    <a:pt x="574192" y="338566"/>
                  </a:cubicBezTo>
                  <a:cubicBezTo>
                    <a:pt x="572686" y="345559"/>
                    <a:pt x="569566" y="352104"/>
                    <a:pt x="565082" y="357678"/>
                  </a:cubicBezTo>
                  <a:cubicBezTo>
                    <a:pt x="558102" y="362970"/>
                    <a:pt x="549474" y="365621"/>
                    <a:pt x="540727" y="365162"/>
                  </a:cubicBezTo>
                  <a:cubicBezTo>
                    <a:pt x="516823" y="366641"/>
                    <a:pt x="495922" y="385466"/>
                    <a:pt x="474259" y="375254"/>
                  </a:cubicBezTo>
                  <a:cubicBezTo>
                    <a:pt x="449651" y="363721"/>
                    <a:pt x="422139" y="359876"/>
                    <a:pt x="395312" y="364220"/>
                  </a:cubicBezTo>
                  <a:cubicBezTo>
                    <a:pt x="389796" y="365518"/>
                    <a:pt x="384123" y="366021"/>
                    <a:pt x="378466" y="365714"/>
                  </a:cubicBezTo>
                  <a:cubicBezTo>
                    <a:pt x="373626" y="364883"/>
                    <a:pt x="368958" y="363256"/>
                    <a:pt x="364650" y="360899"/>
                  </a:cubicBezTo>
                  <a:cubicBezTo>
                    <a:pt x="354895" y="355214"/>
                    <a:pt x="344327" y="351056"/>
                    <a:pt x="333314" y="348571"/>
                  </a:cubicBezTo>
                  <a:cubicBezTo>
                    <a:pt x="322007" y="346213"/>
                    <a:pt x="310370" y="350708"/>
                    <a:pt x="303585" y="360054"/>
                  </a:cubicBezTo>
                  <a:cubicBezTo>
                    <a:pt x="295999" y="351736"/>
                    <a:pt x="291479" y="341083"/>
                    <a:pt x="284567" y="332197"/>
                  </a:cubicBezTo>
                  <a:cubicBezTo>
                    <a:pt x="278319" y="322537"/>
                    <a:pt x="267167" y="317215"/>
                    <a:pt x="255727" y="318435"/>
                  </a:cubicBezTo>
                  <a:cubicBezTo>
                    <a:pt x="262928" y="312019"/>
                    <a:pt x="255557" y="299250"/>
                    <a:pt x="246199" y="296916"/>
                  </a:cubicBezTo>
                  <a:cubicBezTo>
                    <a:pt x="236600" y="296127"/>
                    <a:pt x="226942" y="296477"/>
                    <a:pt x="217426" y="297958"/>
                  </a:cubicBezTo>
                  <a:cubicBezTo>
                    <a:pt x="192408" y="297827"/>
                    <a:pt x="173212" y="275111"/>
                    <a:pt x="148910" y="269165"/>
                  </a:cubicBezTo>
                  <a:cubicBezTo>
                    <a:pt x="126573" y="263699"/>
                    <a:pt x="96801" y="270217"/>
                    <a:pt x="85350" y="250274"/>
                  </a:cubicBezTo>
                  <a:cubicBezTo>
                    <a:pt x="81291" y="243204"/>
                    <a:pt x="80497" y="233615"/>
                    <a:pt x="73587" y="229286"/>
                  </a:cubicBezTo>
                  <a:cubicBezTo>
                    <a:pt x="68907" y="226987"/>
                    <a:pt x="63577" y="226369"/>
                    <a:pt x="58495" y="227537"/>
                  </a:cubicBezTo>
                  <a:cubicBezTo>
                    <a:pt x="42631" y="229648"/>
                    <a:pt x="27216" y="234327"/>
                    <a:pt x="12854" y="241389"/>
                  </a:cubicBezTo>
                  <a:cubicBezTo>
                    <a:pt x="-10569" y="333011"/>
                    <a:pt x="1720" y="428162"/>
                    <a:pt x="19568" y="521032"/>
                  </a:cubicBezTo>
                  <a:cubicBezTo>
                    <a:pt x="26089" y="563152"/>
                    <a:pt x="43411" y="602865"/>
                    <a:pt x="69846" y="636299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8385A3DC-9BB0-4BF4-B912-18D5AB63252A}"/>
                </a:ext>
              </a:extLst>
            </p:cNvPr>
            <p:cNvSpPr/>
            <p:nvPr/>
          </p:nvSpPr>
          <p:spPr>
            <a:xfrm>
              <a:off x="3297316" y="2279710"/>
              <a:ext cx="143431" cy="265743"/>
            </a:xfrm>
            <a:custGeom>
              <a:avLst/>
              <a:gdLst>
                <a:gd name="connsiteX0" fmla="*/ 116437 w 143431"/>
                <a:gd name="connsiteY0" fmla="*/ 30743 h 265743"/>
                <a:gd name="connsiteX1" fmla="*/ -45 w 143431"/>
                <a:gd name="connsiteY1" fmla="*/ 265623 h 265743"/>
                <a:gd name="connsiteX2" fmla="*/ 60036 w 143431"/>
                <a:gd name="connsiteY2" fmla="*/ 221538 h 265743"/>
                <a:gd name="connsiteX3" fmla="*/ 117520 w 143431"/>
                <a:gd name="connsiteY3" fmla="*/ 144315 h 265743"/>
                <a:gd name="connsiteX4" fmla="*/ 139516 w 143431"/>
                <a:gd name="connsiteY4" fmla="*/ 49171 h 265743"/>
                <a:gd name="connsiteX5" fmla="*/ 139630 w 143431"/>
                <a:gd name="connsiteY5" fmla="*/ -120 h 265743"/>
                <a:gd name="connsiteX6" fmla="*/ 116437 w 143431"/>
                <a:gd name="connsiteY6" fmla="*/ 30743 h 2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431" h="265743">
                  <a:moveTo>
                    <a:pt x="116437" y="30743"/>
                  </a:moveTo>
                  <a:lnTo>
                    <a:pt x="-45" y="265623"/>
                  </a:lnTo>
                  <a:cubicBezTo>
                    <a:pt x="12544" y="243859"/>
                    <a:pt x="39095" y="235455"/>
                    <a:pt x="60036" y="221538"/>
                  </a:cubicBezTo>
                  <a:cubicBezTo>
                    <a:pt x="86706" y="202345"/>
                    <a:pt x="106785" y="175371"/>
                    <a:pt x="117520" y="144315"/>
                  </a:cubicBezTo>
                  <a:cubicBezTo>
                    <a:pt x="128105" y="113442"/>
                    <a:pt x="135476" y="81558"/>
                    <a:pt x="139516" y="49171"/>
                  </a:cubicBezTo>
                  <a:cubicBezTo>
                    <a:pt x="141897" y="34264"/>
                    <a:pt x="146825" y="13378"/>
                    <a:pt x="139630" y="-120"/>
                  </a:cubicBezTo>
                  <a:cubicBezTo>
                    <a:pt x="126240" y="2634"/>
                    <a:pt x="121910" y="19708"/>
                    <a:pt x="116437" y="30743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2BEA00DD-95D0-4E3B-B874-B86A5DDF91A1}"/>
                </a:ext>
              </a:extLst>
            </p:cNvPr>
            <p:cNvSpPr/>
            <p:nvPr/>
          </p:nvSpPr>
          <p:spPr>
            <a:xfrm>
              <a:off x="2795254" y="2464108"/>
              <a:ext cx="331780" cy="376626"/>
            </a:xfrm>
            <a:custGeom>
              <a:avLst/>
              <a:gdLst>
                <a:gd name="connsiteX0" fmla="*/ 283330 w 331780"/>
                <a:gd name="connsiteY0" fmla="*/ 45739 h 376626"/>
                <a:gd name="connsiteX1" fmla="*/ 195944 w 331780"/>
                <a:gd name="connsiteY1" fmla="*/ 113931 h 376626"/>
                <a:gd name="connsiteX2" fmla="*/ 33208 w 331780"/>
                <a:gd name="connsiteY2" fmla="*/ 314007 h 376626"/>
                <a:gd name="connsiteX3" fmla="*/ -45 w 331780"/>
                <a:gd name="connsiteY3" fmla="*/ 374593 h 376626"/>
                <a:gd name="connsiteX4" fmla="*/ 19143 w 331780"/>
                <a:gd name="connsiteY4" fmla="*/ 369628 h 376626"/>
                <a:gd name="connsiteX5" fmla="*/ 110616 w 331780"/>
                <a:gd name="connsiteY5" fmla="*/ 289238 h 376626"/>
                <a:gd name="connsiteX6" fmla="*/ 141123 w 331780"/>
                <a:gd name="connsiteY6" fmla="*/ 258364 h 376626"/>
                <a:gd name="connsiteX7" fmla="*/ 178461 w 331780"/>
                <a:gd name="connsiteY7" fmla="*/ 187884 h 376626"/>
                <a:gd name="connsiteX8" fmla="*/ 234049 w 331780"/>
                <a:gd name="connsiteY8" fmla="*/ 131233 h 376626"/>
                <a:gd name="connsiteX9" fmla="*/ 328064 w 331780"/>
                <a:gd name="connsiteY9" fmla="*/ -120 h 376626"/>
                <a:gd name="connsiteX10" fmla="*/ 283330 w 331780"/>
                <a:gd name="connsiteY10" fmla="*/ 45739 h 37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780" h="376626">
                  <a:moveTo>
                    <a:pt x="283330" y="45739"/>
                  </a:moveTo>
                  <a:cubicBezTo>
                    <a:pt x="257049" y="71756"/>
                    <a:pt x="224865" y="90883"/>
                    <a:pt x="195944" y="113931"/>
                  </a:cubicBezTo>
                  <a:cubicBezTo>
                    <a:pt x="128403" y="167757"/>
                    <a:pt x="80209" y="241550"/>
                    <a:pt x="33208" y="314007"/>
                  </a:cubicBezTo>
                  <a:cubicBezTo>
                    <a:pt x="19932" y="332919"/>
                    <a:pt x="8780" y="353238"/>
                    <a:pt x="-45" y="374593"/>
                  </a:cubicBezTo>
                  <a:cubicBezTo>
                    <a:pt x="5456" y="379306"/>
                    <a:pt x="13703" y="374410"/>
                    <a:pt x="19143" y="369628"/>
                  </a:cubicBezTo>
                  <a:lnTo>
                    <a:pt x="110616" y="289238"/>
                  </a:lnTo>
                  <a:cubicBezTo>
                    <a:pt x="121843" y="280049"/>
                    <a:pt x="132069" y="269700"/>
                    <a:pt x="141123" y="258364"/>
                  </a:cubicBezTo>
                  <a:cubicBezTo>
                    <a:pt x="156995" y="236983"/>
                    <a:pt x="164037" y="210267"/>
                    <a:pt x="178461" y="187884"/>
                  </a:cubicBezTo>
                  <a:cubicBezTo>
                    <a:pt x="194167" y="166423"/>
                    <a:pt x="212889" y="147343"/>
                    <a:pt x="234049" y="131233"/>
                  </a:cubicBezTo>
                  <a:cubicBezTo>
                    <a:pt x="255037" y="113224"/>
                    <a:pt x="351609" y="31576"/>
                    <a:pt x="328064" y="-120"/>
                  </a:cubicBezTo>
                  <a:cubicBezTo>
                    <a:pt x="311090" y="8432"/>
                    <a:pt x="297217" y="31992"/>
                    <a:pt x="283330" y="45739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1D67667D-8345-47CA-A7D7-C23504540E91}"/>
                </a:ext>
              </a:extLst>
            </p:cNvPr>
            <p:cNvSpPr/>
            <p:nvPr/>
          </p:nvSpPr>
          <p:spPr>
            <a:xfrm>
              <a:off x="2502883" y="1437489"/>
              <a:ext cx="827987" cy="593550"/>
            </a:xfrm>
            <a:custGeom>
              <a:avLst/>
              <a:gdLst>
                <a:gd name="connsiteX0" fmla="*/ 775558 w 827987"/>
                <a:gd name="connsiteY0" fmla="*/ 54245 h 593550"/>
                <a:gd name="connsiteX1" fmla="*/ 678746 w 827987"/>
                <a:gd name="connsiteY1" fmla="*/ 22378 h 593550"/>
                <a:gd name="connsiteX2" fmla="*/ 617146 w 827987"/>
                <a:gd name="connsiteY2" fmla="*/ 17948 h 593550"/>
                <a:gd name="connsiteX3" fmla="*/ 560666 w 827987"/>
                <a:gd name="connsiteY3" fmla="*/ 28744 h 593550"/>
                <a:gd name="connsiteX4" fmla="*/ 482009 w 827987"/>
                <a:gd name="connsiteY4" fmla="*/ 12224 h 593550"/>
                <a:gd name="connsiteX5" fmla="*/ 404147 w 827987"/>
                <a:gd name="connsiteY5" fmla="*/ 18116 h 593550"/>
                <a:gd name="connsiteX6" fmla="*/ 387199 w 827987"/>
                <a:gd name="connsiteY6" fmla="*/ 27118 h 593550"/>
                <a:gd name="connsiteX7" fmla="*/ 369681 w 827987"/>
                <a:gd name="connsiteY7" fmla="*/ 18526 h 593550"/>
                <a:gd name="connsiteX8" fmla="*/ 245299 w 827987"/>
                <a:gd name="connsiteY8" fmla="*/ 25081 h 593550"/>
                <a:gd name="connsiteX9" fmla="*/ 143191 w 827987"/>
                <a:gd name="connsiteY9" fmla="*/ 197725 h 593550"/>
                <a:gd name="connsiteX10" fmla="*/ 97333 w 827987"/>
                <a:gd name="connsiteY10" fmla="*/ 228830 h 593550"/>
                <a:gd name="connsiteX11" fmla="*/ 89426 w 827987"/>
                <a:gd name="connsiteY11" fmla="*/ 243787 h 593550"/>
                <a:gd name="connsiteX12" fmla="*/ 75452 w 827987"/>
                <a:gd name="connsiteY12" fmla="*/ 253745 h 593550"/>
                <a:gd name="connsiteX13" fmla="*/ 27541 w 827987"/>
                <a:gd name="connsiteY13" fmla="*/ 281286 h 593550"/>
                <a:gd name="connsiteX14" fmla="*/ -34 w 827987"/>
                <a:gd name="connsiteY14" fmla="*/ 327509 h 593550"/>
                <a:gd name="connsiteX15" fmla="*/ 8434 w 827987"/>
                <a:gd name="connsiteY15" fmla="*/ 366383 h 593550"/>
                <a:gd name="connsiteX16" fmla="*/ 362899 w 827987"/>
                <a:gd name="connsiteY16" fmla="*/ 593045 h 593550"/>
                <a:gd name="connsiteX17" fmla="*/ 400031 w 827987"/>
                <a:gd name="connsiteY17" fmla="*/ 581456 h 593550"/>
                <a:gd name="connsiteX18" fmla="*/ 413046 w 827987"/>
                <a:gd name="connsiteY18" fmla="*/ 560020 h 593550"/>
                <a:gd name="connsiteX19" fmla="*/ 524281 w 827987"/>
                <a:gd name="connsiteY19" fmla="*/ 405958 h 593550"/>
                <a:gd name="connsiteX20" fmla="*/ 576390 w 827987"/>
                <a:gd name="connsiteY20" fmla="*/ 305207 h 593550"/>
                <a:gd name="connsiteX21" fmla="*/ 699275 w 827987"/>
                <a:gd name="connsiteY21" fmla="*/ 186177 h 593550"/>
                <a:gd name="connsiteX22" fmla="*/ 785966 w 827987"/>
                <a:gd name="connsiteY22" fmla="*/ 147391 h 593550"/>
                <a:gd name="connsiteX23" fmla="*/ 825165 w 827987"/>
                <a:gd name="connsiteY23" fmla="*/ 114834 h 593550"/>
                <a:gd name="connsiteX24" fmla="*/ 775558 w 827987"/>
                <a:gd name="connsiteY24" fmla="*/ 54245 h 59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27987" h="593550">
                  <a:moveTo>
                    <a:pt x="775558" y="54245"/>
                  </a:moveTo>
                  <a:cubicBezTo>
                    <a:pt x="746537" y="36180"/>
                    <a:pt x="712373" y="28520"/>
                    <a:pt x="678746" y="22378"/>
                  </a:cubicBezTo>
                  <a:cubicBezTo>
                    <a:pt x="658557" y="17783"/>
                    <a:pt x="637785" y="16290"/>
                    <a:pt x="617146" y="17948"/>
                  </a:cubicBezTo>
                  <a:cubicBezTo>
                    <a:pt x="598104" y="20324"/>
                    <a:pt x="579827" y="27677"/>
                    <a:pt x="560666" y="28744"/>
                  </a:cubicBezTo>
                  <a:cubicBezTo>
                    <a:pt x="533772" y="30243"/>
                    <a:pt x="507989" y="19334"/>
                    <a:pt x="482009" y="12224"/>
                  </a:cubicBezTo>
                  <a:cubicBezTo>
                    <a:pt x="456030" y="5114"/>
                    <a:pt x="426019" y="2397"/>
                    <a:pt x="404147" y="18116"/>
                  </a:cubicBezTo>
                  <a:cubicBezTo>
                    <a:pt x="399492" y="22699"/>
                    <a:pt x="393603" y="25827"/>
                    <a:pt x="387199" y="27118"/>
                  </a:cubicBezTo>
                  <a:cubicBezTo>
                    <a:pt x="380557" y="26312"/>
                    <a:pt x="374384" y="23284"/>
                    <a:pt x="369681" y="18526"/>
                  </a:cubicBezTo>
                  <a:cubicBezTo>
                    <a:pt x="331777" y="-8604"/>
                    <a:pt x="280141" y="-5882"/>
                    <a:pt x="245299" y="25081"/>
                  </a:cubicBezTo>
                  <a:cubicBezTo>
                    <a:pt x="195702" y="71586"/>
                    <a:pt x="201315" y="162453"/>
                    <a:pt x="143191" y="197725"/>
                  </a:cubicBezTo>
                  <a:cubicBezTo>
                    <a:pt x="127169" y="207447"/>
                    <a:pt x="106687" y="212591"/>
                    <a:pt x="97333" y="228830"/>
                  </a:cubicBezTo>
                  <a:cubicBezTo>
                    <a:pt x="95068" y="234004"/>
                    <a:pt x="92426" y="239003"/>
                    <a:pt x="89426" y="243787"/>
                  </a:cubicBezTo>
                  <a:cubicBezTo>
                    <a:pt x="85532" y="248066"/>
                    <a:pt x="80767" y="251461"/>
                    <a:pt x="75452" y="253745"/>
                  </a:cubicBezTo>
                  <a:cubicBezTo>
                    <a:pt x="58586" y="261272"/>
                    <a:pt x="42533" y="270500"/>
                    <a:pt x="27541" y="281286"/>
                  </a:cubicBezTo>
                  <a:cubicBezTo>
                    <a:pt x="12429" y="292288"/>
                    <a:pt x="2468" y="308985"/>
                    <a:pt x="-34" y="327509"/>
                  </a:cubicBezTo>
                  <a:cubicBezTo>
                    <a:pt x="-248" y="340947"/>
                    <a:pt x="2650" y="354252"/>
                    <a:pt x="8434" y="366383"/>
                  </a:cubicBezTo>
                  <a:cubicBezTo>
                    <a:pt x="66717" y="509337"/>
                    <a:pt x="208684" y="600116"/>
                    <a:pt x="362899" y="593045"/>
                  </a:cubicBezTo>
                  <a:cubicBezTo>
                    <a:pt x="376262" y="593733"/>
                    <a:pt x="389431" y="589623"/>
                    <a:pt x="400031" y="581456"/>
                  </a:cubicBezTo>
                  <a:cubicBezTo>
                    <a:pt x="405623" y="575152"/>
                    <a:pt x="410032" y="567890"/>
                    <a:pt x="413046" y="560020"/>
                  </a:cubicBezTo>
                  <a:cubicBezTo>
                    <a:pt x="440371" y="502726"/>
                    <a:pt x="491692" y="460431"/>
                    <a:pt x="524281" y="405958"/>
                  </a:cubicBezTo>
                  <a:cubicBezTo>
                    <a:pt x="543703" y="373493"/>
                    <a:pt x="556171" y="337182"/>
                    <a:pt x="576390" y="305207"/>
                  </a:cubicBezTo>
                  <a:cubicBezTo>
                    <a:pt x="607039" y="256734"/>
                    <a:pt x="653651" y="220926"/>
                    <a:pt x="699275" y="186177"/>
                  </a:cubicBezTo>
                  <a:cubicBezTo>
                    <a:pt x="725002" y="166582"/>
                    <a:pt x="753645" y="146018"/>
                    <a:pt x="785966" y="147391"/>
                  </a:cubicBezTo>
                  <a:cubicBezTo>
                    <a:pt x="814773" y="148618"/>
                    <a:pt x="835725" y="150164"/>
                    <a:pt x="825165" y="114834"/>
                  </a:cubicBezTo>
                  <a:cubicBezTo>
                    <a:pt x="816365" y="89379"/>
                    <a:pt x="798776" y="67896"/>
                    <a:pt x="775558" y="54245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4FFF12D-D892-4866-BBCA-9739ABB7B0BC}"/>
                </a:ext>
              </a:extLst>
            </p:cNvPr>
            <p:cNvSpPr/>
            <p:nvPr/>
          </p:nvSpPr>
          <p:spPr>
            <a:xfrm>
              <a:off x="2502883" y="1437489"/>
              <a:ext cx="827987" cy="593550"/>
            </a:xfrm>
            <a:custGeom>
              <a:avLst/>
              <a:gdLst>
                <a:gd name="connsiteX0" fmla="*/ 775558 w 827987"/>
                <a:gd name="connsiteY0" fmla="*/ 54245 h 593550"/>
                <a:gd name="connsiteX1" fmla="*/ 678746 w 827987"/>
                <a:gd name="connsiteY1" fmla="*/ 22378 h 593550"/>
                <a:gd name="connsiteX2" fmla="*/ 617146 w 827987"/>
                <a:gd name="connsiteY2" fmla="*/ 17948 h 593550"/>
                <a:gd name="connsiteX3" fmla="*/ 560666 w 827987"/>
                <a:gd name="connsiteY3" fmla="*/ 28744 h 593550"/>
                <a:gd name="connsiteX4" fmla="*/ 482009 w 827987"/>
                <a:gd name="connsiteY4" fmla="*/ 12224 h 593550"/>
                <a:gd name="connsiteX5" fmla="*/ 404147 w 827987"/>
                <a:gd name="connsiteY5" fmla="*/ 18116 h 593550"/>
                <a:gd name="connsiteX6" fmla="*/ 387199 w 827987"/>
                <a:gd name="connsiteY6" fmla="*/ 27118 h 593550"/>
                <a:gd name="connsiteX7" fmla="*/ 369681 w 827987"/>
                <a:gd name="connsiteY7" fmla="*/ 18526 h 593550"/>
                <a:gd name="connsiteX8" fmla="*/ 245299 w 827987"/>
                <a:gd name="connsiteY8" fmla="*/ 25081 h 593550"/>
                <a:gd name="connsiteX9" fmla="*/ 143191 w 827987"/>
                <a:gd name="connsiteY9" fmla="*/ 197725 h 593550"/>
                <a:gd name="connsiteX10" fmla="*/ 97333 w 827987"/>
                <a:gd name="connsiteY10" fmla="*/ 228830 h 593550"/>
                <a:gd name="connsiteX11" fmla="*/ 89426 w 827987"/>
                <a:gd name="connsiteY11" fmla="*/ 243787 h 593550"/>
                <a:gd name="connsiteX12" fmla="*/ 75452 w 827987"/>
                <a:gd name="connsiteY12" fmla="*/ 253745 h 593550"/>
                <a:gd name="connsiteX13" fmla="*/ 27541 w 827987"/>
                <a:gd name="connsiteY13" fmla="*/ 281286 h 593550"/>
                <a:gd name="connsiteX14" fmla="*/ -34 w 827987"/>
                <a:gd name="connsiteY14" fmla="*/ 327509 h 593550"/>
                <a:gd name="connsiteX15" fmla="*/ 8434 w 827987"/>
                <a:gd name="connsiteY15" fmla="*/ 366383 h 593550"/>
                <a:gd name="connsiteX16" fmla="*/ 362899 w 827987"/>
                <a:gd name="connsiteY16" fmla="*/ 593045 h 593550"/>
                <a:gd name="connsiteX17" fmla="*/ 400031 w 827987"/>
                <a:gd name="connsiteY17" fmla="*/ 581456 h 593550"/>
                <a:gd name="connsiteX18" fmla="*/ 413046 w 827987"/>
                <a:gd name="connsiteY18" fmla="*/ 560020 h 593550"/>
                <a:gd name="connsiteX19" fmla="*/ 524281 w 827987"/>
                <a:gd name="connsiteY19" fmla="*/ 405958 h 593550"/>
                <a:gd name="connsiteX20" fmla="*/ 576390 w 827987"/>
                <a:gd name="connsiteY20" fmla="*/ 305207 h 593550"/>
                <a:gd name="connsiteX21" fmla="*/ 699275 w 827987"/>
                <a:gd name="connsiteY21" fmla="*/ 186177 h 593550"/>
                <a:gd name="connsiteX22" fmla="*/ 785966 w 827987"/>
                <a:gd name="connsiteY22" fmla="*/ 147391 h 593550"/>
                <a:gd name="connsiteX23" fmla="*/ 825165 w 827987"/>
                <a:gd name="connsiteY23" fmla="*/ 114834 h 593550"/>
                <a:gd name="connsiteX24" fmla="*/ 775558 w 827987"/>
                <a:gd name="connsiteY24" fmla="*/ 54245 h 59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27987" h="593550">
                  <a:moveTo>
                    <a:pt x="775558" y="54245"/>
                  </a:moveTo>
                  <a:cubicBezTo>
                    <a:pt x="746537" y="36180"/>
                    <a:pt x="712373" y="28520"/>
                    <a:pt x="678746" y="22378"/>
                  </a:cubicBezTo>
                  <a:cubicBezTo>
                    <a:pt x="658557" y="17783"/>
                    <a:pt x="637785" y="16290"/>
                    <a:pt x="617146" y="17948"/>
                  </a:cubicBezTo>
                  <a:cubicBezTo>
                    <a:pt x="598104" y="20324"/>
                    <a:pt x="579827" y="27677"/>
                    <a:pt x="560666" y="28744"/>
                  </a:cubicBezTo>
                  <a:cubicBezTo>
                    <a:pt x="533772" y="30243"/>
                    <a:pt x="507989" y="19334"/>
                    <a:pt x="482009" y="12224"/>
                  </a:cubicBezTo>
                  <a:cubicBezTo>
                    <a:pt x="456030" y="5114"/>
                    <a:pt x="426019" y="2397"/>
                    <a:pt x="404147" y="18116"/>
                  </a:cubicBezTo>
                  <a:cubicBezTo>
                    <a:pt x="399492" y="22699"/>
                    <a:pt x="393603" y="25827"/>
                    <a:pt x="387199" y="27118"/>
                  </a:cubicBezTo>
                  <a:cubicBezTo>
                    <a:pt x="380557" y="26312"/>
                    <a:pt x="374384" y="23284"/>
                    <a:pt x="369681" y="18526"/>
                  </a:cubicBezTo>
                  <a:cubicBezTo>
                    <a:pt x="331777" y="-8604"/>
                    <a:pt x="280141" y="-5882"/>
                    <a:pt x="245299" y="25081"/>
                  </a:cubicBezTo>
                  <a:cubicBezTo>
                    <a:pt x="195702" y="71586"/>
                    <a:pt x="201315" y="162453"/>
                    <a:pt x="143191" y="197725"/>
                  </a:cubicBezTo>
                  <a:cubicBezTo>
                    <a:pt x="127169" y="207447"/>
                    <a:pt x="106687" y="212591"/>
                    <a:pt x="97333" y="228830"/>
                  </a:cubicBezTo>
                  <a:cubicBezTo>
                    <a:pt x="95068" y="234004"/>
                    <a:pt x="92426" y="239003"/>
                    <a:pt x="89426" y="243787"/>
                  </a:cubicBezTo>
                  <a:cubicBezTo>
                    <a:pt x="85532" y="248066"/>
                    <a:pt x="80767" y="251461"/>
                    <a:pt x="75452" y="253745"/>
                  </a:cubicBezTo>
                  <a:cubicBezTo>
                    <a:pt x="58586" y="261272"/>
                    <a:pt x="42533" y="270500"/>
                    <a:pt x="27541" y="281286"/>
                  </a:cubicBezTo>
                  <a:cubicBezTo>
                    <a:pt x="12429" y="292288"/>
                    <a:pt x="2468" y="308985"/>
                    <a:pt x="-34" y="327509"/>
                  </a:cubicBezTo>
                  <a:cubicBezTo>
                    <a:pt x="-248" y="340947"/>
                    <a:pt x="2650" y="354252"/>
                    <a:pt x="8434" y="366383"/>
                  </a:cubicBezTo>
                  <a:cubicBezTo>
                    <a:pt x="66717" y="509337"/>
                    <a:pt x="208684" y="600116"/>
                    <a:pt x="362899" y="593045"/>
                  </a:cubicBezTo>
                  <a:cubicBezTo>
                    <a:pt x="376262" y="593733"/>
                    <a:pt x="389431" y="589623"/>
                    <a:pt x="400031" y="581456"/>
                  </a:cubicBezTo>
                  <a:cubicBezTo>
                    <a:pt x="405623" y="575152"/>
                    <a:pt x="410032" y="567890"/>
                    <a:pt x="413046" y="560020"/>
                  </a:cubicBezTo>
                  <a:cubicBezTo>
                    <a:pt x="440371" y="502726"/>
                    <a:pt x="491692" y="460431"/>
                    <a:pt x="524281" y="405958"/>
                  </a:cubicBezTo>
                  <a:cubicBezTo>
                    <a:pt x="543703" y="373493"/>
                    <a:pt x="556171" y="337182"/>
                    <a:pt x="576390" y="305207"/>
                  </a:cubicBezTo>
                  <a:cubicBezTo>
                    <a:pt x="607039" y="256734"/>
                    <a:pt x="653651" y="220926"/>
                    <a:pt x="699275" y="186177"/>
                  </a:cubicBezTo>
                  <a:cubicBezTo>
                    <a:pt x="725002" y="166582"/>
                    <a:pt x="753645" y="146018"/>
                    <a:pt x="785966" y="147391"/>
                  </a:cubicBezTo>
                  <a:cubicBezTo>
                    <a:pt x="814773" y="148618"/>
                    <a:pt x="835725" y="150164"/>
                    <a:pt x="825165" y="114834"/>
                  </a:cubicBezTo>
                  <a:cubicBezTo>
                    <a:pt x="816365" y="89379"/>
                    <a:pt x="798776" y="67896"/>
                    <a:pt x="775558" y="54245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73F42B2D-7950-466F-AAF0-43DDF947A31A}"/>
                </a:ext>
              </a:extLst>
            </p:cNvPr>
            <p:cNvSpPr/>
            <p:nvPr/>
          </p:nvSpPr>
          <p:spPr>
            <a:xfrm>
              <a:off x="2700122" y="5196663"/>
              <a:ext cx="741221" cy="283677"/>
            </a:xfrm>
            <a:custGeom>
              <a:avLst/>
              <a:gdLst>
                <a:gd name="connsiteX0" fmla="*/ 719097 w 741221"/>
                <a:gd name="connsiteY0" fmla="*/ 215658 h 283677"/>
                <a:gd name="connsiteX1" fmla="*/ 646396 w 741221"/>
                <a:gd name="connsiteY1" fmla="*/ 247637 h 283677"/>
                <a:gd name="connsiteX2" fmla="*/ 465445 w 741221"/>
                <a:gd name="connsiteY2" fmla="*/ 270001 h 283677"/>
                <a:gd name="connsiteX3" fmla="*/ 406367 w 741221"/>
                <a:gd name="connsiteY3" fmla="*/ 274517 h 283677"/>
                <a:gd name="connsiteX4" fmla="*/ 232993 w 741221"/>
                <a:gd name="connsiteY4" fmla="*/ 283551 h 283677"/>
                <a:gd name="connsiteX5" fmla="*/ 19772 w 741221"/>
                <a:gd name="connsiteY5" fmla="*/ 265120 h 283677"/>
                <a:gd name="connsiteX6" fmla="*/ 38 w 741221"/>
                <a:gd name="connsiteY6" fmla="*/ 248840 h 283677"/>
                <a:gd name="connsiteX7" fmla="*/ 322 w 741221"/>
                <a:gd name="connsiteY7" fmla="*/ 243486 h 283677"/>
                <a:gd name="connsiteX8" fmla="*/ 26546 w 741221"/>
                <a:gd name="connsiteY8" fmla="*/ 29463 h 283677"/>
                <a:gd name="connsiteX9" fmla="*/ 87300 w 741221"/>
                <a:gd name="connsiteY9" fmla="*/ 67998 h 283677"/>
                <a:gd name="connsiteX10" fmla="*/ 134286 w 741221"/>
                <a:gd name="connsiteY10" fmla="*/ 92984 h 283677"/>
                <a:gd name="connsiteX11" fmla="*/ 307733 w 741221"/>
                <a:gd name="connsiteY11" fmla="*/ 27860 h 283677"/>
                <a:gd name="connsiteX12" fmla="*/ 339858 w 741221"/>
                <a:gd name="connsiteY12" fmla="*/ 7973 h 283677"/>
                <a:gd name="connsiteX13" fmla="*/ 365865 w 741221"/>
                <a:gd name="connsiteY13" fmla="*/ 543 h 283677"/>
                <a:gd name="connsiteX14" fmla="*/ 454373 w 741221"/>
                <a:gd name="connsiteY14" fmla="*/ 18463 h 283677"/>
                <a:gd name="connsiteX15" fmla="*/ 556285 w 741221"/>
                <a:gd name="connsiteY15" fmla="*/ 79581 h 283677"/>
                <a:gd name="connsiteX16" fmla="*/ 647634 w 741221"/>
                <a:gd name="connsiteY16" fmla="*/ 108501 h 283677"/>
                <a:gd name="connsiteX17" fmla="*/ 734832 w 741221"/>
                <a:gd name="connsiteY17" fmla="*/ 142957 h 283677"/>
                <a:gd name="connsiteX18" fmla="*/ 734905 w 741221"/>
                <a:gd name="connsiteY18" fmla="*/ 143176 h 283677"/>
                <a:gd name="connsiteX19" fmla="*/ 719097 w 741221"/>
                <a:gd name="connsiteY19" fmla="*/ 215658 h 28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1221" h="283677">
                  <a:moveTo>
                    <a:pt x="719097" y="215658"/>
                  </a:moveTo>
                  <a:cubicBezTo>
                    <a:pt x="699501" y="233943"/>
                    <a:pt x="672548" y="241955"/>
                    <a:pt x="646396" y="247637"/>
                  </a:cubicBezTo>
                  <a:cubicBezTo>
                    <a:pt x="586671" y="259284"/>
                    <a:pt x="526208" y="266757"/>
                    <a:pt x="465445" y="270001"/>
                  </a:cubicBezTo>
                  <a:cubicBezTo>
                    <a:pt x="445777" y="271458"/>
                    <a:pt x="426035" y="272988"/>
                    <a:pt x="406367" y="274517"/>
                  </a:cubicBezTo>
                  <a:cubicBezTo>
                    <a:pt x="348673" y="278889"/>
                    <a:pt x="290905" y="283332"/>
                    <a:pt x="232993" y="283551"/>
                  </a:cubicBezTo>
                  <a:cubicBezTo>
                    <a:pt x="161511" y="283793"/>
                    <a:pt x="90152" y="277625"/>
                    <a:pt x="19772" y="265120"/>
                  </a:cubicBezTo>
                  <a:cubicBezTo>
                    <a:pt x="9827" y="266074"/>
                    <a:pt x="991" y="258785"/>
                    <a:pt x="38" y="248840"/>
                  </a:cubicBezTo>
                  <a:cubicBezTo>
                    <a:pt x="-134" y="247051"/>
                    <a:pt x="-38" y="245246"/>
                    <a:pt x="322" y="243486"/>
                  </a:cubicBezTo>
                  <a:cubicBezTo>
                    <a:pt x="1574" y="171425"/>
                    <a:pt x="10363" y="99694"/>
                    <a:pt x="26546" y="29463"/>
                  </a:cubicBezTo>
                  <a:cubicBezTo>
                    <a:pt x="33249" y="616"/>
                    <a:pt x="84968" y="65303"/>
                    <a:pt x="87300" y="67998"/>
                  </a:cubicBezTo>
                  <a:cubicBezTo>
                    <a:pt x="101651" y="84316"/>
                    <a:pt x="112505" y="91819"/>
                    <a:pt x="134286" y="92984"/>
                  </a:cubicBezTo>
                  <a:cubicBezTo>
                    <a:pt x="193801" y="96263"/>
                    <a:pt x="260456" y="60058"/>
                    <a:pt x="307733" y="27860"/>
                  </a:cubicBezTo>
                  <a:cubicBezTo>
                    <a:pt x="317857" y="20330"/>
                    <a:pt x="328604" y="13677"/>
                    <a:pt x="339858" y="7973"/>
                  </a:cubicBezTo>
                  <a:cubicBezTo>
                    <a:pt x="348126" y="4263"/>
                    <a:pt x="356884" y="1761"/>
                    <a:pt x="365865" y="543"/>
                  </a:cubicBezTo>
                  <a:cubicBezTo>
                    <a:pt x="396486" y="-2280"/>
                    <a:pt x="427262" y="3952"/>
                    <a:pt x="454373" y="18463"/>
                  </a:cubicBezTo>
                  <a:cubicBezTo>
                    <a:pt x="489922" y="36091"/>
                    <a:pt x="521101" y="61442"/>
                    <a:pt x="556285" y="79581"/>
                  </a:cubicBezTo>
                  <a:cubicBezTo>
                    <a:pt x="584895" y="94281"/>
                    <a:pt x="615776" y="104058"/>
                    <a:pt x="647634" y="108501"/>
                  </a:cubicBezTo>
                  <a:cubicBezTo>
                    <a:pt x="679833" y="112944"/>
                    <a:pt x="718295" y="115057"/>
                    <a:pt x="734832" y="142957"/>
                  </a:cubicBezTo>
                  <a:cubicBezTo>
                    <a:pt x="734888" y="143015"/>
                    <a:pt x="734915" y="143096"/>
                    <a:pt x="734905" y="143176"/>
                  </a:cubicBezTo>
                  <a:cubicBezTo>
                    <a:pt x="748454" y="166268"/>
                    <a:pt x="738619" y="197446"/>
                    <a:pt x="719097" y="215658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BD910782-0D30-4171-8AC7-80E470EEDF5B}"/>
                </a:ext>
              </a:extLst>
            </p:cNvPr>
            <p:cNvSpPr/>
            <p:nvPr/>
          </p:nvSpPr>
          <p:spPr>
            <a:xfrm>
              <a:off x="2689828" y="5197325"/>
              <a:ext cx="755498" cy="293676"/>
            </a:xfrm>
            <a:custGeom>
              <a:avLst/>
              <a:gdLst>
                <a:gd name="connsiteX0" fmla="*/ 729391 w 755498"/>
                <a:gd name="connsiteY0" fmla="*/ 225656 h 293676"/>
                <a:gd name="connsiteX1" fmla="*/ 656690 w 755498"/>
                <a:gd name="connsiteY1" fmla="*/ 257636 h 293676"/>
                <a:gd name="connsiteX2" fmla="*/ 475739 w 755498"/>
                <a:gd name="connsiteY2" fmla="*/ 280000 h 293676"/>
                <a:gd name="connsiteX3" fmla="*/ 416662 w 755498"/>
                <a:gd name="connsiteY3" fmla="*/ 284516 h 293676"/>
                <a:gd name="connsiteX4" fmla="*/ 243287 w 755498"/>
                <a:gd name="connsiteY4" fmla="*/ 293549 h 293676"/>
                <a:gd name="connsiteX5" fmla="*/ 30066 w 755498"/>
                <a:gd name="connsiteY5" fmla="*/ 275119 h 293676"/>
                <a:gd name="connsiteX6" fmla="*/ 13165 w 755498"/>
                <a:gd name="connsiteY6" fmla="*/ 266960 h 293676"/>
                <a:gd name="connsiteX7" fmla="*/ -45 w 755498"/>
                <a:gd name="connsiteY7" fmla="*/ 242822 h 293676"/>
                <a:gd name="connsiteX8" fmla="*/ 36840 w 755498"/>
                <a:gd name="connsiteY8" fmla="*/ 28800 h 293676"/>
                <a:gd name="connsiteX9" fmla="*/ 97594 w 755498"/>
                <a:gd name="connsiteY9" fmla="*/ 67335 h 293676"/>
                <a:gd name="connsiteX10" fmla="*/ 144580 w 755498"/>
                <a:gd name="connsiteY10" fmla="*/ 92321 h 293676"/>
                <a:gd name="connsiteX11" fmla="*/ 318027 w 755498"/>
                <a:gd name="connsiteY11" fmla="*/ 27197 h 293676"/>
                <a:gd name="connsiteX12" fmla="*/ 350152 w 755498"/>
                <a:gd name="connsiteY12" fmla="*/ 7310 h 293676"/>
                <a:gd name="connsiteX13" fmla="*/ 376159 w 755498"/>
                <a:gd name="connsiteY13" fmla="*/ -120 h 293676"/>
                <a:gd name="connsiteX14" fmla="*/ 275411 w 755498"/>
                <a:gd name="connsiteY14" fmla="*/ 110169 h 293676"/>
                <a:gd name="connsiteX15" fmla="*/ 63576 w 755498"/>
                <a:gd name="connsiteY15" fmla="*/ 129838 h 293676"/>
                <a:gd name="connsiteX16" fmla="*/ 48569 w 755498"/>
                <a:gd name="connsiteY16" fmla="*/ 133480 h 293676"/>
                <a:gd name="connsiteX17" fmla="*/ 39755 w 755498"/>
                <a:gd name="connsiteY17" fmla="*/ 161599 h 293676"/>
                <a:gd name="connsiteX18" fmla="*/ 57310 w 755498"/>
                <a:gd name="connsiteY18" fmla="*/ 207346 h 293676"/>
                <a:gd name="connsiteX19" fmla="*/ 81058 w 755498"/>
                <a:gd name="connsiteY19" fmla="*/ 212300 h 293676"/>
                <a:gd name="connsiteX20" fmla="*/ 609267 w 755498"/>
                <a:gd name="connsiteY20" fmla="*/ 193796 h 293676"/>
                <a:gd name="connsiteX21" fmla="*/ 695299 w 755498"/>
                <a:gd name="connsiteY21" fmla="*/ 174637 h 293676"/>
                <a:gd name="connsiteX22" fmla="*/ 745198 w 755498"/>
                <a:gd name="connsiteY22" fmla="*/ 142513 h 293676"/>
                <a:gd name="connsiteX23" fmla="*/ 729391 w 755498"/>
                <a:gd name="connsiteY23" fmla="*/ 225656 h 29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5498" h="293676">
                  <a:moveTo>
                    <a:pt x="729391" y="225656"/>
                  </a:moveTo>
                  <a:cubicBezTo>
                    <a:pt x="709795" y="243941"/>
                    <a:pt x="682842" y="251954"/>
                    <a:pt x="656690" y="257636"/>
                  </a:cubicBezTo>
                  <a:cubicBezTo>
                    <a:pt x="596965" y="269283"/>
                    <a:pt x="536502" y="276756"/>
                    <a:pt x="475739" y="280000"/>
                  </a:cubicBezTo>
                  <a:cubicBezTo>
                    <a:pt x="456071" y="281457"/>
                    <a:pt x="436330" y="282987"/>
                    <a:pt x="416662" y="284516"/>
                  </a:cubicBezTo>
                  <a:cubicBezTo>
                    <a:pt x="358967" y="288887"/>
                    <a:pt x="301199" y="293331"/>
                    <a:pt x="243287" y="293549"/>
                  </a:cubicBezTo>
                  <a:cubicBezTo>
                    <a:pt x="171806" y="293792"/>
                    <a:pt x="100446" y="287623"/>
                    <a:pt x="30066" y="275119"/>
                  </a:cubicBezTo>
                  <a:cubicBezTo>
                    <a:pt x="23544" y="274861"/>
                    <a:pt x="17423" y="271906"/>
                    <a:pt x="13165" y="266960"/>
                  </a:cubicBezTo>
                  <a:cubicBezTo>
                    <a:pt x="7608" y="259602"/>
                    <a:pt x="3158" y="251469"/>
                    <a:pt x="-45" y="242822"/>
                  </a:cubicBezTo>
                  <a:cubicBezTo>
                    <a:pt x="1193" y="170850"/>
                    <a:pt x="20668" y="98951"/>
                    <a:pt x="36840" y="28800"/>
                  </a:cubicBezTo>
                  <a:cubicBezTo>
                    <a:pt x="43543" y="-47"/>
                    <a:pt x="95263" y="64640"/>
                    <a:pt x="97594" y="67335"/>
                  </a:cubicBezTo>
                  <a:cubicBezTo>
                    <a:pt x="111945" y="83653"/>
                    <a:pt x="122799" y="91156"/>
                    <a:pt x="144580" y="92321"/>
                  </a:cubicBezTo>
                  <a:cubicBezTo>
                    <a:pt x="204095" y="95600"/>
                    <a:pt x="270750" y="59395"/>
                    <a:pt x="318027" y="27197"/>
                  </a:cubicBezTo>
                  <a:cubicBezTo>
                    <a:pt x="328151" y="19667"/>
                    <a:pt x="338898" y="13014"/>
                    <a:pt x="350152" y="7310"/>
                  </a:cubicBezTo>
                  <a:cubicBezTo>
                    <a:pt x="358420" y="3600"/>
                    <a:pt x="367179" y="1098"/>
                    <a:pt x="376159" y="-120"/>
                  </a:cubicBezTo>
                  <a:cubicBezTo>
                    <a:pt x="368509" y="42713"/>
                    <a:pt x="307100" y="94434"/>
                    <a:pt x="275411" y="110169"/>
                  </a:cubicBezTo>
                  <a:cubicBezTo>
                    <a:pt x="211307" y="142003"/>
                    <a:pt x="135110" y="126122"/>
                    <a:pt x="63576" y="129838"/>
                  </a:cubicBezTo>
                  <a:cubicBezTo>
                    <a:pt x="58339" y="129700"/>
                    <a:pt x="53160" y="130957"/>
                    <a:pt x="48569" y="133480"/>
                  </a:cubicBezTo>
                  <a:cubicBezTo>
                    <a:pt x="39973" y="139162"/>
                    <a:pt x="39463" y="151327"/>
                    <a:pt x="39755" y="161599"/>
                  </a:cubicBezTo>
                  <a:cubicBezTo>
                    <a:pt x="40337" y="178645"/>
                    <a:pt x="42522" y="198677"/>
                    <a:pt x="57310" y="207346"/>
                  </a:cubicBezTo>
                  <a:cubicBezTo>
                    <a:pt x="64708" y="210897"/>
                    <a:pt x="72858" y="212597"/>
                    <a:pt x="81058" y="212300"/>
                  </a:cubicBezTo>
                  <a:cubicBezTo>
                    <a:pt x="257340" y="220017"/>
                    <a:pt x="433957" y="213830"/>
                    <a:pt x="609267" y="193796"/>
                  </a:cubicBezTo>
                  <a:cubicBezTo>
                    <a:pt x="638752" y="191824"/>
                    <a:pt x="667764" y="185363"/>
                    <a:pt x="695299" y="174637"/>
                  </a:cubicBezTo>
                  <a:cubicBezTo>
                    <a:pt x="713291" y="166204"/>
                    <a:pt x="730073" y="155399"/>
                    <a:pt x="745198" y="142513"/>
                  </a:cubicBezTo>
                  <a:cubicBezTo>
                    <a:pt x="767717" y="160206"/>
                    <a:pt x="748913" y="207445"/>
                    <a:pt x="729391" y="225656"/>
                  </a:cubicBezTo>
                  <a:close/>
                </a:path>
              </a:pathLst>
            </a:custGeom>
            <a:solidFill>
              <a:srgbClr val="E8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8159412D-2A1D-42CD-9AD4-E2B84857881D}"/>
                </a:ext>
              </a:extLst>
            </p:cNvPr>
            <p:cNvSpPr/>
            <p:nvPr/>
          </p:nvSpPr>
          <p:spPr>
            <a:xfrm>
              <a:off x="2857280" y="828932"/>
              <a:ext cx="498126" cy="504805"/>
            </a:xfrm>
            <a:custGeom>
              <a:avLst/>
              <a:gdLst>
                <a:gd name="connsiteX0" fmla="*/ 414644 w 498126"/>
                <a:gd name="connsiteY0" fmla="*/ 284945 h 504805"/>
                <a:gd name="connsiteX1" fmla="*/ 380406 w 498126"/>
                <a:gd name="connsiteY1" fmla="*/ 352036 h 504805"/>
                <a:gd name="connsiteX2" fmla="*/ 300857 w 498126"/>
                <a:gd name="connsiteY2" fmla="*/ 314301 h 504805"/>
                <a:gd name="connsiteX3" fmla="*/ 238793 w 498126"/>
                <a:gd name="connsiteY3" fmla="*/ 403174 h 504805"/>
                <a:gd name="connsiteX4" fmla="*/ 115536 w 498126"/>
                <a:gd name="connsiteY4" fmla="*/ 502755 h 504805"/>
                <a:gd name="connsiteX5" fmla="*/ 81591 w 498126"/>
                <a:gd name="connsiteY5" fmla="*/ 502682 h 504805"/>
                <a:gd name="connsiteX6" fmla="*/ 31108 w 498126"/>
                <a:gd name="connsiteY6" fmla="*/ 444696 h 504805"/>
                <a:gd name="connsiteX7" fmla="*/ 8744 w 498126"/>
                <a:gd name="connsiteY7" fmla="*/ 381029 h 504805"/>
                <a:gd name="connsiteX8" fmla="*/ 657 w 498126"/>
                <a:gd name="connsiteY8" fmla="*/ 334334 h 504805"/>
                <a:gd name="connsiteX9" fmla="*/ 658 w 498126"/>
                <a:gd name="connsiteY9" fmla="*/ 334261 h 504805"/>
                <a:gd name="connsiteX10" fmla="*/ 512 w 498126"/>
                <a:gd name="connsiteY10" fmla="*/ 301990 h 504805"/>
                <a:gd name="connsiteX11" fmla="*/ 87783 w 498126"/>
                <a:gd name="connsiteY11" fmla="*/ 136557 h 504805"/>
                <a:gd name="connsiteX12" fmla="*/ 246004 w 498126"/>
                <a:gd name="connsiteY12" fmla="*/ 29764 h 504805"/>
                <a:gd name="connsiteX13" fmla="*/ 304354 w 498126"/>
                <a:gd name="connsiteY13" fmla="*/ 3757 h 504805"/>
                <a:gd name="connsiteX14" fmla="*/ 365983 w 498126"/>
                <a:gd name="connsiteY14" fmla="*/ 1208 h 504805"/>
                <a:gd name="connsiteX15" fmla="*/ 444366 w 498126"/>
                <a:gd name="connsiteY15" fmla="*/ 19638 h 504805"/>
                <a:gd name="connsiteX16" fmla="*/ 471974 w 498126"/>
                <a:gd name="connsiteY16" fmla="*/ 39015 h 504805"/>
                <a:gd name="connsiteX17" fmla="*/ 495867 w 498126"/>
                <a:gd name="connsiteY17" fmla="*/ 78935 h 504805"/>
                <a:gd name="connsiteX18" fmla="*/ 458425 w 498126"/>
                <a:gd name="connsiteY18" fmla="*/ 189515 h 504805"/>
                <a:gd name="connsiteX19" fmla="*/ 414644 w 498126"/>
                <a:gd name="connsiteY19" fmla="*/ 284945 h 50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8126" h="504805">
                  <a:moveTo>
                    <a:pt x="414644" y="284945"/>
                  </a:moveTo>
                  <a:cubicBezTo>
                    <a:pt x="413623" y="312917"/>
                    <a:pt x="432709" y="367188"/>
                    <a:pt x="380406" y="352036"/>
                  </a:cubicBezTo>
                  <a:cubicBezTo>
                    <a:pt x="349227" y="343003"/>
                    <a:pt x="340413" y="306070"/>
                    <a:pt x="300857" y="314301"/>
                  </a:cubicBezTo>
                  <a:cubicBezTo>
                    <a:pt x="260937" y="322679"/>
                    <a:pt x="252196" y="371267"/>
                    <a:pt x="238793" y="403174"/>
                  </a:cubicBezTo>
                  <a:cubicBezTo>
                    <a:pt x="216626" y="454650"/>
                    <a:pt x="170521" y="491899"/>
                    <a:pt x="115536" y="502755"/>
                  </a:cubicBezTo>
                  <a:cubicBezTo>
                    <a:pt x="104367" y="505354"/>
                    <a:pt x="92748" y="505329"/>
                    <a:pt x="81591" y="502682"/>
                  </a:cubicBezTo>
                  <a:cubicBezTo>
                    <a:pt x="56094" y="495398"/>
                    <a:pt x="41525" y="469100"/>
                    <a:pt x="31108" y="444696"/>
                  </a:cubicBezTo>
                  <a:cubicBezTo>
                    <a:pt x="22087" y="424057"/>
                    <a:pt x="14612" y="402776"/>
                    <a:pt x="8744" y="381029"/>
                  </a:cubicBezTo>
                  <a:cubicBezTo>
                    <a:pt x="4679" y="365732"/>
                    <a:pt x="1973" y="350107"/>
                    <a:pt x="657" y="334334"/>
                  </a:cubicBezTo>
                  <a:lnTo>
                    <a:pt x="658" y="334261"/>
                  </a:lnTo>
                  <a:cubicBezTo>
                    <a:pt x="-228" y="323524"/>
                    <a:pt x="-277" y="312735"/>
                    <a:pt x="512" y="301990"/>
                  </a:cubicBezTo>
                  <a:cubicBezTo>
                    <a:pt x="5248" y="238396"/>
                    <a:pt x="41452" y="180410"/>
                    <a:pt x="87783" y="136557"/>
                  </a:cubicBezTo>
                  <a:cubicBezTo>
                    <a:pt x="134112" y="92703"/>
                    <a:pt x="190423" y="61015"/>
                    <a:pt x="246004" y="29764"/>
                  </a:cubicBezTo>
                  <a:cubicBezTo>
                    <a:pt x="264156" y="18435"/>
                    <a:pt x="283794" y="9682"/>
                    <a:pt x="304354" y="3757"/>
                  </a:cubicBezTo>
                  <a:cubicBezTo>
                    <a:pt x="324634" y="-334"/>
                    <a:pt x="345434" y="-1194"/>
                    <a:pt x="365983" y="1208"/>
                  </a:cubicBezTo>
                  <a:cubicBezTo>
                    <a:pt x="393038" y="2363"/>
                    <a:pt x="419631" y="8616"/>
                    <a:pt x="444366" y="19638"/>
                  </a:cubicBezTo>
                  <a:cubicBezTo>
                    <a:pt x="454507" y="24645"/>
                    <a:pt x="463818" y="31180"/>
                    <a:pt x="471974" y="39015"/>
                  </a:cubicBezTo>
                  <a:cubicBezTo>
                    <a:pt x="483581" y="49772"/>
                    <a:pt x="491871" y="63623"/>
                    <a:pt x="495867" y="78935"/>
                  </a:cubicBezTo>
                  <a:cubicBezTo>
                    <a:pt x="505921" y="120020"/>
                    <a:pt x="479695" y="157026"/>
                    <a:pt x="458425" y="189515"/>
                  </a:cubicBezTo>
                  <a:cubicBezTo>
                    <a:pt x="439483" y="218363"/>
                    <a:pt x="416027" y="248958"/>
                    <a:pt x="414644" y="284945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8BA141B7-0BD3-48F0-BFF0-888F2113B4A7}"/>
                </a:ext>
              </a:extLst>
            </p:cNvPr>
            <p:cNvSpPr/>
            <p:nvPr/>
          </p:nvSpPr>
          <p:spPr>
            <a:xfrm>
              <a:off x="4105167" y="1581430"/>
              <a:ext cx="47026" cy="132906"/>
            </a:xfrm>
            <a:custGeom>
              <a:avLst/>
              <a:gdLst>
                <a:gd name="connsiteX0" fmla="*/ 46981 w 47026"/>
                <a:gd name="connsiteY0" fmla="*/ 132786 h 132906"/>
                <a:gd name="connsiteX1" fmla="*/ 2402 w 47026"/>
                <a:gd name="connsiteY1" fmla="*/ -120 h 132906"/>
                <a:gd name="connsiteX2" fmla="*/ 38146 w 47026"/>
                <a:gd name="connsiteY2" fmla="*/ 63809 h 132906"/>
                <a:gd name="connsiteX3" fmla="*/ 46981 w 47026"/>
                <a:gd name="connsiteY3" fmla="*/ 132786 h 1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026" h="132906">
                  <a:moveTo>
                    <a:pt x="46981" y="132786"/>
                  </a:moveTo>
                  <a:cubicBezTo>
                    <a:pt x="35786" y="104594"/>
                    <a:pt x="-11194" y="26680"/>
                    <a:pt x="2402" y="-120"/>
                  </a:cubicBezTo>
                  <a:cubicBezTo>
                    <a:pt x="16515" y="19884"/>
                    <a:pt x="28495" y="41310"/>
                    <a:pt x="38146" y="63809"/>
                  </a:cubicBezTo>
                  <a:cubicBezTo>
                    <a:pt x="47024" y="85604"/>
                    <a:pt x="39772" y="114826"/>
                    <a:pt x="46981" y="13278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A524F1A9-59C1-4C1D-B743-CCAF1DC50B63}"/>
                </a:ext>
              </a:extLst>
            </p:cNvPr>
            <p:cNvSpPr/>
            <p:nvPr/>
          </p:nvSpPr>
          <p:spPr>
            <a:xfrm>
              <a:off x="2901409" y="862431"/>
              <a:ext cx="455206" cy="471307"/>
            </a:xfrm>
            <a:custGeom>
              <a:avLst/>
              <a:gdLst>
                <a:gd name="connsiteX0" fmla="*/ 415455 w 455206"/>
                <a:gd name="connsiteY0" fmla="*/ 156005 h 471307"/>
                <a:gd name="connsiteX1" fmla="*/ 452952 w 455206"/>
                <a:gd name="connsiteY1" fmla="*/ 45406 h 471307"/>
                <a:gd name="connsiteX2" fmla="*/ 422529 w 455206"/>
                <a:gd name="connsiteY2" fmla="*/ -120 h 471307"/>
                <a:gd name="connsiteX3" fmla="*/ 430238 w 455206"/>
                <a:gd name="connsiteY3" fmla="*/ 19073 h 471307"/>
                <a:gd name="connsiteX4" fmla="*/ 392740 w 455206"/>
                <a:gd name="connsiteY4" fmla="*/ 129671 h 471307"/>
                <a:gd name="connsiteX5" fmla="*/ 349002 w 455206"/>
                <a:gd name="connsiteY5" fmla="*/ 225110 h 471307"/>
                <a:gd name="connsiteX6" fmla="*/ 314720 w 455206"/>
                <a:gd name="connsiteY6" fmla="*/ 292210 h 471307"/>
                <a:gd name="connsiteX7" fmla="*/ 235189 w 455206"/>
                <a:gd name="connsiteY7" fmla="*/ 254483 h 471307"/>
                <a:gd name="connsiteX8" fmla="*/ 173143 w 455206"/>
                <a:gd name="connsiteY8" fmla="*/ 343349 h 471307"/>
                <a:gd name="connsiteX9" fmla="*/ 49860 w 455206"/>
                <a:gd name="connsiteY9" fmla="*/ 442937 h 471307"/>
                <a:gd name="connsiteX10" fmla="*/ 15938 w 455206"/>
                <a:gd name="connsiteY10" fmla="*/ 442853 h 471307"/>
                <a:gd name="connsiteX11" fmla="*/ -45 w 455206"/>
                <a:gd name="connsiteY11" fmla="*/ 435005 h 471307"/>
                <a:gd name="connsiteX12" fmla="*/ 38652 w 455206"/>
                <a:gd name="connsiteY12" fmla="*/ 469187 h 471307"/>
                <a:gd name="connsiteX13" fmla="*/ 72574 w 455206"/>
                <a:gd name="connsiteY13" fmla="*/ 469271 h 471307"/>
                <a:gd name="connsiteX14" fmla="*/ 195859 w 455206"/>
                <a:gd name="connsiteY14" fmla="*/ 369683 h 471307"/>
                <a:gd name="connsiteX15" fmla="*/ 257904 w 455206"/>
                <a:gd name="connsiteY15" fmla="*/ 280817 h 471307"/>
                <a:gd name="connsiteX16" fmla="*/ 337434 w 455206"/>
                <a:gd name="connsiteY16" fmla="*/ 318544 h 471307"/>
                <a:gd name="connsiteX17" fmla="*/ 371717 w 455206"/>
                <a:gd name="connsiteY17" fmla="*/ 251443 h 471307"/>
                <a:gd name="connsiteX18" fmla="*/ 415455 w 455206"/>
                <a:gd name="connsiteY18" fmla="*/ 156005 h 4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5206" h="471307">
                  <a:moveTo>
                    <a:pt x="415455" y="156005"/>
                  </a:moveTo>
                  <a:cubicBezTo>
                    <a:pt x="436766" y="123497"/>
                    <a:pt x="462992" y="86495"/>
                    <a:pt x="452952" y="45406"/>
                  </a:cubicBezTo>
                  <a:cubicBezTo>
                    <a:pt x="448026" y="27329"/>
                    <a:pt x="437346" y="11348"/>
                    <a:pt x="422529" y="-120"/>
                  </a:cubicBezTo>
                  <a:cubicBezTo>
                    <a:pt x="425969" y="5893"/>
                    <a:pt x="428563" y="12351"/>
                    <a:pt x="430238" y="19073"/>
                  </a:cubicBezTo>
                  <a:cubicBezTo>
                    <a:pt x="440278" y="60161"/>
                    <a:pt x="414052" y="97164"/>
                    <a:pt x="392740" y="129671"/>
                  </a:cubicBezTo>
                  <a:cubicBezTo>
                    <a:pt x="373828" y="158519"/>
                    <a:pt x="350352" y="189147"/>
                    <a:pt x="349002" y="225110"/>
                  </a:cubicBezTo>
                  <a:cubicBezTo>
                    <a:pt x="347953" y="253061"/>
                    <a:pt x="367073" y="307371"/>
                    <a:pt x="314720" y="292210"/>
                  </a:cubicBezTo>
                  <a:cubicBezTo>
                    <a:pt x="283575" y="283192"/>
                    <a:pt x="274765" y="246230"/>
                    <a:pt x="235189" y="254483"/>
                  </a:cubicBezTo>
                  <a:cubicBezTo>
                    <a:pt x="195265" y="262810"/>
                    <a:pt x="186549" y="311412"/>
                    <a:pt x="173143" y="343349"/>
                  </a:cubicBezTo>
                  <a:cubicBezTo>
                    <a:pt x="150950" y="394817"/>
                    <a:pt x="104843" y="432062"/>
                    <a:pt x="49860" y="442937"/>
                  </a:cubicBezTo>
                  <a:cubicBezTo>
                    <a:pt x="38697" y="445521"/>
                    <a:pt x="27088" y="445492"/>
                    <a:pt x="15938" y="442853"/>
                  </a:cubicBezTo>
                  <a:cubicBezTo>
                    <a:pt x="10194" y="441187"/>
                    <a:pt x="4786" y="438531"/>
                    <a:pt x="-45" y="435005"/>
                  </a:cubicBezTo>
                  <a:cubicBezTo>
                    <a:pt x="7942" y="450980"/>
                    <a:pt x="21814" y="463233"/>
                    <a:pt x="38652" y="469187"/>
                  </a:cubicBezTo>
                  <a:cubicBezTo>
                    <a:pt x="49802" y="471826"/>
                    <a:pt x="61411" y="471855"/>
                    <a:pt x="72574" y="469271"/>
                  </a:cubicBezTo>
                  <a:cubicBezTo>
                    <a:pt x="127558" y="458396"/>
                    <a:pt x="173665" y="421151"/>
                    <a:pt x="195859" y="369683"/>
                  </a:cubicBezTo>
                  <a:cubicBezTo>
                    <a:pt x="209263" y="337746"/>
                    <a:pt x="217978" y="289144"/>
                    <a:pt x="257904" y="280817"/>
                  </a:cubicBezTo>
                  <a:cubicBezTo>
                    <a:pt x="297480" y="272563"/>
                    <a:pt x="306291" y="309526"/>
                    <a:pt x="337434" y="318544"/>
                  </a:cubicBezTo>
                  <a:cubicBezTo>
                    <a:pt x="389788" y="333704"/>
                    <a:pt x="370668" y="279395"/>
                    <a:pt x="371717" y="251443"/>
                  </a:cubicBezTo>
                  <a:cubicBezTo>
                    <a:pt x="373067" y="215481"/>
                    <a:pt x="396543" y="184853"/>
                    <a:pt x="415455" y="156005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D3F99F46-BBE6-493A-84D0-16EA631E1968}"/>
                </a:ext>
              </a:extLst>
            </p:cNvPr>
            <p:cNvSpPr/>
            <p:nvPr/>
          </p:nvSpPr>
          <p:spPr>
            <a:xfrm>
              <a:off x="2857279" y="828932"/>
              <a:ext cx="488172" cy="381148"/>
            </a:xfrm>
            <a:custGeom>
              <a:avLst/>
              <a:gdLst>
                <a:gd name="connsiteX0" fmla="*/ 471173 w 488172"/>
                <a:gd name="connsiteY0" fmla="*/ 133934 h 381148"/>
                <a:gd name="connsiteX1" fmla="*/ 455147 w 488172"/>
                <a:gd name="connsiteY1" fmla="*/ 156808 h 381148"/>
                <a:gd name="connsiteX2" fmla="*/ 418140 w 488172"/>
                <a:gd name="connsiteY2" fmla="*/ 195125 h 381148"/>
                <a:gd name="connsiteX3" fmla="*/ 393155 w 488172"/>
                <a:gd name="connsiteY3" fmla="*/ 214720 h 381148"/>
                <a:gd name="connsiteX4" fmla="*/ 342672 w 488172"/>
                <a:gd name="connsiteY4" fmla="*/ 244879 h 381148"/>
                <a:gd name="connsiteX5" fmla="*/ 181098 w 488172"/>
                <a:gd name="connsiteY5" fmla="*/ 302792 h 381148"/>
                <a:gd name="connsiteX6" fmla="*/ 73068 w 488172"/>
                <a:gd name="connsiteY6" fmla="*/ 334189 h 381148"/>
                <a:gd name="connsiteX7" fmla="*/ 8744 w 488172"/>
                <a:gd name="connsiteY7" fmla="*/ 381029 h 381148"/>
                <a:gd name="connsiteX8" fmla="*/ 658 w 488172"/>
                <a:gd name="connsiteY8" fmla="*/ 334334 h 381148"/>
                <a:gd name="connsiteX9" fmla="*/ 658 w 488172"/>
                <a:gd name="connsiteY9" fmla="*/ 334261 h 381148"/>
                <a:gd name="connsiteX10" fmla="*/ 512 w 488172"/>
                <a:gd name="connsiteY10" fmla="*/ 301990 h 381148"/>
                <a:gd name="connsiteX11" fmla="*/ 87783 w 488172"/>
                <a:gd name="connsiteY11" fmla="*/ 136557 h 381148"/>
                <a:gd name="connsiteX12" fmla="*/ 246005 w 488172"/>
                <a:gd name="connsiteY12" fmla="*/ 29764 h 381148"/>
                <a:gd name="connsiteX13" fmla="*/ 304355 w 488172"/>
                <a:gd name="connsiteY13" fmla="*/ 3757 h 381148"/>
                <a:gd name="connsiteX14" fmla="*/ 365984 w 488172"/>
                <a:gd name="connsiteY14" fmla="*/ 1208 h 381148"/>
                <a:gd name="connsiteX15" fmla="*/ 444367 w 488172"/>
                <a:gd name="connsiteY15" fmla="*/ 19638 h 381148"/>
                <a:gd name="connsiteX16" fmla="*/ 471975 w 488172"/>
                <a:gd name="connsiteY16" fmla="*/ 39015 h 381148"/>
                <a:gd name="connsiteX17" fmla="*/ 485816 w 488172"/>
                <a:gd name="connsiteY17" fmla="*/ 68300 h 381148"/>
                <a:gd name="connsiteX18" fmla="*/ 471173 w 488172"/>
                <a:gd name="connsiteY18" fmla="*/ 133934 h 38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8172" h="381148">
                  <a:moveTo>
                    <a:pt x="471173" y="133934"/>
                  </a:moveTo>
                  <a:cubicBezTo>
                    <a:pt x="466282" y="141865"/>
                    <a:pt x="460931" y="149503"/>
                    <a:pt x="455147" y="156808"/>
                  </a:cubicBezTo>
                  <a:cubicBezTo>
                    <a:pt x="444102" y="170766"/>
                    <a:pt x="431706" y="183601"/>
                    <a:pt x="418140" y="195125"/>
                  </a:cubicBezTo>
                  <a:cubicBezTo>
                    <a:pt x="410154" y="202082"/>
                    <a:pt x="401815" y="208623"/>
                    <a:pt x="393155" y="214720"/>
                  </a:cubicBezTo>
                  <a:cubicBezTo>
                    <a:pt x="377103" y="226019"/>
                    <a:pt x="360229" y="236100"/>
                    <a:pt x="342672" y="244879"/>
                  </a:cubicBezTo>
                  <a:cubicBezTo>
                    <a:pt x="291534" y="270666"/>
                    <a:pt x="236171" y="286839"/>
                    <a:pt x="181098" y="302792"/>
                  </a:cubicBezTo>
                  <a:cubicBezTo>
                    <a:pt x="145113" y="313282"/>
                    <a:pt x="109103" y="323747"/>
                    <a:pt x="73068" y="334189"/>
                  </a:cubicBezTo>
                  <a:cubicBezTo>
                    <a:pt x="59810" y="344242"/>
                    <a:pt x="35552" y="362307"/>
                    <a:pt x="8744" y="381029"/>
                  </a:cubicBezTo>
                  <a:cubicBezTo>
                    <a:pt x="4680" y="365732"/>
                    <a:pt x="1973" y="350107"/>
                    <a:pt x="658" y="334334"/>
                  </a:cubicBezTo>
                  <a:lnTo>
                    <a:pt x="658" y="334261"/>
                  </a:lnTo>
                  <a:cubicBezTo>
                    <a:pt x="-228" y="323524"/>
                    <a:pt x="-277" y="312735"/>
                    <a:pt x="512" y="301990"/>
                  </a:cubicBezTo>
                  <a:cubicBezTo>
                    <a:pt x="5248" y="238396"/>
                    <a:pt x="41452" y="180410"/>
                    <a:pt x="87783" y="136557"/>
                  </a:cubicBezTo>
                  <a:cubicBezTo>
                    <a:pt x="134113" y="92703"/>
                    <a:pt x="190423" y="61015"/>
                    <a:pt x="246005" y="29764"/>
                  </a:cubicBezTo>
                  <a:cubicBezTo>
                    <a:pt x="264157" y="18435"/>
                    <a:pt x="283795" y="9682"/>
                    <a:pt x="304355" y="3757"/>
                  </a:cubicBezTo>
                  <a:cubicBezTo>
                    <a:pt x="324635" y="-334"/>
                    <a:pt x="345434" y="-1194"/>
                    <a:pt x="365984" y="1208"/>
                  </a:cubicBezTo>
                  <a:cubicBezTo>
                    <a:pt x="393038" y="2363"/>
                    <a:pt x="419632" y="8616"/>
                    <a:pt x="444367" y="19638"/>
                  </a:cubicBezTo>
                  <a:cubicBezTo>
                    <a:pt x="454507" y="24645"/>
                    <a:pt x="463819" y="31180"/>
                    <a:pt x="471975" y="39015"/>
                  </a:cubicBezTo>
                  <a:cubicBezTo>
                    <a:pt x="478071" y="48005"/>
                    <a:pt x="482740" y="57883"/>
                    <a:pt x="485816" y="68300"/>
                  </a:cubicBezTo>
                  <a:cubicBezTo>
                    <a:pt x="492662" y="90445"/>
                    <a:pt x="483264" y="114265"/>
                    <a:pt x="471173" y="13393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F38A0DEE-E1AB-4C17-9D1F-70364A721869}"/>
                </a:ext>
              </a:extLst>
            </p:cNvPr>
            <p:cNvSpPr/>
            <p:nvPr/>
          </p:nvSpPr>
          <p:spPr>
            <a:xfrm>
              <a:off x="2742316" y="770599"/>
              <a:ext cx="603135" cy="496646"/>
            </a:xfrm>
            <a:custGeom>
              <a:avLst/>
              <a:gdLst>
                <a:gd name="connsiteX0" fmla="*/ 586136 w 603135"/>
                <a:gd name="connsiteY0" fmla="*/ 184982 h 496646"/>
                <a:gd name="connsiteX1" fmla="*/ 570110 w 603135"/>
                <a:gd name="connsiteY1" fmla="*/ 207856 h 496646"/>
                <a:gd name="connsiteX2" fmla="*/ 533104 w 603135"/>
                <a:gd name="connsiteY2" fmla="*/ 246173 h 496646"/>
                <a:gd name="connsiteX3" fmla="*/ 508118 w 603135"/>
                <a:gd name="connsiteY3" fmla="*/ 265769 h 496646"/>
                <a:gd name="connsiteX4" fmla="*/ 457636 w 603135"/>
                <a:gd name="connsiteY4" fmla="*/ 295927 h 496646"/>
                <a:gd name="connsiteX5" fmla="*/ 296062 w 603135"/>
                <a:gd name="connsiteY5" fmla="*/ 353840 h 496646"/>
                <a:gd name="connsiteX6" fmla="*/ 188031 w 603135"/>
                <a:gd name="connsiteY6" fmla="*/ 385237 h 496646"/>
                <a:gd name="connsiteX7" fmla="*/ 3001 w 603135"/>
                <a:gd name="connsiteY7" fmla="*/ 495526 h 496646"/>
                <a:gd name="connsiteX8" fmla="*/ 114935 w 603135"/>
                <a:gd name="connsiteY8" fmla="*/ 384829 h 496646"/>
                <a:gd name="connsiteX9" fmla="*/ 121231 w 603135"/>
                <a:gd name="connsiteY9" fmla="*/ 389608 h 496646"/>
                <a:gd name="connsiteX10" fmla="*/ 86192 w 603135"/>
                <a:gd name="connsiteY10" fmla="*/ 322516 h 496646"/>
                <a:gd name="connsiteX11" fmla="*/ 85099 w 603135"/>
                <a:gd name="connsiteY11" fmla="*/ 185565 h 496646"/>
                <a:gd name="connsiteX12" fmla="*/ 163628 w 603135"/>
                <a:gd name="connsiteY12" fmla="*/ 77461 h 496646"/>
                <a:gd name="connsiteX13" fmla="*/ 216879 w 603135"/>
                <a:gd name="connsiteY13" fmla="*/ 47448 h 496646"/>
                <a:gd name="connsiteX14" fmla="*/ 222051 w 603135"/>
                <a:gd name="connsiteY14" fmla="*/ 40455 h 496646"/>
                <a:gd name="connsiteX15" fmla="*/ 224091 w 603135"/>
                <a:gd name="connsiteY15" fmla="*/ 36740 h 496646"/>
                <a:gd name="connsiteX16" fmla="*/ 229846 w 603135"/>
                <a:gd name="connsiteY16" fmla="*/ 25595 h 496646"/>
                <a:gd name="connsiteX17" fmla="*/ 262335 w 603135"/>
                <a:gd name="connsiteY17" fmla="*/ 20933 h 496646"/>
                <a:gd name="connsiteX18" fmla="*/ 265977 w 603135"/>
                <a:gd name="connsiteY18" fmla="*/ 21297 h 496646"/>
                <a:gd name="connsiteX19" fmla="*/ 272095 w 603135"/>
                <a:gd name="connsiteY19" fmla="*/ 21588 h 496646"/>
                <a:gd name="connsiteX20" fmla="*/ 393094 w 603135"/>
                <a:gd name="connsiteY20" fmla="*/ -120 h 496646"/>
                <a:gd name="connsiteX21" fmla="*/ 516058 w 603135"/>
                <a:gd name="connsiteY21" fmla="*/ 43661 h 496646"/>
                <a:gd name="connsiteX22" fmla="*/ 538787 w 603135"/>
                <a:gd name="connsiteY22" fmla="*/ 53932 h 496646"/>
                <a:gd name="connsiteX23" fmla="*/ 600779 w 603135"/>
                <a:gd name="connsiteY23" fmla="*/ 119348 h 496646"/>
                <a:gd name="connsiteX24" fmla="*/ 586136 w 603135"/>
                <a:gd name="connsiteY24" fmla="*/ 184982 h 49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3135" h="496646">
                  <a:moveTo>
                    <a:pt x="586136" y="184982"/>
                  </a:moveTo>
                  <a:cubicBezTo>
                    <a:pt x="581246" y="192913"/>
                    <a:pt x="575895" y="200551"/>
                    <a:pt x="570110" y="207856"/>
                  </a:cubicBezTo>
                  <a:cubicBezTo>
                    <a:pt x="559065" y="221814"/>
                    <a:pt x="546669" y="234649"/>
                    <a:pt x="533104" y="246173"/>
                  </a:cubicBezTo>
                  <a:cubicBezTo>
                    <a:pt x="525118" y="253130"/>
                    <a:pt x="516778" y="259671"/>
                    <a:pt x="508118" y="265769"/>
                  </a:cubicBezTo>
                  <a:cubicBezTo>
                    <a:pt x="492067" y="277067"/>
                    <a:pt x="475192" y="287148"/>
                    <a:pt x="457636" y="295927"/>
                  </a:cubicBezTo>
                  <a:cubicBezTo>
                    <a:pt x="406497" y="321715"/>
                    <a:pt x="351134" y="337887"/>
                    <a:pt x="296062" y="353840"/>
                  </a:cubicBezTo>
                  <a:cubicBezTo>
                    <a:pt x="260076" y="364330"/>
                    <a:pt x="224066" y="374796"/>
                    <a:pt x="188031" y="385237"/>
                  </a:cubicBezTo>
                  <a:cubicBezTo>
                    <a:pt x="150369" y="413720"/>
                    <a:pt x="24199" y="507182"/>
                    <a:pt x="3001" y="495526"/>
                  </a:cubicBezTo>
                  <a:cubicBezTo>
                    <a:pt x="-21984" y="481758"/>
                    <a:pt x="114935" y="384829"/>
                    <a:pt x="114935" y="384829"/>
                  </a:cubicBezTo>
                  <a:lnTo>
                    <a:pt x="121231" y="389608"/>
                  </a:lnTo>
                  <a:cubicBezTo>
                    <a:pt x="101198" y="377005"/>
                    <a:pt x="90709" y="347794"/>
                    <a:pt x="86192" y="322516"/>
                  </a:cubicBezTo>
                  <a:cubicBezTo>
                    <a:pt x="78179" y="277279"/>
                    <a:pt x="74391" y="230293"/>
                    <a:pt x="85099" y="185565"/>
                  </a:cubicBezTo>
                  <a:cubicBezTo>
                    <a:pt x="95807" y="140910"/>
                    <a:pt x="122688" y="98368"/>
                    <a:pt x="163628" y="77461"/>
                  </a:cubicBezTo>
                  <a:cubicBezTo>
                    <a:pt x="181767" y="68136"/>
                    <a:pt x="203766" y="61799"/>
                    <a:pt x="216879" y="47448"/>
                  </a:cubicBezTo>
                  <a:cubicBezTo>
                    <a:pt x="218866" y="45324"/>
                    <a:pt x="220602" y="42978"/>
                    <a:pt x="222051" y="40455"/>
                  </a:cubicBezTo>
                  <a:cubicBezTo>
                    <a:pt x="222844" y="39282"/>
                    <a:pt x="223527" y="38039"/>
                    <a:pt x="224091" y="36740"/>
                  </a:cubicBezTo>
                  <a:cubicBezTo>
                    <a:pt x="225538" y="32800"/>
                    <a:pt x="227471" y="29056"/>
                    <a:pt x="229846" y="25595"/>
                  </a:cubicBezTo>
                  <a:cubicBezTo>
                    <a:pt x="237349" y="16926"/>
                    <a:pt x="250971" y="19549"/>
                    <a:pt x="262335" y="20933"/>
                  </a:cubicBezTo>
                  <a:cubicBezTo>
                    <a:pt x="263573" y="21078"/>
                    <a:pt x="264738" y="21224"/>
                    <a:pt x="265977" y="21297"/>
                  </a:cubicBezTo>
                  <a:cubicBezTo>
                    <a:pt x="268010" y="21503"/>
                    <a:pt x="270052" y="21600"/>
                    <a:pt x="272095" y="21588"/>
                  </a:cubicBezTo>
                  <a:cubicBezTo>
                    <a:pt x="312671" y="22462"/>
                    <a:pt x="352009" y="-120"/>
                    <a:pt x="393094" y="-120"/>
                  </a:cubicBezTo>
                  <a:cubicBezTo>
                    <a:pt x="438113" y="-193"/>
                    <a:pt x="476429" y="25886"/>
                    <a:pt x="516058" y="43661"/>
                  </a:cubicBezTo>
                  <a:cubicBezTo>
                    <a:pt x="524071" y="47303"/>
                    <a:pt x="531648" y="50581"/>
                    <a:pt x="538787" y="53932"/>
                  </a:cubicBezTo>
                  <a:cubicBezTo>
                    <a:pt x="567415" y="67263"/>
                    <a:pt x="588977" y="81468"/>
                    <a:pt x="600779" y="119348"/>
                  </a:cubicBezTo>
                  <a:cubicBezTo>
                    <a:pt x="607626" y="141493"/>
                    <a:pt x="598228" y="165314"/>
                    <a:pt x="586136" y="184982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1D5C9475-B6EE-41CD-92E0-A788E2B9DFF7}"/>
                </a:ext>
              </a:extLst>
            </p:cNvPr>
            <p:cNvSpPr/>
            <p:nvPr/>
          </p:nvSpPr>
          <p:spPr>
            <a:xfrm>
              <a:off x="2959239" y="792015"/>
              <a:ext cx="57769" cy="31222"/>
            </a:xfrm>
            <a:custGeom>
              <a:avLst/>
              <a:gdLst>
                <a:gd name="connsiteX0" fmla="*/ 55173 w 57769"/>
                <a:gd name="connsiteY0" fmla="*/ 172 h 31222"/>
                <a:gd name="connsiteX1" fmla="*/ 50875 w 57769"/>
                <a:gd name="connsiteY1" fmla="*/ 23920 h 31222"/>
                <a:gd name="connsiteX2" fmla="*/ 33829 w 57769"/>
                <a:gd name="connsiteY2" fmla="*/ 29966 h 31222"/>
                <a:gd name="connsiteX3" fmla="*/ 20571 w 57769"/>
                <a:gd name="connsiteY3" fmla="*/ 30986 h 31222"/>
                <a:gd name="connsiteX4" fmla="*/ 3015 w 57769"/>
                <a:gd name="connsiteY4" fmla="*/ 27999 h 31222"/>
                <a:gd name="connsiteX5" fmla="*/ -45 w 57769"/>
                <a:gd name="connsiteY5" fmla="*/ 26032 h 31222"/>
                <a:gd name="connsiteX6" fmla="*/ 5127 w 57769"/>
                <a:gd name="connsiteY6" fmla="*/ 19039 h 31222"/>
                <a:gd name="connsiteX7" fmla="*/ 11246 w 57769"/>
                <a:gd name="connsiteY7" fmla="*/ 19330 h 31222"/>
                <a:gd name="connsiteX8" fmla="*/ 33100 w 57769"/>
                <a:gd name="connsiteY8" fmla="*/ 15615 h 31222"/>
                <a:gd name="connsiteX9" fmla="*/ 41332 w 57769"/>
                <a:gd name="connsiteY9" fmla="*/ 11682 h 31222"/>
                <a:gd name="connsiteX10" fmla="*/ 49053 w 57769"/>
                <a:gd name="connsiteY10" fmla="*/ -120 h 3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769" h="31222">
                  <a:moveTo>
                    <a:pt x="55173" y="172"/>
                  </a:moveTo>
                  <a:cubicBezTo>
                    <a:pt x="59809" y="8062"/>
                    <a:pt x="57982" y="18155"/>
                    <a:pt x="50875" y="23920"/>
                  </a:cubicBezTo>
                  <a:cubicBezTo>
                    <a:pt x="45862" y="27473"/>
                    <a:pt x="39961" y="29567"/>
                    <a:pt x="33829" y="29966"/>
                  </a:cubicBezTo>
                  <a:cubicBezTo>
                    <a:pt x="29433" y="30562"/>
                    <a:pt x="25006" y="30902"/>
                    <a:pt x="20571" y="30986"/>
                  </a:cubicBezTo>
                  <a:cubicBezTo>
                    <a:pt x="14561" y="31470"/>
                    <a:pt x="8526" y="30443"/>
                    <a:pt x="3015" y="27999"/>
                  </a:cubicBezTo>
                  <a:cubicBezTo>
                    <a:pt x="1942" y="27429"/>
                    <a:pt x="919" y="26771"/>
                    <a:pt x="-45" y="26032"/>
                  </a:cubicBezTo>
                  <a:cubicBezTo>
                    <a:pt x="1943" y="23908"/>
                    <a:pt x="3678" y="21561"/>
                    <a:pt x="5127" y="19039"/>
                  </a:cubicBezTo>
                  <a:cubicBezTo>
                    <a:pt x="6147" y="19840"/>
                    <a:pt x="7167" y="19622"/>
                    <a:pt x="11246" y="19330"/>
                  </a:cubicBezTo>
                  <a:cubicBezTo>
                    <a:pt x="18653" y="18970"/>
                    <a:pt x="25990" y="17723"/>
                    <a:pt x="33100" y="15615"/>
                  </a:cubicBezTo>
                  <a:cubicBezTo>
                    <a:pt x="36066" y="14830"/>
                    <a:pt x="38858" y="13496"/>
                    <a:pt x="41332" y="11682"/>
                  </a:cubicBezTo>
                  <a:cubicBezTo>
                    <a:pt x="44977" y="8563"/>
                    <a:pt x="47656" y="4469"/>
                    <a:pt x="49053" y="-120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3D08492-02D1-4BF2-A9AD-196B280DD695}"/>
                </a:ext>
              </a:extLst>
            </p:cNvPr>
            <p:cNvSpPr/>
            <p:nvPr/>
          </p:nvSpPr>
          <p:spPr>
            <a:xfrm>
              <a:off x="2859995" y="1153962"/>
              <a:ext cx="68540" cy="9864"/>
            </a:xfrm>
            <a:custGeom>
              <a:avLst/>
              <a:gdLst>
                <a:gd name="connsiteX0" fmla="*/ -45 w 68540"/>
                <a:gd name="connsiteY0" fmla="*/ 393 h 9864"/>
                <a:gd name="connsiteX1" fmla="*/ 18643 w 68540"/>
                <a:gd name="connsiteY1" fmla="*/ 7350 h 9864"/>
                <a:gd name="connsiteX2" fmla="*/ 68495 w 68540"/>
                <a:gd name="connsiteY2" fmla="*/ -120 h 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40" h="9864">
                  <a:moveTo>
                    <a:pt x="-45" y="393"/>
                  </a:moveTo>
                  <a:cubicBezTo>
                    <a:pt x="5654" y="3944"/>
                    <a:pt x="12009" y="6310"/>
                    <a:pt x="18643" y="7350"/>
                  </a:cubicBezTo>
                  <a:cubicBezTo>
                    <a:pt x="35553" y="12266"/>
                    <a:pt x="53768" y="9536"/>
                    <a:pt x="68495" y="-120"/>
                  </a:cubicBezTo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87054BC3-893F-4B16-928E-6B419FB2E64C}"/>
              </a:ext>
            </a:extLst>
          </p:cNvPr>
          <p:cNvSpPr txBox="1"/>
          <p:nvPr/>
        </p:nvSpPr>
        <p:spPr>
          <a:xfrm>
            <a:off x="476633" y="6432489"/>
            <a:ext cx="902811" cy="307777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广播风暴</a:t>
            </a:r>
          </a:p>
        </p:txBody>
      </p:sp>
    </p:spTree>
    <p:extLst>
      <p:ext uri="{BB962C8B-B14F-4D97-AF65-F5344CB8AC3E}">
        <p14:creationId xmlns:p14="http://schemas.microsoft.com/office/powerpoint/2010/main" val="3034618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4BC84B-0598-40D1-9C61-72C3FCAD70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原理</a:t>
            </a:r>
            <a:endParaRPr lang="zh-CN" altLang="zh-CN" dirty="0"/>
          </a:p>
          <a:p>
            <a:pPr lvl="1"/>
            <a:r>
              <a:rPr lang="zh-CN" altLang="en-US" dirty="0"/>
              <a:t>虚拟局域网</a:t>
            </a:r>
            <a:r>
              <a:rPr lang="en-US" altLang="zh-CN" dirty="0"/>
              <a:t>VLAN - virtual LAN</a:t>
            </a:r>
          </a:p>
          <a:p>
            <a:pPr lvl="1"/>
            <a:r>
              <a:rPr lang="zh-CN" altLang="en-US" dirty="0"/>
              <a:t>不是一种新的局域网，而是一个服务</a:t>
            </a:r>
            <a:r>
              <a:rPr lang="en-US" altLang="zh-CN" dirty="0"/>
              <a:t>/</a:t>
            </a:r>
            <a:r>
              <a:rPr lang="zh-CN" altLang="en-US" dirty="0"/>
              <a:t>应用</a:t>
            </a:r>
            <a:endParaRPr lang="en-US" altLang="zh-CN" dirty="0"/>
          </a:p>
          <a:p>
            <a:pPr lvl="1"/>
            <a:r>
              <a:rPr lang="zh-CN" altLang="zh-CN" dirty="0"/>
              <a:t>通过配置，将一个</a:t>
            </a:r>
            <a:r>
              <a:rPr lang="zh-CN" altLang="en-US" dirty="0"/>
              <a:t>物理的</a:t>
            </a:r>
            <a:r>
              <a:rPr lang="zh-CN" altLang="zh-CN" dirty="0"/>
              <a:t>局域网</a:t>
            </a:r>
            <a:r>
              <a:rPr lang="zh-CN" altLang="en-US" dirty="0"/>
              <a:t>在逻辑上</a:t>
            </a:r>
            <a:r>
              <a:rPr lang="zh-CN" altLang="zh-CN" dirty="0"/>
              <a:t>划分为若干个虚拟</a:t>
            </a:r>
            <a:r>
              <a:rPr lang="zh-CN" altLang="en-US" dirty="0"/>
              <a:t>的</a:t>
            </a:r>
            <a:r>
              <a:rPr lang="en-US" altLang="zh-CN" dirty="0"/>
              <a:t>LAN</a:t>
            </a:r>
          </a:p>
          <a:p>
            <a:pPr lvl="1"/>
            <a:r>
              <a:rPr lang="en-US" altLang="zh-CN" dirty="0"/>
              <a:t>VLAN</a:t>
            </a:r>
            <a:r>
              <a:rPr lang="zh-CN" altLang="en-US" dirty="0"/>
              <a:t>内的主机间可以直接通信，而</a:t>
            </a:r>
            <a:r>
              <a:rPr lang="en-US" altLang="zh-CN" dirty="0"/>
              <a:t>VLAN </a:t>
            </a:r>
            <a:r>
              <a:rPr lang="zh-CN" altLang="en-US" dirty="0"/>
              <a:t>间不能直接互通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3E42233-504C-4F7F-AFAB-814957AD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D850232-642F-409A-B5C4-8E58AC9AA6D0}"/>
              </a:ext>
            </a:extLst>
          </p:cNvPr>
          <p:cNvGrpSpPr>
            <a:grpSpLocks noChangeAspect="1"/>
          </p:cNvGrpSpPr>
          <p:nvPr/>
        </p:nvGrpSpPr>
        <p:grpSpPr>
          <a:xfrm>
            <a:off x="238125" y="5660266"/>
            <a:ext cx="429262" cy="1080000"/>
            <a:chOff x="2502883" y="745871"/>
            <a:chExt cx="1886020" cy="4745130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7C6D6C79-E4EE-4FE4-B1ED-A11DD2D4A880}"/>
                </a:ext>
              </a:extLst>
            </p:cNvPr>
            <p:cNvSpPr/>
            <p:nvPr/>
          </p:nvSpPr>
          <p:spPr>
            <a:xfrm>
              <a:off x="2502883" y="745871"/>
              <a:ext cx="1886020" cy="4734469"/>
            </a:xfrm>
            <a:custGeom>
              <a:avLst/>
              <a:gdLst>
                <a:gd name="connsiteX0" fmla="*/ 1884245 w 1886020"/>
                <a:gd name="connsiteY0" fmla="*/ 523393 h 4734469"/>
                <a:gd name="connsiteX1" fmla="*/ 1874265 w 1886020"/>
                <a:gd name="connsiteY1" fmla="*/ 495786 h 4734469"/>
                <a:gd name="connsiteX2" fmla="*/ 1867783 w 1886020"/>
                <a:gd name="connsiteY2" fmla="*/ 465103 h 4734469"/>
                <a:gd name="connsiteX3" fmla="*/ 1850007 w 1886020"/>
                <a:gd name="connsiteY3" fmla="*/ 460490 h 4734469"/>
                <a:gd name="connsiteX4" fmla="*/ 1844762 w 1886020"/>
                <a:gd name="connsiteY4" fmla="*/ 448260 h 4734469"/>
                <a:gd name="connsiteX5" fmla="*/ 1805863 w 1886020"/>
                <a:gd name="connsiteY5" fmla="*/ 417944 h 4734469"/>
                <a:gd name="connsiteX6" fmla="*/ 1870331 w 1886020"/>
                <a:gd name="connsiteY6" fmla="*/ 358921 h 4734469"/>
                <a:gd name="connsiteX7" fmla="*/ 1861299 w 1886020"/>
                <a:gd name="connsiteY7" fmla="*/ 324137 h 4734469"/>
                <a:gd name="connsiteX8" fmla="*/ 1851393 w 1886020"/>
                <a:gd name="connsiteY8" fmla="*/ 326774 h 4734469"/>
                <a:gd name="connsiteX9" fmla="*/ 1796830 w 1886020"/>
                <a:gd name="connsiteY9" fmla="*/ 349255 h 4734469"/>
                <a:gd name="connsiteX10" fmla="*/ 1765943 w 1886020"/>
                <a:gd name="connsiteY10" fmla="*/ 363534 h 4734469"/>
                <a:gd name="connsiteX11" fmla="*/ 1693315 w 1886020"/>
                <a:gd name="connsiteY11" fmla="*/ 436543 h 4734469"/>
                <a:gd name="connsiteX12" fmla="*/ 1648150 w 1886020"/>
                <a:gd name="connsiteY12" fmla="*/ 518706 h 4734469"/>
                <a:gd name="connsiteX13" fmla="*/ 1638535 w 1886020"/>
                <a:gd name="connsiteY13" fmla="*/ 574946 h 4734469"/>
                <a:gd name="connsiteX14" fmla="*/ 1638663 w 1886020"/>
                <a:gd name="connsiteY14" fmla="*/ 580662 h 4734469"/>
                <a:gd name="connsiteX15" fmla="*/ 1613134 w 1886020"/>
                <a:gd name="connsiteY15" fmla="*/ 587941 h 4734469"/>
                <a:gd name="connsiteX16" fmla="*/ 1591981 w 1886020"/>
                <a:gd name="connsiteY16" fmla="*/ 643937 h 4734469"/>
                <a:gd name="connsiteX17" fmla="*/ 1578159 w 1886020"/>
                <a:gd name="connsiteY17" fmla="*/ 669479 h 4734469"/>
                <a:gd name="connsiteX18" fmla="*/ 1563141 w 1886020"/>
                <a:gd name="connsiteY18" fmla="*/ 681284 h 4734469"/>
                <a:gd name="connsiteX19" fmla="*/ 1533375 w 1886020"/>
                <a:gd name="connsiteY19" fmla="*/ 756751 h 4734469"/>
                <a:gd name="connsiteX20" fmla="*/ 1485671 w 1886020"/>
                <a:gd name="connsiteY20" fmla="*/ 856861 h 4734469"/>
                <a:gd name="connsiteX21" fmla="*/ 1415921 w 1886020"/>
                <a:gd name="connsiteY21" fmla="*/ 918590 h 4734469"/>
                <a:gd name="connsiteX22" fmla="*/ 1406812 w 1886020"/>
                <a:gd name="connsiteY22" fmla="*/ 937801 h 4734469"/>
                <a:gd name="connsiteX23" fmla="*/ 1382456 w 1886020"/>
                <a:gd name="connsiteY23" fmla="*/ 945325 h 4734469"/>
                <a:gd name="connsiteX24" fmla="*/ 1315988 w 1886020"/>
                <a:gd name="connsiteY24" fmla="*/ 955470 h 4734469"/>
                <a:gd name="connsiteX25" fmla="*/ 1237040 w 1886020"/>
                <a:gd name="connsiteY25" fmla="*/ 944378 h 4734469"/>
                <a:gd name="connsiteX26" fmla="*/ 1220194 w 1886020"/>
                <a:gd name="connsiteY26" fmla="*/ 945880 h 4734469"/>
                <a:gd name="connsiteX27" fmla="*/ 1206377 w 1886020"/>
                <a:gd name="connsiteY27" fmla="*/ 941040 h 4734469"/>
                <a:gd name="connsiteX28" fmla="*/ 1175042 w 1886020"/>
                <a:gd name="connsiteY28" fmla="*/ 928647 h 4734469"/>
                <a:gd name="connsiteX29" fmla="*/ 1145313 w 1886020"/>
                <a:gd name="connsiteY29" fmla="*/ 940191 h 4734469"/>
                <a:gd name="connsiteX30" fmla="*/ 1126295 w 1886020"/>
                <a:gd name="connsiteY30" fmla="*/ 912187 h 4734469"/>
                <a:gd name="connsiteX31" fmla="*/ 1097455 w 1886020"/>
                <a:gd name="connsiteY31" fmla="*/ 898352 h 4734469"/>
                <a:gd name="connsiteX32" fmla="*/ 1087927 w 1886020"/>
                <a:gd name="connsiteY32" fmla="*/ 876721 h 4734469"/>
                <a:gd name="connsiteX33" fmla="*/ 1059155 w 1886020"/>
                <a:gd name="connsiteY33" fmla="*/ 877769 h 4734469"/>
                <a:gd name="connsiteX34" fmla="*/ 990638 w 1886020"/>
                <a:gd name="connsiteY34" fmla="*/ 848823 h 4734469"/>
                <a:gd name="connsiteX35" fmla="*/ 927078 w 1886020"/>
                <a:gd name="connsiteY35" fmla="*/ 829834 h 4734469"/>
                <a:gd name="connsiteX36" fmla="*/ 917154 w 1886020"/>
                <a:gd name="connsiteY36" fmla="*/ 810211 h 4734469"/>
                <a:gd name="connsiteX37" fmla="*/ 909914 w 1886020"/>
                <a:gd name="connsiteY37" fmla="*/ 795381 h 4734469"/>
                <a:gd name="connsiteX38" fmla="*/ 871407 w 1886020"/>
                <a:gd name="connsiteY38" fmla="*/ 783885 h 4734469"/>
                <a:gd name="connsiteX39" fmla="*/ 826658 w 1886020"/>
                <a:gd name="connsiteY39" fmla="*/ 791587 h 4734469"/>
                <a:gd name="connsiteX40" fmla="*/ 825164 w 1886020"/>
                <a:gd name="connsiteY40" fmla="*/ 785828 h 4734469"/>
                <a:gd name="connsiteX41" fmla="*/ 775558 w 1886020"/>
                <a:gd name="connsiteY41" fmla="*/ 724921 h 4734469"/>
                <a:gd name="connsiteX42" fmla="*/ 716782 w 1886020"/>
                <a:gd name="connsiteY42" fmla="*/ 701026 h 4734469"/>
                <a:gd name="connsiteX43" fmla="*/ 716446 w 1886020"/>
                <a:gd name="connsiteY43" fmla="*/ 695553 h 4734469"/>
                <a:gd name="connsiteX44" fmla="*/ 728319 w 1886020"/>
                <a:gd name="connsiteY44" fmla="*/ 619469 h 4734469"/>
                <a:gd name="connsiteX45" fmla="*/ 731107 w 1886020"/>
                <a:gd name="connsiteY45" fmla="*/ 611455 h 4734469"/>
                <a:gd name="connsiteX46" fmla="*/ 925349 w 1886020"/>
                <a:gd name="connsiteY46" fmla="*/ 278594 h 4734469"/>
                <a:gd name="connsiteX47" fmla="*/ 853616 w 1886020"/>
                <a:gd name="connsiteY47" fmla="*/ 154334 h 4734469"/>
                <a:gd name="connsiteX48" fmla="*/ 851478 w 1886020"/>
                <a:gd name="connsiteY48" fmla="*/ 137960 h 4734469"/>
                <a:gd name="connsiteX49" fmla="*/ 835001 w 1886020"/>
                <a:gd name="connsiteY49" fmla="*/ 106065 h 4734469"/>
                <a:gd name="connsiteX50" fmla="*/ 778219 w 1886020"/>
                <a:gd name="connsiteY50" fmla="*/ 54216 h 4734469"/>
                <a:gd name="connsiteX51" fmla="*/ 755492 w 1886020"/>
                <a:gd name="connsiteY51" fmla="*/ 43891 h 4734469"/>
                <a:gd name="connsiteX52" fmla="*/ 632527 w 1886020"/>
                <a:gd name="connsiteY52" fmla="*/ -120 h 4734469"/>
                <a:gd name="connsiteX53" fmla="*/ 511529 w 1886020"/>
                <a:gd name="connsiteY53" fmla="*/ 21702 h 4734469"/>
                <a:gd name="connsiteX54" fmla="*/ 508469 w 1886020"/>
                <a:gd name="connsiteY54" fmla="*/ 21555 h 4734469"/>
                <a:gd name="connsiteX55" fmla="*/ 505410 w 1886020"/>
                <a:gd name="connsiteY55" fmla="*/ 21409 h 4734469"/>
                <a:gd name="connsiteX56" fmla="*/ 501768 w 1886020"/>
                <a:gd name="connsiteY56" fmla="*/ 21043 h 4734469"/>
                <a:gd name="connsiteX57" fmla="*/ 469278 w 1886020"/>
                <a:gd name="connsiteY57" fmla="*/ 25730 h 4734469"/>
                <a:gd name="connsiteX58" fmla="*/ 463524 w 1886020"/>
                <a:gd name="connsiteY58" fmla="*/ 36933 h 4734469"/>
                <a:gd name="connsiteX59" fmla="*/ 461484 w 1886020"/>
                <a:gd name="connsiteY59" fmla="*/ 40668 h 4734469"/>
                <a:gd name="connsiteX60" fmla="*/ 461484 w 1886020"/>
                <a:gd name="connsiteY60" fmla="*/ 40668 h 4734469"/>
                <a:gd name="connsiteX61" fmla="*/ 456312 w 1886020"/>
                <a:gd name="connsiteY61" fmla="*/ 47698 h 4734469"/>
                <a:gd name="connsiteX62" fmla="*/ 456312 w 1886020"/>
                <a:gd name="connsiteY62" fmla="*/ 47698 h 4734469"/>
                <a:gd name="connsiteX63" fmla="*/ 403061 w 1886020"/>
                <a:gd name="connsiteY63" fmla="*/ 77869 h 4734469"/>
                <a:gd name="connsiteX64" fmla="*/ 324532 w 1886020"/>
                <a:gd name="connsiteY64" fmla="*/ 186540 h 4734469"/>
                <a:gd name="connsiteX65" fmla="*/ 325625 w 1886020"/>
                <a:gd name="connsiteY65" fmla="*/ 324210 h 4734469"/>
                <a:gd name="connsiteX66" fmla="*/ 354726 w 1886020"/>
                <a:gd name="connsiteY66" fmla="*/ 387041 h 4734469"/>
                <a:gd name="connsiteX67" fmla="*/ 354729 w 1886020"/>
                <a:gd name="connsiteY67" fmla="*/ 387125 h 4734469"/>
                <a:gd name="connsiteX68" fmla="*/ 354368 w 1886020"/>
                <a:gd name="connsiteY68" fmla="*/ 386850 h 4734469"/>
                <a:gd name="connsiteX69" fmla="*/ 242435 w 1886020"/>
                <a:gd name="connsiteY69" fmla="*/ 498129 h 4734469"/>
                <a:gd name="connsiteX70" fmla="*/ 361648 w 1886020"/>
                <a:gd name="connsiteY70" fmla="*/ 435424 h 4734469"/>
                <a:gd name="connsiteX71" fmla="*/ 363141 w 1886020"/>
                <a:gd name="connsiteY71" fmla="*/ 441669 h 4734469"/>
                <a:gd name="connsiteX72" fmla="*/ 385505 w 1886020"/>
                <a:gd name="connsiteY72" fmla="*/ 505671 h 4734469"/>
                <a:gd name="connsiteX73" fmla="*/ 435987 w 1886020"/>
                <a:gd name="connsiteY73" fmla="*/ 563961 h 4734469"/>
                <a:gd name="connsiteX74" fmla="*/ 453319 w 1886020"/>
                <a:gd name="connsiteY74" fmla="*/ 565943 h 4734469"/>
                <a:gd name="connsiteX75" fmla="*/ 457839 w 1886020"/>
                <a:gd name="connsiteY75" fmla="*/ 565708 h 4734469"/>
                <a:gd name="connsiteX76" fmla="*/ 446055 w 1886020"/>
                <a:gd name="connsiteY76" fmla="*/ 677019 h 4734469"/>
                <a:gd name="connsiteX77" fmla="*/ 404147 w 1886020"/>
                <a:gd name="connsiteY77" fmla="*/ 688604 h 4734469"/>
                <a:gd name="connsiteX78" fmla="*/ 387200 w 1886020"/>
                <a:gd name="connsiteY78" fmla="*/ 697652 h 4734469"/>
                <a:gd name="connsiteX79" fmla="*/ 369682 w 1886020"/>
                <a:gd name="connsiteY79" fmla="*/ 689015 h 4734469"/>
                <a:gd name="connsiteX80" fmla="*/ 245299 w 1886020"/>
                <a:gd name="connsiteY80" fmla="*/ 695605 h 4734469"/>
                <a:gd name="connsiteX81" fmla="*/ 143191 w 1886020"/>
                <a:gd name="connsiteY81" fmla="*/ 869154 h 4734469"/>
                <a:gd name="connsiteX82" fmla="*/ 97334 w 1886020"/>
                <a:gd name="connsiteY82" fmla="*/ 900423 h 4734469"/>
                <a:gd name="connsiteX83" fmla="*/ 89426 w 1886020"/>
                <a:gd name="connsiteY83" fmla="*/ 915458 h 4734469"/>
                <a:gd name="connsiteX84" fmla="*/ 75452 w 1886020"/>
                <a:gd name="connsiteY84" fmla="*/ 925468 h 4734469"/>
                <a:gd name="connsiteX85" fmla="*/ 27541 w 1886020"/>
                <a:gd name="connsiteY85" fmla="*/ 953154 h 4734469"/>
                <a:gd name="connsiteX86" fmla="*/ -34 w 1886020"/>
                <a:gd name="connsiteY86" fmla="*/ 999620 h 4734469"/>
                <a:gd name="connsiteX87" fmla="*/ 8434 w 1886020"/>
                <a:gd name="connsiteY87" fmla="*/ 1038698 h 4734469"/>
                <a:gd name="connsiteX88" fmla="*/ 40317 w 1886020"/>
                <a:gd name="connsiteY88" fmla="*/ 1099798 h 4734469"/>
                <a:gd name="connsiteX89" fmla="*/ 27433 w 1886020"/>
                <a:gd name="connsiteY89" fmla="*/ 1130006 h 4734469"/>
                <a:gd name="connsiteX90" fmla="*/ 38612 w 1886020"/>
                <a:gd name="connsiteY90" fmla="*/ 1216252 h 4734469"/>
                <a:gd name="connsiteX91" fmla="*/ 27292 w 1886020"/>
                <a:gd name="connsiteY91" fmla="*/ 1291511 h 4734469"/>
                <a:gd name="connsiteX92" fmla="*/ 78979 w 1886020"/>
                <a:gd name="connsiteY92" fmla="*/ 1580927 h 4734469"/>
                <a:gd name="connsiteX93" fmla="*/ 91251 w 1886020"/>
                <a:gd name="connsiteY93" fmla="*/ 1628525 h 4734469"/>
                <a:gd name="connsiteX94" fmla="*/ 70077 w 1886020"/>
                <a:gd name="connsiteY94" fmla="*/ 1716517 h 4734469"/>
                <a:gd name="connsiteX95" fmla="*/ 107198 w 1886020"/>
                <a:gd name="connsiteY95" fmla="*/ 1902274 h 4734469"/>
                <a:gd name="connsiteX96" fmla="*/ 105750 w 1886020"/>
                <a:gd name="connsiteY96" fmla="*/ 1989837 h 4734469"/>
                <a:gd name="connsiteX97" fmla="*/ 130737 w 1886020"/>
                <a:gd name="connsiteY97" fmla="*/ 2042751 h 4734469"/>
                <a:gd name="connsiteX98" fmla="*/ 163624 w 1886020"/>
                <a:gd name="connsiteY98" fmla="*/ 2141265 h 4734469"/>
                <a:gd name="connsiteX99" fmla="*/ 236572 w 1886020"/>
                <a:gd name="connsiteY99" fmla="*/ 2228163 h 4734469"/>
                <a:gd name="connsiteX100" fmla="*/ 236300 w 1886020"/>
                <a:gd name="connsiteY100" fmla="*/ 2412053 h 4734469"/>
                <a:gd name="connsiteX101" fmla="*/ 265444 w 1886020"/>
                <a:gd name="connsiteY101" fmla="*/ 2401299 h 4734469"/>
                <a:gd name="connsiteX102" fmla="*/ 330016 w 1886020"/>
                <a:gd name="connsiteY102" fmla="*/ 2655748 h 4734469"/>
                <a:gd name="connsiteX103" fmla="*/ 376474 w 1886020"/>
                <a:gd name="connsiteY103" fmla="*/ 2730632 h 4734469"/>
                <a:gd name="connsiteX104" fmla="*/ 394604 w 1886020"/>
                <a:gd name="connsiteY104" fmla="*/ 2789975 h 4734469"/>
                <a:gd name="connsiteX105" fmla="*/ 446089 w 1886020"/>
                <a:gd name="connsiteY105" fmla="*/ 3004200 h 4734469"/>
                <a:gd name="connsiteX106" fmla="*/ 469814 w 1886020"/>
                <a:gd name="connsiteY106" fmla="*/ 3180333 h 4734469"/>
                <a:gd name="connsiteX107" fmla="*/ 481889 w 1886020"/>
                <a:gd name="connsiteY107" fmla="*/ 3300881 h 4734469"/>
                <a:gd name="connsiteX108" fmla="*/ 497206 w 1886020"/>
                <a:gd name="connsiteY108" fmla="*/ 3322008 h 4734469"/>
                <a:gd name="connsiteX109" fmla="*/ 497458 w 1886020"/>
                <a:gd name="connsiteY109" fmla="*/ 3349846 h 4734469"/>
                <a:gd name="connsiteX110" fmla="*/ 472035 w 1886020"/>
                <a:gd name="connsiteY110" fmla="*/ 3558699 h 4734469"/>
                <a:gd name="connsiteX111" fmla="*/ 455363 w 1886020"/>
                <a:gd name="connsiteY111" fmla="*/ 3581867 h 4734469"/>
                <a:gd name="connsiteX112" fmla="*/ 376617 w 1886020"/>
                <a:gd name="connsiteY112" fmla="*/ 3789983 h 4734469"/>
                <a:gd name="connsiteX113" fmla="*/ 323803 w 1886020"/>
                <a:gd name="connsiteY113" fmla="*/ 4224670 h 4734469"/>
                <a:gd name="connsiteX114" fmla="*/ 269897 w 1886020"/>
                <a:gd name="connsiteY114" fmla="*/ 4290356 h 4734469"/>
                <a:gd name="connsiteX115" fmla="*/ 242653 w 1886020"/>
                <a:gd name="connsiteY115" fmla="*/ 4425902 h 4734469"/>
                <a:gd name="connsiteX116" fmla="*/ 245130 w 1886020"/>
                <a:gd name="connsiteY116" fmla="*/ 4448237 h 4734469"/>
                <a:gd name="connsiteX117" fmla="*/ 268367 w 1886020"/>
                <a:gd name="connsiteY117" fmla="*/ 4467643 h 4734469"/>
                <a:gd name="connsiteX118" fmla="*/ 281062 w 1886020"/>
                <a:gd name="connsiteY118" fmla="*/ 4473643 h 4734469"/>
                <a:gd name="connsiteX119" fmla="*/ 273678 w 1886020"/>
                <a:gd name="connsiteY119" fmla="*/ 4504884 h 4734469"/>
                <a:gd name="connsiteX120" fmla="*/ 223785 w 1886020"/>
                <a:gd name="connsiteY120" fmla="*/ 4478920 h 4734469"/>
                <a:gd name="connsiteX121" fmla="*/ 197562 w 1886020"/>
                <a:gd name="connsiteY121" fmla="*/ 4694067 h 4734469"/>
                <a:gd name="connsiteX122" fmla="*/ 200110 w 1886020"/>
                <a:gd name="connsiteY122" fmla="*/ 4707613 h 4734469"/>
                <a:gd name="connsiteX123" fmla="*/ 217011 w 1886020"/>
                <a:gd name="connsiteY123" fmla="*/ 4715815 h 4734469"/>
                <a:gd name="connsiteX124" fmla="*/ 430232 w 1886020"/>
                <a:gd name="connsiteY124" fmla="*/ 4734343 h 4734469"/>
                <a:gd name="connsiteX125" fmla="*/ 603607 w 1886020"/>
                <a:gd name="connsiteY125" fmla="*/ 4725262 h 4734469"/>
                <a:gd name="connsiteX126" fmla="*/ 662684 w 1886020"/>
                <a:gd name="connsiteY126" fmla="*/ 4720722 h 4734469"/>
                <a:gd name="connsiteX127" fmla="*/ 843635 w 1886020"/>
                <a:gd name="connsiteY127" fmla="*/ 4698241 h 4734469"/>
                <a:gd name="connsiteX128" fmla="*/ 916335 w 1886020"/>
                <a:gd name="connsiteY128" fmla="*/ 4666093 h 4734469"/>
                <a:gd name="connsiteX129" fmla="*/ 932144 w 1886020"/>
                <a:gd name="connsiteY129" fmla="*/ 4593231 h 4734469"/>
                <a:gd name="connsiteX130" fmla="*/ 932070 w 1886020"/>
                <a:gd name="connsiteY130" fmla="*/ 4593011 h 4734469"/>
                <a:gd name="connsiteX131" fmla="*/ 844873 w 1886020"/>
                <a:gd name="connsiteY131" fmla="*/ 4558374 h 4734469"/>
                <a:gd name="connsiteX132" fmla="*/ 753524 w 1886020"/>
                <a:gd name="connsiteY132" fmla="*/ 4529302 h 4734469"/>
                <a:gd name="connsiteX133" fmla="*/ 734593 w 1886020"/>
                <a:gd name="connsiteY133" fmla="*/ 4518606 h 4734469"/>
                <a:gd name="connsiteX134" fmla="*/ 739537 w 1886020"/>
                <a:gd name="connsiteY134" fmla="*/ 4517219 h 4734469"/>
                <a:gd name="connsiteX135" fmla="*/ 815225 w 1886020"/>
                <a:gd name="connsiteY135" fmla="*/ 4473721 h 4734469"/>
                <a:gd name="connsiteX136" fmla="*/ 913204 w 1886020"/>
                <a:gd name="connsiteY136" fmla="*/ 4451240 h 4734469"/>
                <a:gd name="connsiteX137" fmla="*/ 1008777 w 1886020"/>
                <a:gd name="connsiteY137" fmla="*/ 4421948 h 4734469"/>
                <a:gd name="connsiteX138" fmla="*/ 1047167 w 1886020"/>
                <a:gd name="connsiteY138" fmla="*/ 4341177 h 4734469"/>
                <a:gd name="connsiteX139" fmla="*/ 1045565 w 1886020"/>
                <a:gd name="connsiteY139" fmla="*/ 4334806 h 4734469"/>
                <a:gd name="connsiteX140" fmla="*/ 966018 w 1886020"/>
                <a:gd name="connsiteY140" fmla="*/ 4275418 h 4734469"/>
                <a:gd name="connsiteX141" fmla="*/ 869350 w 1886020"/>
                <a:gd name="connsiteY141" fmla="*/ 4240780 h 4734469"/>
                <a:gd name="connsiteX142" fmla="*/ 865416 w 1886020"/>
                <a:gd name="connsiteY142" fmla="*/ 4237558 h 4734469"/>
                <a:gd name="connsiteX143" fmla="*/ 858312 w 1886020"/>
                <a:gd name="connsiteY143" fmla="*/ 4231890 h 4734469"/>
                <a:gd name="connsiteX144" fmla="*/ 866202 w 1886020"/>
                <a:gd name="connsiteY144" fmla="*/ 4198483 h 4734469"/>
                <a:gd name="connsiteX145" fmla="*/ 846828 w 1886020"/>
                <a:gd name="connsiteY145" fmla="*/ 4146993 h 4734469"/>
                <a:gd name="connsiteX146" fmla="*/ 827606 w 1886020"/>
                <a:gd name="connsiteY146" fmla="*/ 4040589 h 4734469"/>
                <a:gd name="connsiteX147" fmla="*/ 769290 w 1886020"/>
                <a:gd name="connsiteY147" fmla="*/ 3774485 h 4734469"/>
                <a:gd name="connsiteX148" fmla="*/ 762475 w 1886020"/>
                <a:gd name="connsiteY148" fmla="*/ 3744253 h 4734469"/>
                <a:gd name="connsiteX149" fmla="*/ 836934 w 1886020"/>
                <a:gd name="connsiteY149" fmla="*/ 3624999 h 4734469"/>
                <a:gd name="connsiteX150" fmla="*/ 908250 w 1886020"/>
                <a:gd name="connsiteY150" fmla="*/ 3483961 h 4734469"/>
                <a:gd name="connsiteX151" fmla="*/ 919032 w 1886020"/>
                <a:gd name="connsiteY151" fmla="*/ 3436142 h 4734469"/>
                <a:gd name="connsiteX152" fmla="*/ 1024295 w 1886020"/>
                <a:gd name="connsiteY152" fmla="*/ 2880409 h 4734469"/>
                <a:gd name="connsiteX153" fmla="*/ 1033661 w 1886020"/>
                <a:gd name="connsiteY153" fmla="*/ 2800068 h 4734469"/>
                <a:gd name="connsiteX154" fmla="*/ 1047473 w 1886020"/>
                <a:gd name="connsiteY154" fmla="*/ 2724013 h 4734469"/>
                <a:gd name="connsiteX155" fmla="*/ 1058970 w 1886020"/>
                <a:gd name="connsiteY155" fmla="*/ 2622350 h 4734469"/>
                <a:gd name="connsiteX156" fmla="*/ 1047617 w 1886020"/>
                <a:gd name="connsiteY156" fmla="*/ 2488368 h 4734469"/>
                <a:gd name="connsiteX157" fmla="*/ 1042031 w 1886020"/>
                <a:gd name="connsiteY157" fmla="*/ 2396930 h 4734469"/>
                <a:gd name="connsiteX158" fmla="*/ 1038963 w 1886020"/>
                <a:gd name="connsiteY158" fmla="*/ 2381416 h 4734469"/>
                <a:gd name="connsiteX159" fmla="*/ 1037129 w 1886020"/>
                <a:gd name="connsiteY159" fmla="*/ 2373822 h 4734469"/>
                <a:gd name="connsiteX160" fmla="*/ 1019095 w 1886020"/>
                <a:gd name="connsiteY160" fmla="*/ 2324047 h 4734469"/>
                <a:gd name="connsiteX161" fmla="*/ 1005573 w 1886020"/>
                <a:gd name="connsiteY161" fmla="*/ 2296263 h 4734469"/>
                <a:gd name="connsiteX162" fmla="*/ 995240 w 1886020"/>
                <a:gd name="connsiteY162" fmla="*/ 2281142 h 4734469"/>
                <a:gd name="connsiteX163" fmla="*/ 1058914 w 1886020"/>
                <a:gd name="connsiteY163" fmla="*/ 2287002 h 4734469"/>
                <a:gd name="connsiteX164" fmla="*/ 1073548 w 1886020"/>
                <a:gd name="connsiteY164" fmla="*/ 2283943 h 4734469"/>
                <a:gd name="connsiteX165" fmla="*/ 1075497 w 1886020"/>
                <a:gd name="connsiteY165" fmla="*/ 2276255 h 4734469"/>
                <a:gd name="connsiteX166" fmla="*/ 1058910 w 1886020"/>
                <a:gd name="connsiteY166" fmla="*/ 2207029 h 4734469"/>
                <a:gd name="connsiteX167" fmla="*/ 1039680 w 1886020"/>
                <a:gd name="connsiteY167" fmla="*/ 2161643 h 4734469"/>
                <a:gd name="connsiteX168" fmla="*/ 1045298 w 1886020"/>
                <a:gd name="connsiteY168" fmla="*/ 2139108 h 4734469"/>
                <a:gd name="connsiteX169" fmla="*/ 1073729 w 1886020"/>
                <a:gd name="connsiteY169" fmla="*/ 2062887 h 4734469"/>
                <a:gd name="connsiteX170" fmla="*/ 1098774 w 1886020"/>
                <a:gd name="connsiteY170" fmla="*/ 1856238 h 4734469"/>
                <a:gd name="connsiteX171" fmla="*/ 1117459 w 1886020"/>
                <a:gd name="connsiteY171" fmla="*/ 1696376 h 4734469"/>
                <a:gd name="connsiteX172" fmla="*/ 1090811 w 1886020"/>
                <a:gd name="connsiteY172" fmla="*/ 1564235 h 4734469"/>
                <a:gd name="connsiteX173" fmla="*/ 1070016 w 1886020"/>
                <a:gd name="connsiteY173" fmla="*/ 1535166 h 4734469"/>
                <a:gd name="connsiteX174" fmla="*/ 1065064 w 1886020"/>
                <a:gd name="connsiteY174" fmla="*/ 1500401 h 4734469"/>
                <a:gd name="connsiteX175" fmla="*/ 1069409 w 1886020"/>
                <a:gd name="connsiteY175" fmla="*/ 1285230 h 4734469"/>
                <a:gd name="connsiteX176" fmla="*/ 1428401 w 1886020"/>
                <a:gd name="connsiteY176" fmla="*/ 1244648 h 4734469"/>
                <a:gd name="connsiteX177" fmla="*/ 1469267 w 1886020"/>
                <a:gd name="connsiteY177" fmla="*/ 1233637 h 4734469"/>
                <a:gd name="connsiteX178" fmla="*/ 1510569 w 1886020"/>
                <a:gd name="connsiteY178" fmla="*/ 1207741 h 4734469"/>
                <a:gd name="connsiteX179" fmla="*/ 1622232 w 1886020"/>
                <a:gd name="connsiteY179" fmla="*/ 1109831 h 4734469"/>
                <a:gd name="connsiteX180" fmla="*/ 1688425 w 1886020"/>
                <a:gd name="connsiteY180" fmla="*/ 946642 h 4734469"/>
                <a:gd name="connsiteX181" fmla="*/ 1747562 w 1886020"/>
                <a:gd name="connsiteY181" fmla="*/ 844368 h 4734469"/>
                <a:gd name="connsiteX182" fmla="*/ 1761043 w 1886020"/>
                <a:gd name="connsiteY182" fmla="*/ 794696 h 4734469"/>
                <a:gd name="connsiteX183" fmla="*/ 1753437 w 1886020"/>
                <a:gd name="connsiteY183" fmla="*/ 741358 h 4734469"/>
                <a:gd name="connsiteX184" fmla="*/ 1796361 w 1886020"/>
                <a:gd name="connsiteY184" fmla="*/ 663739 h 4734469"/>
                <a:gd name="connsiteX185" fmla="*/ 1806570 w 1886020"/>
                <a:gd name="connsiteY185" fmla="*/ 650101 h 4734469"/>
                <a:gd name="connsiteX186" fmla="*/ 1804140 w 1886020"/>
                <a:gd name="connsiteY186" fmla="*/ 636808 h 4734469"/>
                <a:gd name="connsiteX187" fmla="*/ 1803307 w 1886020"/>
                <a:gd name="connsiteY187" fmla="*/ 635266 h 4734469"/>
                <a:gd name="connsiteX188" fmla="*/ 1811545 w 1886020"/>
                <a:gd name="connsiteY188" fmla="*/ 629796 h 4734469"/>
                <a:gd name="connsiteX189" fmla="*/ 1839081 w 1886020"/>
                <a:gd name="connsiteY189" fmla="*/ 608266 h 4734469"/>
                <a:gd name="connsiteX190" fmla="*/ 1874848 w 1886020"/>
                <a:gd name="connsiteY190" fmla="*/ 572018 h 4734469"/>
                <a:gd name="connsiteX191" fmla="*/ 1884245 w 1886020"/>
                <a:gd name="connsiteY191" fmla="*/ 523393 h 4734469"/>
                <a:gd name="connsiteX192" fmla="*/ 570346 w 1886020"/>
                <a:gd name="connsiteY192" fmla="*/ 4449227 h 4734469"/>
                <a:gd name="connsiteX193" fmla="*/ 563104 w 1886020"/>
                <a:gd name="connsiteY193" fmla="*/ 4449848 h 4734469"/>
                <a:gd name="connsiteX194" fmla="*/ 537097 w 1886020"/>
                <a:gd name="connsiteY194" fmla="*/ 4457317 h 4734469"/>
                <a:gd name="connsiteX195" fmla="*/ 535135 w 1886020"/>
                <a:gd name="connsiteY195" fmla="*/ 4458333 h 4734469"/>
                <a:gd name="connsiteX196" fmla="*/ 566672 w 1886020"/>
                <a:gd name="connsiteY196" fmla="*/ 4383942 h 4734469"/>
                <a:gd name="connsiteX197" fmla="*/ 570026 w 1886020"/>
                <a:gd name="connsiteY197" fmla="*/ 4374975 h 4734469"/>
                <a:gd name="connsiteX198" fmla="*/ 568786 w 1886020"/>
                <a:gd name="connsiteY198" fmla="*/ 4391777 h 4734469"/>
                <a:gd name="connsiteX199" fmla="*/ 570346 w 1886020"/>
                <a:gd name="connsiteY199" fmla="*/ 4449227 h 473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1886020" h="4734469">
                  <a:moveTo>
                    <a:pt x="1884245" y="523393"/>
                  </a:moveTo>
                  <a:cubicBezTo>
                    <a:pt x="1879987" y="514554"/>
                    <a:pt x="1876643" y="505304"/>
                    <a:pt x="1874265" y="495786"/>
                  </a:cubicBezTo>
                  <a:cubicBezTo>
                    <a:pt x="1873246" y="484801"/>
                    <a:pt x="1877470" y="470302"/>
                    <a:pt x="1867783" y="465103"/>
                  </a:cubicBezTo>
                  <a:cubicBezTo>
                    <a:pt x="1862319" y="462173"/>
                    <a:pt x="1854816" y="464370"/>
                    <a:pt x="1850007" y="460490"/>
                  </a:cubicBezTo>
                  <a:cubicBezTo>
                    <a:pt x="1847008" y="457071"/>
                    <a:pt x="1845172" y="452789"/>
                    <a:pt x="1844762" y="448260"/>
                  </a:cubicBezTo>
                  <a:cubicBezTo>
                    <a:pt x="1839748" y="430784"/>
                    <a:pt x="1824034" y="418538"/>
                    <a:pt x="1805863" y="417944"/>
                  </a:cubicBezTo>
                  <a:cubicBezTo>
                    <a:pt x="1816353" y="390189"/>
                    <a:pt x="1853722" y="383379"/>
                    <a:pt x="1870331" y="358921"/>
                  </a:cubicBezTo>
                  <a:cubicBezTo>
                    <a:pt x="1878637" y="346765"/>
                    <a:pt x="1875941" y="324284"/>
                    <a:pt x="1861299" y="324137"/>
                  </a:cubicBezTo>
                  <a:cubicBezTo>
                    <a:pt x="1857855" y="324356"/>
                    <a:pt x="1854489" y="325252"/>
                    <a:pt x="1851393" y="326774"/>
                  </a:cubicBezTo>
                  <a:cubicBezTo>
                    <a:pt x="1833181" y="334243"/>
                    <a:pt x="1815041" y="341785"/>
                    <a:pt x="1796830" y="349255"/>
                  </a:cubicBezTo>
                  <a:cubicBezTo>
                    <a:pt x="1786256" y="353386"/>
                    <a:pt x="1775941" y="358155"/>
                    <a:pt x="1765943" y="363534"/>
                  </a:cubicBezTo>
                  <a:cubicBezTo>
                    <a:pt x="1735930" y="380596"/>
                    <a:pt x="1713493" y="408351"/>
                    <a:pt x="1693315" y="436543"/>
                  </a:cubicBezTo>
                  <a:cubicBezTo>
                    <a:pt x="1674232" y="461516"/>
                    <a:pt x="1659007" y="489212"/>
                    <a:pt x="1648150" y="518706"/>
                  </a:cubicBezTo>
                  <a:cubicBezTo>
                    <a:pt x="1642068" y="536846"/>
                    <a:pt x="1638825" y="555816"/>
                    <a:pt x="1638535" y="574946"/>
                  </a:cubicBezTo>
                  <a:cubicBezTo>
                    <a:pt x="1638535" y="576864"/>
                    <a:pt x="1638578" y="578769"/>
                    <a:pt x="1638663" y="580662"/>
                  </a:cubicBezTo>
                  <a:cubicBezTo>
                    <a:pt x="1629777" y="582164"/>
                    <a:pt x="1622481" y="586062"/>
                    <a:pt x="1613134" y="587941"/>
                  </a:cubicBezTo>
                  <a:cubicBezTo>
                    <a:pt x="1606083" y="606606"/>
                    <a:pt x="1599032" y="625271"/>
                    <a:pt x="1591981" y="643937"/>
                  </a:cubicBezTo>
                  <a:cubicBezTo>
                    <a:pt x="1589143" y="653296"/>
                    <a:pt x="1584441" y="661984"/>
                    <a:pt x="1578159" y="669479"/>
                  </a:cubicBezTo>
                  <a:cubicBezTo>
                    <a:pt x="1573450" y="673778"/>
                    <a:pt x="1568430" y="677724"/>
                    <a:pt x="1563141" y="681284"/>
                  </a:cubicBezTo>
                  <a:cubicBezTo>
                    <a:pt x="1541319" y="699947"/>
                    <a:pt x="1530169" y="728216"/>
                    <a:pt x="1533375" y="756751"/>
                  </a:cubicBezTo>
                  <a:cubicBezTo>
                    <a:pt x="1493619" y="772381"/>
                    <a:pt x="1472768" y="816138"/>
                    <a:pt x="1485671" y="856861"/>
                  </a:cubicBezTo>
                  <a:cubicBezTo>
                    <a:pt x="1453258" y="863888"/>
                    <a:pt x="1426836" y="887272"/>
                    <a:pt x="1415921" y="918590"/>
                  </a:cubicBezTo>
                  <a:cubicBezTo>
                    <a:pt x="1414418" y="925614"/>
                    <a:pt x="1411299" y="932192"/>
                    <a:pt x="1406812" y="937801"/>
                  </a:cubicBezTo>
                  <a:cubicBezTo>
                    <a:pt x="1399842" y="943118"/>
                    <a:pt x="1391210" y="945785"/>
                    <a:pt x="1382456" y="945325"/>
                  </a:cubicBezTo>
                  <a:cubicBezTo>
                    <a:pt x="1358552" y="946811"/>
                    <a:pt x="1337650" y="965736"/>
                    <a:pt x="1315988" y="955470"/>
                  </a:cubicBezTo>
                  <a:cubicBezTo>
                    <a:pt x="1291397" y="943879"/>
                    <a:pt x="1263872" y="940012"/>
                    <a:pt x="1237040" y="944378"/>
                  </a:cubicBezTo>
                  <a:cubicBezTo>
                    <a:pt x="1231525" y="945684"/>
                    <a:pt x="1225852" y="946189"/>
                    <a:pt x="1220194" y="945880"/>
                  </a:cubicBezTo>
                  <a:cubicBezTo>
                    <a:pt x="1215352" y="945044"/>
                    <a:pt x="1210682" y="943408"/>
                    <a:pt x="1206377" y="941040"/>
                  </a:cubicBezTo>
                  <a:cubicBezTo>
                    <a:pt x="1196629" y="935328"/>
                    <a:pt x="1186061" y="931148"/>
                    <a:pt x="1175042" y="928647"/>
                  </a:cubicBezTo>
                  <a:cubicBezTo>
                    <a:pt x="1163722" y="926283"/>
                    <a:pt x="1152072" y="930807"/>
                    <a:pt x="1145313" y="940191"/>
                  </a:cubicBezTo>
                  <a:cubicBezTo>
                    <a:pt x="1137727" y="931829"/>
                    <a:pt x="1133206" y="921120"/>
                    <a:pt x="1126295" y="912187"/>
                  </a:cubicBezTo>
                  <a:cubicBezTo>
                    <a:pt x="1120075" y="902489"/>
                    <a:pt x="1108911" y="897134"/>
                    <a:pt x="1097455" y="898352"/>
                  </a:cubicBezTo>
                  <a:cubicBezTo>
                    <a:pt x="1104657" y="891903"/>
                    <a:pt x="1097285" y="879067"/>
                    <a:pt x="1087927" y="876721"/>
                  </a:cubicBezTo>
                  <a:cubicBezTo>
                    <a:pt x="1078328" y="875928"/>
                    <a:pt x="1068670" y="876280"/>
                    <a:pt x="1059155" y="877769"/>
                  </a:cubicBezTo>
                  <a:cubicBezTo>
                    <a:pt x="1034136" y="877636"/>
                    <a:pt x="1014940" y="854801"/>
                    <a:pt x="990638" y="848823"/>
                  </a:cubicBezTo>
                  <a:cubicBezTo>
                    <a:pt x="968301" y="843330"/>
                    <a:pt x="938529" y="849881"/>
                    <a:pt x="927078" y="829834"/>
                  </a:cubicBezTo>
                  <a:cubicBezTo>
                    <a:pt x="923420" y="823430"/>
                    <a:pt x="922372" y="815007"/>
                    <a:pt x="917154" y="810211"/>
                  </a:cubicBezTo>
                  <a:cubicBezTo>
                    <a:pt x="915923" y="804773"/>
                    <a:pt x="913444" y="799696"/>
                    <a:pt x="909914" y="795381"/>
                  </a:cubicBezTo>
                  <a:cubicBezTo>
                    <a:pt x="900747" y="784944"/>
                    <a:pt x="885250" y="783451"/>
                    <a:pt x="871407" y="783885"/>
                  </a:cubicBezTo>
                  <a:cubicBezTo>
                    <a:pt x="856196" y="784264"/>
                    <a:pt x="841121" y="786859"/>
                    <a:pt x="826658" y="791587"/>
                  </a:cubicBezTo>
                  <a:cubicBezTo>
                    <a:pt x="826254" y="789776"/>
                    <a:pt x="825774" y="787879"/>
                    <a:pt x="825164" y="785828"/>
                  </a:cubicBezTo>
                  <a:cubicBezTo>
                    <a:pt x="816394" y="760275"/>
                    <a:pt x="798807" y="738682"/>
                    <a:pt x="775558" y="724921"/>
                  </a:cubicBezTo>
                  <a:cubicBezTo>
                    <a:pt x="757304" y="713996"/>
                    <a:pt x="737481" y="705937"/>
                    <a:pt x="716782" y="701026"/>
                  </a:cubicBezTo>
                  <a:cubicBezTo>
                    <a:pt x="716686" y="699200"/>
                    <a:pt x="716492" y="697384"/>
                    <a:pt x="716446" y="695553"/>
                  </a:cubicBezTo>
                  <a:cubicBezTo>
                    <a:pt x="716110" y="669706"/>
                    <a:pt x="720123" y="643985"/>
                    <a:pt x="728319" y="619469"/>
                  </a:cubicBezTo>
                  <a:cubicBezTo>
                    <a:pt x="729178" y="616782"/>
                    <a:pt x="730174" y="614126"/>
                    <a:pt x="731107" y="611455"/>
                  </a:cubicBezTo>
                  <a:cubicBezTo>
                    <a:pt x="876662" y="573177"/>
                    <a:pt x="963628" y="424150"/>
                    <a:pt x="925349" y="278594"/>
                  </a:cubicBezTo>
                  <a:cubicBezTo>
                    <a:pt x="912967" y="231510"/>
                    <a:pt x="888197" y="188603"/>
                    <a:pt x="853616" y="154334"/>
                  </a:cubicBezTo>
                  <a:cubicBezTo>
                    <a:pt x="853487" y="148816"/>
                    <a:pt x="852771" y="143327"/>
                    <a:pt x="851478" y="137960"/>
                  </a:cubicBezTo>
                  <a:cubicBezTo>
                    <a:pt x="848482" y="126214"/>
                    <a:pt x="842847" y="115306"/>
                    <a:pt x="835001" y="106065"/>
                  </a:cubicBezTo>
                  <a:cubicBezTo>
                    <a:pt x="822561" y="78154"/>
                    <a:pt x="803054" y="65842"/>
                    <a:pt x="778219" y="54216"/>
                  </a:cubicBezTo>
                  <a:cubicBezTo>
                    <a:pt x="771081" y="50848"/>
                    <a:pt x="763505" y="47552"/>
                    <a:pt x="755492" y="43891"/>
                  </a:cubicBezTo>
                  <a:cubicBezTo>
                    <a:pt x="715863" y="26023"/>
                    <a:pt x="677545" y="-193"/>
                    <a:pt x="632527" y="-120"/>
                  </a:cubicBezTo>
                  <a:cubicBezTo>
                    <a:pt x="591441" y="-120"/>
                    <a:pt x="552104" y="22581"/>
                    <a:pt x="511529" y="21702"/>
                  </a:cubicBezTo>
                  <a:lnTo>
                    <a:pt x="508469" y="21555"/>
                  </a:lnTo>
                  <a:cubicBezTo>
                    <a:pt x="507449" y="21510"/>
                    <a:pt x="506430" y="21519"/>
                    <a:pt x="505410" y="21409"/>
                  </a:cubicBezTo>
                  <a:cubicBezTo>
                    <a:pt x="504172" y="21336"/>
                    <a:pt x="503006" y="21189"/>
                    <a:pt x="501768" y="21043"/>
                  </a:cubicBezTo>
                  <a:cubicBezTo>
                    <a:pt x="490404" y="19652"/>
                    <a:pt x="476781" y="17016"/>
                    <a:pt x="469278" y="25730"/>
                  </a:cubicBezTo>
                  <a:cubicBezTo>
                    <a:pt x="466903" y="29211"/>
                    <a:pt x="464970" y="32975"/>
                    <a:pt x="463524" y="36933"/>
                  </a:cubicBezTo>
                  <a:cubicBezTo>
                    <a:pt x="462960" y="38238"/>
                    <a:pt x="462278" y="39488"/>
                    <a:pt x="461484" y="40668"/>
                  </a:cubicBezTo>
                  <a:lnTo>
                    <a:pt x="461484" y="40668"/>
                  </a:lnTo>
                  <a:cubicBezTo>
                    <a:pt x="460036" y="43203"/>
                    <a:pt x="458300" y="45562"/>
                    <a:pt x="456312" y="47698"/>
                  </a:cubicBezTo>
                  <a:lnTo>
                    <a:pt x="456312" y="47698"/>
                  </a:lnTo>
                  <a:cubicBezTo>
                    <a:pt x="443200" y="62124"/>
                    <a:pt x="421200" y="68495"/>
                    <a:pt x="403061" y="77869"/>
                  </a:cubicBezTo>
                  <a:cubicBezTo>
                    <a:pt x="362121" y="98885"/>
                    <a:pt x="335241" y="141651"/>
                    <a:pt x="324532" y="186540"/>
                  </a:cubicBezTo>
                  <a:cubicBezTo>
                    <a:pt x="313824" y="231503"/>
                    <a:pt x="317613" y="278735"/>
                    <a:pt x="325625" y="324210"/>
                  </a:cubicBezTo>
                  <a:cubicBezTo>
                    <a:pt x="329668" y="346953"/>
                    <a:pt x="338554" y="372769"/>
                    <a:pt x="354726" y="387041"/>
                  </a:cubicBezTo>
                  <a:lnTo>
                    <a:pt x="354729" y="387125"/>
                  </a:lnTo>
                  <a:lnTo>
                    <a:pt x="354368" y="386850"/>
                  </a:lnTo>
                  <a:cubicBezTo>
                    <a:pt x="354368" y="386850"/>
                    <a:pt x="217449" y="484288"/>
                    <a:pt x="242435" y="498129"/>
                  </a:cubicBezTo>
                  <a:cubicBezTo>
                    <a:pt x="256026" y="505640"/>
                    <a:pt x="312750" y="469721"/>
                    <a:pt x="361648" y="435424"/>
                  </a:cubicBezTo>
                  <a:cubicBezTo>
                    <a:pt x="362144" y="437506"/>
                    <a:pt x="362603" y="439595"/>
                    <a:pt x="363141" y="441669"/>
                  </a:cubicBezTo>
                  <a:cubicBezTo>
                    <a:pt x="369008" y="463526"/>
                    <a:pt x="376482" y="484918"/>
                    <a:pt x="385505" y="505671"/>
                  </a:cubicBezTo>
                  <a:cubicBezTo>
                    <a:pt x="395922" y="530203"/>
                    <a:pt x="410492" y="556639"/>
                    <a:pt x="435987" y="563961"/>
                  </a:cubicBezTo>
                  <a:cubicBezTo>
                    <a:pt x="441630" y="565500"/>
                    <a:pt x="447474" y="566168"/>
                    <a:pt x="453319" y="565943"/>
                  </a:cubicBezTo>
                  <a:cubicBezTo>
                    <a:pt x="454827" y="565930"/>
                    <a:pt x="456330" y="565808"/>
                    <a:pt x="457839" y="565708"/>
                  </a:cubicBezTo>
                  <a:cubicBezTo>
                    <a:pt x="459132" y="603180"/>
                    <a:pt x="455165" y="640648"/>
                    <a:pt x="446055" y="677019"/>
                  </a:cubicBezTo>
                  <a:cubicBezTo>
                    <a:pt x="431197" y="676210"/>
                    <a:pt x="416481" y="680278"/>
                    <a:pt x="404147" y="688604"/>
                  </a:cubicBezTo>
                  <a:cubicBezTo>
                    <a:pt x="399500" y="693206"/>
                    <a:pt x="393610" y="696350"/>
                    <a:pt x="387200" y="697652"/>
                  </a:cubicBezTo>
                  <a:cubicBezTo>
                    <a:pt x="380552" y="696839"/>
                    <a:pt x="374375" y="693794"/>
                    <a:pt x="369682" y="689015"/>
                  </a:cubicBezTo>
                  <a:cubicBezTo>
                    <a:pt x="331815" y="661741"/>
                    <a:pt x="280072" y="664482"/>
                    <a:pt x="245299" y="695605"/>
                  </a:cubicBezTo>
                  <a:cubicBezTo>
                    <a:pt x="195703" y="742353"/>
                    <a:pt x="201316" y="833697"/>
                    <a:pt x="143191" y="869154"/>
                  </a:cubicBezTo>
                  <a:cubicBezTo>
                    <a:pt x="127169" y="878928"/>
                    <a:pt x="106687" y="884098"/>
                    <a:pt x="97334" y="900423"/>
                  </a:cubicBezTo>
                  <a:cubicBezTo>
                    <a:pt x="95070" y="905622"/>
                    <a:pt x="92427" y="910647"/>
                    <a:pt x="89426" y="915458"/>
                  </a:cubicBezTo>
                  <a:cubicBezTo>
                    <a:pt x="85537" y="919756"/>
                    <a:pt x="80772" y="923169"/>
                    <a:pt x="75452" y="925468"/>
                  </a:cubicBezTo>
                  <a:cubicBezTo>
                    <a:pt x="58580" y="933039"/>
                    <a:pt x="42526" y="942316"/>
                    <a:pt x="27541" y="953154"/>
                  </a:cubicBezTo>
                  <a:cubicBezTo>
                    <a:pt x="12411" y="964246"/>
                    <a:pt x="2454" y="981025"/>
                    <a:pt x="-34" y="999620"/>
                  </a:cubicBezTo>
                  <a:cubicBezTo>
                    <a:pt x="-249" y="1013123"/>
                    <a:pt x="2648" y="1026495"/>
                    <a:pt x="8434" y="1038698"/>
                  </a:cubicBezTo>
                  <a:cubicBezTo>
                    <a:pt x="17108" y="1060026"/>
                    <a:pt x="27783" y="1080484"/>
                    <a:pt x="40317" y="1099798"/>
                  </a:cubicBezTo>
                  <a:cubicBezTo>
                    <a:pt x="33548" y="1108622"/>
                    <a:pt x="29116" y="1119012"/>
                    <a:pt x="27433" y="1130006"/>
                  </a:cubicBezTo>
                  <a:cubicBezTo>
                    <a:pt x="23297" y="1158835"/>
                    <a:pt x="37087" y="1187166"/>
                    <a:pt x="38612" y="1216252"/>
                  </a:cubicBezTo>
                  <a:cubicBezTo>
                    <a:pt x="39943" y="1241665"/>
                    <a:pt x="31896" y="1266487"/>
                    <a:pt x="27292" y="1291511"/>
                  </a:cubicBezTo>
                  <a:cubicBezTo>
                    <a:pt x="9324" y="1389174"/>
                    <a:pt x="43846" y="1488100"/>
                    <a:pt x="78979" y="1580927"/>
                  </a:cubicBezTo>
                  <a:cubicBezTo>
                    <a:pt x="85663" y="1596009"/>
                    <a:pt x="89810" y="1612092"/>
                    <a:pt x="91251" y="1628525"/>
                  </a:cubicBezTo>
                  <a:cubicBezTo>
                    <a:pt x="92190" y="1658823"/>
                    <a:pt x="74830" y="1686583"/>
                    <a:pt x="70077" y="1716517"/>
                  </a:cubicBezTo>
                  <a:cubicBezTo>
                    <a:pt x="60087" y="1779417"/>
                    <a:pt x="106242" y="1838585"/>
                    <a:pt x="107198" y="1902274"/>
                  </a:cubicBezTo>
                  <a:cubicBezTo>
                    <a:pt x="107638" y="1931597"/>
                    <a:pt x="98452" y="1961442"/>
                    <a:pt x="105750" y="1989837"/>
                  </a:cubicBezTo>
                  <a:cubicBezTo>
                    <a:pt x="110621" y="2008787"/>
                    <a:pt x="122387" y="2025071"/>
                    <a:pt x="130737" y="2042751"/>
                  </a:cubicBezTo>
                  <a:cubicBezTo>
                    <a:pt x="145532" y="2074080"/>
                    <a:pt x="149501" y="2109624"/>
                    <a:pt x="163624" y="2141265"/>
                  </a:cubicBezTo>
                  <a:cubicBezTo>
                    <a:pt x="180520" y="2175727"/>
                    <a:pt x="205558" y="2205553"/>
                    <a:pt x="236572" y="2228163"/>
                  </a:cubicBezTo>
                  <a:cubicBezTo>
                    <a:pt x="254350" y="2284370"/>
                    <a:pt x="229127" y="2352240"/>
                    <a:pt x="236300" y="2412053"/>
                  </a:cubicBezTo>
                  <a:cubicBezTo>
                    <a:pt x="245952" y="2408302"/>
                    <a:pt x="255679" y="2404746"/>
                    <a:pt x="265444" y="2401299"/>
                  </a:cubicBezTo>
                  <a:cubicBezTo>
                    <a:pt x="259340" y="2490826"/>
                    <a:pt x="281961" y="2579965"/>
                    <a:pt x="330016" y="2655748"/>
                  </a:cubicBezTo>
                  <a:cubicBezTo>
                    <a:pt x="345907" y="2680498"/>
                    <a:pt x="364528" y="2703733"/>
                    <a:pt x="376474" y="2730632"/>
                  </a:cubicBezTo>
                  <a:cubicBezTo>
                    <a:pt x="384304" y="2749822"/>
                    <a:pt x="390373" y="2769685"/>
                    <a:pt x="394604" y="2789975"/>
                  </a:cubicBezTo>
                  <a:cubicBezTo>
                    <a:pt x="411766" y="2861384"/>
                    <a:pt x="428928" y="2932792"/>
                    <a:pt x="446089" y="3004200"/>
                  </a:cubicBezTo>
                  <a:cubicBezTo>
                    <a:pt x="459988" y="3062033"/>
                    <a:pt x="473988" y="3120985"/>
                    <a:pt x="469814" y="3180333"/>
                  </a:cubicBezTo>
                  <a:cubicBezTo>
                    <a:pt x="466905" y="3221687"/>
                    <a:pt x="456536" y="3268184"/>
                    <a:pt x="481889" y="3300881"/>
                  </a:cubicBezTo>
                  <a:cubicBezTo>
                    <a:pt x="488006" y="3307131"/>
                    <a:pt x="493168" y="3314250"/>
                    <a:pt x="497206" y="3322008"/>
                  </a:cubicBezTo>
                  <a:cubicBezTo>
                    <a:pt x="499734" y="3331104"/>
                    <a:pt x="499821" y="3340705"/>
                    <a:pt x="497458" y="3349846"/>
                  </a:cubicBezTo>
                  <a:cubicBezTo>
                    <a:pt x="485085" y="3418933"/>
                    <a:pt x="476597" y="3488660"/>
                    <a:pt x="472035" y="3558699"/>
                  </a:cubicBezTo>
                  <a:cubicBezTo>
                    <a:pt x="466299" y="3566438"/>
                    <a:pt x="460633" y="3574145"/>
                    <a:pt x="455363" y="3581867"/>
                  </a:cubicBezTo>
                  <a:cubicBezTo>
                    <a:pt x="413258" y="3643453"/>
                    <a:pt x="393008" y="3717121"/>
                    <a:pt x="376617" y="3789983"/>
                  </a:cubicBezTo>
                  <a:cubicBezTo>
                    <a:pt x="344710" y="3932487"/>
                    <a:pt x="330360" y="4078724"/>
                    <a:pt x="323803" y="4224670"/>
                  </a:cubicBezTo>
                  <a:cubicBezTo>
                    <a:pt x="302695" y="4243788"/>
                    <a:pt x="284530" y="4265923"/>
                    <a:pt x="269897" y="4290356"/>
                  </a:cubicBezTo>
                  <a:cubicBezTo>
                    <a:pt x="247824" y="4331217"/>
                    <a:pt x="244984" y="4379402"/>
                    <a:pt x="242653" y="4425902"/>
                  </a:cubicBezTo>
                  <a:cubicBezTo>
                    <a:pt x="241667" y="4433438"/>
                    <a:pt x="242517" y="4441101"/>
                    <a:pt x="245130" y="4448237"/>
                  </a:cubicBezTo>
                  <a:cubicBezTo>
                    <a:pt x="250425" y="4457176"/>
                    <a:pt x="258628" y="4464027"/>
                    <a:pt x="268367" y="4467643"/>
                  </a:cubicBezTo>
                  <a:cubicBezTo>
                    <a:pt x="272570" y="4469705"/>
                    <a:pt x="276802" y="4471705"/>
                    <a:pt x="281062" y="4473643"/>
                  </a:cubicBezTo>
                  <a:cubicBezTo>
                    <a:pt x="278285" y="4483867"/>
                    <a:pt x="275855" y="4494348"/>
                    <a:pt x="273678" y="4504884"/>
                  </a:cubicBezTo>
                  <a:cubicBezTo>
                    <a:pt x="257530" y="4486659"/>
                    <a:pt x="228677" y="4457757"/>
                    <a:pt x="223785" y="4478920"/>
                  </a:cubicBezTo>
                  <a:cubicBezTo>
                    <a:pt x="207600" y="4549531"/>
                    <a:pt x="198812" y="4621636"/>
                    <a:pt x="197562" y="4694067"/>
                  </a:cubicBezTo>
                  <a:cubicBezTo>
                    <a:pt x="197053" y="4698735"/>
                    <a:pt x="197940" y="4703449"/>
                    <a:pt x="200110" y="4707613"/>
                  </a:cubicBezTo>
                  <a:cubicBezTo>
                    <a:pt x="204357" y="4712580"/>
                    <a:pt x="210482" y="4715552"/>
                    <a:pt x="217011" y="4715815"/>
                  </a:cubicBezTo>
                  <a:cubicBezTo>
                    <a:pt x="287384" y="4728385"/>
                    <a:pt x="358747" y="4734586"/>
                    <a:pt x="430232" y="4734343"/>
                  </a:cubicBezTo>
                  <a:cubicBezTo>
                    <a:pt x="488145" y="4734123"/>
                    <a:pt x="545912" y="4729656"/>
                    <a:pt x="603607" y="4725262"/>
                  </a:cubicBezTo>
                  <a:cubicBezTo>
                    <a:pt x="623275" y="4723724"/>
                    <a:pt x="643016" y="4722186"/>
                    <a:pt x="662684" y="4720722"/>
                  </a:cubicBezTo>
                  <a:cubicBezTo>
                    <a:pt x="723452" y="4717460"/>
                    <a:pt x="783917" y="4709948"/>
                    <a:pt x="843635" y="4698241"/>
                  </a:cubicBezTo>
                  <a:cubicBezTo>
                    <a:pt x="869788" y="4692529"/>
                    <a:pt x="896740" y="4684474"/>
                    <a:pt x="916335" y="4666093"/>
                  </a:cubicBezTo>
                  <a:cubicBezTo>
                    <a:pt x="935858" y="4647786"/>
                    <a:pt x="945693" y="4616444"/>
                    <a:pt x="932144" y="4593231"/>
                  </a:cubicBezTo>
                  <a:cubicBezTo>
                    <a:pt x="932154" y="4593150"/>
                    <a:pt x="932127" y="4593070"/>
                    <a:pt x="932070" y="4593011"/>
                  </a:cubicBezTo>
                  <a:cubicBezTo>
                    <a:pt x="915534" y="4564965"/>
                    <a:pt x="877072" y="4562840"/>
                    <a:pt x="844873" y="4558374"/>
                  </a:cubicBezTo>
                  <a:cubicBezTo>
                    <a:pt x="813002" y="4553903"/>
                    <a:pt x="782117" y="4544074"/>
                    <a:pt x="753524" y="4529302"/>
                  </a:cubicBezTo>
                  <a:cubicBezTo>
                    <a:pt x="747087" y="4525966"/>
                    <a:pt x="740813" y="4522336"/>
                    <a:pt x="734593" y="4518606"/>
                  </a:cubicBezTo>
                  <a:cubicBezTo>
                    <a:pt x="736242" y="4518148"/>
                    <a:pt x="737907" y="4517766"/>
                    <a:pt x="739537" y="4517219"/>
                  </a:cubicBezTo>
                  <a:cubicBezTo>
                    <a:pt x="767146" y="4507919"/>
                    <a:pt x="789146" y="4486683"/>
                    <a:pt x="815225" y="4473721"/>
                  </a:cubicBezTo>
                  <a:cubicBezTo>
                    <a:pt x="845456" y="4458783"/>
                    <a:pt x="879766" y="4455488"/>
                    <a:pt x="913204" y="4451240"/>
                  </a:cubicBezTo>
                  <a:cubicBezTo>
                    <a:pt x="946567" y="4446919"/>
                    <a:pt x="981023" y="4440988"/>
                    <a:pt x="1008777" y="4421948"/>
                  </a:cubicBezTo>
                  <a:cubicBezTo>
                    <a:pt x="1034784" y="4404081"/>
                    <a:pt x="1053214" y="4371640"/>
                    <a:pt x="1047167" y="4341177"/>
                  </a:cubicBezTo>
                  <a:cubicBezTo>
                    <a:pt x="1046772" y="4339021"/>
                    <a:pt x="1046236" y="4336893"/>
                    <a:pt x="1045565" y="4334806"/>
                  </a:cubicBezTo>
                  <a:cubicBezTo>
                    <a:pt x="1035222" y="4301707"/>
                    <a:pt x="999454" y="4284132"/>
                    <a:pt x="966018" y="4275418"/>
                  </a:cubicBezTo>
                  <a:cubicBezTo>
                    <a:pt x="932654" y="4266703"/>
                    <a:pt x="896376" y="4262310"/>
                    <a:pt x="869350" y="4240780"/>
                  </a:cubicBezTo>
                  <a:cubicBezTo>
                    <a:pt x="868039" y="4239755"/>
                    <a:pt x="866727" y="4238657"/>
                    <a:pt x="865416" y="4237558"/>
                  </a:cubicBezTo>
                  <a:cubicBezTo>
                    <a:pt x="863105" y="4235668"/>
                    <a:pt x="860725" y="4233748"/>
                    <a:pt x="858312" y="4231890"/>
                  </a:cubicBezTo>
                  <a:cubicBezTo>
                    <a:pt x="864279" y="4221816"/>
                    <a:pt x="867032" y="4210162"/>
                    <a:pt x="866202" y="4198483"/>
                  </a:cubicBezTo>
                  <a:cubicBezTo>
                    <a:pt x="864780" y="4180079"/>
                    <a:pt x="854086" y="4163949"/>
                    <a:pt x="846828" y="4146993"/>
                  </a:cubicBezTo>
                  <a:cubicBezTo>
                    <a:pt x="832591" y="4113737"/>
                    <a:pt x="831447" y="4076588"/>
                    <a:pt x="827606" y="4040589"/>
                  </a:cubicBezTo>
                  <a:cubicBezTo>
                    <a:pt x="817962" y="3950199"/>
                    <a:pt x="790241" y="3862921"/>
                    <a:pt x="769290" y="3774485"/>
                  </a:cubicBezTo>
                  <a:cubicBezTo>
                    <a:pt x="766914" y="3764457"/>
                    <a:pt x="764642" y="3754380"/>
                    <a:pt x="762475" y="3744253"/>
                  </a:cubicBezTo>
                  <a:cubicBezTo>
                    <a:pt x="782857" y="3701898"/>
                    <a:pt x="807827" y="3661907"/>
                    <a:pt x="836934" y="3624999"/>
                  </a:cubicBezTo>
                  <a:cubicBezTo>
                    <a:pt x="870118" y="3583369"/>
                    <a:pt x="894392" y="3535363"/>
                    <a:pt x="908250" y="3483961"/>
                  </a:cubicBezTo>
                  <a:cubicBezTo>
                    <a:pt x="912548" y="3468216"/>
                    <a:pt x="915754" y="3452179"/>
                    <a:pt x="919032" y="3436142"/>
                  </a:cubicBezTo>
                  <a:cubicBezTo>
                    <a:pt x="956256" y="3251313"/>
                    <a:pt x="991344" y="3066068"/>
                    <a:pt x="1024295" y="2880409"/>
                  </a:cubicBezTo>
                  <a:cubicBezTo>
                    <a:pt x="1029738" y="2853950"/>
                    <a:pt x="1032871" y="2827069"/>
                    <a:pt x="1033661" y="2800068"/>
                  </a:cubicBezTo>
                  <a:cubicBezTo>
                    <a:pt x="1042279" y="2775612"/>
                    <a:pt x="1046942" y="2749937"/>
                    <a:pt x="1047473" y="2724013"/>
                  </a:cubicBezTo>
                  <a:cubicBezTo>
                    <a:pt x="1057058" y="2686426"/>
                    <a:pt x="1066821" y="2647000"/>
                    <a:pt x="1058970" y="2622350"/>
                  </a:cubicBezTo>
                  <a:cubicBezTo>
                    <a:pt x="1053417" y="2604945"/>
                    <a:pt x="1050620" y="2545408"/>
                    <a:pt x="1047617" y="2488368"/>
                  </a:cubicBezTo>
                  <a:cubicBezTo>
                    <a:pt x="1048457" y="2457784"/>
                    <a:pt x="1046588" y="2427185"/>
                    <a:pt x="1042031" y="2396930"/>
                  </a:cubicBezTo>
                  <a:cubicBezTo>
                    <a:pt x="1041176" y="2391759"/>
                    <a:pt x="1040122" y="2386584"/>
                    <a:pt x="1038963" y="2381416"/>
                  </a:cubicBezTo>
                  <a:cubicBezTo>
                    <a:pt x="1038502" y="2378851"/>
                    <a:pt x="1037890" y="2376315"/>
                    <a:pt x="1037129" y="2373822"/>
                  </a:cubicBezTo>
                  <a:cubicBezTo>
                    <a:pt x="1032796" y="2356670"/>
                    <a:pt x="1026755" y="2339994"/>
                    <a:pt x="1019095" y="2324047"/>
                  </a:cubicBezTo>
                  <a:cubicBezTo>
                    <a:pt x="1015187" y="2314505"/>
                    <a:pt x="1010671" y="2305225"/>
                    <a:pt x="1005573" y="2296263"/>
                  </a:cubicBezTo>
                  <a:cubicBezTo>
                    <a:pt x="1002505" y="2290975"/>
                    <a:pt x="999051" y="2285921"/>
                    <a:pt x="995240" y="2281142"/>
                  </a:cubicBezTo>
                  <a:cubicBezTo>
                    <a:pt x="1016552" y="2281989"/>
                    <a:pt x="1037805" y="2283945"/>
                    <a:pt x="1058914" y="2287002"/>
                  </a:cubicBezTo>
                  <a:cubicBezTo>
                    <a:pt x="1064109" y="2287780"/>
                    <a:pt x="1070438" y="2288199"/>
                    <a:pt x="1073548" y="2283943"/>
                  </a:cubicBezTo>
                  <a:cubicBezTo>
                    <a:pt x="1074935" y="2281626"/>
                    <a:pt x="1075613" y="2278953"/>
                    <a:pt x="1075497" y="2276255"/>
                  </a:cubicBezTo>
                  <a:cubicBezTo>
                    <a:pt x="1076487" y="2252089"/>
                    <a:pt x="1070744" y="2228123"/>
                    <a:pt x="1058910" y="2207029"/>
                  </a:cubicBezTo>
                  <a:cubicBezTo>
                    <a:pt x="1050730" y="2192516"/>
                    <a:pt x="1039366" y="2178321"/>
                    <a:pt x="1039680" y="2161643"/>
                  </a:cubicBezTo>
                  <a:cubicBezTo>
                    <a:pt x="1040270" y="2153869"/>
                    <a:pt x="1042170" y="2146250"/>
                    <a:pt x="1045298" y="2139108"/>
                  </a:cubicBezTo>
                  <a:cubicBezTo>
                    <a:pt x="1054776" y="2113701"/>
                    <a:pt x="1064253" y="2088294"/>
                    <a:pt x="1073729" y="2062887"/>
                  </a:cubicBezTo>
                  <a:cubicBezTo>
                    <a:pt x="1097730" y="1998543"/>
                    <a:pt x="1086309" y="1923804"/>
                    <a:pt x="1098774" y="1856238"/>
                  </a:cubicBezTo>
                  <a:cubicBezTo>
                    <a:pt x="1108515" y="1803420"/>
                    <a:pt x="1114758" y="1750016"/>
                    <a:pt x="1117459" y="1696376"/>
                  </a:cubicBezTo>
                  <a:cubicBezTo>
                    <a:pt x="1119767" y="1650525"/>
                    <a:pt x="1118332" y="1600871"/>
                    <a:pt x="1090811" y="1564235"/>
                  </a:cubicBezTo>
                  <a:cubicBezTo>
                    <a:pt x="1082759" y="1555397"/>
                    <a:pt x="1075779" y="1545640"/>
                    <a:pt x="1070016" y="1535166"/>
                  </a:cubicBezTo>
                  <a:cubicBezTo>
                    <a:pt x="1066065" y="1524024"/>
                    <a:pt x="1064381" y="1512204"/>
                    <a:pt x="1065064" y="1500401"/>
                  </a:cubicBezTo>
                  <a:cubicBezTo>
                    <a:pt x="1064584" y="1428655"/>
                    <a:pt x="1066033" y="1356931"/>
                    <a:pt x="1069409" y="1285230"/>
                  </a:cubicBezTo>
                  <a:cubicBezTo>
                    <a:pt x="1190013" y="1281985"/>
                    <a:pt x="1310117" y="1268408"/>
                    <a:pt x="1428401" y="1244648"/>
                  </a:cubicBezTo>
                  <a:cubicBezTo>
                    <a:pt x="1442332" y="1242237"/>
                    <a:pt x="1456011" y="1238551"/>
                    <a:pt x="1469267" y="1233637"/>
                  </a:cubicBezTo>
                  <a:cubicBezTo>
                    <a:pt x="1483972" y="1226598"/>
                    <a:pt x="1497828" y="1217910"/>
                    <a:pt x="1510569" y="1207741"/>
                  </a:cubicBezTo>
                  <a:cubicBezTo>
                    <a:pt x="1550814" y="1178656"/>
                    <a:pt x="1591632" y="1149028"/>
                    <a:pt x="1622232" y="1109831"/>
                  </a:cubicBezTo>
                  <a:cubicBezTo>
                    <a:pt x="1658666" y="1062432"/>
                    <a:pt x="1681545" y="1006028"/>
                    <a:pt x="1688425" y="946642"/>
                  </a:cubicBezTo>
                  <a:cubicBezTo>
                    <a:pt x="1717534" y="919682"/>
                    <a:pt x="1732990" y="881361"/>
                    <a:pt x="1747562" y="844368"/>
                  </a:cubicBezTo>
                  <a:cubicBezTo>
                    <a:pt x="1754761" y="828666"/>
                    <a:pt x="1759316" y="811883"/>
                    <a:pt x="1761043" y="794696"/>
                  </a:cubicBezTo>
                  <a:cubicBezTo>
                    <a:pt x="1761825" y="777107"/>
                    <a:pt x="1750231" y="758668"/>
                    <a:pt x="1753437" y="741358"/>
                  </a:cubicBezTo>
                  <a:cubicBezTo>
                    <a:pt x="1759034" y="711546"/>
                    <a:pt x="1774085" y="684329"/>
                    <a:pt x="1796361" y="663739"/>
                  </a:cubicBezTo>
                  <a:cubicBezTo>
                    <a:pt x="1801084" y="660350"/>
                    <a:pt x="1804649" y="655588"/>
                    <a:pt x="1806570" y="650101"/>
                  </a:cubicBezTo>
                  <a:cubicBezTo>
                    <a:pt x="1807169" y="645525"/>
                    <a:pt x="1806319" y="640877"/>
                    <a:pt x="1804140" y="636808"/>
                  </a:cubicBezTo>
                  <a:cubicBezTo>
                    <a:pt x="1803900" y="636270"/>
                    <a:pt x="1803559" y="635797"/>
                    <a:pt x="1803307" y="635266"/>
                  </a:cubicBezTo>
                  <a:cubicBezTo>
                    <a:pt x="1806083" y="633507"/>
                    <a:pt x="1808835" y="631696"/>
                    <a:pt x="1811545" y="629796"/>
                  </a:cubicBezTo>
                  <a:cubicBezTo>
                    <a:pt x="1821087" y="623058"/>
                    <a:pt x="1830193" y="615589"/>
                    <a:pt x="1839081" y="608266"/>
                  </a:cubicBezTo>
                  <a:cubicBezTo>
                    <a:pt x="1852739" y="598028"/>
                    <a:pt x="1864794" y="585811"/>
                    <a:pt x="1874848" y="572018"/>
                  </a:cubicBezTo>
                  <a:cubicBezTo>
                    <a:pt x="1884973" y="557978"/>
                    <a:pt x="1888409" y="540195"/>
                    <a:pt x="1884245" y="523393"/>
                  </a:cubicBezTo>
                  <a:close/>
                  <a:moveTo>
                    <a:pt x="570346" y="4449227"/>
                  </a:moveTo>
                  <a:cubicBezTo>
                    <a:pt x="567928" y="4449397"/>
                    <a:pt x="565501" y="4449516"/>
                    <a:pt x="563104" y="4449848"/>
                  </a:cubicBezTo>
                  <a:cubicBezTo>
                    <a:pt x="554121" y="4451073"/>
                    <a:pt x="545361" y="4453589"/>
                    <a:pt x="537097" y="4457317"/>
                  </a:cubicBezTo>
                  <a:cubicBezTo>
                    <a:pt x="536428" y="4457626"/>
                    <a:pt x="535797" y="4458009"/>
                    <a:pt x="535135" y="4458333"/>
                  </a:cubicBezTo>
                  <a:cubicBezTo>
                    <a:pt x="546450" y="4433898"/>
                    <a:pt x="557033" y="4409119"/>
                    <a:pt x="566672" y="4383942"/>
                  </a:cubicBezTo>
                  <a:cubicBezTo>
                    <a:pt x="567820" y="4380970"/>
                    <a:pt x="568903" y="4377961"/>
                    <a:pt x="570026" y="4374975"/>
                  </a:cubicBezTo>
                  <a:cubicBezTo>
                    <a:pt x="569608" y="4380572"/>
                    <a:pt x="569207" y="4386185"/>
                    <a:pt x="568786" y="4391777"/>
                  </a:cubicBezTo>
                  <a:cubicBezTo>
                    <a:pt x="566614" y="4410906"/>
                    <a:pt x="567139" y="4430245"/>
                    <a:pt x="570346" y="4449227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DFCFF596-F9E6-4DDC-AE88-76F793A64C7D}"/>
                </a:ext>
              </a:extLst>
            </p:cNvPr>
            <p:cNvSpPr/>
            <p:nvPr/>
          </p:nvSpPr>
          <p:spPr>
            <a:xfrm>
              <a:off x="2887339" y="1216911"/>
              <a:ext cx="400727" cy="364159"/>
            </a:xfrm>
            <a:custGeom>
              <a:avLst/>
              <a:gdLst>
                <a:gd name="connsiteX0" fmla="*/ 331989 w 400727"/>
                <a:gd name="connsiteY0" fmla="*/ 245607 h 364159"/>
                <a:gd name="connsiteX1" fmla="*/ 348598 w 400727"/>
                <a:gd name="connsiteY1" fmla="*/ 363618 h 364159"/>
                <a:gd name="connsiteX2" fmla="*/ -45 w 400727"/>
                <a:gd name="connsiteY2" fmla="*/ 330036 h 364159"/>
                <a:gd name="connsiteX3" fmla="*/ 59907 w 400727"/>
                <a:gd name="connsiteY3" fmla="*/ 234024 h 364159"/>
                <a:gd name="connsiteX4" fmla="*/ 71344 w 400727"/>
                <a:gd name="connsiteY4" fmla="*/ 86511 h 364159"/>
                <a:gd name="connsiteX5" fmla="*/ 69888 w 400727"/>
                <a:gd name="connsiteY5" fmla="*/ 78352 h 364159"/>
                <a:gd name="connsiteX6" fmla="*/ 57431 w 400727"/>
                <a:gd name="connsiteY6" fmla="*/ 16068 h 364159"/>
                <a:gd name="connsiteX7" fmla="*/ 97642 w 400727"/>
                <a:gd name="connsiteY7" fmla="*/ 989 h 364159"/>
                <a:gd name="connsiteX8" fmla="*/ 253971 w 400727"/>
                <a:gd name="connsiteY8" fmla="*/ 21167 h 364159"/>
                <a:gd name="connsiteX9" fmla="*/ 400683 w 400727"/>
                <a:gd name="connsiteY9" fmla="*/ 52856 h 364159"/>
                <a:gd name="connsiteX10" fmla="*/ 343863 w 400727"/>
                <a:gd name="connsiteY10" fmla="*/ 169920 h 364159"/>
                <a:gd name="connsiteX11" fmla="*/ 331989 w 400727"/>
                <a:gd name="connsiteY11" fmla="*/ 245607 h 3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0727" h="364159">
                  <a:moveTo>
                    <a:pt x="331989" y="245607"/>
                  </a:moveTo>
                  <a:cubicBezTo>
                    <a:pt x="333009" y="285382"/>
                    <a:pt x="346486" y="323917"/>
                    <a:pt x="348598" y="363618"/>
                  </a:cubicBezTo>
                  <a:cubicBezTo>
                    <a:pt x="231461" y="369446"/>
                    <a:pt x="115927" y="312626"/>
                    <a:pt x="-45" y="330036"/>
                  </a:cubicBezTo>
                  <a:cubicBezTo>
                    <a:pt x="32371" y="309057"/>
                    <a:pt x="49710" y="271249"/>
                    <a:pt x="59907" y="234024"/>
                  </a:cubicBezTo>
                  <a:cubicBezTo>
                    <a:pt x="72902" y="186000"/>
                    <a:pt x="76782" y="135964"/>
                    <a:pt x="71344" y="86511"/>
                  </a:cubicBezTo>
                  <a:cubicBezTo>
                    <a:pt x="71033" y="83763"/>
                    <a:pt x="70547" y="81038"/>
                    <a:pt x="69888" y="78352"/>
                  </a:cubicBezTo>
                  <a:cubicBezTo>
                    <a:pt x="65589" y="58902"/>
                    <a:pt x="54444" y="31366"/>
                    <a:pt x="57431" y="16068"/>
                  </a:cubicBezTo>
                  <a:cubicBezTo>
                    <a:pt x="61365" y="-4183"/>
                    <a:pt x="80451" y="-176"/>
                    <a:pt x="97642" y="989"/>
                  </a:cubicBezTo>
                  <a:cubicBezTo>
                    <a:pt x="150068" y="4982"/>
                    <a:pt x="202249" y="11718"/>
                    <a:pt x="253971" y="21167"/>
                  </a:cubicBezTo>
                  <a:cubicBezTo>
                    <a:pt x="267447" y="23499"/>
                    <a:pt x="398716" y="56280"/>
                    <a:pt x="400683" y="52856"/>
                  </a:cubicBezTo>
                  <a:cubicBezTo>
                    <a:pt x="377674" y="89768"/>
                    <a:pt x="358628" y="129007"/>
                    <a:pt x="343863" y="169920"/>
                  </a:cubicBezTo>
                  <a:cubicBezTo>
                    <a:pt x="335668" y="194300"/>
                    <a:pt x="331654" y="219889"/>
                    <a:pt x="331989" y="245607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30CF10CA-4085-4D28-96CE-24983A1976A6}"/>
                </a:ext>
              </a:extLst>
            </p:cNvPr>
            <p:cNvSpPr/>
            <p:nvPr/>
          </p:nvSpPr>
          <p:spPr>
            <a:xfrm>
              <a:off x="4141347" y="1093162"/>
              <a:ext cx="247553" cy="328030"/>
            </a:xfrm>
            <a:custGeom>
              <a:avLst/>
              <a:gdLst>
                <a:gd name="connsiteX0" fmla="*/ 236384 w 247553"/>
                <a:gd name="connsiteY0" fmla="*/ 246465 h 328030"/>
                <a:gd name="connsiteX1" fmla="*/ 200617 w 247553"/>
                <a:gd name="connsiteY1" fmla="*/ 282524 h 328030"/>
                <a:gd name="connsiteX2" fmla="*/ 173080 w 247553"/>
                <a:gd name="connsiteY2" fmla="*/ 303941 h 328030"/>
                <a:gd name="connsiteX3" fmla="*/ 114512 w 247553"/>
                <a:gd name="connsiteY3" fmla="*/ 327761 h 328030"/>
                <a:gd name="connsiteX4" fmla="*/ 10050 w 247553"/>
                <a:gd name="connsiteY4" fmla="*/ 289371 h 328030"/>
                <a:gd name="connsiteX5" fmla="*/ 70 w 247553"/>
                <a:gd name="connsiteY5" fmla="*/ 249379 h 328030"/>
                <a:gd name="connsiteX6" fmla="*/ 9685 w 247553"/>
                <a:gd name="connsiteY6" fmla="*/ 193432 h 328030"/>
                <a:gd name="connsiteX7" fmla="*/ 54850 w 247553"/>
                <a:gd name="connsiteY7" fmla="*/ 111699 h 328030"/>
                <a:gd name="connsiteX8" fmla="*/ 127478 w 247553"/>
                <a:gd name="connsiteY8" fmla="*/ 39071 h 328030"/>
                <a:gd name="connsiteX9" fmla="*/ 158364 w 247553"/>
                <a:gd name="connsiteY9" fmla="*/ 24866 h 328030"/>
                <a:gd name="connsiteX10" fmla="*/ 212927 w 247553"/>
                <a:gd name="connsiteY10" fmla="*/ 2503 h 328030"/>
                <a:gd name="connsiteX11" fmla="*/ 222833 w 247553"/>
                <a:gd name="connsiteY11" fmla="*/ -120 h 328030"/>
                <a:gd name="connsiteX12" fmla="*/ 231866 w 247553"/>
                <a:gd name="connsiteY12" fmla="*/ 34482 h 328030"/>
                <a:gd name="connsiteX13" fmla="*/ 167398 w 247553"/>
                <a:gd name="connsiteY13" fmla="*/ 93196 h 328030"/>
                <a:gd name="connsiteX14" fmla="*/ 206297 w 247553"/>
                <a:gd name="connsiteY14" fmla="*/ 123354 h 328030"/>
                <a:gd name="connsiteX15" fmla="*/ 211543 w 247553"/>
                <a:gd name="connsiteY15" fmla="*/ 135520 h 328030"/>
                <a:gd name="connsiteX16" fmla="*/ 229318 w 247553"/>
                <a:gd name="connsiteY16" fmla="*/ 140109 h 328030"/>
                <a:gd name="connsiteX17" fmla="*/ 235800 w 247553"/>
                <a:gd name="connsiteY17" fmla="*/ 170632 h 328030"/>
                <a:gd name="connsiteX18" fmla="*/ 245780 w 247553"/>
                <a:gd name="connsiteY18" fmla="*/ 198095 h 328030"/>
                <a:gd name="connsiteX19" fmla="*/ 236384 w 247553"/>
                <a:gd name="connsiteY19" fmla="*/ 246465 h 328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47553" h="328030">
                  <a:moveTo>
                    <a:pt x="236384" y="246465"/>
                  </a:moveTo>
                  <a:cubicBezTo>
                    <a:pt x="226320" y="260196"/>
                    <a:pt x="214265" y="272349"/>
                    <a:pt x="200617" y="282524"/>
                  </a:cubicBezTo>
                  <a:cubicBezTo>
                    <a:pt x="191728" y="289809"/>
                    <a:pt x="182622" y="297239"/>
                    <a:pt x="173080" y="303941"/>
                  </a:cubicBezTo>
                  <a:cubicBezTo>
                    <a:pt x="156086" y="317057"/>
                    <a:pt x="135837" y="325293"/>
                    <a:pt x="114512" y="327761"/>
                  </a:cubicBezTo>
                  <a:cubicBezTo>
                    <a:pt x="86611" y="329655"/>
                    <a:pt x="27387" y="313265"/>
                    <a:pt x="10050" y="289371"/>
                  </a:cubicBezTo>
                  <a:cubicBezTo>
                    <a:pt x="2741" y="277362"/>
                    <a:pt x="-740" y="263414"/>
                    <a:pt x="70" y="249379"/>
                  </a:cubicBezTo>
                  <a:cubicBezTo>
                    <a:pt x="361" y="230345"/>
                    <a:pt x="3605" y="211471"/>
                    <a:pt x="9685" y="193432"/>
                  </a:cubicBezTo>
                  <a:cubicBezTo>
                    <a:pt x="20552" y="164075"/>
                    <a:pt x="35778" y="136522"/>
                    <a:pt x="54850" y="111699"/>
                  </a:cubicBezTo>
                  <a:cubicBezTo>
                    <a:pt x="75028" y="83653"/>
                    <a:pt x="97465" y="56045"/>
                    <a:pt x="127478" y="39071"/>
                  </a:cubicBezTo>
                  <a:cubicBezTo>
                    <a:pt x="137478" y="33719"/>
                    <a:pt x="147792" y="28975"/>
                    <a:pt x="158364" y="24866"/>
                  </a:cubicBezTo>
                  <a:cubicBezTo>
                    <a:pt x="176577" y="17436"/>
                    <a:pt x="194716" y="9932"/>
                    <a:pt x="212927" y="2503"/>
                  </a:cubicBezTo>
                  <a:cubicBezTo>
                    <a:pt x="216026" y="988"/>
                    <a:pt x="219392" y="97"/>
                    <a:pt x="222833" y="-120"/>
                  </a:cubicBezTo>
                  <a:cubicBezTo>
                    <a:pt x="237476" y="25"/>
                    <a:pt x="240172" y="22389"/>
                    <a:pt x="231866" y="34482"/>
                  </a:cubicBezTo>
                  <a:cubicBezTo>
                    <a:pt x="215257" y="58812"/>
                    <a:pt x="177888" y="65587"/>
                    <a:pt x="167398" y="93196"/>
                  </a:cubicBezTo>
                  <a:cubicBezTo>
                    <a:pt x="185530" y="93757"/>
                    <a:pt x="201236" y="105934"/>
                    <a:pt x="206297" y="123354"/>
                  </a:cubicBezTo>
                  <a:cubicBezTo>
                    <a:pt x="206709" y="127864"/>
                    <a:pt x="208546" y="132125"/>
                    <a:pt x="211543" y="135520"/>
                  </a:cubicBezTo>
                  <a:cubicBezTo>
                    <a:pt x="216351" y="139381"/>
                    <a:pt x="223854" y="137195"/>
                    <a:pt x="229318" y="140109"/>
                  </a:cubicBezTo>
                  <a:cubicBezTo>
                    <a:pt x="239005" y="145281"/>
                    <a:pt x="234781" y="159705"/>
                    <a:pt x="235800" y="170632"/>
                  </a:cubicBezTo>
                  <a:cubicBezTo>
                    <a:pt x="238179" y="180103"/>
                    <a:pt x="241523" y="189306"/>
                    <a:pt x="245780" y="198095"/>
                  </a:cubicBezTo>
                  <a:cubicBezTo>
                    <a:pt x="249943" y="214815"/>
                    <a:pt x="246503" y="232519"/>
                    <a:pt x="236384" y="246465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B8DE0207-C1DA-425B-AD74-91DC956859F7}"/>
                </a:ext>
              </a:extLst>
            </p:cNvPr>
            <p:cNvSpPr/>
            <p:nvPr/>
          </p:nvSpPr>
          <p:spPr>
            <a:xfrm>
              <a:off x="2763102" y="5142476"/>
              <a:ext cx="242428" cy="196149"/>
            </a:xfrm>
            <a:custGeom>
              <a:avLst/>
              <a:gdLst>
                <a:gd name="connsiteX0" fmla="*/ -45 w 242428"/>
                <a:gd name="connsiteY0" fmla="*/ 184990 h 196149"/>
                <a:gd name="connsiteX1" fmla="*/ 36294 w 242428"/>
                <a:gd name="connsiteY1" fmla="*/ 179502 h 196149"/>
                <a:gd name="connsiteX2" fmla="*/ 240613 w 242428"/>
                <a:gd name="connsiteY2" fmla="*/ 196030 h 196149"/>
                <a:gd name="connsiteX3" fmla="*/ 216299 w 242428"/>
                <a:gd name="connsiteY3" fmla="*/ 71594 h 196149"/>
                <a:gd name="connsiteX4" fmla="*/ 208206 w 242428"/>
                <a:gd name="connsiteY4" fmla="*/ 40131 h 196149"/>
                <a:gd name="connsiteX5" fmla="*/ 156434 w 242428"/>
                <a:gd name="connsiteY5" fmla="*/ 8883 h 196149"/>
                <a:gd name="connsiteX6" fmla="*/ 41493 w 242428"/>
                <a:gd name="connsiteY6" fmla="*/ 24640 h 196149"/>
                <a:gd name="connsiteX7" fmla="*/ -45 w 242428"/>
                <a:gd name="connsiteY7" fmla="*/ 184990 h 19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428" h="196149">
                  <a:moveTo>
                    <a:pt x="-45" y="184990"/>
                  </a:moveTo>
                  <a:cubicBezTo>
                    <a:pt x="8972" y="175980"/>
                    <a:pt x="23703" y="177511"/>
                    <a:pt x="36294" y="179502"/>
                  </a:cubicBezTo>
                  <a:cubicBezTo>
                    <a:pt x="103882" y="190188"/>
                    <a:pt x="172186" y="195713"/>
                    <a:pt x="240613" y="196030"/>
                  </a:cubicBezTo>
                  <a:cubicBezTo>
                    <a:pt x="249179" y="154196"/>
                    <a:pt x="224310" y="113537"/>
                    <a:pt x="216299" y="71594"/>
                  </a:cubicBezTo>
                  <a:cubicBezTo>
                    <a:pt x="215141" y="60769"/>
                    <a:pt x="212415" y="50171"/>
                    <a:pt x="208206" y="40131"/>
                  </a:cubicBezTo>
                  <a:cubicBezTo>
                    <a:pt x="198571" y="21643"/>
                    <a:pt x="176834" y="13186"/>
                    <a:pt x="156434" y="8883"/>
                  </a:cubicBezTo>
                  <a:cubicBezTo>
                    <a:pt x="119614" y="1117"/>
                    <a:pt x="62057" y="-12587"/>
                    <a:pt x="41493" y="24640"/>
                  </a:cubicBezTo>
                  <a:cubicBezTo>
                    <a:pt x="16818" y="69307"/>
                    <a:pt x="8924" y="135279"/>
                    <a:pt x="-45" y="184990"/>
                  </a:cubicBezTo>
                  <a:close/>
                </a:path>
              </a:pathLst>
            </a:custGeom>
            <a:solidFill>
              <a:srgbClr val="6561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70115535-288C-4775-81E9-0AD266E6B0AF}"/>
                </a:ext>
              </a:extLst>
            </p:cNvPr>
            <p:cNvSpPr/>
            <p:nvPr/>
          </p:nvSpPr>
          <p:spPr>
            <a:xfrm>
              <a:off x="3070415" y="4969907"/>
              <a:ext cx="480833" cy="300051"/>
            </a:xfrm>
            <a:custGeom>
              <a:avLst/>
              <a:gdLst>
                <a:gd name="connsiteX0" fmla="*/ 441245 w 480833"/>
                <a:gd name="connsiteY0" fmla="*/ 199544 h 300051"/>
                <a:gd name="connsiteX1" fmla="*/ 345671 w 480833"/>
                <a:gd name="connsiteY1" fmla="*/ 228682 h 300051"/>
                <a:gd name="connsiteX2" fmla="*/ 247692 w 480833"/>
                <a:gd name="connsiteY2" fmla="*/ 251046 h 300051"/>
                <a:gd name="connsiteX3" fmla="*/ 172004 w 480833"/>
                <a:gd name="connsiteY3" fmla="*/ 294317 h 300051"/>
                <a:gd name="connsiteX4" fmla="*/ 93403 w 480833"/>
                <a:gd name="connsiteY4" fmla="*/ 295555 h 300051"/>
                <a:gd name="connsiteX5" fmla="*/ 12545 w 480833"/>
                <a:gd name="connsiteY5" fmla="*/ 251629 h 300051"/>
                <a:gd name="connsiteX6" fmla="*/ 1253 w 480833"/>
                <a:gd name="connsiteY6" fmla="*/ 169531 h 300051"/>
                <a:gd name="connsiteX7" fmla="*/ 8319 w 480833"/>
                <a:gd name="connsiteY7" fmla="*/ 74321 h 300051"/>
                <a:gd name="connsiteX8" fmla="*/ 14220 w 480833"/>
                <a:gd name="connsiteY8" fmla="*/ 51301 h 300051"/>
                <a:gd name="connsiteX9" fmla="*/ 120429 w 480833"/>
                <a:gd name="connsiteY9" fmla="*/ 64924 h 300051"/>
                <a:gd name="connsiteX10" fmla="*/ 249731 w 480833"/>
                <a:gd name="connsiteY10" fmla="*/ 9123 h 300051"/>
                <a:gd name="connsiteX11" fmla="*/ 259784 w 480833"/>
                <a:gd name="connsiteY11" fmla="*/ 1547 h 300051"/>
                <a:gd name="connsiteX12" fmla="*/ 297883 w 480833"/>
                <a:gd name="connsiteY12" fmla="*/ 16117 h 300051"/>
                <a:gd name="connsiteX13" fmla="*/ 301817 w 480833"/>
                <a:gd name="connsiteY13" fmla="*/ 19322 h 300051"/>
                <a:gd name="connsiteX14" fmla="*/ 398484 w 480833"/>
                <a:gd name="connsiteY14" fmla="*/ 53778 h 300051"/>
                <a:gd name="connsiteX15" fmla="*/ 478032 w 480833"/>
                <a:gd name="connsiteY15" fmla="*/ 112857 h 300051"/>
                <a:gd name="connsiteX16" fmla="*/ 479634 w 480833"/>
                <a:gd name="connsiteY16" fmla="*/ 119194 h 300051"/>
                <a:gd name="connsiteX17" fmla="*/ 441245 w 480833"/>
                <a:gd name="connsiteY17" fmla="*/ 199544 h 3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0833" h="300051">
                  <a:moveTo>
                    <a:pt x="441245" y="199544"/>
                  </a:moveTo>
                  <a:cubicBezTo>
                    <a:pt x="413491" y="218484"/>
                    <a:pt x="379035" y="224385"/>
                    <a:pt x="345671" y="228682"/>
                  </a:cubicBezTo>
                  <a:cubicBezTo>
                    <a:pt x="312233" y="232907"/>
                    <a:pt x="277923" y="236186"/>
                    <a:pt x="247692" y="251046"/>
                  </a:cubicBezTo>
                  <a:cubicBezTo>
                    <a:pt x="221613" y="263940"/>
                    <a:pt x="199614" y="285065"/>
                    <a:pt x="172004" y="294317"/>
                  </a:cubicBezTo>
                  <a:cubicBezTo>
                    <a:pt x="146329" y="301358"/>
                    <a:pt x="119288" y="301784"/>
                    <a:pt x="93403" y="295555"/>
                  </a:cubicBezTo>
                  <a:cubicBezTo>
                    <a:pt x="62371" y="289727"/>
                    <a:pt x="29299" y="278436"/>
                    <a:pt x="12545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7"/>
                    <a:pt x="8319" y="74321"/>
                  </a:cubicBezTo>
                  <a:cubicBezTo>
                    <a:pt x="8204" y="66260"/>
                    <a:pt x="10241" y="58313"/>
                    <a:pt x="14220" y="51301"/>
                  </a:cubicBezTo>
                  <a:cubicBezTo>
                    <a:pt x="36656" y="18594"/>
                    <a:pt x="91218" y="64997"/>
                    <a:pt x="120429" y="64924"/>
                  </a:cubicBezTo>
                  <a:cubicBezTo>
                    <a:pt x="166687" y="64851"/>
                    <a:pt x="216368" y="39792"/>
                    <a:pt x="249731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7"/>
                  </a:cubicBezTo>
                  <a:cubicBezTo>
                    <a:pt x="299194" y="17210"/>
                    <a:pt x="300505" y="18302"/>
                    <a:pt x="301817" y="19322"/>
                  </a:cubicBezTo>
                  <a:cubicBezTo>
                    <a:pt x="328842" y="40739"/>
                    <a:pt x="365120" y="45109"/>
                    <a:pt x="398484" y="53778"/>
                  </a:cubicBezTo>
                  <a:cubicBezTo>
                    <a:pt x="431920" y="62447"/>
                    <a:pt x="467688" y="79930"/>
                    <a:pt x="478032" y="112857"/>
                  </a:cubicBezTo>
                  <a:cubicBezTo>
                    <a:pt x="478702" y="114932"/>
                    <a:pt x="479238" y="117049"/>
                    <a:pt x="479634" y="119194"/>
                  </a:cubicBezTo>
                  <a:cubicBezTo>
                    <a:pt x="485682" y="149498"/>
                    <a:pt x="467251" y="181769"/>
                    <a:pt x="441245" y="199544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4C0964D7-2398-4E92-9FE8-52D712C652D9}"/>
                </a:ext>
              </a:extLst>
            </p:cNvPr>
            <p:cNvSpPr/>
            <p:nvPr/>
          </p:nvSpPr>
          <p:spPr>
            <a:xfrm>
              <a:off x="3070415" y="4969907"/>
              <a:ext cx="480833" cy="300051"/>
            </a:xfrm>
            <a:custGeom>
              <a:avLst/>
              <a:gdLst>
                <a:gd name="connsiteX0" fmla="*/ 441245 w 480833"/>
                <a:gd name="connsiteY0" fmla="*/ 199544 h 300051"/>
                <a:gd name="connsiteX1" fmla="*/ 345671 w 480833"/>
                <a:gd name="connsiteY1" fmla="*/ 228682 h 300051"/>
                <a:gd name="connsiteX2" fmla="*/ 247692 w 480833"/>
                <a:gd name="connsiteY2" fmla="*/ 251046 h 300051"/>
                <a:gd name="connsiteX3" fmla="*/ 172004 w 480833"/>
                <a:gd name="connsiteY3" fmla="*/ 294317 h 300051"/>
                <a:gd name="connsiteX4" fmla="*/ 93403 w 480833"/>
                <a:gd name="connsiteY4" fmla="*/ 295555 h 300051"/>
                <a:gd name="connsiteX5" fmla="*/ 12545 w 480833"/>
                <a:gd name="connsiteY5" fmla="*/ 251629 h 300051"/>
                <a:gd name="connsiteX6" fmla="*/ 1253 w 480833"/>
                <a:gd name="connsiteY6" fmla="*/ 169531 h 300051"/>
                <a:gd name="connsiteX7" fmla="*/ 8319 w 480833"/>
                <a:gd name="connsiteY7" fmla="*/ 74321 h 300051"/>
                <a:gd name="connsiteX8" fmla="*/ 14220 w 480833"/>
                <a:gd name="connsiteY8" fmla="*/ 51301 h 300051"/>
                <a:gd name="connsiteX9" fmla="*/ 120429 w 480833"/>
                <a:gd name="connsiteY9" fmla="*/ 64924 h 300051"/>
                <a:gd name="connsiteX10" fmla="*/ 249731 w 480833"/>
                <a:gd name="connsiteY10" fmla="*/ 9123 h 300051"/>
                <a:gd name="connsiteX11" fmla="*/ 259784 w 480833"/>
                <a:gd name="connsiteY11" fmla="*/ 1547 h 300051"/>
                <a:gd name="connsiteX12" fmla="*/ 297883 w 480833"/>
                <a:gd name="connsiteY12" fmla="*/ 16117 h 300051"/>
                <a:gd name="connsiteX13" fmla="*/ 301817 w 480833"/>
                <a:gd name="connsiteY13" fmla="*/ 19322 h 300051"/>
                <a:gd name="connsiteX14" fmla="*/ 398484 w 480833"/>
                <a:gd name="connsiteY14" fmla="*/ 53778 h 300051"/>
                <a:gd name="connsiteX15" fmla="*/ 478032 w 480833"/>
                <a:gd name="connsiteY15" fmla="*/ 112857 h 300051"/>
                <a:gd name="connsiteX16" fmla="*/ 479634 w 480833"/>
                <a:gd name="connsiteY16" fmla="*/ 119194 h 300051"/>
                <a:gd name="connsiteX17" fmla="*/ 441245 w 480833"/>
                <a:gd name="connsiteY17" fmla="*/ 199544 h 3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0833" h="300051">
                  <a:moveTo>
                    <a:pt x="441245" y="199544"/>
                  </a:moveTo>
                  <a:cubicBezTo>
                    <a:pt x="413491" y="218484"/>
                    <a:pt x="379035" y="224385"/>
                    <a:pt x="345671" y="228682"/>
                  </a:cubicBezTo>
                  <a:cubicBezTo>
                    <a:pt x="312233" y="232907"/>
                    <a:pt x="277923" y="236186"/>
                    <a:pt x="247692" y="251046"/>
                  </a:cubicBezTo>
                  <a:cubicBezTo>
                    <a:pt x="221613" y="263940"/>
                    <a:pt x="199614" y="285065"/>
                    <a:pt x="172004" y="294317"/>
                  </a:cubicBezTo>
                  <a:cubicBezTo>
                    <a:pt x="146329" y="301358"/>
                    <a:pt x="119288" y="301784"/>
                    <a:pt x="93403" y="295555"/>
                  </a:cubicBezTo>
                  <a:cubicBezTo>
                    <a:pt x="62371" y="289727"/>
                    <a:pt x="29299" y="278436"/>
                    <a:pt x="12545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7"/>
                    <a:pt x="8319" y="74321"/>
                  </a:cubicBezTo>
                  <a:cubicBezTo>
                    <a:pt x="8204" y="66260"/>
                    <a:pt x="10241" y="58313"/>
                    <a:pt x="14220" y="51301"/>
                  </a:cubicBezTo>
                  <a:cubicBezTo>
                    <a:pt x="36656" y="18594"/>
                    <a:pt x="91218" y="64997"/>
                    <a:pt x="120429" y="64924"/>
                  </a:cubicBezTo>
                  <a:cubicBezTo>
                    <a:pt x="166687" y="64851"/>
                    <a:pt x="216368" y="39792"/>
                    <a:pt x="249731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7"/>
                  </a:cubicBezTo>
                  <a:cubicBezTo>
                    <a:pt x="299194" y="17210"/>
                    <a:pt x="300505" y="18302"/>
                    <a:pt x="301817" y="19322"/>
                  </a:cubicBezTo>
                  <a:cubicBezTo>
                    <a:pt x="328842" y="40739"/>
                    <a:pt x="365120" y="45109"/>
                    <a:pt x="398484" y="53778"/>
                  </a:cubicBezTo>
                  <a:cubicBezTo>
                    <a:pt x="431920" y="62447"/>
                    <a:pt x="467688" y="79930"/>
                    <a:pt x="478032" y="112857"/>
                  </a:cubicBezTo>
                  <a:cubicBezTo>
                    <a:pt x="478702" y="114932"/>
                    <a:pt x="479238" y="117049"/>
                    <a:pt x="479634" y="119194"/>
                  </a:cubicBezTo>
                  <a:cubicBezTo>
                    <a:pt x="485682" y="149498"/>
                    <a:pt x="467251" y="181769"/>
                    <a:pt x="441245" y="199544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F78378FB-6A7C-4FFC-B5D1-579771DBA219}"/>
                </a:ext>
              </a:extLst>
            </p:cNvPr>
            <p:cNvSpPr/>
            <p:nvPr/>
          </p:nvSpPr>
          <p:spPr>
            <a:xfrm>
              <a:off x="3070415" y="4969907"/>
              <a:ext cx="483817" cy="310713"/>
            </a:xfrm>
            <a:custGeom>
              <a:avLst/>
              <a:gdLst>
                <a:gd name="connsiteX0" fmla="*/ 441245 w 483817"/>
                <a:gd name="connsiteY0" fmla="*/ 210205 h 310713"/>
                <a:gd name="connsiteX1" fmla="*/ 345671 w 483817"/>
                <a:gd name="connsiteY1" fmla="*/ 239344 h 310713"/>
                <a:gd name="connsiteX2" fmla="*/ 247692 w 483817"/>
                <a:gd name="connsiteY2" fmla="*/ 261708 h 310713"/>
                <a:gd name="connsiteX3" fmla="*/ 172004 w 483817"/>
                <a:gd name="connsiteY3" fmla="*/ 304978 h 310713"/>
                <a:gd name="connsiteX4" fmla="*/ 93403 w 483817"/>
                <a:gd name="connsiteY4" fmla="*/ 306217 h 310713"/>
                <a:gd name="connsiteX5" fmla="*/ 12544 w 483817"/>
                <a:gd name="connsiteY5" fmla="*/ 251629 h 310713"/>
                <a:gd name="connsiteX6" fmla="*/ 1253 w 483817"/>
                <a:gd name="connsiteY6" fmla="*/ 169531 h 310713"/>
                <a:gd name="connsiteX7" fmla="*/ 8319 w 483817"/>
                <a:gd name="connsiteY7" fmla="*/ 74321 h 310713"/>
                <a:gd name="connsiteX8" fmla="*/ 14220 w 483817"/>
                <a:gd name="connsiteY8" fmla="*/ 51301 h 310713"/>
                <a:gd name="connsiteX9" fmla="*/ 120430 w 483817"/>
                <a:gd name="connsiteY9" fmla="*/ 64924 h 310713"/>
                <a:gd name="connsiteX10" fmla="*/ 249732 w 483817"/>
                <a:gd name="connsiteY10" fmla="*/ 9123 h 310713"/>
                <a:gd name="connsiteX11" fmla="*/ 259784 w 483817"/>
                <a:gd name="connsiteY11" fmla="*/ 1547 h 310713"/>
                <a:gd name="connsiteX12" fmla="*/ 297883 w 483817"/>
                <a:gd name="connsiteY12" fmla="*/ 16116 h 310713"/>
                <a:gd name="connsiteX13" fmla="*/ 265393 w 483817"/>
                <a:gd name="connsiteY13" fmla="*/ 83280 h 310713"/>
                <a:gd name="connsiteX14" fmla="*/ 163482 w 483817"/>
                <a:gd name="connsiteY14" fmla="*/ 147021 h 310713"/>
                <a:gd name="connsiteX15" fmla="*/ 101562 w 483817"/>
                <a:gd name="connsiteY15" fmla="*/ 149790 h 310713"/>
                <a:gd name="connsiteX16" fmla="*/ 70019 w 483817"/>
                <a:gd name="connsiteY16" fmla="*/ 195027 h 310713"/>
                <a:gd name="connsiteX17" fmla="*/ 121595 w 483817"/>
                <a:gd name="connsiteY17" fmla="*/ 219212 h 310713"/>
                <a:gd name="connsiteX18" fmla="*/ 205660 w 483817"/>
                <a:gd name="connsiteY18" fmla="*/ 213312 h 310713"/>
                <a:gd name="connsiteX19" fmla="*/ 253010 w 483817"/>
                <a:gd name="connsiteY19" fmla="*/ 192186 h 310713"/>
                <a:gd name="connsiteX20" fmla="*/ 462516 w 483817"/>
                <a:gd name="connsiteY20" fmla="*/ 132307 h 310713"/>
                <a:gd name="connsiteX21" fmla="*/ 479634 w 483817"/>
                <a:gd name="connsiteY21" fmla="*/ 119194 h 310713"/>
                <a:gd name="connsiteX22" fmla="*/ 441245 w 483817"/>
                <a:gd name="connsiteY22" fmla="*/ 210205 h 3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3817" h="310713">
                  <a:moveTo>
                    <a:pt x="441245" y="210205"/>
                  </a:moveTo>
                  <a:cubicBezTo>
                    <a:pt x="413491" y="229146"/>
                    <a:pt x="379035" y="235047"/>
                    <a:pt x="345671" y="239344"/>
                  </a:cubicBezTo>
                  <a:cubicBezTo>
                    <a:pt x="312234" y="243569"/>
                    <a:pt x="277923" y="246847"/>
                    <a:pt x="247692" y="261708"/>
                  </a:cubicBezTo>
                  <a:cubicBezTo>
                    <a:pt x="221613" y="274602"/>
                    <a:pt x="199614" y="295727"/>
                    <a:pt x="172004" y="304978"/>
                  </a:cubicBezTo>
                  <a:cubicBezTo>
                    <a:pt x="146329" y="312020"/>
                    <a:pt x="119288" y="312446"/>
                    <a:pt x="93403" y="306217"/>
                  </a:cubicBezTo>
                  <a:cubicBezTo>
                    <a:pt x="60376" y="299230"/>
                    <a:pt x="31372" y="279649"/>
                    <a:pt x="12544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6"/>
                    <a:pt x="8319" y="74321"/>
                  </a:cubicBezTo>
                  <a:cubicBezTo>
                    <a:pt x="8204" y="66260"/>
                    <a:pt x="10241" y="58314"/>
                    <a:pt x="14220" y="51301"/>
                  </a:cubicBezTo>
                  <a:cubicBezTo>
                    <a:pt x="36656" y="18593"/>
                    <a:pt x="91219" y="64996"/>
                    <a:pt x="120430" y="64924"/>
                  </a:cubicBezTo>
                  <a:cubicBezTo>
                    <a:pt x="166687" y="64851"/>
                    <a:pt x="216368" y="39792"/>
                    <a:pt x="249732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6"/>
                  </a:cubicBezTo>
                  <a:cubicBezTo>
                    <a:pt x="290170" y="39882"/>
                    <a:pt x="279238" y="62480"/>
                    <a:pt x="265393" y="83280"/>
                  </a:cubicBezTo>
                  <a:cubicBezTo>
                    <a:pt x="242759" y="118795"/>
                    <a:pt x="205320" y="142212"/>
                    <a:pt x="163482" y="147021"/>
                  </a:cubicBezTo>
                  <a:cubicBezTo>
                    <a:pt x="142793" y="148551"/>
                    <a:pt x="121595" y="144472"/>
                    <a:pt x="101562" y="149790"/>
                  </a:cubicBezTo>
                  <a:cubicBezTo>
                    <a:pt x="81602" y="155108"/>
                    <a:pt x="62953" y="175577"/>
                    <a:pt x="70019" y="195027"/>
                  </a:cubicBezTo>
                  <a:cubicBezTo>
                    <a:pt x="76939" y="213967"/>
                    <a:pt x="101417" y="218119"/>
                    <a:pt x="121595" y="219212"/>
                  </a:cubicBezTo>
                  <a:cubicBezTo>
                    <a:pt x="149859" y="220742"/>
                    <a:pt x="178852" y="222126"/>
                    <a:pt x="205660" y="213312"/>
                  </a:cubicBezTo>
                  <a:cubicBezTo>
                    <a:pt x="222051" y="207848"/>
                    <a:pt x="237056" y="198815"/>
                    <a:pt x="253010" y="192186"/>
                  </a:cubicBezTo>
                  <a:cubicBezTo>
                    <a:pt x="320830" y="164067"/>
                    <a:pt x="406497" y="179802"/>
                    <a:pt x="462516" y="132307"/>
                  </a:cubicBezTo>
                  <a:cubicBezTo>
                    <a:pt x="467830" y="127447"/>
                    <a:pt x="473558" y="123060"/>
                    <a:pt x="479634" y="119194"/>
                  </a:cubicBezTo>
                  <a:cubicBezTo>
                    <a:pt x="494301" y="149898"/>
                    <a:pt x="467251" y="192431"/>
                    <a:pt x="441245" y="210205"/>
                  </a:cubicBezTo>
                  <a:close/>
                </a:path>
              </a:pathLst>
            </a:custGeom>
            <a:solidFill>
              <a:srgbClr val="E8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AC8CB75A-E0EF-430D-BA01-702AEC6F13C0}"/>
                </a:ext>
              </a:extLst>
            </p:cNvPr>
            <p:cNvSpPr/>
            <p:nvPr/>
          </p:nvSpPr>
          <p:spPr>
            <a:xfrm>
              <a:off x="3070415" y="4969907"/>
              <a:ext cx="483817" cy="310713"/>
            </a:xfrm>
            <a:custGeom>
              <a:avLst/>
              <a:gdLst>
                <a:gd name="connsiteX0" fmla="*/ 441245 w 483817"/>
                <a:gd name="connsiteY0" fmla="*/ 210205 h 310713"/>
                <a:gd name="connsiteX1" fmla="*/ 345671 w 483817"/>
                <a:gd name="connsiteY1" fmla="*/ 239344 h 310713"/>
                <a:gd name="connsiteX2" fmla="*/ 247692 w 483817"/>
                <a:gd name="connsiteY2" fmla="*/ 261708 h 310713"/>
                <a:gd name="connsiteX3" fmla="*/ 172004 w 483817"/>
                <a:gd name="connsiteY3" fmla="*/ 304978 h 310713"/>
                <a:gd name="connsiteX4" fmla="*/ 93403 w 483817"/>
                <a:gd name="connsiteY4" fmla="*/ 306217 h 310713"/>
                <a:gd name="connsiteX5" fmla="*/ 12544 w 483817"/>
                <a:gd name="connsiteY5" fmla="*/ 251629 h 310713"/>
                <a:gd name="connsiteX6" fmla="*/ 1253 w 483817"/>
                <a:gd name="connsiteY6" fmla="*/ 169531 h 310713"/>
                <a:gd name="connsiteX7" fmla="*/ 8319 w 483817"/>
                <a:gd name="connsiteY7" fmla="*/ 74321 h 310713"/>
                <a:gd name="connsiteX8" fmla="*/ 14220 w 483817"/>
                <a:gd name="connsiteY8" fmla="*/ 51301 h 310713"/>
                <a:gd name="connsiteX9" fmla="*/ 120430 w 483817"/>
                <a:gd name="connsiteY9" fmla="*/ 64924 h 310713"/>
                <a:gd name="connsiteX10" fmla="*/ 249732 w 483817"/>
                <a:gd name="connsiteY10" fmla="*/ 9123 h 310713"/>
                <a:gd name="connsiteX11" fmla="*/ 259784 w 483817"/>
                <a:gd name="connsiteY11" fmla="*/ 1547 h 310713"/>
                <a:gd name="connsiteX12" fmla="*/ 297883 w 483817"/>
                <a:gd name="connsiteY12" fmla="*/ 16116 h 310713"/>
                <a:gd name="connsiteX13" fmla="*/ 265393 w 483817"/>
                <a:gd name="connsiteY13" fmla="*/ 83280 h 310713"/>
                <a:gd name="connsiteX14" fmla="*/ 163482 w 483817"/>
                <a:gd name="connsiteY14" fmla="*/ 147021 h 310713"/>
                <a:gd name="connsiteX15" fmla="*/ 101562 w 483817"/>
                <a:gd name="connsiteY15" fmla="*/ 149790 h 310713"/>
                <a:gd name="connsiteX16" fmla="*/ 70019 w 483817"/>
                <a:gd name="connsiteY16" fmla="*/ 195027 h 310713"/>
                <a:gd name="connsiteX17" fmla="*/ 121595 w 483817"/>
                <a:gd name="connsiteY17" fmla="*/ 219212 h 310713"/>
                <a:gd name="connsiteX18" fmla="*/ 205660 w 483817"/>
                <a:gd name="connsiteY18" fmla="*/ 213312 h 310713"/>
                <a:gd name="connsiteX19" fmla="*/ 253010 w 483817"/>
                <a:gd name="connsiteY19" fmla="*/ 192186 h 310713"/>
                <a:gd name="connsiteX20" fmla="*/ 462516 w 483817"/>
                <a:gd name="connsiteY20" fmla="*/ 132307 h 310713"/>
                <a:gd name="connsiteX21" fmla="*/ 479634 w 483817"/>
                <a:gd name="connsiteY21" fmla="*/ 119194 h 310713"/>
                <a:gd name="connsiteX22" fmla="*/ 441245 w 483817"/>
                <a:gd name="connsiteY22" fmla="*/ 210205 h 3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3817" h="310713">
                  <a:moveTo>
                    <a:pt x="441245" y="210205"/>
                  </a:moveTo>
                  <a:cubicBezTo>
                    <a:pt x="413491" y="229146"/>
                    <a:pt x="379035" y="235047"/>
                    <a:pt x="345671" y="239344"/>
                  </a:cubicBezTo>
                  <a:cubicBezTo>
                    <a:pt x="312234" y="243569"/>
                    <a:pt x="277923" y="246847"/>
                    <a:pt x="247692" y="261708"/>
                  </a:cubicBezTo>
                  <a:cubicBezTo>
                    <a:pt x="221613" y="274602"/>
                    <a:pt x="199614" y="295727"/>
                    <a:pt x="172004" y="304978"/>
                  </a:cubicBezTo>
                  <a:cubicBezTo>
                    <a:pt x="146329" y="312020"/>
                    <a:pt x="119288" y="312446"/>
                    <a:pt x="93403" y="306217"/>
                  </a:cubicBezTo>
                  <a:cubicBezTo>
                    <a:pt x="60376" y="299230"/>
                    <a:pt x="31372" y="279649"/>
                    <a:pt x="12544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6"/>
                    <a:pt x="8319" y="74321"/>
                  </a:cubicBezTo>
                  <a:cubicBezTo>
                    <a:pt x="8204" y="66260"/>
                    <a:pt x="10241" y="58314"/>
                    <a:pt x="14220" y="51301"/>
                  </a:cubicBezTo>
                  <a:cubicBezTo>
                    <a:pt x="36656" y="18593"/>
                    <a:pt x="91219" y="64996"/>
                    <a:pt x="120430" y="64924"/>
                  </a:cubicBezTo>
                  <a:cubicBezTo>
                    <a:pt x="166687" y="64851"/>
                    <a:pt x="216368" y="39792"/>
                    <a:pt x="249732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6"/>
                  </a:cubicBezTo>
                  <a:cubicBezTo>
                    <a:pt x="290170" y="39882"/>
                    <a:pt x="279238" y="62480"/>
                    <a:pt x="265393" y="83280"/>
                  </a:cubicBezTo>
                  <a:cubicBezTo>
                    <a:pt x="242759" y="118795"/>
                    <a:pt x="205320" y="142212"/>
                    <a:pt x="163482" y="147021"/>
                  </a:cubicBezTo>
                  <a:cubicBezTo>
                    <a:pt x="142793" y="148551"/>
                    <a:pt x="121595" y="144472"/>
                    <a:pt x="101562" y="149790"/>
                  </a:cubicBezTo>
                  <a:cubicBezTo>
                    <a:pt x="81602" y="155108"/>
                    <a:pt x="62953" y="175577"/>
                    <a:pt x="70019" y="195027"/>
                  </a:cubicBezTo>
                  <a:cubicBezTo>
                    <a:pt x="76939" y="213967"/>
                    <a:pt x="101417" y="218119"/>
                    <a:pt x="121595" y="219212"/>
                  </a:cubicBezTo>
                  <a:cubicBezTo>
                    <a:pt x="149859" y="220742"/>
                    <a:pt x="178852" y="222126"/>
                    <a:pt x="205660" y="213312"/>
                  </a:cubicBezTo>
                  <a:cubicBezTo>
                    <a:pt x="222051" y="207848"/>
                    <a:pt x="237056" y="198815"/>
                    <a:pt x="253010" y="192186"/>
                  </a:cubicBezTo>
                  <a:cubicBezTo>
                    <a:pt x="320830" y="164067"/>
                    <a:pt x="406497" y="179802"/>
                    <a:pt x="462516" y="132307"/>
                  </a:cubicBezTo>
                  <a:cubicBezTo>
                    <a:pt x="467830" y="127447"/>
                    <a:pt x="473558" y="123060"/>
                    <a:pt x="479634" y="119194"/>
                  </a:cubicBezTo>
                  <a:cubicBezTo>
                    <a:pt x="494301" y="149898"/>
                    <a:pt x="467251" y="192431"/>
                    <a:pt x="441245" y="210205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AA59AB26-237D-4140-BD45-E0DAF343F888}"/>
                </a:ext>
              </a:extLst>
            </p:cNvPr>
            <p:cNvSpPr/>
            <p:nvPr/>
          </p:nvSpPr>
          <p:spPr>
            <a:xfrm>
              <a:off x="2767389" y="2982388"/>
              <a:ext cx="783410" cy="2077996"/>
            </a:xfrm>
            <a:custGeom>
              <a:avLst/>
              <a:gdLst>
                <a:gd name="connsiteX0" fmla="*/ 8352 w 783410"/>
                <a:gd name="connsiteY0" fmla="*/ 122376 h 2077996"/>
                <a:gd name="connsiteX1" fmla="*/ 65510 w 783410"/>
                <a:gd name="connsiteY1" fmla="*/ 430087 h 2077996"/>
                <a:gd name="connsiteX2" fmla="*/ 111968 w 783410"/>
                <a:gd name="connsiteY2" fmla="*/ 504580 h 2077996"/>
                <a:gd name="connsiteX3" fmla="*/ 130098 w 783410"/>
                <a:gd name="connsiteY3" fmla="*/ 563613 h 2077996"/>
                <a:gd name="connsiteX4" fmla="*/ 181583 w 783410"/>
                <a:gd name="connsiteY4" fmla="*/ 776720 h 2077996"/>
                <a:gd name="connsiteX5" fmla="*/ 205308 w 783410"/>
                <a:gd name="connsiteY5" fmla="*/ 951933 h 2077996"/>
                <a:gd name="connsiteX6" fmla="*/ 217383 w 783410"/>
                <a:gd name="connsiteY6" fmla="*/ 1071851 h 2077996"/>
                <a:gd name="connsiteX7" fmla="*/ 232700 w 783410"/>
                <a:gd name="connsiteY7" fmla="*/ 1092867 h 2077996"/>
                <a:gd name="connsiteX8" fmla="*/ 232952 w 783410"/>
                <a:gd name="connsiteY8" fmla="*/ 1120560 h 2077996"/>
                <a:gd name="connsiteX9" fmla="*/ 234639 w 783410"/>
                <a:gd name="connsiteY9" fmla="*/ 1586713 h 2077996"/>
                <a:gd name="connsiteX10" fmla="*/ 315977 w 783410"/>
                <a:gd name="connsiteY10" fmla="*/ 2010202 h 2077996"/>
                <a:gd name="connsiteX11" fmla="*/ 338500 w 783410"/>
                <a:gd name="connsiteY11" fmla="*/ 2057167 h 2077996"/>
                <a:gd name="connsiteX12" fmla="*/ 372270 w 783410"/>
                <a:gd name="connsiteY12" fmla="*/ 2073214 h 2077996"/>
                <a:gd name="connsiteX13" fmla="*/ 531966 w 783410"/>
                <a:gd name="connsiteY13" fmla="*/ 2047940 h 2077996"/>
                <a:gd name="connsiteX14" fmla="*/ 601698 w 783410"/>
                <a:gd name="connsiteY14" fmla="*/ 1964765 h 2077996"/>
                <a:gd name="connsiteX15" fmla="*/ 582321 w 783410"/>
                <a:gd name="connsiteY15" fmla="*/ 1913544 h 2077996"/>
                <a:gd name="connsiteX16" fmla="*/ 563101 w 783410"/>
                <a:gd name="connsiteY16" fmla="*/ 1807696 h 2077996"/>
                <a:gd name="connsiteX17" fmla="*/ 504784 w 783410"/>
                <a:gd name="connsiteY17" fmla="*/ 1542981 h 2077996"/>
                <a:gd name="connsiteX18" fmla="*/ 487319 w 783410"/>
                <a:gd name="connsiteY18" fmla="*/ 1274398 h 2077996"/>
                <a:gd name="connsiteX19" fmla="*/ 660111 w 783410"/>
                <a:gd name="connsiteY19" fmla="*/ 742829 h 2077996"/>
                <a:gd name="connsiteX20" fmla="*/ 675937 w 783410"/>
                <a:gd name="connsiteY20" fmla="*/ 719025 h 2077996"/>
                <a:gd name="connsiteX21" fmla="*/ 698339 w 783410"/>
                <a:gd name="connsiteY21" fmla="*/ 703733 h 2077996"/>
                <a:gd name="connsiteX22" fmla="*/ 708587 w 783410"/>
                <a:gd name="connsiteY22" fmla="*/ 675866 h 2077996"/>
                <a:gd name="connsiteX23" fmla="*/ 755048 w 783410"/>
                <a:gd name="connsiteY23" fmla="*/ 602438 h 2077996"/>
                <a:gd name="connsiteX24" fmla="*/ 780362 w 783410"/>
                <a:gd name="connsiteY24" fmla="*/ 386863 h 2077996"/>
                <a:gd name="connsiteX25" fmla="*/ 777525 w 783410"/>
                <a:gd name="connsiteY25" fmla="*/ 172621 h 2077996"/>
                <a:gd name="connsiteX26" fmla="*/ 657355 w 783410"/>
                <a:gd name="connsiteY26" fmla="*/ 7826 h 2077996"/>
                <a:gd name="connsiteX27" fmla="*/ 551970 w 783410"/>
                <a:gd name="connsiteY27" fmla="*/ 2848 h 2077996"/>
                <a:gd name="connsiteX28" fmla="*/ 8352 w 783410"/>
                <a:gd name="connsiteY28" fmla="*/ 122376 h 207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3410" h="2077996">
                  <a:moveTo>
                    <a:pt x="8352" y="122376"/>
                  </a:moveTo>
                  <a:cubicBezTo>
                    <a:pt x="-13266" y="228477"/>
                    <a:pt x="7232" y="338827"/>
                    <a:pt x="65510" y="430087"/>
                  </a:cubicBezTo>
                  <a:cubicBezTo>
                    <a:pt x="81401" y="454708"/>
                    <a:pt x="100022" y="477822"/>
                    <a:pt x="111968" y="504580"/>
                  </a:cubicBezTo>
                  <a:cubicBezTo>
                    <a:pt x="119797" y="523664"/>
                    <a:pt x="125866" y="543424"/>
                    <a:pt x="130098" y="563613"/>
                  </a:cubicBezTo>
                  <a:lnTo>
                    <a:pt x="181583" y="776720"/>
                  </a:lnTo>
                  <a:cubicBezTo>
                    <a:pt x="195482" y="834250"/>
                    <a:pt x="209483" y="892894"/>
                    <a:pt x="205308" y="951933"/>
                  </a:cubicBezTo>
                  <a:cubicBezTo>
                    <a:pt x="202399" y="993070"/>
                    <a:pt x="192030" y="1039324"/>
                    <a:pt x="217383" y="1071851"/>
                  </a:cubicBezTo>
                  <a:cubicBezTo>
                    <a:pt x="223497" y="1078063"/>
                    <a:pt x="228658" y="1085145"/>
                    <a:pt x="232700" y="1092867"/>
                  </a:cubicBezTo>
                  <a:cubicBezTo>
                    <a:pt x="235227" y="1101914"/>
                    <a:pt x="235315" y="1111468"/>
                    <a:pt x="232952" y="1120560"/>
                  </a:cubicBezTo>
                  <a:cubicBezTo>
                    <a:pt x="206905" y="1275281"/>
                    <a:pt x="187588" y="1437034"/>
                    <a:pt x="234639" y="1586713"/>
                  </a:cubicBezTo>
                  <a:cubicBezTo>
                    <a:pt x="277283" y="1722375"/>
                    <a:pt x="279717" y="1872696"/>
                    <a:pt x="315977" y="2010202"/>
                  </a:cubicBezTo>
                  <a:cubicBezTo>
                    <a:pt x="320467" y="2027229"/>
                    <a:pt x="325602" y="2045178"/>
                    <a:pt x="338500" y="2057167"/>
                  </a:cubicBezTo>
                  <a:cubicBezTo>
                    <a:pt x="348193" y="2065325"/>
                    <a:pt x="359823" y="2070852"/>
                    <a:pt x="372270" y="2073214"/>
                  </a:cubicBezTo>
                  <a:cubicBezTo>
                    <a:pt x="425704" y="2085927"/>
                    <a:pt x="482130" y="2071033"/>
                    <a:pt x="531966" y="2047940"/>
                  </a:cubicBezTo>
                  <a:cubicBezTo>
                    <a:pt x="566990" y="2031711"/>
                    <a:pt x="604689" y="2003251"/>
                    <a:pt x="601698" y="1964765"/>
                  </a:cubicBezTo>
                  <a:cubicBezTo>
                    <a:pt x="600274" y="1946457"/>
                    <a:pt x="589580" y="1930412"/>
                    <a:pt x="582321" y="1913544"/>
                  </a:cubicBezTo>
                  <a:cubicBezTo>
                    <a:pt x="568086" y="1880462"/>
                    <a:pt x="566942" y="1843506"/>
                    <a:pt x="563101" y="1807696"/>
                  </a:cubicBezTo>
                  <a:cubicBezTo>
                    <a:pt x="553456" y="1717777"/>
                    <a:pt x="525735" y="1630955"/>
                    <a:pt x="504784" y="1542981"/>
                  </a:cubicBezTo>
                  <a:cubicBezTo>
                    <a:pt x="483832" y="1455007"/>
                    <a:pt x="469599" y="1363080"/>
                    <a:pt x="487319" y="1274398"/>
                  </a:cubicBezTo>
                  <a:cubicBezTo>
                    <a:pt x="523559" y="1090964"/>
                    <a:pt x="581567" y="912511"/>
                    <a:pt x="660111" y="742829"/>
                  </a:cubicBezTo>
                  <a:cubicBezTo>
                    <a:pt x="663528" y="733804"/>
                    <a:pt x="668938" y="725667"/>
                    <a:pt x="675937" y="719025"/>
                  </a:cubicBezTo>
                  <a:cubicBezTo>
                    <a:pt x="683815" y="714557"/>
                    <a:pt x="691308" y="709442"/>
                    <a:pt x="698339" y="703733"/>
                  </a:cubicBezTo>
                  <a:cubicBezTo>
                    <a:pt x="703778" y="695319"/>
                    <a:pt x="707278" y="685800"/>
                    <a:pt x="708587" y="675866"/>
                  </a:cubicBezTo>
                  <a:cubicBezTo>
                    <a:pt x="716380" y="647799"/>
                    <a:pt x="739529" y="627090"/>
                    <a:pt x="755048" y="602438"/>
                  </a:cubicBezTo>
                  <a:cubicBezTo>
                    <a:pt x="794231" y="540191"/>
                    <a:pt x="781814" y="460401"/>
                    <a:pt x="780362" y="386863"/>
                  </a:cubicBezTo>
                  <a:cubicBezTo>
                    <a:pt x="778951" y="315349"/>
                    <a:pt x="789248" y="243181"/>
                    <a:pt x="777525" y="172621"/>
                  </a:cubicBezTo>
                  <a:cubicBezTo>
                    <a:pt x="765802" y="102061"/>
                    <a:pt x="725379" y="29935"/>
                    <a:pt x="657355" y="7826"/>
                  </a:cubicBezTo>
                  <a:cubicBezTo>
                    <a:pt x="623658" y="-3126"/>
                    <a:pt x="587229" y="-642"/>
                    <a:pt x="551970" y="2848"/>
                  </a:cubicBezTo>
                  <a:cubicBezTo>
                    <a:pt x="365171" y="21338"/>
                    <a:pt x="183659" y="55270"/>
                    <a:pt x="8352" y="122376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0D07075D-42D4-4A44-889A-5795A1C97AE6}"/>
                </a:ext>
              </a:extLst>
            </p:cNvPr>
            <p:cNvSpPr/>
            <p:nvPr/>
          </p:nvSpPr>
          <p:spPr>
            <a:xfrm>
              <a:off x="2767389" y="2982388"/>
              <a:ext cx="783410" cy="2077996"/>
            </a:xfrm>
            <a:custGeom>
              <a:avLst/>
              <a:gdLst>
                <a:gd name="connsiteX0" fmla="*/ 8352 w 783410"/>
                <a:gd name="connsiteY0" fmla="*/ 122376 h 2077996"/>
                <a:gd name="connsiteX1" fmla="*/ 65510 w 783410"/>
                <a:gd name="connsiteY1" fmla="*/ 430087 h 2077996"/>
                <a:gd name="connsiteX2" fmla="*/ 111968 w 783410"/>
                <a:gd name="connsiteY2" fmla="*/ 504580 h 2077996"/>
                <a:gd name="connsiteX3" fmla="*/ 130098 w 783410"/>
                <a:gd name="connsiteY3" fmla="*/ 563613 h 2077996"/>
                <a:gd name="connsiteX4" fmla="*/ 181583 w 783410"/>
                <a:gd name="connsiteY4" fmla="*/ 776720 h 2077996"/>
                <a:gd name="connsiteX5" fmla="*/ 205308 w 783410"/>
                <a:gd name="connsiteY5" fmla="*/ 951933 h 2077996"/>
                <a:gd name="connsiteX6" fmla="*/ 217383 w 783410"/>
                <a:gd name="connsiteY6" fmla="*/ 1071851 h 2077996"/>
                <a:gd name="connsiteX7" fmla="*/ 232700 w 783410"/>
                <a:gd name="connsiteY7" fmla="*/ 1092867 h 2077996"/>
                <a:gd name="connsiteX8" fmla="*/ 232952 w 783410"/>
                <a:gd name="connsiteY8" fmla="*/ 1120560 h 2077996"/>
                <a:gd name="connsiteX9" fmla="*/ 234639 w 783410"/>
                <a:gd name="connsiteY9" fmla="*/ 1586713 h 2077996"/>
                <a:gd name="connsiteX10" fmla="*/ 315977 w 783410"/>
                <a:gd name="connsiteY10" fmla="*/ 2010202 h 2077996"/>
                <a:gd name="connsiteX11" fmla="*/ 338500 w 783410"/>
                <a:gd name="connsiteY11" fmla="*/ 2057167 h 2077996"/>
                <a:gd name="connsiteX12" fmla="*/ 372270 w 783410"/>
                <a:gd name="connsiteY12" fmla="*/ 2073214 h 2077996"/>
                <a:gd name="connsiteX13" fmla="*/ 531966 w 783410"/>
                <a:gd name="connsiteY13" fmla="*/ 2047940 h 2077996"/>
                <a:gd name="connsiteX14" fmla="*/ 601698 w 783410"/>
                <a:gd name="connsiteY14" fmla="*/ 1964765 h 2077996"/>
                <a:gd name="connsiteX15" fmla="*/ 582321 w 783410"/>
                <a:gd name="connsiteY15" fmla="*/ 1913544 h 2077996"/>
                <a:gd name="connsiteX16" fmla="*/ 563101 w 783410"/>
                <a:gd name="connsiteY16" fmla="*/ 1807696 h 2077996"/>
                <a:gd name="connsiteX17" fmla="*/ 504784 w 783410"/>
                <a:gd name="connsiteY17" fmla="*/ 1542981 h 2077996"/>
                <a:gd name="connsiteX18" fmla="*/ 487319 w 783410"/>
                <a:gd name="connsiteY18" fmla="*/ 1274398 h 2077996"/>
                <a:gd name="connsiteX19" fmla="*/ 660111 w 783410"/>
                <a:gd name="connsiteY19" fmla="*/ 742829 h 2077996"/>
                <a:gd name="connsiteX20" fmla="*/ 675937 w 783410"/>
                <a:gd name="connsiteY20" fmla="*/ 719025 h 2077996"/>
                <a:gd name="connsiteX21" fmla="*/ 698339 w 783410"/>
                <a:gd name="connsiteY21" fmla="*/ 703733 h 2077996"/>
                <a:gd name="connsiteX22" fmla="*/ 708587 w 783410"/>
                <a:gd name="connsiteY22" fmla="*/ 675866 h 2077996"/>
                <a:gd name="connsiteX23" fmla="*/ 755048 w 783410"/>
                <a:gd name="connsiteY23" fmla="*/ 602438 h 2077996"/>
                <a:gd name="connsiteX24" fmla="*/ 780362 w 783410"/>
                <a:gd name="connsiteY24" fmla="*/ 386863 h 2077996"/>
                <a:gd name="connsiteX25" fmla="*/ 777525 w 783410"/>
                <a:gd name="connsiteY25" fmla="*/ 172621 h 2077996"/>
                <a:gd name="connsiteX26" fmla="*/ 657355 w 783410"/>
                <a:gd name="connsiteY26" fmla="*/ 7826 h 2077996"/>
                <a:gd name="connsiteX27" fmla="*/ 551970 w 783410"/>
                <a:gd name="connsiteY27" fmla="*/ 2848 h 2077996"/>
                <a:gd name="connsiteX28" fmla="*/ 8352 w 783410"/>
                <a:gd name="connsiteY28" fmla="*/ 122376 h 207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3410" h="2077996">
                  <a:moveTo>
                    <a:pt x="8352" y="122376"/>
                  </a:moveTo>
                  <a:cubicBezTo>
                    <a:pt x="-13266" y="228477"/>
                    <a:pt x="7232" y="338827"/>
                    <a:pt x="65510" y="430087"/>
                  </a:cubicBezTo>
                  <a:cubicBezTo>
                    <a:pt x="81401" y="454708"/>
                    <a:pt x="100022" y="477822"/>
                    <a:pt x="111968" y="504580"/>
                  </a:cubicBezTo>
                  <a:cubicBezTo>
                    <a:pt x="119797" y="523664"/>
                    <a:pt x="125866" y="543424"/>
                    <a:pt x="130098" y="563613"/>
                  </a:cubicBezTo>
                  <a:lnTo>
                    <a:pt x="181583" y="776720"/>
                  </a:lnTo>
                  <a:cubicBezTo>
                    <a:pt x="195482" y="834250"/>
                    <a:pt x="209483" y="892894"/>
                    <a:pt x="205308" y="951933"/>
                  </a:cubicBezTo>
                  <a:cubicBezTo>
                    <a:pt x="202399" y="993070"/>
                    <a:pt x="192030" y="1039324"/>
                    <a:pt x="217383" y="1071851"/>
                  </a:cubicBezTo>
                  <a:cubicBezTo>
                    <a:pt x="223497" y="1078063"/>
                    <a:pt x="228658" y="1085145"/>
                    <a:pt x="232700" y="1092867"/>
                  </a:cubicBezTo>
                  <a:cubicBezTo>
                    <a:pt x="235227" y="1101914"/>
                    <a:pt x="235315" y="1111468"/>
                    <a:pt x="232952" y="1120560"/>
                  </a:cubicBezTo>
                  <a:cubicBezTo>
                    <a:pt x="206905" y="1275281"/>
                    <a:pt x="187588" y="1437034"/>
                    <a:pt x="234639" y="1586713"/>
                  </a:cubicBezTo>
                  <a:cubicBezTo>
                    <a:pt x="277283" y="1722375"/>
                    <a:pt x="279717" y="1872696"/>
                    <a:pt x="315977" y="2010202"/>
                  </a:cubicBezTo>
                  <a:cubicBezTo>
                    <a:pt x="320467" y="2027229"/>
                    <a:pt x="325602" y="2045178"/>
                    <a:pt x="338500" y="2057167"/>
                  </a:cubicBezTo>
                  <a:cubicBezTo>
                    <a:pt x="348193" y="2065325"/>
                    <a:pt x="359823" y="2070852"/>
                    <a:pt x="372270" y="2073214"/>
                  </a:cubicBezTo>
                  <a:cubicBezTo>
                    <a:pt x="425704" y="2085927"/>
                    <a:pt x="482130" y="2071033"/>
                    <a:pt x="531966" y="2047940"/>
                  </a:cubicBezTo>
                  <a:cubicBezTo>
                    <a:pt x="566990" y="2031711"/>
                    <a:pt x="604689" y="2003251"/>
                    <a:pt x="601698" y="1964765"/>
                  </a:cubicBezTo>
                  <a:cubicBezTo>
                    <a:pt x="600274" y="1946457"/>
                    <a:pt x="589580" y="1930412"/>
                    <a:pt x="582321" y="1913544"/>
                  </a:cubicBezTo>
                  <a:cubicBezTo>
                    <a:pt x="568086" y="1880462"/>
                    <a:pt x="566942" y="1843506"/>
                    <a:pt x="563101" y="1807696"/>
                  </a:cubicBezTo>
                  <a:cubicBezTo>
                    <a:pt x="553456" y="1717777"/>
                    <a:pt x="525735" y="1630955"/>
                    <a:pt x="504784" y="1542981"/>
                  </a:cubicBezTo>
                  <a:cubicBezTo>
                    <a:pt x="483832" y="1455007"/>
                    <a:pt x="469599" y="1363080"/>
                    <a:pt x="487319" y="1274398"/>
                  </a:cubicBezTo>
                  <a:cubicBezTo>
                    <a:pt x="523559" y="1090964"/>
                    <a:pt x="581567" y="912511"/>
                    <a:pt x="660111" y="742829"/>
                  </a:cubicBezTo>
                  <a:cubicBezTo>
                    <a:pt x="663528" y="733804"/>
                    <a:pt x="668938" y="725667"/>
                    <a:pt x="675937" y="719025"/>
                  </a:cubicBezTo>
                  <a:cubicBezTo>
                    <a:pt x="683815" y="714557"/>
                    <a:pt x="691308" y="709442"/>
                    <a:pt x="698339" y="703733"/>
                  </a:cubicBezTo>
                  <a:cubicBezTo>
                    <a:pt x="703778" y="695319"/>
                    <a:pt x="707278" y="685800"/>
                    <a:pt x="708587" y="675866"/>
                  </a:cubicBezTo>
                  <a:cubicBezTo>
                    <a:pt x="716380" y="647799"/>
                    <a:pt x="739529" y="627090"/>
                    <a:pt x="755048" y="602438"/>
                  </a:cubicBezTo>
                  <a:cubicBezTo>
                    <a:pt x="794231" y="540191"/>
                    <a:pt x="781814" y="460401"/>
                    <a:pt x="780362" y="386863"/>
                  </a:cubicBezTo>
                  <a:cubicBezTo>
                    <a:pt x="778951" y="315349"/>
                    <a:pt x="789248" y="243181"/>
                    <a:pt x="777525" y="172621"/>
                  </a:cubicBezTo>
                  <a:cubicBezTo>
                    <a:pt x="765802" y="102061"/>
                    <a:pt x="725379" y="29935"/>
                    <a:pt x="657355" y="7826"/>
                  </a:cubicBezTo>
                  <a:cubicBezTo>
                    <a:pt x="623658" y="-3126"/>
                    <a:pt x="587229" y="-642"/>
                    <a:pt x="551970" y="2848"/>
                  </a:cubicBezTo>
                  <a:cubicBezTo>
                    <a:pt x="365171" y="21338"/>
                    <a:pt x="183659" y="55270"/>
                    <a:pt x="8352" y="12237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2E3AA972-B68D-4989-8C22-F38A94226E74}"/>
                </a:ext>
              </a:extLst>
            </p:cNvPr>
            <p:cNvSpPr/>
            <p:nvPr/>
          </p:nvSpPr>
          <p:spPr>
            <a:xfrm>
              <a:off x="2745182" y="3016810"/>
              <a:ext cx="819579" cy="2248079"/>
            </a:xfrm>
            <a:custGeom>
              <a:avLst/>
              <a:gdLst>
                <a:gd name="connsiteX0" fmla="*/ 791393 w 819579"/>
                <a:gd name="connsiteY0" fmla="*/ 536471 h 2248079"/>
                <a:gd name="connsiteX1" fmla="*/ 781995 w 819579"/>
                <a:gd name="connsiteY1" fmla="*/ 619152 h 2248079"/>
                <a:gd name="connsiteX2" fmla="*/ 676732 w 819579"/>
                <a:gd name="connsiteY2" fmla="*/ 1171983 h 2248079"/>
                <a:gd name="connsiteX3" fmla="*/ 665951 w 819579"/>
                <a:gd name="connsiteY3" fmla="*/ 1219552 h 2248079"/>
                <a:gd name="connsiteX4" fmla="*/ 594635 w 819579"/>
                <a:gd name="connsiteY4" fmla="*/ 1359854 h 2248079"/>
                <a:gd name="connsiteX5" fmla="*/ 341784 w 819579"/>
                <a:gd name="connsiteY5" fmla="*/ 2067629 h 2248079"/>
                <a:gd name="connsiteX6" fmla="*/ 324374 w 819579"/>
                <a:gd name="connsiteY6" fmla="*/ 2114833 h 2248079"/>
                <a:gd name="connsiteX7" fmla="*/ 272434 w 819579"/>
                <a:gd name="connsiteY7" fmla="*/ 2230732 h 2248079"/>
                <a:gd name="connsiteX8" fmla="*/ 261726 w 819579"/>
                <a:gd name="connsiteY8" fmla="*/ 2244572 h 2248079"/>
                <a:gd name="connsiteX9" fmla="*/ 244826 w 819579"/>
                <a:gd name="connsiteY9" fmla="*/ 2247851 h 2248079"/>
                <a:gd name="connsiteX10" fmla="*/ 26068 w 819579"/>
                <a:gd name="connsiteY10" fmla="*/ 2198097 h 2248079"/>
                <a:gd name="connsiteX11" fmla="*/ 2831 w 819579"/>
                <a:gd name="connsiteY11" fmla="*/ 2178793 h 2248079"/>
                <a:gd name="connsiteX12" fmla="*/ 354 w 819579"/>
                <a:gd name="connsiteY12" fmla="*/ 2156574 h 2248079"/>
                <a:gd name="connsiteX13" fmla="*/ 27598 w 819579"/>
                <a:gd name="connsiteY13" fmla="*/ 2021736 h 2248079"/>
                <a:gd name="connsiteX14" fmla="*/ 81504 w 819579"/>
                <a:gd name="connsiteY14" fmla="*/ 1956392 h 2248079"/>
                <a:gd name="connsiteX15" fmla="*/ 134317 w 819579"/>
                <a:gd name="connsiteY15" fmla="*/ 1523976 h 2248079"/>
                <a:gd name="connsiteX16" fmla="*/ 213064 w 819579"/>
                <a:gd name="connsiteY16" fmla="*/ 1316947 h 2248079"/>
                <a:gd name="connsiteX17" fmla="*/ 283143 w 819579"/>
                <a:gd name="connsiteY17" fmla="*/ 1172493 h 2248079"/>
                <a:gd name="connsiteX18" fmla="*/ 290209 w 819579"/>
                <a:gd name="connsiteY18" fmla="*/ 1104600 h 2248079"/>
                <a:gd name="connsiteX19" fmla="*/ 317088 w 819579"/>
                <a:gd name="connsiteY19" fmla="*/ 1088792 h 2248079"/>
                <a:gd name="connsiteX20" fmla="*/ 320876 w 819579"/>
                <a:gd name="connsiteY20" fmla="*/ 1075243 h 2248079"/>
                <a:gd name="connsiteX21" fmla="*/ 313957 w 819579"/>
                <a:gd name="connsiteY21" fmla="*/ 963278 h 2248079"/>
                <a:gd name="connsiteX22" fmla="*/ 297274 w 819579"/>
                <a:gd name="connsiteY22" fmla="*/ 890286 h 2248079"/>
                <a:gd name="connsiteX23" fmla="*/ 315632 w 819579"/>
                <a:gd name="connsiteY23" fmla="*/ 819771 h 2248079"/>
                <a:gd name="connsiteX24" fmla="*/ 316287 w 819579"/>
                <a:gd name="connsiteY24" fmla="*/ 668469 h 2248079"/>
                <a:gd name="connsiteX25" fmla="*/ 309293 w 819579"/>
                <a:gd name="connsiteY25" fmla="*/ 583967 h 2248079"/>
                <a:gd name="connsiteX26" fmla="*/ 296837 w 819579"/>
                <a:gd name="connsiteY26" fmla="*/ 545140 h 2248079"/>
                <a:gd name="connsiteX27" fmla="*/ 281467 w 819579"/>
                <a:gd name="connsiteY27" fmla="*/ 401997 h 2248079"/>
                <a:gd name="connsiteX28" fmla="*/ 231786 w 819579"/>
                <a:gd name="connsiteY28" fmla="*/ 367030 h 2248079"/>
                <a:gd name="connsiteX29" fmla="*/ 163601 w 819579"/>
                <a:gd name="connsiteY29" fmla="*/ 268979 h 2248079"/>
                <a:gd name="connsiteX30" fmla="*/ 144297 w 819579"/>
                <a:gd name="connsiteY30" fmla="*/ 148929 h 2248079"/>
                <a:gd name="connsiteX31" fmla="*/ 144005 w 819579"/>
                <a:gd name="connsiteY31" fmla="*/ 122995 h 2248079"/>
                <a:gd name="connsiteX32" fmla="*/ 147502 w 819579"/>
                <a:gd name="connsiteY32" fmla="*/ 110029 h 2248079"/>
                <a:gd name="connsiteX33" fmla="*/ 205998 w 819579"/>
                <a:gd name="connsiteY33" fmla="*/ 74480 h 2248079"/>
                <a:gd name="connsiteX34" fmla="*/ 652692 w 819579"/>
                <a:gd name="connsiteY34" fmla="*/ 22249 h 2248079"/>
                <a:gd name="connsiteX35" fmla="*/ 763272 w 819579"/>
                <a:gd name="connsiteY35" fmla="*/ 38057 h 2248079"/>
                <a:gd name="connsiteX36" fmla="*/ 794743 w 819579"/>
                <a:gd name="connsiteY36" fmla="*/ 114910 h 2248079"/>
                <a:gd name="connsiteX37" fmla="*/ 816669 w 819579"/>
                <a:gd name="connsiteY37" fmla="*/ 362441 h 2248079"/>
                <a:gd name="connsiteX38" fmla="*/ 791393 w 819579"/>
                <a:gd name="connsiteY38" fmla="*/ 536471 h 2248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19579" h="2248079">
                  <a:moveTo>
                    <a:pt x="791393" y="536471"/>
                  </a:moveTo>
                  <a:cubicBezTo>
                    <a:pt x="790840" y="564264"/>
                    <a:pt x="787694" y="591944"/>
                    <a:pt x="781995" y="619152"/>
                  </a:cubicBezTo>
                  <a:cubicBezTo>
                    <a:pt x="749069" y="803818"/>
                    <a:pt x="713981" y="988095"/>
                    <a:pt x="676732" y="1171983"/>
                  </a:cubicBezTo>
                  <a:cubicBezTo>
                    <a:pt x="673454" y="1187936"/>
                    <a:pt x="670249" y="1203890"/>
                    <a:pt x="665951" y="1219552"/>
                  </a:cubicBezTo>
                  <a:cubicBezTo>
                    <a:pt x="652073" y="1270723"/>
                    <a:pt x="627796" y="1318484"/>
                    <a:pt x="594635" y="1359854"/>
                  </a:cubicBezTo>
                  <a:cubicBezTo>
                    <a:pt x="439399" y="1553334"/>
                    <a:pt x="425994" y="1834302"/>
                    <a:pt x="341784" y="2067629"/>
                  </a:cubicBezTo>
                  <a:cubicBezTo>
                    <a:pt x="336103" y="2083436"/>
                    <a:pt x="330421" y="2099244"/>
                    <a:pt x="324374" y="2114833"/>
                  </a:cubicBezTo>
                  <a:cubicBezTo>
                    <a:pt x="309156" y="2154372"/>
                    <a:pt x="291817" y="2193060"/>
                    <a:pt x="272434" y="2230732"/>
                  </a:cubicBezTo>
                  <a:cubicBezTo>
                    <a:pt x="270170" y="2236222"/>
                    <a:pt x="266472" y="2241002"/>
                    <a:pt x="261726" y="2244572"/>
                  </a:cubicBezTo>
                  <a:cubicBezTo>
                    <a:pt x="256502" y="2247200"/>
                    <a:pt x="250654" y="2248335"/>
                    <a:pt x="244826" y="2247851"/>
                  </a:cubicBezTo>
                  <a:cubicBezTo>
                    <a:pt x="169053" y="2248286"/>
                    <a:pt x="94198" y="2231262"/>
                    <a:pt x="26068" y="2198097"/>
                  </a:cubicBezTo>
                  <a:cubicBezTo>
                    <a:pt x="16342" y="2194510"/>
                    <a:pt x="8140" y="2187697"/>
                    <a:pt x="2831" y="2178793"/>
                  </a:cubicBezTo>
                  <a:cubicBezTo>
                    <a:pt x="218" y="2171697"/>
                    <a:pt x="-632" y="2164071"/>
                    <a:pt x="354" y="2156574"/>
                  </a:cubicBezTo>
                  <a:cubicBezTo>
                    <a:pt x="2685" y="2110317"/>
                    <a:pt x="5525" y="2062384"/>
                    <a:pt x="27598" y="2021736"/>
                  </a:cubicBezTo>
                  <a:cubicBezTo>
                    <a:pt x="42245" y="1997415"/>
                    <a:pt x="60410" y="1975395"/>
                    <a:pt x="81504" y="1956392"/>
                  </a:cubicBezTo>
                  <a:cubicBezTo>
                    <a:pt x="88060" y="1811210"/>
                    <a:pt x="102411" y="1665736"/>
                    <a:pt x="134317" y="1523976"/>
                  </a:cubicBezTo>
                  <a:cubicBezTo>
                    <a:pt x="150708" y="1451494"/>
                    <a:pt x="170959" y="1378211"/>
                    <a:pt x="213064" y="1316947"/>
                  </a:cubicBezTo>
                  <a:cubicBezTo>
                    <a:pt x="244097" y="1271710"/>
                    <a:pt x="288607" y="1227055"/>
                    <a:pt x="283143" y="1172493"/>
                  </a:cubicBezTo>
                  <a:cubicBezTo>
                    <a:pt x="280739" y="1148526"/>
                    <a:pt x="270686" y="1118659"/>
                    <a:pt x="290209" y="1104600"/>
                  </a:cubicBezTo>
                  <a:cubicBezTo>
                    <a:pt x="298731" y="1098409"/>
                    <a:pt x="311334" y="1097607"/>
                    <a:pt x="317088" y="1088792"/>
                  </a:cubicBezTo>
                  <a:cubicBezTo>
                    <a:pt x="319407" y="1084640"/>
                    <a:pt x="320706" y="1079996"/>
                    <a:pt x="320876" y="1075243"/>
                  </a:cubicBezTo>
                  <a:cubicBezTo>
                    <a:pt x="324888" y="1037798"/>
                    <a:pt x="322548" y="999944"/>
                    <a:pt x="313957" y="963278"/>
                  </a:cubicBezTo>
                  <a:cubicBezTo>
                    <a:pt x="306858" y="939325"/>
                    <a:pt x="301286" y="914945"/>
                    <a:pt x="297274" y="890286"/>
                  </a:cubicBezTo>
                  <a:cubicBezTo>
                    <a:pt x="294797" y="865372"/>
                    <a:pt x="299023" y="838420"/>
                    <a:pt x="315632" y="819771"/>
                  </a:cubicBezTo>
                  <a:cubicBezTo>
                    <a:pt x="316651" y="769944"/>
                    <a:pt x="315267" y="718223"/>
                    <a:pt x="316287" y="668469"/>
                  </a:cubicBezTo>
                  <a:cubicBezTo>
                    <a:pt x="318250" y="640110"/>
                    <a:pt x="315892" y="611618"/>
                    <a:pt x="309293" y="583967"/>
                  </a:cubicBezTo>
                  <a:cubicBezTo>
                    <a:pt x="305506" y="570927"/>
                    <a:pt x="299751" y="558471"/>
                    <a:pt x="296837" y="545140"/>
                  </a:cubicBezTo>
                  <a:cubicBezTo>
                    <a:pt x="286420" y="497280"/>
                    <a:pt x="312427" y="439950"/>
                    <a:pt x="281467" y="401997"/>
                  </a:cubicBezTo>
                  <a:cubicBezTo>
                    <a:pt x="268573" y="386262"/>
                    <a:pt x="248687" y="378395"/>
                    <a:pt x="231786" y="367030"/>
                  </a:cubicBezTo>
                  <a:cubicBezTo>
                    <a:pt x="198058" y="344521"/>
                    <a:pt x="175912" y="307661"/>
                    <a:pt x="163601" y="268979"/>
                  </a:cubicBezTo>
                  <a:cubicBezTo>
                    <a:pt x="152677" y="229815"/>
                    <a:pt x="146201" y="189544"/>
                    <a:pt x="144297" y="148929"/>
                  </a:cubicBezTo>
                  <a:cubicBezTo>
                    <a:pt x="143290" y="140318"/>
                    <a:pt x="143193" y="131626"/>
                    <a:pt x="144005" y="122995"/>
                  </a:cubicBezTo>
                  <a:cubicBezTo>
                    <a:pt x="144551" y="118529"/>
                    <a:pt x="145728" y="114164"/>
                    <a:pt x="147502" y="110029"/>
                  </a:cubicBezTo>
                  <a:cubicBezTo>
                    <a:pt x="157118" y="88393"/>
                    <a:pt x="182979" y="80015"/>
                    <a:pt x="205998" y="74480"/>
                  </a:cubicBezTo>
                  <a:cubicBezTo>
                    <a:pt x="352294" y="39393"/>
                    <a:pt x="502248" y="21859"/>
                    <a:pt x="652692" y="22249"/>
                  </a:cubicBezTo>
                  <a:cubicBezTo>
                    <a:pt x="708346" y="-15631"/>
                    <a:pt x="739670" y="-2082"/>
                    <a:pt x="763272" y="38057"/>
                  </a:cubicBezTo>
                  <a:cubicBezTo>
                    <a:pt x="776307" y="62557"/>
                    <a:pt x="786850" y="88304"/>
                    <a:pt x="794743" y="114910"/>
                  </a:cubicBezTo>
                  <a:cubicBezTo>
                    <a:pt x="805524" y="147472"/>
                    <a:pt x="806179" y="329733"/>
                    <a:pt x="816669" y="362441"/>
                  </a:cubicBezTo>
                  <a:cubicBezTo>
                    <a:pt x="830292" y="404984"/>
                    <a:pt x="790883" y="491816"/>
                    <a:pt x="791393" y="536471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ABAC7756-E8EE-4C59-A1CB-101FAE0FE862}"/>
                </a:ext>
              </a:extLst>
            </p:cNvPr>
            <p:cNvSpPr/>
            <p:nvPr/>
          </p:nvSpPr>
          <p:spPr>
            <a:xfrm>
              <a:off x="2525307" y="1835495"/>
              <a:ext cx="376115" cy="1193453"/>
            </a:xfrm>
            <a:custGeom>
              <a:avLst/>
              <a:gdLst>
                <a:gd name="connsiteX0" fmla="*/ 5009 w 376115"/>
                <a:gd name="connsiteY0" fmla="*/ 59208 h 1193453"/>
                <a:gd name="connsiteX1" fmla="*/ 16187 w 376115"/>
                <a:gd name="connsiteY1" fmla="*/ 145003 h 1193453"/>
                <a:gd name="connsiteX2" fmla="*/ 4868 w 376115"/>
                <a:gd name="connsiteY2" fmla="*/ 219869 h 1193453"/>
                <a:gd name="connsiteX3" fmla="*/ 56556 w 376115"/>
                <a:gd name="connsiteY3" fmla="*/ 507773 h 1193453"/>
                <a:gd name="connsiteX4" fmla="*/ 68827 w 376115"/>
                <a:gd name="connsiteY4" fmla="*/ 555123 h 1193453"/>
                <a:gd name="connsiteX5" fmla="*/ 47653 w 376115"/>
                <a:gd name="connsiteY5" fmla="*/ 642655 h 1193453"/>
                <a:gd name="connsiteX6" fmla="*/ 84774 w 376115"/>
                <a:gd name="connsiteY6" fmla="*/ 827442 h 1193453"/>
                <a:gd name="connsiteX7" fmla="*/ 83326 w 376115"/>
                <a:gd name="connsiteY7" fmla="*/ 914547 h 1193453"/>
                <a:gd name="connsiteX8" fmla="*/ 108313 w 376115"/>
                <a:gd name="connsiteY8" fmla="*/ 967186 h 1193453"/>
                <a:gd name="connsiteX9" fmla="*/ 141200 w 376115"/>
                <a:gd name="connsiteY9" fmla="*/ 1065185 h 1193453"/>
                <a:gd name="connsiteX10" fmla="*/ 273728 w 376115"/>
                <a:gd name="connsiteY10" fmla="*/ 1193333 h 1193453"/>
                <a:gd name="connsiteX11" fmla="*/ 351803 w 376115"/>
                <a:gd name="connsiteY11" fmla="*/ 1144973 h 1193453"/>
                <a:gd name="connsiteX12" fmla="*/ 365431 w 376115"/>
                <a:gd name="connsiteY12" fmla="*/ 1102565 h 1193453"/>
                <a:gd name="connsiteX13" fmla="*/ 375899 w 376115"/>
                <a:gd name="connsiteY13" fmla="*/ 905799 h 1193453"/>
                <a:gd name="connsiteX14" fmla="*/ 366896 w 376115"/>
                <a:gd name="connsiteY14" fmla="*/ 736426 h 1193453"/>
                <a:gd name="connsiteX15" fmla="*/ 316536 w 376115"/>
                <a:gd name="connsiteY15" fmla="*/ 525764 h 1193453"/>
                <a:gd name="connsiteX16" fmla="*/ 252131 w 376115"/>
                <a:gd name="connsiteY16" fmla="*/ 260461 h 1193453"/>
                <a:gd name="connsiteX17" fmla="*/ 131615 w 376115"/>
                <a:gd name="connsiteY17" fmla="*/ 54389 h 1193453"/>
                <a:gd name="connsiteX18" fmla="*/ 64611 w 376115"/>
                <a:gd name="connsiteY18" fmla="*/ 489 h 1193453"/>
                <a:gd name="connsiteX19" fmla="*/ 5010 w 376115"/>
                <a:gd name="connsiteY19" fmla="*/ 59208 h 119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6115" h="1193453">
                  <a:moveTo>
                    <a:pt x="5009" y="59208"/>
                  </a:moveTo>
                  <a:cubicBezTo>
                    <a:pt x="874" y="87886"/>
                    <a:pt x="14663" y="116069"/>
                    <a:pt x="16187" y="145003"/>
                  </a:cubicBezTo>
                  <a:cubicBezTo>
                    <a:pt x="17519" y="170284"/>
                    <a:pt x="9472" y="194976"/>
                    <a:pt x="4868" y="219869"/>
                  </a:cubicBezTo>
                  <a:cubicBezTo>
                    <a:pt x="-13100" y="317022"/>
                    <a:pt x="21423" y="415431"/>
                    <a:pt x="56556" y="507773"/>
                  </a:cubicBezTo>
                  <a:cubicBezTo>
                    <a:pt x="63237" y="522769"/>
                    <a:pt x="67384" y="538769"/>
                    <a:pt x="68827" y="555123"/>
                  </a:cubicBezTo>
                  <a:cubicBezTo>
                    <a:pt x="69766" y="585263"/>
                    <a:pt x="52407" y="612878"/>
                    <a:pt x="47653" y="642655"/>
                  </a:cubicBezTo>
                  <a:cubicBezTo>
                    <a:pt x="37663" y="705227"/>
                    <a:pt x="83818" y="764085"/>
                    <a:pt x="84774" y="827442"/>
                  </a:cubicBezTo>
                  <a:cubicBezTo>
                    <a:pt x="85215" y="856612"/>
                    <a:pt x="76028" y="886301"/>
                    <a:pt x="83326" y="914547"/>
                  </a:cubicBezTo>
                  <a:cubicBezTo>
                    <a:pt x="88196" y="933398"/>
                    <a:pt x="99963" y="949597"/>
                    <a:pt x="108313" y="967186"/>
                  </a:cubicBezTo>
                  <a:cubicBezTo>
                    <a:pt x="123108" y="998350"/>
                    <a:pt x="127078" y="1033709"/>
                    <a:pt x="141200" y="1065185"/>
                  </a:cubicBezTo>
                  <a:cubicBezTo>
                    <a:pt x="166721" y="1122068"/>
                    <a:pt x="221549" y="1159210"/>
                    <a:pt x="273728" y="1193333"/>
                  </a:cubicBezTo>
                  <a:cubicBezTo>
                    <a:pt x="303413" y="1183437"/>
                    <a:pt x="335507" y="1171687"/>
                    <a:pt x="351803" y="1144973"/>
                  </a:cubicBezTo>
                  <a:cubicBezTo>
                    <a:pt x="358957" y="1131813"/>
                    <a:pt x="363579" y="1117428"/>
                    <a:pt x="365431" y="1102565"/>
                  </a:cubicBezTo>
                  <a:cubicBezTo>
                    <a:pt x="376714" y="1037765"/>
                    <a:pt x="376322" y="971572"/>
                    <a:pt x="375899" y="905799"/>
                  </a:cubicBezTo>
                  <a:cubicBezTo>
                    <a:pt x="376853" y="849200"/>
                    <a:pt x="373844" y="792604"/>
                    <a:pt x="366896" y="736426"/>
                  </a:cubicBezTo>
                  <a:cubicBezTo>
                    <a:pt x="356356" y="664963"/>
                    <a:pt x="333170" y="596059"/>
                    <a:pt x="316536" y="525764"/>
                  </a:cubicBezTo>
                  <a:cubicBezTo>
                    <a:pt x="295556" y="437107"/>
                    <a:pt x="284806" y="345506"/>
                    <a:pt x="252131" y="260461"/>
                  </a:cubicBezTo>
                  <a:cubicBezTo>
                    <a:pt x="223417" y="185727"/>
                    <a:pt x="178691" y="118644"/>
                    <a:pt x="131615" y="54389"/>
                  </a:cubicBezTo>
                  <a:cubicBezTo>
                    <a:pt x="113653" y="29873"/>
                    <a:pt x="99473" y="-5172"/>
                    <a:pt x="64611" y="489"/>
                  </a:cubicBezTo>
                  <a:cubicBezTo>
                    <a:pt x="34399" y="5632"/>
                    <a:pt x="10603" y="29076"/>
                    <a:pt x="5010" y="59208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9B97F6EB-C95E-4DA6-B6E7-59762AD66D71}"/>
                </a:ext>
              </a:extLst>
            </p:cNvPr>
            <p:cNvSpPr/>
            <p:nvPr/>
          </p:nvSpPr>
          <p:spPr>
            <a:xfrm>
              <a:off x="2525307" y="1835495"/>
              <a:ext cx="376115" cy="1193453"/>
            </a:xfrm>
            <a:custGeom>
              <a:avLst/>
              <a:gdLst>
                <a:gd name="connsiteX0" fmla="*/ 5009 w 376115"/>
                <a:gd name="connsiteY0" fmla="*/ 59208 h 1193453"/>
                <a:gd name="connsiteX1" fmla="*/ 16187 w 376115"/>
                <a:gd name="connsiteY1" fmla="*/ 145003 h 1193453"/>
                <a:gd name="connsiteX2" fmla="*/ 4868 w 376115"/>
                <a:gd name="connsiteY2" fmla="*/ 219869 h 1193453"/>
                <a:gd name="connsiteX3" fmla="*/ 56556 w 376115"/>
                <a:gd name="connsiteY3" fmla="*/ 507773 h 1193453"/>
                <a:gd name="connsiteX4" fmla="*/ 68827 w 376115"/>
                <a:gd name="connsiteY4" fmla="*/ 555123 h 1193453"/>
                <a:gd name="connsiteX5" fmla="*/ 47653 w 376115"/>
                <a:gd name="connsiteY5" fmla="*/ 642655 h 1193453"/>
                <a:gd name="connsiteX6" fmla="*/ 84774 w 376115"/>
                <a:gd name="connsiteY6" fmla="*/ 827442 h 1193453"/>
                <a:gd name="connsiteX7" fmla="*/ 83326 w 376115"/>
                <a:gd name="connsiteY7" fmla="*/ 914547 h 1193453"/>
                <a:gd name="connsiteX8" fmla="*/ 108313 w 376115"/>
                <a:gd name="connsiteY8" fmla="*/ 967186 h 1193453"/>
                <a:gd name="connsiteX9" fmla="*/ 141200 w 376115"/>
                <a:gd name="connsiteY9" fmla="*/ 1065185 h 1193453"/>
                <a:gd name="connsiteX10" fmla="*/ 273728 w 376115"/>
                <a:gd name="connsiteY10" fmla="*/ 1193333 h 1193453"/>
                <a:gd name="connsiteX11" fmla="*/ 351803 w 376115"/>
                <a:gd name="connsiteY11" fmla="*/ 1144973 h 1193453"/>
                <a:gd name="connsiteX12" fmla="*/ 365431 w 376115"/>
                <a:gd name="connsiteY12" fmla="*/ 1102565 h 1193453"/>
                <a:gd name="connsiteX13" fmla="*/ 375899 w 376115"/>
                <a:gd name="connsiteY13" fmla="*/ 905799 h 1193453"/>
                <a:gd name="connsiteX14" fmla="*/ 366896 w 376115"/>
                <a:gd name="connsiteY14" fmla="*/ 736426 h 1193453"/>
                <a:gd name="connsiteX15" fmla="*/ 316536 w 376115"/>
                <a:gd name="connsiteY15" fmla="*/ 525764 h 1193453"/>
                <a:gd name="connsiteX16" fmla="*/ 252131 w 376115"/>
                <a:gd name="connsiteY16" fmla="*/ 260461 h 1193453"/>
                <a:gd name="connsiteX17" fmla="*/ 131615 w 376115"/>
                <a:gd name="connsiteY17" fmla="*/ 54389 h 1193453"/>
                <a:gd name="connsiteX18" fmla="*/ 64611 w 376115"/>
                <a:gd name="connsiteY18" fmla="*/ 489 h 1193453"/>
                <a:gd name="connsiteX19" fmla="*/ 5010 w 376115"/>
                <a:gd name="connsiteY19" fmla="*/ 59208 h 119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6115" h="1193453">
                  <a:moveTo>
                    <a:pt x="5009" y="59208"/>
                  </a:moveTo>
                  <a:cubicBezTo>
                    <a:pt x="874" y="87886"/>
                    <a:pt x="14663" y="116069"/>
                    <a:pt x="16187" y="145003"/>
                  </a:cubicBezTo>
                  <a:cubicBezTo>
                    <a:pt x="17519" y="170284"/>
                    <a:pt x="9472" y="194976"/>
                    <a:pt x="4868" y="219869"/>
                  </a:cubicBezTo>
                  <a:cubicBezTo>
                    <a:pt x="-13100" y="317022"/>
                    <a:pt x="21423" y="415431"/>
                    <a:pt x="56556" y="507773"/>
                  </a:cubicBezTo>
                  <a:cubicBezTo>
                    <a:pt x="63237" y="522769"/>
                    <a:pt x="67384" y="538769"/>
                    <a:pt x="68827" y="555123"/>
                  </a:cubicBezTo>
                  <a:cubicBezTo>
                    <a:pt x="69766" y="585263"/>
                    <a:pt x="52407" y="612878"/>
                    <a:pt x="47653" y="642655"/>
                  </a:cubicBezTo>
                  <a:cubicBezTo>
                    <a:pt x="37663" y="705227"/>
                    <a:pt x="83818" y="764085"/>
                    <a:pt x="84774" y="827442"/>
                  </a:cubicBezTo>
                  <a:cubicBezTo>
                    <a:pt x="85215" y="856612"/>
                    <a:pt x="76028" y="886301"/>
                    <a:pt x="83326" y="914547"/>
                  </a:cubicBezTo>
                  <a:cubicBezTo>
                    <a:pt x="88196" y="933398"/>
                    <a:pt x="99963" y="949597"/>
                    <a:pt x="108313" y="967186"/>
                  </a:cubicBezTo>
                  <a:cubicBezTo>
                    <a:pt x="123108" y="998350"/>
                    <a:pt x="127078" y="1033709"/>
                    <a:pt x="141200" y="1065185"/>
                  </a:cubicBezTo>
                  <a:cubicBezTo>
                    <a:pt x="166721" y="1122068"/>
                    <a:pt x="221549" y="1159210"/>
                    <a:pt x="273728" y="1193333"/>
                  </a:cubicBezTo>
                  <a:cubicBezTo>
                    <a:pt x="303413" y="1183437"/>
                    <a:pt x="335507" y="1171687"/>
                    <a:pt x="351803" y="1144973"/>
                  </a:cubicBezTo>
                  <a:cubicBezTo>
                    <a:pt x="358957" y="1131813"/>
                    <a:pt x="363579" y="1117428"/>
                    <a:pt x="365431" y="1102565"/>
                  </a:cubicBezTo>
                  <a:cubicBezTo>
                    <a:pt x="376714" y="1037765"/>
                    <a:pt x="376322" y="971572"/>
                    <a:pt x="375899" y="905799"/>
                  </a:cubicBezTo>
                  <a:cubicBezTo>
                    <a:pt x="376853" y="849200"/>
                    <a:pt x="373844" y="792604"/>
                    <a:pt x="366896" y="736426"/>
                  </a:cubicBezTo>
                  <a:cubicBezTo>
                    <a:pt x="356356" y="664963"/>
                    <a:pt x="333170" y="596059"/>
                    <a:pt x="316536" y="525764"/>
                  </a:cubicBezTo>
                  <a:cubicBezTo>
                    <a:pt x="295556" y="437107"/>
                    <a:pt x="284806" y="345506"/>
                    <a:pt x="252131" y="260461"/>
                  </a:cubicBezTo>
                  <a:cubicBezTo>
                    <a:pt x="223417" y="185727"/>
                    <a:pt x="178691" y="118644"/>
                    <a:pt x="131615" y="54389"/>
                  </a:cubicBezTo>
                  <a:cubicBezTo>
                    <a:pt x="113653" y="29873"/>
                    <a:pt x="99473" y="-5172"/>
                    <a:pt x="64611" y="489"/>
                  </a:cubicBezTo>
                  <a:cubicBezTo>
                    <a:pt x="34399" y="5632"/>
                    <a:pt x="10603" y="29076"/>
                    <a:pt x="5010" y="59208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E89A9F20-09FB-438B-A430-FFD38717CB27}"/>
                </a:ext>
              </a:extLst>
            </p:cNvPr>
            <p:cNvSpPr/>
            <p:nvPr/>
          </p:nvSpPr>
          <p:spPr>
            <a:xfrm>
              <a:off x="2944583" y="1216911"/>
              <a:ext cx="343483" cy="177834"/>
            </a:xfrm>
            <a:custGeom>
              <a:avLst/>
              <a:gdLst>
                <a:gd name="connsiteX0" fmla="*/ 343439 w 343483"/>
                <a:gd name="connsiteY0" fmla="*/ 52856 h 177834"/>
                <a:gd name="connsiteX1" fmla="*/ 286619 w 343483"/>
                <a:gd name="connsiteY1" fmla="*/ 169920 h 177834"/>
                <a:gd name="connsiteX2" fmla="*/ 222078 w 343483"/>
                <a:gd name="connsiteY2" fmla="*/ 177714 h 177834"/>
                <a:gd name="connsiteX3" fmla="*/ 28239 w 343483"/>
                <a:gd name="connsiteY3" fmla="*/ 68993 h 177834"/>
                <a:gd name="connsiteX4" fmla="*/ 187 w 343483"/>
                <a:gd name="connsiteY4" fmla="*/ 16068 h 177834"/>
                <a:gd name="connsiteX5" fmla="*/ 40399 w 343483"/>
                <a:gd name="connsiteY5" fmla="*/ 989 h 177834"/>
                <a:gd name="connsiteX6" fmla="*/ 196728 w 343483"/>
                <a:gd name="connsiteY6" fmla="*/ 21167 h 177834"/>
                <a:gd name="connsiteX7" fmla="*/ 343439 w 343483"/>
                <a:gd name="connsiteY7" fmla="*/ 52856 h 177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483" h="177834">
                  <a:moveTo>
                    <a:pt x="343439" y="52856"/>
                  </a:moveTo>
                  <a:cubicBezTo>
                    <a:pt x="320430" y="89768"/>
                    <a:pt x="301385" y="129007"/>
                    <a:pt x="286619" y="169920"/>
                  </a:cubicBezTo>
                  <a:cubicBezTo>
                    <a:pt x="265498" y="175113"/>
                    <a:pt x="243827" y="177730"/>
                    <a:pt x="222078" y="177714"/>
                  </a:cubicBezTo>
                  <a:cubicBezTo>
                    <a:pt x="137648" y="177714"/>
                    <a:pt x="77847" y="129674"/>
                    <a:pt x="28239" y="68993"/>
                  </a:cubicBezTo>
                  <a:cubicBezTo>
                    <a:pt x="23940" y="49543"/>
                    <a:pt x="-2800" y="31366"/>
                    <a:pt x="187" y="16068"/>
                  </a:cubicBezTo>
                  <a:cubicBezTo>
                    <a:pt x="4121" y="-4183"/>
                    <a:pt x="23207" y="-176"/>
                    <a:pt x="40399" y="989"/>
                  </a:cubicBezTo>
                  <a:cubicBezTo>
                    <a:pt x="92825" y="4982"/>
                    <a:pt x="145006" y="11718"/>
                    <a:pt x="196728" y="21167"/>
                  </a:cubicBezTo>
                  <a:cubicBezTo>
                    <a:pt x="210203" y="23499"/>
                    <a:pt x="341472" y="56280"/>
                    <a:pt x="343439" y="5285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23F27B9B-26AE-4162-80A5-D98444188279}"/>
                </a:ext>
              </a:extLst>
            </p:cNvPr>
            <p:cNvSpPr/>
            <p:nvPr/>
          </p:nvSpPr>
          <p:spPr>
            <a:xfrm>
              <a:off x="2896225" y="846413"/>
              <a:ext cx="541013" cy="541013"/>
            </a:xfrm>
            <a:custGeom>
              <a:avLst/>
              <a:gdLst>
                <a:gd name="connsiteX0" fmla="*/ 541013 w 541013"/>
                <a:gd name="connsiteY0" fmla="*/ 270507 h 541013"/>
                <a:gd name="connsiteX1" fmla="*/ 270507 w 541013"/>
                <a:gd name="connsiteY1" fmla="*/ 541013 h 541013"/>
                <a:gd name="connsiteX2" fmla="*/ 0 w 541013"/>
                <a:gd name="connsiteY2" fmla="*/ 270507 h 541013"/>
                <a:gd name="connsiteX3" fmla="*/ 270507 w 541013"/>
                <a:gd name="connsiteY3" fmla="*/ 0 h 541013"/>
                <a:gd name="connsiteX4" fmla="*/ 541013 w 541013"/>
                <a:gd name="connsiteY4" fmla="*/ 270507 h 54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013" h="541013">
                  <a:moveTo>
                    <a:pt x="541013" y="270507"/>
                  </a:moveTo>
                  <a:cubicBezTo>
                    <a:pt x="541013" y="419903"/>
                    <a:pt x="419903" y="541013"/>
                    <a:pt x="270507" y="541013"/>
                  </a:cubicBezTo>
                  <a:cubicBezTo>
                    <a:pt x="121110" y="541013"/>
                    <a:pt x="0" y="419903"/>
                    <a:pt x="0" y="270507"/>
                  </a:cubicBezTo>
                  <a:cubicBezTo>
                    <a:pt x="0" y="121110"/>
                    <a:pt x="121110" y="0"/>
                    <a:pt x="270507" y="0"/>
                  </a:cubicBezTo>
                  <a:cubicBezTo>
                    <a:pt x="419903" y="0"/>
                    <a:pt x="541013" y="121110"/>
                    <a:pt x="541013" y="270507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C66663AC-94FA-429B-9D13-02EA3E18D7A3}"/>
                </a:ext>
              </a:extLst>
            </p:cNvPr>
            <p:cNvSpPr/>
            <p:nvPr/>
          </p:nvSpPr>
          <p:spPr>
            <a:xfrm>
              <a:off x="2889233" y="3016810"/>
              <a:ext cx="619266" cy="123114"/>
            </a:xfrm>
            <a:custGeom>
              <a:avLst/>
              <a:gdLst>
                <a:gd name="connsiteX0" fmla="*/ 619222 w 619266"/>
                <a:gd name="connsiteY0" fmla="*/ 38057 h 123114"/>
                <a:gd name="connsiteX1" fmla="*/ 478265 w 619266"/>
                <a:gd name="connsiteY1" fmla="*/ 39076 h 123114"/>
                <a:gd name="connsiteX2" fmla="*/ 390777 w 619266"/>
                <a:gd name="connsiteY2" fmla="*/ 48036 h 123114"/>
                <a:gd name="connsiteX3" fmla="*/ 286970 w 619266"/>
                <a:gd name="connsiteY3" fmla="*/ 82420 h 123114"/>
                <a:gd name="connsiteX4" fmla="*/ 113523 w 619266"/>
                <a:gd name="connsiteY4" fmla="*/ 105220 h 123114"/>
                <a:gd name="connsiteX5" fmla="*/ -45 w 619266"/>
                <a:gd name="connsiteY5" fmla="*/ 122995 h 123114"/>
                <a:gd name="connsiteX6" fmla="*/ 3451 w 619266"/>
                <a:gd name="connsiteY6" fmla="*/ 110028 h 123114"/>
                <a:gd name="connsiteX7" fmla="*/ 61947 w 619266"/>
                <a:gd name="connsiteY7" fmla="*/ 74479 h 123114"/>
                <a:gd name="connsiteX8" fmla="*/ 508641 w 619266"/>
                <a:gd name="connsiteY8" fmla="*/ 22248 h 123114"/>
                <a:gd name="connsiteX9" fmla="*/ 619222 w 619266"/>
                <a:gd name="connsiteY9" fmla="*/ 38057 h 12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266" h="123114">
                  <a:moveTo>
                    <a:pt x="619222" y="38057"/>
                  </a:moveTo>
                  <a:cubicBezTo>
                    <a:pt x="572382" y="35288"/>
                    <a:pt x="525251" y="37182"/>
                    <a:pt x="478265" y="39076"/>
                  </a:cubicBezTo>
                  <a:cubicBezTo>
                    <a:pt x="448888" y="39355"/>
                    <a:pt x="419600" y="42355"/>
                    <a:pt x="390777" y="48036"/>
                  </a:cubicBezTo>
                  <a:cubicBezTo>
                    <a:pt x="355227" y="56122"/>
                    <a:pt x="322009" y="72293"/>
                    <a:pt x="286970" y="82420"/>
                  </a:cubicBezTo>
                  <a:cubicBezTo>
                    <a:pt x="230877" y="98737"/>
                    <a:pt x="171654" y="99466"/>
                    <a:pt x="113523" y="105220"/>
                  </a:cubicBezTo>
                  <a:cubicBezTo>
                    <a:pt x="75352" y="108921"/>
                    <a:pt x="37431" y="114856"/>
                    <a:pt x="-45" y="122995"/>
                  </a:cubicBezTo>
                  <a:cubicBezTo>
                    <a:pt x="501" y="118529"/>
                    <a:pt x="1678" y="114164"/>
                    <a:pt x="3451" y="110028"/>
                  </a:cubicBezTo>
                  <a:cubicBezTo>
                    <a:pt x="13068" y="88393"/>
                    <a:pt x="38929" y="80015"/>
                    <a:pt x="61947" y="74479"/>
                  </a:cubicBezTo>
                  <a:cubicBezTo>
                    <a:pt x="208243" y="39392"/>
                    <a:pt x="358197" y="21859"/>
                    <a:pt x="508641" y="22248"/>
                  </a:cubicBezTo>
                  <a:cubicBezTo>
                    <a:pt x="564296" y="-15631"/>
                    <a:pt x="595620" y="-2082"/>
                    <a:pt x="619222" y="38057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86E3D4FC-5532-43E2-ACEF-D01F71E0B4A0}"/>
                </a:ext>
              </a:extLst>
            </p:cNvPr>
            <p:cNvSpPr/>
            <p:nvPr/>
          </p:nvSpPr>
          <p:spPr>
            <a:xfrm>
              <a:off x="2566790" y="1481999"/>
              <a:ext cx="1054353" cy="1688174"/>
            </a:xfrm>
            <a:custGeom>
              <a:avLst/>
              <a:gdLst>
                <a:gd name="connsiteX0" fmla="*/ 757318 w 1054353"/>
                <a:gd name="connsiteY0" fmla="*/ 77622 h 1688174"/>
                <a:gd name="connsiteX1" fmla="*/ 712210 w 1054353"/>
                <a:gd name="connsiteY1" fmla="*/ 101906 h 1688174"/>
                <a:gd name="connsiteX2" fmla="*/ 694656 w 1054353"/>
                <a:gd name="connsiteY2" fmla="*/ 92510 h 1688174"/>
                <a:gd name="connsiteX3" fmla="*/ 588514 w 1054353"/>
                <a:gd name="connsiteY3" fmla="*/ 62170 h 1688174"/>
                <a:gd name="connsiteX4" fmla="*/ 369922 w 1054353"/>
                <a:gd name="connsiteY4" fmla="*/ 13026 h 1688174"/>
                <a:gd name="connsiteX5" fmla="*/ 305267 w 1054353"/>
                <a:gd name="connsiteY5" fmla="*/ -120 h 1688174"/>
                <a:gd name="connsiteX6" fmla="*/ 190055 w 1054353"/>
                <a:gd name="connsiteY6" fmla="*/ 66323 h 1688174"/>
                <a:gd name="connsiteX7" fmla="*/ 112774 w 1054353"/>
                <a:gd name="connsiteY7" fmla="*/ 180016 h 1688174"/>
                <a:gd name="connsiteX8" fmla="*/ 50006 w 1054353"/>
                <a:gd name="connsiteY8" fmla="*/ 255218 h 1688174"/>
                <a:gd name="connsiteX9" fmla="*/ 4693 w 1054353"/>
                <a:gd name="connsiteY9" fmla="*/ 492376 h 1688174"/>
                <a:gd name="connsiteX10" fmla="*/ 81795 w 1054353"/>
                <a:gd name="connsiteY10" fmla="*/ 726721 h 1688174"/>
                <a:gd name="connsiteX11" fmla="*/ 144747 w 1054353"/>
                <a:gd name="connsiteY11" fmla="*/ 853648 h 1688174"/>
                <a:gd name="connsiteX12" fmla="*/ 169069 w 1054353"/>
                <a:gd name="connsiteY12" fmla="*/ 1042073 h 1688174"/>
                <a:gd name="connsiteX13" fmla="*/ 193599 w 1054353"/>
                <a:gd name="connsiteY13" fmla="*/ 1098076 h 1688174"/>
                <a:gd name="connsiteX14" fmla="*/ 191899 w 1054353"/>
                <a:gd name="connsiteY14" fmla="*/ 1139148 h 1688174"/>
                <a:gd name="connsiteX15" fmla="*/ 178131 w 1054353"/>
                <a:gd name="connsiteY15" fmla="*/ 1237082 h 1688174"/>
                <a:gd name="connsiteX16" fmla="*/ 164316 w 1054353"/>
                <a:gd name="connsiteY16" fmla="*/ 1326355 h 1688174"/>
                <a:gd name="connsiteX17" fmla="*/ 166004 w 1054353"/>
                <a:gd name="connsiteY17" fmla="*/ 1488469 h 1688174"/>
                <a:gd name="connsiteX18" fmla="*/ 172392 w 1054353"/>
                <a:gd name="connsiteY18" fmla="*/ 1688054 h 1688174"/>
                <a:gd name="connsiteX19" fmla="*/ 435986 w 1054353"/>
                <a:gd name="connsiteY19" fmla="*/ 1625429 h 1688174"/>
                <a:gd name="connsiteX20" fmla="*/ 609413 w 1054353"/>
                <a:gd name="connsiteY20" fmla="*/ 1602692 h 1688174"/>
                <a:gd name="connsiteX21" fmla="*/ 713216 w 1054353"/>
                <a:gd name="connsiteY21" fmla="*/ 1568243 h 1688174"/>
                <a:gd name="connsiteX22" fmla="*/ 800744 w 1054353"/>
                <a:gd name="connsiteY22" fmla="*/ 1559308 h 1688174"/>
                <a:gd name="connsiteX23" fmla="*/ 995006 w 1054353"/>
                <a:gd name="connsiteY23" fmla="*/ 1563656 h 1688174"/>
                <a:gd name="connsiteX24" fmla="*/ 1009640 w 1054353"/>
                <a:gd name="connsiteY24" fmla="*/ 1560613 h 1688174"/>
                <a:gd name="connsiteX25" fmla="*/ 1011589 w 1054353"/>
                <a:gd name="connsiteY25" fmla="*/ 1552965 h 1688174"/>
                <a:gd name="connsiteX26" fmla="*/ 995002 w 1054353"/>
                <a:gd name="connsiteY26" fmla="*/ 1484101 h 1688174"/>
                <a:gd name="connsiteX27" fmla="*/ 975772 w 1054353"/>
                <a:gd name="connsiteY27" fmla="*/ 1438952 h 1688174"/>
                <a:gd name="connsiteX28" fmla="*/ 981391 w 1054353"/>
                <a:gd name="connsiteY28" fmla="*/ 1416534 h 1688174"/>
                <a:gd name="connsiteX29" fmla="*/ 1009822 w 1054353"/>
                <a:gd name="connsiteY29" fmla="*/ 1340712 h 1688174"/>
                <a:gd name="connsiteX30" fmla="*/ 1034865 w 1054353"/>
                <a:gd name="connsiteY30" fmla="*/ 1135142 h 1688174"/>
                <a:gd name="connsiteX31" fmla="*/ 1053551 w 1054353"/>
                <a:gd name="connsiteY31" fmla="*/ 976114 h 1688174"/>
                <a:gd name="connsiteX32" fmla="*/ 1026902 w 1054353"/>
                <a:gd name="connsiteY32" fmla="*/ 844663 h 1688174"/>
                <a:gd name="connsiteX33" fmla="*/ 1006107 w 1054353"/>
                <a:gd name="connsiteY33" fmla="*/ 815745 h 1688174"/>
                <a:gd name="connsiteX34" fmla="*/ 1001155 w 1054353"/>
                <a:gd name="connsiteY34" fmla="*/ 781163 h 1688174"/>
                <a:gd name="connsiteX35" fmla="*/ 1008667 w 1054353"/>
                <a:gd name="connsiteY35" fmla="*/ 507496 h 1688174"/>
                <a:gd name="connsiteX36" fmla="*/ 935645 w 1054353"/>
                <a:gd name="connsiteY36" fmla="*/ 377204 h 1688174"/>
                <a:gd name="connsiteX37" fmla="*/ 868116 w 1054353"/>
                <a:gd name="connsiteY37" fmla="*/ 219544 h 1688174"/>
                <a:gd name="connsiteX38" fmla="*/ 855570 w 1054353"/>
                <a:gd name="connsiteY38" fmla="*/ 106277 h 1688174"/>
                <a:gd name="connsiteX39" fmla="*/ 846005 w 1054353"/>
                <a:gd name="connsiteY39" fmla="*/ 79826 h 1688174"/>
                <a:gd name="connsiteX40" fmla="*/ 807500 w 1054353"/>
                <a:gd name="connsiteY40" fmla="*/ 68390 h 1688174"/>
                <a:gd name="connsiteX41" fmla="*/ 757318 w 1054353"/>
                <a:gd name="connsiteY41" fmla="*/ 77622 h 16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54353" h="1688174">
                  <a:moveTo>
                    <a:pt x="757318" y="77622"/>
                  </a:moveTo>
                  <a:cubicBezTo>
                    <a:pt x="745525" y="91268"/>
                    <a:pt x="729701" y="106306"/>
                    <a:pt x="712210" y="101906"/>
                  </a:cubicBezTo>
                  <a:cubicBezTo>
                    <a:pt x="705888" y="99746"/>
                    <a:pt x="699960" y="96573"/>
                    <a:pt x="694656" y="92510"/>
                  </a:cubicBezTo>
                  <a:cubicBezTo>
                    <a:pt x="663473" y="72413"/>
                    <a:pt x="625198" y="67697"/>
                    <a:pt x="588514" y="62170"/>
                  </a:cubicBezTo>
                  <a:cubicBezTo>
                    <a:pt x="514570" y="51028"/>
                    <a:pt x="441519" y="34605"/>
                    <a:pt x="369922" y="13026"/>
                  </a:cubicBezTo>
                  <a:cubicBezTo>
                    <a:pt x="349141" y="5462"/>
                    <a:pt x="327351" y="1031"/>
                    <a:pt x="305267" y="-120"/>
                  </a:cubicBezTo>
                  <a:cubicBezTo>
                    <a:pt x="259418" y="117"/>
                    <a:pt x="218786" y="30594"/>
                    <a:pt x="190055" y="66323"/>
                  </a:cubicBezTo>
                  <a:cubicBezTo>
                    <a:pt x="161323" y="102052"/>
                    <a:pt x="140968" y="143860"/>
                    <a:pt x="112774" y="180016"/>
                  </a:cubicBezTo>
                  <a:cubicBezTo>
                    <a:pt x="92686" y="205776"/>
                    <a:pt x="68765" y="228475"/>
                    <a:pt x="50006" y="255218"/>
                  </a:cubicBezTo>
                  <a:cubicBezTo>
                    <a:pt x="2646" y="322734"/>
                    <a:pt x="-7533" y="410817"/>
                    <a:pt x="4693" y="492376"/>
                  </a:cubicBezTo>
                  <a:cubicBezTo>
                    <a:pt x="16920" y="573934"/>
                    <a:pt x="49505" y="650836"/>
                    <a:pt x="81795" y="726721"/>
                  </a:cubicBezTo>
                  <a:cubicBezTo>
                    <a:pt x="99052" y="770778"/>
                    <a:pt x="120115" y="813248"/>
                    <a:pt x="144747" y="853648"/>
                  </a:cubicBezTo>
                  <a:cubicBezTo>
                    <a:pt x="133854" y="915615"/>
                    <a:pt x="139603" y="986481"/>
                    <a:pt x="169069" y="1042073"/>
                  </a:cubicBezTo>
                  <a:cubicBezTo>
                    <a:pt x="178666" y="1060178"/>
                    <a:pt x="190426" y="1077833"/>
                    <a:pt x="193599" y="1098076"/>
                  </a:cubicBezTo>
                  <a:cubicBezTo>
                    <a:pt x="195053" y="1111776"/>
                    <a:pt x="194481" y="1125615"/>
                    <a:pt x="191899" y="1139148"/>
                  </a:cubicBezTo>
                  <a:lnTo>
                    <a:pt x="178131" y="1237082"/>
                  </a:lnTo>
                  <a:cubicBezTo>
                    <a:pt x="173939" y="1266903"/>
                    <a:pt x="169745" y="1296735"/>
                    <a:pt x="164316" y="1326355"/>
                  </a:cubicBezTo>
                  <a:cubicBezTo>
                    <a:pt x="154379" y="1380568"/>
                    <a:pt x="140898" y="1439404"/>
                    <a:pt x="166004" y="1488469"/>
                  </a:cubicBezTo>
                  <a:cubicBezTo>
                    <a:pt x="196071" y="1547226"/>
                    <a:pt x="164492" y="1622526"/>
                    <a:pt x="172392" y="1688054"/>
                  </a:cubicBezTo>
                  <a:cubicBezTo>
                    <a:pt x="257023" y="1655365"/>
                    <a:pt x="345695" y="1634298"/>
                    <a:pt x="435986" y="1625429"/>
                  </a:cubicBezTo>
                  <a:cubicBezTo>
                    <a:pt x="494116" y="1619730"/>
                    <a:pt x="553331" y="1619010"/>
                    <a:pt x="609413" y="1602692"/>
                  </a:cubicBezTo>
                  <a:cubicBezTo>
                    <a:pt x="644439" y="1592501"/>
                    <a:pt x="677654" y="1576368"/>
                    <a:pt x="713216" y="1568243"/>
                  </a:cubicBezTo>
                  <a:cubicBezTo>
                    <a:pt x="742055" y="1562583"/>
                    <a:pt x="771355" y="1559592"/>
                    <a:pt x="800744" y="1559308"/>
                  </a:cubicBezTo>
                  <a:cubicBezTo>
                    <a:pt x="865563" y="1556693"/>
                    <a:pt x="930841" y="1554101"/>
                    <a:pt x="995006" y="1563656"/>
                  </a:cubicBezTo>
                  <a:cubicBezTo>
                    <a:pt x="1000202" y="1564429"/>
                    <a:pt x="1006531" y="1564847"/>
                    <a:pt x="1009640" y="1560613"/>
                  </a:cubicBezTo>
                  <a:cubicBezTo>
                    <a:pt x="1011027" y="1558311"/>
                    <a:pt x="1011705" y="1555651"/>
                    <a:pt x="1011589" y="1552965"/>
                  </a:cubicBezTo>
                  <a:cubicBezTo>
                    <a:pt x="1012575" y="1528914"/>
                    <a:pt x="1006831" y="1505065"/>
                    <a:pt x="995002" y="1484101"/>
                  </a:cubicBezTo>
                  <a:cubicBezTo>
                    <a:pt x="986822" y="1469664"/>
                    <a:pt x="975457" y="1455542"/>
                    <a:pt x="975772" y="1438952"/>
                  </a:cubicBezTo>
                  <a:cubicBezTo>
                    <a:pt x="976364" y="1431215"/>
                    <a:pt x="978264" y="1423635"/>
                    <a:pt x="981391" y="1416534"/>
                  </a:cubicBezTo>
                  <a:lnTo>
                    <a:pt x="1009822" y="1340712"/>
                  </a:lnTo>
                  <a:cubicBezTo>
                    <a:pt x="1033822" y="1276704"/>
                    <a:pt x="1022401" y="1202355"/>
                    <a:pt x="1034865" y="1135142"/>
                  </a:cubicBezTo>
                  <a:cubicBezTo>
                    <a:pt x="1044607" y="1082605"/>
                    <a:pt x="1050849" y="1029479"/>
                    <a:pt x="1053551" y="976114"/>
                  </a:cubicBezTo>
                  <a:cubicBezTo>
                    <a:pt x="1055859" y="930503"/>
                    <a:pt x="1054425" y="881109"/>
                    <a:pt x="1026902" y="844663"/>
                  </a:cubicBezTo>
                  <a:cubicBezTo>
                    <a:pt x="1018855" y="835878"/>
                    <a:pt x="1011875" y="826171"/>
                    <a:pt x="1006107" y="815745"/>
                  </a:cubicBezTo>
                  <a:cubicBezTo>
                    <a:pt x="1002156" y="804666"/>
                    <a:pt x="1000472" y="792906"/>
                    <a:pt x="1001155" y="781163"/>
                  </a:cubicBezTo>
                  <a:cubicBezTo>
                    <a:pt x="1000542" y="689891"/>
                    <a:pt x="1003046" y="598668"/>
                    <a:pt x="1008667" y="507496"/>
                  </a:cubicBezTo>
                  <a:cubicBezTo>
                    <a:pt x="984667" y="464392"/>
                    <a:pt x="959644" y="420309"/>
                    <a:pt x="935645" y="377204"/>
                  </a:cubicBezTo>
                  <a:cubicBezTo>
                    <a:pt x="907713" y="327040"/>
                    <a:pt x="879393" y="275842"/>
                    <a:pt x="868116" y="219544"/>
                  </a:cubicBezTo>
                  <a:cubicBezTo>
                    <a:pt x="860651" y="182279"/>
                    <a:pt x="860910" y="143905"/>
                    <a:pt x="855570" y="106277"/>
                  </a:cubicBezTo>
                  <a:cubicBezTo>
                    <a:pt x="855009" y="96720"/>
                    <a:pt x="851686" y="87532"/>
                    <a:pt x="846005" y="79826"/>
                  </a:cubicBezTo>
                  <a:cubicBezTo>
                    <a:pt x="836840" y="69444"/>
                    <a:pt x="821342" y="67958"/>
                    <a:pt x="807500" y="68390"/>
                  </a:cubicBezTo>
                  <a:cubicBezTo>
                    <a:pt x="790404" y="68932"/>
                    <a:pt x="773487" y="72044"/>
                    <a:pt x="757318" y="77622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5278D7E6-D348-48F1-A890-4B2FE0A6B725}"/>
                </a:ext>
              </a:extLst>
            </p:cNvPr>
            <p:cNvSpPr/>
            <p:nvPr/>
          </p:nvSpPr>
          <p:spPr>
            <a:xfrm>
              <a:off x="4141347" y="1338559"/>
              <a:ext cx="173124" cy="82633"/>
            </a:xfrm>
            <a:custGeom>
              <a:avLst/>
              <a:gdLst>
                <a:gd name="connsiteX0" fmla="*/ 173080 w 173124"/>
                <a:gd name="connsiteY0" fmla="*/ 58544 h 82633"/>
                <a:gd name="connsiteX1" fmla="*/ 114512 w 173124"/>
                <a:gd name="connsiteY1" fmla="*/ 82364 h 82633"/>
                <a:gd name="connsiteX2" fmla="*/ 10050 w 173124"/>
                <a:gd name="connsiteY2" fmla="*/ 43975 h 82633"/>
                <a:gd name="connsiteX3" fmla="*/ 70 w 173124"/>
                <a:gd name="connsiteY3" fmla="*/ 3982 h 82633"/>
                <a:gd name="connsiteX4" fmla="*/ 11725 w 173124"/>
                <a:gd name="connsiteY4" fmla="*/ 1724 h 82633"/>
                <a:gd name="connsiteX5" fmla="*/ 102491 w 173124"/>
                <a:gd name="connsiteY5" fmla="*/ 5366 h 82633"/>
                <a:gd name="connsiteX6" fmla="*/ 172934 w 173124"/>
                <a:gd name="connsiteY6" fmla="*/ 58252 h 82633"/>
                <a:gd name="connsiteX7" fmla="*/ 173080 w 173124"/>
                <a:gd name="connsiteY7" fmla="*/ 58544 h 82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124" h="82633">
                  <a:moveTo>
                    <a:pt x="173080" y="58544"/>
                  </a:moveTo>
                  <a:cubicBezTo>
                    <a:pt x="156086" y="71660"/>
                    <a:pt x="135837" y="79896"/>
                    <a:pt x="114512" y="82364"/>
                  </a:cubicBezTo>
                  <a:cubicBezTo>
                    <a:pt x="86611" y="84259"/>
                    <a:pt x="27386" y="67868"/>
                    <a:pt x="10050" y="43975"/>
                  </a:cubicBezTo>
                  <a:cubicBezTo>
                    <a:pt x="2741" y="31966"/>
                    <a:pt x="-740" y="18017"/>
                    <a:pt x="70" y="3982"/>
                  </a:cubicBezTo>
                  <a:cubicBezTo>
                    <a:pt x="3848" y="2756"/>
                    <a:pt x="7763" y="1998"/>
                    <a:pt x="11725" y="1724"/>
                  </a:cubicBezTo>
                  <a:cubicBezTo>
                    <a:pt x="41992" y="-1631"/>
                    <a:pt x="72591" y="-403"/>
                    <a:pt x="102491" y="5366"/>
                  </a:cubicBezTo>
                  <a:cubicBezTo>
                    <a:pt x="131994" y="12578"/>
                    <a:pt x="160478" y="30498"/>
                    <a:pt x="172934" y="58252"/>
                  </a:cubicBezTo>
                  <a:cubicBezTo>
                    <a:pt x="173007" y="58325"/>
                    <a:pt x="173007" y="58471"/>
                    <a:pt x="173080" y="5854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2CF7D012-7167-4A4F-9782-788EE9ABE198}"/>
                </a:ext>
              </a:extLst>
            </p:cNvPr>
            <p:cNvSpPr/>
            <p:nvPr/>
          </p:nvSpPr>
          <p:spPr>
            <a:xfrm>
              <a:off x="3344611" y="1345824"/>
              <a:ext cx="965073" cy="703983"/>
            </a:xfrm>
            <a:custGeom>
              <a:avLst/>
              <a:gdLst>
                <a:gd name="connsiteX0" fmla="*/ 69846 w 965073"/>
                <a:gd name="connsiteY0" fmla="*/ 636299 h 703983"/>
                <a:gd name="connsiteX1" fmla="*/ 126827 w 965073"/>
                <a:gd name="connsiteY1" fmla="*/ 690058 h 703983"/>
                <a:gd name="connsiteX2" fmla="*/ 215622 w 965073"/>
                <a:gd name="connsiteY2" fmla="*/ 703680 h 703983"/>
                <a:gd name="connsiteX3" fmla="*/ 586674 w 965073"/>
                <a:gd name="connsiteY3" fmla="*/ 662920 h 703983"/>
                <a:gd name="connsiteX4" fmla="*/ 627540 w 965073"/>
                <a:gd name="connsiteY4" fmla="*/ 651966 h 703983"/>
                <a:gd name="connsiteX5" fmla="*/ 668842 w 965073"/>
                <a:gd name="connsiteY5" fmla="*/ 626206 h 703983"/>
                <a:gd name="connsiteX6" fmla="*/ 780505 w 965073"/>
                <a:gd name="connsiteY6" fmla="*/ 528808 h 703983"/>
                <a:gd name="connsiteX7" fmla="*/ 846698 w 965073"/>
                <a:gd name="connsiteY7" fmla="*/ 366471 h 703983"/>
                <a:gd name="connsiteX8" fmla="*/ 905835 w 965073"/>
                <a:gd name="connsiteY8" fmla="*/ 264731 h 703983"/>
                <a:gd name="connsiteX9" fmla="*/ 919315 w 965073"/>
                <a:gd name="connsiteY9" fmla="*/ 215319 h 703983"/>
                <a:gd name="connsiteX10" fmla="*/ 911710 w 965073"/>
                <a:gd name="connsiteY10" fmla="*/ 162260 h 703983"/>
                <a:gd name="connsiteX11" fmla="*/ 954633 w 965073"/>
                <a:gd name="connsiteY11" fmla="*/ 85046 h 703983"/>
                <a:gd name="connsiteX12" fmla="*/ 964842 w 965073"/>
                <a:gd name="connsiteY12" fmla="*/ 71479 h 703983"/>
                <a:gd name="connsiteX13" fmla="*/ 962411 w 965073"/>
                <a:gd name="connsiteY13" fmla="*/ 58255 h 703983"/>
                <a:gd name="connsiteX14" fmla="*/ 891942 w 965073"/>
                <a:gd name="connsiteY14" fmla="*/ 5350 h 703983"/>
                <a:gd name="connsiteX15" fmla="*/ 801146 w 965073"/>
                <a:gd name="connsiteY15" fmla="*/ 1745 h 703983"/>
                <a:gd name="connsiteX16" fmla="*/ 771406 w 965073"/>
                <a:gd name="connsiteY16" fmla="*/ 9644 h 703983"/>
                <a:gd name="connsiteX17" fmla="*/ 750252 w 965073"/>
                <a:gd name="connsiteY17" fmla="*/ 65347 h 703983"/>
                <a:gd name="connsiteX18" fmla="*/ 736430 w 965073"/>
                <a:gd name="connsiteY18" fmla="*/ 90757 h 703983"/>
                <a:gd name="connsiteX19" fmla="*/ 721412 w 965073"/>
                <a:gd name="connsiteY19" fmla="*/ 102500 h 703983"/>
                <a:gd name="connsiteX20" fmla="*/ 691646 w 965073"/>
                <a:gd name="connsiteY20" fmla="*/ 177573 h 703983"/>
                <a:gd name="connsiteX21" fmla="*/ 643943 w 965073"/>
                <a:gd name="connsiteY21" fmla="*/ 277160 h 703983"/>
                <a:gd name="connsiteX22" fmla="*/ 574192 w 965073"/>
                <a:gd name="connsiteY22" fmla="*/ 338566 h 703983"/>
                <a:gd name="connsiteX23" fmla="*/ 565082 w 965073"/>
                <a:gd name="connsiteY23" fmla="*/ 357678 h 703983"/>
                <a:gd name="connsiteX24" fmla="*/ 540727 w 965073"/>
                <a:gd name="connsiteY24" fmla="*/ 365162 h 703983"/>
                <a:gd name="connsiteX25" fmla="*/ 474259 w 965073"/>
                <a:gd name="connsiteY25" fmla="*/ 375254 h 703983"/>
                <a:gd name="connsiteX26" fmla="*/ 395312 w 965073"/>
                <a:gd name="connsiteY26" fmla="*/ 364220 h 703983"/>
                <a:gd name="connsiteX27" fmla="*/ 378466 w 965073"/>
                <a:gd name="connsiteY27" fmla="*/ 365714 h 703983"/>
                <a:gd name="connsiteX28" fmla="*/ 364650 w 965073"/>
                <a:gd name="connsiteY28" fmla="*/ 360899 h 703983"/>
                <a:gd name="connsiteX29" fmla="*/ 333314 w 965073"/>
                <a:gd name="connsiteY29" fmla="*/ 348571 h 703983"/>
                <a:gd name="connsiteX30" fmla="*/ 303585 w 965073"/>
                <a:gd name="connsiteY30" fmla="*/ 360054 h 703983"/>
                <a:gd name="connsiteX31" fmla="*/ 284567 w 965073"/>
                <a:gd name="connsiteY31" fmla="*/ 332197 h 703983"/>
                <a:gd name="connsiteX32" fmla="*/ 255727 w 965073"/>
                <a:gd name="connsiteY32" fmla="*/ 318435 h 703983"/>
                <a:gd name="connsiteX33" fmla="*/ 246199 w 965073"/>
                <a:gd name="connsiteY33" fmla="*/ 296916 h 703983"/>
                <a:gd name="connsiteX34" fmla="*/ 217426 w 965073"/>
                <a:gd name="connsiteY34" fmla="*/ 297958 h 703983"/>
                <a:gd name="connsiteX35" fmla="*/ 148910 w 965073"/>
                <a:gd name="connsiteY35" fmla="*/ 269165 h 703983"/>
                <a:gd name="connsiteX36" fmla="*/ 85350 w 965073"/>
                <a:gd name="connsiteY36" fmla="*/ 250274 h 703983"/>
                <a:gd name="connsiteX37" fmla="*/ 73587 w 965073"/>
                <a:gd name="connsiteY37" fmla="*/ 229286 h 703983"/>
                <a:gd name="connsiteX38" fmla="*/ 58495 w 965073"/>
                <a:gd name="connsiteY38" fmla="*/ 227537 h 703983"/>
                <a:gd name="connsiteX39" fmla="*/ 12854 w 965073"/>
                <a:gd name="connsiteY39" fmla="*/ 241389 h 703983"/>
                <a:gd name="connsiteX40" fmla="*/ 19568 w 965073"/>
                <a:gd name="connsiteY40" fmla="*/ 521032 h 703983"/>
                <a:gd name="connsiteX41" fmla="*/ 69846 w 965073"/>
                <a:gd name="connsiteY41" fmla="*/ 636299 h 703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965073" h="703983">
                  <a:moveTo>
                    <a:pt x="69846" y="636299"/>
                  </a:moveTo>
                  <a:cubicBezTo>
                    <a:pt x="86311" y="656826"/>
                    <a:pt x="103471" y="677935"/>
                    <a:pt x="126827" y="690058"/>
                  </a:cubicBezTo>
                  <a:cubicBezTo>
                    <a:pt x="153699" y="704006"/>
                    <a:pt x="185352" y="704324"/>
                    <a:pt x="215622" y="703680"/>
                  </a:cubicBezTo>
                  <a:cubicBezTo>
                    <a:pt x="340263" y="701021"/>
                    <a:pt x="464427" y="687381"/>
                    <a:pt x="586674" y="662920"/>
                  </a:cubicBezTo>
                  <a:cubicBezTo>
                    <a:pt x="600602" y="660522"/>
                    <a:pt x="614280" y="656856"/>
                    <a:pt x="627540" y="651966"/>
                  </a:cubicBezTo>
                  <a:cubicBezTo>
                    <a:pt x="642237" y="644969"/>
                    <a:pt x="656093" y="636327"/>
                    <a:pt x="668842" y="626206"/>
                  </a:cubicBezTo>
                  <a:cubicBezTo>
                    <a:pt x="709086" y="597273"/>
                    <a:pt x="749903" y="567799"/>
                    <a:pt x="780505" y="528808"/>
                  </a:cubicBezTo>
                  <a:cubicBezTo>
                    <a:pt x="816913" y="481717"/>
                    <a:pt x="839797" y="425593"/>
                    <a:pt x="846698" y="366471"/>
                  </a:cubicBezTo>
                  <a:cubicBezTo>
                    <a:pt x="875806" y="339652"/>
                    <a:pt x="891263" y="301531"/>
                    <a:pt x="905835" y="264731"/>
                  </a:cubicBezTo>
                  <a:cubicBezTo>
                    <a:pt x="913031" y="249120"/>
                    <a:pt x="917586" y="232422"/>
                    <a:pt x="919315" y="215319"/>
                  </a:cubicBezTo>
                  <a:cubicBezTo>
                    <a:pt x="920098" y="197822"/>
                    <a:pt x="908503" y="179479"/>
                    <a:pt x="911710" y="162260"/>
                  </a:cubicBezTo>
                  <a:cubicBezTo>
                    <a:pt x="917325" y="132569"/>
                    <a:pt x="932380" y="105487"/>
                    <a:pt x="954633" y="85046"/>
                  </a:cubicBezTo>
                  <a:cubicBezTo>
                    <a:pt x="959351" y="81681"/>
                    <a:pt x="962917" y="76944"/>
                    <a:pt x="964842" y="71479"/>
                  </a:cubicBezTo>
                  <a:cubicBezTo>
                    <a:pt x="965441" y="66925"/>
                    <a:pt x="964590" y="62298"/>
                    <a:pt x="962411" y="58255"/>
                  </a:cubicBezTo>
                  <a:cubicBezTo>
                    <a:pt x="949955" y="30510"/>
                    <a:pt x="921473" y="12621"/>
                    <a:pt x="891942" y="5350"/>
                  </a:cubicBezTo>
                  <a:cubicBezTo>
                    <a:pt x="862031" y="-418"/>
                    <a:pt x="831420" y="-1633"/>
                    <a:pt x="801146" y="1745"/>
                  </a:cubicBezTo>
                  <a:cubicBezTo>
                    <a:pt x="791054" y="3655"/>
                    <a:pt x="781116" y="6295"/>
                    <a:pt x="771406" y="9644"/>
                  </a:cubicBezTo>
                  <a:lnTo>
                    <a:pt x="750252" y="65347"/>
                  </a:lnTo>
                  <a:cubicBezTo>
                    <a:pt x="747410" y="74664"/>
                    <a:pt x="742708" y="83308"/>
                    <a:pt x="736430" y="90757"/>
                  </a:cubicBezTo>
                  <a:cubicBezTo>
                    <a:pt x="731719" y="95034"/>
                    <a:pt x="726700" y="98959"/>
                    <a:pt x="721412" y="102500"/>
                  </a:cubicBezTo>
                  <a:cubicBezTo>
                    <a:pt x="699612" y="121010"/>
                    <a:pt x="688453" y="149154"/>
                    <a:pt x="691646" y="177573"/>
                  </a:cubicBezTo>
                  <a:cubicBezTo>
                    <a:pt x="651958" y="192980"/>
                    <a:pt x="631074" y="236577"/>
                    <a:pt x="643943" y="277160"/>
                  </a:cubicBezTo>
                  <a:cubicBezTo>
                    <a:pt x="611591" y="284096"/>
                    <a:pt x="585173" y="307354"/>
                    <a:pt x="574192" y="338566"/>
                  </a:cubicBezTo>
                  <a:cubicBezTo>
                    <a:pt x="572686" y="345559"/>
                    <a:pt x="569566" y="352104"/>
                    <a:pt x="565082" y="357678"/>
                  </a:cubicBezTo>
                  <a:cubicBezTo>
                    <a:pt x="558102" y="362970"/>
                    <a:pt x="549474" y="365621"/>
                    <a:pt x="540727" y="365162"/>
                  </a:cubicBezTo>
                  <a:cubicBezTo>
                    <a:pt x="516823" y="366641"/>
                    <a:pt x="495922" y="385466"/>
                    <a:pt x="474259" y="375254"/>
                  </a:cubicBezTo>
                  <a:cubicBezTo>
                    <a:pt x="449651" y="363721"/>
                    <a:pt x="422139" y="359876"/>
                    <a:pt x="395312" y="364220"/>
                  </a:cubicBezTo>
                  <a:cubicBezTo>
                    <a:pt x="389796" y="365518"/>
                    <a:pt x="384123" y="366021"/>
                    <a:pt x="378466" y="365714"/>
                  </a:cubicBezTo>
                  <a:cubicBezTo>
                    <a:pt x="373626" y="364883"/>
                    <a:pt x="368958" y="363256"/>
                    <a:pt x="364650" y="360899"/>
                  </a:cubicBezTo>
                  <a:cubicBezTo>
                    <a:pt x="354895" y="355214"/>
                    <a:pt x="344327" y="351056"/>
                    <a:pt x="333314" y="348571"/>
                  </a:cubicBezTo>
                  <a:cubicBezTo>
                    <a:pt x="322007" y="346213"/>
                    <a:pt x="310370" y="350708"/>
                    <a:pt x="303585" y="360054"/>
                  </a:cubicBezTo>
                  <a:cubicBezTo>
                    <a:pt x="295999" y="351736"/>
                    <a:pt x="291479" y="341083"/>
                    <a:pt x="284567" y="332197"/>
                  </a:cubicBezTo>
                  <a:cubicBezTo>
                    <a:pt x="278319" y="322537"/>
                    <a:pt x="267167" y="317215"/>
                    <a:pt x="255727" y="318435"/>
                  </a:cubicBezTo>
                  <a:cubicBezTo>
                    <a:pt x="262928" y="312019"/>
                    <a:pt x="255557" y="299250"/>
                    <a:pt x="246199" y="296916"/>
                  </a:cubicBezTo>
                  <a:cubicBezTo>
                    <a:pt x="236600" y="296127"/>
                    <a:pt x="226942" y="296477"/>
                    <a:pt x="217426" y="297958"/>
                  </a:cubicBezTo>
                  <a:cubicBezTo>
                    <a:pt x="192408" y="297827"/>
                    <a:pt x="173212" y="275111"/>
                    <a:pt x="148910" y="269165"/>
                  </a:cubicBezTo>
                  <a:cubicBezTo>
                    <a:pt x="126573" y="263699"/>
                    <a:pt x="96801" y="270217"/>
                    <a:pt x="85350" y="250274"/>
                  </a:cubicBezTo>
                  <a:cubicBezTo>
                    <a:pt x="81291" y="243204"/>
                    <a:pt x="80497" y="233615"/>
                    <a:pt x="73587" y="229286"/>
                  </a:cubicBezTo>
                  <a:cubicBezTo>
                    <a:pt x="68907" y="226987"/>
                    <a:pt x="63577" y="226369"/>
                    <a:pt x="58495" y="227537"/>
                  </a:cubicBezTo>
                  <a:cubicBezTo>
                    <a:pt x="42631" y="229648"/>
                    <a:pt x="27216" y="234327"/>
                    <a:pt x="12854" y="241389"/>
                  </a:cubicBezTo>
                  <a:cubicBezTo>
                    <a:pt x="-10569" y="333011"/>
                    <a:pt x="1720" y="428162"/>
                    <a:pt x="19568" y="521032"/>
                  </a:cubicBezTo>
                  <a:cubicBezTo>
                    <a:pt x="26089" y="563152"/>
                    <a:pt x="43411" y="602865"/>
                    <a:pt x="69846" y="636299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46EB30C7-1A27-4479-BD70-1866120213D3}"/>
                </a:ext>
              </a:extLst>
            </p:cNvPr>
            <p:cNvSpPr/>
            <p:nvPr/>
          </p:nvSpPr>
          <p:spPr>
            <a:xfrm>
              <a:off x="3297316" y="2279710"/>
              <a:ext cx="143431" cy="265743"/>
            </a:xfrm>
            <a:custGeom>
              <a:avLst/>
              <a:gdLst>
                <a:gd name="connsiteX0" fmla="*/ 116437 w 143431"/>
                <a:gd name="connsiteY0" fmla="*/ 30743 h 265743"/>
                <a:gd name="connsiteX1" fmla="*/ -45 w 143431"/>
                <a:gd name="connsiteY1" fmla="*/ 265623 h 265743"/>
                <a:gd name="connsiteX2" fmla="*/ 60036 w 143431"/>
                <a:gd name="connsiteY2" fmla="*/ 221538 h 265743"/>
                <a:gd name="connsiteX3" fmla="*/ 117520 w 143431"/>
                <a:gd name="connsiteY3" fmla="*/ 144315 h 265743"/>
                <a:gd name="connsiteX4" fmla="*/ 139516 w 143431"/>
                <a:gd name="connsiteY4" fmla="*/ 49171 h 265743"/>
                <a:gd name="connsiteX5" fmla="*/ 139630 w 143431"/>
                <a:gd name="connsiteY5" fmla="*/ -120 h 265743"/>
                <a:gd name="connsiteX6" fmla="*/ 116437 w 143431"/>
                <a:gd name="connsiteY6" fmla="*/ 30743 h 2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431" h="265743">
                  <a:moveTo>
                    <a:pt x="116437" y="30743"/>
                  </a:moveTo>
                  <a:lnTo>
                    <a:pt x="-45" y="265623"/>
                  </a:lnTo>
                  <a:cubicBezTo>
                    <a:pt x="12544" y="243859"/>
                    <a:pt x="39095" y="235455"/>
                    <a:pt x="60036" y="221538"/>
                  </a:cubicBezTo>
                  <a:cubicBezTo>
                    <a:pt x="86706" y="202345"/>
                    <a:pt x="106785" y="175371"/>
                    <a:pt x="117520" y="144315"/>
                  </a:cubicBezTo>
                  <a:cubicBezTo>
                    <a:pt x="128105" y="113442"/>
                    <a:pt x="135476" y="81558"/>
                    <a:pt x="139516" y="49171"/>
                  </a:cubicBezTo>
                  <a:cubicBezTo>
                    <a:pt x="141897" y="34264"/>
                    <a:pt x="146825" y="13378"/>
                    <a:pt x="139630" y="-120"/>
                  </a:cubicBezTo>
                  <a:cubicBezTo>
                    <a:pt x="126240" y="2634"/>
                    <a:pt x="121910" y="19708"/>
                    <a:pt x="116437" y="30743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49E1DD1A-DAEA-44A3-B9B3-F36E33998738}"/>
                </a:ext>
              </a:extLst>
            </p:cNvPr>
            <p:cNvSpPr/>
            <p:nvPr/>
          </p:nvSpPr>
          <p:spPr>
            <a:xfrm>
              <a:off x="2795254" y="2464108"/>
              <a:ext cx="331780" cy="376626"/>
            </a:xfrm>
            <a:custGeom>
              <a:avLst/>
              <a:gdLst>
                <a:gd name="connsiteX0" fmla="*/ 283330 w 331780"/>
                <a:gd name="connsiteY0" fmla="*/ 45739 h 376626"/>
                <a:gd name="connsiteX1" fmla="*/ 195944 w 331780"/>
                <a:gd name="connsiteY1" fmla="*/ 113931 h 376626"/>
                <a:gd name="connsiteX2" fmla="*/ 33208 w 331780"/>
                <a:gd name="connsiteY2" fmla="*/ 314007 h 376626"/>
                <a:gd name="connsiteX3" fmla="*/ -45 w 331780"/>
                <a:gd name="connsiteY3" fmla="*/ 374593 h 376626"/>
                <a:gd name="connsiteX4" fmla="*/ 19143 w 331780"/>
                <a:gd name="connsiteY4" fmla="*/ 369628 h 376626"/>
                <a:gd name="connsiteX5" fmla="*/ 110616 w 331780"/>
                <a:gd name="connsiteY5" fmla="*/ 289238 h 376626"/>
                <a:gd name="connsiteX6" fmla="*/ 141123 w 331780"/>
                <a:gd name="connsiteY6" fmla="*/ 258364 h 376626"/>
                <a:gd name="connsiteX7" fmla="*/ 178461 w 331780"/>
                <a:gd name="connsiteY7" fmla="*/ 187884 h 376626"/>
                <a:gd name="connsiteX8" fmla="*/ 234049 w 331780"/>
                <a:gd name="connsiteY8" fmla="*/ 131233 h 376626"/>
                <a:gd name="connsiteX9" fmla="*/ 328064 w 331780"/>
                <a:gd name="connsiteY9" fmla="*/ -120 h 376626"/>
                <a:gd name="connsiteX10" fmla="*/ 283330 w 331780"/>
                <a:gd name="connsiteY10" fmla="*/ 45739 h 37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780" h="376626">
                  <a:moveTo>
                    <a:pt x="283330" y="45739"/>
                  </a:moveTo>
                  <a:cubicBezTo>
                    <a:pt x="257049" y="71756"/>
                    <a:pt x="224865" y="90883"/>
                    <a:pt x="195944" y="113931"/>
                  </a:cubicBezTo>
                  <a:cubicBezTo>
                    <a:pt x="128403" y="167757"/>
                    <a:pt x="80209" y="241550"/>
                    <a:pt x="33208" y="314007"/>
                  </a:cubicBezTo>
                  <a:cubicBezTo>
                    <a:pt x="19932" y="332919"/>
                    <a:pt x="8780" y="353238"/>
                    <a:pt x="-45" y="374593"/>
                  </a:cubicBezTo>
                  <a:cubicBezTo>
                    <a:pt x="5456" y="379306"/>
                    <a:pt x="13703" y="374410"/>
                    <a:pt x="19143" y="369628"/>
                  </a:cubicBezTo>
                  <a:lnTo>
                    <a:pt x="110616" y="289238"/>
                  </a:lnTo>
                  <a:cubicBezTo>
                    <a:pt x="121843" y="280049"/>
                    <a:pt x="132069" y="269700"/>
                    <a:pt x="141123" y="258364"/>
                  </a:cubicBezTo>
                  <a:cubicBezTo>
                    <a:pt x="156995" y="236983"/>
                    <a:pt x="164037" y="210267"/>
                    <a:pt x="178461" y="187884"/>
                  </a:cubicBezTo>
                  <a:cubicBezTo>
                    <a:pt x="194167" y="166423"/>
                    <a:pt x="212889" y="147343"/>
                    <a:pt x="234049" y="131233"/>
                  </a:cubicBezTo>
                  <a:cubicBezTo>
                    <a:pt x="255037" y="113224"/>
                    <a:pt x="351609" y="31576"/>
                    <a:pt x="328064" y="-120"/>
                  </a:cubicBezTo>
                  <a:cubicBezTo>
                    <a:pt x="311090" y="8432"/>
                    <a:pt x="297217" y="31992"/>
                    <a:pt x="283330" y="45739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E517CA62-08A0-4E41-B1A4-A3B08DB3B007}"/>
                </a:ext>
              </a:extLst>
            </p:cNvPr>
            <p:cNvSpPr/>
            <p:nvPr/>
          </p:nvSpPr>
          <p:spPr>
            <a:xfrm>
              <a:off x="2502883" y="1437489"/>
              <a:ext cx="827987" cy="593550"/>
            </a:xfrm>
            <a:custGeom>
              <a:avLst/>
              <a:gdLst>
                <a:gd name="connsiteX0" fmla="*/ 775558 w 827987"/>
                <a:gd name="connsiteY0" fmla="*/ 54245 h 593550"/>
                <a:gd name="connsiteX1" fmla="*/ 678746 w 827987"/>
                <a:gd name="connsiteY1" fmla="*/ 22378 h 593550"/>
                <a:gd name="connsiteX2" fmla="*/ 617146 w 827987"/>
                <a:gd name="connsiteY2" fmla="*/ 17948 h 593550"/>
                <a:gd name="connsiteX3" fmla="*/ 560666 w 827987"/>
                <a:gd name="connsiteY3" fmla="*/ 28744 h 593550"/>
                <a:gd name="connsiteX4" fmla="*/ 482009 w 827987"/>
                <a:gd name="connsiteY4" fmla="*/ 12224 h 593550"/>
                <a:gd name="connsiteX5" fmla="*/ 404147 w 827987"/>
                <a:gd name="connsiteY5" fmla="*/ 18116 h 593550"/>
                <a:gd name="connsiteX6" fmla="*/ 387199 w 827987"/>
                <a:gd name="connsiteY6" fmla="*/ 27118 h 593550"/>
                <a:gd name="connsiteX7" fmla="*/ 369681 w 827987"/>
                <a:gd name="connsiteY7" fmla="*/ 18526 h 593550"/>
                <a:gd name="connsiteX8" fmla="*/ 245299 w 827987"/>
                <a:gd name="connsiteY8" fmla="*/ 25081 h 593550"/>
                <a:gd name="connsiteX9" fmla="*/ 143191 w 827987"/>
                <a:gd name="connsiteY9" fmla="*/ 197725 h 593550"/>
                <a:gd name="connsiteX10" fmla="*/ 97333 w 827987"/>
                <a:gd name="connsiteY10" fmla="*/ 228830 h 593550"/>
                <a:gd name="connsiteX11" fmla="*/ 89426 w 827987"/>
                <a:gd name="connsiteY11" fmla="*/ 243787 h 593550"/>
                <a:gd name="connsiteX12" fmla="*/ 75452 w 827987"/>
                <a:gd name="connsiteY12" fmla="*/ 253745 h 593550"/>
                <a:gd name="connsiteX13" fmla="*/ 27541 w 827987"/>
                <a:gd name="connsiteY13" fmla="*/ 281286 h 593550"/>
                <a:gd name="connsiteX14" fmla="*/ -34 w 827987"/>
                <a:gd name="connsiteY14" fmla="*/ 327509 h 593550"/>
                <a:gd name="connsiteX15" fmla="*/ 8434 w 827987"/>
                <a:gd name="connsiteY15" fmla="*/ 366383 h 593550"/>
                <a:gd name="connsiteX16" fmla="*/ 362899 w 827987"/>
                <a:gd name="connsiteY16" fmla="*/ 593045 h 593550"/>
                <a:gd name="connsiteX17" fmla="*/ 400031 w 827987"/>
                <a:gd name="connsiteY17" fmla="*/ 581456 h 593550"/>
                <a:gd name="connsiteX18" fmla="*/ 413046 w 827987"/>
                <a:gd name="connsiteY18" fmla="*/ 560020 h 593550"/>
                <a:gd name="connsiteX19" fmla="*/ 524281 w 827987"/>
                <a:gd name="connsiteY19" fmla="*/ 405958 h 593550"/>
                <a:gd name="connsiteX20" fmla="*/ 576390 w 827987"/>
                <a:gd name="connsiteY20" fmla="*/ 305207 h 593550"/>
                <a:gd name="connsiteX21" fmla="*/ 699275 w 827987"/>
                <a:gd name="connsiteY21" fmla="*/ 186177 h 593550"/>
                <a:gd name="connsiteX22" fmla="*/ 785966 w 827987"/>
                <a:gd name="connsiteY22" fmla="*/ 147391 h 593550"/>
                <a:gd name="connsiteX23" fmla="*/ 825165 w 827987"/>
                <a:gd name="connsiteY23" fmla="*/ 114834 h 593550"/>
                <a:gd name="connsiteX24" fmla="*/ 775558 w 827987"/>
                <a:gd name="connsiteY24" fmla="*/ 54245 h 59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27987" h="593550">
                  <a:moveTo>
                    <a:pt x="775558" y="54245"/>
                  </a:moveTo>
                  <a:cubicBezTo>
                    <a:pt x="746537" y="36180"/>
                    <a:pt x="712373" y="28520"/>
                    <a:pt x="678746" y="22378"/>
                  </a:cubicBezTo>
                  <a:cubicBezTo>
                    <a:pt x="658557" y="17783"/>
                    <a:pt x="637785" y="16290"/>
                    <a:pt x="617146" y="17948"/>
                  </a:cubicBezTo>
                  <a:cubicBezTo>
                    <a:pt x="598104" y="20324"/>
                    <a:pt x="579827" y="27677"/>
                    <a:pt x="560666" y="28744"/>
                  </a:cubicBezTo>
                  <a:cubicBezTo>
                    <a:pt x="533772" y="30243"/>
                    <a:pt x="507989" y="19334"/>
                    <a:pt x="482009" y="12224"/>
                  </a:cubicBezTo>
                  <a:cubicBezTo>
                    <a:pt x="456030" y="5114"/>
                    <a:pt x="426019" y="2397"/>
                    <a:pt x="404147" y="18116"/>
                  </a:cubicBezTo>
                  <a:cubicBezTo>
                    <a:pt x="399492" y="22699"/>
                    <a:pt x="393603" y="25827"/>
                    <a:pt x="387199" y="27118"/>
                  </a:cubicBezTo>
                  <a:cubicBezTo>
                    <a:pt x="380557" y="26312"/>
                    <a:pt x="374384" y="23284"/>
                    <a:pt x="369681" y="18526"/>
                  </a:cubicBezTo>
                  <a:cubicBezTo>
                    <a:pt x="331777" y="-8604"/>
                    <a:pt x="280141" y="-5882"/>
                    <a:pt x="245299" y="25081"/>
                  </a:cubicBezTo>
                  <a:cubicBezTo>
                    <a:pt x="195702" y="71586"/>
                    <a:pt x="201315" y="162453"/>
                    <a:pt x="143191" y="197725"/>
                  </a:cubicBezTo>
                  <a:cubicBezTo>
                    <a:pt x="127169" y="207447"/>
                    <a:pt x="106687" y="212591"/>
                    <a:pt x="97333" y="228830"/>
                  </a:cubicBezTo>
                  <a:cubicBezTo>
                    <a:pt x="95068" y="234004"/>
                    <a:pt x="92426" y="239003"/>
                    <a:pt x="89426" y="243787"/>
                  </a:cubicBezTo>
                  <a:cubicBezTo>
                    <a:pt x="85532" y="248066"/>
                    <a:pt x="80767" y="251461"/>
                    <a:pt x="75452" y="253745"/>
                  </a:cubicBezTo>
                  <a:cubicBezTo>
                    <a:pt x="58586" y="261272"/>
                    <a:pt x="42533" y="270500"/>
                    <a:pt x="27541" y="281286"/>
                  </a:cubicBezTo>
                  <a:cubicBezTo>
                    <a:pt x="12429" y="292288"/>
                    <a:pt x="2468" y="308985"/>
                    <a:pt x="-34" y="327509"/>
                  </a:cubicBezTo>
                  <a:cubicBezTo>
                    <a:pt x="-248" y="340947"/>
                    <a:pt x="2650" y="354252"/>
                    <a:pt x="8434" y="366383"/>
                  </a:cubicBezTo>
                  <a:cubicBezTo>
                    <a:pt x="66717" y="509337"/>
                    <a:pt x="208684" y="600116"/>
                    <a:pt x="362899" y="593045"/>
                  </a:cubicBezTo>
                  <a:cubicBezTo>
                    <a:pt x="376262" y="593733"/>
                    <a:pt x="389431" y="589623"/>
                    <a:pt x="400031" y="581456"/>
                  </a:cubicBezTo>
                  <a:cubicBezTo>
                    <a:pt x="405623" y="575152"/>
                    <a:pt x="410032" y="567890"/>
                    <a:pt x="413046" y="560020"/>
                  </a:cubicBezTo>
                  <a:cubicBezTo>
                    <a:pt x="440371" y="502726"/>
                    <a:pt x="491692" y="460431"/>
                    <a:pt x="524281" y="405958"/>
                  </a:cubicBezTo>
                  <a:cubicBezTo>
                    <a:pt x="543703" y="373493"/>
                    <a:pt x="556171" y="337182"/>
                    <a:pt x="576390" y="305207"/>
                  </a:cubicBezTo>
                  <a:cubicBezTo>
                    <a:pt x="607039" y="256734"/>
                    <a:pt x="653651" y="220926"/>
                    <a:pt x="699275" y="186177"/>
                  </a:cubicBezTo>
                  <a:cubicBezTo>
                    <a:pt x="725002" y="166582"/>
                    <a:pt x="753645" y="146018"/>
                    <a:pt x="785966" y="147391"/>
                  </a:cubicBezTo>
                  <a:cubicBezTo>
                    <a:pt x="814773" y="148618"/>
                    <a:pt x="835725" y="150164"/>
                    <a:pt x="825165" y="114834"/>
                  </a:cubicBezTo>
                  <a:cubicBezTo>
                    <a:pt x="816365" y="89379"/>
                    <a:pt x="798776" y="67896"/>
                    <a:pt x="775558" y="54245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E4A979FA-D61B-408E-9DE4-E1D8B7B52179}"/>
                </a:ext>
              </a:extLst>
            </p:cNvPr>
            <p:cNvSpPr/>
            <p:nvPr/>
          </p:nvSpPr>
          <p:spPr>
            <a:xfrm>
              <a:off x="2502883" y="1437489"/>
              <a:ext cx="827987" cy="593550"/>
            </a:xfrm>
            <a:custGeom>
              <a:avLst/>
              <a:gdLst>
                <a:gd name="connsiteX0" fmla="*/ 775558 w 827987"/>
                <a:gd name="connsiteY0" fmla="*/ 54245 h 593550"/>
                <a:gd name="connsiteX1" fmla="*/ 678746 w 827987"/>
                <a:gd name="connsiteY1" fmla="*/ 22378 h 593550"/>
                <a:gd name="connsiteX2" fmla="*/ 617146 w 827987"/>
                <a:gd name="connsiteY2" fmla="*/ 17948 h 593550"/>
                <a:gd name="connsiteX3" fmla="*/ 560666 w 827987"/>
                <a:gd name="connsiteY3" fmla="*/ 28744 h 593550"/>
                <a:gd name="connsiteX4" fmla="*/ 482009 w 827987"/>
                <a:gd name="connsiteY4" fmla="*/ 12224 h 593550"/>
                <a:gd name="connsiteX5" fmla="*/ 404147 w 827987"/>
                <a:gd name="connsiteY5" fmla="*/ 18116 h 593550"/>
                <a:gd name="connsiteX6" fmla="*/ 387199 w 827987"/>
                <a:gd name="connsiteY6" fmla="*/ 27118 h 593550"/>
                <a:gd name="connsiteX7" fmla="*/ 369681 w 827987"/>
                <a:gd name="connsiteY7" fmla="*/ 18526 h 593550"/>
                <a:gd name="connsiteX8" fmla="*/ 245299 w 827987"/>
                <a:gd name="connsiteY8" fmla="*/ 25081 h 593550"/>
                <a:gd name="connsiteX9" fmla="*/ 143191 w 827987"/>
                <a:gd name="connsiteY9" fmla="*/ 197725 h 593550"/>
                <a:gd name="connsiteX10" fmla="*/ 97333 w 827987"/>
                <a:gd name="connsiteY10" fmla="*/ 228830 h 593550"/>
                <a:gd name="connsiteX11" fmla="*/ 89426 w 827987"/>
                <a:gd name="connsiteY11" fmla="*/ 243787 h 593550"/>
                <a:gd name="connsiteX12" fmla="*/ 75452 w 827987"/>
                <a:gd name="connsiteY12" fmla="*/ 253745 h 593550"/>
                <a:gd name="connsiteX13" fmla="*/ 27541 w 827987"/>
                <a:gd name="connsiteY13" fmla="*/ 281286 h 593550"/>
                <a:gd name="connsiteX14" fmla="*/ -34 w 827987"/>
                <a:gd name="connsiteY14" fmla="*/ 327509 h 593550"/>
                <a:gd name="connsiteX15" fmla="*/ 8434 w 827987"/>
                <a:gd name="connsiteY15" fmla="*/ 366383 h 593550"/>
                <a:gd name="connsiteX16" fmla="*/ 362899 w 827987"/>
                <a:gd name="connsiteY16" fmla="*/ 593045 h 593550"/>
                <a:gd name="connsiteX17" fmla="*/ 400031 w 827987"/>
                <a:gd name="connsiteY17" fmla="*/ 581456 h 593550"/>
                <a:gd name="connsiteX18" fmla="*/ 413046 w 827987"/>
                <a:gd name="connsiteY18" fmla="*/ 560020 h 593550"/>
                <a:gd name="connsiteX19" fmla="*/ 524281 w 827987"/>
                <a:gd name="connsiteY19" fmla="*/ 405958 h 593550"/>
                <a:gd name="connsiteX20" fmla="*/ 576390 w 827987"/>
                <a:gd name="connsiteY20" fmla="*/ 305207 h 593550"/>
                <a:gd name="connsiteX21" fmla="*/ 699275 w 827987"/>
                <a:gd name="connsiteY21" fmla="*/ 186177 h 593550"/>
                <a:gd name="connsiteX22" fmla="*/ 785966 w 827987"/>
                <a:gd name="connsiteY22" fmla="*/ 147391 h 593550"/>
                <a:gd name="connsiteX23" fmla="*/ 825165 w 827987"/>
                <a:gd name="connsiteY23" fmla="*/ 114834 h 593550"/>
                <a:gd name="connsiteX24" fmla="*/ 775558 w 827987"/>
                <a:gd name="connsiteY24" fmla="*/ 54245 h 59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27987" h="593550">
                  <a:moveTo>
                    <a:pt x="775558" y="54245"/>
                  </a:moveTo>
                  <a:cubicBezTo>
                    <a:pt x="746537" y="36180"/>
                    <a:pt x="712373" y="28520"/>
                    <a:pt x="678746" y="22378"/>
                  </a:cubicBezTo>
                  <a:cubicBezTo>
                    <a:pt x="658557" y="17783"/>
                    <a:pt x="637785" y="16290"/>
                    <a:pt x="617146" y="17948"/>
                  </a:cubicBezTo>
                  <a:cubicBezTo>
                    <a:pt x="598104" y="20324"/>
                    <a:pt x="579827" y="27677"/>
                    <a:pt x="560666" y="28744"/>
                  </a:cubicBezTo>
                  <a:cubicBezTo>
                    <a:pt x="533772" y="30243"/>
                    <a:pt x="507989" y="19334"/>
                    <a:pt x="482009" y="12224"/>
                  </a:cubicBezTo>
                  <a:cubicBezTo>
                    <a:pt x="456030" y="5114"/>
                    <a:pt x="426019" y="2397"/>
                    <a:pt x="404147" y="18116"/>
                  </a:cubicBezTo>
                  <a:cubicBezTo>
                    <a:pt x="399492" y="22699"/>
                    <a:pt x="393603" y="25827"/>
                    <a:pt x="387199" y="27118"/>
                  </a:cubicBezTo>
                  <a:cubicBezTo>
                    <a:pt x="380557" y="26312"/>
                    <a:pt x="374384" y="23284"/>
                    <a:pt x="369681" y="18526"/>
                  </a:cubicBezTo>
                  <a:cubicBezTo>
                    <a:pt x="331777" y="-8604"/>
                    <a:pt x="280141" y="-5882"/>
                    <a:pt x="245299" y="25081"/>
                  </a:cubicBezTo>
                  <a:cubicBezTo>
                    <a:pt x="195702" y="71586"/>
                    <a:pt x="201315" y="162453"/>
                    <a:pt x="143191" y="197725"/>
                  </a:cubicBezTo>
                  <a:cubicBezTo>
                    <a:pt x="127169" y="207447"/>
                    <a:pt x="106687" y="212591"/>
                    <a:pt x="97333" y="228830"/>
                  </a:cubicBezTo>
                  <a:cubicBezTo>
                    <a:pt x="95068" y="234004"/>
                    <a:pt x="92426" y="239003"/>
                    <a:pt x="89426" y="243787"/>
                  </a:cubicBezTo>
                  <a:cubicBezTo>
                    <a:pt x="85532" y="248066"/>
                    <a:pt x="80767" y="251461"/>
                    <a:pt x="75452" y="253745"/>
                  </a:cubicBezTo>
                  <a:cubicBezTo>
                    <a:pt x="58586" y="261272"/>
                    <a:pt x="42533" y="270500"/>
                    <a:pt x="27541" y="281286"/>
                  </a:cubicBezTo>
                  <a:cubicBezTo>
                    <a:pt x="12429" y="292288"/>
                    <a:pt x="2468" y="308985"/>
                    <a:pt x="-34" y="327509"/>
                  </a:cubicBezTo>
                  <a:cubicBezTo>
                    <a:pt x="-248" y="340947"/>
                    <a:pt x="2650" y="354252"/>
                    <a:pt x="8434" y="366383"/>
                  </a:cubicBezTo>
                  <a:cubicBezTo>
                    <a:pt x="66717" y="509337"/>
                    <a:pt x="208684" y="600116"/>
                    <a:pt x="362899" y="593045"/>
                  </a:cubicBezTo>
                  <a:cubicBezTo>
                    <a:pt x="376262" y="593733"/>
                    <a:pt x="389431" y="589623"/>
                    <a:pt x="400031" y="581456"/>
                  </a:cubicBezTo>
                  <a:cubicBezTo>
                    <a:pt x="405623" y="575152"/>
                    <a:pt x="410032" y="567890"/>
                    <a:pt x="413046" y="560020"/>
                  </a:cubicBezTo>
                  <a:cubicBezTo>
                    <a:pt x="440371" y="502726"/>
                    <a:pt x="491692" y="460431"/>
                    <a:pt x="524281" y="405958"/>
                  </a:cubicBezTo>
                  <a:cubicBezTo>
                    <a:pt x="543703" y="373493"/>
                    <a:pt x="556171" y="337182"/>
                    <a:pt x="576390" y="305207"/>
                  </a:cubicBezTo>
                  <a:cubicBezTo>
                    <a:pt x="607039" y="256734"/>
                    <a:pt x="653651" y="220926"/>
                    <a:pt x="699275" y="186177"/>
                  </a:cubicBezTo>
                  <a:cubicBezTo>
                    <a:pt x="725002" y="166582"/>
                    <a:pt x="753645" y="146018"/>
                    <a:pt x="785966" y="147391"/>
                  </a:cubicBezTo>
                  <a:cubicBezTo>
                    <a:pt x="814773" y="148618"/>
                    <a:pt x="835725" y="150164"/>
                    <a:pt x="825165" y="114834"/>
                  </a:cubicBezTo>
                  <a:cubicBezTo>
                    <a:pt x="816365" y="89379"/>
                    <a:pt x="798776" y="67896"/>
                    <a:pt x="775558" y="54245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BDBC39BC-3336-4E38-BB7D-51E4AC5C8175}"/>
                </a:ext>
              </a:extLst>
            </p:cNvPr>
            <p:cNvSpPr/>
            <p:nvPr/>
          </p:nvSpPr>
          <p:spPr>
            <a:xfrm>
              <a:off x="2700122" y="5196663"/>
              <a:ext cx="741221" cy="283677"/>
            </a:xfrm>
            <a:custGeom>
              <a:avLst/>
              <a:gdLst>
                <a:gd name="connsiteX0" fmla="*/ 719097 w 741221"/>
                <a:gd name="connsiteY0" fmla="*/ 215658 h 283677"/>
                <a:gd name="connsiteX1" fmla="*/ 646396 w 741221"/>
                <a:gd name="connsiteY1" fmla="*/ 247637 h 283677"/>
                <a:gd name="connsiteX2" fmla="*/ 465445 w 741221"/>
                <a:gd name="connsiteY2" fmla="*/ 270001 h 283677"/>
                <a:gd name="connsiteX3" fmla="*/ 406367 w 741221"/>
                <a:gd name="connsiteY3" fmla="*/ 274517 h 283677"/>
                <a:gd name="connsiteX4" fmla="*/ 232993 w 741221"/>
                <a:gd name="connsiteY4" fmla="*/ 283551 h 283677"/>
                <a:gd name="connsiteX5" fmla="*/ 19772 w 741221"/>
                <a:gd name="connsiteY5" fmla="*/ 265120 h 283677"/>
                <a:gd name="connsiteX6" fmla="*/ 38 w 741221"/>
                <a:gd name="connsiteY6" fmla="*/ 248840 h 283677"/>
                <a:gd name="connsiteX7" fmla="*/ 322 w 741221"/>
                <a:gd name="connsiteY7" fmla="*/ 243486 h 283677"/>
                <a:gd name="connsiteX8" fmla="*/ 26546 w 741221"/>
                <a:gd name="connsiteY8" fmla="*/ 29463 h 283677"/>
                <a:gd name="connsiteX9" fmla="*/ 87300 w 741221"/>
                <a:gd name="connsiteY9" fmla="*/ 67998 h 283677"/>
                <a:gd name="connsiteX10" fmla="*/ 134286 w 741221"/>
                <a:gd name="connsiteY10" fmla="*/ 92984 h 283677"/>
                <a:gd name="connsiteX11" fmla="*/ 307733 w 741221"/>
                <a:gd name="connsiteY11" fmla="*/ 27860 h 283677"/>
                <a:gd name="connsiteX12" fmla="*/ 339858 w 741221"/>
                <a:gd name="connsiteY12" fmla="*/ 7973 h 283677"/>
                <a:gd name="connsiteX13" fmla="*/ 365865 w 741221"/>
                <a:gd name="connsiteY13" fmla="*/ 543 h 283677"/>
                <a:gd name="connsiteX14" fmla="*/ 454373 w 741221"/>
                <a:gd name="connsiteY14" fmla="*/ 18463 h 283677"/>
                <a:gd name="connsiteX15" fmla="*/ 556285 w 741221"/>
                <a:gd name="connsiteY15" fmla="*/ 79581 h 283677"/>
                <a:gd name="connsiteX16" fmla="*/ 647634 w 741221"/>
                <a:gd name="connsiteY16" fmla="*/ 108501 h 283677"/>
                <a:gd name="connsiteX17" fmla="*/ 734832 w 741221"/>
                <a:gd name="connsiteY17" fmla="*/ 142957 h 283677"/>
                <a:gd name="connsiteX18" fmla="*/ 734905 w 741221"/>
                <a:gd name="connsiteY18" fmla="*/ 143176 h 283677"/>
                <a:gd name="connsiteX19" fmla="*/ 719097 w 741221"/>
                <a:gd name="connsiteY19" fmla="*/ 215658 h 28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1221" h="283677">
                  <a:moveTo>
                    <a:pt x="719097" y="215658"/>
                  </a:moveTo>
                  <a:cubicBezTo>
                    <a:pt x="699501" y="233943"/>
                    <a:pt x="672548" y="241955"/>
                    <a:pt x="646396" y="247637"/>
                  </a:cubicBezTo>
                  <a:cubicBezTo>
                    <a:pt x="586671" y="259284"/>
                    <a:pt x="526208" y="266757"/>
                    <a:pt x="465445" y="270001"/>
                  </a:cubicBezTo>
                  <a:cubicBezTo>
                    <a:pt x="445777" y="271458"/>
                    <a:pt x="426035" y="272988"/>
                    <a:pt x="406367" y="274517"/>
                  </a:cubicBezTo>
                  <a:cubicBezTo>
                    <a:pt x="348673" y="278889"/>
                    <a:pt x="290905" y="283332"/>
                    <a:pt x="232993" y="283551"/>
                  </a:cubicBezTo>
                  <a:cubicBezTo>
                    <a:pt x="161511" y="283793"/>
                    <a:pt x="90152" y="277625"/>
                    <a:pt x="19772" y="265120"/>
                  </a:cubicBezTo>
                  <a:cubicBezTo>
                    <a:pt x="9827" y="266074"/>
                    <a:pt x="991" y="258785"/>
                    <a:pt x="38" y="248840"/>
                  </a:cubicBezTo>
                  <a:cubicBezTo>
                    <a:pt x="-134" y="247051"/>
                    <a:pt x="-38" y="245246"/>
                    <a:pt x="322" y="243486"/>
                  </a:cubicBezTo>
                  <a:cubicBezTo>
                    <a:pt x="1574" y="171425"/>
                    <a:pt x="10363" y="99694"/>
                    <a:pt x="26546" y="29463"/>
                  </a:cubicBezTo>
                  <a:cubicBezTo>
                    <a:pt x="33249" y="616"/>
                    <a:pt x="84968" y="65303"/>
                    <a:pt x="87300" y="67998"/>
                  </a:cubicBezTo>
                  <a:cubicBezTo>
                    <a:pt x="101651" y="84316"/>
                    <a:pt x="112505" y="91819"/>
                    <a:pt x="134286" y="92984"/>
                  </a:cubicBezTo>
                  <a:cubicBezTo>
                    <a:pt x="193801" y="96263"/>
                    <a:pt x="260456" y="60058"/>
                    <a:pt x="307733" y="27860"/>
                  </a:cubicBezTo>
                  <a:cubicBezTo>
                    <a:pt x="317857" y="20330"/>
                    <a:pt x="328604" y="13677"/>
                    <a:pt x="339858" y="7973"/>
                  </a:cubicBezTo>
                  <a:cubicBezTo>
                    <a:pt x="348126" y="4263"/>
                    <a:pt x="356884" y="1761"/>
                    <a:pt x="365865" y="543"/>
                  </a:cubicBezTo>
                  <a:cubicBezTo>
                    <a:pt x="396486" y="-2280"/>
                    <a:pt x="427262" y="3952"/>
                    <a:pt x="454373" y="18463"/>
                  </a:cubicBezTo>
                  <a:cubicBezTo>
                    <a:pt x="489922" y="36091"/>
                    <a:pt x="521101" y="61442"/>
                    <a:pt x="556285" y="79581"/>
                  </a:cubicBezTo>
                  <a:cubicBezTo>
                    <a:pt x="584895" y="94281"/>
                    <a:pt x="615776" y="104058"/>
                    <a:pt x="647634" y="108501"/>
                  </a:cubicBezTo>
                  <a:cubicBezTo>
                    <a:pt x="679833" y="112944"/>
                    <a:pt x="718295" y="115057"/>
                    <a:pt x="734832" y="142957"/>
                  </a:cubicBezTo>
                  <a:cubicBezTo>
                    <a:pt x="734888" y="143015"/>
                    <a:pt x="734915" y="143096"/>
                    <a:pt x="734905" y="143176"/>
                  </a:cubicBezTo>
                  <a:cubicBezTo>
                    <a:pt x="748454" y="166268"/>
                    <a:pt x="738619" y="197446"/>
                    <a:pt x="719097" y="215658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422E9801-F7C3-40E4-89CC-F21F4C97ED0F}"/>
                </a:ext>
              </a:extLst>
            </p:cNvPr>
            <p:cNvSpPr/>
            <p:nvPr/>
          </p:nvSpPr>
          <p:spPr>
            <a:xfrm>
              <a:off x="2689828" y="5197325"/>
              <a:ext cx="755498" cy="293676"/>
            </a:xfrm>
            <a:custGeom>
              <a:avLst/>
              <a:gdLst>
                <a:gd name="connsiteX0" fmla="*/ 729391 w 755498"/>
                <a:gd name="connsiteY0" fmla="*/ 225656 h 293676"/>
                <a:gd name="connsiteX1" fmla="*/ 656690 w 755498"/>
                <a:gd name="connsiteY1" fmla="*/ 257636 h 293676"/>
                <a:gd name="connsiteX2" fmla="*/ 475739 w 755498"/>
                <a:gd name="connsiteY2" fmla="*/ 280000 h 293676"/>
                <a:gd name="connsiteX3" fmla="*/ 416662 w 755498"/>
                <a:gd name="connsiteY3" fmla="*/ 284516 h 293676"/>
                <a:gd name="connsiteX4" fmla="*/ 243287 w 755498"/>
                <a:gd name="connsiteY4" fmla="*/ 293549 h 293676"/>
                <a:gd name="connsiteX5" fmla="*/ 30066 w 755498"/>
                <a:gd name="connsiteY5" fmla="*/ 275119 h 293676"/>
                <a:gd name="connsiteX6" fmla="*/ 13165 w 755498"/>
                <a:gd name="connsiteY6" fmla="*/ 266960 h 293676"/>
                <a:gd name="connsiteX7" fmla="*/ -45 w 755498"/>
                <a:gd name="connsiteY7" fmla="*/ 242822 h 293676"/>
                <a:gd name="connsiteX8" fmla="*/ 36840 w 755498"/>
                <a:gd name="connsiteY8" fmla="*/ 28800 h 293676"/>
                <a:gd name="connsiteX9" fmla="*/ 97594 w 755498"/>
                <a:gd name="connsiteY9" fmla="*/ 67335 h 293676"/>
                <a:gd name="connsiteX10" fmla="*/ 144580 w 755498"/>
                <a:gd name="connsiteY10" fmla="*/ 92321 h 293676"/>
                <a:gd name="connsiteX11" fmla="*/ 318027 w 755498"/>
                <a:gd name="connsiteY11" fmla="*/ 27197 h 293676"/>
                <a:gd name="connsiteX12" fmla="*/ 350152 w 755498"/>
                <a:gd name="connsiteY12" fmla="*/ 7310 h 293676"/>
                <a:gd name="connsiteX13" fmla="*/ 376159 w 755498"/>
                <a:gd name="connsiteY13" fmla="*/ -120 h 293676"/>
                <a:gd name="connsiteX14" fmla="*/ 275411 w 755498"/>
                <a:gd name="connsiteY14" fmla="*/ 110169 h 293676"/>
                <a:gd name="connsiteX15" fmla="*/ 63576 w 755498"/>
                <a:gd name="connsiteY15" fmla="*/ 129838 h 293676"/>
                <a:gd name="connsiteX16" fmla="*/ 48569 w 755498"/>
                <a:gd name="connsiteY16" fmla="*/ 133480 h 293676"/>
                <a:gd name="connsiteX17" fmla="*/ 39755 w 755498"/>
                <a:gd name="connsiteY17" fmla="*/ 161599 h 293676"/>
                <a:gd name="connsiteX18" fmla="*/ 57310 w 755498"/>
                <a:gd name="connsiteY18" fmla="*/ 207346 h 293676"/>
                <a:gd name="connsiteX19" fmla="*/ 81058 w 755498"/>
                <a:gd name="connsiteY19" fmla="*/ 212300 h 293676"/>
                <a:gd name="connsiteX20" fmla="*/ 609267 w 755498"/>
                <a:gd name="connsiteY20" fmla="*/ 193796 h 293676"/>
                <a:gd name="connsiteX21" fmla="*/ 695299 w 755498"/>
                <a:gd name="connsiteY21" fmla="*/ 174637 h 293676"/>
                <a:gd name="connsiteX22" fmla="*/ 745198 w 755498"/>
                <a:gd name="connsiteY22" fmla="*/ 142513 h 293676"/>
                <a:gd name="connsiteX23" fmla="*/ 729391 w 755498"/>
                <a:gd name="connsiteY23" fmla="*/ 225656 h 29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5498" h="293676">
                  <a:moveTo>
                    <a:pt x="729391" y="225656"/>
                  </a:moveTo>
                  <a:cubicBezTo>
                    <a:pt x="709795" y="243941"/>
                    <a:pt x="682842" y="251954"/>
                    <a:pt x="656690" y="257636"/>
                  </a:cubicBezTo>
                  <a:cubicBezTo>
                    <a:pt x="596965" y="269283"/>
                    <a:pt x="536502" y="276756"/>
                    <a:pt x="475739" y="280000"/>
                  </a:cubicBezTo>
                  <a:cubicBezTo>
                    <a:pt x="456071" y="281457"/>
                    <a:pt x="436330" y="282987"/>
                    <a:pt x="416662" y="284516"/>
                  </a:cubicBezTo>
                  <a:cubicBezTo>
                    <a:pt x="358967" y="288887"/>
                    <a:pt x="301199" y="293331"/>
                    <a:pt x="243287" y="293549"/>
                  </a:cubicBezTo>
                  <a:cubicBezTo>
                    <a:pt x="171806" y="293792"/>
                    <a:pt x="100446" y="287623"/>
                    <a:pt x="30066" y="275119"/>
                  </a:cubicBezTo>
                  <a:cubicBezTo>
                    <a:pt x="23544" y="274861"/>
                    <a:pt x="17423" y="271906"/>
                    <a:pt x="13165" y="266960"/>
                  </a:cubicBezTo>
                  <a:cubicBezTo>
                    <a:pt x="7608" y="259602"/>
                    <a:pt x="3158" y="251469"/>
                    <a:pt x="-45" y="242822"/>
                  </a:cubicBezTo>
                  <a:cubicBezTo>
                    <a:pt x="1193" y="170850"/>
                    <a:pt x="20668" y="98951"/>
                    <a:pt x="36840" y="28800"/>
                  </a:cubicBezTo>
                  <a:cubicBezTo>
                    <a:pt x="43543" y="-47"/>
                    <a:pt x="95263" y="64640"/>
                    <a:pt x="97594" y="67335"/>
                  </a:cubicBezTo>
                  <a:cubicBezTo>
                    <a:pt x="111945" y="83653"/>
                    <a:pt x="122799" y="91156"/>
                    <a:pt x="144580" y="92321"/>
                  </a:cubicBezTo>
                  <a:cubicBezTo>
                    <a:pt x="204095" y="95600"/>
                    <a:pt x="270750" y="59395"/>
                    <a:pt x="318027" y="27197"/>
                  </a:cubicBezTo>
                  <a:cubicBezTo>
                    <a:pt x="328151" y="19667"/>
                    <a:pt x="338898" y="13014"/>
                    <a:pt x="350152" y="7310"/>
                  </a:cubicBezTo>
                  <a:cubicBezTo>
                    <a:pt x="358420" y="3600"/>
                    <a:pt x="367179" y="1098"/>
                    <a:pt x="376159" y="-120"/>
                  </a:cubicBezTo>
                  <a:cubicBezTo>
                    <a:pt x="368509" y="42713"/>
                    <a:pt x="307100" y="94434"/>
                    <a:pt x="275411" y="110169"/>
                  </a:cubicBezTo>
                  <a:cubicBezTo>
                    <a:pt x="211307" y="142003"/>
                    <a:pt x="135110" y="126122"/>
                    <a:pt x="63576" y="129838"/>
                  </a:cubicBezTo>
                  <a:cubicBezTo>
                    <a:pt x="58339" y="129700"/>
                    <a:pt x="53160" y="130957"/>
                    <a:pt x="48569" y="133480"/>
                  </a:cubicBezTo>
                  <a:cubicBezTo>
                    <a:pt x="39973" y="139162"/>
                    <a:pt x="39463" y="151327"/>
                    <a:pt x="39755" y="161599"/>
                  </a:cubicBezTo>
                  <a:cubicBezTo>
                    <a:pt x="40337" y="178645"/>
                    <a:pt x="42522" y="198677"/>
                    <a:pt x="57310" y="207346"/>
                  </a:cubicBezTo>
                  <a:cubicBezTo>
                    <a:pt x="64708" y="210897"/>
                    <a:pt x="72858" y="212597"/>
                    <a:pt x="81058" y="212300"/>
                  </a:cubicBezTo>
                  <a:cubicBezTo>
                    <a:pt x="257340" y="220017"/>
                    <a:pt x="433957" y="213830"/>
                    <a:pt x="609267" y="193796"/>
                  </a:cubicBezTo>
                  <a:cubicBezTo>
                    <a:pt x="638752" y="191824"/>
                    <a:pt x="667764" y="185363"/>
                    <a:pt x="695299" y="174637"/>
                  </a:cubicBezTo>
                  <a:cubicBezTo>
                    <a:pt x="713291" y="166204"/>
                    <a:pt x="730073" y="155399"/>
                    <a:pt x="745198" y="142513"/>
                  </a:cubicBezTo>
                  <a:cubicBezTo>
                    <a:pt x="767717" y="160206"/>
                    <a:pt x="748913" y="207445"/>
                    <a:pt x="729391" y="225656"/>
                  </a:cubicBezTo>
                  <a:close/>
                </a:path>
              </a:pathLst>
            </a:custGeom>
            <a:solidFill>
              <a:srgbClr val="E8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386CEBF9-DDBF-4AF1-99D0-3C48CB33157F}"/>
                </a:ext>
              </a:extLst>
            </p:cNvPr>
            <p:cNvSpPr/>
            <p:nvPr/>
          </p:nvSpPr>
          <p:spPr>
            <a:xfrm>
              <a:off x="2857280" y="828932"/>
              <a:ext cx="498126" cy="504805"/>
            </a:xfrm>
            <a:custGeom>
              <a:avLst/>
              <a:gdLst>
                <a:gd name="connsiteX0" fmla="*/ 414644 w 498126"/>
                <a:gd name="connsiteY0" fmla="*/ 284945 h 504805"/>
                <a:gd name="connsiteX1" fmla="*/ 380406 w 498126"/>
                <a:gd name="connsiteY1" fmla="*/ 352036 h 504805"/>
                <a:gd name="connsiteX2" fmla="*/ 300857 w 498126"/>
                <a:gd name="connsiteY2" fmla="*/ 314301 h 504805"/>
                <a:gd name="connsiteX3" fmla="*/ 238793 w 498126"/>
                <a:gd name="connsiteY3" fmla="*/ 403174 h 504805"/>
                <a:gd name="connsiteX4" fmla="*/ 115536 w 498126"/>
                <a:gd name="connsiteY4" fmla="*/ 502755 h 504805"/>
                <a:gd name="connsiteX5" fmla="*/ 81591 w 498126"/>
                <a:gd name="connsiteY5" fmla="*/ 502682 h 504805"/>
                <a:gd name="connsiteX6" fmla="*/ 31108 w 498126"/>
                <a:gd name="connsiteY6" fmla="*/ 444696 h 504805"/>
                <a:gd name="connsiteX7" fmla="*/ 8744 w 498126"/>
                <a:gd name="connsiteY7" fmla="*/ 381029 h 504805"/>
                <a:gd name="connsiteX8" fmla="*/ 657 w 498126"/>
                <a:gd name="connsiteY8" fmla="*/ 334334 h 504805"/>
                <a:gd name="connsiteX9" fmla="*/ 658 w 498126"/>
                <a:gd name="connsiteY9" fmla="*/ 334261 h 504805"/>
                <a:gd name="connsiteX10" fmla="*/ 512 w 498126"/>
                <a:gd name="connsiteY10" fmla="*/ 301990 h 504805"/>
                <a:gd name="connsiteX11" fmla="*/ 87783 w 498126"/>
                <a:gd name="connsiteY11" fmla="*/ 136557 h 504805"/>
                <a:gd name="connsiteX12" fmla="*/ 246004 w 498126"/>
                <a:gd name="connsiteY12" fmla="*/ 29764 h 504805"/>
                <a:gd name="connsiteX13" fmla="*/ 304354 w 498126"/>
                <a:gd name="connsiteY13" fmla="*/ 3757 h 504805"/>
                <a:gd name="connsiteX14" fmla="*/ 365983 w 498126"/>
                <a:gd name="connsiteY14" fmla="*/ 1208 h 504805"/>
                <a:gd name="connsiteX15" fmla="*/ 444366 w 498126"/>
                <a:gd name="connsiteY15" fmla="*/ 19638 h 504805"/>
                <a:gd name="connsiteX16" fmla="*/ 471974 w 498126"/>
                <a:gd name="connsiteY16" fmla="*/ 39015 h 504805"/>
                <a:gd name="connsiteX17" fmla="*/ 495867 w 498126"/>
                <a:gd name="connsiteY17" fmla="*/ 78935 h 504805"/>
                <a:gd name="connsiteX18" fmla="*/ 458425 w 498126"/>
                <a:gd name="connsiteY18" fmla="*/ 189515 h 504805"/>
                <a:gd name="connsiteX19" fmla="*/ 414644 w 498126"/>
                <a:gd name="connsiteY19" fmla="*/ 284945 h 50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8126" h="504805">
                  <a:moveTo>
                    <a:pt x="414644" y="284945"/>
                  </a:moveTo>
                  <a:cubicBezTo>
                    <a:pt x="413623" y="312917"/>
                    <a:pt x="432709" y="367188"/>
                    <a:pt x="380406" y="352036"/>
                  </a:cubicBezTo>
                  <a:cubicBezTo>
                    <a:pt x="349227" y="343003"/>
                    <a:pt x="340413" y="306070"/>
                    <a:pt x="300857" y="314301"/>
                  </a:cubicBezTo>
                  <a:cubicBezTo>
                    <a:pt x="260937" y="322679"/>
                    <a:pt x="252196" y="371267"/>
                    <a:pt x="238793" y="403174"/>
                  </a:cubicBezTo>
                  <a:cubicBezTo>
                    <a:pt x="216626" y="454650"/>
                    <a:pt x="170521" y="491899"/>
                    <a:pt x="115536" y="502755"/>
                  </a:cubicBezTo>
                  <a:cubicBezTo>
                    <a:pt x="104367" y="505354"/>
                    <a:pt x="92748" y="505329"/>
                    <a:pt x="81591" y="502682"/>
                  </a:cubicBezTo>
                  <a:cubicBezTo>
                    <a:pt x="56094" y="495398"/>
                    <a:pt x="41525" y="469100"/>
                    <a:pt x="31108" y="444696"/>
                  </a:cubicBezTo>
                  <a:cubicBezTo>
                    <a:pt x="22087" y="424057"/>
                    <a:pt x="14612" y="402776"/>
                    <a:pt x="8744" y="381029"/>
                  </a:cubicBezTo>
                  <a:cubicBezTo>
                    <a:pt x="4679" y="365732"/>
                    <a:pt x="1973" y="350107"/>
                    <a:pt x="657" y="334334"/>
                  </a:cubicBezTo>
                  <a:lnTo>
                    <a:pt x="658" y="334261"/>
                  </a:lnTo>
                  <a:cubicBezTo>
                    <a:pt x="-228" y="323524"/>
                    <a:pt x="-277" y="312735"/>
                    <a:pt x="512" y="301990"/>
                  </a:cubicBezTo>
                  <a:cubicBezTo>
                    <a:pt x="5248" y="238396"/>
                    <a:pt x="41452" y="180410"/>
                    <a:pt x="87783" y="136557"/>
                  </a:cubicBezTo>
                  <a:cubicBezTo>
                    <a:pt x="134112" y="92703"/>
                    <a:pt x="190423" y="61015"/>
                    <a:pt x="246004" y="29764"/>
                  </a:cubicBezTo>
                  <a:cubicBezTo>
                    <a:pt x="264156" y="18435"/>
                    <a:pt x="283794" y="9682"/>
                    <a:pt x="304354" y="3757"/>
                  </a:cubicBezTo>
                  <a:cubicBezTo>
                    <a:pt x="324634" y="-334"/>
                    <a:pt x="345434" y="-1194"/>
                    <a:pt x="365983" y="1208"/>
                  </a:cubicBezTo>
                  <a:cubicBezTo>
                    <a:pt x="393038" y="2363"/>
                    <a:pt x="419631" y="8616"/>
                    <a:pt x="444366" y="19638"/>
                  </a:cubicBezTo>
                  <a:cubicBezTo>
                    <a:pt x="454507" y="24645"/>
                    <a:pt x="463818" y="31180"/>
                    <a:pt x="471974" y="39015"/>
                  </a:cubicBezTo>
                  <a:cubicBezTo>
                    <a:pt x="483581" y="49772"/>
                    <a:pt x="491871" y="63623"/>
                    <a:pt x="495867" y="78935"/>
                  </a:cubicBezTo>
                  <a:cubicBezTo>
                    <a:pt x="505921" y="120020"/>
                    <a:pt x="479695" y="157026"/>
                    <a:pt x="458425" y="189515"/>
                  </a:cubicBezTo>
                  <a:cubicBezTo>
                    <a:pt x="439483" y="218363"/>
                    <a:pt x="416027" y="248958"/>
                    <a:pt x="414644" y="284945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C3522C5B-FDEB-4039-8FB4-A990E284B7CB}"/>
                </a:ext>
              </a:extLst>
            </p:cNvPr>
            <p:cNvSpPr/>
            <p:nvPr/>
          </p:nvSpPr>
          <p:spPr>
            <a:xfrm>
              <a:off x="4105167" y="1581430"/>
              <a:ext cx="47026" cy="132906"/>
            </a:xfrm>
            <a:custGeom>
              <a:avLst/>
              <a:gdLst>
                <a:gd name="connsiteX0" fmla="*/ 46981 w 47026"/>
                <a:gd name="connsiteY0" fmla="*/ 132786 h 132906"/>
                <a:gd name="connsiteX1" fmla="*/ 2402 w 47026"/>
                <a:gd name="connsiteY1" fmla="*/ -120 h 132906"/>
                <a:gd name="connsiteX2" fmla="*/ 38146 w 47026"/>
                <a:gd name="connsiteY2" fmla="*/ 63809 h 132906"/>
                <a:gd name="connsiteX3" fmla="*/ 46981 w 47026"/>
                <a:gd name="connsiteY3" fmla="*/ 132786 h 1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026" h="132906">
                  <a:moveTo>
                    <a:pt x="46981" y="132786"/>
                  </a:moveTo>
                  <a:cubicBezTo>
                    <a:pt x="35786" y="104594"/>
                    <a:pt x="-11194" y="26680"/>
                    <a:pt x="2402" y="-120"/>
                  </a:cubicBezTo>
                  <a:cubicBezTo>
                    <a:pt x="16515" y="19884"/>
                    <a:pt x="28495" y="41310"/>
                    <a:pt x="38146" y="63809"/>
                  </a:cubicBezTo>
                  <a:cubicBezTo>
                    <a:pt x="47024" y="85604"/>
                    <a:pt x="39772" y="114826"/>
                    <a:pt x="46981" y="13278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C2400713-337D-477A-84CA-995F9E333A8D}"/>
                </a:ext>
              </a:extLst>
            </p:cNvPr>
            <p:cNvSpPr/>
            <p:nvPr/>
          </p:nvSpPr>
          <p:spPr>
            <a:xfrm>
              <a:off x="2901409" y="862431"/>
              <a:ext cx="455206" cy="471307"/>
            </a:xfrm>
            <a:custGeom>
              <a:avLst/>
              <a:gdLst>
                <a:gd name="connsiteX0" fmla="*/ 415455 w 455206"/>
                <a:gd name="connsiteY0" fmla="*/ 156005 h 471307"/>
                <a:gd name="connsiteX1" fmla="*/ 452952 w 455206"/>
                <a:gd name="connsiteY1" fmla="*/ 45406 h 471307"/>
                <a:gd name="connsiteX2" fmla="*/ 422529 w 455206"/>
                <a:gd name="connsiteY2" fmla="*/ -120 h 471307"/>
                <a:gd name="connsiteX3" fmla="*/ 430238 w 455206"/>
                <a:gd name="connsiteY3" fmla="*/ 19073 h 471307"/>
                <a:gd name="connsiteX4" fmla="*/ 392740 w 455206"/>
                <a:gd name="connsiteY4" fmla="*/ 129671 h 471307"/>
                <a:gd name="connsiteX5" fmla="*/ 349002 w 455206"/>
                <a:gd name="connsiteY5" fmla="*/ 225110 h 471307"/>
                <a:gd name="connsiteX6" fmla="*/ 314720 w 455206"/>
                <a:gd name="connsiteY6" fmla="*/ 292210 h 471307"/>
                <a:gd name="connsiteX7" fmla="*/ 235189 w 455206"/>
                <a:gd name="connsiteY7" fmla="*/ 254483 h 471307"/>
                <a:gd name="connsiteX8" fmla="*/ 173143 w 455206"/>
                <a:gd name="connsiteY8" fmla="*/ 343349 h 471307"/>
                <a:gd name="connsiteX9" fmla="*/ 49860 w 455206"/>
                <a:gd name="connsiteY9" fmla="*/ 442937 h 471307"/>
                <a:gd name="connsiteX10" fmla="*/ 15938 w 455206"/>
                <a:gd name="connsiteY10" fmla="*/ 442853 h 471307"/>
                <a:gd name="connsiteX11" fmla="*/ -45 w 455206"/>
                <a:gd name="connsiteY11" fmla="*/ 435005 h 471307"/>
                <a:gd name="connsiteX12" fmla="*/ 38652 w 455206"/>
                <a:gd name="connsiteY12" fmla="*/ 469187 h 471307"/>
                <a:gd name="connsiteX13" fmla="*/ 72574 w 455206"/>
                <a:gd name="connsiteY13" fmla="*/ 469271 h 471307"/>
                <a:gd name="connsiteX14" fmla="*/ 195859 w 455206"/>
                <a:gd name="connsiteY14" fmla="*/ 369683 h 471307"/>
                <a:gd name="connsiteX15" fmla="*/ 257904 w 455206"/>
                <a:gd name="connsiteY15" fmla="*/ 280817 h 471307"/>
                <a:gd name="connsiteX16" fmla="*/ 337434 w 455206"/>
                <a:gd name="connsiteY16" fmla="*/ 318544 h 471307"/>
                <a:gd name="connsiteX17" fmla="*/ 371717 w 455206"/>
                <a:gd name="connsiteY17" fmla="*/ 251443 h 471307"/>
                <a:gd name="connsiteX18" fmla="*/ 415455 w 455206"/>
                <a:gd name="connsiteY18" fmla="*/ 156005 h 4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5206" h="471307">
                  <a:moveTo>
                    <a:pt x="415455" y="156005"/>
                  </a:moveTo>
                  <a:cubicBezTo>
                    <a:pt x="436766" y="123497"/>
                    <a:pt x="462992" y="86495"/>
                    <a:pt x="452952" y="45406"/>
                  </a:cubicBezTo>
                  <a:cubicBezTo>
                    <a:pt x="448026" y="27329"/>
                    <a:pt x="437346" y="11348"/>
                    <a:pt x="422529" y="-120"/>
                  </a:cubicBezTo>
                  <a:cubicBezTo>
                    <a:pt x="425969" y="5893"/>
                    <a:pt x="428563" y="12351"/>
                    <a:pt x="430238" y="19073"/>
                  </a:cubicBezTo>
                  <a:cubicBezTo>
                    <a:pt x="440278" y="60161"/>
                    <a:pt x="414052" y="97164"/>
                    <a:pt x="392740" y="129671"/>
                  </a:cubicBezTo>
                  <a:cubicBezTo>
                    <a:pt x="373828" y="158519"/>
                    <a:pt x="350352" y="189147"/>
                    <a:pt x="349002" y="225110"/>
                  </a:cubicBezTo>
                  <a:cubicBezTo>
                    <a:pt x="347953" y="253061"/>
                    <a:pt x="367073" y="307371"/>
                    <a:pt x="314720" y="292210"/>
                  </a:cubicBezTo>
                  <a:cubicBezTo>
                    <a:pt x="283575" y="283192"/>
                    <a:pt x="274765" y="246230"/>
                    <a:pt x="235189" y="254483"/>
                  </a:cubicBezTo>
                  <a:cubicBezTo>
                    <a:pt x="195265" y="262810"/>
                    <a:pt x="186549" y="311412"/>
                    <a:pt x="173143" y="343349"/>
                  </a:cubicBezTo>
                  <a:cubicBezTo>
                    <a:pt x="150950" y="394817"/>
                    <a:pt x="104843" y="432062"/>
                    <a:pt x="49860" y="442937"/>
                  </a:cubicBezTo>
                  <a:cubicBezTo>
                    <a:pt x="38697" y="445521"/>
                    <a:pt x="27088" y="445492"/>
                    <a:pt x="15938" y="442853"/>
                  </a:cubicBezTo>
                  <a:cubicBezTo>
                    <a:pt x="10194" y="441187"/>
                    <a:pt x="4786" y="438531"/>
                    <a:pt x="-45" y="435005"/>
                  </a:cubicBezTo>
                  <a:cubicBezTo>
                    <a:pt x="7942" y="450980"/>
                    <a:pt x="21814" y="463233"/>
                    <a:pt x="38652" y="469187"/>
                  </a:cubicBezTo>
                  <a:cubicBezTo>
                    <a:pt x="49802" y="471826"/>
                    <a:pt x="61411" y="471855"/>
                    <a:pt x="72574" y="469271"/>
                  </a:cubicBezTo>
                  <a:cubicBezTo>
                    <a:pt x="127558" y="458396"/>
                    <a:pt x="173665" y="421151"/>
                    <a:pt x="195859" y="369683"/>
                  </a:cubicBezTo>
                  <a:cubicBezTo>
                    <a:pt x="209263" y="337746"/>
                    <a:pt x="217978" y="289144"/>
                    <a:pt x="257904" y="280817"/>
                  </a:cubicBezTo>
                  <a:cubicBezTo>
                    <a:pt x="297480" y="272563"/>
                    <a:pt x="306291" y="309526"/>
                    <a:pt x="337434" y="318544"/>
                  </a:cubicBezTo>
                  <a:cubicBezTo>
                    <a:pt x="389788" y="333704"/>
                    <a:pt x="370668" y="279395"/>
                    <a:pt x="371717" y="251443"/>
                  </a:cubicBezTo>
                  <a:cubicBezTo>
                    <a:pt x="373067" y="215481"/>
                    <a:pt x="396543" y="184853"/>
                    <a:pt x="415455" y="156005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03C363E1-1B4D-4EA9-A077-752A0E200CF8}"/>
                </a:ext>
              </a:extLst>
            </p:cNvPr>
            <p:cNvSpPr/>
            <p:nvPr/>
          </p:nvSpPr>
          <p:spPr>
            <a:xfrm>
              <a:off x="2857279" y="828932"/>
              <a:ext cx="488172" cy="381148"/>
            </a:xfrm>
            <a:custGeom>
              <a:avLst/>
              <a:gdLst>
                <a:gd name="connsiteX0" fmla="*/ 471173 w 488172"/>
                <a:gd name="connsiteY0" fmla="*/ 133934 h 381148"/>
                <a:gd name="connsiteX1" fmla="*/ 455147 w 488172"/>
                <a:gd name="connsiteY1" fmla="*/ 156808 h 381148"/>
                <a:gd name="connsiteX2" fmla="*/ 418140 w 488172"/>
                <a:gd name="connsiteY2" fmla="*/ 195125 h 381148"/>
                <a:gd name="connsiteX3" fmla="*/ 393155 w 488172"/>
                <a:gd name="connsiteY3" fmla="*/ 214720 h 381148"/>
                <a:gd name="connsiteX4" fmla="*/ 342672 w 488172"/>
                <a:gd name="connsiteY4" fmla="*/ 244879 h 381148"/>
                <a:gd name="connsiteX5" fmla="*/ 181098 w 488172"/>
                <a:gd name="connsiteY5" fmla="*/ 302792 h 381148"/>
                <a:gd name="connsiteX6" fmla="*/ 73068 w 488172"/>
                <a:gd name="connsiteY6" fmla="*/ 334189 h 381148"/>
                <a:gd name="connsiteX7" fmla="*/ 8744 w 488172"/>
                <a:gd name="connsiteY7" fmla="*/ 381029 h 381148"/>
                <a:gd name="connsiteX8" fmla="*/ 658 w 488172"/>
                <a:gd name="connsiteY8" fmla="*/ 334334 h 381148"/>
                <a:gd name="connsiteX9" fmla="*/ 658 w 488172"/>
                <a:gd name="connsiteY9" fmla="*/ 334261 h 381148"/>
                <a:gd name="connsiteX10" fmla="*/ 512 w 488172"/>
                <a:gd name="connsiteY10" fmla="*/ 301990 h 381148"/>
                <a:gd name="connsiteX11" fmla="*/ 87783 w 488172"/>
                <a:gd name="connsiteY11" fmla="*/ 136557 h 381148"/>
                <a:gd name="connsiteX12" fmla="*/ 246005 w 488172"/>
                <a:gd name="connsiteY12" fmla="*/ 29764 h 381148"/>
                <a:gd name="connsiteX13" fmla="*/ 304355 w 488172"/>
                <a:gd name="connsiteY13" fmla="*/ 3757 h 381148"/>
                <a:gd name="connsiteX14" fmla="*/ 365984 w 488172"/>
                <a:gd name="connsiteY14" fmla="*/ 1208 h 381148"/>
                <a:gd name="connsiteX15" fmla="*/ 444367 w 488172"/>
                <a:gd name="connsiteY15" fmla="*/ 19638 h 381148"/>
                <a:gd name="connsiteX16" fmla="*/ 471975 w 488172"/>
                <a:gd name="connsiteY16" fmla="*/ 39015 h 381148"/>
                <a:gd name="connsiteX17" fmla="*/ 485816 w 488172"/>
                <a:gd name="connsiteY17" fmla="*/ 68300 h 381148"/>
                <a:gd name="connsiteX18" fmla="*/ 471173 w 488172"/>
                <a:gd name="connsiteY18" fmla="*/ 133934 h 38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8172" h="381148">
                  <a:moveTo>
                    <a:pt x="471173" y="133934"/>
                  </a:moveTo>
                  <a:cubicBezTo>
                    <a:pt x="466282" y="141865"/>
                    <a:pt x="460931" y="149503"/>
                    <a:pt x="455147" y="156808"/>
                  </a:cubicBezTo>
                  <a:cubicBezTo>
                    <a:pt x="444102" y="170766"/>
                    <a:pt x="431706" y="183601"/>
                    <a:pt x="418140" y="195125"/>
                  </a:cubicBezTo>
                  <a:cubicBezTo>
                    <a:pt x="410154" y="202082"/>
                    <a:pt x="401815" y="208623"/>
                    <a:pt x="393155" y="214720"/>
                  </a:cubicBezTo>
                  <a:cubicBezTo>
                    <a:pt x="377103" y="226019"/>
                    <a:pt x="360229" y="236100"/>
                    <a:pt x="342672" y="244879"/>
                  </a:cubicBezTo>
                  <a:cubicBezTo>
                    <a:pt x="291534" y="270666"/>
                    <a:pt x="236171" y="286839"/>
                    <a:pt x="181098" y="302792"/>
                  </a:cubicBezTo>
                  <a:cubicBezTo>
                    <a:pt x="145113" y="313282"/>
                    <a:pt x="109103" y="323747"/>
                    <a:pt x="73068" y="334189"/>
                  </a:cubicBezTo>
                  <a:cubicBezTo>
                    <a:pt x="59810" y="344242"/>
                    <a:pt x="35552" y="362307"/>
                    <a:pt x="8744" y="381029"/>
                  </a:cubicBezTo>
                  <a:cubicBezTo>
                    <a:pt x="4680" y="365732"/>
                    <a:pt x="1973" y="350107"/>
                    <a:pt x="658" y="334334"/>
                  </a:cubicBezTo>
                  <a:lnTo>
                    <a:pt x="658" y="334261"/>
                  </a:lnTo>
                  <a:cubicBezTo>
                    <a:pt x="-228" y="323524"/>
                    <a:pt x="-277" y="312735"/>
                    <a:pt x="512" y="301990"/>
                  </a:cubicBezTo>
                  <a:cubicBezTo>
                    <a:pt x="5248" y="238396"/>
                    <a:pt x="41452" y="180410"/>
                    <a:pt x="87783" y="136557"/>
                  </a:cubicBezTo>
                  <a:cubicBezTo>
                    <a:pt x="134113" y="92703"/>
                    <a:pt x="190423" y="61015"/>
                    <a:pt x="246005" y="29764"/>
                  </a:cubicBezTo>
                  <a:cubicBezTo>
                    <a:pt x="264157" y="18435"/>
                    <a:pt x="283795" y="9682"/>
                    <a:pt x="304355" y="3757"/>
                  </a:cubicBezTo>
                  <a:cubicBezTo>
                    <a:pt x="324635" y="-334"/>
                    <a:pt x="345434" y="-1194"/>
                    <a:pt x="365984" y="1208"/>
                  </a:cubicBezTo>
                  <a:cubicBezTo>
                    <a:pt x="393038" y="2363"/>
                    <a:pt x="419632" y="8616"/>
                    <a:pt x="444367" y="19638"/>
                  </a:cubicBezTo>
                  <a:cubicBezTo>
                    <a:pt x="454507" y="24645"/>
                    <a:pt x="463819" y="31180"/>
                    <a:pt x="471975" y="39015"/>
                  </a:cubicBezTo>
                  <a:cubicBezTo>
                    <a:pt x="478071" y="48005"/>
                    <a:pt x="482740" y="57883"/>
                    <a:pt x="485816" y="68300"/>
                  </a:cubicBezTo>
                  <a:cubicBezTo>
                    <a:pt x="492662" y="90445"/>
                    <a:pt x="483264" y="114265"/>
                    <a:pt x="471173" y="13393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A698C9BD-809B-457A-8A61-54E2A52F9F91}"/>
                </a:ext>
              </a:extLst>
            </p:cNvPr>
            <p:cNvSpPr/>
            <p:nvPr/>
          </p:nvSpPr>
          <p:spPr>
            <a:xfrm>
              <a:off x="2742316" y="770599"/>
              <a:ext cx="603135" cy="496646"/>
            </a:xfrm>
            <a:custGeom>
              <a:avLst/>
              <a:gdLst>
                <a:gd name="connsiteX0" fmla="*/ 586136 w 603135"/>
                <a:gd name="connsiteY0" fmla="*/ 184982 h 496646"/>
                <a:gd name="connsiteX1" fmla="*/ 570110 w 603135"/>
                <a:gd name="connsiteY1" fmla="*/ 207856 h 496646"/>
                <a:gd name="connsiteX2" fmla="*/ 533104 w 603135"/>
                <a:gd name="connsiteY2" fmla="*/ 246173 h 496646"/>
                <a:gd name="connsiteX3" fmla="*/ 508118 w 603135"/>
                <a:gd name="connsiteY3" fmla="*/ 265769 h 496646"/>
                <a:gd name="connsiteX4" fmla="*/ 457636 w 603135"/>
                <a:gd name="connsiteY4" fmla="*/ 295927 h 496646"/>
                <a:gd name="connsiteX5" fmla="*/ 296062 w 603135"/>
                <a:gd name="connsiteY5" fmla="*/ 353840 h 496646"/>
                <a:gd name="connsiteX6" fmla="*/ 188031 w 603135"/>
                <a:gd name="connsiteY6" fmla="*/ 385237 h 496646"/>
                <a:gd name="connsiteX7" fmla="*/ 3001 w 603135"/>
                <a:gd name="connsiteY7" fmla="*/ 495526 h 496646"/>
                <a:gd name="connsiteX8" fmla="*/ 114935 w 603135"/>
                <a:gd name="connsiteY8" fmla="*/ 384829 h 496646"/>
                <a:gd name="connsiteX9" fmla="*/ 121231 w 603135"/>
                <a:gd name="connsiteY9" fmla="*/ 389608 h 496646"/>
                <a:gd name="connsiteX10" fmla="*/ 86192 w 603135"/>
                <a:gd name="connsiteY10" fmla="*/ 322516 h 496646"/>
                <a:gd name="connsiteX11" fmla="*/ 85099 w 603135"/>
                <a:gd name="connsiteY11" fmla="*/ 185565 h 496646"/>
                <a:gd name="connsiteX12" fmla="*/ 163628 w 603135"/>
                <a:gd name="connsiteY12" fmla="*/ 77461 h 496646"/>
                <a:gd name="connsiteX13" fmla="*/ 216879 w 603135"/>
                <a:gd name="connsiteY13" fmla="*/ 47448 h 496646"/>
                <a:gd name="connsiteX14" fmla="*/ 222051 w 603135"/>
                <a:gd name="connsiteY14" fmla="*/ 40455 h 496646"/>
                <a:gd name="connsiteX15" fmla="*/ 224091 w 603135"/>
                <a:gd name="connsiteY15" fmla="*/ 36740 h 496646"/>
                <a:gd name="connsiteX16" fmla="*/ 229846 w 603135"/>
                <a:gd name="connsiteY16" fmla="*/ 25595 h 496646"/>
                <a:gd name="connsiteX17" fmla="*/ 262335 w 603135"/>
                <a:gd name="connsiteY17" fmla="*/ 20933 h 496646"/>
                <a:gd name="connsiteX18" fmla="*/ 265977 w 603135"/>
                <a:gd name="connsiteY18" fmla="*/ 21297 h 496646"/>
                <a:gd name="connsiteX19" fmla="*/ 272095 w 603135"/>
                <a:gd name="connsiteY19" fmla="*/ 21588 h 496646"/>
                <a:gd name="connsiteX20" fmla="*/ 393094 w 603135"/>
                <a:gd name="connsiteY20" fmla="*/ -120 h 496646"/>
                <a:gd name="connsiteX21" fmla="*/ 516058 w 603135"/>
                <a:gd name="connsiteY21" fmla="*/ 43661 h 496646"/>
                <a:gd name="connsiteX22" fmla="*/ 538787 w 603135"/>
                <a:gd name="connsiteY22" fmla="*/ 53932 h 496646"/>
                <a:gd name="connsiteX23" fmla="*/ 600779 w 603135"/>
                <a:gd name="connsiteY23" fmla="*/ 119348 h 496646"/>
                <a:gd name="connsiteX24" fmla="*/ 586136 w 603135"/>
                <a:gd name="connsiteY24" fmla="*/ 184982 h 49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3135" h="496646">
                  <a:moveTo>
                    <a:pt x="586136" y="184982"/>
                  </a:moveTo>
                  <a:cubicBezTo>
                    <a:pt x="581246" y="192913"/>
                    <a:pt x="575895" y="200551"/>
                    <a:pt x="570110" y="207856"/>
                  </a:cubicBezTo>
                  <a:cubicBezTo>
                    <a:pt x="559065" y="221814"/>
                    <a:pt x="546669" y="234649"/>
                    <a:pt x="533104" y="246173"/>
                  </a:cubicBezTo>
                  <a:cubicBezTo>
                    <a:pt x="525118" y="253130"/>
                    <a:pt x="516778" y="259671"/>
                    <a:pt x="508118" y="265769"/>
                  </a:cubicBezTo>
                  <a:cubicBezTo>
                    <a:pt x="492067" y="277067"/>
                    <a:pt x="475192" y="287148"/>
                    <a:pt x="457636" y="295927"/>
                  </a:cubicBezTo>
                  <a:cubicBezTo>
                    <a:pt x="406497" y="321715"/>
                    <a:pt x="351134" y="337887"/>
                    <a:pt x="296062" y="353840"/>
                  </a:cubicBezTo>
                  <a:cubicBezTo>
                    <a:pt x="260076" y="364330"/>
                    <a:pt x="224066" y="374796"/>
                    <a:pt x="188031" y="385237"/>
                  </a:cubicBezTo>
                  <a:cubicBezTo>
                    <a:pt x="150369" y="413720"/>
                    <a:pt x="24199" y="507182"/>
                    <a:pt x="3001" y="495526"/>
                  </a:cubicBezTo>
                  <a:cubicBezTo>
                    <a:pt x="-21984" y="481758"/>
                    <a:pt x="114935" y="384829"/>
                    <a:pt x="114935" y="384829"/>
                  </a:cubicBezTo>
                  <a:lnTo>
                    <a:pt x="121231" y="389608"/>
                  </a:lnTo>
                  <a:cubicBezTo>
                    <a:pt x="101198" y="377005"/>
                    <a:pt x="90709" y="347794"/>
                    <a:pt x="86192" y="322516"/>
                  </a:cubicBezTo>
                  <a:cubicBezTo>
                    <a:pt x="78179" y="277279"/>
                    <a:pt x="74391" y="230293"/>
                    <a:pt x="85099" y="185565"/>
                  </a:cubicBezTo>
                  <a:cubicBezTo>
                    <a:pt x="95807" y="140910"/>
                    <a:pt x="122688" y="98368"/>
                    <a:pt x="163628" y="77461"/>
                  </a:cubicBezTo>
                  <a:cubicBezTo>
                    <a:pt x="181767" y="68136"/>
                    <a:pt x="203766" y="61799"/>
                    <a:pt x="216879" y="47448"/>
                  </a:cubicBezTo>
                  <a:cubicBezTo>
                    <a:pt x="218866" y="45324"/>
                    <a:pt x="220602" y="42978"/>
                    <a:pt x="222051" y="40455"/>
                  </a:cubicBezTo>
                  <a:cubicBezTo>
                    <a:pt x="222844" y="39282"/>
                    <a:pt x="223527" y="38039"/>
                    <a:pt x="224091" y="36740"/>
                  </a:cubicBezTo>
                  <a:cubicBezTo>
                    <a:pt x="225538" y="32800"/>
                    <a:pt x="227471" y="29056"/>
                    <a:pt x="229846" y="25595"/>
                  </a:cubicBezTo>
                  <a:cubicBezTo>
                    <a:pt x="237349" y="16926"/>
                    <a:pt x="250971" y="19549"/>
                    <a:pt x="262335" y="20933"/>
                  </a:cubicBezTo>
                  <a:cubicBezTo>
                    <a:pt x="263573" y="21078"/>
                    <a:pt x="264738" y="21224"/>
                    <a:pt x="265977" y="21297"/>
                  </a:cubicBezTo>
                  <a:cubicBezTo>
                    <a:pt x="268010" y="21503"/>
                    <a:pt x="270052" y="21600"/>
                    <a:pt x="272095" y="21588"/>
                  </a:cubicBezTo>
                  <a:cubicBezTo>
                    <a:pt x="312671" y="22462"/>
                    <a:pt x="352009" y="-120"/>
                    <a:pt x="393094" y="-120"/>
                  </a:cubicBezTo>
                  <a:cubicBezTo>
                    <a:pt x="438113" y="-193"/>
                    <a:pt x="476429" y="25886"/>
                    <a:pt x="516058" y="43661"/>
                  </a:cubicBezTo>
                  <a:cubicBezTo>
                    <a:pt x="524071" y="47303"/>
                    <a:pt x="531648" y="50581"/>
                    <a:pt x="538787" y="53932"/>
                  </a:cubicBezTo>
                  <a:cubicBezTo>
                    <a:pt x="567415" y="67263"/>
                    <a:pt x="588977" y="81468"/>
                    <a:pt x="600779" y="119348"/>
                  </a:cubicBezTo>
                  <a:cubicBezTo>
                    <a:pt x="607626" y="141493"/>
                    <a:pt x="598228" y="165314"/>
                    <a:pt x="586136" y="184982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1F8D2262-452E-4EA4-A882-C7D539AE43D4}"/>
                </a:ext>
              </a:extLst>
            </p:cNvPr>
            <p:cNvSpPr/>
            <p:nvPr/>
          </p:nvSpPr>
          <p:spPr>
            <a:xfrm>
              <a:off x="2959239" y="792015"/>
              <a:ext cx="57769" cy="31222"/>
            </a:xfrm>
            <a:custGeom>
              <a:avLst/>
              <a:gdLst>
                <a:gd name="connsiteX0" fmla="*/ 55173 w 57769"/>
                <a:gd name="connsiteY0" fmla="*/ 172 h 31222"/>
                <a:gd name="connsiteX1" fmla="*/ 50875 w 57769"/>
                <a:gd name="connsiteY1" fmla="*/ 23920 h 31222"/>
                <a:gd name="connsiteX2" fmla="*/ 33829 w 57769"/>
                <a:gd name="connsiteY2" fmla="*/ 29966 h 31222"/>
                <a:gd name="connsiteX3" fmla="*/ 20571 w 57769"/>
                <a:gd name="connsiteY3" fmla="*/ 30986 h 31222"/>
                <a:gd name="connsiteX4" fmla="*/ 3015 w 57769"/>
                <a:gd name="connsiteY4" fmla="*/ 27999 h 31222"/>
                <a:gd name="connsiteX5" fmla="*/ -45 w 57769"/>
                <a:gd name="connsiteY5" fmla="*/ 26032 h 31222"/>
                <a:gd name="connsiteX6" fmla="*/ 5127 w 57769"/>
                <a:gd name="connsiteY6" fmla="*/ 19039 h 31222"/>
                <a:gd name="connsiteX7" fmla="*/ 11246 w 57769"/>
                <a:gd name="connsiteY7" fmla="*/ 19330 h 31222"/>
                <a:gd name="connsiteX8" fmla="*/ 33100 w 57769"/>
                <a:gd name="connsiteY8" fmla="*/ 15615 h 31222"/>
                <a:gd name="connsiteX9" fmla="*/ 41332 w 57769"/>
                <a:gd name="connsiteY9" fmla="*/ 11682 h 31222"/>
                <a:gd name="connsiteX10" fmla="*/ 49053 w 57769"/>
                <a:gd name="connsiteY10" fmla="*/ -120 h 3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769" h="31222">
                  <a:moveTo>
                    <a:pt x="55173" y="172"/>
                  </a:moveTo>
                  <a:cubicBezTo>
                    <a:pt x="59809" y="8062"/>
                    <a:pt x="57982" y="18155"/>
                    <a:pt x="50875" y="23920"/>
                  </a:cubicBezTo>
                  <a:cubicBezTo>
                    <a:pt x="45862" y="27473"/>
                    <a:pt x="39961" y="29567"/>
                    <a:pt x="33829" y="29966"/>
                  </a:cubicBezTo>
                  <a:cubicBezTo>
                    <a:pt x="29433" y="30562"/>
                    <a:pt x="25006" y="30902"/>
                    <a:pt x="20571" y="30986"/>
                  </a:cubicBezTo>
                  <a:cubicBezTo>
                    <a:pt x="14561" y="31470"/>
                    <a:pt x="8526" y="30443"/>
                    <a:pt x="3015" y="27999"/>
                  </a:cubicBezTo>
                  <a:cubicBezTo>
                    <a:pt x="1942" y="27429"/>
                    <a:pt x="919" y="26771"/>
                    <a:pt x="-45" y="26032"/>
                  </a:cubicBezTo>
                  <a:cubicBezTo>
                    <a:pt x="1943" y="23908"/>
                    <a:pt x="3678" y="21561"/>
                    <a:pt x="5127" y="19039"/>
                  </a:cubicBezTo>
                  <a:cubicBezTo>
                    <a:pt x="6147" y="19840"/>
                    <a:pt x="7167" y="19622"/>
                    <a:pt x="11246" y="19330"/>
                  </a:cubicBezTo>
                  <a:cubicBezTo>
                    <a:pt x="18653" y="18970"/>
                    <a:pt x="25990" y="17723"/>
                    <a:pt x="33100" y="15615"/>
                  </a:cubicBezTo>
                  <a:cubicBezTo>
                    <a:pt x="36066" y="14830"/>
                    <a:pt x="38858" y="13496"/>
                    <a:pt x="41332" y="11682"/>
                  </a:cubicBezTo>
                  <a:cubicBezTo>
                    <a:pt x="44977" y="8563"/>
                    <a:pt x="47656" y="4469"/>
                    <a:pt x="49053" y="-120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4583EF90-337A-4033-989C-3869669F2AAE}"/>
                </a:ext>
              </a:extLst>
            </p:cNvPr>
            <p:cNvSpPr/>
            <p:nvPr/>
          </p:nvSpPr>
          <p:spPr>
            <a:xfrm>
              <a:off x="2859995" y="1153962"/>
              <a:ext cx="68540" cy="9864"/>
            </a:xfrm>
            <a:custGeom>
              <a:avLst/>
              <a:gdLst>
                <a:gd name="connsiteX0" fmla="*/ -45 w 68540"/>
                <a:gd name="connsiteY0" fmla="*/ 393 h 9864"/>
                <a:gd name="connsiteX1" fmla="*/ 18643 w 68540"/>
                <a:gd name="connsiteY1" fmla="*/ 7350 h 9864"/>
                <a:gd name="connsiteX2" fmla="*/ 68495 w 68540"/>
                <a:gd name="connsiteY2" fmla="*/ -120 h 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40" h="9864">
                  <a:moveTo>
                    <a:pt x="-45" y="393"/>
                  </a:moveTo>
                  <a:cubicBezTo>
                    <a:pt x="5654" y="3944"/>
                    <a:pt x="12009" y="6310"/>
                    <a:pt x="18643" y="7350"/>
                  </a:cubicBezTo>
                  <a:cubicBezTo>
                    <a:pt x="35553" y="12266"/>
                    <a:pt x="53768" y="9536"/>
                    <a:pt x="68495" y="-120"/>
                  </a:cubicBezTo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38" name="文本框 37">
            <a:hlinkClick r:id="rId2" action="ppaction://hlinkfile"/>
            <a:extLst>
              <a:ext uri="{FF2B5EF4-FFF2-40B4-BE49-F238E27FC236}">
                <a16:creationId xmlns:a16="http://schemas.microsoft.com/office/drawing/2014/main" id="{56A57AE9-6F30-4436-AD26-DCABD231C4EC}"/>
              </a:ext>
            </a:extLst>
          </p:cNvPr>
          <p:cNvSpPr txBox="1"/>
          <p:nvPr/>
        </p:nvSpPr>
        <p:spPr>
          <a:xfrm>
            <a:off x="476633" y="6432489"/>
            <a:ext cx="901209" cy="307777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Vlan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简介</a:t>
            </a:r>
            <a:endParaRPr lang="zh-CN" altLang="en-US" sz="14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5516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4BC84B-0598-40D1-9C61-72C3FCAD70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限制</a:t>
            </a:r>
            <a:r>
              <a:rPr lang="en-US" altLang="zh-CN" dirty="0"/>
              <a:t>/</a:t>
            </a:r>
            <a:r>
              <a:rPr lang="zh-CN" altLang="en-US" dirty="0"/>
              <a:t>隔离广播域</a:t>
            </a:r>
            <a:endParaRPr lang="en-US" altLang="zh-CN" dirty="0"/>
          </a:p>
          <a:p>
            <a:pPr lvl="1"/>
            <a:r>
              <a:rPr lang="zh-CN" altLang="en-US" dirty="0"/>
              <a:t>广播域被限制在一个</a:t>
            </a:r>
            <a:r>
              <a:rPr lang="en-US" altLang="zh-CN" dirty="0"/>
              <a:t>VLAN</a:t>
            </a:r>
            <a:r>
              <a:rPr lang="zh-CN" altLang="en-US" dirty="0"/>
              <a:t>内，节省带宽，提高网络的处理能力</a:t>
            </a:r>
            <a:endParaRPr lang="en-US" altLang="zh-CN" dirty="0"/>
          </a:p>
          <a:p>
            <a:r>
              <a:rPr lang="zh-CN" altLang="en-US" dirty="0"/>
              <a:t>增强局域网的安全性</a:t>
            </a:r>
            <a:endParaRPr lang="en-US" altLang="zh-CN" dirty="0"/>
          </a:p>
          <a:p>
            <a:pPr lvl="1"/>
            <a:r>
              <a:rPr lang="zh-CN" altLang="en-US" dirty="0"/>
              <a:t>不同</a:t>
            </a:r>
            <a:r>
              <a:rPr lang="en-US" altLang="zh-CN" dirty="0"/>
              <a:t>VLAN</a:t>
            </a:r>
            <a:r>
              <a:rPr lang="zh-CN" altLang="en-US" dirty="0"/>
              <a:t>内的报文在传输时是相互隔离的不同的</a:t>
            </a:r>
            <a:r>
              <a:rPr lang="en-US" altLang="zh-CN" dirty="0"/>
              <a:t>VLAN</a:t>
            </a:r>
            <a:r>
              <a:rPr lang="zh-CN" altLang="en-US" dirty="0"/>
              <a:t>用户不能和其它</a:t>
            </a:r>
            <a:r>
              <a:rPr lang="en-US" altLang="zh-CN" dirty="0"/>
              <a:t>VLAN</a:t>
            </a:r>
            <a:r>
              <a:rPr lang="zh-CN" altLang="en-US" dirty="0"/>
              <a:t>用户直接通信</a:t>
            </a:r>
            <a:endParaRPr lang="en-US" altLang="zh-CN" dirty="0"/>
          </a:p>
          <a:p>
            <a:r>
              <a:rPr lang="zh-CN" altLang="en-US" dirty="0"/>
              <a:t>提高网络的健壮性</a:t>
            </a:r>
            <a:endParaRPr lang="en-US" altLang="zh-CN" dirty="0"/>
          </a:p>
          <a:p>
            <a:pPr lvl="1"/>
            <a:r>
              <a:rPr lang="zh-CN" altLang="en-US" dirty="0"/>
              <a:t>故障被限制在一个</a:t>
            </a:r>
            <a:r>
              <a:rPr lang="en-US" altLang="zh-CN" dirty="0"/>
              <a:t>VLAN</a:t>
            </a:r>
            <a:r>
              <a:rPr lang="zh-CN" altLang="en-US" dirty="0"/>
              <a:t>内，本</a:t>
            </a:r>
            <a:r>
              <a:rPr lang="en-US" altLang="zh-CN" dirty="0"/>
              <a:t>VLAN</a:t>
            </a:r>
            <a:r>
              <a:rPr lang="zh-CN" altLang="en-US" dirty="0"/>
              <a:t>内的故障不会影响其他</a:t>
            </a:r>
            <a:r>
              <a:rPr lang="en-US" altLang="zh-CN" dirty="0"/>
              <a:t>VLAN</a:t>
            </a:r>
            <a:r>
              <a:rPr lang="zh-CN" altLang="en-US" dirty="0"/>
              <a:t>的正常工作</a:t>
            </a:r>
            <a:endParaRPr lang="en-US" altLang="zh-CN" dirty="0"/>
          </a:p>
          <a:p>
            <a:r>
              <a:rPr lang="zh-CN" altLang="en-US" dirty="0"/>
              <a:t>灵活构建虚拟工作组</a:t>
            </a:r>
            <a:endParaRPr lang="en-US" altLang="zh-CN" dirty="0"/>
          </a:p>
          <a:p>
            <a:pPr lvl="1"/>
            <a:r>
              <a:rPr lang="zh-CN" altLang="en-US" dirty="0"/>
              <a:t>划分不同的用户到不同的工作组，网络构建和维护更方便灵活、更容易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800F945-CF23-4942-A29A-FE972160A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作用</a:t>
            </a:r>
          </a:p>
        </p:txBody>
      </p:sp>
    </p:spTree>
    <p:extLst>
      <p:ext uri="{BB962C8B-B14F-4D97-AF65-F5344CB8AC3E}">
        <p14:creationId xmlns:p14="http://schemas.microsoft.com/office/powerpoint/2010/main" val="3095377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4BC84B-0598-40D1-9C61-72C3FCAD70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1050272"/>
            <a:ext cx="10800000" cy="5220044"/>
          </a:xfrm>
        </p:spPr>
        <p:txBody>
          <a:bodyPr/>
          <a:lstStyle/>
          <a:p>
            <a:r>
              <a:rPr lang="zh-CN" altLang="en-US" dirty="0"/>
              <a:t>使用</a:t>
            </a:r>
            <a:endParaRPr lang="en-US" altLang="zh-CN" dirty="0"/>
          </a:p>
          <a:p>
            <a:pPr lvl="1"/>
            <a:r>
              <a:rPr lang="en-US" altLang="zh-CN" dirty="0"/>
              <a:t>VLAN</a:t>
            </a:r>
            <a:r>
              <a:rPr lang="zh-CN" altLang="zh-CN" dirty="0"/>
              <a:t>由</a:t>
            </a:r>
            <a:r>
              <a:rPr lang="en-US" altLang="zh-CN" dirty="0"/>
              <a:t>id</a:t>
            </a:r>
            <a:r>
              <a:rPr lang="zh-CN" altLang="zh-CN" dirty="0"/>
              <a:t>和</a:t>
            </a:r>
            <a:r>
              <a:rPr lang="en-US" altLang="zh-CN" dirty="0"/>
              <a:t>name</a:t>
            </a:r>
            <a:r>
              <a:rPr lang="zh-CN" altLang="zh-CN" dirty="0"/>
              <a:t>来标识；默认情况下，所有端口都属于</a:t>
            </a:r>
            <a:r>
              <a:rPr lang="en-US" altLang="zh-CN" dirty="0"/>
              <a:t>VLAN 1</a:t>
            </a:r>
            <a:endParaRPr lang="zh-CN" altLang="zh-CN" dirty="0"/>
          </a:p>
          <a:p>
            <a:pPr lvl="1"/>
            <a:r>
              <a:rPr lang="zh-CN" altLang="zh-CN" dirty="0"/>
              <a:t>一个交换机可以划分多个</a:t>
            </a:r>
            <a:r>
              <a:rPr lang="en-US" altLang="zh-CN" dirty="0"/>
              <a:t>VLAN</a:t>
            </a:r>
            <a:r>
              <a:rPr lang="zh-CN" altLang="zh-CN" dirty="0"/>
              <a:t>；每个</a:t>
            </a:r>
            <a:r>
              <a:rPr lang="en-US" altLang="zh-CN" dirty="0"/>
              <a:t>VLAN</a:t>
            </a:r>
            <a:r>
              <a:rPr lang="zh-CN" altLang="zh-CN" dirty="0"/>
              <a:t>不受网络物理位置的限制</a:t>
            </a:r>
          </a:p>
          <a:p>
            <a:pPr lvl="1"/>
            <a:r>
              <a:rPr lang="zh-CN" altLang="zh-CN" dirty="0"/>
              <a:t>通常利用交换机的端口划分</a:t>
            </a:r>
            <a:r>
              <a:rPr lang="en-US" altLang="zh-CN" dirty="0"/>
              <a:t>VLAN</a:t>
            </a:r>
            <a:r>
              <a:rPr lang="zh-CN" altLang="zh-CN" dirty="0"/>
              <a:t>；一个端口只能属于一个</a:t>
            </a:r>
            <a:r>
              <a:rPr lang="en-US" altLang="zh-CN" dirty="0"/>
              <a:t>VLAN</a:t>
            </a:r>
            <a:r>
              <a:rPr lang="zh-CN" altLang="zh-CN" dirty="0"/>
              <a:t>；所以一般称</a:t>
            </a:r>
            <a:r>
              <a:rPr lang="en-US" altLang="zh-CN" dirty="0"/>
              <a:t>port VLAN</a:t>
            </a:r>
            <a:r>
              <a:rPr lang="zh-CN" altLang="zh-CN" dirty="0"/>
              <a:t>；</a:t>
            </a:r>
            <a:endParaRPr lang="en-US" altLang="zh-CN" dirty="0"/>
          </a:p>
          <a:p>
            <a:pPr lvl="1"/>
            <a:r>
              <a:rPr lang="zh-CN" altLang="zh-CN" dirty="0"/>
              <a:t>一个</a:t>
            </a:r>
            <a:r>
              <a:rPr lang="en-US" altLang="zh-CN" dirty="0"/>
              <a:t>VLAN</a:t>
            </a:r>
            <a:r>
              <a:rPr lang="zh-CN" altLang="zh-CN" dirty="0"/>
              <a:t>可以包含多个端口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93A998F-0936-43C0-AD3D-2893903F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3E6C33-8881-4A79-ABB0-1D764BACD8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842"/>
          <a:stretch/>
        </p:blipFill>
        <p:spPr>
          <a:xfrm>
            <a:off x="3032592" y="3241366"/>
            <a:ext cx="6126816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40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4BC84B-0598-40D1-9C61-72C3FCAD70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zh-CN" dirty="0"/>
              <a:t>端口模式：</a:t>
            </a:r>
          </a:p>
          <a:p>
            <a:pPr lvl="1"/>
            <a:r>
              <a:rPr lang="en-US" altLang="zh-CN" dirty="0"/>
              <a:t>access</a:t>
            </a:r>
            <a:r>
              <a:rPr lang="zh-CN" altLang="zh-CN" dirty="0"/>
              <a:t>模式：默认模式。一般用于链接用户计算机；</a:t>
            </a:r>
            <a:r>
              <a:rPr lang="en-US" altLang="zh-CN" dirty="0"/>
              <a:t>access</a:t>
            </a:r>
            <a:r>
              <a:rPr lang="zh-CN" altLang="zh-CN" dirty="0"/>
              <a:t>端口只能属于一个</a:t>
            </a:r>
            <a:r>
              <a:rPr lang="en-US" altLang="zh-CN" dirty="0"/>
              <a:t>VLAN</a:t>
            </a:r>
            <a:endParaRPr lang="zh-CN" altLang="zh-CN" dirty="0"/>
          </a:p>
          <a:p>
            <a:pPr lvl="1"/>
            <a:r>
              <a:rPr lang="en-US" altLang="zh-CN" dirty="0"/>
              <a:t>trunk</a:t>
            </a:r>
            <a:r>
              <a:rPr lang="zh-CN" altLang="zh-CN" dirty="0"/>
              <a:t>模式：用于交换机之间或交换机和路由器之间的链接；</a:t>
            </a:r>
            <a:r>
              <a:rPr lang="en-US" altLang="zh-CN" dirty="0"/>
              <a:t>trunk</a:t>
            </a:r>
            <a:r>
              <a:rPr lang="zh-CN" altLang="zh-CN" dirty="0"/>
              <a:t>端口可以属于多个</a:t>
            </a:r>
            <a:r>
              <a:rPr lang="en-US" altLang="zh-CN" dirty="0"/>
              <a:t>VLAN</a:t>
            </a:r>
            <a:endParaRPr lang="zh-CN" altLang="zh-CN" dirty="0"/>
          </a:p>
          <a:p>
            <a:pPr lvl="1"/>
            <a:r>
              <a:rPr lang="en-US" altLang="zh-CN" dirty="0"/>
              <a:t>hybrid</a:t>
            </a:r>
            <a:r>
              <a:rPr lang="zh-CN" altLang="zh-CN" dirty="0"/>
              <a:t>混合模式【华为</a:t>
            </a:r>
            <a:r>
              <a:rPr lang="zh-CN" altLang="en-US" dirty="0"/>
              <a:t>专有</a:t>
            </a:r>
            <a:r>
              <a:rPr lang="zh-CN" altLang="zh-CN" dirty="0"/>
              <a:t>模式】</a:t>
            </a:r>
          </a:p>
          <a:p>
            <a:r>
              <a:rPr lang="zh-CN" altLang="en-US" dirty="0"/>
              <a:t>说明</a:t>
            </a:r>
            <a:endParaRPr lang="en-US" altLang="zh-CN" dirty="0"/>
          </a:p>
          <a:p>
            <a:pPr lvl="1"/>
            <a:r>
              <a:rPr lang="zh-CN" altLang="zh-CN" dirty="0"/>
              <a:t>二层交换机无法实现不同</a:t>
            </a:r>
            <a:r>
              <a:rPr lang="en-US" altLang="zh-CN" dirty="0"/>
              <a:t>VLAN</a:t>
            </a:r>
            <a:r>
              <a:rPr lang="zh-CN" altLang="zh-CN" dirty="0"/>
              <a:t>之间的通信</a:t>
            </a:r>
            <a:endParaRPr lang="en-US" altLang="zh-CN" dirty="0"/>
          </a:p>
          <a:p>
            <a:pPr lvl="1"/>
            <a:r>
              <a:rPr lang="zh-CN" altLang="zh-CN" dirty="0"/>
              <a:t>跨</a:t>
            </a:r>
            <a:r>
              <a:rPr lang="en-US" altLang="zh-CN" dirty="0"/>
              <a:t>VLAN</a:t>
            </a:r>
            <a:r>
              <a:rPr lang="zh-CN" altLang="zh-CN" dirty="0"/>
              <a:t>通信，</a:t>
            </a:r>
            <a:r>
              <a:rPr lang="zh-CN" altLang="en-US" dirty="0"/>
              <a:t>需要三层</a:t>
            </a:r>
            <a:r>
              <a:rPr lang="zh-CN" altLang="zh-CN" dirty="0"/>
              <a:t>设备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93A998F-0936-43C0-AD3D-2893903F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0B438D-7C6D-4F10-B3D8-CA294FD60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500" y="2241241"/>
            <a:ext cx="4762500" cy="40290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BCE09AB-7732-4757-B243-3F3832B64054}"/>
              </a:ext>
            </a:extLst>
          </p:cNvPr>
          <p:cNvSpPr/>
          <p:nvPr/>
        </p:nvSpPr>
        <p:spPr>
          <a:xfrm>
            <a:off x="6742465" y="2734235"/>
            <a:ext cx="2177418" cy="28687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696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392844-55C2-47D5-B000-388381B10F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58B8DAC4-F417-47A2-A39B-BDDAB9DB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改进的局域网</a:t>
            </a:r>
            <a:r>
              <a:rPr lang="en-US" altLang="zh-CN" dirty="0"/>
              <a:t>-VLAN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0CAE016-7FA5-4D9C-B4B3-500422DE8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0" y="2010545"/>
            <a:ext cx="10080000" cy="4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45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28759D0D-C9EC-4BD9-AA5A-D96ADC447E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查看所有</a:t>
            </a:r>
            <a:r>
              <a:rPr lang="en-US" altLang="zh-CN" dirty="0"/>
              <a:t>vlan</a:t>
            </a:r>
          </a:p>
          <a:p>
            <a:pPr lvl="1"/>
            <a:r>
              <a:rPr lang="en-US" altLang="zh-CN" dirty="0" err="1"/>
              <a:t>xit#show</a:t>
            </a:r>
            <a:r>
              <a:rPr lang="en-US" altLang="zh-CN" dirty="0"/>
              <a:t> vlan	</a:t>
            </a:r>
          </a:p>
          <a:p>
            <a:pPr lvl="1"/>
            <a:endParaRPr lang="zh-CN" altLang="en-US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58B8DAC4-F417-47A2-A39B-BDDAB9DB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VLAN</a:t>
            </a:r>
            <a:r>
              <a:rPr lang="zh-CN" altLang="en-US" dirty="0"/>
              <a:t>常用命令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99DF305-AA15-48E4-BCCA-ABEBDF06B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017" y="1446456"/>
            <a:ext cx="7280983" cy="4680000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AA07C1CE-0210-427E-9CA3-63E443C55881}"/>
              </a:ext>
            </a:extLst>
          </p:cNvPr>
          <p:cNvSpPr/>
          <p:nvPr/>
        </p:nvSpPr>
        <p:spPr>
          <a:xfrm>
            <a:off x="1920847" y="3475182"/>
            <a:ext cx="1440000" cy="432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uprum" panose="00000500000000000000" pitchFamily="2" charset="0"/>
              </a:rPr>
              <a:t>默认</a:t>
            </a:r>
            <a:r>
              <a:rPr lang="en-US" altLang="zh-CN" dirty="0">
                <a:solidFill>
                  <a:schemeClr val="tx1"/>
                </a:solidFill>
                <a:latin typeface="Cuprum" panose="00000500000000000000" pitchFamily="2" charset="0"/>
              </a:rPr>
              <a:t>vlan</a:t>
            </a:r>
            <a:endParaRPr lang="zh-CN" altLang="en-US" dirty="0">
              <a:solidFill>
                <a:schemeClr val="tx1"/>
              </a:solidFill>
              <a:latin typeface="Cuprum" panose="00000500000000000000" pitchFamily="2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FDE419CB-B800-41D4-A1D6-8D6D7ED9B3E1}"/>
              </a:ext>
            </a:extLst>
          </p:cNvPr>
          <p:cNvSpPr/>
          <p:nvPr/>
        </p:nvSpPr>
        <p:spPr>
          <a:xfrm>
            <a:off x="3550024" y="3570159"/>
            <a:ext cx="519952" cy="242047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616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DD1C355-673E-4E6B-AE28-2FA453B2E0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查看指定</a:t>
            </a:r>
            <a:r>
              <a:rPr lang="en-US" altLang="zh-CN" dirty="0"/>
              <a:t>id</a:t>
            </a:r>
            <a:r>
              <a:rPr lang="zh-CN" altLang="en-US" dirty="0"/>
              <a:t>的</a:t>
            </a:r>
            <a:r>
              <a:rPr lang="en-US" altLang="zh-CN" dirty="0"/>
              <a:t>vlan</a:t>
            </a:r>
          </a:p>
          <a:p>
            <a:pPr lvl="1"/>
            <a:r>
              <a:rPr lang="en-US" altLang="zh-CN" dirty="0" err="1"/>
              <a:t>xit#show</a:t>
            </a:r>
            <a:r>
              <a:rPr lang="en-US" altLang="zh-CN" dirty="0"/>
              <a:t> vlan id 10</a:t>
            </a:r>
          </a:p>
          <a:p>
            <a:r>
              <a:rPr lang="zh-CN" altLang="en-US" dirty="0"/>
              <a:t>查看指定</a:t>
            </a:r>
            <a:r>
              <a:rPr lang="en-US" altLang="zh-CN" dirty="0"/>
              <a:t>name</a:t>
            </a:r>
            <a:r>
              <a:rPr lang="zh-CN" altLang="en-US" dirty="0"/>
              <a:t>的</a:t>
            </a:r>
            <a:r>
              <a:rPr lang="en-US" altLang="zh-CN" dirty="0"/>
              <a:t>vlan</a:t>
            </a:r>
          </a:p>
          <a:p>
            <a:pPr lvl="1"/>
            <a:r>
              <a:rPr lang="en-US" altLang="zh-CN" dirty="0" err="1"/>
              <a:t>xit#show</a:t>
            </a:r>
            <a:r>
              <a:rPr lang="en-US" altLang="zh-CN" dirty="0"/>
              <a:t> vlan name </a:t>
            </a:r>
            <a:r>
              <a:rPr lang="en-US" altLang="zh-CN" dirty="0" err="1"/>
              <a:t>xit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58B8DAC4-F417-47A2-A39B-BDDAB9DB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VLAN</a:t>
            </a:r>
            <a:r>
              <a:rPr lang="zh-CN" altLang="en-US" dirty="0"/>
              <a:t>常用命令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0DD8580-2303-431E-AD74-1331E02F89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236"/>
          <a:stretch/>
        </p:blipFill>
        <p:spPr>
          <a:xfrm>
            <a:off x="1" y="3051964"/>
            <a:ext cx="6096000" cy="32480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F7337C4-F533-41C0-BC8D-7C19AAC1BB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842"/>
          <a:stretch/>
        </p:blipFill>
        <p:spPr>
          <a:xfrm>
            <a:off x="6065184" y="1342988"/>
            <a:ext cx="6126816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66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DD1C355-673E-4E6B-AE28-2FA453B2E0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/>
              <a:t>vlan</a:t>
            </a:r>
          </a:p>
          <a:p>
            <a:pPr lvl="1"/>
            <a:r>
              <a:rPr lang="en-US" altLang="zh-CN" dirty="0" err="1"/>
              <a:t>xit</a:t>
            </a:r>
            <a:r>
              <a:rPr lang="en-US" altLang="zh-CN" dirty="0"/>
              <a:t>(config)#vlan </a:t>
            </a:r>
            <a:r>
              <a:rPr lang="en-US" altLang="zh-CN" dirty="0">
                <a:solidFill>
                  <a:srgbClr val="FF0000"/>
                </a:solidFill>
              </a:rPr>
              <a:t>20</a:t>
            </a:r>
          </a:p>
          <a:p>
            <a:pPr lvl="1"/>
            <a:r>
              <a:rPr lang="en-US" altLang="zh-CN" dirty="0" err="1"/>
              <a:t>xit</a:t>
            </a:r>
            <a:r>
              <a:rPr lang="en-US" altLang="zh-CN" dirty="0"/>
              <a:t>(config-vlan)#name </a:t>
            </a:r>
            <a:r>
              <a:rPr lang="en-US" altLang="zh-CN" dirty="0" err="1">
                <a:solidFill>
                  <a:srgbClr val="FF0000"/>
                </a:solidFill>
              </a:rPr>
              <a:t>gl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58B8DAC4-F417-47A2-A39B-BDDAB9DB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VLAN</a:t>
            </a:r>
            <a:r>
              <a:rPr lang="zh-CN" altLang="en-US" dirty="0"/>
              <a:t>常用命令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1D0409-2853-4F7A-9425-CC106444A7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930"/>
          <a:stretch/>
        </p:blipFill>
        <p:spPr>
          <a:xfrm>
            <a:off x="6072000" y="1419787"/>
            <a:ext cx="61200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53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DD1C355-673E-4E6B-AE28-2FA453B2E0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添加端口</a:t>
            </a:r>
            <a:endParaRPr lang="en-US" altLang="zh-CN" dirty="0"/>
          </a:p>
          <a:p>
            <a:pPr lvl="1"/>
            <a:r>
              <a:rPr lang="en-US" altLang="zh-CN" dirty="0" err="1"/>
              <a:t>xit</a:t>
            </a:r>
            <a:r>
              <a:rPr lang="en-US" altLang="zh-CN" dirty="0"/>
              <a:t>(config)#inter </a:t>
            </a:r>
            <a:r>
              <a:rPr lang="en-US" altLang="zh-CN" dirty="0">
                <a:solidFill>
                  <a:srgbClr val="FF0000"/>
                </a:solidFill>
              </a:rPr>
              <a:t>fa0/1</a:t>
            </a:r>
          </a:p>
          <a:p>
            <a:pPr lvl="1"/>
            <a:r>
              <a:rPr lang="en-US" altLang="zh-CN" dirty="0" err="1"/>
              <a:t>xit</a:t>
            </a:r>
            <a:r>
              <a:rPr lang="en-US" altLang="zh-CN" dirty="0"/>
              <a:t>(config-if)#swit acc vlan 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58B8DAC4-F417-47A2-A39B-BDDAB9DB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VLAN</a:t>
            </a:r>
            <a:r>
              <a:rPr lang="zh-CN" altLang="en-US" dirty="0"/>
              <a:t>常用命令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6B822EB-2DCD-4072-B357-2A2142CAE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425" y="1258981"/>
            <a:ext cx="6124575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35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DD1C355-673E-4E6B-AE28-2FA453B2E0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849740"/>
            <a:ext cx="10800000" cy="5360806"/>
          </a:xfrm>
        </p:spPr>
        <p:txBody>
          <a:bodyPr/>
          <a:lstStyle/>
          <a:p>
            <a:r>
              <a:rPr lang="zh-CN" altLang="en-US" dirty="0"/>
              <a:t>步骤</a:t>
            </a:r>
            <a:endParaRPr lang="en-US" altLang="zh-CN" dirty="0"/>
          </a:p>
          <a:p>
            <a:pPr lvl="1"/>
            <a:r>
              <a:rPr lang="zh-CN" altLang="en-US" dirty="0"/>
              <a:t>创建拓扑并分配</a:t>
            </a:r>
            <a:r>
              <a:rPr lang="en-US" altLang="zh-CN" dirty="0"/>
              <a:t>IP</a:t>
            </a:r>
          </a:p>
          <a:p>
            <a:pPr lvl="1"/>
            <a:r>
              <a:rPr lang="zh-CN" altLang="en-US" dirty="0"/>
              <a:t>创建</a:t>
            </a:r>
            <a:r>
              <a:rPr lang="en-US" altLang="zh-CN" dirty="0"/>
              <a:t>vlan10</a:t>
            </a:r>
            <a:r>
              <a:rPr lang="zh-CN" altLang="en-US" dirty="0"/>
              <a:t>、</a:t>
            </a:r>
            <a:r>
              <a:rPr lang="en-US" altLang="zh-CN" dirty="0"/>
              <a:t>vlan20</a:t>
            </a:r>
            <a:r>
              <a:rPr lang="zh-CN" altLang="en-US" dirty="0"/>
              <a:t>、</a:t>
            </a:r>
            <a:r>
              <a:rPr lang="en-US" altLang="zh-CN" dirty="0"/>
              <a:t>vlan30</a:t>
            </a:r>
          </a:p>
          <a:p>
            <a:pPr lvl="1"/>
            <a:r>
              <a:rPr lang="zh-CN" altLang="en-US" dirty="0"/>
              <a:t>为</a:t>
            </a:r>
            <a:r>
              <a:rPr lang="en-US" altLang="zh-CN" dirty="0"/>
              <a:t>vlan</a:t>
            </a:r>
            <a:r>
              <a:rPr lang="zh-CN" altLang="en-US" dirty="0"/>
              <a:t>添加相应的端口</a:t>
            </a:r>
            <a:endParaRPr lang="en-US" altLang="zh-CN" dirty="0"/>
          </a:p>
          <a:p>
            <a:pPr lvl="1"/>
            <a:r>
              <a:rPr lang="zh-CN" altLang="en-US" dirty="0"/>
              <a:t>测试通信情况：</a:t>
            </a:r>
            <a:r>
              <a:rPr lang="en-US" altLang="zh-CN" dirty="0"/>
              <a:t>vlan</a:t>
            </a:r>
            <a:r>
              <a:rPr lang="zh-CN" altLang="en-US" dirty="0"/>
              <a:t>内部、</a:t>
            </a:r>
            <a:r>
              <a:rPr lang="en-US" altLang="zh-CN" dirty="0"/>
              <a:t>vlan</a:t>
            </a:r>
            <a:r>
              <a:rPr lang="zh-CN" altLang="en-US" dirty="0"/>
              <a:t>之间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58B8DAC4-F417-47A2-A39B-BDDAB9DB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单个交换机的</a:t>
            </a:r>
            <a:r>
              <a:rPr lang="en-US" altLang="zh-CN" dirty="0"/>
              <a:t>vlan</a:t>
            </a:r>
            <a:r>
              <a:rPr lang="zh-CN" altLang="en-US" dirty="0"/>
              <a:t>划分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9AF77C-E11F-438C-B817-FDF23C727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025" y="2686296"/>
            <a:ext cx="741997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89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DD1C355-673E-4E6B-AE28-2FA453B2E0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参考命令</a:t>
            </a:r>
            <a:endParaRPr lang="en-US" altLang="zh-CN" dirty="0"/>
          </a:p>
          <a:p>
            <a:r>
              <a:rPr lang="zh-CN" altLang="en-US" dirty="0"/>
              <a:t>配置结果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58B8DAC4-F417-47A2-A39B-BDDAB9DB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单个交换机的</a:t>
            </a:r>
            <a:r>
              <a:rPr lang="en-US" altLang="zh-CN" dirty="0"/>
              <a:t>vlan</a:t>
            </a:r>
            <a:r>
              <a:rPr lang="zh-CN" altLang="en-US" dirty="0"/>
              <a:t>划分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D187C3-1219-4493-B462-A04A481E1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0" y="2181504"/>
            <a:ext cx="4829175" cy="32480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20C5785-6AC3-4A08-9BF2-35201726E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29029"/>
            <a:ext cx="624840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59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DD1C355-673E-4E6B-AE28-2FA453B2E0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通信结果</a:t>
            </a:r>
            <a:endParaRPr lang="en-US" altLang="zh-CN" dirty="0"/>
          </a:p>
          <a:p>
            <a:pPr lvl="1"/>
            <a:r>
              <a:rPr lang="en-US" altLang="zh-CN" dirty="0"/>
              <a:t>192.168.1.1 </a:t>
            </a:r>
            <a:r>
              <a:rPr lang="en-US" altLang="zh-CN" dirty="0">
                <a:sym typeface="Wingdings 3" panose="05040102010807070707" pitchFamily="18" charset="2"/>
              </a:rPr>
              <a:t> 192.168.1.3</a:t>
            </a:r>
            <a:r>
              <a:rPr lang="zh-CN" altLang="en-US" dirty="0">
                <a:sym typeface="Wingdings 3" panose="05040102010807070707" pitchFamily="18" charset="2"/>
              </a:rPr>
              <a:t>：失败</a:t>
            </a:r>
            <a:endParaRPr lang="en-US" altLang="zh-CN" dirty="0">
              <a:sym typeface="Wingdings 3" panose="05040102010807070707" pitchFamily="18" charset="2"/>
            </a:endParaRPr>
          </a:p>
          <a:p>
            <a:pPr lvl="1"/>
            <a:r>
              <a:rPr lang="en-US" altLang="zh-CN" dirty="0"/>
              <a:t>192.168.1.1 </a:t>
            </a:r>
            <a:r>
              <a:rPr lang="en-US" altLang="zh-CN" dirty="0">
                <a:sym typeface="Wingdings 3" panose="05040102010807070707" pitchFamily="18" charset="2"/>
              </a:rPr>
              <a:t> 192.168.1.5</a:t>
            </a:r>
            <a:r>
              <a:rPr lang="zh-CN" altLang="en-US" dirty="0">
                <a:sym typeface="Wingdings 3" panose="05040102010807070707" pitchFamily="18" charset="2"/>
              </a:rPr>
              <a:t>：失败</a:t>
            </a:r>
            <a:endParaRPr lang="en-US" altLang="zh-CN" dirty="0">
              <a:sym typeface="Wingdings 3" panose="05040102010807070707" pitchFamily="18" charset="2"/>
            </a:endParaRPr>
          </a:p>
          <a:p>
            <a:pPr lvl="1"/>
            <a:endParaRPr lang="en-US" altLang="zh-CN" dirty="0">
              <a:sym typeface="Wingdings 3" panose="05040102010807070707" pitchFamily="18" charset="2"/>
            </a:endParaRPr>
          </a:p>
          <a:p>
            <a:r>
              <a:rPr lang="zh-CN" altLang="en-US" dirty="0">
                <a:sym typeface="Wingdings 3" panose="05040102010807070707" pitchFamily="18" charset="2"/>
              </a:rPr>
              <a:t>结论</a:t>
            </a:r>
            <a:endParaRPr lang="zh-CN" altLang="en-US" dirty="0"/>
          </a:p>
          <a:p>
            <a:pPr lvl="1"/>
            <a:r>
              <a:rPr lang="zh-CN" altLang="en-US" dirty="0"/>
              <a:t>不同</a:t>
            </a:r>
            <a:r>
              <a:rPr lang="en-US" altLang="zh-CN" dirty="0"/>
              <a:t>vlan</a:t>
            </a:r>
            <a:r>
              <a:rPr lang="zh-CN" altLang="en-US" dirty="0"/>
              <a:t>的用户不能通信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58B8DAC4-F417-47A2-A39B-BDDAB9DB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单个交换机的</a:t>
            </a:r>
            <a:r>
              <a:rPr lang="en-US" altLang="zh-CN" dirty="0"/>
              <a:t>vlan</a:t>
            </a:r>
            <a:r>
              <a:rPr lang="zh-CN" altLang="en-US" dirty="0"/>
              <a:t>划分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C399D4C-E388-4A33-B1A0-1385C3AA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649" y="3732044"/>
            <a:ext cx="4572000" cy="21145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79DC082-D743-4AEF-A959-41E57AA57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649" y="1464094"/>
            <a:ext cx="45720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28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4BC84B-0598-40D1-9C61-72C3FCAD70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849740"/>
            <a:ext cx="10800000" cy="5360806"/>
          </a:xfrm>
        </p:spPr>
        <p:txBody>
          <a:bodyPr/>
          <a:lstStyle/>
          <a:p>
            <a:r>
              <a:rPr lang="zh-CN" altLang="en-US" dirty="0"/>
              <a:t>广播域测试</a:t>
            </a:r>
            <a:endParaRPr lang="en-US" altLang="zh-CN" dirty="0"/>
          </a:p>
          <a:p>
            <a:pPr lvl="1"/>
            <a:r>
              <a:rPr lang="zh-CN" altLang="en-US" dirty="0"/>
              <a:t>模拟通信模式下，某个</a:t>
            </a:r>
            <a:r>
              <a:rPr lang="en-US" altLang="zh-CN" dirty="0"/>
              <a:t>PC</a:t>
            </a:r>
            <a:r>
              <a:rPr lang="zh-CN" altLang="en-US" dirty="0"/>
              <a:t>发送广播，查看各</a:t>
            </a:r>
            <a:r>
              <a:rPr lang="en-US" altLang="zh-CN" dirty="0"/>
              <a:t>PC</a:t>
            </a:r>
            <a:r>
              <a:rPr lang="zh-CN" altLang="en-US" dirty="0"/>
              <a:t>的通信情况</a:t>
            </a:r>
            <a:endParaRPr lang="en-US" altLang="zh-CN" dirty="0"/>
          </a:p>
          <a:p>
            <a:r>
              <a:rPr lang="zh-CN" altLang="en-US" dirty="0"/>
              <a:t>结论</a:t>
            </a:r>
            <a:endParaRPr lang="en-US" altLang="zh-CN" dirty="0"/>
          </a:p>
          <a:p>
            <a:pPr lvl="1"/>
            <a:r>
              <a:rPr lang="en-US" altLang="zh-CN" dirty="0"/>
              <a:t>Vlan</a:t>
            </a:r>
            <a:r>
              <a:rPr lang="zh-CN" altLang="en-US" dirty="0"/>
              <a:t>可以隔离广播域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B0C4256-C662-4BF0-90AA-1A1BADC3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单个交换机的</a:t>
            </a:r>
            <a:r>
              <a:rPr lang="en-US" altLang="zh-CN" dirty="0"/>
              <a:t>vlan</a:t>
            </a:r>
            <a:r>
              <a:rPr lang="zh-CN" altLang="en-US" dirty="0"/>
              <a:t>划分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769BD1-0309-4AD0-87A5-3F26B5628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000" y="942046"/>
            <a:ext cx="3240000" cy="517619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35F5BFB-AB26-44D9-A2E0-4BF30C6DFA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7760"/>
          <a:stretch/>
        </p:blipFill>
        <p:spPr>
          <a:xfrm>
            <a:off x="1056000" y="2650494"/>
            <a:ext cx="4972050" cy="3669647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AE9EA7C5-0708-469C-B16C-C2208F3A20E2}"/>
              </a:ext>
            </a:extLst>
          </p:cNvPr>
          <p:cNvSpPr/>
          <p:nvPr/>
        </p:nvSpPr>
        <p:spPr>
          <a:xfrm flipH="1">
            <a:off x="6702048" y="4364293"/>
            <a:ext cx="519952" cy="24204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983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4BC84B-0598-40D1-9C61-72C3FCAD70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IEEE 802.1Q</a:t>
            </a:r>
            <a:endParaRPr lang="zh-CN" altLang="zh-CN" dirty="0"/>
          </a:p>
          <a:p>
            <a:pPr lvl="1"/>
            <a:r>
              <a:rPr lang="zh-CN" altLang="zh-CN" dirty="0"/>
              <a:t>简称</a:t>
            </a:r>
            <a:r>
              <a:rPr lang="en-US" altLang="zh-CN" dirty="0"/>
              <a:t>dot one Q</a:t>
            </a:r>
            <a:r>
              <a:rPr lang="zh-CN" altLang="en-US" dirty="0"/>
              <a:t>，</a:t>
            </a:r>
            <a:r>
              <a:rPr lang="zh-CN" altLang="zh-CN" dirty="0"/>
              <a:t>加入</a:t>
            </a:r>
            <a:r>
              <a:rPr lang="en-US" altLang="zh-CN" dirty="0"/>
              <a:t>4</a:t>
            </a:r>
            <a:r>
              <a:rPr lang="zh-CN" altLang="zh-CN" dirty="0"/>
              <a:t>个字节的</a:t>
            </a:r>
            <a:r>
              <a:rPr lang="en-US" altLang="zh-CN" dirty="0"/>
              <a:t>VLAN</a:t>
            </a:r>
            <a:r>
              <a:rPr lang="zh-CN" altLang="zh-CN" dirty="0"/>
              <a:t>标记</a:t>
            </a:r>
            <a:r>
              <a:rPr lang="zh-CN" altLang="en-US" dirty="0"/>
              <a:t>对</a:t>
            </a:r>
            <a:r>
              <a:rPr lang="zh-CN" altLang="zh-CN" dirty="0"/>
              <a:t>以太网帧格式扩展</a:t>
            </a:r>
            <a:r>
              <a:rPr lang="zh-CN" altLang="en-US" dirty="0"/>
              <a:t>，</a:t>
            </a:r>
            <a:r>
              <a:rPr lang="zh-CN" altLang="zh-CN" dirty="0"/>
              <a:t>比普通以太网帧</a:t>
            </a:r>
            <a:r>
              <a:rPr lang="zh-CN" altLang="zh-CN" dirty="0">
                <a:solidFill>
                  <a:schemeClr val="bg1"/>
                </a:solidFill>
                <a:highlight>
                  <a:srgbClr val="ED7D31"/>
                </a:highlight>
              </a:rPr>
              <a:t>多</a:t>
            </a:r>
            <a:r>
              <a:rPr lang="en-US" altLang="zh-CN" dirty="0"/>
              <a:t>4</a:t>
            </a:r>
            <a:r>
              <a:rPr lang="zh-CN" altLang="zh-CN" dirty="0"/>
              <a:t>个字节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个字节的</a:t>
            </a:r>
            <a:r>
              <a:rPr lang="zh-CN" altLang="zh-CN" dirty="0"/>
              <a:t>标签协议标识</a:t>
            </a:r>
            <a:r>
              <a:rPr lang="en-US" altLang="zh-CN" dirty="0"/>
              <a:t>TPID</a:t>
            </a:r>
            <a:r>
              <a:rPr lang="zh-CN" altLang="en-US" dirty="0"/>
              <a:t>：</a:t>
            </a:r>
            <a:r>
              <a:rPr lang="zh-CN" altLang="zh-CN" dirty="0"/>
              <a:t>固定为</a:t>
            </a:r>
            <a:r>
              <a:rPr lang="en-US" altLang="zh-CN" dirty="0"/>
              <a:t>0x8100</a:t>
            </a:r>
            <a:endParaRPr lang="zh-CN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个字节的</a:t>
            </a:r>
            <a:r>
              <a:rPr lang="zh-CN" altLang="zh-CN" dirty="0"/>
              <a:t>标签控制信息</a:t>
            </a:r>
            <a:r>
              <a:rPr lang="en-US" altLang="zh-CN" dirty="0"/>
              <a:t>TCI</a:t>
            </a:r>
            <a:r>
              <a:rPr lang="zh-CN" altLang="en-US" dirty="0"/>
              <a:t>，又包括：</a:t>
            </a:r>
            <a:r>
              <a:rPr lang="en-US" altLang="zh-CN" dirty="0"/>
              <a:t>vlan</a:t>
            </a:r>
            <a:r>
              <a:rPr lang="zh-CN" altLang="en-US" dirty="0"/>
              <a:t>优先级、格式、</a:t>
            </a:r>
            <a:r>
              <a:rPr lang="en-US" altLang="zh-CN" dirty="0"/>
              <a:t>ID</a:t>
            </a:r>
            <a:r>
              <a:rPr lang="zh-CN" altLang="en-US" dirty="0"/>
              <a:t>号</a:t>
            </a:r>
            <a:endParaRPr lang="en-US" altLang="zh-CN" dirty="0"/>
          </a:p>
          <a:p>
            <a:r>
              <a:rPr lang="zh-CN" altLang="en-US" dirty="0"/>
              <a:t>注意</a:t>
            </a:r>
            <a:endParaRPr lang="en-US" altLang="zh-CN" dirty="0"/>
          </a:p>
          <a:p>
            <a:pPr lvl="1"/>
            <a:r>
              <a:rPr lang="en-US" altLang="zh-CN" dirty="0"/>
              <a:t>IEEE 802.1Q</a:t>
            </a:r>
            <a:r>
              <a:rPr lang="zh-CN" altLang="zh-CN" dirty="0"/>
              <a:t>帧</a:t>
            </a:r>
            <a:r>
              <a:rPr lang="zh-CN" altLang="en-US" dirty="0"/>
              <a:t>只在</a:t>
            </a:r>
            <a:r>
              <a:rPr lang="zh-CN" altLang="zh-CN" dirty="0"/>
              <a:t>交换机</a:t>
            </a:r>
            <a:r>
              <a:rPr lang="zh-CN" altLang="en-US" dirty="0"/>
              <a:t>内部</a:t>
            </a:r>
            <a:r>
              <a:rPr lang="zh-CN" altLang="zh-CN" dirty="0"/>
              <a:t>识别并处理，用户主机并不能识别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825F251-5B7C-4A5B-B260-9EA705F1E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1Q</a:t>
            </a:r>
            <a:r>
              <a:rPr lang="zh-CN" altLang="en-US" dirty="0"/>
              <a:t>协议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2A902F7-69D3-433F-A49D-4F4FE73D0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579561"/>
              </p:ext>
            </p:extLst>
          </p:nvPr>
        </p:nvGraphicFramePr>
        <p:xfrm>
          <a:off x="2496000" y="3618594"/>
          <a:ext cx="7200000" cy="1080000"/>
        </p:xfrm>
        <a:graphic>
          <a:graphicData uri="http://schemas.openxmlformats.org/drawingml/2006/table">
            <a:tbl>
              <a:tblPr firstRow="1" firstCol="1" bandRow="1">
                <a:tableStyleId>{284E427A-3D55-4303-BF80-6455036E1DE7}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val="134860001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1177892373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3438357256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38121337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9177568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947517042"/>
                    </a:ext>
                  </a:extLst>
                </a:gridCol>
              </a:tblGrid>
              <a:tr h="360000">
                <a:tc gridSpan="6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200" b="0" i="0" kern="1200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插入</a:t>
                      </a:r>
                      <a:r>
                        <a:rPr lang="en-US" sz="1200" b="0" i="0" kern="1200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VLAN</a:t>
                      </a:r>
                      <a:r>
                        <a:rPr lang="zh-CN" altLang="en-US" sz="1200" b="0" i="0" kern="1200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标记的</a:t>
                      </a:r>
                      <a:r>
                        <a:rPr lang="en-US" sz="1200" b="0" i="0" kern="1200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802.1Q</a:t>
                      </a:r>
                      <a:r>
                        <a:rPr lang="zh-CN" altLang="en-US" sz="1200" b="0" i="0" kern="1200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帧（最大</a:t>
                      </a:r>
                      <a:r>
                        <a:rPr lang="en-US" sz="1200" b="0" i="0" kern="1200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1522</a:t>
                      </a:r>
                      <a:r>
                        <a:rPr lang="zh-CN" altLang="en-US" sz="1200" b="0" i="0" kern="1200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字节）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7920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DES</a:t>
                      </a:r>
                      <a:endParaRPr lang="zh-CN" altLang="en-US" sz="1200" b="0" i="0" kern="12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SRC</a:t>
                      </a:r>
                      <a:endParaRPr lang="zh-CN" altLang="en-US" sz="1200" b="0" i="0" kern="12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200" b="0" i="0" kern="1200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VLAN</a:t>
                      </a:r>
                      <a:r>
                        <a:rPr lang="zh-CN" altLang="en-US" sz="1200" b="0" i="0" kern="1200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标记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200" b="0" i="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类型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200" b="0" i="0" kern="1200" baseline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载荷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200" b="0" i="0" kern="1200" baseline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FCS</a:t>
                      </a:r>
                      <a:endParaRPr lang="zh-CN" altLang="en-US" sz="1200" b="0" i="0" kern="1200" baseline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67122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6</a:t>
                      </a:r>
                      <a:endParaRPr lang="zh-CN" altLang="en-US" sz="1200" b="0" i="0" kern="12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6</a:t>
                      </a:r>
                      <a:endParaRPr lang="zh-CN" altLang="en-US" sz="1200" b="0" i="0" kern="12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200" b="0" i="0" kern="1200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4</a:t>
                      </a:r>
                      <a:endParaRPr lang="zh-CN" altLang="en-US" sz="1200" b="0" i="0" kern="1200" baseline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2</a:t>
                      </a:r>
                      <a:endParaRPr lang="zh-CN" altLang="en-US" sz="1200" b="0" i="0" kern="12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40-1500</a:t>
                      </a:r>
                      <a:r>
                        <a:rPr lang="zh-CN" altLang="en-US" sz="1200" b="0" i="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字节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4</a:t>
                      </a:r>
                      <a:endParaRPr lang="zh-CN" altLang="en-US" sz="1200" b="0" i="0" kern="12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8107818"/>
                  </a:ext>
                </a:extLst>
              </a:tr>
            </a:tbl>
          </a:graphicData>
        </a:graphic>
      </p:graphicFrame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BB720BBF-DD2B-45F7-B209-AAFC4EB5F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84050"/>
              </p:ext>
            </p:extLst>
          </p:nvPr>
        </p:nvGraphicFramePr>
        <p:xfrm>
          <a:off x="2496000" y="5157796"/>
          <a:ext cx="7200001" cy="108000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99999">
                  <a:extLst>
                    <a:ext uri="{9D8B030D-6E8A-4147-A177-3AD203B41FA5}">
                      <a16:colId xmlns:a16="http://schemas.microsoft.com/office/drawing/2014/main" val="1235102487"/>
                    </a:ext>
                  </a:extLst>
                </a:gridCol>
                <a:gridCol w="900001">
                  <a:extLst>
                    <a:ext uri="{9D8B030D-6E8A-4147-A177-3AD203B41FA5}">
                      <a16:colId xmlns:a16="http://schemas.microsoft.com/office/drawing/2014/main" val="2804002916"/>
                    </a:ext>
                  </a:extLst>
                </a:gridCol>
                <a:gridCol w="900001">
                  <a:extLst>
                    <a:ext uri="{9D8B030D-6E8A-4147-A177-3AD203B41FA5}">
                      <a16:colId xmlns:a16="http://schemas.microsoft.com/office/drawing/2014/main" val="385693285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625658874"/>
                    </a:ext>
                  </a:extLst>
                </a:gridCol>
              </a:tblGrid>
              <a:tr h="3071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TPID - Tag Protocol Identifier</a:t>
                      </a:r>
                      <a:endParaRPr lang="zh-CN" altLang="en-US" sz="1200" b="0" i="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200" b="0" i="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TCI - Tag Control Information</a:t>
                      </a:r>
                      <a:endParaRPr lang="zh-CN" altLang="en-US" sz="1200" b="0" i="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330289"/>
                  </a:ext>
                </a:extLst>
              </a:tr>
              <a:tr h="3071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16bit</a:t>
                      </a:r>
                      <a:endParaRPr lang="zh-CN" altLang="en-US" sz="1200" b="0" i="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3bit</a:t>
                      </a:r>
                      <a:endParaRPr lang="zh-CN" altLang="en-US" sz="1200" b="0" i="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1bit</a:t>
                      </a:r>
                      <a:endParaRPr lang="zh-CN" altLang="en-US" sz="1200" b="0" i="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12bit</a:t>
                      </a:r>
                      <a:endParaRPr lang="zh-CN" altLang="en-US" sz="1200" b="0" i="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2083191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0x8100</a:t>
                      </a:r>
                      <a:endParaRPr lang="zh-CN" altLang="en-US" sz="1200" b="0" i="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Priority</a:t>
                      </a:r>
                      <a:endParaRPr lang="zh-CN" altLang="en-US" sz="1200" b="0" i="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CFI</a:t>
                      </a:r>
                      <a:endParaRPr lang="zh-CN" altLang="en-US" sz="1200" b="0" i="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VID</a:t>
                      </a:r>
                      <a:endParaRPr lang="zh-CN" altLang="en-US" sz="1200" b="0" i="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5434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435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4BC84B-0598-40D1-9C61-72C3FCAD70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处理过程</a:t>
            </a:r>
            <a:endParaRPr lang="en-US" altLang="zh-CN" dirty="0"/>
          </a:p>
          <a:p>
            <a:pPr lvl="1"/>
            <a:r>
              <a:rPr lang="zh-CN" altLang="en-US" dirty="0"/>
              <a:t>接收：</a:t>
            </a:r>
            <a:r>
              <a:rPr lang="zh-CN" altLang="zh-CN" dirty="0"/>
              <a:t>每收到一个以太网帧，就打</a:t>
            </a:r>
            <a:r>
              <a:rPr lang="zh-CN" altLang="en-US" dirty="0"/>
              <a:t>上</a:t>
            </a:r>
            <a:r>
              <a:rPr lang="zh-CN" altLang="zh-CN" dirty="0"/>
              <a:t>标签</a:t>
            </a:r>
            <a:r>
              <a:rPr lang="zh-CN" altLang="en-US" dirty="0"/>
              <a:t>：</a:t>
            </a:r>
            <a:r>
              <a:rPr lang="zh-CN" altLang="zh-CN" dirty="0"/>
              <a:t>插入</a:t>
            </a:r>
            <a:r>
              <a:rPr lang="en-US" altLang="zh-CN" dirty="0"/>
              <a:t>4</a:t>
            </a:r>
            <a:r>
              <a:rPr lang="zh-CN" altLang="zh-CN" dirty="0"/>
              <a:t>个字节的</a:t>
            </a:r>
            <a:r>
              <a:rPr lang="en-US" altLang="zh-CN" dirty="0"/>
              <a:t>VLAN</a:t>
            </a:r>
            <a:r>
              <a:rPr lang="zh-CN" altLang="zh-CN" dirty="0"/>
              <a:t>标记，变成</a:t>
            </a:r>
            <a:r>
              <a:rPr lang="en-US" altLang="zh-CN" dirty="0"/>
              <a:t>IEEE 802.1Q</a:t>
            </a:r>
            <a:r>
              <a:rPr lang="zh-CN" altLang="zh-CN" dirty="0"/>
              <a:t>帧</a:t>
            </a:r>
            <a:endParaRPr lang="en-US" altLang="zh-CN" dirty="0"/>
          </a:p>
          <a:p>
            <a:pPr lvl="1"/>
            <a:r>
              <a:rPr lang="zh-CN" altLang="en-US" dirty="0"/>
              <a:t>转发：根据</a:t>
            </a:r>
            <a:r>
              <a:rPr lang="en-US" altLang="zh-CN" dirty="0"/>
              <a:t>vlan</a:t>
            </a:r>
            <a:r>
              <a:rPr lang="zh-CN" altLang="en-US" dirty="0"/>
              <a:t>号转发到相应的端口，去掉</a:t>
            </a:r>
            <a:r>
              <a:rPr lang="zh-CN" altLang="zh-CN" dirty="0"/>
              <a:t>标签</a:t>
            </a:r>
            <a:r>
              <a:rPr lang="zh-CN" altLang="en-US" dirty="0"/>
              <a:t>后转发出去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825F251-5B7C-4A5B-B260-9EA705F1E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1Q</a:t>
            </a:r>
            <a:r>
              <a:rPr lang="zh-CN" altLang="en-US" dirty="0"/>
              <a:t>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44C76A2-285E-2F1F-311D-D10EEAA7CA07}"/>
              </a:ext>
            </a:extLst>
          </p:cNvPr>
          <p:cNvGrpSpPr/>
          <p:nvPr/>
        </p:nvGrpSpPr>
        <p:grpSpPr>
          <a:xfrm>
            <a:off x="4521403" y="3003177"/>
            <a:ext cx="828000" cy="1620000"/>
            <a:chOff x="4468930" y="3003177"/>
            <a:chExt cx="828000" cy="1620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65292E4-52D1-4185-9E42-97C9FACC0577}"/>
                </a:ext>
              </a:extLst>
            </p:cNvPr>
            <p:cNvSpPr/>
            <p:nvPr/>
          </p:nvSpPr>
          <p:spPr>
            <a:xfrm>
              <a:off x="4468930" y="3003177"/>
              <a:ext cx="828000" cy="162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" panose="020B0503020204020204" pitchFamily="34" charset="-122"/>
                </a:rPr>
                <a:t>Switch</a:t>
              </a:r>
              <a:endParaRPr lang="zh-CN" altLang="en-US" sz="800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698319E-4CD4-4CEB-961C-B7BC83637F1F}"/>
                </a:ext>
              </a:extLst>
            </p:cNvPr>
            <p:cNvSpPr/>
            <p:nvPr/>
          </p:nvSpPr>
          <p:spPr>
            <a:xfrm>
              <a:off x="5116930" y="3086909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BA648A1-7FC1-47AD-B01F-D56E1A73AE6E}"/>
                </a:ext>
              </a:extLst>
            </p:cNvPr>
            <p:cNvSpPr/>
            <p:nvPr/>
          </p:nvSpPr>
          <p:spPr>
            <a:xfrm>
              <a:off x="5116930" y="3938197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7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40B5C80-AEE5-43B0-8D7C-D8190EABB982}"/>
                </a:ext>
              </a:extLst>
            </p:cNvPr>
            <p:cNvSpPr/>
            <p:nvPr/>
          </p:nvSpPr>
          <p:spPr>
            <a:xfrm>
              <a:off x="5116930" y="4363840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8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2B6DF87-FC1C-4699-88CC-6304CF7E6C52}"/>
                </a:ext>
              </a:extLst>
            </p:cNvPr>
            <p:cNvSpPr/>
            <p:nvPr/>
          </p:nvSpPr>
          <p:spPr>
            <a:xfrm>
              <a:off x="5116930" y="3512553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6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AE490F7-862A-46C8-B575-67518C759349}"/>
                </a:ext>
              </a:extLst>
            </p:cNvPr>
            <p:cNvSpPr/>
            <p:nvPr/>
          </p:nvSpPr>
          <p:spPr>
            <a:xfrm>
              <a:off x="4468930" y="3086909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165465C-C9F9-4FB1-80D2-16AB598A5580}"/>
                </a:ext>
              </a:extLst>
            </p:cNvPr>
            <p:cNvSpPr/>
            <p:nvPr/>
          </p:nvSpPr>
          <p:spPr>
            <a:xfrm>
              <a:off x="4468930" y="3938197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3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82FF71E-475C-46B0-8C5A-A9D7F7A2F1F1}"/>
                </a:ext>
              </a:extLst>
            </p:cNvPr>
            <p:cNvSpPr/>
            <p:nvPr/>
          </p:nvSpPr>
          <p:spPr>
            <a:xfrm>
              <a:off x="4468930" y="4363840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4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36C8C7A-BBDF-48FB-A65C-8BB3026FC1D1}"/>
                </a:ext>
              </a:extLst>
            </p:cNvPr>
            <p:cNvSpPr/>
            <p:nvPr/>
          </p:nvSpPr>
          <p:spPr>
            <a:xfrm>
              <a:off x="4468930" y="3512553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2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D787942-EE0A-4408-A203-4CAD59439932}"/>
              </a:ext>
            </a:extLst>
          </p:cNvPr>
          <p:cNvCxnSpPr>
            <a:cxnSpLocks/>
          </p:cNvCxnSpPr>
          <p:nvPr/>
        </p:nvCxnSpPr>
        <p:spPr>
          <a:xfrm>
            <a:off x="3533785" y="3813177"/>
            <a:ext cx="90000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E1811EF1-F4F6-48BE-B0A7-74AA2963F9E1}"/>
              </a:ext>
            </a:extLst>
          </p:cNvPr>
          <p:cNvCxnSpPr>
            <a:cxnSpLocks/>
          </p:cNvCxnSpPr>
          <p:nvPr/>
        </p:nvCxnSpPr>
        <p:spPr>
          <a:xfrm>
            <a:off x="5437021" y="3813177"/>
            <a:ext cx="900000" cy="0"/>
          </a:xfrm>
          <a:prstGeom prst="straightConnector1">
            <a:avLst/>
          </a:prstGeom>
          <a:ln w="28575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7F6C10B0-5B75-4906-B514-70C27CDBB257}"/>
              </a:ext>
            </a:extLst>
          </p:cNvPr>
          <p:cNvCxnSpPr>
            <a:cxnSpLocks/>
          </p:cNvCxnSpPr>
          <p:nvPr/>
        </p:nvCxnSpPr>
        <p:spPr>
          <a:xfrm>
            <a:off x="7340256" y="3813177"/>
            <a:ext cx="90000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42D7E342-264F-45E8-9E7F-208377B92889}"/>
              </a:ext>
            </a:extLst>
          </p:cNvPr>
          <p:cNvSpPr txBox="1"/>
          <p:nvPr/>
        </p:nvSpPr>
        <p:spPr>
          <a:xfrm>
            <a:off x="3586882" y="3597733"/>
            <a:ext cx="793807" cy="21544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IEEE 802.3</a:t>
            </a:r>
            <a:endParaRPr lang="zh-CN" altLang="en-US" sz="800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241A322-B1C2-47BA-8E01-C07A78882D2C}"/>
              </a:ext>
            </a:extLst>
          </p:cNvPr>
          <p:cNvSpPr txBox="1"/>
          <p:nvPr/>
        </p:nvSpPr>
        <p:spPr>
          <a:xfrm>
            <a:off x="5459660" y="3597733"/>
            <a:ext cx="854721" cy="21544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IEEE 802.1Q</a:t>
            </a:r>
            <a:endParaRPr lang="zh-CN" altLang="en-US" sz="800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F632AB7-0CBF-4707-BFE2-0F8C879A9F1D}"/>
              </a:ext>
            </a:extLst>
          </p:cNvPr>
          <p:cNvSpPr txBox="1"/>
          <p:nvPr/>
        </p:nvSpPr>
        <p:spPr>
          <a:xfrm>
            <a:off x="7393353" y="3597733"/>
            <a:ext cx="793807" cy="21544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IEEE 802.3</a:t>
            </a:r>
            <a:endParaRPr lang="zh-CN" altLang="en-US" sz="800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131F5EC-1D06-3344-1D92-DFAFCED50D90}"/>
              </a:ext>
            </a:extLst>
          </p:cNvPr>
          <p:cNvGrpSpPr/>
          <p:nvPr/>
        </p:nvGrpSpPr>
        <p:grpSpPr>
          <a:xfrm>
            <a:off x="6424639" y="3003177"/>
            <a:ext cx="828000" cy="1620000"/>
            <a:chOff x="4468930" y="3003177"/>
            <a:chExt cx="828000" cy="16200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2F6F65B-0E7C-6C98-8B17-EA1443870430}"/>
                </a:ext>
              </a:extLst>
            </p:cNvPr>
            <p:cNvSpPr/>
            <p:nvPr/>
          </p:nvSpPr>
          <p:spPr>
            <a:xfrm>
              <a:off x="4468930" y="3003177"/>
              <a:ext cx="828000" cy="162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" panose="020B0503020204020204" pitchFamily="34" charset="-122"/>
                </a:rPr>
                <a:t>Switch</a:t>
              </a:r>
              <a:endParaRPr lang="zh-CN" altLang="en-US" sz="800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1D25988-9B0E-3462-A3E7-ED233ECD1557}"/>
                </a:ext>
              </a:extLst>
            </p:cNvPr>
            <p:cNvSpPr/>
            <p:nvPr/>
          </p:nvSpPr>
          <p:spPr>
            <a:xfrm>
              <a:off x="5116930" y="3086909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5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46AC63F-B0AE-7F0D-B7A6-96DED7CA76BB}"/>
                </a:ext>
              </a:extLst>
            </p:cNvPr>
            <p:cNvSpPr/>
            <p:nvPr/>
          </p:nvSpPr>
          <p:spPr>
            <a:xfrm>
              <a:off x="5116930" y="3938197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7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8D67A80-17F0-4CF2-F5EA-8CE76EF9BFE0}"/>
                </a:ext>
              </a:extLst>
            </p:cNvPr>
            <p:cNvSpPr/>
            <p:nvPr/>
          </p:nvSpPr>
          <p:spPr>
            <a:xfrm>
              <a:off x="5116930" y="4363840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8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048B364-978E-57FB-E4EC-63346E1415E1}"/>
                </a:ext>
              </a:extLst>
            </p:cNvPr>
            <p:cNvSpPr/>
            <p:nvPr/>
          </p:nvSpPr>
          <p:spPr>
            <a:xfrm>
              <a:off x="5116930" y="3512553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6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067C962-0731-7071-C81A-3D9E3A1FA1DD}"/>
                </a:ext>
              </a:extLst>
            </p:cNvPr>
            <p:cNvSpPr/>
            <p:nvPr/>
          </p:nvSpPr>
          <p:spPr>
            <a:xfrm>
              <a:off x="4468930" y="3086909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1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94F785A-AC01-E38D-AC62-3ACAE6229C36}"/>
                </a:ext>
              </a:extLst>
            </p:cNvPr>
            <p:cNvSpPr/>
            <p:nvPr/>
          </p:nvSpPr>
          <p:spPr>
            <a:xfrm>
              <a:off x="4468930" y="3938197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3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DC8521F-253B-1924-E27C-17AA42231EE2}"/>
                </a:ext>
              </a:extLst>
            </p:cNvPr>
            <p:cNvSpPr/>
            <p:nvPr/>
          </p:nvSpPr>
          <p:spPr>
            <a:xfrm>
              <a:off x="4468930" y="4363840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4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7C233F4-780A-C05F-A41B-DA21910E8ADB}"/>
                </a:ext>
              </a:extLst>
            </p:cNvPr>
            <p:cNvSpPr/>
            <p:nvPr/>
          </p:nvSpPr>
          <p:spPr>
            <a:xfrm>
              <a:off x="4468930" y="3512553"/>
              <a:ext cx="180000" cy="180000"/>
            </a:xfrm>
            <a:prstGeom prst="rect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800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2</a:t>
              </a:r>
              <a:endParaRPr lang="zh-CN" altLang="en-US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3726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占位符 43">
            <a:extLst>
              <a:ext uri="{FF2B5EF4-FFF2-40B4-BE49-F238E27FC236}">
                <a16:creationId xmlns:a16="http://schemas.microsoft.com/office/drawing/2014/main" id="{A2A15264-5F34-45E4-8AB9-F086A3488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1050272"/>
            <a:ext cx="10800000" cy="52200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6E7ACD4-2C8C-40E0-A6C7-6355FC51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处理过程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FCC35E-8E16-4CA6-B9CF-1FC15AEB8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3603316"/>
            <a:ext cx="8772525" cy="2667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8DA976A-AA0F-4BAF-B644-C4BA64DB1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737" y="1050272"/>
            <a:ext cx="8772525" cy="22479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0C1DBDB-6DC9-4797-ACDA-F45148B4C9C3}"/>
              </a:ext>
            </a:extLst>
          </p:cNvPr>
          <p:cNvSpPr/>
          <p:nvPr/>
        </p:nvSpPr>
        <p:spPr>
          <a:xfrm>
            <a:off x="3711388" y="5289180"/>
            <a:ext cx="1801906" cy="5378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1EC74B4-1F8E-4811-94AD-B21F1F7E73CF}"/>
              </a:ext>
            </a:extLst>
          </p:cNvPr>
          <p:cNvGrpSpPr>
            <a:grpSpLocks noChangeAspect="1"/>
          </p:cNvGrpSpPr>
          <p:nvPr/>
        </p:nvGrpSpPr>
        <p:grpSpPr>
          <a:xfrm>
            <a:off x="238125" y="5660266"/>
            <a:ext cx="429262" cy="1080000"/>
            <a:chOff x="2502883" y="745871"/>
            <a:chExt cx="1886020" cy="4745130"/>
          </a:xfrm>
        </p:grpSpPr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E062FBAE-1E23-40D3-ABBE-AB26115B4D92}"/>
                </a:ext>
              </a:extLst>
            </p:cNvPr>
            <p:cNvSpPr/>
            <p:nvPr/>
          </p:nvSpPr>
          <p:spPr>
            <a:xfrm>
              <a:off x="2502883" y="745871"/>
              <a:ext cx="1886020" cy="4734469"/>
            </a:xfrm>
            <a:custGeom>
              <a:avLst/>
              <a:gdLst>
                <a:gd name="connsiteX0" fmla="*/ 1884245 w 1886020"/>
                <a:gd name="connsiteY0" fmla="*/ 523393 h 4734469"/>
                <a:gd name="connsiteX1" fmla="*/ 1874265 w 1886020"/>
                <a:gd name="connsiteY1" fmla="*/ 495786 h 4734469"/>
                <a:gd name="connsiteX2" fmla="*/ 1867783 w 1886020"/>
                <a:gd name="connsiteY2" fmla="*/ 465103 h 4734469"/>
                <a:gd name="connsiteX3" fmla="*/ 1850007 w 1886020"/>
                <a:gd name="connsiteY3" fmla="*/ 460490 h 4734469"/>
                <a:gd name="connsiteX4" fmla="*/ 1844762 w 1886020"/>
                <a:gd name="connsiteY4" fmla="*/ 448260 h 4734469"/>
                <a:gd name="connsiteX5" fmla="*/ 1805863 w 1886020"/>
                <a:gd name="connsiteY5" fmla="*/ 417944 h 4734469"/>
                <a:gd name="connsiteX6" fmla="*/ 1870331 w 1886020"/>
                <a:gd name="connsiteY6" fmla="*/ 358921 h 4734469"/>
                <a:gd name="connsiteX7" fmla="*/ 1861299 w 1886020"/>
                <a:gd name="connsiteY7" fmla="*/ 324137 h 4734469"/>
                <a:gd name="connsiteX8" fmla="*/ 1851393 w 1886020"/>
                <a:gd name="connsiteY8" fmla="*/ 326774 h 4734469"/>
                <a:gd name="connsiteX9" fmla="*/ 1796830 w 1886020"/>
                <a:gd name="connsiteY9" fmla="*/ 349255 h 4734469"/>
                <a:gd name="connsiteX10" fmla="*/ 1765943 w 1886020"/>
                <a:gd name="connsiteY10" fmla="*/ 363534 h 4734469"/>
                <a:gd name="connsiteX11" fmla="*/ 1693315 w 1886020"/>
                <a:gd name="connsiteY11" fmla="*/ 436543 h 4734469"/>
                <a:gd name="connsiteX12" fmla="*/ 1648150 w 1886020"/>
                <a:gd name="connsiteY12" fmla="*/ 518706 h 4734469"/>
                <a:gd name="connsiteX13" fmla="*/ 1638535 w 1886020"/>
                <a:gd name="connsiteY13" fmla="*/ 574946 h 4734469"/>
                <a:gd name="connsiteX14" fmla="*/ 1638663 w 1886020"/>
                <a:gd name="connsiteY14" fmla="*/ 580662 h 4734469"/>
                <a:gd name="connsiteX15" fmla="*/ 1613134 w 1886020"/>
                <a:gd name="connsiteY15" fmla="*/ 587941 h 4734469"/>
                <a:gd name="connsiteX16" fmla="*/ 1591981 w 1886020"/>
                <a:gd name="connsiteY16" fmla="*/ 643937 h 4734469"/>
                <a:gd name="connsiteX17" fmla="*/ 1578159 w 1886020"/>
                <a:gd name="connsiteY17" fmla="*/ 669479 h 4734469"/>
                <a:gd name="connsiteX18" fmla="*/ 1563141 w 1886020"/>
                <a:gd name="connsiteY18" fmla="*/ 681284 h 4734469"/>
                <a:gd name="connsiteX19" fmla="*/ 1533375 w 1886020"/>
                <a:gd name="connsiteY19" fmla="*/ 756751 h 4734469"/>
                <a:gd name="connsiteX20" fmla="*/ 1485671 w 1886020"/>
                <a:gd name="connsiteY20" fmla="*/ 856861 h 4734469"/>
                <a:gd name="connsiteX21" fmla="*/ 1415921 w 1886020"/>
                <a:gd name="connsiteY21" fmla="*/ 918590 h 4734469"/>
                <a:gd name="connsiteX22" fmla="*/ 1406812 w 1886020"/>
                <a:gd name="connsiteY22" fmla="*/ 937801 h 4734469"/>
                <a:gd name="connsiteX23" fmla="*/ 1382456 w 1886020"/>
                <a:gd name="connsiteY23" fmla="*/ 945325 h 4734469"/>
                <a:gd name="connsiteX24" fmla="*/ 1315988 w 1886020"/>
                <a:gd name="connsiteY24" fmla="*/ 955470 h 4734469"/>
                <a:gd name="connsiteX25" fmla="*/ 1237040 w 1886020"/>
                <a:gd name="connsiteY25" fmla="*/ 944378 h 4734469"/>
                <a:gd name="connsiteX26" fmla="*/ 1220194 w 1886020"/>
                <a:gd name="connsiteY26" fmla="*/ 945880 h 4734469"/>
                <a:gd name="connsiteX27" fmla="*/ 1206377 w 1886020"/>
                <a:gd name="connsiteY27" fmla="*/ 941040 h 4734469"/>
                <a:gd name="connsiteX28" fmla="*/ 1175042 w 1886020"/>
                <a:gd name="connsiteY28" fmla="*/ 928647 h 4734469"/>
                <a:gd name="connsiteX29" fmla="*/ 1145313 w 1886020"/>
                <a:gd name="connsiteY29" fmla="*/ 940191 h 4734469"/>
                <a:gd name="connsiteX30" fmla="*/ 1126295 w 1886020"/>
                <a:gd name="connsiteY30" fmla="*/ 912187 h 4734469"/>
                <a:gd name="connsiteX31" fmla="*/ 1097455 w 1886020"/>
                <a:gd name="connsiteY31" fmla="*/ 898352 h 4734469"/>
                <a:gd name="connsiteX32" fmla="*/ 1087927 w 1886020"/>
                <a:gd name="connsiteY32" fmla="*/ 876721 h 4734469"/>
                <a:gd name="connsiteX33" fmla="*/ 1059155 w 1886020"/>
                <a:gd name="connsiteY33" fmla="*/ 877769 h 4734469"/>
                <a:gd name="connsiteX34" fmla="*/ 990638 w 1886020"/>
                <a:gd name="connsiteY34" fmla="*/ 848823 h 4734469"/>
                <a:gd name="connsiteX35" fmla="*/ 927078 w 1886020"/>
                <a:gd name="connsiteY35" fmla="*/ 829834 h 4734469"/>
                <a:gd name="connsiteX36" fmla="*/ 917154 w 1886020"/>
                <a:gd name="connsiteY36" fmla="*/ 810211 h 4734469"/>
                <a:gd name="connsiteX37" fmla="*/ 909914 w 1886020"/>
                <a:gd name="connsiteY37" fmla="*/ 795381 h 4734469"/>
                <a:gd name="connsiteX38" fmla="*/ 871407 w 1886020"/>
                <a:gd name="connsiteY38" fmla="*/ 783885 h 4734469"/>
                <a:gd name="connsiteX39" fmla="*/ 826658 w 1886020"/>
                <a:gd name="connsiteY39" fmla="*/ 791587 h 4734469"/>
                <a:gd name="connsiteX40" fmla="*/ 825164 w 1886020"/>
                <a:gd name="connsiteY40" fmla="*/ 785828 h 4734469"/>
                <a:gd name="connsiteX41" fmla="*/ 775558 w 1886020"/>
                <a:gd name="connsiteY41" fmla="*/ 724921 h 4734469"/>
                <a:gd name="connsiteX42" fmla="*/ 716782 w 1886020"/>
                <a:gd name="connsiteY42" fmla="*/ 701026 h 4734469"/>
                <a:gd name="connsiteX43" fmla="*/ 716446 w 1886020"/>
                <a:gd name="connsiteY43" fmla="*/ 695553 h 4734469"/>
                <a:gd name="connsiteX44" fmla="*/ 728319 w 1886020"/>
                <a:gd name="connsiteY44" fmla="*/ 619469 h 4734469"/>
                <a:gd name="connsiteX45" fmla="*/ 731107 w 1886020"/>
                <a:gd name="connsiteY45" fmla="*/ 611455 h 4734469"/>
                <a:gd name="connsiteX46" fmla="*/ 925349 w 1886020"/>
                <a:gd name="connsiteY46" fmla="*/ 278594 h 4734469"/>
                <a:gd name="connsiteX47" fmla="*/ 853616 w 1886020"/>
                <a:gd name="connsiteY47" fmla="*/ 154334 h 4734469"/>
                <a:gd name="connsiteX48" fmla="*/ 851478 w 1886020"/>
                <a:gd name="connsiteY48" fmla="*/ 137960 h 4734469"/>
                <a:gd name="connsiteX49" fmla="*/ 835001 w 1886020"/>
                <a:gd name="connsiteY49" fmla="*/ 106065 h 4734469"/>
                <a:gd name="connsiteX50" fmla="*/ 778219 w 1886020"/>
                <a:gd name="connsiteY50" fmla="*/ 54216 h 4734469"/>
                <a:gd name="connsiteX51" fmla="*/ 755492 w 1886020"/>
                <a:gd name="connsiteY51" fmla="*/ 43891 h 4734469"/>
                <a:gd name="connsiteX52" fmla="*/ 632527 w 1886020"/>
                <a:gd name="connsiteY52" fmla="*/ -120 h 4734469"/>
                <a:gd name="connsiteX53" fmla="*/ 511529 w 1886020"/>
                <a:gd name="connsiteY53" fmla="*/ 21702 h 4734469"/>
                <a:gd name="connsiteX54" fmla="*/ 508469 w 1886020"/>
                <a:gd name="connsiteY54" fmla="*/ 21555 h 4734469"/>
                <a:gd name="connsiteX55" fmla="*/ 505410 w 1886020"/>
                <a:gd name="connsiteY55" fmla="*/ 21409 h 4734469"/>
                <a:gd name="connsiteX56" fmla="*/ 501768 w 1886020"/>
                <a:gd name="connsiteY56" fmla="*/ 21043 h 4734469"/>
                <a:gd name="connsiteX57" fmla="*/ 469278 w 1886020"/>
                <a:gd name="connsiteY57" fmla="*/ 25730 h 4734469"/>
                <a:gd name="connsiteX58" fmla="*/ 463524 w 1886020"/>
                <a:gd name="connsiteY58" fmla="*/ 36933 h 4734469"/>
                <a:gd name="connsiteX59" fmla="*/ 461484 w 1886020"/>
                <a:gd name="connsiteY59" fmla="*/ 40668 h 4734469"/>
                <a:gd name="connsiteX60" fmla="*/ 461484 w 1886020"/>
                <a:gd name="connsiteY60" fmla="*/ 40668 h 4734469"/>
                <a:gd name="connsiteX61" fmla="*/ 456312 w 1886020"/>
                <a:gd name="connsiteY61" fmla="*/ 47698 h 4734469"/>
                <a:gd name="connsiteX62" fmla="*/ 456312 w 1886020"/>
                <a:gd name="connsiteY62" fmla="*/ 47698 h 4734469"/>
                <a:gd name="connsiteX63" fmla="*/ 403061 w 1886020"/>
                <a:gd name="connsiteY63" fmla="*/ 77869 h 4734469"/>
                <a:gd name="connsiteX64" fmla="*/ 324532 w 1886020"/>
                <a:gd name="connsiteY64" fmla="*/ 186540 h 4734469"/>
                <a:gd name="connsiteX65" fmla="*/ 325625 w 1886020"/>
                <a:gd name="connsiteY65" fmla="*/ 324210 h 4734469"/>
                <a:gd name="connsiteX66" fmla="*/ 354726 w 1886020"/>
                <a:gd name="connsiteY66" fmla="*/ 387041 h 4734469"/>
                <a:gd name="connsiteX67" fmla="*/ 354729 w 1886020"/>
                <a:gd name="connsiteY67" fmla="*/ 387125 h 4734469"/>
                <a:gd name="connsiteX68" fmla="*/ 354368 w 1886020"/>
                <a:gd name="connsiteY68" fmla="*/ 386850 h 4734469"/>
                <a:gd name="connsiteX69" fmla="*/ 242435 w 1886020"/>
                <a:gd name="connsiteY69" fmla="*/ 498129 h 4734469"/>
                <a:gd name="connsiteX70" fmla="*/ 361648 w 1886020"/>
                <a:gd name="connsiteY70" fmla="*/ 435424 h 4734469"/>
                <a:gd name="connsiteX71" fmla="*/ 363141 w 1886020"/>
                <a:gd name="connsiteY71" fmla="*/ 441669 h 4734469"/>
                <a:gd name="connsiteX72" fmla="*/ 385505 w 1886020"/>
                <a:gd name="connsiteY72" fmla="*/ 505671 h 4734469"/>
                <a:gd name="connsiteX73" fmla="*/ 435987 w 1886020"/>
                <a:gd name="connsiteY73" fmla="*/ 563961 h 4734469"/>
                <a:gd name="connsiteX74" fmla="*/ 453319 w 1886020"/>
                <a:gd name="connsiteY74" fmla="*/ 565943 h 4734469"/>
                <a:gd name="connsiteX75" fmla="*/ 457839 w 1886020"/>
                <a:gd name="connsiteY75" fmla="*/ 565708 h 4734469"/>
                <a:gd name="connsiteX76" fmla="*/ 446055 w 1886020"/>
                <a:gd name="connsiteY76" fmla="*/ 677019 h 4734469"/>
                <a:gd name="connsiteX77" fmla="*/ 404147 w 1886020"/>
                <a:gd name="connsiteY77" fmla="*/ 688604 h 4734469"/>
                <a:gd name="connsiteX78" fmla="*/ 387200 w 1886020"/>
                <a:gd name="connsiteY78" fmla="*/ 697652 h 4734469"/>
                <a:gd name="connsiteX79" fmla="*/ 369682 w 1886020"/>
                <a:gd name="connsiteY79" fmla="*/ 689015 h 4734469"/>
                <a:gd name="connsiteX80" fmla="*/ 245299 w 1886020"/>
                <a:gd name="connsiteY80" fmla="*/ 695605 h 4734469"/>
                <a:gd name="connsiteX81" fmla="*/ 143191 w 1886020"/>
                <a:gd name="connsiteY81" fmla="*/ 869154 h 4734469"/>
                <a:gd name="connsiteX82" fmla="*/ 97334 w 1886020"/>
                <a:gd name="connsiteY82" fmla="*/ 900423 h 4734469"/>
                <a:gd name="connsiteX83" fmla="*/ 89426 w 1886020"/>
                <a:gd name="connsiteY83" fmla="*/ 915458 h 4734469"/>
                <a:gd name="connsiteX84" fmla="*/ 75452 w 1886020"/>
                <a:gd name="connsiteY84" fmla="*/ 925468 h 4734469"/>
                <a:gd name="connsiteX85" fmla="*/ 27541 w 1886020"/>
                <a:gd name="connsiteY85" fmla="*/ 953154 h 4734469"/>
                <a:gd name="connsiteX86" fmla="*/ -34 w 1886020"/>
                <a:gd name="connsiteY86" fmla="*/ 999620 h 4734469"/>
                <a:gd name="connsiteX87" fmla="*/ 8434 w 1886020"/>
                <a:gd name="connsiteY87" fmla="*/ 1038698 h 4734469"/>
                <a:gd name="connsiteX88" fmla="*/ 40317 w 1886020"/>
                <a:gd name="connsiteY88" fmla="*/ 1099798 h 4734469"/>
                <a:gd name="connsiteX89" fmla="*/ 27433 w 1886020"/>
                <a:gd name="connsiteY89" fmla="*/ 1130006 h 4734469"/>
                <a:gd name="connsiteX90" fmla="*/ 38612 w 1886020"/>
                <a:gd name="connsiteY90" fmla="*/ 1216252 h 4734469"/>
                <a:gd name="connsiteX91" fmla="*/ 27292 w 1886020"/>
                <a:gd name="connsiteY91" fmla="*/ 1291511 h 4734469"/>
                <a:gd name="connsiteX92" fmla="*/ 78979 w 1886020"/>
                <a:gd name="connsiteY92" fmla="*/ 1580927 h 4734469"/>
                <a:gd name="connsiteX93" fmla="*/ 91251 w 1886020"/>
                <a:gd name="connsiteY93" fmla="*/ 1628525 h 4734469"/>
                <a:gd name="connsiteX94" fmla="*/ 70077 w 1886020"/>
                <a:gd name="connsiteY94" fmla="*/ 1716517 h 4734469"/>
                <a:gd name="connsiteX95" fmla="*/ 107198 w 1886020"/>
                <a:gd name="connsiteY95" fmla="*/ 1902274 h 4734469"/>
                <a:gd name="connsiteX96" fmla="*/ 105750 w 1886020"/>
                <a:gd name="connsiteY96" fmla="*/ 1989837 h 4734469"/>
                <a:gd name="connsiteX97" fmla="*/ 130737 w 1886020"/>
                <a:gd name="connsiteY97" fmla="*/ 2042751 h 4734469"/>
                <a:gd name="connsiteX98" fmla="*/ 163624 w 1886020"/>
                <a:gd name="connsiteY98" fmla="*/ 2141265 h 4734469"/>
                <a:gd name="connsiteX99" fmla="*/ 236572 w 1886020"/>
                <a:gd name="connsiteY99" fmla="*/ 2228163 h 4734469"/>
                <a:gd name="connsiteX100" fmla="*/ 236300 w 1886020"/>
                <a:gd name="connsiteY100" fmla="*/ 2412053 h 4734469"/>
                <a:gd name="connsiteX101" fmla="*/ 265444 w 1886020"/>
                <a:gd name="connsiteY101" fmla="*/ 2401299 h 4734469"/>
                <a:gd name="connsiteX102" fmla="*/ 330016 w 1886020"/>
                <a:gd name="connsiteY102" fmla="*/ 2655748 h 4734469"/>
                <a:gd name="connsiteX103" fmla="*/ 376474 w 1886020"/>
                <a:gd name="connsiteY103" fmla="*/ 2730632 h 4734469"/>
                <a:gd name="connsiteX104" fmla="*/ 394604 w 1886020"/>
                <a:gd name="connsiteY104" fmla="*/ 2789975 h 4734469"/>
                <a:gd name="connsiteX105" fmla="*/ 446089 w 1886020"/>
                <a:gd name="connsiteY105" fmla="*/ 3004200 h 4734469"/>
                <a:gd name="connsiteX106" fmla="*/ 469814 w 1886020"/>
                <a:gd name="connsiteY106" fmla="*/ 3180333 h 4734469"/>
                <a:gd name="connsiteX107" fmla="*/ 481889 w 1886020"/>
                <a:gd name="connsiteY107" fmla="*/ 3300881 h 4734469"/>
                <a:gd name="connsiteX108" fmla="*/ 497206 w 1886020"/>
                <a:gd name="connsiteY108" fmla="*/ 3322008 h 4734469"/>
                <a:gd name="connsiteX109" fmla="*/ 497458 w 1886020"/>
                <a:gd name="connsiteY109" fmla="*/ 3349846 h 4734469"/>
                <a:gd name="connsiteX110" fmla="*/ 472035 w 1886020"/>
                <a:gd name="connsiteY110" fmla="*/ 3558699 h 4734469"/>
                <a:gd name="connsiteX111" fmla="*/ 455363 w 1886020"/>
                <a:gd name="connsiteY111" fmla="*/ 3581867 h 4734469"/>
                <a:gd name="connsiteX112" fmla="*/ 376617 w 1886020"/>
                <a:gd name="connsiteY112" fmla="*/ 3789983 h 4734469"/>
                <a:gd name="connsiteX113" fmla="*/ 323803 w 1886020"/>
                <a:gd name="connsiteY113" fmla="*/ 4224670 h 4734469"/>
                <a:gd name="connsiteX114" fmla="*/ 269897 w 1886020"/>
                <a:gd name="connsiteY114" fmla="*/ 4290356 h 4734469"/>
                <a:gd name="connsiteX115" fmla="*/ 242653 w 1886020"/>
                <a:gd name="connsiteY115" fmla="*/ 4425902 h 4734469"/>
                <a:gd name="connsiteX116" fmla="*/ 245130 w 1886020"/>
                <a:gd name="connsiteY116" fmla="*/ 4448237 h 4734469"/>
                <a:gd name="connsiteX117" fmla="*/ 268367 w 1886020"/>
                <a:gd name="connsiteY117" fmla="*/ 4467643 h 4734469"/>
                <a:gd name="connsiteX118" fmla="*/ 281062 w 1886020"/>
                <a:gd name="connsiteY118" fmla="*/ 4473643 h 4734469"/>
                <a:gd name="connsiteX119" fmla="*/ 273678 w 1886020"/>
                <a:gd name="connsiteY119" fmla="*/ 4504884 h 4734469"/>
                <a:gd name="connsiteX120" fmla="*/ 223785 w 1886020"/>
                <a:gd name="connsiteY120" fmla="*/ 4478920 h 4734469"/>
                <a:gd name="connsiteX121" fmla="*/ 197562 w 1886020"/>
                <a:gd name="connsiteY121" fmla="*/ 4694067 h 4734469"/>
                <a:gd name="connsiteX122" fmla="*/ 200110 w 1886020"/>
                <a:gd name="connsiteY122" fmla="*/ 4707613 h 4734469"/>
                <a:gd name="connsiteX123" fmla="*/ 217011 w 1886020"/>
                <a:gd name="connsiteY123" fmla="*/ 4715815 h 4734469"/>
                <a:gd name="connsiteX124" fmla="*/ 430232 w 1886020"/>
                <a:gd name="connsiteY124" fmla="*/ 4734343 h 4734469"/>
                <a:gd name="connsiteX125" fmla="*/ 603607 w 1886020"/>
                <a:gd name="connsiteY125" fmla="*/ 4725262 h 4734469"/>
                <a:gd name="connsiteX126" fmla="*/ 662684 w 1886020"/>
                <a:gd name="connsiteY126" fmla="*/ 4720722 h 4734469"/>
                <a:gd name="connsiteX127" fmla="*/ 843635 w 1886020"/>
                <a:gd name="connsiteY127" fmla="*/ 4698241 h 4734469"/>
                <a:gd name="connsiteX128" fmla="*/ 916335 w 1886020"/>
                <a:gd name="connsiteY128" fmla="*/ 4666093 h 4734469"/>
                <a:gd name="connsiteX129" fmla="*/ 932144 w 1886020"/>
                <a:gd name="connsiteY129" fmla="*/ 4593231 h 4734469"/>
                <a:gd name="connsiteX130" fmla="*/ 932070 w 1886020"/>
                <a:gd name="connsiteY130" fmla="*/ 4593011 h 4734469"/>
                <a:gd name="connsiteX131" fmla="*/ 844873 w 1886020"/>
                <a:gd name="connsiteY131" fmla="*/ 4558374 h 4734469"/>
                <a:gd name="connsiteX132" fmla="*/ 753524 w 1886020"/>
                <a:gd name="connsiteY132" fmla="*/ 4529302 h 4734469"/>
                <a:gd name="connsiteX133" fmla="*/ 734593 w 1886020"/>
                <a:gd name="connsiteY133" fmla="*/ 4518606 h 4734469"/>
                <a:gd name="connsiteX134" fmla="*/ 739537 w 1886020"/>
                <a:gd name="connsiteY134" fmla="*/ 4517219 h 4734469"/>
                <a:gd name="connsiteX135" fmla="*/ 815225 w 1886020"/>
                <a:gd name="connsiteY135" fmla="*/ 4473721 h 4734469"/>
                <a:gd name="connsiteX136" fmla="*/ 913204 w 1886020"/>
                <a:gd name="connsiteY136" fmla="*/ 4451240 h 4734469"/>
                <a:gd name="connsiteX137" fmla="*/ 1008777 w 1886020"/>
                <a:gd name="connsiteY137" fmla="*/ 4421948 h 4734469"/>
                <a:gd name="connsiteX138" fmla="*/ 1047167 w 1886020"/>
                <a:gd name="connsiteY138" fmla="*/ 4341177 h 4734469"/>
                <a:gd name="connsiteX139" fmla="*/ 1045565 w 1886020"/>
                <a:gd name="connsiteY139" fmla="*/ 4334806 h 4734469"/>
                <a:gd name="connsiteX140" fmla="*/ 966018 w 1886020"/>
                <a:gd name="connsiteY140" fmla="*/ 4275418 h 4734469"/>
                <a:gd name="connsiteX141" fmla="*/ 869350 w 1886020"/>
                <a:gd name="connsiteY141" fmla="*/ 4240780 h 4734469"/>
                <a:gd name="connsiteX142" fmla="*/ 865416 w 1886020"/>
                <a:gd name="connsiteY142" fmla="*/ 4237558 h 4734469"/>
                <a:gd name="connsiteX143" fmla="*/ 858312 w 1886020"/>
                <a:gd name="connsiteY143" fmla="*/ 4231890 h 4734469"/>
                <a:gd name="connsiteX144" fmla="*/ 866202 w 1886020"/>
                <a:gd name="connsiteY144" fmla="*/ 4198483 h 4734469"/>
                <a:gd name="connsiteX145" fmla="*/ 846828 w 1886020"/>
                <a:gd name="connsiteY145" fmla="*/ 4146993 h 4734469"/>
                <a:gd name="connsiteX146" fmla="*/ 827606 w 1886020"/>
                <a:gd name="connsiteY146" fmla="*/ 4040589 h 4734469"/>
                <a:gd name="connsiteX147" fmla="*/ 769290 w 1886020"/>
                <a:gd name="connsiteY147" fmla="*/ 3774485 h 4734469"/>
                <a:gd name="connsiteX148" fmla="*/ 762475 w 1886020"/>
                <a:gd name="connsiteY148" fmla="*/ 3744253 h 4734469"/>
                <a:gd name="connsiteX149" fmla="*/ 836934 w 1886020"/>
                <a:gd name="connsiteY149" fmla="*/ 3624999 h 4734469"/>
                <a:gd name="connsiteX150" fmla="*/ 908250 w 1886020"/>
                <a:gd name="connsiteY150" fmla="*/ 3483961 h 4734469"/>
                <a:gd name="connsiteX151" fmla="*/ 919032 w 1886020"/>
                <a:gd name="connsiteY151" fmla="*/ 3436142 h 4734469"/>
                <a:gd name="connsiteX152" fmla="*/ 1024295 w 1886020"/>
                <a:gd name="connsiteY152" fmla="*/ 2880409 h 4734469"/>
                <a:gd name="connsiteX153" fmla="*/ 1033661 w 1886020"/>
                <a:gd name="connsiteY153" fmla="*/ 2800068 h 4734469"/>
                <a:gd name="connsiteX154" fmla="*/ 1047473 w 1886020"/>
                <a:gd name="connsiteY154" fmla="*/ 2724013 h 4734469"/>
                <a:gd name="connsiteX155" fmla="*/ 1058970 w 1886020"/>
                <a:gd name="connsiteY155" fmla="*/ 2622350 h 4734469"/>
                <a:gd name="connsiteX156" fmla="*/ 1047617 w 1886020"/>
                <a:gd name="connsiteY156" fmla="*/ 2488368 h 4734469"/>
                <a:gd name="connsiteX157" fmla="*/ 1042031 w 1886020"/>
                <a:gd name="connsiteY157" fmla="*/ 2396930 h 4734469"/>
                <a:gd name="connsiteX158" fmla="*/ 1038963 w 1886020"/>
                <a:gd name="connsiteY158" fmla="*/ 2381416 h 4734469"/>
                <a:gd name="connsiteX159" fmla="*/ 1037129 w 1886020"/>
                <a:gd name="connsiteY159" fmla="*/ 2373822 h 4734469"/>
                <a:gd name="connsiteX160" fmla="*/ 1019095 w 1886020"/>
                <a:gd name="connsiteY160" fmla="*/ 2324047 h 4734469"/>
                <a:gd name="connsiteX161" fmla="*/ 1005573 w 1886020"/>
                <a:gd name="connsiteY161" fmla="*/ 2296263 h 4734469"/>
                <a:gd name="connsiteX162" fmla="*/ 995240 w 1886020"/>
                <a:gd name="connsiteY162" fmla="*/ 2281142 h 4734469"/>
                <a:gd name="connsiteX163" fmla="*/ 1058914 w 1886020"/>
                <a:gd name="connsiteY163" fmla="*/ 2287002 h 4734469"/>
                <a:gd name="connsiteX164" fmla="*/ 1073548 w 1886020"/>
                <a:gd name="connsiteY164" fmla="*/ 2283943 h 4734469"/>
                <a:gd name="connsiteX165" fmla="*/ 1075497 w 1886020"/>
                <a:gd name="connsiteY165" fmla="*/ 2276255 h 4734469"/>
                <a:gd name="connsiteX166" fmla="*/ 1058910 w 1886020"/>
                <a:gd name="connsiteY166" fmla="*/ 2207029 h 4734469"/>
                <a:gd name="connsiteX167" fmla="*/ 1039680 w 1886020"/>
                <a:gd name="connsiteY167" fmla="*/ 2161643 h 4734469"/>
                <a:gd name="connsiteX168" fmla="*/ 1045298 w 1886020"/>
                <a:gd name="connsiteY168" fmla="*/ 2139108 h 4734469"/>
                <a:gd name="connsiteX169" fmla="*/ 1073729 w 1886020"/>
                <a:gd name="connsiteY169" fmla="*/ 2062887 h 4734469"/>
                <a:gd name="connsiteX170" fmla="*/ 1098774 w 1886020"/>
                <a:gd name="connsiteY170" fmla="*/ 1856238 h 4734469"/>
                <a:gd name="connsiteX171" fmla="*/ 1117459 w 1886020"/>
                <a:gd name="connsiteY171" fmla="*/ 1696376 h 4734469"/>
                <a:gd name="connsiteX172" fmla="*/ 1090811 w 1886020"/>
                <a:gd name="connsiteY172" fmla="*/ 1564235 h 4734469"/>
                <a:gd name="connsiteX173" fmla="*/ 1070016 w 1886020"/>
                <a:gd name="connsiteY173" fmla="*/ 1535166 h 4734469"/>
                <a:gd name="connsiteX174" fmla="*/ 1065064 w 1886020"/>
                <a:gd name="connsiteY174" fmla="*/ 1500401 h 4734469"/>
                <a:gd name="connsiteX175" fmla="*/ 1069409 w 1886020"/>
                <a:gd name="connsiteY175" fmla="*/ 1285230 h 4734469"/>
                <a:gd name="connsiteX176" fmla="*/ 1428401 w 1886020"/>
                <a:gd name="connsiteY176" fmla="*/ 1244648 h 4734469"/>
                <a:gd name="connsiteX177" fmla="*/ 1469267 w 1886020"/>
                <a:gd name="connsiteY177" fmla="*/ 1233637 h 4734469"/>
                <a:gd name="connsiteX178" fmla="*/ 1510569 w 1886020"/>
                <a:gd name="connsiteY178" fmla="*/ 1207741 h 4734469"/>
                <a:gd name="connsiteX179" fmla="*/ 1622232 w 1886020"/>
                <a:gd name="connsiteY179" fmla="*/ 1109831 h 4734469"/>
                <a:gd name="connsiteX180" fmla="*/ 1688425 w 1886020"/>
                <a:gd name="connsiteY180" fmla="*/ 946642 h 4734469"/>
                <a:gd name="connsiteX181" fmla="*/ 1747562 w 1886020"/>
                <a:gd name="connsiteY181" fmla="*/ 844368 h 4734469"/>
                <a:gd name="connsiteX182" fmla="*/ 1761043 w 1886020"/>
                <a:gd name="connsiteY182" fmla="*/ 794696 h 4734469"/>
                <a:gd name="connsiteX183" fmla="*/ 1753437 w 1886020"/>
                <a:gd name="connsiteY183" fmla="*/ 741358 h 4734469"/>
                <a:gd name="connsiteX184" fmla="*/ 1796361 w 1886020"/>
                <a:gd name="connsiteY184" fmla="*/ 663739 h 4734469"/>
                <a:gd name="connsiteX185" fmla="*/ 1806570 w 1886020"/>
                <a:gd name="connsiteY185" fmla="*/ 650101 h 4734469"/>
                <a:gd name="connsiteX186" fmla="*/ 1804140 w 1886020"/>
                <a:gd name="connsiteY186" fmla="*/ 636808 h 4734469"/>
                <a:gd name="connsiteX187" fmla="*/ 1803307 w 1886020"/>
                <a:gd name="connsiteY187" fmla="*/ 635266 h 4734469"/>
                <a:gd name="connsiteX188" fmla="*/ 1811545 w 1886020"/>
                <a:gd name="connsiteY188" fmla="*/ 629796 h 4734469"/>
                <a:gd name="connsiteX189" fmla="*/ 1839081 w 1886020"/>
                <a:gd name="connsiteY189" fmla="*/ 608266 h 4734469"/>
                <a:gd name="connsiteX190" fmla="*/ 1874848 w 1886020"/>
                <a:gd name="connsiteY190" fmla="*/ 572018 h 4734469"/>
                <a:gd name="connsiteX191" fmla="*/ 1884245 w 1886020"/>
                <a:gd name="connsiteY191" fmla="*/ 523393 h 4734469"/>
                <a:gd name="connsiteX192" fmla="*/ 570346 w 1886020"/>
                <a:gd name="connsiteY192" fmla="*/ 4449227 h 4734469"/>
                <a:gd name="connsiteX193" fmla="*/ 563104 w 1886020"/>
                <a:gd name="connsiteY193" fmla="*/ 4449848 h 4734469"/>
                <a:gd name="connsiteX194" fmla="*/ 537097 w 1886020"/>
                <a:gd name="connsiteY194" fmla="*/ 4457317 h 4734469"/>
                <a:gd name="connsiteX195" fmla="*/ 535135 w 1886020"/>
                <a:gd name="connsiteY195" fmla="*/ 4458333 h 4734469"/>
                <a:gd name="connsiteX196" fmla="*/ 566672 w 1886020"/>
                <a:gd name="connsiteY196" fmla="*/ 4383942 h 4734469"/>
                <a:gd name="connsiteX197" fmla="*/ 570026 w 1886020"/>
                <a:gd name="connsiteY197" fmla="*/ 4374975 h 4734469"/>
                <a:gd name="connsiteX198" fmla="*/ 568786 w 1886020"/>
                <a:gd name="connsiteY198" fmla="*/ 4391777 h 4734469"/>
                <a:gd name="connsiteX199" fmla="*/ 570346 w 1886020"/>
                <a:gd name="connsiteY199" fmla="*/ 4449227 h 473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1886020" h="4734469">
                  <a:moveTo>
                    <a:pt x="1884245" y="523393"/>
                  </a:moveTo>
                  <a:cubicBezTo>
                    <a:pt x="1879987" y="514554"/>
                    <a:pt x="1876643" y="505304"/>
                    <a:pt x="1874265" y="495786"/>
                  </a:cubicBezTo>
                  <a:cubicBezTo>
                    <a:pt x="1873246" y="484801"/>
                    <a:pt x="1877470" y="470302"/>
                    <a:pt x="1867783" y="465103"/>
                  </a:cubicBezTo>
                  <a:cubicBezTo>
                    <a:pt x="1862319" y="462173"/>
                    <a:pt x="1854816" y="464370"/>
                    <a:pt x="1850007" y="460490"/>
                  </a:cubicBezTo>
                  <a:cubicBezTo>
                    <a:pt x="1847008" y="457071"/>
                    <a:pt x="1845172" y="452789"/>
                    <a:pt x="1844762" y="448260"/>
                  </a:cubicBezTo>
                  <a:cubicBezTo>
                    <a:pt x="1839748" y="430784"/>
                    <a:pt x="1824034" y="418538"/>
                    <a:pt x="1805863" y="417944"/>
                  </a:cubicBezTo>
                  <a:cubicBezTo>
                    <a:pt x="1816353" y="390189"/>
                    <a:pt x="1853722" y="383379"/>
                    <a:pt x="1870331" y="358921"/>
                  </a:cubicBezTo>
                  <a:cubicBezTo>
                    <a:pt x="1878637" y="346765"/>
                    <a:pt x="1875941" y="324284"/>
                    <a:pt x="1861299" y="324137"/>
                  </a:cubicBezTo>
                  <a:cubicBezTo>
                    <a:pt x="1857855" y="324356"/>
                    <a:pt x="1854489" y="325252"/>
                    <a:pt x="1851393" y="326774"/>
                  </a:cubicBezTo>
                  <a:cubicBezTo>
                    <a:pt x="1833181" y="334243"/>
                    <a:pt x="1815041" y="341785"/>
                    <a:pt x="1796830" y="349255"/>
                  </a:cubicBezTo>
                  <a:cubicBezTo>
                    <a:pt x="1786256" y="353386"/>
                    <a:pt x="1775941" y="358155"/>
                    <a:pt x="1765943" y="363534"/>
                  </a:cubicBezTo>
                  <a:cubicBezTo>
                    <a:pt x="1735930" y="380596"/>
                    <a:pt x="1713493" y="408351"/>
                    <a:pt x="1693315" y="436543"/>
                  </a:cubicBezTo>
                  <a:cubicBezTo>
                    <a:pt x="1674232" y="461516"/>
                    <a:pt x="1659007" y="489212"/>
                    <a:pt x="1648150" y="518706"/>
                  </a:cubicBezTo>
                  <a:cubicBezTo>
                    <a:pt x="1642068" y="536846"/>
                    <a:pt x="1638825" y="555816"/>
                    <a:pt x="1638535" y="574946"/>
                  </a:cubicBezTo>
                  <a:cubicBezTo>
                    <a:pt x="1638535" y="576864"/>
                    <a:pt x="1638578" y="578769"/>
                    <a:pt x="1638663" y="580662"/>
                  </a:cubicBezTo>
                  <a:cubicBezTo>
                    <a:pt x="1629777" y="582164"/>
                    <a:pt x="1622481" y="586062"/>
                    <a:pt x="1613134" y="587941"/>
                  </a:cubicBezTo>
                  <a:cubicBezTo>
                    <a:pt x="1606083" y="606606"/>
                    <a:pt x="1599032" y="625271"/>
                    <a:pt x="1591981" y="643937"/>
                  </a:cubicBezTo>
                  <a:cubicBezTo>
                    <a:pt x="1589143" y="653296"/>
                    <a:pt x="1584441" y="661984"/>
                    <a:pt x="1578159" y="669479"/>
                  </a:cubicBezTo>
                  <a:cubicBezTo>
                    <a:pt x="1573450" y="673778"/>
                    <a:pt x="1568430" y="677724"/>
                    <a:pt x="1563141" y="681284"/>
                  </a:cubicBezTo>
                  <a:cubicBezTo>
                    <a:pt x="1541319" y="699947"/>
                    <a:pt x="1530169" y="728216"/>
                    <a:pt x="1533375" y="756751"/>
                  </a:cubicBezTo>
                  <a:cubicBezTo>
                    <a:pt x="1493619" y="772381"/>
                    <a:pt x="1472768" y="816138"/>
                    <a:pt x="1485671" y="856861"/>
                  </a:cubicBezTo>
                  <a:cubicBezTo>
                    <a:pt x="1453258" y="863888"/>
                    <a:pt x="1426836" y="887272"/>
                    <a:pt x="1415921" y="918590"/>
                  </a:cubicBezTo>
                  <a:cubicBezTo>
                    <a:pt x="1414418" y="925614"/>
                    <a:pt x="1411299" y="932192"/>
                    <a:pt x="1406812" y="937801"/>
                  </a:cubicBezTo>
                  <a:cubicBezTo>
                    <a:pt x="1399842" y="943118"/>
                    <a:pt x="1391210" y="945785"/>
                    <a:pt x="1382456" y="945325"/>
                  </a:cubicBezTo>
                  <a:cubicBezTo>
                    <a:pt x="1358552" y="946811"/>
                    <a:pt x="1337650" y="965736"/>
                    <a:pt x="1315988" y="955470"/>
                  </a:cubicBezTo>
                  <a:cubicBezTo>
                    <a:pt x="1291397" y="943879"/>
                    <a:pt x="1263872" y="940012"/>
                    <a:pt x="1237040" y="944378"/>
                  </a:cubicBezTo>
                  <a:cubicBezTo>
                    <a:pt x="1231525" y="945684"/>
                    <a:pt x="1225852" y="946189"/>
                    <a:pt x="1220194" y="945880"/>
                  </a:cubicBezTo>
                  <a:cubicBezTo>
                    <a:pt x="1215352" y="945044"/>
                    <a:pt x="1210682" y="943408"/>
                    <a:pt x="1206377" y="941040"/>
                  </a:cubicBezTo>
                  <a:cubicBezTo>
                    <a:pt x="1196629" y="935328"/>
                    <a:pt x="1186061" y="931148"/>
                    <a:pt x="1175042" y="928647"/>
                  </a:cubicBezTo>
                  <a:cubicBezTo>
                    <a:pt x="1163722" y="926283"/>
                    <a:pt x="1152072" y="930807"/>
                    <a:pt x="1145313" y="940191"/>
                  </a:cubicBezTo>
                  <a:cubicBezTo>
                    <a:pt x="1137727" y="931829"/>
                    <a:pt x="1133206" y="921120"/>
                    <a:pt x="1126295" y="912187"/>
                  </a:cubicBezTo>
                  <a:cubicBezTo>
                    <a:pt x="1120075" y="902489"/>
                    <a:pt x="1108911" y="897134"/>
                    <a:pt x="1097455" y="898352"/>
                  </a:cubicBezTo>
                  <a:cubicBezTo>
                    <a:pt x="1104657" y="891903"/>
                    <a:pt x="1097285" y="879067"/>
                    <a:pt x="1087927" y="876721"/>
                  </a:cubicBezTo>
                  <a:cubicBezTo>
                    <a:pt x="1078328" y="875928"/>
                    <a:pt x="1068670" y="876280"/>
                    <a:pt x="1059155" y="877769"/>
                  </a:cubicBezTo>
                  <a:cubicBezTo>
                    <a:pt x="1034136" y="877636"/>
                    <a:pt x="1014940" y="854801"/>
                    <a:pt x="990638" y="848823"/>
                  </a:cubicBezTo>
                  <a:cubicBezTo>
                    <a:pt x="968301" y="843330"/>
                    <a:pt x="938529" y="849881"/>
                    <a:pt x="927078" y="829834"/>
                  </a:cubicBezTo>
                  <a:cubicBezTo>
                    <a:pt x="923420" y="823430"/>
                    <a:pt x="922372" y="815007"/>
                    <a:pt x="917154" y="810211"/>
                  </a:cubicBezTo>
                  <a:cubicBezTo>
                    <a:pt x="915923" y="804773"/>
                    <a:pt x="913444" y="799696"/>
                    <a:pt x="909914" y="795381"/>
                  </a:cubicBezTo>
                  <a:cubicBezTo>
                    <a:pt x="900747" y="784944"/>
                    <a:pt x="885250" y="783451"/>
                    <a:pt x="871407" y="783885"/>
                  </a:cubicBezTo>
                  <a:cubicBezTo>
                    <a:pt x="856196" y="784264"/>
                    <a:pt x="841121" y="786859"/>
                    <a:pt x="826658" y="791587"/>
                  </a:cubicBezTo>
                  <a:cubicBezTo>
                    <a:pt x="826254" y="789776"/>
                    <a:pt x="825774" y="787879"/>
                    <a:pt x="825164" y="785828"/>
                  </a:cubicBezTo>
                  <a:cubicBezTo>
                    <a:pt x="816394" y="760275"/>
                    <a:pt x="798807" y="738682"/>
                    <a:pt x="775558" y="724921"/>
                  </a:cubicBezTo>
                  <a:cubicBezTo>
                    <a:pt x="757304" y="713996"/>
                    <a:pt x="737481" y="705937"/>
                    <a:pt x="716782" y="701026"/>
                  </a:cubicBezTo>
                  <a:cubicBezTo>
                    <a:pt x="716686" y="699200"/>
                    <a:pt x="716492" y="697384"/>
                    <a:pt x="716446" y="695553"/>
                  </a:cubicBezTo>
                  <a:cubicBezTo>
                    <a:pt x="716110" y="669706"/>
                    <a:pt x="720123" y="643985"/>
                    <a:pt x="728319" y="619469"/>
                  </a:cubicBezTo>
                  <a:cubicBezTo>
                    <a:pt x="729178" y="616782"/>
                    <a:pt x="730174" y="614126"/>
                    <a:pt x="731107" y="611455"/>
                  </a:cubicBezTo>
                  <a:cubicBezTo>
                    <a:pt x="876662" y="573177"/>
                    <a:pt x="963628" y="424150"/>
                    <a:pt x="925349" y="278594"/>
                  </a:cubicBezTo>
                  <a:cubicBezTo>
                    <a:pt x="912967" y="231510"/>
                    <a:pt x="888197" y="188603"/>
                    <a:pt x="853616" y="154334"/>
                  </a:cubicBezTo>
                  <a:cubicBezTo>
                    <a:pt x="853487" y="148816"/>
                    <a:pt x="852771" y="143327"/>
                    <a:pt x="851478" y="137960"/>
                  </a:cubicBezTo>
                  <a:cubicBezTo>
                    <a:pt x="848482" y="126214"/>
                    <a:pt x="842847" y="115306"/>
                    <a:pt x="835001" y="106065"/>
                  </a:cubicBezTo>
                  <a:cubicBezTo>
                    <a:pt x="822561" y="78154"/>
                    <a:pt x="803054" y="65842"/>
                    <a:pt x="778219" y="54216"/>
                  </a:cubicBezTo>
                  <a:cubicBezTo>
                    <a:pt x="771081" y="50848"/>
                    <a:pt x="763505" y="47552"/>
                    <a:pt x="755492" y="43891"/>
                  </a:cubicBezTo>
                  <a:cubicBezTo>
                    <a:pt x="715863" y="26023"/>
                    <a:pt x="677545" y="-193"/>
                    <a:pt x="632527" y="-120"/>
                  </a:cubicBezTo>
                  <a:cubicBezTo>
                    <a:pt x="591441" y="-120"/>
                    <a:pt x="552104" y="22581"/>
                    <a:pt x="511529" y="21702"/>
                  </a:cubicBezTo>
                  <a:lnTo>
                    <a:pt x="508469" y="21555"/>
                  </a:lnTo>
                  <a:cubicBezTo>
                    <a:pt x="507449" y="21510"/>
                    <a:pt x="506430" y="21519"/>
                    <a:pt x="505410" y="21409"/>
                  </a:cubicBezTo>
                  <a:cubicBezTo>
                    <a:pt x="504172" y="21336"/>
                    <a:pt x="503006" y="21189"/>
                    <a:pt x="501768" y="21043"/>
                  </a:cubicBezTo>
                  <a:cubicBezTo>
                    <a:pt x="490404" y="19652"/>
                    <a:pt x="476781" y="17016"/>
                    <a:pt x="469278" y="25730"/>
                  </a:cubicBezTo>
                  <a:cubicBezTo>
                    <a:pt x="466903" y="29211"/>
                    <a:pt x="464970" y="32975"/>
                    <a:pt x="463524" y="36933"/>
                  </a:cubicBezTo>
                  <a:cubicBezTo>
                    <a:pt x="462960" y="38238"/>
                    <a:pt x="462278" y="39488"/>
                    <a:pt x="461484" y="40668"/>
                  </a:cubicBezTo>
                  <a:lnTo>
                    <a:pt x="461484" y="40668"/>
                  </a:lnTo>
                  <a:cubicBezTo>
                    <a:pt x="460036" y="43203"/>
                    <a:pt x="458300" y="45562"/>
                    <a:pt x="456312" y="47698"/>
                  </a:cubicBezTo>
                  <a:lnTo>
                    <a:pt x="456312" y="47698"/>
                  </a:lnTo>
                  <a:cubicBezTo>
                    <a:pt x="443200" y="62124"/>
                    <a:pt x="421200" y="68495"/>
                    <a:pt x="403061" y="77869"/>
                  </a:cubicBezTo>
                  <a:cubicBezTo>
                    <a:pt x="362121" y="98885"/>
                    <a:pt x="335241" y="141651"/>
                    <a:pt x="324532" y="186540"/>
                  </a:cubicBezTo>
                  <a:cubicBezTo>
                    <a:pt x="313824" y="231503"/>
                    <a:pt x="317613" y="278735"/>
                    <a:pt x="325625" y="324210"/>
                  </a:cubicBezTo>
                  <a:cubicBezTo>
                    <a:pt x="329668" y="346953"/>
                    <a:pt x="338554" y="372769"/>
                    <a:pt x="354726" y="387041"/>
                  </a:cubicBezTo>
                  <a:lnTo>
                    <a:pt x="354729" y="387125"/>
                  </a:lnTo>
                  <a:lnTo>
                    <a:pt x="354368" y="386850"/>
                  </a:lnTo>
                  <a:cubicBezTo>
                    <a:pt x="354368" y="386850"/>
                    <a:pt x="217449" y="484288"/>
                    <a:pt x="242435" y="498129"/>
                  </a:cubicBezTo>
                  <a:cubicBezTo>
                    <a:pt x="256026" y="505640"/>
                    <a:pt x="312750" y="469721"/>
                    <a:pt x="361648" y="435424"/>
                  </a:cubicBezTo>
                  <a:cubicBezTo>
                    <a:pt x="362144" y="437506"/>
                    <a:pt x="362603" y="439595"/>
                    <a:pt x="363141" y="441669"/>
                  </a:cubicBezTo>
                  <a:cubicBezTo>
                    <a:pt x="369008" y="463526"/>
                    <a:pt x="376482" y="484918"/>
                    <a:pt x="385505" y="505671"/>
                  </a:cubicBezTo>
                  <a:cubicBezTo>
                    <a:pt x="395922" y="530203"/>
                    <a:pt x="410492" y="556639"/>
                    <a:pt x="435987" y="563961"/>
                  </a:cubicBezTo>
                  <a:cubicBezTo>
                    <a:pt x="441630" y="565500"/>
                    <a:pt x="447474" y="566168"/>
                    <a:pt x="453319" y="565943"/>
                  </a:cubicBezTo>
                  <a:cubicBezTo>
                    <a:pt x="454827" y="565930"/>
                    <a:pt x="456330" y="565808"/>
                    <a:pt x="457839" y="565708"/>
                  </a:cubicBezTo>
                  <a:cubicBezTo>
                    <a:pt x="459132" y="603180"/>
                    <a:pt x="455165" y="640648"/>
                    <a:pt x="446055" y="677019"/>
                  </a:cubicBezTo>
                  <a:cubicBezTo>
                    <a:pt x="431197" y="676210"/>
                    <a:pt x="416481" y="680278"/>
                    <a:pt x="404147" y="688604"/>
                  </a:cubicBezTo>
                  <a:cubicBezTo>
                    <a:pt x="399500" y="693206"/>
                    <a:pt x="393610" y="696350"/>
                    <a:pt x="387200" y="697652"/>
                  </a:cubicBezTo>
                  <a:cubicBezTo>
                    <a:pt x="380552" y="696839"/>
                    <a:pt x="374375" y="693794"/>
                    <a:pt x="369682" y="689015"/>
                  </a:cubicBezTo>
                  <a:cubicBezTo>
                    <a:pt x="331815" y="661741"/>
                    <a:pt x="280072" y="664482"/>
                    <a:pt x="245299" y="695605"/>
                  </a:cubicBezTo>
                  <a:cubicBezTo>
                    <a:pt x="195703" y="742353"/>
                    <a:pt x="201316" y="833697"/>
                    <a:pt x="143191" y="869154"/>
                  </a:cubicBezTo>
                  <a:cubicBezTo>
                    <a:pt x="127169" y="878928"/>
                    <a:pt x="106687" y="884098"/>
                    <a:pt x="97334" y="900423"/>
                  </a:cubicBezTo>
                  <a:cubicBezTo>
                    <a:pt x="95070" y="905622"/>
                    <a:pt x="92427" y="910647"/>
                    <a:pt x="89426" y="915458"/>
                  </a:cubicBezTo>
                  <a:cubicBezTo>
                    <a:pt x="85537" y="919756"/>
                    <a:pt x="80772" y="923169"/>
                    <a:pt x="75452" y="925468"/>
                  </a:cubicBezTo>
                  <a:cubicBezTo>
                    <a:pt x="58580" y="933039"/>
                    <a:pt x="42526" y="942316"/>
                    <a:pt x="27541" y="953154"/>
                  </a:cubicBezTo>
                  <a:cubicBezTo>
                    <a:pt x="12411" y="964246"/>
                    <a:pt x="2454" y="981025"/>
                    <a:pt x="-34" y="999620"/>
                  </a:cubicBezTo>
                  <a:cubicBezTo>
                    <a:pt x="-249" y="1013123"/>
                    <a:pt x="2648" y="1026495"/>
                    <a:pt x="8434" y="1038698"/>
                  </a:cubicBezTo>
                  <a:cubicBezTo>
                    <a:pt x="17108" y="1060026"/>
                    <a:pt x="27783" y="1080484"/>
                    <a:pt x="40317" y="1099798"/>
                  </a:cubicBezTo>
                  <a:cubicBezTo>
                    <a:pt x="33548" y="1108622"/>
                    <a:pt x="29116" y="1119012"/>
                    <a:pt x="27433" y="1130006"/>
                  </a:cubicBezTo>
                  <a:cubicBezTo>
                    <a:pt x="23297" y="1158835"/>
                    <a:pt x="37087" y="1187166"/>
                    <a:pt x="38612" y="1216252"/>
                  </a:cubicBezTo>
                  <a:cubicBezTo>
                    <a:pt x="39943" y="1241665"/>
                    <a:pt x="31896" y="1266487"/>
                    <a:pt x="27292" y="1291511"/>
                  </a:cubicBezTo>
                  <a:cubicBezTo>
                    <a:pt x="9324" y="1389174"/>
                    <a:pt x="43846" y="1488100"/>
                    <a:pt x="78979" y="1580927"/>
                  </a:cubicBezTo>
                  <a:cubicBezTo>
                    <a:pt x="85663" y="1596009"/>
                    <a:pt x="89810" y="1612092"/>
                    <a:pt x="91251" y="1628525"/>
                  </a:cubicBezTo>
                  <a:cubicBezTo>
                    <a:pt x="92190" y="1658823"/>
                    <a:pt x="74830" y="1686583"/>
                    <a:pt x="70077" y="1716517"/>
                  </a:cubicBezTo>
                  <a:cubicBezTo>
                    <a:pt x="60087" y="1779417"/>
                    <a:pt x="106242" y="1838585"/>
                    <a:pt x="107198" y="1902274"/>
                  </a:cubicBezTo>
                  <a:cubicBezTo>
                    <a:pt x="107638" y="1931597"/>
                    <a:pt x="98452" y="1961442"/>
                    <a:pt x="105750" y="1989837"/>
                  </a:cubicBezTo>
                  <a:cubicBezTo>
                    <a:pt x="110621" y="2008787"/>
                    <a:pt x="122387" y="2025071"/>
                    <a:pt x="130737" y="2042751"/>
                  </a:cubicBezTo>
                  <a:cubicBezTo>
                    <a:pt x="145532" y="2074080"/>
                    <a:pt x="149501" y="2109624"/>
                    <a:pt x="163624" y="2141265"/>
                  </a:cubicBezTo>
                  <a:cubicBezTo>
                    <a:pt x="180520" y="2175727"/>
                    <a:pt x="205558" y="2205553"/>
                    <a:pt x="236572" y="2228163"/>
                  </a:cubicBezTo>
                  <a:cubicBezTo>
                    <a:pt x="254350" y="2284370"/>
                    <a:pt x="229127" y="2352240"/>
                    <a:pt x="236300" y="2412053"/>
                  </a:cubicBezTo>
                  <a:cubicBezTo>
                    <a:pt x="245952" y="2408302"/>
                    <a:pt x="255679" y="2404746"/>
                    <a:pt x="265444" y="2401299"/>
                  </a:cubicBezTo>
                  <a:cubicBezTo>
                    <a:pt x="259340" y="2490826"/>
                    <a:pt x="281961" y="2579965"/>
                    <a:pt x="330016" y="2655748"/>
                  </a:cubicBezTo>
                  <a:cubicBezTo>
                    <a:pt x="345907" y="2680498"/>
                    <a:pt x="364528" y="2703733"/>
                    <a:pt x="376474" y="2730632"/>
                  </a:cubicBezTo>
                  <a:cubicBezTo>
                    <a:pt x="384304" y="2749822"/>
                    <a:pt x="390373" y="2769685"/>
                    <a:pt x="394604" y="2789975"/>
                  </a:cubicBezTo>
                  <a:cubicBezTo>
                    <a:pt x="411766" y="2861384"/>
                    <a:pt x="428928" y="2932792"/>
                    <a:pt x="446089" y="3004200"/>
                  </a:cubicBezTo>
                  <a:cubicBezTo>
                    <a:pt x="459988" y="3062033"/>
                    <a:pt x="473988" y="3120985"/>
                    <a:pt x="469814" y="3180333"/>
                  </a:cubicBezTo>
                  <a:cubicBezTo>
                    <a:pt x="466905" y="3221687"/>
                    <a:pt x="456536" y="3268184"/>
                    <a:pt x="481889" y="3300881"/>
                  </a:cubicBezTo>
                  <a:cubicBezTo>
                    <a:pt x="488006" y="3307131"/>
                    <a:pt x="493168" y="3314250"/>
                    <a:pt x="497206" y="3322008"/>
                  </a:cubicBezTo>
                  <a:cubicBezTo>
                    <a:pt x="499734" y="3331104"/>
                    <a:pt x="499821" y="3340705"/>
                    <a:pt x="497458" y="3349846"/>
                  </a:cubicBezTo>
                  <a:cubicBezTo>
                    <a:pt x="485085" y="3418933"/>
                    <a:pt x="476597" y="3488660"/>
                    <a:pt x="472035" y="3558699"/>
                  </a:cubicBezTo>
                  <a:cubicBezTo>
                    <a:pt x="466299" y="3566438"/>
                    <a:pt x="460633" y="3574145"/>
                    <a:pt x="455363" y="3581867"/>
                  </a:cubicBezTo>
                  <a:cubicBezTo>
                    <a:pt x="413258" y="3643453"/>
                    <a:pt x="393008" y="3717121"/>
                    <a:pt x="376617" y="3789983"/>
                  </a:cubicBezTo>
                  <a:cubicBezTo>
                    <a:pt x="344710" y="3932487"/>
                    <a:pt x="330360" y="4078724"/>
                    <a:pt x="323803" y="4224670"/>
                  </a:cubicBezTo>
                  <a:cubicBezTo>
                    <a:pt x="302695" y="4243788"/>
                    <a:pt x="284530" y="4265923"/>
                    <a:pt x="269897" y="4290356"/>
                  </a:cubicBezTo>
                  <a:cubicBezTo>
                    <a:pt x="247824" y="4331217"/>
                    <a:pt x="244984" y="4379402"/>
                    <a:pt x="242653" y="4425902"/>
                  </a:cubicBezTo>
                  <a:cubicBezTo>
                    <a:pt x="241667" y="4433438"/>
                    <a:pt x="242517" y="4441101"/>
                    <a:pt x="245130" y="4448237"/>
                  </a:cubicBezTo>
                  <a:cubicBezTo>
                    <a:pt x="250425" y="4457176"/>
                    <a:pt x="258628" y="4464027"/>
                    <a:pt x="268367" y="4467643"/>
                  </a:cubicBezTo>
                  <a:cubicBezTo>
                    <a:pt x="272570" y="4469705"/>
                    <a:pt x="276802" y="4471705"/>
                    <a:pt x="281062" y="4473643"/>
                  </a:cubicBezTo>
                  <a:cubicBezTo>
                    <a:pt x="278285" y="4483867"/>
                    <a:pt x="275855" y="4494348"/>
                    <a:pt x="273678" y="4504884"/>
                  </a:cubicBezTo>
                  <a:cubicBezTo>
                    <a:pt x="257530" y="4486659"/>
                    <a:pt x="228677" y="4457757"/>
                    <a:pt x="223785" y="4478920"/>
                  </a:cubicBezTo>
                  <a:cubicBezTo>
                    <a:pt x="207600" y="4549531"/>
                    <a:pt x="198812" y="4621636"/>
                    <a:pt x="197562" y="4694067"/>
                  </a:cubicBezTo>
                  <a:cubicBezTo>
                    <a:pt x="197053" y="4698735"/>
                    <a:pt x="197940" y="4703449"/>
                    <a:pt x="200110" y="4707613"/>
                  </a:cubicBezTo>
                  <a:cubicBezTo>
                    <a:pt x="204357" y="4712580"/>
                    <a:pt x="210482" y="4715552"/>
                    <a:pt x="217011" y="4715815"/>
                  </a:cubicBezTo>
                  <a:cubicBezTo>
                    <a:pt x="287384" y="4728385"/>
                    <a:pt x="358747" y="4734586"/>
                    <a:pt x="430232" y="4734343"/>
                  </a:cubicBezTo>
                  <a:cubicBezTo>
                    <a:pt x="488145" y="4734123"/>
                    <a:pt x="545912" y="4729656"/>
                    <a:pt x="603607" y="4725262"/>
                  </a:cubicBezTo>
                  <a:cubicBezTo>
                    <a:pt x="623275" y="4723724"/>
                    <a:pt x="643016" y="4722186"/>
                    <a:pt x="662684" y="4720722"/>
                  </a:cubicBezTo>
                  <a:cubicBezTo>
                    <a:pt x="723452" y="4717460"/>
                    <a:pt x="783917" y="4709948"/>
                    <a:pt x="843635" y="4698241"/>
                  </a:cubicBezTo>
                  <a:cubicBezTo>
                    <a:pt x="869788" y="4692529"/>
                    <a:pt x="896740" y="4684474"/>
                    <a:pt x="916335" y="4666093"/>
                  </a:cubicBezTo>
                  <a:cubicBezTo>
                    <a:pt x="935858" y="4647786"/>
                    <a:pt x="945693" y="4616444"/>
                    <a:pt x="932144" y="4593231"/>
                  </a:cubicBezTo>
                  <a:cubicBezTo>
                    <a:pt x="932154" y="4593150"/>
                    <a:pt x="932127" y="4593070"/>
                    <a:pt x="932070" y="4593011"/>
                  </a:cubicBezTo>
                  <a:cubicBezTo>
                    <a:pt x="915534" y="4564965"/>
                    <a:pt x="877072" y="4562840"/>
                    <a:pt x="844873" y="4558374"/>
                  </a:cubicBezTo>
                  <a:cubicBezTo>
                    <a:pt x="813002" y="4553903"/>
                    <a:pt x="782117" y="4544074"/>
                    <a:pt x="753524" y="4529302"/>
                  </a:cubicBezTo>
                  <a:cubicBezTo>
                    <a:pt x="747087" y="4525966"/>
                    <a:pt x="740813" y="4522336"/>
                    <a:pt x="734593" y="4518606"/>
                  </a:cubicBezTo>
                  <a:cubicBezTo>
                    <a:pt x="736242" y="4518148"/>
                    <a:pt x="737907" y="4517766"/>
                    <a:pt x="739537" y="4517219"/>
                  </a:cubicBezTo>
                  <a:cubicBezTo>
                    <a:pt x="767146" y="4507919"/>
                    <a:pt x="789146" y="4486683"/>
                    <a:pt x="815225" y="4473721"/>
                  </a:cubicBezTo>
                  <a:cubicBezTo>
                    <a:pt x="845456" y="4458783"/>
                    <a:pt x="879766" y="4455488"/>
                    <a:pt x="913204" y="4451240"/>
                  </a:cubicBezTo>
                  <a:cubicBezTo>
                    <a:pt x="946567" y="4446919"/>
                    <a:pt x="981023" y="4440988"/>
                    <a:pt x="1008777" y="4421948"/>
                  </a:cubicBezTo>
                  <a:cubicBezTo>
                    <a:pt x="1034784" y="4404081"/>
                    <a:pt x="1053214" y="4371640"/>
                    <a:pt x="1047167" y="4341177"/>
                  </a:cubicBezTo>
                  <a:cubicBezTo>
                    <a:pt x="1046772" y="4339021"/>
                    <a:pt x="1046236" y="4336893"/>
                    <a:pt x="1045565" y="4334806"/>
                  </a:cubicBezTo>
                  <a:cubicBezTo>
                    <a:pt x="1035222" y="4301707"/>
                    <a:pt x="999454" y="4284132"/>
                    <a:pt x="966018" y="4275418"/>
                  </a:cubicBezTo>
                  <a:cubicBezTo>
                    <a:pt x="932654" y="4266703"/>
                    <a:pt x="896376" y="4262310"/>
                    <a:pt x="869350" y="4240780"/>
                  </a:cubicBezTo>
                  <a:cubicBezTo>
                    <a:pt x="868039" y="4239755"/>
                    <a:pt x="866727" y="4238657"/>
                    <a:pt x="865416" y="4237558"/>
                  </a:cubicBezTo>
                  <a:cubicBezTo>
                    <a:pt x="863105" y="4235668"/>
                    <a:pt x="860725" y="4233748"/>
                    <a:pt x="858312" y="4231890"/>
                  </a:cubicBezTo>
                  <a:cubicBezTo>
                    <a:pt x="864279" y="4221816"/>
                    <a:pt x="867032" y="4210162"/>
                    <a:pt x="866202" y="4198483"/>
                  </a:cubicBezTo>
                  <a:cubicBezTo>
                    <a:pt x="864780" y="4180079"/>
                    <a:pt x="854086" y="4163949"/>
                    <a:pt x="846828" y="4146993"/>
                  </a:cubicBezTo>
                  <a:cubicBezTo>
                    <a:pt x="832591" y="4113737"/>
                    <a:pt x="831447" y="4076588"/>
                    <a:pt x="827606" y="4040589"/>
                  </a:cubicBezTo>
                  <a:cubicBezTo>
                    <a:pt x="817962" y="3950199"/>
                    <a:pt x="790241" y="3862921"/>
                    <a:pt x="769290" y="3774485"/>
                  </a:cubicBezTo>
                  <a:cubicBezTo>
                    <a:pt x="766914" y="3764457"/>
                    <a:pt x="764642" y="3754380"/>
                    <a:pt x="762475" y="3744253"/>
                  </a:cubicBezTo>
                  <a:cubicBezTo>
                    <a:pt x="782857" y="3701898"/>
                    <a:pt x="807827" y="3661907"/>
                    <a:pt x="836934" y="3624999"/>
                  </a:cubicBezTo>
                  <a:cubicBezTo>
                    <a:pt x="870118" y="3583369"/>
                    <a:pt x="894392" y="3535363"/>
                    <a:pt x="908250" y="3483961"/>
                  </a:cubicBezTo>
                  <a:cubicBezTo>
                    <a:pt x="912548" y="3468216"/>
                    <a:pt x="915754" y="3452179"/>
                    <a:pt x="919032" y="3436142"/>
                  </a:cubicBezTo>
                  <a:cubicBezTo>
                    <a:pt x="956256" y="3251313"/>
                    <a:pt x="991344" y="3066068"/>
                    <a:pt x="1024295" y="2880409"/>
                  </a:cubicBezTo>
                  <a:cubicBezTo>
                    <a:pt x="1029738" y="2853950"/>
                    <a:pt x="1032871" y="2827069"/>
                    <a:pt x="1033661" y="2800068"/>
                  </a:cubicBezTo>
                  <a:cubicBezTo>
                    <a:pt x="1042279" y="2775612"/>
                    <a:pt x="1046942" y="2749937"/>
                    <a:pt x="1047473" y="2724013"/>
                  </a:cubicBezTo>
                  <a:cubicBezTo>
                    <a:pt x="1057058" y="2686426"/>
                    <a:pt x="1066821" y="2647000"/>
                    <a:pt x="1058970" y="2622350"/>
                  </a:cubicBezTo>
                  <a:cubicBezTo>
                    <a:pt x="1053417" y="2604945"/>
                    <a:pt x="1050620" y="2545408"/>
                    <a:pt x="1047617" y="2488368"/>
                  </a:cubicBezTo>
                  <a:cubicBezTo>
                    <a:pt x="1048457" y="2457784"/>
                    <a:pt x="1046588" y="2427185"/>
                    <a:pt x="1042031" y="2396930"/>
                  </a:cubicBezTo>
                  <a:cubicBezTo>
                    <a:pt x="1041176" y="2391759"/>
                    <a:pt x="1040122" y="2386584"/>
                    <a:pt x="1038963" y="2381416"/>
                  </a:cubicBezTo>
                  <a:cubicBezTo>
                    <a:pt x="1038502" y="2378851"/>
                    <a:pt x="1037890" y="2376315"/>
                    <a:pt x="1037129" y="2373822"/>
                  </a:cubicBezTo>
                  <a:cubicBezTo>
                    <a:pt x="1032796" y="2356670"/>
                    <a:pt x="1026755" y="2339994"/>
                    <a:pt x="1019095" y="2324047"/>
                  </a:cubicBezTo>
                  <a:cubicBezTo>
                    <a:pt x="1015187" y="2314505"/>
                    <a:pt x="1010671" y="2305225"/>
                    <a:pt x="1005573" y="2296263"/>
                  </a:cubicBezTo>
                  <a:cubicBezTo>
                    <a:pt x="1002505" y="2290975"/>
                    <a:pt x="999051" y="2285921"/>
                    <a:pt x="995240" y="2281142"/>
                  </a:cubicBezTo>
                  <a:cubicBezTo>
                    <a:pt x="1016552" y="2281989"/>
                    <a:pt x="1037805" y="2283945"/>
                    <a:pt x="1058914" y="2287002"/>
                  </a:cubicBezTo>
                  <a:cubicBezTo>
                    <a:pt x="1064109" y="2287780"/>
                    <a:pt x="1070438" y="2288199"/>
                    <a:pt x="1073548" y="2283943"/>
                  </a:cubicBezTo>
                  <a:cubicBezTo>
                    <a:pt x="1074935" y="2281626"/>
                    <a:pt x="1075613" y="2278953"/>
                    <a:pt x="1075497" y="2276255"/>
                  </a:cubicBezTo>
                  <a:cubicBezTo>
                    <a:pt x="1076487" y="2252089"/>
                    <a:pt x="1070744" y="2228123"/>
                    <a:pt x="1058910" y="2207029"/>
                  </a:cubicBezTo>
                  <a:cubicBezTo>
                    <a:pt x="1050730" y="2192516"/>
                    <a:pt x="1039366" y="2178321"/>
                    <a:pt x="1039680" y="2161643"/>
                  </a:cubicBezTo>
                  <a:cubicBezTo>
                    <a:pt x="1040270" y="2153869"/>
                    <a:pt x="1042170" y="2146250"/>
                    <a:pt x="1045298" y="2139108"/>
                  </a:cubicBezTo>
                  <a:cubicBezTo>
                    <a:pt x="1054776" y="2113701"/>
                    <a:pt x="1064253" y="2088294"/>
                    <a:pt x="1073729" y="2062887"/>
                  </a:cubicBezTo>
                  <a:cubicBezTo>
                    <a:pt x="1097730" y="1998543"/>
                    <a:pt x="1086309" y="1923804"/>
                    <a:pt x="1098774" y="1856238"/>
                  </a:cubicBezTo>
                  <a:cubicBezTo>
                    <a:pt x="1108515" y="1803420"/>
                    <a:pt x="1114758" y="1750016"/>
                    <a:pt x="1117459" y="1696376"/>
                  </a:cubicBezTo>
                  <a:cubicBezTo>
                    <a:pt x="1119767" y="1650525"/>
                    <a:pt x="1118332" y="1600871"/>
                    <a:pt x="1090811" y="1564235"/>
                  </a:cubicBezTo>
                  <a:cubicBezTo>
                    <a:pt x="1082759" y="1555397"/>
                    <a:pt x="1075779" y="1545640"/>
                    <a:pt x="1070016" y="1535166"/>
                  </a:cubicBezTo>
                  <a:cubicBezTo>
                    <a:pt x="1066065" y="1524024"/>
                    <a:pt x="1064381" y="1512204"/>
                    <a:pt x="1065064" y="1500401"/>
                  </a:cubicBezTo>
                  <a:cubicBezTo>
                    <a:pt x="1064584" y="1428655"/>
                    <a:pt x="1066033" y="1356931"/>
                    <a:pt x="1069409" y="1285230"/>
                  </a:cubicBezTo>
                  <a:cubicBezTo>
                    <a:pt x="1190013" y="1281985"/>
                    <a:pt x="1310117" y="1268408"/>
                    <a:pt x="1428401" y="1244648"/>
                  </a:cubicBezTo>
                  <a:cubicBezTo>
                    <a:pt x="1442332" y="1242237"/>
                    <a:pt x="1456011" y="1238551"/>
                    <a:pt x="1469267" y="1233637"/>
                  </a:cubicBezTo>
                  <a:cubicBezTo>
                    <a:pt x="1483972" y="1226598"/>
                    <a:pt x="1497828" y="1217910"/>
                    <a:pt x="1510569" y="1207741"/>
                  </a:cubicBezTo>
                  <a:cubicBezTo>
                    <a:pt x="1550814" y="1178656"/>
                    <a:pt x="1591632" y="1149028"/>
                    <a:pt x="1622232" y="1109831"/>
                  </a:cubicBezTo>
                  <a:cubicBezTo>
                    <a:pt x="1658666" y="1062432"/>
                    <a:pt x="1681545" y="1006028"/>
                    <a:pt x="1688425" y="946642"/>
                  </a:cubicBezTo>
                  <a:cubicBezTo>
                    <a:pt x="1717534" y="919682"/>
                    <a:pt x="1732990" y="881361"/>
                    <a:pt x="1747562" y="844368"/>
                  </a:cubicBezTo>
                  <a:cubicBezTo>
                    <a:pt x="1754761" y="828666"/>
                    <a:pt x="1759316" y="811883"/>
                    <a:pt x="1761043" y="794696"/>
                  </a:cubicBezTo>
                  <a:cubicBezTo>
                    <a:pt x="1761825" y="777107"/>
                    <a:pt x="1750231" y="758668"/>
                    <a:pt x="1753437" y="741358"/>
                  </a:cubicBezTo>
                  <a:cubicBezTo>
                    <a:pt x="1759034" y="711546"/>
                    <a:pt x="1774085" y="684329"/>
                    <a:pt x="1796361" y="663739"/>
                  </a:cubicBezTo>
                  <a:cubicBezTo>
                    <a:pt x="1801084" y="660350"/>
                    <a:pt x="1804649" y="655588"/>
                    <a:pt x="1806570" y="650101"/>
                  </a:cubicBezTo>
                  <a:cubicBezTo>
                    <a:pt x="1807169" y="645525"/>
                    <a:pt x="1806319" y="640877"/>
                    <a:pt x="1804140" y="636808"/>
                  </a:cubicBezTo>
                  <a:cubicBezTo>
                    <a:pt x="1803900" y="636270"/>
                    <a:pt x="1803559" y="635797"/>
                    <a:pt x="1803307" y="635266"/>
                  </a:cubicBezTo>
                  <a:cubicBezTo>
                    <a:pt x="1806083" y="633507"/>
                    <a:pt x="1808835" y="631696"/>
                    <a:pt x="1811545" y="629796"/>
                  </a:cubicBezTo>
                  <a:cubicBezTo>
                    <a:pt x="1821087" y="623058"/>
                    <a:pt x="1830193" y="615589"/>
                    <a:pt x="1839081" y="608266"/>
                  </a:cubicBezTo>
                  <a:cubicBezTo>
                    <a:pt x="1852739" y="598028"/>
                    <a:pt x="1864794" y="585811"/>
                    <a:pt x="1874848" y="572018"/>
                  </a:cubicBezTo>
                  <a:cubicBezTo>
                    <a:pt x="1884973" y="557978"/>
                    <a:pt x="1888409" y="540195"/>
                    <a:pt x="1884245" y="523393"/>
                  </a:cubicBezTo>
                  <a:close/>
                  <a:moveTo>
                    <a:pt x="570346" y="4449227"/>
                  </a:moveTo>
                  <a:cubicBezTo>
                    <a:pt x="567928" y="4449397"/>
                    <a:pt x="565501" y="4449516"/>
                    <a:pt x="563104" y="4449848"/>
                  </a:cubicBezTo>
                  <a:cubicBezTo>
                    <a:pt x="554121" y="4451073"/>
                    <a:pt x="545361" y="4453589"/>
                    <a:pt x="537097" y="4457317"/>
                  </a:cubicBezTo>
                  <a:cubicBezTo>
                    <a:pt x="536428" y="4457626"/>
                    <a:pt x="535797" y="4458009"/>
                    <a:pt x="535135" y="4458333"/>
                  </a:cubicBezTo>
                  <a:cubicBezTo>
                    <a:pt x="546450" y="4433898"/>
                    <a:pt x="557033" y="4409119"/>
                    <a:pt x="566672" y="4383942"/>
                  </a:cubicBezTo>
                  <a:cubicBezTo>
                    <a:pt x="567820" y="4380970"/>
                    <a:pt x="568903" y="4377961"/>
                    <a:pt x="570026" y="4374975"/>
                  </a:cubicBezTo>
                  <a:cubicBezTo>
                    <a:pt x="569608" y="4380572"/>
                    <a:pt x="569207" y="4386185"/>
                    <a:pt x="568786" y="4391777"/>
                  </a:cubicBezTo>
                  <a:cubicBezTo>
                    <a:pt x="566614" y="4410906"/>
                    <a:pt x="567139" y="4430245"/>
                    <a:pt x="570346" y="4449227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FC4C09AC-294F-4D1B-885D-4FF14D6066C1}"/>
                </a:ext>
              </a:extLst>
            </p:cNvPr>
            <p:cNvSpPr/>
            <p:nvPr/>
          </p:nvSpPr>
          <p:spPr>
            <a:xfrm>
              <a:off x="2887339" y="1216911"/>
              <a:ext cx="400727" cy="364159"/>
            </a:xfrm>
            <a:custGeom>
              <a:avLst/>
              <a:gdLst>
                <a:gd name="connsiteX0" fmla="*/ 331989 w 400727"/>
                <a:gd name="connsiteY0" fmla="*/ 245607 h 364159"/>
                <a:gd name="connsiteX1" fmla="*/ 348598 w 400727"/>
                <a:gd name="connsiteY1" fmla="*/ 363618 h 364159"/>
                <a:gd name="connsiteX2" fmla="*/ -45 w 400727"/>
                <a:gd name="connsiteY2" fmla="*/ 330036 h 364159"/>
                <a:gd name="connsiteX3" fmla="*/ 59907 w 400727"/>
                <a:gd name="connsiteY3" fmla="*/ 234024 h 364159"/>
                <a:gd name="connsiteX4" fmla="*/ 71344 w 400727"/>
                <a:gd name="connsiteY4" fmla="*/ 86511 h 364159"/>
                <a:gd name="connsiteX5" fmla="*/ 69888 w 400727"/>
                <a:gd name="connsiteY5" fmla="*/ 78352 h 364159"/>
                <a:gd name="connsiteX6" fmla="*/ 57431 w 400727"/>
                <a:gd name="connsiteY6" fmla="*/ 16068 h 364159"/>
                <a:gd name="connsiteX7" fmla="*/ 97642 w 400727"/>
                <a:gd name="connsiteY7" fmla="*/ 989 h 364159"/>
                <a:gd name="connsiteX8" fmla="*/ 253971 w 400727"/>
                <a:gd name="connsiteY8" fmla="*/ 21167 h 364159"/>
                <a:gd name="connsiteX9" fmla="*/ 400683 w 400727"/>
                <a:gd name="connsiteY9" fmla="*/ 52856 h 364159"/>
                <a:gd name="connsiteX10" fmla="*/ 343863 w 400727"/>
                <a:gd name="connsiteY10" fmla="*/ 169920 h 364159"/>
                <a:gd name="connsiteX11" fmla="*/ 331989 w 400727"/>
                <a:gd name="connsiteY11" fmla="*/ 245607 h 3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0727" h="364159">
                  <a:moveTo>
                    <a:pt x="331989" y="245607"/>
                  </a:moveTo>
                  <a:cubicBezTo>
                    <a:pt x="333009" y="285382"/>
                    <a:pt x="346486" y="323917"/>
                    <a:pt x="348598" y="363618"/>
                  </a:cubicBezTo>
                  <a:cubicBezTo>
                    <a:pt x="231461" y="369446"/>
                    <a:pt x="115927" y="312626"/>
                    <a:pt x="-45" y="330036"/>
                  </a:cubicBezTo>
                  <a:cubicBezTo>
                    <a:pt x="32371" y="309057"/>
                    <a:pt x="49710" y="271249"/>
                    <a:pt x="59907" y="234024"/>
                  </a:cubicBezTo>
                  <a:cubicBezTo>
                    <a:pt x="72902" y="186000"/>
                    <a:pt x="76782" y="135964"/>
                    <a:pt x="71344" y="86511"/>
                  </a:cubicBezTo>
                  <a:cubicBezTo>
                    <a:pt x="71033" y="83763"/>
                    <a:pt x="70547" y="81038"/>
                    <a:pt x="69888" y="78352"/>
                  </a:cubicBezTo>
                  <a:cubicBezTo>
                    <a:pt x="65589" y="58902"/>
                    <a:pt x="54444" y="31366"/>
                    <a:pt x="57431" y="16068"/>
                  </a:cubicBezTo>
                  <a:cubicBezTo>
                    <a:pt x="61365" y="-4183"/>
                    <a:pt x="80451" y="-176"/>
                    <a:pt x="97642" y="989"/>
                  </a:cubicBezTo>
                  <a:cubicBezTo>
                    <a:pt x="150068" y="4982"/>
                    <a:pt x="202249" y="11718"/>
                    <a:pt x="253971" y="21167"/>
                  </a:cubicBezTo>
                  <a:cubicBezTo>
                    <a:pt x="267447" y="23499"/>
                    <a:pt x="398716" y="56280"/>
                    <a:pt x="400683" y="52856"/>
                  </a:cubicBezTo>
                  <a:cubicBezTo>
                    <a:pt x="377674" y="89768"/>
                    <a:pt x="358628" y="129007"/>
                    <a:pt x="343863" y="169920"/>
                  </a:cubicBezTo>
                  <a:cubicBezTo>
                    <a:pt x="335668" y="194300"/>
                    <a:pt x="331654" y="219889"/>
                    <a:pt x="331989" y="245607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B33280C9-6E53-4544-8818-6ABBE7DB1CD9}"/>
                </a:ext>
              </a:extLst>
            </p:cNvPr>
            <p:cNvSpPr/>
            <p:nvPr/>
          </p:nvSpPr>
          <p:spPr>
            <a:xfrm>
              <a:off x="4141347" y="1093162"/>
              <a:ext cx="247553" cy="328030"/>
            </a:xfrm>
            <a:custGeom>
              <a:avLst/>
              <a:gdLst>
                <a:gd name="connsiteX0" fmla="*/ 236384 w 247553"/>
                <a:gd name="connsiteY0" fmla="*/ 246465 h 328030"/>
                <a:gd name="connsiteX1" fmla="*/ 200617 w 247553"/>
                <a:gd name="connsiteY1" fmla="*/ 282524 h 328030"/>
                <a:gd name="connsiteX2" fmla="*/ 173080 w 247553"/>
                <a:gd name="connsiteY2" fmla="*/ 303941 h 328030"/>
                <a:gd name="connsiteX3" fmla="*/ 114512 w 247553"/>
                <a:gd name="connsiteY3" fmla="*/ 327761 h 328030"/>
                <a:gd name="connsiteX4" fmla="*/ 10050 w 247553"/>
                <a:gd name="connsiteY4" fmla="*/ 289371 h 328030"/>
                <a:gd name="connsiteX5" fmla="*/ 70 w 247553"/>
                <a:gd name="connsiteY5" fmla="*/ 249379 h 328030"/>
                <a:gd name="connsiteX6" fmla="*/ 9685 w 247553"/>
                <a:gd name="connsiteY6" fmla="*/ 193432 h 328030"/>
                <a:gd name="connsiteX7" fmla="*/ 54850 w 247553"/>
                <a:gd name="connsiteY7" fmla="*/ 111699 h 328030"/>
                <a:gd name="connsiteX8" fmla="*/ 127478 w 247553"/>
                <a:gd name="connsiteY8" fmla="*/ 39071 h 328030"/>
                <a:gd name="connsiteX9" fmla="*/ 158364 w 247553"/>
                <a:gd name="connsiteY9" fmla="*/ 24866 h 328030"/>
                <a:gd name="connsiteX10" fmla="*/ 212927 w 247553"/>
                <a:gd name="connsiteY10" fmla="*/ 2503 h 328030"/>
                <a:gd name="connsiteX11" fmla="*/ 222833 w 247553"/>
                <a:gd name="connsiteY11" fmla="*/ -120 h 328030"/>
                <a:gd name="connsiteX12" fmla="*/ 231866 w 247553"/>
                <a:gd name="connsiteY12" fmla="*/ 34482 h 328030"/>
                <a:gd name="connsiteX13" fmla="*/ 167398 w 247553"/>
                <a:gd name="connsiteY13" fmla="*/ 93196 h 328030"/>
                <a:gd name="connsiteX14" fmla="*/ 206297 w 247553"/>
                <a:gd name="connsiteY14" fmla="*/ 123354 h 328030"/>
                <a:gd name="connsiteX15" fmla="*/ 211543 w 247553"/>
                <a:gd name="connsiteY15" fmla="*/ 135520 h 328030"/>
                <a:gd name="connsiteX16" fmla="*/ 229318 w 247553"/>
                <a:gd name="connsiteY16" fmla="*/ 140109 h 328030"/>
                <a:gd name="connsiteX17" fmla="*/ 235800 w 247553"/>
                <a:gd name="connsiteY17" fmla="*/ 170632 h 328030"/>
                <a:gd name="connsiteX18" fmla="*/ 245780 w 247553"/>
                <a:gd name="connsiteY18" fmla="*/ 198095 h 328030"/>
                <a:gd name="connsiteX19" fmla="*/ 236384 w 247553"/>
                <a:gd name="connsiteY19" fmla="*/ 246465 h 328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47553" h="328030">
                  <a:moveTo>
                    <a:pt x="236384" y="246465"/>
                  </a:moveTo>
                  <a:cubicBezTo>
                    <a:pt x="226320" y="260196"/>
                    <a:pt x="214265" y="272349"/>
                    <a:pt x="200617" y="282524"/>
                  </a:cubicBezTo>
                  <a:cubicBezTo>
                    <a:pt x="191728" y="289809"/>
                    <a:pt x="182622" y="297239"/>
                    <a:pt x="173080" y="303941"/>
                  </a:cubicBezTo>
                  <a:cubicBezTo>
                    <a:pt x="156086" y="317057"/>
                    <a:pt x="135837" y="325293"/>
                    <a:pt x="114512" y="327761"/>
                  </a:cubicBezTo>
                  <a:cubicBezTo>
                    <a:pt x="86611" y="329655"/>
                    <a:pt x="27387" y="313265"/>
                    <a:pt x="10050" y="289371"/>
                  </a:cubicBezTo>
                  <a:cubicBezTo>
                    <a:pt x="2741" y="277362"/>
                    <a:pt x="-740" y="263414"/>
                    <a:pt x="70" y="249379"/>
                  </a:cubicBezTo>
                  <a:cubicBezTo>
                    <a:pt x="361" y="230345"/>
                    <a:pt x="3605" y="211471"/>
                    <a:pt x="9685" y="193432"/>
                  </a:cubicBezTo>
                  <a:cubicBezTo>
                    <a:pt x="20552" y="164075"/>
                    <a:pt x="35778" y="136522"/>
                    <a:pt x="54850" y="111699"/>
                  </a:cubicBezTo>
                  <a:cubicBezTo>
                    <a:pt x="75028" y="83653"/>
                    <a:pt x="97465" y="56045"/>
                    <a:pt x="127478" y="39071"/>
                  </a:cubicBezTo>
                  <a:cubicBezTo>
                    <a:pt x="137478" y="33719"/>
                    <a:pt x="147792" y="28975"/>
                    <a:pt x="158364" y="24866"/>
                  </a:cubicBezTo>
                  <a:cubicBezTo>
                    <a:pt x="176577" y="17436"/>
                    <a:pt x="194716" y="9932"/>
                    <a:pt x="212927" y="2503"/>
                  </a:cubicBezTo>
                  <a:cubicBezTo>
                    <a:pt x="216026" y="988"/>
                    <a:pt x="219392" y="97"/>
                    <a:pt x="222833" y="-120"/>
                  </a:cubicBezTo>
                  <a:cubicBezTo>
                    <a:pt x="237476" y="25"/>
                    <a:pt x="240172" y="22389"/>
                    <a:pt x="231866" y="34482"/>
                  </a:cubicBezTo>
                  <a:cubicBezTo>
                    <a:pt x="215257" y="58812"/>
                    <a:pt x="177888" y="65587"/>
                    <a:pt x="167398" y="93196"/>
                  </a:cubicBezTo>
                  <a:cubicBezTo>
                    <a:pt x="185530" y="93757"/>
                    <a:pt x="201236" y="105934"/>
                    <a:pt x="206297" y="123354"/>
                  </a:cubicBezTo>
                  <a:cubicBezTo>
                    <a:pt x="206709" y="127864"/>
                    <a:pt x="208546" y="132125"/>
                    <a:pt x="211543" y="135520"/>
                  </a:cubicBezTo>
                  <a:cubicBezTo>
                    <a:pt x="216351" y="139381"/>
                    <a:pt x="223854" y="137195"/>
                    <a:pt x="229318" y="140109"/>
                  </a:cubicBezTo>
                  <a:cubicBezTo>
                    <a:pt x="239005" y="145281"/>
                    <a:pt x="234781" y="159705"/>
                    <a:pt x="235800" y="170632"/>
                  </a:cubicBezTo>
                  <a:cubicBezTo>
                    <a:pt x="238179" y="180103"/>
                    <a:pt x="241523" y="189306"/>
                    <a:pt x="245780" y="198095"/>
                  </a:cubicBezTo>
                  <a:cubicBezTo>
                    <a:pt x="249943" y="214815"/>
                    <a:pt x="246503" y="232519"/>
                    <a:pt x="236384" y="246465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0CF4E5A6-1BA1-4347-BC43-6034962CAAFE}"/>
                </a:ext>
              </a:extLst>
            </p:cNvPr>
            <p:cNvSpPr/>
            <p:nvPr/>
          </p:nvSpPr>
          <p:spPr>
            <a:xfrm>
              <a:off x="2763102" y="5142476"/>
              <a:ext cx="242428" cy="196149"/>
            </a:xfrm>
            <a:custGeom>
              <a:avLst/>
              <a:gdLst>
                <a:gd name="connsiteX0" fmla="*/ -45 w 242428"/>
                <a:gd name="connsiteY0" fmla="*/ 184990 h 196149"/>
                <a:gd name="connsiteX1" fmla="*/ 36294 w 242428"/>
                <a:gd name="connsiteY1" fmla="*/ 179502 h 196149"/>
                <a:gd name="connsiteX2" fmla="*/ 240613 w 242428"/>
                <a:gd name="connsiteY2" fmla="*/ 196030 h 196149"/>
                <a:gd name="connsiteX3" fmla="*/ 216299 w 242428"/>
                <a:gd name="connsiteY3" fmla="*/ 71594 h 196149"/>
                <a:gd name="connsiteX4" fmla="*/ 208206 w 242428"/>
                <a:gd name="connsiteY4" fmla="*/ 40131 h 196149"/>
                <a:gd name="connsiteX5" fmla="*/ 156434 w 242428"/>
                <a:gd name="connsiteY5" fmla="*/ 8883 h 196149"/>
                <a:gd name="connsiteX6" fmla="*/ 41493 w 242428"/>
                <a:gd name="connsiteY6" fmla="*/ 24640 h 196149"/>
                <a:gd name="connsiteX7" fmla="*/ -45 w 242428"/>
                <a:gd name="connsiteY7" fmla="*/ 184990 h 19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428" h="196149">
                  <a:moveTo>
                    <a:pt x="-45" y="184990"/>
                  </a:moveTo>
                  <a:cubicBezTo>
                    <a:pt x="8972" y="175980"/>
                    <a:pt x="23703" y="177511"/>
                    <a:pt x="36294" y="179502"/>
                  </a:cubicBezTo>
                  <a:cubicBezTo>
                    <a:pt x="103882" y="190188"/>
                    <a:pt x="172186" y="195713"/>
                    <a:pt x="240613" y="196030"/>
                  </a:cubicBezTo>
                  <a:cubicBezTo>
                    <a:pt x="249179" y="154196"/>
                    <a:pt x="224310" y="113537"/>
                    <a:pt x="216299" y="71594"/>
                  </a:cubicBezTo>
                  <a:cubicBezTo>
                    <a:pt x="215141" y="60769"/>
                    <a:pt x="212415" y="50171"/>
                    <a:pt x="208206" y="40131"/>
                  </a:cubicBezTo>
                  <a:cubicBezTo>
                    <a:pt x="198571" y="21643"/>
                    <a:pt x="176834" y="13186"/>
                    <a:pt x="156434" y="8883"/>
                  </a:cubicBezTo>
                  <a:cubicBezTo>
                    <a:pt x="119614" y="1117"/>
                    <a:pt x="62057" y="-12587"/>
                    <a:pt x="41493" y="24640"/>
                  </a:cubicBezTo>
                  <a:cubicBezTo>
                    <a:pt x="16818" y="69307"/>
                    <a:pt x="8924" y="135279"/>
                    <a:pt x="-45" y="184990"/>
                  </a:cubicBezTo>
                  <a:close/>
                </a:path>
              </a:pathLst>
            </a:custGeom>
            <a:solidFill>
              <a:srgbClr val="6561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699BF4AC-B819-4A28-B521-EEDB662CF7A4}"/>
                </a:ext>
              </a:extLst>
            </p:cNvPr>
            <p:cNvSpPr/>
            <p:nvPr/>
          </p:nvSpPr>
          <p:spPr>
            <a:xfrm>
              <a:off x="3070415" y="4969907"/>
              <a:ext cx="480833" cy="300051"/>
            </a:xfrm>
            <a:custGeom>
              <a:avLst/>
              <a:gdLst>
                <a:gd name="connsiteX0" fmla="*/ 441245 w 480833"/>
                <a:gd name="connsiteY0" fmla="*/ 199544 h 300051"/>
                <a:gd name="connsiteX1" fmla="*/ 345671 w 480833"/>
                <a:gd name="connsiteY1" fmla="*/ 228682 h 300051"/>
                <a:gd name="connsiteX2" fmla="*/ 247692 w 480833"/>
                <a:gd name="connsiteY2" fmla="*/ 251046 h 300051"/>
                <a:gd name="connsiteX3" fmla="*/ 172004 w 480833"/>
                <a:gd name="connsiteY3" fmla="*/ 294317 h 300051"/>
                <a:gd name="connsiteX4" fmla="*/ 93403 w 480833"/>
                <a:gd name="connsiteY4" fmla="*/ 295555 h 300051"/>
                <a:gd name="connsiteX5" fmla="*/ 12545 w 480833"/>
                <a:gd name="connsiteY5" fmla="*/ 251629 h 300051"/>
                <a:gd name="connsiteX6" fmla="*/ 1253 w 480833"/>
                <a:gd name="connsiteY6" fmla="*/ 169531 h 300051"/>
                <a:gd name="connsiteX7" fmla="*/ 8319 w 480833"/>
                <a:gd name="connsiteY7" fmla="*/ 74321 h 300051"/>
                <a:gd name="connsiteX8" fmla="*/ 14220 w 480833"/>
                <a:gd name="connsiteY8" fmla="*/ 51301 h 300051"/>
                <a:gd name="connsiteX9" fmla="*/ 120429 w 480833"/>
                <a:gd name="connsiteY9" fmla="*/ 64924 h 300051"/>
                <a:gd name="connsiteX10" fmla="*/ 249731 w 480833"/>
                <a:gd name="connsiteY10" fmla="*/ 9123 h 300051"/>
                <a:gd name="connsiteX11" fmla="*/ 259784 w 480833"/>
                <a:gd name="connsiteY11" fmla="*/ 1547 h 300051"/>
                <a:gd name="connsiteX12" fmla="*/ 297883 w 480833"/>
                <a:gd name="connsiteY12" fmla="*/ 16117 h 300051"/>
                <a:gd name="connsiteX13" fmla="*/ 301817 w 480833"/>
                <a:gd name="connsiteY13" fmla="*/ 19322 h 300051"/>
                <a:gd name="connsiteX14" fmla="*/ 398484 w 480833"/>
                <a:gd name="connsiteY14" fmla="*/ 53778 h 300051"/>
                <a:gd name="connsiteX15" fmla="*/ 478032 w 480833"/>
                <a:gd name="connsiteY15" fmla="*/ 112857 h 300051"/>
                <a:gd name="connsiteX16" fmla="*/ 479634 w 480833"/>
                <a:gd name="connsiteY16" fmla="*/ 119194 h 300051"/>
                <a:gd name="connsiteX17" fmla="*/ 441245 w 480833"/>
                <a:gd name="connsiteY17" fmla="*/ 199544 h 3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0833" h="300051">
                  <a:moveTo>
                    <a:pt x="441245" y="199544"/>
                  </a:moveTo>
                  <a:cubicBezTo>
                    <a:pt x="413491" y="218484"/>
                    <a:pt x="379035" y="224385"/>
                    <a:pt x="345671" y="228682"/>
                  </a:cubicBezTo>
                  <a:cubicBezTo>
                    <a:pt x="312233" y="232907"/>
                    <a:pt x="277923" y="236186"/>
                    <a:pt x="247692" y="251046"/>
                  </a:cubicBezTo>
                  <a:cubicBezTo>
                    <a:pt x="221613" y="263940"/>
                    <a:pt x="199614" y="285065"/>
                    <a:pt x="172004" y="294317"/>
                  </a:cubicBezTo>
                  <a:cubicBezTo>
                    <a:pt x="146329" y="301358"/>
                    <a:pt x="119288" y="301784"/>
                    <a:pt x="93403" y="295555"/>
                  </a:cubicBezTo>
                  <a:cubicBezTo>
                    <a:pt x="62371" y="289727"/>
                    <a:pt x="29299" y="278436"/>
                    <a:pt x="12545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7"/>
                    <a:pt x="8319" y="74321"/>
                  </a:cubicBezTo>
                  <a:cubicBezTo>
                    <a:pt x="8204" y="66260"/>
                    <a:pt x="10241" y="58313"/>
                    <a:pt x="14220" y="51301"/>
                  </a:cubicBezTo>
                  <a:cubicBezTo>
                    <a:pt x="36656" y="18594"/>
                    <a:pt x="91218" y="64997"/>
                    <a:pt x="120429" y="64924"/>
                  </a:cubicBezTo>
                  <a:cubicBezTo>
                    <a:pt x="166687" y="64851"/>
                    <a:pt x="216368" y="39792"/>
                    <a:pt x="249731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7"/>
                  </a:cubicBezTo>
                  <a:cubicBezTo>
                    <a:pt x="299194" y="17210"/>
                    <a:pt x="300505" y="18302"/>
                    <a:pt x="301817" y="19322"/>
                  </a:cubicBezTo>
                  <a:cubicBezTo>
                    <a:pt x="328842" y="40739"/>
                    <a:pt x="365120" y="45109"/>
                    <a:pt x="398484" y="53778"/>
                  </a:cubicBezTo>
                  <a:cubicBezTo>
                    <a:pt x="431920" y="62447"/>
                    <a:pt x="467688" y="79930"/>
                    <a:pt x="478032" y="112857"/>
                  </a:cubicBezTo>
                  <a:cubicBezTo>
                    <a:pt x="478702" y="114932"/>
                    <a:pt x="479238" y="117049"/>
                    <a:pt x="479634" y="119194"/>
                  </a:cubicBezTo>
                  <a:cubicBezTo>
                    <a:pt x="485682" y="149498"/>
                    <a:pt x="467251" y="181769"/>
                    <a:pt x="441245" y="199544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9A3F6AB8-3D6E-4EB9-B97B-6F683413DB67}"/>
                </a:ext>
              </a:extLst>
            </p:cNvPr>
            <p:cNvSpPr/>
            <p:nvPr/>
          </p:nvSpPr>
          <p:spPr>
            <a:xfrm>
              <a:off x="3070415" y="4969907"/>
              <a:ext cx="480833" cy="300051"/>
            </a:xfrm>
            <a:custGeom>
              <a:avLst/>
              <a:gdLst>
                <a:gd name="connsiteX0" fmla="*/ 441245 w 480833"/>
                <a:gd name="connsiteY0" fmla="*/ 199544 h 300051"/>
                <a:gd name="connsiteX1" fmla="*/ 345671 w 480833"/>
                <a:gd name="connsiteY1" fmla="*/ 228682 h 300051"/>
                <a:gd name="connsiteX2" fmla="*/ 247692 w 480833"/>
                <a:gd name="connsiteY2" fmla="*/ 251046 h 300051"/>
                <a:gd name="connsiteX3" fmla="*/ 172004 w 480833"/>
                <a:gd name="connsiteY3" fmla="*/ 294317 h 300051"/>
                <a:gd name="connsiteX4" fmla="*/ 93403 w 480833"/>
                <a:gd name="connsiteY4" fmla="*/ 295555 h 300051"/>
                <a:gd name="connsiteX5" fmla="*/ 12545 w 480833"/>
                <a:gd name="connsiteY5" fmla="*/ 251629 h 300051"/>
                <a:gd name="connsiteX6" fmla="*/ 1253 w 480833"/>
                <a:gd name="connsiteY6" fmla="*/ 169531 h 300051"/>
                <a:gd name="connsiteX7" fmla="*/ 8319 w 480833"/>
                <a:gd name="connsiteY7" fmla="*/ 74321 h 300051"/>
                <a:gd name="connsiteX8" fmla="*/ 14220 w 480833"/>
                <a:gd name="connsiteY8" fmla="*/ 51301 h 300051"/>
                <a:gd name="connsiteX9" fmla="*/ 120429 w 480833"/>
                <a:gd name="connsiteY9" fmla="*/ 64924 h 300051"/>
                <a:gd name="connsiteX10" fmla="*/ 249731 w 480833"/>
                <a:gd name="connsiteY10" fmla="*/ 9123 h 300051"/>
                <a:gd name="connsiteX11" fmla="*/ 259784 w 480833"/>
                <a:gd name="connsiteY11" fmla="*/ 1547 h 300051"/>
                <a:gd name="connsiteX12" fmla="*/ 297883 w 480833"/>
                <a:gd name="connsiteY12" fmla="*/ 16117 h 300051"/>
                <a:gd name="connsiteX13" fmla="*/ 301817 w 480833"/>
                <a:gd name="connsiteY13" fmla="*/ 19322 h 300051"/>
                <a:gd name="connsiteX14" fmla="*/ 398484 w 480833"/>
                <a:gd name="connsiteY14" fmla="*/ 53778 h 300051"/>
                <a:gd name="connsiteX15" fmla="*/ 478032 w 480833"/>
                <a:gd name="connsiteY15" fmla="*/ 112857 h 300051"/>
                <a:gd name="connsiteX16" fmla="*/ 479634 w 480833"/>
                <a:gd name="connsiteY16" fmla="*/ 119194 h 300051"/>
                <a:gd name="connsiteX17" fmla="*/ 441245 w 480833"/>
                <a:gd name="connsiteY17" fmla="*/ 199544 h 3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0833" h="300051">
                  <a:moveTo>
                    <a:pt x="441245" y="199544"/>
                  </a:moveTo>
                  <a:cubicBezTo>
                    <a:pt x="413491" y="218484"/>
                    <a:pt x="379035" y="224385"/>
                    <a:pt x="345671" y="228682"/>
                  </a:cubicBezTo>
                  <a:cubicBezTo>
                    <a:pt x="312233" y="232907"/>
                    <a:pt x="277923" y="236186"/>
                    <a:pt x="247692" y="251046"/>
                  </a:cubicBezTo>
                  <a:cubicBezTo>
                    <a:pt x="221613" y="263940"/>
                    <a:pt x="199614" y="285065"/>
                    <a:pt x="172004" y="294317"/>
                  </a:cubicBezTo>
                  <a:cubicBezTo>
                    <a:pt x="146329" y="301358"/>
                    <a:pt x="119288" y="301784"/>
                    <a:pt x="93403" y="295555"/>
                  </a:cubicBezTo>
                  <a:cubicBezTo>
                    <a:pt x="62371" y="289727"/>
                    <a:pt x="29299" y="278436"/>
                    <a:pt x="12545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7"/>
                    <a:pt x="8319" y="74321"/>
                  </a:cubicBezTo>
                  <a:cubicBezTo>
                    <a:pt x="8204" y="66260"/>
                    <a:pt x="10241" y="58313"/>
                    <a:pt x="14220" y="51301"/>
                  </a:cubicBezTo>
                  <a:cubicBezTo>
                    <a:pt x="36656" y="18594"/>
                    <a:pt x="91218" y="64997"/>
                    <a:pt x="120429" y="64924"/>
                  </a:cubicBezTo>
                  <a:cubicBezTo>
                    <a:pt x="166687" y="64851"/>
                    <a:pt x="216368" y="39792"/>
                    <a:pt x="249731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7"/>
                  </a:cubicBezTo>
                  <a:cubicBezTo>
                    <a:pt x="299194" y="17210"/>
                    <a:pt x="300505" y="18302"/>
                    <a:pt x="301817" y="19322"/>
                  </a:cubicBezTo>
                  <a:cubicBezTo>
                    <a:pt x="328842" y="40739"/>
                    <a:pt x="365120" y="45109"/>
                    <a:pt x="398484" y="53778"/>
                  </a:cubicBezTo>
                  <a:cubicBezTo>
                    <a:pt x="431920" y="62447"/>
                    <a:pt x="467688" y="79930"/>
                    <a:pt x="478032" y="112857"/>
                  </a:cubicBezTo>
                  <a:cubicBezTo>
                    <a:pt x="478702" y="114932"/>
                    <a:pt x="479238" y="117049"/>
                    <a:pt x="479634" y="119194"/>
                  </a:cubicBezTo>
                  <a:cubicBezTo>
                    <a:pt x="485682" y="149498"/>
                    <a:pt x="467251" y="181769"/>
                    <a:pt x="441245" y="199544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E850FEB0-0ED2-461D-B0BE-B565221ED381}"/>
                </a:ext>
              </a:extLst>
            </p:cNvPr>
            <p:cNvSpPr/>
            <p:nvPr/>
          </p:nvSpPr>
          <p:spPr>
            <a:xfrm>
              <a:off x="3070415" y="4969907"/>
              <a:ext cx="483817" cy="310713"/>
            </a:xfrm>
            <a:custGeom>
              <a:avLst/>
              <a:gdLst>
                <a:gd name="connsiteX0" fmla="*/ 441245 w 483817"/>
                <a:gd name="connsiteY0" fmla="*/ 210205 h 310713"/>
                <a:gd name="connsiteX1" fmla="*/ 345671 w 483817"/>
                <a:gd name="connsiteY1" fmla="*/ 239344 h 310713"/>
                <a:gd name="connsiteX2" fmla="*/ 247692 w 483817"/>
                <a:gd name="connsiteY2" fmla="*/ 261708 h 310713"/>
                <a:gd name="connsiteX3" fmla="*/ 172004 w 483817"/>
                <a:gd name="connsiteY3" fmla="*/ 304978 h 310713"/>
                <a:gd name="connsiteX4" fmla="*/ 93403 w 483817"/>
                <a:gd name="connsiteY4" fmla="*/ 306217 h 310713"/>
                <a:gd name="connsiteX5" fmla="*/ 12544 w 483817"/>
                <a:gd name="connsiteY5" fmla="*/ 251629 h 310713"/>
                <a:gd name="connsiteX6" fmla="*/ 1253 w 483817"/>
                <a:gd name="connsiteY6" fmla="*/ 169531 h 310713"/>
                <a:gd name="connsiteX7" fmla="*/ 8319 w 483817"/>
                <a:gd name="connsiteY7" fmla="*/ 74321 h 310713"/>
                <a:gd name="connsiteX8" fmla="*/ 14220 w 483817"/>
                <a:gd name="connsiteY8" fmla="*/ 51301 h 310713"/>
                <a:gd name="connsiteX9" fmla="*/ 120430 w 483817"/>
                <a:gd name="connsiteY9" fmla="*/ 64924 h 310713"/>
                <a:gd name="connsiteX10" fmla="*/ 249732 w 483817"/>
                <a:gd name="connsiteY10" fmla="*/ 9123 h 310713"/>
                <a:gd name="connsiteX11" fmla="*/ 259784 w 483817"/>
                <a:gd name="connsiteY11" fmla="*/ 1547 h 310713"/>
                <a:gd name="connsiteX12" fmla="*/ 297883 w 483817"/>
                <a:gd name="connsiteY12" fmla="*/ 16116 h 310713"/>
                <a:gd name="connsiteX13" fmla="*/ 265393 w 483817"/>
                <a:gd name="connsiteY13" fmla="*/ 83280 h 310713"/>
                <a:gd name="connsiteX14" fmla="*/ 163482 w 483817"/>
                <a:gd name="connsiteY14" fmla="*/ 147021 h 310713"/>
                <a:gd name="connsiteX15" fmla="*/ 101562 w 483817"/>
                <a:gd name="connsiteY15" fmla="*/ 149790 h 310713"/>
                <a:gd name="connsiteX16" fmla="*/ 70019 w 483817"/>
                <a:gd name="connsiteY16" fmla="*/ 195027 h 310713"/>
                <a:gd name="connsiteX17" fmla="*/ 121595 w 483817"/>
                <a:gd name="connsiteY17" fmla="*/ 219212 h 310713"/>
                <a:gd name="connsiteX18" fmla="*/ 205660 w 483817"/>
                <a:gd name="connsiteY18" fmla="*/ 213312 h 310713"/>
                <a:gd name="connsiteX19" fmla="*/ 253010 w 483817"/>
                <a:gd name="connsiteY19" fmla="*/ 192186 h 310713"/>
                <a:gd name="connsiteX20" fmla="*/ 462516 w 483817"/>
                <a:gd name="connsiteY20" fmla="*/ 132307 h 310713"/>
                <a:gd name="connsiteX21" fmla="*/ 479634 w 483817"/>
                <a:gd name="connsiteY21" fmla="*/ 119194 h 310713"/>
                <a:gd name="connsiteX22" fmla="*/ 441245 w 483817"/>
                <a:gd name="connsiteY22" fmla="*/ 210205 h 3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3817" h="310713">
                  <a:moveTo>
                    <a:pt x="441245" y="210205"/>
                  </a:moveTo>
                  <a:cubicBezTo>
                    <a:pt x="413491" y="229146"/>
                    <a:pt x="379035" y="235047"/>
                    <a:pt x="345671" y="239344"/>
                  </a:cubicBezTo>
                  <a:cubicBezTo>
                    <a:pt x="312234" y="243569"/>
                    <a:pt x="277923" y="246847"/>
                    <a:pt x="247692" y="261708"/>
                  </a:cubicBezTo>
                  <a:cubicBezTo>
                    <a:pt x="221613" y="274602"/>
                    <a:pt x="199614" y="295727"/>
                    <a:pt x="172004" y="304978"/>
                  </a:cubicBezTo>
                  <a:cubicBezTo>
                    <a:pt x="146329" y="312020"/>
                    <a:pt x="119288" y="312446"/>
                    <a:pt x="93403" y="306217"/>
                  </a:cubicBezTo>
                  <a:cubicBezTo>
                    <a:pt x="60376" y="299230"/>
                    <a:pt x="31372" y="279649"/>
                    <a:pt x="12544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6"/>
                    <a:pt x="8319" y="74321"/>
                  </a:cubicBezTo>
                  <a:cubicBezTo>
                    <a:pt x="8204" y="66260"/>
                    <a:pt x="10241" y="58314"/>
                    <a:pt x="14220" y="51301"/>
                  </a:cubicBezTo>
                  <a:cubicBezTo>
                    <a:pt x="36656" y="18593"/>
                    <a:pt x="91219" y="64996"/>
                    <a:pt x="120430" y="64924"/>
                  </a:cubicBezTo>
                  <a:cubicBezTo>
                    <a:pt x="166687" y="64851"/>
                    <a:pt x="216368" y="39792"/>
                    <a:pt x="249732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6"/>
                  </a:cubicBezTo>
                  <a:cubicBezTo>
                    <a:pt x="290170" y="39882"/>
                    <a:pt x="279238" y="62480"/>
                    <a:pt x="265393" y="83280"/>
                  </a:cubicBezTo>
                  <a:cubicBezTo>
                    <a:pt x="242759" y="118795"/>
                    <a:pt x="205320" y="142212"/>
                    <a:pt x="163482" y="147021"/>
                  </a:cubicBezTo>
                  <a:cubicBezTo>
                    <a:pt x="142793" y="148551"/>
                    <a:pt x="121595" y="144472"/>
                    <a:pt x="101562" y="149790"/>
                  </a:cubicBezTo>
                  <a:cubicBezTo>
                    <a:pt x="81602" y="155108"/>
                    <a:pt x="62953" y="175577"/>
                    <a:pt x="70019" y="195027"/>
                  </a:cubicBezTo>
                  <a:cubicBezTo>
                    <a:pt x="76939" y="213967"/>
                    <a:pt x="101417" y="218119"/>
                    <a:pt x="121595" y="219212"/>
                  </a:cubicBezTo>
                  <a:cubicBezTo>
                    <a:pt x="149859" y="220742"/>
                    <a:pt x="178852" y="222126"/>
                    <a:pt x="205660" y="213312"/>
                  </a:cubicBezTo>
                  <a:cubicBezTo>
                    <a:pt x="222051" y="207848"/>
                    <a:pt x="237056" y="198815"/>
                    <a:pt x="253010" y="192186"/>
                  </a:cubicBezTo>
                  <a:cubicBezTo>
                    <a:pt x="320830" y="164067"/>
                    <a:pt x="406497" y="179802"/>
                    <a:pt x="462516" y="132307"/>
                  </a:cubicBezTo>
                  <a:cubicBezTo>
                    <a:pt x="467830" y="127447"/>
                    <a:pt x="473558" y="123060"/>
                    <a:pt x="479634" y="119194"/>
                  </a:cubicBezTo>
                  <a:cubicBezTo>
                    <a:pt x="494301" y="149898"/>
                    <a:pt x="467251" y="192431"/>
                    <a:pt x="441245" y="210205"/>
                  </a:cubicBezTo>
                  <a:close/>
                </a:path>
              </a:pathLst>
            </a:custGeom>
            <a:solidFill>
              <a:srgbClr val="E8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11D2C3FD-D968-41E9-AFDB-0B1092232E1C}"/>
                </a:ext>
              </a:extLst>
            </p:cNvPr>
            <p:cNvSpPr/>
            <p:nvPr/>
          </p:nvSpPr>
          <p:spPr>
            <a:xfrm>
              <a:off x="3070415" y="4969907"/>
              <a:ext cx="483817" cy="310713"/>
            </a:xfrm>
            <a:custGeom>
              <a:avLst/>
              <a:gdLst>
                <a:gd name="connsiteX0" fmla="*/ 441245 w 483817"/>
                <a:gd name="connsiteY0" fmla="*/ 210205 h 310713"/>
                <a:gd name="connsiteX1" fmla="*/ 345671 w 483817"/>
                <a:gd name="connsiteY1" fmla="*/ 239344 h 310713"/>
                <a:gd name="connsiteX2" fmla="*/ 247692 w 483817"/>
                <a:gd name="connsiteY2" fmla="*/ 261708 h 310713"/>
                <a:gd name="connsiteX3" fmla="*/ 172004 w 483817"/>
                <a:gd name="connsiteY3" fmla="*/ 304978 h 310713"/>
                <a:gd name="connsiteX4" fmla="*/ 93403 w 483817"/>
                <a:gd name="connsiteY4" fmla="*/ 306217 h 310713"/>
                <a:gd name="connsiteX5" fmla="*/ 12544 w 483817"/>
                <a:gd name="connsiteY5" fmla="*/ 251629 h 310713"/>
                <a:gd name="connsiteX6" fmla="*/ 1253 w 483817"/>
                <a:gd name="connsiteY6" fmla="*/ 169531 h 310713"/>
                <a:gd name="connsiteX7" fmla="*/ 8319 w 483817"/>
                <a:gd name="connsiteY7" fmla="*/ 74321 h 310713"/>
                <a:gd name="connsiteX8" fmla="*/ 14220 w 483817"/>
                <a:gd name="connsiteY8" fmla="*/ 51301 h 310713"/>
                <a:gd name="connsiteX9" fmla="*/ 120430 w 483817"/>
                <a:gd name="connsiteY9" fmla="*/ 64924 h 310713"/>
                <a:gd name="connsiteX10" fmla="*/ 249732 w 483817"/>
                <a:gd name="connsiteY10" fmla="*/ 9123 h 310713"/>
                <a:gd name="connsiteX11" fmla="*/ 259784 w 483817"/>
                <a:gd name="connsiteY11" fmla="*/ 1547 h 310713"/>
                <a:gd name="connsiteX12" fmla="*/ 297883 w 483817"/>
                <a:gd name="connsiteY12" fmla="*/ 16116 h 310713"/>
                <a:gd name="connsiteX13" fmla="*/ 265393 w 483817"/>
                <a:gd name="connsiteY13" fmla="*/ 83280 h 310713"/>
                <a:gd name="connsiteX14" fmla="*/ 163482 w 483817"/>
                <a:gd name="connsiteY14" fmla="*/ 147021 h 310713"/>
                <a:gd name="connsiteX15" fmla="*/ 101562 w 483817"/>
                <a:gd name="connsiteY15" fmla="*/ 149790 h 310713"/>
                <a:gd name="connsiteX16" fmla="*/ 70019 w 483817"/>
                <a:gd name="connsiteY16" fmla="*/ 195027 h 310713"/>
                <a:gd name="connsiteX17" fmla="*/ 121595 w 483817"/>
                <a:gd name="connsiteY17" fmla="*/ 219212 h 310713"/>
                <a:gd name="connsiteX18" fmla="*/ 205660 w 483817"/>
                <a:gd name="connsiteY18" fmla="*/ 213312 h 310713"/>
                <a:gd name="connsiteX19" fmla="*/ 253010 w 483817"/>
                <a:gd name="connsiteY19" fmla="*/ 192186 h 310713"/>
                <a:gd name="connsiteX20" fmla="*/ 462516 w 483817"/>
                <a:gd name="connsiteY20" fmla="*/ 132307 h 310713"/>
                <a:gd name="connsiteX21" fmla="*/ 479634 w 483817"/>
                <a:gd name="connsiteY21" fmla="*/ 119194 h 310713"/>
                <a:gd name="connsiteX22" fmla="*/ 441245 w 483817"/>
                <a:gd name="connsiteY22" fmla="*/ 210205 h 3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3817" h="310713">
                  <a:moveTo>
                    <a:pt x="441245" y="210205"/>
                  </a:moveTo>
                  <a:cubicBezTo>
                    <a:pt x="413491" y="229146"/>
                    <a:pt x="379035" y="235047"/>
                    <a:pt x="345671" y="239344"/>
                  </a:cubicBezTo>
                  <a:cubicBezTo>
                    <a:pt x="312234" y="243569"/>
                    <a:pt x="277923" y="246847"/>
                    <a:pt x="247692" y="261708"/>
                  </a:cubicBezTo>
                  <a:cubicBezTo>
                    <a:pt x="221613" y="274602"/>
                    <a:pt x="199614" y="295727"/>
                    <a:pt x="172004" y="304978"/>
                  </a:cubicBezTo>
                  <a:cubicBezTo>
                    <a:pt x="146329" y="312020"/>
                    <a:pt x="119288" y="312446"/>
                    <a:pt x="93403" y="306217"/>
                  </a:cubicBezTo>
                  <a:cubicBezTo>
                    <a:pt x="60376" y="299230"/>
                    <a:pt x="31372" y="279649"/>
                    <a:pt x="12544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6"/>
                    <a:pt x="8319" y="74321"/>
                  </a:cubicBezTo>
                  <a:cubicBezTo>
                    <a:pt x="8204" y="66260"/>
                    <a:pt x="10241" y="58314"/>
                    <a:pt x="14220" y="51301"/>
                  </a:cubicBezTo>
                  <a:cubicBezTo>
                    <a:pt x="36656" y="18593"/>
                    <a:pt x="91219" y="64996"/>
                    <a:pt x="120430" y="64924"/>
                  </a:cubicBezTo>
                  <a:cubicBezTo>
                    <a:pt x="166687" y="64851"/>
                    <a:pt x="216368" y="39792"/>
                    <a:pt x="249732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6"/>
                  </a:cubicBezTo>
                  <a:cubicBezTo>
                    <a:pt x="290170" y="39882"/>
                    <a:pt x="279238" y="62480"/>
                    <a:pt x="265393" y="83280"/>
                  </a:cubicBezTo>
                  <a:cubicBezTo>
                    <a:pt x="242759" y="118795"/>
                    <a:pt x="205320" y="142212"/>
                    <a:pt x="163482" y="147021"/>
                  </a:cubicBezTo>
                  <a:cubicBezTo>
                    <a:pt x="142793" y="148551"/>
                    <a:pt x="121595" y="144472"/>
                    <a:pt x="101562" y="149790"/>
                  </a:cubicBezTo>
                  <a:cubicBezTo>
                    <a:pt x="81602" y="155108"/>
                    <a:pt x="62953" y="175577"/>
                    <a:pt x="70019" y="195027"/>
                  </a:cubicBezTo>
                  <a:cubicBezTo>
                    <a:pt x="76939" y="213967"/>
                    <a:pt x="101417" y="218119"/>
                    <a:pt x="121595" y="219212"/>
                  </a:cubicBezTo>
                  <a:cubicBezTo>
                    <a:pt x="149859" y="220742"/>
                    <a:pt x="178852" y="222126"/>
                    <a:pt x="205660" y="213312"/>
                  </a:cubicBezTo>
                  <a:cubicBezTo>
                    <a:pt x="222051" y="207848"/>
                    <a:pt x="237056" y="198815"/>
                    <a:pt x="253010" y="192186"/>
                  </a:cubicBezTo>
                  <a:cubicBezTo>
                    <a:pt x="320830" y="164067"/>
                    <a:pt x="406497" y="179802"/>
                    <a:pt x="462516" y="132307"/>
                  </a:cubicBezTo>
                  <a:cubicBezTo>
                    <a:pt x="467830" y="127447"/>
                    <a:pt x="473558" y="123060"/>
                    <a:pt x="479634" y="119194"/>
                  </a:cubicBezTo>
                  <a:cubicBezTo>
                    <a:pt x="494301" y="149898"/>
                    <a:pt x="467251" y="192431"/>
                    <a:pt x="441245" y="210205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1163DAF1-3E58-4534-B0EE-859D285F0257}"/>
                </a:ext>
              </a:extLst>
            </p:cNvPr>
            <p:cNvSpPr/>
            <p:nvPr/>
          </p:nvSpPr>
          <p:spPr>
            <a:xfrm>
              <a:off x="2767389" y="2982388"/>
              <a:ext cx="783410" cy="2077996"/>
            </a:xfrm>
            <a:custGeom>
              <a:avLst/>
              <a:gdLst>
                <a:gd name="connsiteX0" fmla="*/ 8352 w 783410"/>
                <a:gd name="connsiteY0" fmla="*/ 122376 h 2077996"/>
                <a:gd name="connsiteX1" fmla="*/ 65510 w 783410"/>
                <a:gd name="connsiteY1" fmla="*/ 430087 h 2077996"/>
                <a:gd name="connsiteX2" fmla="*/ 111968 w 783410"/>
                <a:gd name="connsiteY2" fmla="*/ 504580 h 2077996"/>
                <a:gd name="connsiteX3" fmla="*/ 130098 w 783410"/>
                <a:gd name="connsiteY3" fmla="*/ 563613 h 2077996"/>
                <a:gd name="connsiteX4" fmla="*/ 181583 w 783410"/>
                <a:gd name="connsiteY4" fmla="*/ 776720 h 2077996"/>
                <a:gd name="connsiteX5" fmla="*/ 205308 w 783410"/>
                <a:gd name="connsiteY5" fmla="*/ 951933 h 2077996"/>
                <a:gd name="connsiteX6" fmla="*/ 217383 w 783410"/>
                <a:gd name="connsiteY6" fmla="*/ 1071851 h 2077996"/>
                <a:gd name="connsiteX7" fmla="*/ 232700 w 783410"/>
                <a:gd name="connsiteY7" fmla="*/ 1092867 h 2077996"/>
                <a:gd name="connsiteX8" fmla="*/ 232952 w 783410"/>
                <a:gd name="connsiteY8" fmla="*/ 1120560 h 2077996"/>
                <a:gd name="connsiteX9" fmla="*/ 234639 w 783410"/>
                <a:gd name="connsiteY9" fmla="*/ 1586713 h 2077996"/>
                <a:gd name="connsiteX10" fmla="*/ 315977 w 783410"/>
                <a:gd name="connsiteY10" fmla="*/ 2010202 h 2077996"/>
                <a:gd name="connsiteX11" fmla="*/ 338500 w 783410"/>
                <a:gd name="connsiteY11" fmla="*/ 2057167 h 2077996"/>
                <a:gd name="connsiteX12" fmla="*/ 372270 w 783410"/>
                <a:gd name="connsiteY12" fmla="*/ 2073214 h 2077996"/>
                <a:gd name="connsiteX13" fmla="*/ 531966 w 783410"/>
                <a:gd name="connsiteY13" fmla="*/ 2047940 h 2077996"/>
                <a:gd name="connsiteX14" fmla="*/ 601698 w 783410"/>
                <a:gd name="connsiteY14" fmla="*/ 1964765 h 2077996"/>
                <a:gd name="connsiteX15" fmla="*/ 582321 w 783410"/>
                <a:gd name="connsiteY15" fmla="*/ 1913544 h 2077996"/>
                <a:gd name="connsiteX16" fmla="*/ 563101 w 783410"/>
                <a:gd name="connsiteY16" fmla="*/ 1807696 h 2077996"/>
                <a:gd name="connsiteX17" fmla="*/ 504784 w 783410"/>
                <a:gd name="connsiteY17" fmla="*/ 1542981 h 2077996"/>
                <a:gd name="connsiteX18" fmla="*/ 487319 w 783410"/>
                <a:gd name="connsiteY18" fmla="*/ 1274398 h 2077996"/>
                <a:gd name="connsiteX19" fmla="*/ 660111 w 783410"/>
                <a:gd name="connsiteY19" fmla="*/ 742829 h 2077996"/>
                <a:gd name="connsiteX20" fmla="*/ 675937 w 783410"/>
                <a:gd name="connsiteY20" fmla="*/ 719025 h 2077996"/>
                <a:gd name="connsiteX21" fmla="*/ 698339 w 783410"/>
                <a:gd name="connsiteY21" fmla="*/ 703733 h 2077996"/>
                <a:gd name="connsiteX22" fmla="*/ 708587 w 783410"/>
                <a:gd name="connsiteY22" fmla="*/ 675866 h 2077996"/>
                <a:gd name="connsiteX23" fmla="*/ 755048 w 783410"/>
                <a:gd name="connsiteY23" fmla="*/ 602438 h 2077996"/>
                <a:gd name="connsiteX24" fmla="*/ 780362 w 783410"/>
                <a:gd name="connsiteY24" fmla="*/ 386863 h 2077996"/>
                <a:gd name="connsiteX25" fmla="*/ 777525 w 783410"/>
                <a:gd name="connsiteY25" fmla="*/ 172621 h 2077996"/>
                <a:gd name="connsiteX26" fmla="*/ 657355 w 783410"/>
                <a:gd name="connsiteY26" fmla="*/ 7826 h 2077996"/>
                <a:gd name="connsiteX27" fmla="*/ 551970 w 783410"/>
                <a:gd name="connsiteY27" fmla="*/ 2848 h 2077996"/>
                <a:gd name="connsiteX28" fmla="*/ 8352 w 783410"/>
                <a:gd name="connsiteY28" fmla="*/ 122376 h 207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3410" h="2077996">
                  <a:moveTo>
                    <a:pt x="8352" y="122376"/>
                  </a:moveTo>
                  <a:cubicBezTo>
                    <a:pt x="-13266" y="228477"/>
                    <a:pt x="7232" y="338827"/>
                    <a:pt x="65510" y="430087"/>
                  </a:cubicBezTo>
                  <a:cubicBezTo>
                    <a:pt x="81401" y="454708"/>
                    <a:pt x="100022" y="477822"/>
                    <a:pt x="111968" y="504580"/>
                  </a:cubicBezTo>
                  <a:cubicBezTo>
                    <a:pt x="119797" y="523664"/>
                    <a:pt x="125866" y="543424"/>
                    <a:pt x="130098" y="563613"/>
                  </a:cubicBezTo>
                  <a:lnTo>
                    <a:pt x="181583" y="776720"/>
                  </a:lnTo>
                  <a:cubicBezTo>
                    <a:pt x="195482" y="834250"/>
                    <a:pt x="209483" y="892894"/>
                    <a:pt x="205308" y="951933"/>
                  </a:cubicBezTo>
                  <a:cubicBezTo>
                    <a:pt x="202399" y="993070"/>
                    <a:pt x="192030" y="1039324"/>
                    <a:pt x="217383" y="1071851"/>
                  </a:cubicBezTo>
                  <a:cubicBezTo>
                    <a:pt x="223497" y="1078063"/>
                    <a:pt x="228658" y="1085145"/>
                    <a:pt x="232700" y="1092867"/>
                  </a:cubicBezTo>
                  <a:cubicBezTo>
                    <a:pt x="235227" y="1101914"/>
                    <a:pt x="235315" y="1111468"/>
                    <a:pt x="232952" y="1120560"/>
                  </a:cubicBezTo>
                  <a:cubicBezTo>
                    <a:pt x="206905" y="1275281"/>
                    <a:pt x="187588" y="1437034"/>
                    <a:pt x="234639" y="1586713"/>
                  </a:cubicBezTo>
                  <a:cubicBezTo>
                    <a:pt x="277283" y="1722375"/>
                    <a:pt x="279717" y="1872696"/>
                    <a:pt x="315977" y="2010202"/>
                  </a:cubicBezTo>
                  <a:cubicBezTo>
                    <a:pt x="320467" y="2027229"/>
                    <a:pt x="325602" y="2045178"/>
                    <a:pt x="338500" y="2057167"/>
                  </a:cubicBezTo>
                  <a:cubicBezTo>
                    <a:pt x="348193" y="2065325"/>
                    <a:pt x="359823" y="2070852"/>
                    <a:pt x="372270" y="2073214"/>
                  </a:cubicBezTo>
                  <a:cubicBezTo>
                    <a:pt x="425704" y="2085927"/>
                    <a:pt x="482130" y="2071033"/>
                    <a:pt x="531966" y="2047940"/>
                  </a:cubicBezTo>
                  <a:cubicBezTo>
                    <a:pt x="566990" y="2031711"/>
                    <a:pt x="604689" y="2003251"/>
                    <a:pt x="601698" y="1964765"/>
                  </a:cubicBezTo>
                  <a:cubicBezTo>
                    <a:pt x="600274" y="1946457"/>
                    <a:pt x="589580" y="1930412"/>
                    <a:pt x="582321" y="1913544"/>
                  </a:cubicBezTo>
                  <a:cubicBezTo>
                    <a:pt x="568086" y="1880462"/>
                    <a:pt x="566942" y="1843506"/>
                    <a:pt x="563101" y="1807696"/>
                  </a:cubicBezTo>
                  <a:cubicBezTo>
                    <a:pt x="553456" y="1717777"/>
                    <a:pt x="525735" y="1630955"/>
                    <a:pt x="504784" y="1542981"/>
                  </a:cubicBezTo>
                  <a:cubicBezTo>
                    <a:pt x="483832" y="1455007"/>
                    <a:pt x="469599" y="1363080"/>
                    <a:pt x="487319" y="1274398"/>
                  </a:cubicBezTo>
                  <a:cubicBezTo>
                    <a:pt x="523559" y="1090964"/>
                    <a:pt x="581567" y="912511"/>
                    <a:pt x="660111" y="742829"/>
                  </a:cubicBezTo>
                  <a:cubicBezTo>
                    <a:pt x="663528" y="733804"/>
                    <a:pt x="668938" y="725667"/>
                    <a:pt x="675937" y="719025"/>
                  </a:cubicBezTo>
                  <a:cubicBezTo>
                    <a:pt x="683815" y="714557"/>
                    <a:pt x="691308" y="709442"/>
                    <a:pt x="698339" y="703733"/>
                  </a:cubicBezTo>
                  <a:cubicBezTo>
                    <a:pt x="703778" y="695319"/>
                    <a:pt x="707278" y="685800"/>
                    <a:pt x="708587" y="675866"/>
                  </a:cubicBezTo>
                  <a:cubicBezTo>
                    <a:pt x="716380" y="647799"/>
                    <a:pt x="739529" y="627090"/>
                    <a:pt x="755048" y="602438"/>
                  </a:cubicBezTo>
                  <a:cubicBezTo>
                    <a:pt x="794231" y="540191"/>
                    <a:pt x="781814" y="460401"/>
                    <a:pt x="780362" y="386863"/>
                  </a:cubicBezTo>
                  <a:cubicBezTo>
                    <a:pt x="778951" y="315349"/>
                    <a:pt x="789248" y="243181"/>
                    <a:pt x="777525" y="172621"/>
                  </a:cubicBezTo>
                  <a:cubicBezTo>
                    <a:pt x="765802" y="102061"/>
                    <a:pt x="725379" y="29935"/>
                    <a:pt x="657355" y="7826"/>
                  </a:cubicBezTo>
                  <a:cubicBezTo>
                    <a:pt x="623658" y="-3126"/>
                    <a:pt x="587229" y="-642"/>
                    <a:pt x="551970" y="2848"/>
                  </a:cubicBezTo>
                  <a:cubicBezTo>
                    <a:pt x="365171" y="21338"/>
                    <a:pt x="183659" y="55270"/>
                    <a:pt x="8352" y="122376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DE5F736B-4975-451D-BD54-7C432A9A05E6}"/>
                </a:ext>
              </a:extLst>
            </p:cNvPr>
            <p:cNvSpPr/>
            <p:nvPr/>
          </p:nvSpPr>
          <p:spPr>
            <a:xfrm>
              <a:off x="2767389" y="2982388"/>
              <a:ext cx="783410" cy="2077996"/>
            </a:xfrm>
            <a:custGeom>
              <a:avLst/>
              <a:gdLst>
                <a:gd name="connsiteX0" fmla="*/ 8352 w 783410"/>
                <a:gd name="connsiteY0" fmla="*/ 122376 h 2077996"/>
                <a:gd name="connsiteX1" fmla="*/ 65510 w 783410"/>
                <a:gd name="connsiteY1" fmla="*/ 430087 h 2077996"/>
                <a:gd name="connsiteX2" fmla="*/ 111968 w 783410"/>
                <a:gd name="connsiteY2" fmla="*/ 504580 h 2077996"/>
                <a:gd name="connsiteX3" fmla="*/ 130098 w 783410"/>
                <a:gd name="connsiteY3" fmla="*/ 563613 h 2077996"/>
                <a:gd name="connsiteX4" fmla="*/ 181583 w 783410"/>
                <a:gd name="connsiteY4" fmla="*/ 776720 h 2077996"/>
                <a:gd name="connsiteX5" fmla="*/ 205308 w 783410"/>
                <a:gd name="connsiteY5" fmla="*/ 951933 h 2077996"/>
                <a:gd name="connsiteX6" fmla="*/ 217383 w 783410"/>
                <a:gd name="connsiteY6" fmla="*/ 1071851 h 2077996"/>
                <a:gd name="connsiteX7" fmla="*/ 232700 w 783410"/>
                <a:gd name="connsiteY7" fmla="*/ 1092867 h 2077996"/>
                <a:gd name="connsiteX8" fmla="*/ 232952 w 783410"/>
                <a:gd name="connsiteY8" fmla="*/ 1120560 h 2077996"/>
                <a:gd name="connsiteX9" fmla="*/ 234639 w 783410"/>
                <a:gd name="connsiteY9" fmla="*/ 1586713 h 2077996"/>
                <a:gd name="connsiteX10" fmla="*/ 315977 w 783410"/>
                <a:gd name="connsiteY10" fmla="*/ 2010202 h 2077996"/>
                <a:gd name="connsiteX11" fmla="*/ 338500 w 783410"/>
                <a:gd name="connsiteY11" fmla="*/ 2057167 h 2077996"/>
                <a:gd name="connsiteX12" fmla="*/ 372270 w 783410"/>
                <a:gd name="connsiteY12" fmla="*/ 2073214 h 2077996"/>
                <a:gd name="connsiteX13" fmla="*/ 531966 w 783410"/>
                <a:gd name="connsiteY13" fmla="*/ 2047940 h 2077996"/>
                <a:gd name="connsiteX14" fmla="*/ 601698 w 783410"/>
                <a:gd name="connsiteY14" fmla="*/ 1964765 h 2077996"/>
                <a:gd name="connsiteX15" fmla="*/ 582321 w 783410"/>
                <a:gd name="connsiteY15" fmla="*/ 1913544 h 2077996"/>
                <a:gd name="connsiteX16" fmla="*/ 563101 w 783410"/>
                <a:gd name="connsiteY16" fmla="*/ 1807696 h 2077996"/>
                <a:gd name="connsiteX17" fmla="*/ 504784 w 783410"/>
                <a:gd name="connsiteY17" fmla="*/ 1542981 h 2077996"/>
                <a:gd name="connsiteX18" fmla="*/ 487319 w 783410"/>
                <a:gd name="connsiteY18" fmla="*/ 1274398 h 2077996"/>
                <a:gd name="connsiteX19" fmla="*/ 660111 w 783410"/>
                <a:gd name="connsiteY19" fmla="*/ 742829 h 2077996"/>
                <a:gd name="connsiteX20" fmla="*/ 675937 w 783410"/>
                <a:gd name="connsiteY20" fmla="*/ 719025 h 2077996"/>
                <a:gd name="connsiteX21" fmla="*/ 698339 w 783410"/>
                <a:gd name="connsiteY21" fmla="*/ 703733 h 2077996"/>
                <a:gd name="connsiteX22" fmla="*/ 708587 w 783410"/>
                <a:gd name="connsiteY22" fmla="*/ 675866 h 2077996"/>
                <a:gd name="connsiteX23" fmla="*/ 755048 w 783410"/>
                <a:gd name="connsiteY23" fmla="*/ 602438 h 2077996"/>
                <a:gd name="connsiteX24" fmla="*/ 780362 w 783410"/>
                <a:gd name="connsiteY24" fmla="*/ 386863 h 2077996"/>
                <a:gd name="connsiteX25" fmla="*/ 777525 w 783410"/>
                <a:gd name="connsiteY25" fmla="*/ 172621 h 2077996"/>
                <a:gd name="connsiteX26" fmla="*/ 657355 w 783410"/>
                <a:gd name="connsiteY26" fmla="*/ 7826 h 2077996"/>
                <a:gd name="connsiteX27" fmla="*/ 551970 w 783410"/>
                <a:gd name="connsiteY27" fmla="*/ 2848 h 2077996"/>
                <a:gd name="connsiteX28" fmla="*/ 8352 w 783410"/>
                <a:gd name="connsiteY28" fmla="*/ 122376 h 207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3410" h="2077996">
                  <a:moveTo>
                    <a:pt x="8352" y="122376"/>
                  </a:moveTo>
                  <a:cubicBezTo>
                    <a:pt x="-13266" y="228477"/>
                    <a:pt x="7232" y="338827"/>
                    <a:pt x="65510" y="430087"/>
                  </a:cubicBezTo>
                  <a:cubicBezTo>
                    <a:pt x="81401" y="454708"/>
                    <a:pt x="100022" y="477822"/>
                    <a:pt x="111968" y="504580"/>
                  </a:cubicBezTo>
                  <a:cubicBezTo>
                    <a:pt x="119797" y="523664"/>
                    <a:pt x="125866" y="543424"/>
                    <a:pt x="130098" y="563613"/>
                  </a:cubicBezTo>
                  <a:lnTo>
                    <a:pt x="181583" y="776720"/>
                  </a:lnTo>
                  <a:cubicBezTo>
                    <a:pt x="195482" y="834250"/>
                    <a:pt x="209483" y="892894"/>
                    <a:pt x="205308" y="951933"/>
                  </a:cubicBezTo>
                  <a:cubicBezTo>
                    <a:pt x="202399" y="993070"/>
                    <a:pt x="192030" y="1039324"/>
                    <a:pt x="217383" y="1071851"/>
                  </a:cubicBezTo>
                  <a:cubicBezTo>
                    <a:pt x="223497" y="1078063"/>
                    <a:pt x="228658" y="1085145"/>
                    <a:pt x="232700" y="1092867"/>
                  </a:cubicBezTo>
                  <a:cubicBezTo>
                    <a:pt x="235227" y="1101914"/>
                    <a:pt x="235315" y="1111468"/>
                    <a:pt x="232952" y="1120560"/>
                  </a:cubicBezTo>
                  <a:cubicBezTo>
                    <a:pt x="206905" y="1275281"/>
                    <a:pt x="187588" y="1437034"/>
                    <a:pt x="234639" y="1586713"/>
                  </a:cubicBezTo>
                  <a:cubicBezTo>
                    <a:pt x="277283" y="1722375"/>
                    <a:pt x="279717" y="1872696"/>
                    <a:pt x="315977" y="2010202"/>
                  </a:cubicBezTo>
                  <a:cubicBezTo>
                    <a:pt x="320467" y="2027229"/>
                    <a:pt x="325602" y="2045178"/>
                    <a:pt x="338500" y="2057167"/>
                  </a:cubicBezTo>
                  <a:cubicBezTo>
                    <a:pt x="348193" y="2065325"/>
                    <a:pt x="359823" y="2070852"/>
                    <a:pt x="372270" y="2073214"/>
                  </a:cubicBezTo>
                  <a:cubicBezTo>
                    <a:pt x="425704" y="2085927"/>
                    <a:pt x="482130" y="2071033"/>
                    <a:pt x="531966" y="2047940"/>
                  </a:cubicBezTo>
                  <a:cubicBezTo>
                    <a:pt x="566990" y="2031711"/>
                    <a:pt x="604689" y="2003251"/>
                    <a:pt x="601698" y="1964765"/>
                  </a:cubicBezTo>
                  <a:cubicBezTo>
                    <a:pt x="600274" y="1946457"/>
                    <a:pt x="589580" y="1930412"/>
                    <a:pt x="582321" y="1913544"/>
                  </a:cubicBezTo>
                  <a:cubicBezTo>
                    <a:pt x="568086" y="1880462"/>
                    <a:pt x="566942" y="1843506"/>
                    <a:pt x="563101" y="1807696"/>
                  </a:cubicBezTo>
                  <a:cubicBezTo>
                    <a:pt x="553456" y="1717777"/>
                    <a:pt x="525735" y="1630955"/>
                    <a:pt x="504784" y="1542981"/>
                  </a:cubicBezTo>
                  <a:cubicBezTo>
                    <a:pt x="483832" y="1455007"/>
                    <a:pt x="469599" y="1363080"/>
                    <a:pt x="487319" y="1274398"/>
                  </a:cubicBezTo>
                  <a:cubicBezTo>
                    <a:pt x="523559" y="1090964"/>
                    <a:pt x="581567" y="912511"/>
                    <a:pt x="660111" y="742829"/>
                  </a:cubicBezTo>
                  <a:cubicBezTo>
                    <a:pt x="663528" y="733804"/>
                    <a:pt x="668938" y="725667"/>
                    <a:pt x="675937" y="719025"/>
                  </a:cubicBezTo>
                  <a:cubicBezTo>
                    <a:pt x="683815" y="714557"/>
                    <a:pt x="691308" y="709442"/>
                    <a:pt x="698339" y="703733"/>
                  </a:cubicBezTo>
                  <a:cubicBezTo>
                    <a:pt x="703778" y="695319"/>
                    <a:pt x="707278" y="685800"/>
                    <a:pt x="708587" y="675866"/>
                  </a:cubicBezTo>
                  <a:cubicBezTo>
                    <a:pt x="716380" y="647799"/>
                    <a:pt x="739529" y="627090"/>
                    <a:pt x="755048" y="602438"/>
                  </a:cubicBezTo>
                  <a:cubicBezTo>
                    <a:pt x="794231" y="540191"/>
                    <a:pt x="781814" y="460401"/>
                    <a:pt x="780362" y="386863"/>
                  </a:cubicBezTo>
                  <a:cubicBezTo>
                    <a:pt x="778951" y="315349"/>
                    <a:pt x="789248" y="243181"/>
                    <a:pt x="777525" y="172621"/>
                  </a:cubicBezTo>
                  <a:cubicBezTo>
                    <a:pt x="765802" y="102061"/>
                    <a:pt x="725379" y="29935"/>
                    <a:pt x="657355" y="7826"/>
                  </a:cubicBezTo>
                  <a:cubicBezTo>
                    <a:pt x="623658" y="-3126"/>
                    <a:pt x="587229" y="-642"/>
                    <a:pt x="551970" y="2848"/>
                  </a:cubicBezTo>
                  <a:cubicBezTo>
                    <a:pt x="365171" y="21338"/>
                    <a:pt x="183659" y="55270"/>
                    <a:pt x="8352" y="12237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F6B01462-3A85-4802-A8F9-A9B49989B6BD}"/>
                </a:ext>
              </a:extLst>
            </p:cNvPr>
            <p:cNvSpPr/>
            <p:nvPr/>
          </p:nvSpPr>
          <p:spPr>
            <a:xfrm>
              <a:off x="2745182" y="3016810"/>
              <a:ext cx="819579" cy="2248079"/>
            </a:xfrm>
            <a:custGeom>
              <a:avLst/>
              <a:gdLst>
                <a:gd name="connsiteX0" fmla="*/ 791393 w 819579"/>
                <a:gd name="connsiteY0" fmla="*/ 536471 h 2248079"/>
                <a:gd name="connsiteX1" fmla="*/ 781995 w 819579"/>
                <a:gd name="connsiteY1" fmla="*/ 619152 h 2248079"/>
                <a:gd name="connsiteX2" fmla="*/ 676732 w 819579"/>
                <a:gd name="connsiteY2" fmla="*/ 1171983 h 2248079"/>
                <a:gd name="connsiteX3" fmla="*/ 665951 w 819579"/>
                <a:gd name="connsiteY3" fmla="*/ 1219552 h 2248079"/>
                <a:gd name="connsiteX4" fmla="*/ 594635 w 819579"/>
                <a:gd name="connsiteY4" fmla="*/ 1359854 h 2248079"/>
                <a:gd name="connsiteX5" fmla="*/ 341784 w 819579"/>
                <a:gd name="connsiteY5" fmla="*/ 2067629 h 2248079"/>
                <a:gd name="connsiteX6" fmla="*/ 324374 w 819579"/>
                <a:gd name="connsiteY6" fmla="*/ 2114833 h 2248079"/>
                <a:gd name="connsiteX7" fmla="*/ 272434 w 819579"/>
                <a:gd name="connsiteY7" fmla="*/ 2230732 h 2248079"/>
                <a:gd name="connsiteX8" fmla="*/ 261726 w 819579"/>
                <a:gd name="connsiteY8" fmla="*/ 2244572 h 2248079"/>
                <a:gd name="connsiteX9" fmla="*/ 244826 w 819579"/>
                <a:gd name="connsiteY9" fmla="*/ 2247851 h 2248079"/>
                <a:gd name="connsiteX10" fmla="*/ 26068 w 819579"/>
                <a:gd name="connsiteY10" fmla="*/ 2198097 h 2248079"/>
                <a:gd name="connsiteX11" fmla="*/ 2831 w 819579"/>
                <a:gd name="connsiteY11" fmla="*/ 2178793 h 2248079"/>
                <a:gd name="connsiteX12" fmla="*/ 354 w 819579"/>
                <a:gd name="connsiteY12" fmla="*/ 2156574 h 2248079"/>
                <a:gd name="connsiteX13" fmla="*/ 27598 w 819579"/>
                <a:gd name="connsiteY13" fmla="*/ 2021736 h 2248079"/>
                <a:gd name="connsiteX14" fmla="*/ 81504 w 819579"/>
                <a:gd name="connsiteY14" fmla="*/ 1956392 h 2248079"/>
                <a:gd name="connsiteX15" fmla="*/ 134317 w 819579"/>
                <a:gd name="connsiteY15" fmla="*/ 1523976 h 2248079"/>
                <a:gd name="connsiteX16" fmla="*/ 213064 w 819579"/>
                <a:gd name="connsiteY16" fmla="*/ 1316947 h 2248079"/>
                <a:gd name="connsiteX17" fmla="*/ 283143 w 819579"/>
                <a:gd name="connsiteY17" fmla="*/ 1172493 h 2248079"/>
                <a:gd name="connsiteX18" fmla="*/ 290209 w 819579"/>
                <a:gd name="connsiteY18" fmla="*/ 1104600 h 2248079"/>
                <a:gd name="connsiteX19" fmla="*/ 317088 w 819579"/>
                <a:gd name="connsiteY19" fmla="*/ 1088792 h 2248079"/>
                <a:gd name="connsiteX20" fmla="*/ 320876 w 819579"/>
                <a:gd name="connsiteY20" fmla="*/ 1075243 h 2248079"/>
                <a:gd name="connsiteX21" fmla="*/ 313957 w 819579"/>
                <a:gd name="connsiteY21" fmla="*/ 963278 h 2248079"/>
                <a:gd name="connsiteX22" fmla="*/ 297274 w 819579"/>
                <a:gd name="connsiteY22" fmla="*/ 890286 h 2248079"/>
                <a:gd name="connsiteX23" fmla="*/ 315632 w 819579"/>
                <a:gd name="connsiteY23" fmla="*/ 819771 h 2248079"/>
                <a:gd name="connsiteX24" fmla="*/ 316287 w 819579"/>
                <a:gd name="connsiteY24" fmla="*/ 668469 h 2248079"/>
                <a:gd name="connsiteX25" fmla="*/ 309293 w 819579"/>
                <a:gd name="connsiteY25" fmla="*/ 583967 h 2248079"/>
                <a:gd name="connsiteX26" fmla="*/ 296837 w 819579"/>
                <a:gd name="connsiteY26" fmla="*/ 545140 h 2248079"/>
                <a:gd name="connsiteX27" fmla="*/ 281467 w 819579"/>
                <a:gd name="connsiteY27" fmla="*/ 401997 h 2248079"/>
                <a:gd name="connsiteX28" fmla="*/ 231786 w 819579"/>
                <a:gd name="connsiteY28" fmla="*/ 367030 h 2248079"/>
                <a:gd name="connsiteX29" fmla="*/ 163601 w 819579"/>
                <a:gd name="connsiteY29" fmla="*/ 268979 h 2248079"/>
                <a:gd name="connsiteX30" fmla="*/ 144297 w 819579"/>
                <a:gd name="connsiteY30" fmla="*/ 148929 h 2248079"/>
                <a:gd name="connsiteX31" fmla="*/ 144005 w 819579"/>
                <a:gd name="connsiteY31" fmla="*/ 122995 h 2248079"/>
                <a:gd name="connsiteX32" fmla="*/ 147502 w 819579"/>
                <a:gd name="connsiteY32" fmla="*/ 110029 h 2248079"/>
                <a:gd name="connsiteX33" fmla="*/ 205998 w 819579"/>
                <a:gd name="connsiteY33" fmla="*/ 74480 h 2248079"/>
                <a:gd name="connsiteX34" fmla="*/ 652692 w 819579"/>
                <a:gd name="connsiteY34" fmla="*/ 22249 h 2248079"/>
                <a:gd name="connsiteX35" fmla="*/ 763272 w 819579"/>
                <a:gd name="connsiteY35" fmla="*/ 38057 h 2248079"/>
                <a:gd name="connsiteX36" fmla="*/ 794743 w 819579"/>
                <a:gd name="connsiteY36" fmla="*/ 114910 h 2248079"/>
                <a:gd name="connsiteX37" fmla="*/ 816669 w 819579"/>
                <a:gd name="connsiteY37" fmla="*/ 362441 h 2248079"/>
                <a:gd name="connsiteX38" fmla="*/ 791393 w 819579"/>
                <a:gd name="connsiteY38" fmla="*/ 536471 h 2248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19579" h="2248079">
                  <a:moveTo>
                    <a:pt x="791393" y="536471"/>
                  </a:moveTo>
                  <a:cubicBezTo>
                    <a:pt x="790840" y="564264"/>
                    <a:pt x="787694" y="591944"/>
                    <a:pt x="781995" y="619152"/>
                  </a:cubicBezTo>
                  <a:cubicBezTo>
                    <a:pt x="749069" y="803818"/>
                    <a:pt x="713981" y="988095"/>
                    <a:pt x="676732" y="1171983"/>
                  </a:cubicBezTo>
                  <a:cubicBezTo>
                    <a:pt x="673454" y="1187936"/>
                    <a:pt x="670249" y="1203890"/>
                    <a:pt x="665951" y="1219552"/>
                  </a:cubicBezTo>
                  <a:cubicBezTo>
                    <a:pt x="652073" y="1270723"/>
                    <a:pt x="627796" y="1318484"/>
                    <a:pt x="594635" y="1359854"/>
                  </a:cubicBezTo>
                  <a:cubicBezTo>
                    <a:pt x="439399" y="1553334"/>
                    <a:pt x="425994" y="1834302"/>
                    <a:pt x="341784" y="2067629"/>
                  </a:cubicBezTo>
                  <a:cubicBezTo>
                    <a:pt x="336103" y="2083436"/>
                    <a:pt x="330421" y="2099244"/>
                    <a:pt x="324374" y="2114833"/>
                  </a:cubicBezTo>
                  <a:cubicBezTo>
                    <a:pt x="309156" y="2154372"/>
                    <a:pt x="291817" y="2193060"/>
                    <a:pt x="272434" y="2230732"/>
                  </a:cubicBezTo>
                  <a:cubicBezTo>
                    <a:pt x="270170" y="2236222"/>
                    <a:pt x="266472" y="2241002"/>
                    <a:pt x="261726" y="2244572"/>
                  </a:cubicBezTo>
                  <a:cubicBezTo>
                    <a:pt x="256502" y="2247200"/>
                    <a:pt x="250654" y="2248335"/>
                    <a:pt x="244826" y="2247851"/>
                  </a:cubicBezTo>
                  <a:cubicBezTo>
                    <a:pt x="169053" y="2248286"/>
                    <a:pt x="94198" y="2231262"/>
                    <a:pt x="26068" y="2198097"/>
                  </a:cubicBezTo>
                  <a:cubicBezTo>
                    <a:pt x="16342" y="2194510"/>
                    <a:pt x="8140" y="2187697"/>
                    <a:pt x="2831" y="2178793"/>
                  </a:cubicBezTo>
                  <a:cubicBezTo>
                    <a:pt x="218" y="2171697"/>
                    <a:pt x="-632" y="2164071"/>
                    <a:pt x="354" y="2156574"/>
                  </a:cubicBezTo>
                  <a:cubicBezTo>
                    <a:pt x="2685" y="2110317"/>
                    <a:pt x="5525" y="2062384"/>
                    <a:pt x="27598" y="2021736"/>
                  </a:cubicBezTo>
                  <a:cubicBezTo>
                    <a:pt x="42245" y="1997415"/>
                    <a:pt x="60410" y="1975395"/>
                    <a:pt x="81504" y="1956392"/>
                  </a:cubicBezTo>
                  <a:cubicBezTo>
                    <a:pt x="88060" y="1811210"/>
                    <a:pt x="102411" y="1665736"/>
                    <a:pt x="134317" y="1523976"/>
                  </a:cubicBezTo>
                  <a:cubicBezTo>
                    <a:pt x="150708" y="1451494"/>
                    <a:pt x="170959" y="1378211"/>
                    <a:pt x="213064" y="1316947"/>
                  </a:cubicBezTo>
                  <a:cubicBezTo>
                    <a:pt x="244097" y="1271710"/>
                    <a:pt x="288607" y="1227055"/>
                    <a:pt x="283143" y="1172493"/>
                  </a:cubicBezTo>
                  <a:cubicBezTo>
                    <a:pt x="280739" y="1148526"/>
                    <a:pt x="270686" y="1118659"/>
                    <a:pt x="290209" y="1104600"/>
                  </a:cubicBezTo>
                  <a:cubicBezTo>
                    <a:pt x="298731" y="1098409"/>
                    <a:pt x="311334" y="1097607"/>
                    <a:pt x="317088" y="1088792"/>
                  </a:cubicBezTo>
                  <a:cubicBezTo>
                    <a:pt x="319407" y="1084640"/>
                    <a:pt x="320706" y="1079996"/>
                    <a:pt x="320876" y="1075243"/>
                  </a:cubicBezTo>
                  <a:cubicBezTo>
                    <a:pt x="324888" y="1037798"/>
                    <a:pt x="322548" y="999944"/>
                    <a:pt x="313957" y="963278"/>
                  </a:cubicBezTo>
                  <a:cubicBezTo>
                    <a:pt x="306858" y="939325"/>
                    <a:pt x="301286" y="914945"/>
                    <a:pt x="297274" y="890286"/>
                  </a:cubicBezTo>
                  <a:cubicBezTo>
                    <a:pt x="294797" y="865372"/>
                    <a:pt x="299023" y="838420"/>
                    <a:pt x="315632" y="819771"/>
                  </a:cubicBezTo>
                  <a:cubicBezTo>
                    <a:pt x="316651" y="769944"/>
                    <a:pt x="315267" y="718223"/>
                    <a:pt x="316287" y="668469"/>
                  </a:cubicBezTo>
                  <a:cubicBezTo>
                    <a:pt x="318250" y="640110"/>
                    <a:pt x="315892" y="611618"/>
                    <a:pt x="309293" y="583967"/>
                  </a:cubicBezTo>
                  <a:cubicBezTo>
                    <a:pt x="305506" y="570927"/>
                    <a:pt x="299751" y="558471"/>
                    <a:pt x="296837" y="545140"/>
                  </a:cubicBezTo>
                  <a:cubicBezTo>
                    <a:pt x="286420" y="497280"/>
                    <a:pt x="312427" y="439950"/>
                    <a:pt x="281467" y="401997"/>
                  </a:cubicBezTo>
                  <a:cubicBezTo>
                    <a:pt x="268573" y="386262"/>
                    <a:pt x="248687" y="378395"/>
                    <a:pt x="231786" y="367030"/>
                  </a:cubicBezTo>
                  <a:cubicBezTo>
                    <a:pt x="198058" y="344521"/>
                    <a:pt x="175912" y="307661"/>
                    <a:pt x="163601" y="268979"/>
                  </a:cubicBezTo>
                  <a:cubicBezTo>
                    <a:pt x="152677" y="229815"/>
                    <a:pt x="146201" y="189544"/>
                    <a:pt x="144297" y="148929"/>
                  </a:cubicBezTo>
                  <a:cubicBezTo>
                    <a:pt x="143290" y="140318"/>
                    <a:pt x="143193" y="131626"/>
                    <a:pt x="144005" y="122995"/>
                  </a:cubicBezTo>
                  <a:cubicBezTo>
                    <a:pt x="144551" y="118529"/>
                    <a:pt x="145728" y="114164"/>
                    <a:pt x="147502" y="110029"/>
                  </a:cubicBezTo>
                  <a:cubicBezTo>
                    <a:pt x="157118" y="88393"/>
                    <a:pt x="182979" y="80015"/>
                    <a:pt x="205998" y="74480"/>
                  </a:cubicBezTo>
                  <a:cubicBezTo>
                    <a:pt x="352294" y="39393"/>
                    <a:pt x="502248" y="21859"/>
                    <a:pt x="652692" y="22249"/>
                  </a:cubicBezTo>
                  <a:cubicBezTo>
                    <a:pt x="708346" y="-15631"/>
                    <a:pt x="739670" y="-2082"/>
                    <a:pt x="763272" y="38057"/>
                  </a:cubicBezTo>
                  <a:cubicBezTo>
                    <a:pt x="776307" y="62557"/>
                    <a:pt x="786850" y="88304"/>
                    <a:pt x="794743" y="114910"/>
                  </a:cubicBezTo>
                  <a:cubicBezTo>
                    <a:pt x="805524" y="147472"/>
                    <a:pt x="806179" y="329733"/>
                    <a:pt x="816669" y="362441"/>
                  </a:cubicBezTo>
                  <a:cubicBezTo>
                    <a:pt x="830292" y="404984"/>
                    <a:pt x="790883" y="491816"/>
                    <a:pt x="791393" y="536471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05F2633D-4821-49D9-860F-FE6109676C24}"/>
                </a:ext>
              </a:extLst>
            </p:cNvPr>
            <p:cNvSpPr/>
            <p:nvPr/>
          </p:nvSpPr>
          <p:spPr>
            <a:xfrm>
              <a:off x="2525307" y="1835495"/>
              <a:ext cx="376115" cy="1193453"/>
            </a:xfrm>
            <a:custGeom>
              <a:avLst/>
              <a:gdLst>
                <a:gd name="connsiteX0" fmla="*/ 5009 w 376115"/>
                <a:gd name="connsiteY0" fmla="*/ 59208 h 1193453"/>
                <a:gd name="connsiteX1" fmla="*/ 16187 w 376115"/>
                <a:gd name="connsiteY1" fmla="*/ 145003 h 1193453"/>
                <a:gd name="connsiteX2" fmla="*/ 4868 w 376115"/>
                <a:gd name="connsiteY2" fmla="*/ 219869 h 1193453"/>
                <a:gd name="connsiteX3" fmla="*/ 56556 w 376115"/>
                <a:gd name="connsiteY3" fmla="*/ 507773 h 1193453"/>
                <a:gd name="connsiteX4" fmla="*/ 68827 w 376115"/>
                <a:gd name="connsiteY4" fmla="*/ 555123 h 1193453"/>
                <a:gd name="connsiteX5" fmla="*/ 47653 w 376115"/>
                <a:gd name="connsiteY5" fmla="*/ 642655 h 1193453"/>
                <a:gd name="connsiteX6" fmla="*/ 84774 w 376115"/>
                <a:gd name="connsiteY6" fmla="*/ 827442 h 1193453"/>
                <a:gd name="connsiteX7" fmla="*/ 83326 w 376115"/>
                <a:gd name="connsiteY7" fmla="*/ 914547 h 1193453"/>
                <a:gd name="connsiteX8" fmla="*/ 108313 w 376115"/>
                <a:gd name="connsiteY8" fmla="*/ 967186 h 1193453"/>
                <a:gd name="connsiteX9" fmla="*/ 141200 w 376115"/>
                <a:gd name="connsiteY9" fmla="*/ 1065185 h 1193453"/>
                <a:gd name="connsiteX10" fmla="*/ 273728 w 376115"/>
                <a:gd name="connsiteY10" fmla="*/ 1193333 h 1193453"/>
                <a:gd name="connsiteX11" fmla="*/ 351803 w 376115"/>
                <a:gd name="connsiteY11" fmla="*/ 1144973 h 1193453"/>
                <a:gd name="connsiteX12" fmla="*/ 365431 w 376115"/>
                <a:gd name="connsiteY12" fmla="*/ 1102565 h 1193453"/>
                <a:gd name="connsiteX13" fmla="*/ 375899 w 376115"/>
                <a:gd name="connsiteY13" fmla="*/ 905799 h 1193453"/>
                <a:gd name="connsiteX14" fmla="*/ 366896 w 376115"/>
                <a:gd name="connsiteY14" fmla="*/ 736426 h 1193453"/>
                <a:gd name="connsiteX15" fmla="*/ 316536 w 376115"/>
                <a:gd name="connsiteY15" fmla="*/ 525764 h 1193453"/>
                <a:gd name="connsiteX16" fmla="*/ 252131 w 376115"/>
                <a:gd name="connsiteY16" fmla="*/ 260461 h 1193453"/>
                <a:gd name="connsiteX17" fmla="*/ 131615 w 376115"/>
                <a:gd name="connsiteY17" fmla="*/ 54389 h 1193453"/>
                <a:gd name="connsiteX18" fmla="*/ 64611 w 376115"/>
                <a:gd name="connsiteY18" fmla="*/ 489 h 1193453"/>
                <a:gd name="connsiteX19" fmla="*/ 5010 w 376115"/>
                <a:gd name="connsiteY19" fmla="*/ 59208 h 119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6115" h="1193453">
                  <a:moveTo>
                    <a:pt x="5009" y="59208"/>
                  </a:moveTo>
                  <a:cubicBezTo>
                    <a:pt x="874" y="87886"/>
                    <a:pt x="14663" y="116069"/>
                    <a:pt x="16187" y="145003"/>
                  </a:cubicBezTo>
                  <a:cubicBezTo>
                    <a:pt x="17519" y="170284"/>
                    <a:pt x="9472" y="194976"/>
                    <a:pt x="4868" y="219869"/>
                  </a:cubicBezTo>
                  <a:cubicBezTo>
                    <a:pt x="-13100" y="317022"/>
                    <a:pt x="21423" y="415431"/>
                    <a:pt x="56556" y="507773"/>
                  </a:cubicBezTo>
                  <a:cubicBezTo>
                    <a:pt x="63237" y="522769"/>
                    <a:pt x="67384" y="538769"/>
                    <a:pt x="68827" y="555123"/>
                  </a:cubicBezTo>
                  <a:cubicBezTo>
                    <a:pt x="69766" y="585263"/>
                    <a:pt x="52407" y="612878"/>
                    <a:pt x="47653" y="642655"/>
                  </a:cubicBezTo>
                  <a:cubicBezTo>
                    <a:pt x="37663" y="705227"/>
                    <a:pt x="83818" y="764085"/>
                    <a:pt x="84774" y="827442"/>
                  </a:cubicBezTo>
                  <a:cubicBezTo>
                    <a:pt x="85215" y="856612"/>
                    <a:pt x="76028" y="886301"/>
                    <a:pt x="83326" y="914547"/>
                  </a:cubicBezTo>
                  <a:cubicBezTo>
                    <a:pt x="88196" y="933398"/>
                    <a:pt x="99963" y="949597"/>
                    <a:pt x="108313" y="967186"/>
                  </a:cubicBezTo>
                  <a:cubicBezTo>
                    <a:pt x="123108" y="998350"/>
                    <a:pt x="127078" y="1033709"/>
                    <a:pt x="141200" y="1065185"/>
                  </a:cubicBezTo>
                  <a:cubicBezTo>
                    <a:pt x="166721" y="1122068"/>
                    <a:pt x="221549" y="1159210"/>
                    <a:pt x="273728" y="1193333"/>
                  </a:cubicBezTo>
                  <a:cubicBezTo>
                    <a:pt x="303413" y="1183437"/>
                    <a:pt x="335507" y="1171687"/>
                    <a:pt x="351803" y="1144973"/>
                  </a:cubicBezTo>
                  <a:cubicBezTo>
                    <a:pt x="358957" y="1131813"/>
                    <a:pt x="363579" y="1117428"/>
                    <a:pt x="365431" y="1102565"/>
                  </a:cubicBezTo>
                  <a:cubicBezTo>
                    <a:pt x="376714" y="1037765"/>
                    <a:pt x="376322" y="971572"/>
                    <a:pt x="375899" y="905799"/>
                  </a:cubicBezTo>
                  <a:cubicBezTo>
                    <a:pt x="376853" y="849200"/>
                    <a:pt x="373844" y="792604"/>
                    <a:pt x="366896" y="736426"/>
                  </a:cubicBezTo>
                  <a:cubicBezTo>
                    <a:pt x="356356" y="664963"/>
                    <a:pt x="333170" y="596059"/>
                    <a:pt x="316536" y="525764"/>
                  </a:cubicBezTo>
                  <a:cubicBezTo>
                    <a:pt x="295556" y="437107"/>
                    <a:pt x="284806" y="345506"/>
                    <a:pt x="252131" y="260461"/>
                  </a:cubicBezTo>
                  <a:cubicBezTo>
                    <a:pt x="223417" y="185727"/>
                    <a:pt x="178691" y="118644"/>
                    <a:pt x="131615" y="54389"/>
                  </a:cubicBezTo>
                  <a:cubicBezTo>
                    <a:pt x="113653" y="29873"/>
                    <a:pt x="99473" y="-5172"/>
                    <a:pt x="64611" y="489"/>
                  </a:cubicBezTo>
                  <a:cubicBezTo>
                    <a:pt x="34399" y="5632"/>
                    <a:pt x="10603" y="29076"/>
                    <a:pt x="5010" y="59208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CEBCC51E-961B-4162-A11A-35F3DB03A5F2}"/>
                </a:ext>
              </a:extLst>
            </p:cNvPr>
            <p:cNvSpPr/>
            <p:nvPr/>
          </p:nvSpPr>
          <p:spPr>
            <a:xfrm>
              <a:off x="2525307" y="1835495"/>
              <a:ext cx="376115" cy="1193453"/>
            </a:xfrm>
            <a:custGeom>
              <a:avLst/>
              <a:gdLst>
                <a:gd name="connsiteX0" fmla="*/ 5009 w 376115"/>
                <a:gd name="connsiteY0" fmla="*/ 59208 h 1193453"/>
                <a:gd name="connsiteX1" fmla="*/ 16187 w 376115"/>
                <a:gd name="connsiteY1" fmla="*/ 145003 h 1193453"/>
                <a:gd name="connsiteX2" fmla="*/ 4868 w 376115"/>
                <a:gd name="connsiteY2" fmla="*/ 219869 h 1193453"/>
                <a:gd name="connsiteX3" fmla="*/ 56556 w 376115"/>
                <a:gd name="connsiteY3" fmla="*/ 507773 h 1193453"/>
                <a:gd name="connsiteX4" fmla="*/ 68827 w 376115"/>
                <a:gd name="connsiteY4" fmla="*/ 555123 h 1193453"/>
                <a:gd name="connsiteX5" fmla="*/ 47653 w 376115"/>
                <a:gd name="connsiteY5" fmla="*/ 642655 h 1193453"/>
                <a:gd name="connsiteX6" fmla="*/ 84774 w 376115"/>
                <a:gd name="connsiteY6" fmla="*/ 827442 h 1193453"/>
                <a:gd name="connsiteX7" fmla="*/ 83326 w 376115"/>
                <a:gd name="connsiteY7" fmla="*/ 914547 h 1193453"/>
                <a:gd name="connsiteX8" fmla="*/ 108313 w 376115"/>
                <a:gd name="connsiteY8" fmla="*/ 967186 h 1193453"/>
                <a:gd name="connsiteX9" fmla="*/ 141200 w 376115"/>
                <a:gd name="connsiteY9" fmla="*/ 1065185 h 1193453"/>
                <a:gd name="connsiteX10" fmla="*/ 273728 w 376115"/>
                <a:gd name="connsiteY10" fmla="*/ 1193333 h 1193453"/>
                <a:gd name="connsiteX11" fmla="*/ 351803 w 376115"/>
                <a:gd name="connsiteY11" fmla="*/ 1144973 h 1193453"/>
                <a:gd name="connsiteX12" fmla="*/ 365431 w 376115"/>
                <a:gd name="connsiteY12" fmla="*/ 1102565 h 1193453"/>
                <a:gd name="connsiteX13" fmla="*/ 375899 w 376115"/>
                <a:gd name="connsiteY13" fmla="*/ 905799 h 1193453"/>
                <a:gd name="connsiteX14" fmla="*/ 366896 w 376115"/>
                <a:gd name="connsiteY14" fmla="*/ 736426 h 1193453"/>
                <a:gd name="connsiteX15" fmla="*/ 316536 w 376115"/>
                <a:gd name="connsiteY15" fmla="*/ 525764 h 1193453"/>
                <a:gd name="connsiteX16" fmla="*/ 252131 w 376115"/>
                <a:gd name="connsiteY16" fmla="*/ 260461 h 1193453"/>
                <a:gd name="connsiteX17" fmla="*/ 131615 w 376115"/>
                <a:gd name="connsiteY17" fmla="*/ 54389 h 1193453"/>
                <a:gd name="connsiteX18" fmla="*/ 64611 w 376115"/>
                <a:gd name="connsiteY18" fmla="*/ 489 h 1193453"/>
                <a:gd name="connsiteX19" fmla="*/ 5010 w 376115"/>
                <a:gd name="connsiteY19" fmla="*/ 59208 h 119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6115" h="1193453">
                  <a:moveTo>
                    <a:pt x="5009" y="59208"/>
                  </a:moveTo>
                  <a:cubicBezTo>
                    <a:pt x="874" y="87886"/>
                    <a:pt x="14663" y="116069"/>
                    <a:pt x="16187" y="145003"/>
                  </a:cubicBezTo>
                  <a:cubicBezTo>
                    <a:pt x="17519" y="170284"/>
                    <a:pt x="9472" y="194976"/>
                    <a:pt x="4868" y="219869"/>
                  </a:cubicBezTo>
                  <a:cubicBezTo>
                    <a:pt x="-13100" y="317022"/>
                    <a:pt x="21423" y="415431"/>
                    <a:pt x="56556" y="507773"/>
                  </a:cubicBezTo>
                  <a:cubicBezTo>
                    <a:pt x="63237" y="522769"/>
                    <a:pt x="67384" y="538769"/>
                    <a:pt x="68827" y="555123"/>
                  </a:cubicBezTo>
                  <a:cubicBezTo>
                    <a:pt x="69766" y="585263"/>
                    <a:pt x="52407" y="612878"/>
                    <a:pt x="47653" y="642655"/>
                  </a:cubicBezTo>
                  <a:cubicBezTo>
                    <a:pt x="37663" y="705227"/>
                    <a:pt x="83818" y="764085"/>
                    <a:pt x="84774" y="827442"/>
                  </a:cubicBezTo>
                  <a:cubicBezTo>
                    <a:pt x="85215" y="856612"/>
                    <a:pt x="76028" y="886301"/>
                    <a:pt x="83326" y="914547"/>
                  </a:cubicBezTo>
                  <a:cubicBezTo>
                    <a:pt x="88196" y="933398"/>
                    <a:pt x="99963" y="949597"/>
                    <a:pt x="108313" y="967186"/>
                  </a:cubicBezTo>
                  <a:cubicBezTo>
                    <a:pt x="123108" y="998350"/>
                    <a:pt x="127078" y="1033709"/>
                    <a:pt x="141200" y="1065185"/>
                  </a:cubicBezTo>
                  <a:cubicBezTo>
                    <a:pt x="166721" y="1122068"/>
                    <a:pt x="221549" y="1159210"/>
                    <a:pt x="273728" y="1193333"/>
                  </a:cubicBezTo>
                  <a:cubicBezTo>
                    <a:pt x="303413" y="1183437"/>
                    <a:pt x="335507" y="1171687"/>
                    <a:pt x="351803" y="1144973"/>
                  </a:cubicBezTo>
                  <a:cubicBezTo>
                    <a:pt x="358957" y="1131813"/>
                    <a:pt x="363579" y="1117428"/>
                    <a:pt x="365431" y="1102565"/>
                  </a:cubicBezTo>
                  <a:cubicBezTo>
                    <a:pt x="376714" y="1037765"/>
                    <a:pt x="376322" y="971572"/>
                    <a:pt x="375899" y="905799"/>
                  </a:cubicBezTo>
                  <a:cubicBezTo>
                    <a:pt x="376853" y="849200"/>
                    <a:pt x="373844" y="792604"/>
                    <a:pt x="366896" y="736426"/>
                  </a:cubicBezTo>
                  <a:cubicBezTo>
                    <a:pt x="356356" y="664963"/>
                    <a:pt x="333170" y="596059"/>
                    <a:pt x="316536" y="525764"/>
                  </a:cubicBezTo>
                  <a:cubicBezTo>
                    <a:pt x="295556" y="437107"/>
                    <a:pt x="284806" y="345506"/>
                    <a:pt x="252131" y="260461"/>
                  </a:cubicBezTo>
                  <a:cubicBezTo>
                    <a:pt x="223417" y="185727"/>
                    <a:pt x="178691" y="118644"/>
                    <a:pt x="131615" y="54389"/>
                  </a:cubicBezTo>
                  <a:cubicBezTo>
                    <a:pt x="113653" y="29873"/>
                    <a:pt x="99473" y="-5172"/>
                    <a:pt x="64611" y="489"/>
                  </a:cubicBezTo>
                  <a:cubicBezTo>
                    <a:pt x="34399" y="5632"/>
                    <a:pt x="10603" y="29076"/>
                    <a:pt x="5010" y="59208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2DF52AA6-C3B9-473F-ABE7-C9CD4EC6007F}"/>
                </a:ext>
              </a:extLst>
            </p:cNvPr>
            <p:cNvSpPr/>
            <p:nvPr/>
          </p:nvSpPr>
          <p:spPr>
            <a:xfrm>
              <a:off x="2944583" y="1216911"/>
              <a:ext cx="343483" cy="177834"/>
            </a:xfrm>
            <a:custGeom>
              <a:avLst/>
              <a:gdLst>
                <a:gd name="connsiteX0" fmla="*/ 343439 w 343483"/>
                <a:gd name="connsiteY0" fmla="*/ 52856 h 177834"/>
                <a:gd name="connsiteX1" fmla="*/ 286619 w 343483"/>
                <a:gd name="connsiteY1" fmla="*/ 169920 h 177834"/>
                <a:gd name="connsiteX2" fmla="*/ 222078 w 343483"/>
                <a:gd name="connsiteY2" fmla="*/ 177714 h 177834"/>
                <a:gd name="connsiteX3" fmla="*/ 28239 w 343483"/>
                <a:gd name="connsiteY3" fmla="*/ 68993 h 177834"/>
                <a:gd name="connsiteX4" fmla="*/ 187 w 343483"/>
                <a:gd name="connsiteY4" fmla="*/ 16068 h 177834"/>
                <a:gd name="connsiteX5" fmla="*/ 40399 w 343483"/>
                <a:gd name="connsiteY5" fmla="*/ 989 h 177834"/>
                <a:gd name="connsiteX6" fmla="*/ 196728 w 343483"/>
                <a:gd name="connsiteY6" fmla="*/ 21167 h 177834"/>
                <a:gd name="connsiteX7" fmla="*/ 343439 w 343483"/>
                <a:gd name="connsiteY7" fmla="*/ 52856 h 177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483" h="177834">
                  <a:moveTo>
                    <a:pt x="343439" y="52856"/>
                  </a:moveTo>
                  <a:cubicBezTo>
                    <a:pt x="320430" y="89768"/>
                    <a:pt x="301385" y="129007"/>
                    <a:pt x="286619" y="169920"/>
                  </a:cubicBezTo>
                  <a:cubicBezTo>
                    <a:pt x="265498" y="175113"/>
                    <a:pt x="243827" y="177730"/>
                    <a:pt x="222078" y="177714"/>
                  </a:cubicBezTo>
                  <a:cubicBezTo>
                    <a:pt x="137648" y="177714"/>
                    <a:pt x="77847" y="129674"/>
                    <a:pt x="28239" y="68993"/>
                  </a:cubicBezTo>
                  <a:cubicBezTo>
                    <a:pt x="23940" y="49543"/>
                    <a:pt x="-2800" y="31366"/>
                    <a:pt x="187" y="16068"/>
                  </a:cubicBezTo>
                  <a:cubicBezTo>
                    <a:pt x="4121" y="-4183"/>
                    <a:pt x="23207" y="-176"/>
                    <a:pt x="40399" y="989"/>
                  </a:cubicBezTo>
                  <a:cubicBezTo>
                    <a:pt x="92825" y="4982"/>
                    <a:pt x="145006" y="11718"/>
                    <a:pt x="196728" y="21167"/>
                  </a:cubicBezTo>
                  <a:cubicBezTo>
                    <a:pt x="210203" y="23499"/>
                    <a:pt x="341472" y="56280"/>
                    <a:pt x="343439" y="5285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35441FBD-79F6-471F-BE19-47CD6C2902AA}"/>
                </a:ext>
              </a:extLst>
            </p:cNvPr>
            <p:cNvSpPr/>
            <p:nvPr/>
          </p:nvSpPr>
          <p:spPr>
            <a:xfrm>
              <a:off x="2896225" y="846413"/>
              <a:ext cx="541013" cy="541013"/>
            </a:xfrm>
            <a:custGeom>
              <a:avLst/>
              <a:gdLst>
                <a:gd name="connsiteX0" fmla="*/ 541013 w 541013"/>
                <a:gd name="connsiteY0" fmla="*/ 270507 h 541013"/>
                <a:gd name="connsiteX1" fmla="*/ 270507 w 541013"/>
                <a:gd name="connsiteY1" fmla="*/ 541013 h 541013"/>
                <a:gd name="connsiteX2" fmla="*/ 0 w 541013"/>
                <a:gd name="connsiteY2" fmla="*/ 270507 h 541013"/>
                <a:gd name="connsiteX3" fmla="*/ 270507 w 541013"/>
                <a:gd name="connsiteY3" fmla="*/ 0 h 541013"/>
                <a:gd name="connsiteX4" fmla="*/ 541013 w 541013"/>
                <a:gd name="connsiteY4" fmla="*/ 270507 h 54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013" h="541013">
                  <a:moveTo>
                    <a:pt x="541013" y="270507"/>
                  </a:moveTo>
                  <a:cubicBezTo>
                    <a:pt x="541013" y="419903"/>
                    <a:pt x="419903" y="541013"/>
                    <a:pt x="270507" y="541013"/>
                  </a:cubicBezTo>
                  <a:cubicBezTo>
                    <a:pt x="121110" y="541013"/>
                    <a:pt x="0" y="419903"/>
                    <a:pt x="0" y="270507"/>
                  </a:cubicBezTo>
                  <a:cubicBezTo>
                    <a:pt x="0" y="121110"/>
                    <a:pt x="121110" y="0"/>
                    <a:pt x="270507" y="0"/>
                  </a:cubicBezTo>
                  <a:cubicBezTo>
                    <a:pt x="419903" y="0"/>
                    <a:pt x="541013" y="121110"/>
                    <a:pt x="541013" y="270507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DB6C77A1-86BA-496F-BD79-BC4399B468C4}"/>
                </a:ext>
              </a:extLst>
            </p:cNvPr>
            <p:cNvSpPr/>
            <p:nvPr/>
          </p:nvSpPr>
          <p:spPr>
            <a:xfrm>
              <a:off x="2889233" y="3016810"/>
              <a:ext cx="619266" cy="123114"/>
            </a:xfrm>
            <a:custGeom>
              <a:avLst/>
              <a:gdLst>
                <a:gd name="connsiteX0" fmla="*/ 619222 w 619266"/>
                <a:gd name="connsiteY0" fmla="*/ 38057 h 123114"/>
                <a:gd name="connsiteX1" fmla="*/ 478265 w 619266"/>
                <a:gd name="connsiteY1" fmla="*/ 39076 h 123114"/>
                <a:gd name="connsiteX2" fmla="*/ 390777 w 619266"/>
                <a:gd name="connsiteY2" fmla="*/ 48036 h 123114"/>
                <a:gd name="connsiteX3" fmla="*/ 286970 w 619266"/>
                <a:gd name="connsiteY3" fmla="*/ 82420 h 123114"/>
                <a:gd name="connsiteX4" fmla="*/ 113523 w 619266"/>
                <a:gd name="connsiteY4" fmla="*/ 105220 h 123114"/>
                <a:gd name="connsiteX5" fmla="*/ -45 w 619266"/>
                <a:gd name="connsiteY5" fmla="*/ 122995 h 123114"/>
                <a:gd name="connsiteX6" fmla="*/ 3451 w 619266"/>
                <a:gd name="connsiteY6" fmla="*/ 110028 h 123114"/>
                <a:gd name="connsiteX7" fmla="*/ 61947 w 619266"/>
                <a:gd name="connsiteY7" fmla="*/ 74479 h 123114"/>
                <a:gd name="connsiteX8" fmla="*/ 508641 w 619266"/>
                <a:gd name="connsiteY8" fmla="*/ 22248 h 123114"/>
                <a:gd name="connsiteX9" fmla="*/ 619222 w 619266"/>
                <a:gd name="connsiteY9" fmla="*/ 38057 h 12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266" h="123114">
                  <a:moveTo>
                    <a:pt x="619222" y="38057"/>
                  </a:moveTo>
                  <a:cubicBezTo>
                    <a:pt x="572382" y="35288"/>
                    <a:pt x="525251" y="37182"/>
                    <a:pt x="478265" y="39076"/>
                  </a:cubicBezTo>
                  <a:cubicBezTo>
                    <a:pt x="448888" y="39355"/>
                    <a:pt x="419600" y="42355"/>
                    <a:pt x="390777" y="48036"/>
                  </a:cubicBezTo>
                  <a:cubicBezTo>
                    <a:pt x="355227" y="56122"/>
                    <a:pt x="322009" y="72293"/>
                    <a:pt x="286970" y="82420"/>
                  </a:cubicBezTo>
                  <a:cubicBezTo>
                    <a:pt x="230877" y="98737"/>
                    <a:pt x="171654" y="99466"/>
                    <a:pt x="113523" y="105220"/>
                  </a:cubicBezTo>
                  <a:cubicBezTo>
                    <a:pt x="75352" y="108921"/>
                    <a:pt x="37431" y="114856"/>
                    <a:pt x="-45" y="122995"/>
                  </a:cubicBezTo>
                  <a:cubicBezTo>
                    <a:pt x="501" y="118529"/>
                    <a:pt x="1678" y="114164"/>
                    <a:pt x="3451" y="110028"/>
                  </a:cubicBezTo>
                  <a:cubicBezTo>
                    <a:pt x="13068" y="88393"/>
                    <a:pt x="38929" y="80015"/>
                    <a:pt x="61947" y="74479"/>
                  </a:cubicBezTo>
                  <a:cubicBezTo>
                    <a:pt x="208243" y="39392"/>
                    <a:pt x="358197" y="21859"/>
                    <a:pt x="508641" y="22248"/>
                  </a:cubicBezTo>
                  <a:cubicBezTo>
                    <a:pt x="564296" y="-15631"/>
                    <a:pt x="595620" y="-2082"/>
                    <a:pt x="619222" y="38057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2EB0727C-D52B-4886-85D1-55C86D12635D}"/>
                </a:ext>
              </a:extLst>
            </p:cNvPr>
            <p:cNvSpPr/>
            <p:nvPr/>
          </p:nvSpPr>
          <p:spPr>
            <a:xfrm>
              <a:off x="2566790" y="1481999"/>
              <a:ext cx="1054353" cy="1688174"/>
            </a:xfrm>
            <a:custGeom>
              <a:avLst/>
              <a:gdLst>
                <a:gd name="connsiteX0" fmla="*/ 757318 w 1054353"/>
                <a:gd name="connsiteY0" fmla="*/ 77622 h 1688174"/>
                <a:gd name="connsiteX1" fmla="*/ 712210 w 1054353"/>
                <a:gd name="connsiteY1" fmla="*/ 101906 h 1688174"/>
                <a:gd name="connsiteX2" fmla="*/ 694656 w 1054353"/>
                <a:gd name="connsiteY2" fmla="*/ 92510 h 1688174"/>
                <a:gd name="connsiteX3" fmla="*/ 588514 w 1054353"/>
                <a:gd name="connsiteY3" fmla="*/ 62170 h 1688174"/>
                <a:gd name="connsiteX4" fmla="*/ 369922 w 1054353"/>
                <a:gd name="connsiteY4" fmla="*/ 13026 h 1688174"/>
                <a:gd name="connsiteX5" fmla="*/ 305267 w 1054353"/>
                <a:gd name="connsiteY5" fmla="*/ -120 h 1688174"/>
                <a:gd name="connsiteX6" fmla="*/ 190055 w 1054353"/>
                <a:gd name="connsiteY6" fmla="*/ 66323 h 1688174"/>
                <a:gd name="connsiteX7" fmla="*/ 112774 w 1054353"/>
                <a:gd name="connsiteY7" fmla="*/ 180016 h 1688174"/>
                <a:gd name="connsiteX8" fmla="*/ 50006 w 1054353"/>
                <a:gd name="connsiteY8" fmla="*/ 255218 h 1688174"/>
                <a:gd name="connsiteX9" fmla="*/ 4693 w 1054353"/>
                <a:gd name="connsiteY9" fmla="*/ 492376 h 1688174"/>
                <a:gd name="connsiteX10" fmla="*/ 81795 w 1054353"/>
                <a:gd name="connsiteY10" fmla="*/ 726721 h 1688174"/>
                <a:gd name="connsiteX11" fmla="*/ 144747 w 1054353"/>
                <a:gd name="connsiteY11" fmla="*/ 853648 h 1688174"/>
                <a:gd name="connsiteX12" fmla="*/ 169069 w 1054353"/>
                <a:gd name="connsiteY12" fmla="*/ 1042073 h 1688174"/>
                <a:gd name="connsiteX13" fmla="*/ 193599 w 1054353"/>
                <a:gd name="connsiteY13" fmla="*/ 1098076 h 1688174"/>
                <a:gd name="connsiteX14" fmla="*/ 191899 w 1054353"/>
                <a:gd name="connsiteY14" fmla="*/ 1139148 h 1688174"/>
                <a:gd name="connsiteX15" fmla="*/ 178131 w 1054353"/>
                <a:gd name="connsiteY15" fmla="*/ 1237082 h 1688174"/>
                <a:gd name="connsiteX16" fmla="*/ 164316 w 1054353"/>
                <a:gd name="connsiteY16" fmla="*/ 1326355 h 1688174"/>
                <a:gd name="connsiteX17" fmla="*/ 166004 w 1054353"/>
                <a:gd name="connsiteY17" fmla="*/ 1488469 h 1688174"/>
                <a:gd name="connsiteX18" fmla="*/ 172392 w 1054353"/>
                <a:gd name="connsiteY18" fmla="*/ 1688054 h 1688174"/>
                <a:gd name="connsiteX19" fmla="*/ 435986 w 1054353"/>
                <a:gd name="connsiteY19" fmla="*/ 1625429 h 1688174"/>
                <a:gd name="connsiteX20" fmla="*/ 609413 w 1054353"/>
                <a:gd name="connsiteY20" fmla="*/ 1602692 h 1688174"/>
                <a:gd name="connsiteX21" fmla="*/ 713216 w 1054353"/>
                <a:gd name="connsiteY21" fmla="*/ 1568243 h 1688174"/>
                <a:gd name="connsiteX22" fmla="*/ 800744 w 1054353"/>
                <a:gd name="connsiteY22" fmla="*/ 1559308 h 1688174"/>
                <a:gd name="connsiteX23" fmla="*/ 995006 w 1054353"/>
                <a:gd name="connsiteY23" fmla="*/ 1563656 h 1688174"/>
                <a:gd name="connsiteX24" fmla="*/ 1009640 w 1054353"/>
                <a:gd name="connsiteY24" fmla="*/ 1560613 h 1688174"/>
                <a:gd name="connsiteX25" fmla="*/ 1011589 w 1054353"/>
                <a:gd name="connsiteY25" fmla="*/ 1552965 h 1688174"/>
                <a:gd name="connsiteX26" fmla="*/ 995002 w 1054353"/>
                <a:gd name="connsiteY26" fmla="*/ 1484101 h 1688174"/>
                <a:gd name="connsiteX27" fmla="*/ 975772 w 1054353"/>
                <a:gd name="connsiteY27" fmla="*/ 1438952 h 1688174"/>
                <a:gd name="connsiteX28" fmla="*/ 981391 w 1054353"/>
                <a:gd name="connsiteY28" fmla="*/ 1416534 h 1688174"/>
                <a:gd name="connsiteX29" fmla="*/ 1009822 w 1054353"/>
                <a:gd name="connsiteY29" fmla="*/ 1340712 h 1688174"/>
                <a:gd name="connsiteX30" fmla="*/ 1034865 w 1054353"/>
                <a:gd name="connsiteY30" fmla="*/ 1135142 h 1688174"/>
                <a:gd name="connsiteX31" fmla="*/ 1053551 w 1054353"/>
                <a:gd name="connsiteY31" fmla="*/ 976114 h 1688174"/>
                <a:gd name="connsiteX32" fmla="*/ 1026902 w 1054353"/>
                <a:gd name="connsiteY32" fmla="*/ 844663 h 1688174"/>
                <a:gd name="connsiteX33" fmla="*/ 1006107 w 1054353"/>
                <a:gd name="connsiteY33" fmla="*/ 815745 h 1688174"/>
                <a:gd name="connsiteX34" fmla="*/ 1001155 w 1054353"/>
                <a:gd name="connsiteY34" fmla="*/ 781163 h 1688174"/>
                <a:gd name="connsiteX35" fmla="*/ 1008667 w 1054353"/>
                <a:gd name="connsiteY35" fmla="*/ 507496 h 1688174"/>
                <a:gd name="connsiteX36" fmla="*/ 935645 w 1054353"/>
                <a:gd name="connsiteY36" fmla="*/ 377204 h 1688174"/>
                <a:gd name="connsiteX37" fmla="*/ 868116 w 1054353"/>
                <a:gd name="connsiteY37" fmla="*/ 219544 h 1688174"/>
                <a:gd name="connsiteX38" fmla="*/ 855570 w 1054353"/>
                <a:gd name="connsiteY38" fmla="*/ 106277 h 1688174"/>
                <a:gd name="connsiteX39" fmla="*/ 846005 w 1054353"/>
                <a:gd name="connsiteY39" fmla="*/ 79826 h 1688174"/>
                <a:gd name="connsiteX40" fmla="*/ 807500 w 1054353"/>
                <a:gd name="connsiteY40" fmla="*/ 68390 h 1688174"/>
                <a:gd name="connsiteX41" fmla="*/ 757318 w 1054353"/>
                <a:gd name="connsiteY41" fmla="*/ 77622 h 16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54353" h="1688174">
                  <a:moveTo>
                    <a:pt x="757318" y="77622"/>
                  </a:moveTo>
                  <a:cubicBezTo>
                    <a:pt x="745525" y="91268"/>
                    <a:pt x="729701" y="106306"/>
                    <a:pt x="712210" y="101906"/>
                  </a:cubicBezTo>
                  <a:cubicBezTo>
                    <a:pt x="705888" y="99746"/>
                    <a:pt x="699960" y="96573"/>
                    <a:pt x="694656" y="92510"/>
                  </a:cubicBezTo>
                  <a:cubicBezTo>
                    <a:pt x="663473" y="72413"/>
                    <a:pt x="625198" y="67697"/>
                    <a:pt x="588514" y="62170"/>
                  </a:cubicBezTo>
                  <a:cubicBezTo>
                    <a:pt x="514570" y="51028"/>
                    <a:pt x="441519" y="34605"/>
                    <a:pt x="369922" y="13026"/>
                  </a:cubicBezTo>
                  <a:cubicBezTo>
                    <a:pt x="349141" y="5462"/>
                    <a:pt x="327351" y="1031"/>
                    <a:pt x="305267" y="-120"/>
                  </a:cubicBezTo>
                  <a:cubicBezTo>
                    <a:pt x="259418" y="117"/>
                    <a:pt x="218786" y="30594"/>
                    <a:pt x="190055" y="66323"/>
                  </a:cubicBezTo>
                  <a:cubicBezTo>
                    <a:pt x="161323" y="102052"/>
                    <a:pt x="140968" y="143860"/>
                    <a:pt x="112774" y="180016"/>
                  </a:cubicBezTo>
                  <a:cubicBezTo>
                    <a:pt x="92686" y="205776"/>
                    <a:pt x="68765" y="228475"/>
                    <a:pt x="50006" y="255218"/>
                  </a:cubicBezTo>
                  <a:cubicBezTo>
                    <a:pt x="2646" y="322734"/>
                    <a:pt x="-7533" y="410817"/>
                    <a:pt x="4693" y="492376"/>
                  </a:cubicBezTo>
                  <a:cubicBezTo>
                    <a:pt x="16920" y="573934"/>
                    <a:pt x="49505" y="650836"/>
                    <a:pt x="81795" y="726721"/>
                  </a:cubicBezTo>
                  <a:cubicBezTo>
                    <a:pt x="99052" y="770778"/>
                    <a:pt x="120115" y="813248"/>
                    <a:pt x="144747" y="853648"/>
                  </a:cubicBezTo>
                  <a:cubicBezTo>
                    <a:pt x="133854" y="915615"/>
                    <a:pt x="139603" y="986481"/>
                    <a:pt x="169069" y="1042073"/>
                  </a:cubicBezTo>
                  <a:cubicBezTo>
                    <a:pt x="178666" y="1060178"/>
                    <a:pt x="190426" y="1077833"/>
                    <a:pt x="193599" y="1098076"/>
                  </a:cubicBezTo>
                  <a:cubicBezTo>
                    <a:pt x="195053" y="1111776"/>
                    <a:pt x="194481" y="1125615"/>
                    <a:pt x="191899" y="1139148"/>
                  </a:cubicBezTo>
                  <a:lnTo>
                    <a:pt x="178131" y="1237082"/>
                  </a:lnTo>
                  <a:cubicBezTo>
                    <a:pt x="173939" y="1266903"/>
                    <a:pt x="169745" y="1296735"/>
                    <a:pt x="164316" y="1326355"/>
                  </a:cubicBezTo>
                  <a:cubicBezTo>
                    <a:pt x="154379" y="1380568"/>
                    <a:pt x="140898" y="1439404"/>
                    <a:pt x="166004" y="1488469"/>
                  </a:cubicBezTo>
                  <a:cubicBezTo>
                    <a:pt x="196071" y="1547226"/>
                    <a:pt x="164492" y="1622526"/>
                    <a:pt x="172392" y="1688054"/>
                  </a:cubicBezTo>
                  <a:cubicBezTo>
                    <a:pt x="257023" y="1655365"/>
                    <a:pt x="345695" y="1634298"/>
                    <a:pt x="435986" y="1625429"/>
                  </a:cubicBezTo>
                  <a:cubicBezTo>
                    <a:pt x="494116" y="1619730"/>
                    <a:pt x="553331" y="1619010"/>
                    <a:pt x="609413" y="1602692"/>
                  </a:cubicBezTo>
                  <a:cubicBezTo>
                    <a:pt x="644439" y="1592501"/>
                    <a:pt x="677654" y="1576368"/>
                    <a:pt x="713216" y="1568243"/>
                  </a:cubicBezTo>
                  <a:cubicBezTo>
                    <a:pt x="742055" y="1562583"/>
                    <a:pt x="771355" y="1559592"/>
                    <a:pt x="800744" y="1559308"/>
                  </a:cubicBezTo>
                  <a:cubicBezTo>
                    <a:pt x="865563" y="1556693"/>
                    <a:pt x="930841" y="1554101"/>
                    <a:pt x="995006" y="1563656"/>
                  </a:cubicBezTo>
                  <a:cubicBezTo>
                    <a:pt x="1000202" y="1564429"/>
                    <a:pt x="1006531" y="1564847"/>
                    <a:pt x="1009640" y="1560613"/>
                  </a:cubicBezTo>
                  <a:cubicBezTo>
                    <a:pt x="1011027" y="1558311"/>
                    <a:pt x="1011705" y="1555651"/>
                    <a:pt x="1011589" y="1552965"/>
                  </a:cubicBezTo>
                  <a:cubicBezTo>
                    <a:pt x="1012575" y="1528914"/>
                    <a:pt x="1006831" y="1505065"/>
                    <a:pt x="995002" y="1484101"/>
                  </a:cubicBezTo>
                  <a:cubicBezTo>
                    <a:pt x="986822" y="1469664"/>
                    <a:pt x="975457" y="1455542"/>
                    <a:pt x="975772" y="1438952"/>
                  </a:cubicBezTo>
                  <a:cubicBezTo>
                    <a:pt x="976364" y="1431215"/>
                    <a:pt x="978264" y="1423635"/>
                    <a:pt x="981391" y="1416534"/>
                  </a:cubicBezTo>
                  <a:lnTo>
                    <a:pt x="1009822" y="1340712"/>
                  </a:lnTo>
                  <a:cubicBezTo>
                    <a:pt x="1033822" y="1276704"/>
                    <a:pt x="1022401" y="1202355"/>
                    <a:pt x="1034865" y="1135142"/>
                  </a:cubicBezTo>
                  <a:cubicBezTo>
                    <a:pt x="1044607" y="1082605"/>
                    <a:pt x="1050849" y="1029479"/>
                    <a:pt x="1053551" y="976114"/>
                  </a:cubicBezTo>
                  <a:cubicBezTo>
                    <a:pt x="1055859" y="930503"/>
                    <a:pt x="1054425" y="881109"/>
                    <a:pt x="1026902" y="844663"/>
                  </a:cubicBezTo>
                  <a:cubicBezTo>
                    <a:pt x="1018855" y="835878"/>
                    <a:pt x="1011875" y="826171"/>
                    <a:pt x="1006107" y="815745"/>
                  </a:cubicBezTo>
                  <a:cubicBezTo>
                    <a:pt x="1002156" y="804666"/>
                    <a:pt x="1000472" y="792906"/>
                    <a:pt x="1001155" y="781163"/>
                  </a:cubicBezTo>
                  <a:cubicBezTo>
                    <a:pt x="1000542" y="689891"/>
                    <a:pt x="1003046" y="598668"/>
                    <a:pt x="1008667" y="507496"/>
                  </a:cubicBezTo>
                  <a:cubicBezTo>
                    <a:pt x="984667" y="464392"/>
                    <a:pt x="959644" y="420309"/>
                    <a:pt x="935645" y="377204"/>
                  </a:cubicBezTo>
                  <a:cubicBezTo>
                    <a:pt x="907713" y="327040"/>
                    <a:pt x="879393" y="275842"/>
                    <a:pt x="868116" y="219544"/>
                  </a:cubicBezTo>
                  <a:cubicBezTo>
                    <a:pt x="860651" y="182279"/>
                    <a:pt x="860910" y="143905"/>
                    <a:pt x="855570" y="106277"/>
                  </a:cubicBezTo>
                  <a:cubicBezTo>
                    <a:pt x="855009" y="96720"/>
                    <a:pt x="851686" y="87532"/>
                    <a:pt x="846005" y="79826"/>
                  </a:cubicBezTo>
                  <a:cubicBezTo>
                    <a:pt x="836840" y="69444"/>
                    <a:pt x="821342" y="67958"/>
                    <a:pt x="807500" y="68390"/>
                  </a:cubicBezTo>
                  <a:cubicBezTo>
                    <a:pt x="790404" y="68932"/>
                    <a:pt x="773487" y="72044"/>
                    <a:pt x="757318" y="77622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0436AF4F-8593-40D8-85BF-650A95F8B7A1}"/>
                </a:ext>
              </a:extLst>
            </p:cNvPr>
            <p:cNvSpPr/>
            <p:nvPr/>
          </p:nvSpPr>
          <p:spPr>
            <a:xfrm>
              <a:off x="4141347" y="1338559"/>
              <a:ext cx="173124" cy="82633"/>
            </a:xfrm>
            <a:custGeom>
              <a:avLst/>
              <a:gdLst>
                <a:gd name="connsiteX0" fmla="*/ 173080 w 173124"/>
                <a:gd name="connsiteY0" fmla="*/ 58544 h 82633"/>
                <a:gd name="connsiteX1" fmla="*/ 114512 w 173124"/>
                <a:gd name="connsiteY1" fmla="*/ 82364 h 82633"/>
                <a:gd name="connsiteX2" fmla="*/ 10050 w 173124"/>
                <a:gd name="connsiteY2" fmla="*/ 43975 h 82633"/>
                <a:gd name="connsiteX3" fmla="*/ 70 w 173124"/>
                <a:gd name="connsiteY3" fmla="*/ 3982 h 82633"/>
                <a:gd name="connsiteX4" fmla="*/ 11725 w 173124"/>
                <a:gd name="connsiteY4" fmla="*/ 1724 h 82633"/>
                <a:gd name="connsiteX5" fmla="*/ 102491 w 173124"/>
                <a:gd name="connsiteY5" fmla="*/ 5366 h 82633"/>
                <a:gd name="connsiteX6" fmla="*/ 172934 w 173124"/>
                <a:gd name="connsiteY6" fmla="*/ 58252 h 82633"/>
                <a:gd name="connsiteX7" fmla="*/ 173080 w 173124"/>
                <a:gd name="connsiteY7" fmla="*/ 58544 h 82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124" h="82633">
                  <a:moveTo>
                    <a:pt x="173080" y="58544"/>
                  </a:moveTo>
                  <a:cubicBezTo>
                    <a:pt x="156086" y="71660"/>
                    <a:pt x="135837" y="79896"/>
                    <a:pt x="114512" y="82364"/>
                  </a:cubicBezTo>
                  <a:cubicBezTo>
                    <a:pt x="86611" y="84259"/>
                    <a:pt x="27386" y="67868"/>
                    <a:pt x="10050" y="43975"/>
                  </a:cubicBezTo>
                  <a:cubicBezTo>
                    <a:pt x="2741" y="31966"/>
                    <a:pt x="-740" y="18017"/>
                    <a:pt x="70" y="3982"/>
                  </a:cubicBezTo>
                  <a:cubicBezTo>
                    <a:pt x="3848" y="2756"/>
                    <a:pt x="7763" y="1998"/>
                    <a:pt x="11725" y="1724"/>
                  </a:cubicBezTo>
                  <a:cubicBezTo>
                    <a:pt x="41992" y="-1631"/>
                    <a:pt x="72591" y="-403"/>
                    <a:pt x="102491" y="5366"/>
                  </a:cubicBezTo>
                  <a:cubicBezTo>
                    <a:pt x="131994" y="12578"/>
                    <a:pt x="160478" y="30498"/>
                    <a:pt x="172934" y="58252"/>
                  </a:cubicBezTo>
                  <a:cubicBezTo>
                    <a:pt x="173007" y="58325"/>
                    <a:pt x="173007" y="58471"/>
                    <a:pt x="173080" y="5854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9A7DBE23-9227-4151-9748-F3C83F9D212A}"/>
                </a:ext>
              </a:extLst>
            </p:cNvPr>
            <p:cNvSpPr/>
            <p:nvPr/>
          </p:nvSpPr>
          <p:spPr>
            <a:xfrm>
              <a:off x="3344611" y="1345824"/>
              <a:ext cx="965073" cy="703983"/>
            </a:xfrm>
            <a:custGeom>
              <a:avLst/>
              <a:gdLst>
                <a:gd name="connsiteX0" fmla="*/ 69846 w 965073"/>
                <a:gd name="connsiteY0" fmla="*/ 636299 h 703983"/>
                <a:gd name="connsiteX1" fmla="*/ 126827 w 965073"/>
                <a:gd name="connsiteY1" fmla="*/ 690058 h 703983"/>
                <a:gd name="connsiteX2" fmla="*/ 215622 w 965073"/>
                <a:gd name="connsiteY2" fmla="*/ 703680 h 703983"/>
                <a:gd name="connsiteX3" fmla="*/ 586674 w 965073"/>
                <a:gd name="connsiteY3" fmla="*/ 662920 h 703983"/>
                <a:gd name="connsiteX4" fmla="*/ 627540 w 965073"/>
                <a:gd name="connsiteY4" fmla="*/ 651966 h 703983"/>
                <a:gd name="connsiteX5" fmla="*/ 668842 w 965073"/>
                <a:gd name="connsiteY5" fmla="*/ 626206 h 703983"/>
                <a:gd name="connsiteX6" fmla="*/ 780505 w 965073"/>
                <a:gd name="connsiteY6" fmla="*/ 528808 h 703983"/>
                <a:gd name="connsiteX7" fmla="*/ 846698 w 965073"/>
                <a:gd name="connsiteY7" fmla="*/ 366471 h 703983"/>
                <a:gd name="connsiteX8" fmla="*/ 905835 w 965073"/>
                <a:gd name="connsiteY8" fmla="*/ 264731 h 703983"/>
                <a:gd name="connsiteX9" fmla="*/ 919315 w 965073"/>
                <a:gd name="connsiteY9" fmla="*/ 215319 h 703983"/>
                <a:gd name="connsiteX10" fmla="*/ 911710 w 965073"/>
                <a:gd name="connsiteY10" fmla="*/ 162260 h 703983"/>
                <a:gd name="connsiteX11" fmla="*/ 954633 w 965073"/>
                <a:gd name="connsiteY11" fmla="*/ 85046 h 703983"/>
                <a:gd name="connsiteX12" fmla="*/ 964842 w 965073"/>
                <a:gd name="connsiteY12" fmla="*/ 71479 h 703983"/>
                <a:gd name="connsiteX13" fmla="*/ 962411 w 965073"/>
                <a:gd name="connsiteY13" fmla="*/ 58255 h 703983"/>
                <a:gd name="connsiteX14" fmla="*/ 891942 w 965073"/>
                <a:gd name="connsiteY14" fmla="*/ 5350 h 703983"/>
                <a:gd name="connsiteX15" fmla="*/ 801146 w 965073"/>
                <a:gd name="connsiteY15" fmla="*/ 1745 h 703983"/>
                <a:gd name="connsiteX16" fmla="*/ 771406 w 965073"/>
                <a:gd name="connsiteY16" fmla="*/ 9644 h 703983"/>
                <a:gd name="connsiteX17" fmla="*/ 750252 w 965073"/>
                <a:gd name="connsiteY17" fmla="*/ 65347 h 703983"/>
                <a:gd name="connsiteX18" fmla="*/ 736430 w 965073"/>
                <a:gd name="connsiteY18" fmla="*/ 90757 h 703983"/>
                <a:gd name="connsiteX19" fmla="*/ 721412 w 965073"/>
                <a:gd name="connsiteY19" fmla="*/ 102500 h 703983"/>
                <a:gd name="connsiteX20" fmla="*/ 691646 w 965073"/>
                <a:gd name="connsiteY20" fmla="*/ 177573 h 703983"/>
                <a:gd name="connsiteX21" fmla="*/ 643943 w 965073"/>
                <a:gd name="connsiteY21" fmla="*/ 277160 h 703983"/>
                <a:gd name="connsiteX22" fmla="*/ 574192 w 965073"/>
                <a:gd name="connsiteY22" fmla="*/ 338566 h 703983"/>
                <a:gd name="connsiteX23" fmla="*/ 565082 w 965073"/>
                <a:gd name="connsiteY23" fmla="*/ 357678 h 703983"/>
                <a:gd name="connsiteX24" fmla="*/ 540727 w 965073"/>
                <a:gd name="connsiteY24" fmla="*/ 365162 h 703983"/>
                <a:gd name="connsiteX25" fmla="*/ 474259 w 965073"/>
                <a:gd name="connsiteY25" fmla="*/ 375254 h 703983"/>
                <a:gd name="connsiteX26" fmla="*/ 395312 w 965073"/>
                <a:gd name="connsiteY26" fmla="*/ 364220 h 703983"/>
                <a:gd name="connsiteX27" fmla="*/ 378466 w 965073"/>
                <a:gd name="connsiteY27" fmla="*/ 365714 h 703983"/>
                <a:gd name="connsiteX28" fmla="*/ 364650 w 965073"/>
                <a:gd name="connsiteY28" fmla="*/ 360899 h 703983"/>
                <a:gd name="connsiteX29" fmla="*/ 333314 w 965073"/>
                <a:gd name="connsiteY29" fmla="*/ 348571 h 703983"/>
                <a:gd name="connsiteX30" fmla="*/ 303585 w 965073"/>
                <a:gd name="connsiteY30" fmla="*/ 360054 h 703983"/>
                <a:gd name="connsiteX31" fmla="*/ 284567 w 965073"/>
                <a:gd name="connsiteY31" fmla="*/ 332197 h 703983"/>
                <a:gd name="connsiteX32" fmla="*/ 255727 w 965073"/>
                <a:gd name="connsiteY32" fmla="*/ 318435 h 703983"/>
                <a:gd name="connsiteX33" fmla="*/ 246199 w 965073"/>
                <a:gd name="connsiteY33" fmla="*/ 296916 h 703983"/>
                <a:gd name="connsiteX34" fmla="*/ 217426 w 965073"/>
                <a:gd name="connsiteY34" fmla="*/ 297958 h 703983"/>
                <a:gd name="connsiteX35" fmla="*/ 148910 w 965073"/>
                <a:gd name="connsiteY35" fmla="*/ 269165 h 703983"/>
                <a:gd name="connsiteX36" fmla="*/ 85350 w 965073"/>
                <a:gd name="connsiteY36" fmla="*/ 250274 h 703983"/>
                <a:gd name="connsiteX37" fmla="*/ 73587 w 965073"/>
                <a:gd name="connsiteY37" fmla="*/ 229286 h 703983"/>
                <a:gd name="connsiteX38" fmla="*/ 58495 w 965073"/>
                <a:gd name="connsiteY38" fmla="*/ 227537 h 703983"/>
                <a:gd name="connsiteX39" fmla="*/ 12854 w 965073"/>
                <a:gd name="connsiteY39" fmla="*/ 241389 h 703983"/>
                <a:gd name="connsiteX40" fmla="*/ 19568 w 965073"/>
                <a:gd name="connsiteY40" fmla="*/ 521032 h 703983"/>
                <a:gd name="connsiteX41" fmla="*/ 69846 w 965073"/>
                <a:gd name="connsiteY41" fmla="*/ 636299 h 703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965073" h="703983">
                  <a:moveTo>
                    <a:pt x="69846" y="636299"/>
                  </a:moveTo>
                  <a:cubicBezTo>
                    <a:pt x="86311" y="656826"/>
                    <a:pt x="103471" y="677935"/>
                    <a:pt x="126827" y="690058"/>
                  </a:cubicBezTo>
                  <a:cubicBezTo>
                    <a:pt x="153699" y="704006"/>
                    <a:pt x="185352" y="704324"/>
                    <a:pt x="215622" y="703680"/>
                  </a:cubicBezTo>
                  <a:cubicBezTo>
                    <a:pt x="340263" y="701021"/>
                    <a:pt x="464427" y="687381"/>
                    <a:pt x="586674" y="662920"/>
                  </a:cubicBezTo>
                  <a:cubicBezTo>
                    <a:pt x="600602" y="660522"/>
                    <a:pt x="614280" y="656856"/>
                    <a:pt x="627540" y="651966"/>
                  </a:cubicBezTo>
                  <a:cubicBezTo>
                    <a:pt x="642237" y="644969"/>
                    <a:pt x="656093" y="636327"/>
                    <a:pt x="668842" y="626206"/>
                  </a:cubicBezTo>
                  <a:cubicBezTo>
                    <a:pt x="709086" y="597273"/>
                    <a:pt x="749903" y="567799"/>
                    <a:pt x="780505" y="528808"/>
                  </a:cubicBezTo>
                  <a:cubicBezTo>
                    <a:pt x="816913" y="481717"/>
                    <a:pt x="839797" y="425593"/>
                    <a:pt x="846698" y="366471"/>
                  </a:cubicBezTo>
                  <a:cubicBezTo>
                    <a:pt x="875806" y="339652"/>
                    <a:pt x="891263" y="301531"/>
                    <a:pt x="905835" y="264731"/>
                  </a:cubicBezTo>
                  <a:cubicBezTo>
                    <a:pt x="913031" y="249120"/>
                    <a:pt x="917586" y="232422"/>
                    <a:pt x="919315" y="215319"/>
                  </a:cubicBezTo>
                  <a:cubicBezTo>
                    <a:pt x="920098" y="197822"/>
                    <a:pt x="908503" y="179479"/>
                    <a:pt x="911710" y="162260"/>
                  </a:cubicBezTo>
                  <a:cubicBezTo>
                    <a:pt x="917325" y="132569"/>
                    <a:pt x="932380" y="105487"/>
                    <a:pt x="954633" y="85046"/>
                  </a:cubicBezTo>
                  <a:cubicBezTo>
                    <a:pt x="959351" y="81681"/>
                    <a:pt x="962917" y="76944"/>
                    <a:pt x="964842" y="71479"/>
                  </a:cubicBezTo>
                  <a:cubicBezTo>
                    <a:pt x="965441" y="66925"/>
                    <a:pt x="964590" y="62298"/>
                    <a:pt x="962411" y="58255"/>
                  </a:cubicBezTo>
                  <a:cubicBezTo>
                    <a:pt x="949955" y="30510"/>
                    <a:pt x="921473" y="12621"/>
                    <a:pt x="891942" y="5350"/>
                  </a:cubicBezTo>
                  <a:cubicBezTo>
                    <a:pt x="862031" y="-418"/>
                    <a:pt x="831420" y="-1633"/>
                    <a:pt x="801146" y="1745"/>
                  </a:cubicBezTo>
                  <a:cubicBezTo>
                    <a:pt x="791054" y="3655"/>
                    <a:pt x="781116" y="6295"/>
                    <a:pt x="771406" y="9644"/>
                  </a:cubicBezTo>
                  <a:lnTo>
                    <a:pt x="750252" y="65347"/>
                  </a:lnTo>
                  <a:cubicBezTo>
                    <a:pt x="747410" y="74664"/>
                    <a:pt x="742708" y="83308"/>
                    <a:pt x="736430" y="90757"/>
                  </a:cubicBezTo>
                  <a:cubicBezTo>
                    <a:pt x="731719" y="95034"/>
                    <a:pt x="726700" y="98959"/>
                    <a:pt x="721412" y="102500"/>
                  </a:cubicBezTo>
                  <a:cubicBezTo>
                    <a:pt x="699612" y="121010"/>
                    <a:pt x="688453" y="149154"/>
                    <a:pt x="691646" y="177573"/>
                  </a:cubicBezTo>
                  <a:cubicBezTo>
                    <a:pt x="651958" y="192980"/>
                    <a:pt x="631074" y="236577"/>
                    <a:pt x="643943" y="277160"/>
                  </a:cubicBezTo>
                  <a:cubicBezTo>
                    <a:pt x="611591" y="284096"/>
                    <a:pt x="585173" y="307354"/>
                    <a:pt x="574192" y="338566"/>
                  </a:cubicBezTo>
                  <a:cubicBezTo>
                    <a:pt x="572686" y="345559"/>
                    <a:pt x="569566" y="352104"/>
                    <a:pt x="565082" y="357678"/>
                  </a:cubicBezTo>
                  <a:cubicBezTo>
                    <a:pt x="558102" y="362970"/>
                    <a:pt x="549474" y="365621"/>
                    <a:pt x="540727" y="365162"/>
                  </a:cubicBezTo>
                  <a:cubicBezTo>
                    <a:pt x="516823" y="366641"/>
                    <a:pt x="495922" y="385466"/>
                    <a:pt x="474259" y="375254"/>
                  </a:cubicBezTo>
                  <a:cubicBezTo>
                    <a:pt x="449651" y="363721"/>
                    <a:pt x="422139" y="359876"/>
                    <a:pt x="395312" y="364220"/>
                  </a:cubicBezTo>
                  <a:cubicBezTo>
                    <a:pt x="389796" y="365518"/>
                    <a:pt x="384123" y="366021"/>
                    <a:pt x="378466" y="365714"/>
                  </a:cubicBezTo>
                  <a:cubicBezTo>
                    <a:pt x="373626" y="364883"/>
                    <a:pt x="368958" y="363256"/>
                    <a:pt x="364650" y="360899"/>
                  </a:cubicBezTo>
                  <a:cubicBezTo>
                    <a:pt x="354895" y="355214"/>
                    <a:pt x="344327" y="351056"/>
                    <a:pt x="333314" y="348571"/>
                  </a:cubicBezTo>
                  <a:cubicBezTo>
                    <a:pt x="322007" y="346213"/>
                    <a:pt x="310370" y="350708"/>
                    <a:pt x="303585" y="360054"/>
                  </a:cubicBezTo>
                  <a:cubicBezTo>
                    <a:pt x="295999" y="351736"/>
                    <a:pt x="291479" y="341083"/>
                    <a:pt x="284567" y="332197"/>
                  </a:cubicBezTo>
                  <a:cubicBezTo>
                    <a:pt x="278319" y="322537"/>
                    <a:pt x="267167" y="317215"/>
                    <a:pt x="255727" y="318435"/>
                  </a:cubicBezTo>
                  <a:cubicBezTo>
                    <a:pt x="262928" y="312019"/>
                    <a:pt x="255557" y="299250"/>
                    <a:pt x="246199" y="296916"/>
                  </a:cubicBezTo>
                  <a:cubicBezTo>
                    <a:pt x="236600" y="296127"/>
                    <a:pt x="226942" y="296477"/>
                    <a:pt x="217426" y="297958"/>
                  </a:cubicBezTo>
                  <a:cubicBezTo>
                    <a:pt x="192408" y="297827"/>
                    <a:pt x="173212" y="275111"/>
                    <a:pt x="148910" y="269165"/>
                  </a:cubicBezTo>
                  <a:cubicBezTo>
                    <a:pt x="126573" y="263699"/>
                    <a:pt x="96801" y="270217"/>
                    <a:pt x="85350" y="250274"/>
                  </a:cubicBezTo>
                  <a:cubicBezTo>
                    <a:pt x="81291" y="243204"/>
                    <a:pt x="80497" y="233615"/>
                    <a:pt x="73587" y="229286"/>
                  </a:cubicBezTo>
                  <a:cubicBezTo>
                    <a:pt x="68907" y="226987"/>
                    <a:pt x="63577" y="226369"/>
                    <a:pt x="58495" y="227537"/>
                  </a:cubicBezTo>
                  <a:cubicBezTo>
                    <a:pt x="42631" y="229648"/>
                    <a:pt x="27216" y="234327"/>
                    <a:pt x="12854" y="241389"/>
                  </a:cubicBezTo>
                  <a:cubicBezTo>
                    <a:pt x="-10569" y="333011"/>
                    <a:pt x="1720" y="428162"/>
                    <a:pt x="19568" y="521032"/>
                  </a:cubicBezTo>
                  <a:cubicBezTo>
                    <a:pt x="26089" y="563152"/>
                    <a:pt x="43411" y="602865"/>
                    <a:pt x="69846" y="636299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E47BCC91-F903-41F1-A741-FE5D0ECAEC7C}"/>
                </a:ext>
              </a:extLst>
            </p:cNvPr>
            <p:cNvSpPr/>
            <p:nvPr/>
          </p:nvSpPr>
          <p:spPr>
            <a:xfrm>
              <a:off x="3297316" y="2279710"/>
              <a:ext cx="143431" cy="265743"/>
            </a:xfrm>
            <a:custGeom>
              <a:avLst/>
              <a:gdLst>
                <a:gd name="connsiteX0" fmla="*/ 116437 w 143431"/>
                <a:gd name="connsiteY0" fmla="*/ 30743 h 265743"/>
                <a:gd name="connsiteX1" fmla="*/ -45 w 143431"/>
                <a:gd name="connsiteY1" fmla="*/ 265623 h 265743"/>
                <a:gd name="connsiteX2" fmla="*/ 60036 w 143431"/>
                <a:gd name="connsiteY2" fmla="*/ 221538 h 265743"/>
                <a:gd name="connsiteX3" fmla="*/ 117520 w 143431"/>
                <a:gd name="connsiteY3" fmla="*/ 144315 h 265743"/>
                <a:gd name="connsiteX4" fmla="*/ 139516 w 143431"/>
                <a:gd name="connsiteY4" fmla="*/ 49171 h 265743"/>
                <a:gd name="connsiteX5" fmla="*/ 139630 w 143431"/>
                <a:gd name="connsiteY5" fmla="*/ -120 h 265743"/>
                <a:gd name="connsiteX6" fmla="*/ 116437 w 143431"/>
                <a:gd name="connsiteY6" fmla="*/ 30743 h 2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431" h="265743">
                  <a:moveTo>
                    <a:pt x="116437" y="30743"/>
                  </a:moveTo>
                  <a:lnTo>
                    <a:pt x="-45" y="265623"/>
                  </a:lnTo>
                  <a:cubicBezTo>
                    <a:pt x="12544" y="243859"/>
                    <a:pt x="39095" y="235455"/>
                    <a:pt x="60036" y="221538"/>
                  </a:cubicBezTo>
                  <a:cubicBezTo>
                    <a:pt x="86706" y="202345"/>
                    <a:pt x="106785" y="175371"/>
                    <a:pt x="117520" y="144315"/>
                  </a:cubicBezTo>
                  <a:cubicBezTo>
                    <a:pt x="128105" y="113442"/>
                    <a:pt x="135476" y="81558"/>
                    <a:pt x="139516" y="49171"/>
                  </a:cubicBezTo>
                  <a:cubicBezTo>
                    <a:pt x="141897" y="34264"/>
                    <a:pt x="146825" y="13378"/>
                    <a:pt x="139630" y="-120"/>
                  </a:cubicBezTo>
                  <a:cubicBezTo>
                    <a:pt x="126240" y="2634"/>
                    <a:pt x="121910" y="19708"/>
                    <a:pt x="116437" y="30743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901D9FCF-908A-471E-9776-A95F58C435FC}"/>
                </a:ext>
              </a:extLst>
            </p:cNvPr>
            <p:cNvSpPr/>
            <p:nvPr/>
          </p:nvSpPr>
          <p:spPr>
            <a:xfrm>
              <a:off x="2795254" y="2464108"/>
              <a:ext cx="331780" cy="376626"/>
            </a:xfrm>
            <a:custGeom>
              <a:avLst/>
              <a:gdLst>
                <a:gd name="connsiteX0" fmla="*/ 283330 w 331780"/>
                <a:gd name="connsiteY0" fmla="*/ 45739 h 376626"/>
                <a:gd name="connsiteX1" fmla="*/ 195944 w 331780"/>
                <a:gd name="connsiteY1" fmla="*/ 113931 h 376626"/>
                <a:gd name="connsiteX2" fmla="*/ 33208 w 331780"/>
                <a:gd name="connsiteY2" fmla="*/ 314007 h 376626"/>
                <a:gd name="connsiteX3" fmla="*/ -45 w 331780"/>
                <a:gd name="connsiteY3" fmla="*/ 374593 h 376626"/>
                <a:gd name="connsiteX4" fmla="*/ 19143 w 331780"/>
                <a:gd name="connsiteY4" fmla="*/ 369628 h 376626"/>
                <a:gd name="connsiteX5" fmla="*/ 110616 w 331780"/>
                <a:gd name="connsiteY5" fmla="*/ 289238 h 376626"/>
                <a:gd name="connsiteX6" fmla="*/ 141123 w 331780"/>
                <a:gd name="connsiteY6" fmla="*/ 258364 h 376626"/>
                <a:gd name="connsiteX7" fmla="*/ 178461 w 331780"/>
                <a:gd name="connsiteY7" fmla="*/ 187884 h 376626"/>
                <a:gd name="connsiteX8" fmla="*/ 234049 w 331780"/>
                <a:gd name="connsiteY8" fmla="*/ 131233 h 376626"/>
                <a:gd name="connsiteX9" fmla="*/ 328064 w 331780"/>
                <a:gd name="connsiteY9" fmla="*/ -120 h 376626"/>
                <a:gd name="connsiteX10" fmla="*/ 283330 w 331780"/>
                <a:gd name="connsiteY10" fmla="*/ 45739 h 37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780" h="376626">
                  <a:moveTo>
                    <a:pt x="283330" y="45739"/>
                  </a:moveTo>
                  <a:cubicBezTo>
                    <a:pt x="257049" y="71756"/>
                    <a:pt x="224865" y="90883"/>
                    <a:pt x="195944" y="113931"/>
                  </a:cubicBezTo>
                  <a:cubicBezTo>
                    <a:pt x="128403" y="167757"/>
                    <a:pt x="80209" y="241550"/>
                    <a:pt x="33208" y="314007"/>
                  </a:cubicBezTo>
                  <a:cubicBezTo>
                    <a:pt x="19932" y="332919"/>
                    <a:pt x="8780" y="353238"/>
                    <a:pt x="-45" y="374593"/>
                  </a:cubicBezTo>
                  <a:cubicBezTo>
                    <a:pt x="5456" y="379306"/>
                    <a:pt x="13703" y="374410"/>
                    <a:pt x="19143" y="369628"/>
                  </a:cubicBezTo>
                  <a:lnTo>
                    <a:pt x="110616" y="289238"/>
                  </a:lnTo>
                  <a:cubicBezTo>
                    <a:pt x="121843" y="280049"/>
                    <a:pt x="132069" y="269700"/>
                    <a:pt x="141123" y="258364"/>
                  </a:cubicBezTo>
                  <a:cubicBezTo>
                    <a:pt x="156995" y="236983"/>
                    <a:pt x="164037" y="210267"/>
                    <a:pt x="178461" y="187884"/>
                  </a:cubicBezTo>
                  <a:cubicBezTo>
                    <a:pt x="194167" y="166423"/>
                    <a:pt x="212889" y="147343"/>
                    <a:pt x="234049" y="131233"/>
                  </a:cubicBezTo>
                  <a:cubicBezTo>
                    <a:pt x="255037" y="113224"/>
                    <a:pt x="351609" y="31576"/>
                    <a:pt x="328064" y="-120"/>
                  </a:cubicBezTo>
                  <a:cubicBezTo>
                    <a:pt x="311090" y="8432"/>
                    <a:pt x="297217" y="31992"/>
                    <a:pt x="283330" y="45739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D25A4339-84D6-4793-BE9B-3E95C41DC7C1}"/>
                </a:ext>
              </a:extLst>
            </p:cNvPr>
            <p:cNvSpPr/>
            <p:nvPr/>
          </p:nvSpPr>
          <p:spPr>
            <a:xfrm>
              <a:off x="2502883" y="1437489"/>
              <a:ext cx="827987" cy="593550"/>
            </a:xfrm>
            <a:custGeom>
              <a:avLst/>
              <a:gdLst>
                <a:gd name="connsiteX0" fmla="*/ 775558 w 827987"/>
                <a:gd name="connsiteY0" fmla="*/ 54245 h 593550"/>
                <a:gd name="connsiteX1" fmla="*/ 678746 w 827987"/>
                <a:gd name="connsiteY1" fmla="*/ 22378 h 593550"/>
                <a:gd name="connsiteX2" fmla="*/ 617146 w 827987"/>
                <a:gd name="connsiteY2" fmla="*/ 17948 h 593550"/>
                <a:gd name="connsiteX3" fmla="*/ 560666 w 827987"/>
                <a:gd name="connsiteY3" fmla="*/ 28744 h 593550"/>
                <a:gd name="connsiteX4" fmla="*/ 482009 w 827987"/>
                <a:gd name="connsiteY4" fmla="*/ 12224 h 593550"/>
                <a:gd name="connsiteX5" fmla="*/ 404147 w 827987"/>
                <a:gd name="connsiteY5" fmla="*/ 18116 h 593550"/>
                <a:gd name="connsiteX6" fmla="*/ 387199 w 827987"/>
                <a:gd name="connsiteY6" fmla="*/ 27118 h 593550"/>
                <a:gd name="connsiteX7" fmla="*/ 369681 w 827987"/>
                <a:gd name="connsiteY7" fmla="*/ 18526 h 593550"/>
                <a:gd name="connsiteX8" fmla="*/ 245299 w 827987"/>
                <a:gd name="connsiteY8" fmla="*/ 25081 h 593550"/>
                <a:gd name="connsiteX9" fmla="*/ 143191 w 827987"/>
                <a:gd name="connsiteY9" fmla="*/ 197725 h 593550"/>
                <a:gd name="connsiteX10" fmla="*/ 97333 w 827987"/>
                <a:gd name="connsiteY10" fmla="*/ 228830 h 593550"/>
                <a:gd name="connsiteX11" fmla="*/ 89426 w 827987"/>
                <a:gd name="connsiteY11" fmla="*/ 243787 h 593550"/>
                <a:gd name="connsiteX12" fmla="*/ 75452 w 827987"/>
                <a:gd name="connsiteY12" fmla="*/ 253745 h 593550"/>
                <a:gd name="connsiteX13" fmla="*/ 27541 w 827987"/>
                <a:gd name="connsiteY13" fmla="*/ 281286 h 593550"/>
                <a:gd name="connsiteX14" fmla="*/ -34 w 827987"/>
                <a:gd name="connsiteY14" fmla="*/ 327509 h 593550"/>
                <a:gd name="connsiteX15" fmla="*/ 8434 w 827987"/>
                <a:gd name="connsiteY15" fmla="*/ 366383 h 593550"/>
                <a:gd name="connsiteX16" fmla="*/ 362899 w 827987"/>
                <a:gd name="connsiteY16" fmla="*/ 593045 h 593550"/>
                <a:gd name="connsiteX17" fmla="*/ 400031 w 827987"/>
                <a:gd name="connsiteY17" fmla="*/ 581456 h 593550"/>
                <a:gd name="connsiteX18" fmla="*/ 413046 w 827987"/>
                <a:gd name="connsiteY18" fmla="*/ 560020 h 593550"/>
                <a:gd name="connsiteX19" fmla="*/ 524281 w 827987"/>
                <a:gd name="connsiteY19" fmla="*/ 405958 h 593550"/>
                <a:gd name="connsiteX20" fmla="*/ 576390 w 827987"/>
                <a:gd name="connsiteY20" fmla="*/ 305207 h 593550"/>
                <a:gd name="connsiteX21" fmla="*/ 699275 w 827987"/>
                <a:gd name="connsiteY21" fmla="*/ 186177 h 593550"/>
                <a:gd name="connsiteX22" fmla="*/ 785966 w 827987"/>
                <a:gd name="connsiteY22" fmla="*/ 147391 h 593550"/>
                <a:gd name="connsiteX23" fmla="*/ 825165 w 827987"/>
                <a:gd name="connsiteY23" fmla="*/ 114834 h 593550"/>
                <a:gd name="connsiteX24" fmla="*/ 775558 w 827987"/>
                <a:gd name="connsiteY24" fmla="*/ 54245 h 59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27987" h="593550">
                  <a:moveTo>
                    <a:pt x="775558" y="54245"/>
                  </a:moveTo>
                  <a:cubicBezTo>
                    <a:pt x="746537" y="36180"/>
                    <a:pt x="712373" y="28520"/>
                    <a:pt x="678746" y="22378"/>
                  </a:cubicBezTo>
                  <a:cubicBezTo>
                    <a:pt x="658557" y="17783"/>
                    <a:pt x="637785" y="16290"/>
                    <a:pt x="617146" y="17948"/>
                  </a:cubicBezTo>
                  <a:cubicBezTo>
                    <a:pt x="598104" y="20324"/>
                    <a:pt x="579827" y="27677"/>
                    <a:pt x="560666" y="28744"/>
                  </a:cubicBezTo>
                  <a:cubicBezTo>
                    <a:pt x="533772" y="30243"/>
                    <a:pt x="507989" y="19334"/>
                    <a:pt x="482009" y="12224"/>
                  </a:cubicBezTo>
                  <a:cubicBezTo>
                    <a:pt x="456030" y="5114"/>
                    <a:pt x="426019" y="2397"/>
                    <a:pt x="404147" y="18116"/>
                  </a:cubicBezTo>
                  <a:cubicBezTo>
                    <a:pt x="399492" y="22699"/>
                    <a:pt x="393603" y="25827"/>
                    <a:pt x="387199" y="27118"/>
                  </a:cubicBezTo>
                  <a:cubicBezTo>
                    <a:pt x="380557" y="26312"/>
                    <a:pt x="374384" y="23284"/>
                    <a:pt x="369681" y="18526"/>
                  </a:cubicBezTo>
                  <a:cubicBezTo>
                    <a:pt x="331777" y="-8604"/>
                    <a:pt x="280141" y="-5882"/>
                    <a:pt x="245299" y="25081"/>
                  </a:cubicBezTo>
                  <a:cubicBezTo>
                    <a:pt x="195702" y="71586"/>
                    <a:pt x="201315" y="162453"/>
                    <a:pt x="143191" y="197725"/>
                  </a:cubicBezTo>
                  <a:cubicBezTo>
                    <a:pt x="127169" y="207447"/>
                    <a:pt x="106687" y="212591"/>
                    <a:pt x="97333" y="228830"/>
                  </a:cubicBezTo>
                  <a:cubicBezTo>
                    <a:pt x="95068" y="234004"/>
                    <a:pt x="92426" y="239003"/>
                    <a:pt x="89426" y="243787"/>
                  </a:cubicBezTo>
                  <a:cubicBezTo>
                    <a:pt x="85532" y="248066"/>
                    <a:pt x="80767" y="251461"/>
                    <a:pt x="75452" y="253745"/>
                  </a:cubicBezTo>
                  <a:cubicBezTo>
                    <a:pt x="58586" y="261272"/>
                    <a:pt x="42533" y="270500"/>
                    <a:pt x="27541" y="281286"/>
                  </a:cubicBezTo>
                  <a:cubicBezTo>
                    <a:pt x="12429" y="292288"/>
                    <a:pt x="2468" y="308985"/>
                    <a:pt x="-34" y="327509"/>
                  </a:cubicBezTo>
                  <a:cubicBezTo>
                    <a:pt x="-248" y="340947"/>
                    <a:pt x="2650" y="354252"/>
                    <a:pt x="8434" y="366383"/>
                  </a:cubicBezTo>
                  <a:cubicBezTo>
                    <a:pt x="66717" y="509337"/>
                    <a:pt x="208684" y="600116"/>
                    <a:pt x="362899" y="593045"/>
                  </a:cubicBezTo>
                  <a:cubicBezTo>
                    <a:pt x="376262" y="593733"/>
                    <a:pt x="389431" y="589623"/>
                    <a:pt x="400031" y="581456"/>
                  </a:cubicBezTo>
                  <a:cubicBezTo>
                    <a:pt x="405623" y="575152"/>
                    <a:pt x="410032" y="567890"/>
                    <a:pt x="413046" y="560020"/>
                  </a:cubicBezTo>
                  <a:cubicBezTo>
                    <a:pt x="440371" y="502726"/>
                    <a:pt x="491692" y="460431"/>
                    <a:pt x="524281" y="405958"/>
                  </a:cubicBezTo>
                  <a:cubicBezTo>
                    <a:pt x="543703" y="373493"/>
                    <a:pt x="556171" y="337182"/>
                    <a:pt x="576390" y="305207"/>
                  </a:cubicBezTo>
                  <a:cubicBezTo>
                    <a:pt x="607039" y="256734"/>
                    <a:pt x="653651" y="220926"/>
                    <a:pt x="699275" y="186177"/>
                  </a:cubicBezTo>
                  <a:cubicBezTo>
                    <a:pt x="725002" y="166582"/>
                    <a:pt x="753645" y="146018"/>
                    <a:pt x="785966" y="147391"/>
                  </a:cubicBezTo>
                  <a:cubicBezTo>
                    <a:pt x="814773" y="148618"/>
                    <a:pt x="835725" y="150164"/>
                    <a:pt x="825165" y="114834"/>
                  </a:cubicBezTo>
                  <a:cubicBezTo>
                    <a:pt x="816365" y="89379"/>
                    <a:pt x="798776" y="67896"/>
                    <a:pt x="775558" y="54245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916762FD-C0C7-4B22-A7BB-333ACB0F90D6}"/>
                </a:ext>
              </a:extLst>
            </p:cNvPr>
            <p:cNvSpPr/>
            <p:nvPr/>
          </p:nvSpPr>
          <p:spPr>
            <a:xfrm>
              <a:off x="2502883" y="1437489"/>
              <a:ext cx="827987" cy="593550"/>
            </a:xfrm>
            <a:custGeom>
              <a:avLst/>
              <a:gdLst>
                <a:gd name="connsiteX0" fmla="*/ 775558 w 827987"/>
                <a:gd name="connsiteY0" fmla="*/ 54245 h 593550"/>
                <a:gd name="connsiteX1" fmla="*/ 678746 w 827987"/>
                <a:gd name="connsiteY1" fmla="*/ 22378 h 593550"/>
                <a:gd name="connsiteX2" fmla="*/ 617146 w 827987"/>
                <a:gd name="connsiteY2" fmla="*/ 17948 h 593550"/>
                <a:gd name="connsiteX3" fmla="*/ 560666 w 827987"/>
                <a:gd name="connsiteY3" fmla="*/ 28744 h 593550"/>
                <a:gd name="connsiteX4" fmla="*/ 482009 w 827987"/>
                <a:gd name="connsiteY4" fmla="*/ 12224 h 593550"/>
                <a:gd name="connsiteX5" fmla="*/ 404147 w 827987"/>
                <a:gd name="connsiteY5" fmla="*/ 18116 h 593550"/>
                <a:gd name="connsiteX6" fmla="*/ 387199 w 827987"/>
                <a:gd name="connsiteY6" fmla="*/ 27118 h 593550"/>
                <a:gd name="connsiteX7" fmla="*/ 369681 w 827987"/>
                <a:gd name="connsiteY7" fmla="*/ 18526 h 593550"/>
                <a:gd name="connsiteX8" fmla="*/ 245299 w 827987"/>
                <a:gd name="connsiteY8" fmla="*/ 25081 h 593550"/>
                <a:gd name="connsiteX9" fmla="*/ 143191 w 827987"/>
                <a:gd name="connsiteY9" fmla="*/ 197725 h 593550"/>
                <a:gd name="connsiteX10" fmla="*/ 97333 w 827987"/>
                <a:gd name="connsiteY10" fmla="*/ 228830 h 593550"/>
                <a:gd name="connsiteX11" fmla="*/ 89426 w 827987"/>
                <a:gd name="connsiteY11" fmla="*/ 243787 h 593550"/>
                <a:gd name="connsiteX12" fmla="*/ 75452 w 827987"/>
                <a:gd name="connsiteY12" fmla="*/ 253745 h 593550"/>
                <a:gd name="connsiteX13" fmla="*/ 27541 w 827987"/>
                <a:gd name="connsiteY13" fmla="*/ 281286 h 593550"/>
                <a:gd name="connsiteX14" fmla="*/ -34 w 827987"/>
                <a:gd name="connsiteY14" fmla="*/ 327509 h 593550"/>
                <a:gd name="connsiteX15" fmla="*/ 8434 w 827987"/>
                <a:gd name="connsiteY15" fmla="*/ 366383 h 593550"/>
                <a:gd name="connsiteX16" fmla="*/ 362899 w 827987"/>
                <a:gd name="connsiteY16" fmla="*/ 593045 h 593550"/>
                <a:gd name="connsiteX17" fmla="*/ 400031 w 827987"/>
                <a:gd name="connsiteY17" fmla="*/ 581456 h 593550"/>
                <a:gd name="connsiteX18" fmla="*/ 413046 w 827987"/>
                <a:gd name="connsiteY18" fmla="*/ 560020 h 593550"/>
                <a:gd name="connsiteX19" fmla="*/ 524281 w 827987"/>
                <a:gd name="connsiteY19" fmla="*/ 405958 h 593550"/>
                <a:gd name="connsiteX20" fmla="*/ 576390 w 827987"/>
                <a:gd name="connsiteY20" fmla="*/ 305207 h 593550"/>
                <a:gd name="connsiteX21" fmla="*/ 699275 w 827987"/>
                <a:gd name="connsiteY21" fmla="*/ 186177 h 593550"/>
                <a:gd name="connsiteX22" fmla="*/ 785966 w 827987"/>
                <a:gd name="connsiteY22" fmla="*/ 147391 h 593550"/>
                <a:gd name="connsiteX23" fmla="*/ 825165 w 827987"/>
                <a:gd name="connsiteY23" fmla="*/ 114834 h 593550"/>
                <a:gd name="connsiteX24" fmla="*/ 775558 w 827987"/>
                <a:gd name="connsiteY24" fmla="*/ 54245 h 59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27987" h="593550">
                  <a:moveTo>
                    <a:pt x="775558" y="54245"/>
                  </a:moveTo>
                  <a:cubicBezTo>
                    <a:pt x="746537" y="36180"/>
                    <a:pt x="712373" y="28520"/>
                    <a:pt x="678746" y="22378"/>
                  </a:cubicBezTo>
                  <a:cubicBezTo>
                    <a:pt x="658557" y="17783"/>
                    <a:pt x="637785" y="16290"/>
                    <a:pt x="617146" y="17948"/>
                  </a:cubicBezTo>
                  <a:cubicBezTo>
                    <a:pt x="598104" y="20324"/>
                    <a:pt x="579827" y="27677"/>
                    <a:pt x="560666" y="28744"/>
                  </a:cubicBezTo>
                  <a:cubicBezTo>
                    <a:pt x="533772" y="30243"/>
                    <a:pt x="507989" y="19334"/>
                    <a:pt x="482009" y="12224"/>
                  </a:cubicBezTo>
                  <a:cubicBezTo>
                    <a:pt x="456030" y="5114"/>
                    <a:pt x="426019" y="2397"/>
                    <a:pt x="404147" y="18116"/>
                  </a:cubicBezTo>
                  <a:cubicBezTo>
                    <a:pt x="399492" y="22699"/>
                    <a:pt x="393603" y="25827"/>
                    <a:pt x="387199" y="27118"/>
                  </a:cubicBezTo>
                  <a:cubicBezTo>
                    <a:pt x="380557" y="26312"/>
                    <a:pt x="374384" y="23284"/>
                    <a:pt x="369681" y="18526"/>
                  </a:cubicBezTo>
                  <a:cubicBezTo>
                    <a:pt x="331777" y="-8604"/>
                    <a:pt x="280141" y="-5882"/>
                    <a:pt x="245299" y="25081"/>
                  </a:cubicBezTo>
                  <a:cubicBezTo>
                    <a:pt x="195702" y="71586"/>
                    <a:pt x="201315" y="162453"/>
                    <a:pt x="143191" y="197725"/>
                  </a:cubicBezTo>
                  <a:cubicBezTo>
                    <a:pt x="127169" y="207447"/>
                    <a:pt x="106687" y="212591"/>
                    <a:pt x="97333" y="228830"/>
                  </a:cubicBezTo>
                  <a:cubicBezTo>
                    <a:pt x="95068" y="234004"/>
                    <a:pt x="92426" y="239003"/>
                    <a:pt x="89426" y="243787"/>
                  </a:cubicBezTo>
                  <a:cubicBezTo>
                    <a:pt x="85532" y="248066"/>
                    <a:pt x="80767" y="251461"/>
                    <a:pt x="75452" y="253745"/>
                  </a:cubicBezTo>
                  <a:cubicBezTo>
                    <a:pt x="58586" y="261272"/>
                    <a:pt x="42533" y="270500"/>
                    <a:pt x="27541" y="281286"/>
                  </a:cubicBezTo>
                  <a:cubicBezTo>
                    <a:pt x="12429" y="292288"/>
                    <a:pt x="2468" y="308985"/>
                    <a:pt x="-34" y="327509"/>
                  </a:cubicBezTo>
                  <a:cubicBezTo>
                    <a:pt x="-248" y="340947"/>
                    <a:pt x="2650" y="354252"/>
                    <a:pt x="8434" y="366383"/>
                  </a:cubicBezTo>
                  <a:cubicBezTo>
                    <a:pt x="66717" y="509337"/>
                    <a:pt x="208684" y="600116"/>
                    <a:pt x="362899" y="593045"/>
                  </a:cubicBezTo>
                  <a:cubicBezTo>
                    <a:pt x="376262" y="593733"/>
                    <a:pt x="389431" y="589623"/>
                    <a:pt x="400031" y="581456"/>
                  </a:cubicBezTo>
                  <a:cubicBezTo>
                    <a:pt x="405623" y="575152"/>
                    <a:pt x="410032" y="567890"/>
                    <a:pt x="413046" y="560020"/>
                  </a:cubicBezTo>
                  <a:cubicBezTo>
                    <a:pt x="440371" y="502726"/>
                    <a:pt x="491692" y="460431"/>
                    <a:pt x="524281" y="405958"/>
                  </a:cubicBezTo>
                  <a:cubicBezTo>
                    <a:pt x="543703" y="373493"/>
                    <a:pt x="556171" y="337182"/>
                    <a:pt x="576390" y="305207"/>
                  </a:cubicBezTo>
                  <a:cubicBezTo>
                    <a:pt x="607039" y="256734"/>
                    <a:pt x="653651" y="220926"/>
                    <a:pt x="699275" y="186177"/>
                  </a:cubicBezTo>
                  <a:cubicBezTo>
                    <a:pt x="725002" y="166582"/>
                    <a:pt x="753645" y="146018"/>
                    <a:pt x="785966" y="147391"/>
                  </a:cubicBezTo>
                  <a:cubicBezTo>
                    <a:pt x="814773" y="148618"/>
                    <a:pt x="835725" y="150164"/>
                    <a:pt x="825165" y="114834"/>
                  </a:cubicBezTo>
                  <a:cubicBezTo>
                    <a:pt x="816365" y="89379"/>
                    <a:pt x="798776" y="67896"/>
                    <a:pt x="775558" y="54245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C8B11179-C78E-4588-8626-1ED24664269B}"/>
                </a:ext>
              </a:extLst>
            </p:cNvPr>
            <p:cNvSpPr/>
            <p:nvPr/>
          </p:nvSpPr>
          <p:spPr>
            <a:xfrm>
              <a:off x="2700122" y="5196663"/>
              <a:ext cx="741221" cy="283677"/>
            </a:xfrm>
            <a:custGeom>
              <a:avLst/>
              <a:gdLst>
                <a:gd name="connsiteX0" fmla="*/ 719097 w 741221"/>
                <a:gd name="connsiteY0" fmla="*/ 215658 h 283677"/>
                <a:gd name="connsiteX1" fmla="*/ 646396 w 741221"/>
                <a:gd name="connsiteY1" fmla="*/ 247637 h 283677"/>
                <a:gd name="connsiteX2" fmla="*/ 465445 w 741221"/>
                <a:gd name="connsiteY2" fmla="*/ 270001 h 283677"/>
                <a:gd name="connsiteX3" fmla="*/ 406367 w 741221"/>
                <a:gd name="connsiteY3" fmla="*/ 274517 h 283677"/>
                <a:gd name="connsiteX4" fmla="*/ 232993 w 741221"/>
                <a:gd name="connsiteY4" fmla="*/ 283551 h 283677"/>
                <a:gd name="connsiteX5" fmla="*/ 19772 w 741221"/>
                <a:gd name="connsiteY5" fmla="*/ 265120 h 283677"/>
                <a:gd name="connsiteX6" fmla="*/ 38 w 741221"/>
                <a:gd name="connsiteY6" fmla="*/ 248840 h 283677"/>
                <a:gd name="connsiteX7" fmla="*/ 322 w 741221"/>
                <a:gd name="connsiteY7" fmla="*/ 243486 h 283677"/>
                <a:gd name="connsiteX8" fmla="*/ 26546 w 741221"/>
                <a:gd name="connsiteY8" fmla="*/ 29463 h 283677"/>
                <a:gd name="connsiteX9" fmla="*/ 87300 w 741221"/>
                <a:gd name="connsiteY9" fmla="*/ 67998 h 283677"/>
                <a:gd name="connsiteX10" fmla="*/ 134286 w 741221"/>
                <a:gd name="connsiteY10" fmla="*/ 92984 h 283677"/>
                <a:gd name="connsiteX11" fmla="*/ 307733 w 741221"/>
                <a:gd name="connsiteY11" fmla="*/ 27860 h 283677"/>
                <a:gd name="connsiteX12" fmla="*/ 339858 w 741221"/>
                <a:gd name="connsiteY12" fmla="*/ 7973 h 283677"/>
                <a:gd name="connsiteX13" fmla="*/ 365865 w 741221"/>
                <a:gd name="connsiteY13" fmla="*/ 543 h 283677"/>
                <a:gd name="connsiteX14" fmla="*/ 454373 w 741221"/>
                <a:gd name="connsiteY14" fmla="*/ 18463 h 283677"/>
                <a:gd name="connsiteX15" fmla="*/ 556285 w 741221"/>
                <a:gd name="connsiteY15" fmla="*/ 79581 h 283677"/>
                <a:gd name="connsiteX16" fmla="*/ 647634 w 741221"/>
                <a:gd name="connsiteY16" fmla="*/ 108501 h 283677"/>
                <a:gd name="connsiteX17" fmla="*/ 734832 w 741221"/>
                <a:gd name="connsiteY17" fmla="*/ 142957 h 283677"/>
                <a:gd name="connsiteX18" fmla="*/ 734905 w 741221"/>
                <a:gd name="connsiteY18" fmla="*/ 143176 h 283677"/>
                <a:gd name="connsiteX19" fmla="*/ 719097 w 741221"/>
                <a:gd name="connsiteY19" fmla="*/ 215658 h 28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1221" h="283677">
                  <a:moveTo>
                    <a:pt x="719097" y="215658"/>
                  </a:moveTo>
                  <a:cubicBezTo>
                    <a:pt x="699501" y="233943"/>
                    <a:pt x="672548" y="241955"/>
                    <a:pt x="646396" y="247637"/>
                  </a:cubicBezTo>
                  <a:cubicBezTo>
                    <a:pt x="586671" y="259284"/>
                    <a:pt x="526208" y="266757"/>
                    <a:pt x="465445" y="270001"/>
                  </a:cubicBezTo>
                  <a:cubicBezTo>
                    <a:pt x="445777" y="271458"/>
                    <a:pt x="426035" y="272988"/>
                    <a:pt x="406367" y="274517"/>
                  </a:cubicBezTo>
                  <a:cubicBezTo>
                    <a:pt x="348673" y="278889"/>
                    <a:pt x="290905" y="283332"/>
                    <a:pt x="232993" y="283551"/>
                  </a:cubicBezTo>
                  <a:cubicBezTo>
                    <a:pt x="161511" y="283793"/>
                    <a:pt x="90152" y="277625"/>
                    <a:pt x="19772" y="265120"/>
                  </a:cubicBezTo>
                  <a:cubicBezTo>
                    <a:pt x="9827" y="266074"/>
                    <a:pt x="991" y="258785"/>
                    <a:pt x="38" y="248840"/>
                  </a:cubicBezTo>
                  <a:cubicBezTo>
                    <a:pt x="-134" y="247051"/>
                    <a:pt x="-38" y="245246"/>
                    <a:pt x="322" y="243486"/>
                  </a:cubicBezTo>
                  <a:cubicBezTo>
                    <a:pt x="1574" y="171425"/>
                    <a:pt x="10363" y="99694"/>
                    <a:pt x="26546" y="29463"/>
                  </a:cubicBezTo>
                  <a:cubicBezTo>
                    <a:pt x="33249" y="616"/>
                    <a:pt x="84968" y="65303"/>
                    <a:pt x="87300" y="67998"/>
                  </a:cubicBezTo>
                  <a:cubicBezTo>
                    <a:pt x="101651" y="84316"/>
                    <a:pt x="112505" y="91819"/>
                    <a:pt x="134286" y="92984"/>
                  </a:cubicBezTo>
                  <a:cubicBezTo>
                    <a:pt x="193801" y="96263"/>
                    <a:pt x="260456" y="60058"/>
                    <a:pt x="307733" y="27860"/>
                  </a:cubicBezTo>
                  <a:cubicBezTo>
                    <a:pt x="317857" y="20330"/>
                    <a:pt x="328604" y="13677"/>
                    <a:pt x="339858" y="7973"/>
                  </a:cubicBezTo>
                  <a:cubicBezTo>
                    <a:pt x="348126" y="4263"/>
                    <a:pt x="356884" y="1761"/>
                    <a:pt x="365865" y="543"/>
                  </a:cubicBezTo>
                  <a:cubicBezTo>
                    <a:pt x="396486" y="-2280"/>
                    <a:pt x="427262" y="3952"/>
                    <a:pt x="454373" y="18463"/>
                  </a:cubicBezTo>
                  <a:cubicBezTo>
                    <a:pt x="489922" y="36091"/>
                    <a:pt x="521101" y="61442"/>
                    <a:pt x="556285" y="79581"/>
                  </a:cubicBezTo>
                  <a:cubicBezTo>
                    <a:pt x="584895" y="94281"/>
                    <a:pt x="615776" y="104058"/>
                    <a:pt x="647634" y="108501"/>
                  </a:cubicBezTo>
                  <a:cubicBezTo>
                    <a:pt x="679833" y="112944"/>
                    <a:pt x="718295" y="115057"/>
                    <a:pt x="734832" y="142957"/>
                  </a:cubicBezTo>
                  <a:cubicBezTo>
                    <a:pt x="734888" y="143015"/>
                    <a:pt x="734915" y="143096"/>
                    <a:pt x="734905" y="143176"/>
                  </a:cubicBezTo>
                  <a:cubicBezTo>
                    <a:pt x="748454" y="166268"/>
                    <a:pt x="738619" y="197446"/>
                    <a:pt x="719097" y="215658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12CA30F3-FD43-498D-98BC-6EACC355608B}"/>
                </a:ext>
              </a:extLst>
            </p:cNvPr>
            <p:cNvSpPr/>
            <p:nvPr/>
          </p:nvSpPr>
          <p:spPr>
            <a:xfrm>
              <a:off x="2689828" y="5197325"/>
              <a:ext cx="755498" cy="293676"/>
            </a:xfrm>
            <a:custGeom>
              <a:avLst/>
              <a:gdLst>
                <a:gd name="connsiteX0" fmla="*/ 729391 w 755498"/>
                <a:gd name="connsiteY0" fmla="*/ 225656 h 293676"/>
                <a:gd name="connsiteX1" fmla="*/ 656690 w 755498"/>
                <a:gd name="connsiteY1" fmla="*/ 257636 h 293676"/>
                <a:gd name="connsiteX2" fmla="*/ 475739 w 755498"/>
                <a:gd name="connsiteY2" fmla="*/ 280000 h 293676"/>
                <a:gd name="connsiteX3" fmla="*/ 416662 w 755498"/>
                <a:gd name="connsiteY3" fmla="*/ 284516 h 293676"/>
                <a:gd name="connsiteX4" fmla="*/ 243287 w 755498"/>
                <a:gd name="connsiteY4" fmla="*/ 293549 h 293676"/>
                <a:gd name="connsiteX5" fmla="*/ 30066 w 755498"/>
                <a:gd name="connsiteY5" fmla="*/ 275119 h 293676"/>
                <a:gd name="connsiteX6" fmla="*/ 13165 w 755498"/>
                <a:gd name="connsiteY6" fmla="*/ 266960 h 293676"/>
                <a:gd name="connsiteX7" fmla="*/ -45 w 755498"/>
                <a:gd name="connsiteY7" fmla="*/ 242822 h 293676"/>
                <a:gd name="connsiteX8" fmla="*/ 36840 w 755498"/>
                <a:gd name="connsiteY8" fmla="*/ 28800 h 293676"/>
                <a:gd name="connsiteX9" fmla="*/ 97594 w 755498"/>
                <a:gd name="connsiteY9" fmla="*/ 67335 h 293676"/>
                <a:gd name="connsiteX10" fmla="*/ 144580 w 755498"/>
                <a:gd name="connsiteY10" fmla="*/ 92321 h 293676"/>
                <a:gd name="connsiteX11" fmla="*/ 318027 w 755498"/>
                <a:gd name="connsiteY11" fmla="*/ 27197 h 293676"/>
                <a:gd name="connsiteX12" fmla="*/ 350152 w 755498"/>
                <a:gd name="connsiteY12" fmla="*/ 7310 h 293676"/>
                <a:gd name="connsiteX13" fmla="*/ 376159 w 755498"/>
                <a:gd name="connsiteY13" fmla="*/ -120 h 293676"/>
                <a:gd name="connsiteX14" fmla="*/ 275411 w 755498"/>
                <a:gd name="connsiteY14" fmla="*/ 110169 h 293676"/>
                <a:gd name="connsiteX15" fmla="*/ 63576 w 755498"/>
                <a:gd name="connsiteY15" fmla="*/ 129838 h 293676"/>
                <a:gd name="connsiteX16" fmla="*/ 48569 w 755498"/>
                <a:gd name="connsiteY16" fmla="*/ 133480 h 293676"/>
                <a:gd name="connsiteX17" fmla="*/ 39755 w 755498"/>
                <a:gd name="connsiteY17" fmla="*/ 161599 h 293676"/>
                <a:gd name="connsiteX18" fmla="*/ 57310 w 755498"/>
                <a:gd name="connsiteY18" fmla="*/ 207346 h 293676"/>
                <a:gd name="connsiteX19" fmla="*/ 81058 w 755498"/>
                <a:gd name="connsiteY19" fmla="*/ 212300 h 293676"/>
                <a:gd name="connsiteX20" fmla="*/ 609267 w 755498"/>
                <a:gd name="connsiteY20" fmla="*/ 193796 h 293676"/>
                <a:gd name="connsiteX21" fmla="*/ 695299 w 755498"/>
                <a:gd name="connsiteY21" fmla="*/ 174637 h 293676"/>
                <a:gd name="connsiteX22" fmla="*/ 745198 w 755498"/>
                <a:gd name="connsiteY22" fmla="*/ 142513 h 293676"/>
                <a:gd name="connsiteX23" fmla="*/ 729391 w 755498"/>
                <a:gd name="connsiteY23" fmla="*/ 225656 h 29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5498" h="293676">
                  <a:moveTo>
                    <a:pt x="729391" y="225656"/>
                  </a:moveTo>
                  <a:cubicBezTo>
                    <a:pt x="709795" y="243941"/>
                    <a:pt x="682842" y="251954"/>
                    <a:pt x="656690" y="257636"/>
                  </a:cubicBezTo>
                  <a:cubicBezTo>
                    <a:pt x="596965" y="269283"/>
                    <a:pt x="536502" y="276756"/>
                    <a:pt x="475739" y="280000"/>
                  </a:cubicBezTo>
                  <a:cubicBezTo>
                    <a:pt x="456071" y="281457"/>
                    <a:pt x="436330" y="282987"/>
                    <a:pt x="416662" y="284516"/>
                  </a:cubicBezTo>
                  <a:cubicBezTo>
                    <a:pt x="358967" y="288887"/>
                    <a:pt x="301199" y="293331"/>
                    <a:pt x="243287" y="293549"/>
                  </a:cubicBezTo>
                  <a:cubicBezTo>
                    <a:pt x="171806" y="293792"/>
                    <a:pt x="100446" y="287623"/>
                    <a:pt x="30066" y="275119"/>
                  </a:cubicBezTo>
                  <a:cubicBezTo>
                    <a:pt x="23544" y="274861"/>
                    <a:pt x="17423" y="271906"/>
                    <a:pt x="13165" y="266960"/>
                  </a:cubicBezTo>
                  <a:cubicBezTo>
                    <a:pt x="7608" y="259602"/>
                    <a:pt x="3158" y="251469"/>
                    <a:pt x="-45" y="242822"/>
                  </a:cubicBezTo>
                  <a:cubicBezTo>
                    <a:pt x="1193" y="170850"/>
                    <a:pt x="20668" y="98951"/>
                    <a:pt x="36840" y="28800"/>
                  </a:cubicBezTo>
                  <a:cubicBezTo>
                    <a:pt x="43543" y="-47"/>
                    <a:pt x="95263" y="64640"/>
                    <a:pt x="97594" y="67335"/>
                  </a:cubicBezTo>
                  <a:cubicBezTo>
                    <a:pt x="111945" y="83653"/>
                    <a:pt x="122799" y="91156"/>
                    <a:pt x="144580" y="92321"/>
                  </a:cubicBezTo>
                  <a:cubicBezTo>
                    <a:pt x="204095" y="95600"/>
                    <a:pt x="270750" y="59395"/>
                    <a:pt x="318027" y="27197"/>
                  </a:cubicBezTo>
                  <a:cubicBezTo>
                    <a:pt x="328151" y="19667"/>
                    <a:pt x="338898" y="13014"/>
                    <a:pt x="350152" y="7310"/>
                  </a:cubicBezTo>
                  <a:cubicBezTo>
                    <a:pt x="358420" y="3600"/>
                    <a:pt x="367179" y="1098"/>
                    <a:pt x="376159" y="-120"/>
                  </a:cubicBezTo>
                  <a:cubicBezTo>
                    <a:pt x="368509" y="42713"/>
                    <a:pt x="307100" y="94434"/>
                    <a:pt x="275411" y="110169"/>
                  </a:cubicBezTo>
                  <a:cubicBezTo>
                    <a:pt x="211307" y="142003"/>
                    <a:pt x="135110" y="126122"/>
                    <a:pt x="63576" y="129838"/>
                  </a:cubicBezTo>
                  <a:cubicBezTo>
                    <a:pt x="58339" y="129700"/>
                    <a:pt x="53160" y="130957"/>
                    <a:pt x="48569" y="133480"/>
                  </a:cubicBezTo>
                  <a:cubicBezTo>
                    <a:pt x="39973" y="139162"/>
                    <a:pt x="39463" y="151327"/>
                    <a:pt x="39755" y="161599"/>
                  </a:cubicBezTo>
                  <a:cubicBezTo>
                    <a:pt x="40337" y="178645"/>
                    <a:pt x="42522" y="198677"/>
                    <a:pt x="57310" y="207346"/>
                  </a:cubicBezTo>
                  <a:cubicBezTo>
                    <a:pt x="64708" y="210897"/>
                    <a:pt x="72858" y="212597"/>
                    <a:pt x="81058" y="212300"/>
                  </a:cubicBezTo>
                  <a:cubicBezTo>
                    <a:pt x="257340" y="220017"/>
                    <a:pt x="433957" y="213830"/>
                    <a:pt x="609267" y="193796"/>
                  </a:cubicBezTo>
                  <a:cubicBezTo>
                    <a:pt x="638752" y="191824"/>
                    <a:pt x="667764" y="185363"/>
                    <a:pt x="695299" y="174637"/>
                  </a:cubicBezTo>
                  <a:cubicBezTo>
                    <a:pt x="713291" y="166204"/>
                    <a:pt x="730073" y="155399"/>
                    <a:pt x="745198" y="142513"/>
                  </a:cubicBezTo>
                  <a:cubicBezTo>
                    <a:pt x="767717" y="160206"/>
                    <a:pt x="748913" y="207445"/>
                    <a:pt x="729391" y="225656"/>
                  </a:cubicBezTo>
                  <a:close/>
                </a:path>
              </a:pathLst>
            </a:custGeom>
            <a:solidFill>
              <a:srgbClr val="E8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5C5300EB-9BB8-454B-9F26-4E694F443CB9}"/>
                </a:ext>
              </a:extLst>
            </p:cNvPr>
            <p:cNvSpPr/>
            <p:nvPr/>
          </p:nvSpPr>
          <p:spPr>
            <a:xfrm>
              <a:off x="2857280" y="828932"/>
              <a:ext cx="498126" cy="504805"/>
            </a:xfrm>
            <a:custGeom>
              <a:avLst/>
              <a:gdLst>
                <a:gd name="connsiteX0" fmla="*/ 414644 w 498126"/>
                <a:gd name="connsiteY0" fmla="*/ 284945 h 504805"/>
                <a:gd name="connsiteX1" fmla="*/ 380406 w 498126"/>
                <a:gd name="connsiteY1" fmla="*/ 352036 h 504805"/>
                <a:gd name="connsiteX2" fmla="*/ 300857 w 498126"/>
                <a:gd name="connsiteY2" fmla="*/ 314301 h 504805"/>
                <a:gd name="connsiteX3" fmla="*/ 238793 w 498126"/>
                <a:gd name="connsiteY3" fmla="*/ 403174 h 504805"/>
                <a:gd name="connsiteX4" fmla="*/ 115536 w 498126"/>
                <a:gd name="connsiteY4" fmla="*/ 502755 h 504805"/>
                <a:gd name="connsiteX5" fmla="*/ 81591 w 498126"/>
                <a:gd name="connsiteY5" fmla="*/ 502682 h 504805"/>
                <a:gd name="connsiteX6" fmla="*/ 31108 w 498126"/>
                <a:gd name="connsiteY6" fmla="*/ 444696 h 504805"/>
                <a:gd name="connsiteX7" fmla="*/ 8744 w 498126"/>
                <a:gd name="connsiteY7" fmla="*/ 381029 h 504805"/>
                <a:gd name="connsiteX8" fmla="*/ 657 w 498126"/>
                <a:gd name="connsiteY8" fmla="*/ 334334 h 504805"/>
                <a:gd name="connsiteX9" fmla="*/ 658 w 498126"/>
                <a:gd name="connsiteY9" fmla="*/ 334261 h 504805"/>
                <a:gd name="connsiteX10" fmla="*/ 512 w 498126"/>
                <a:gd name="connsiteY10" fmla="*/ 301990 h 504805"/>
                <a:gd name="connsiteX11" fmla="*/ 87783 w 498126"/>
                <a:gd name="connsiteY11" fmla="*/ 136557 h 504805"/>
                <a:gd name="connsiteX12" fmla="*/ 246004 w 498126"/>
                <a:gd name="connsiteY12" fmla="*/ 29764 h 504805"/>
                <a:gd name="connsiteX13" fmla="*/ 304354 w 498126"/>
                <a:gd name="connsiteY13" fmla="*/ 3757 h 504805"/>
                <a:gd name="connsiteX14" fmla="*/ 365983 w 498126"/>
                <a:gd name="connsiteY14" fmla="*/ 1208 h 504805"/>
                <a:gd name="connsiteX15" fmla="*/ 444366 w 498126"/>
                <a:gd name="connsiteY15" fmla="*/ 19638 h 504805"/>
                <a:gd name="connsiteX16" fmla="*/ 471974 w 498126"/>
                <a:gd name="connsiteY16" fmla="*/ 39015 h 504805"/>
                <a:gd name="connsiteX17" fmla="*/ 495867 w 498126"/>
                <a:gd name="connsiteY17" fmla="*/ 78935 h 504805"/>
                <a:gd name="connsiteX18" fmla="*/ 458425 w 498126"/>
                <a:gd name="connsiteY18" fmla="*/ 189515 h 504805"/>
                <a:gd name="connsiteX19" fmla="*/ 414644 w 498126"/>
                <a:gd name="connsiteY19" fmla="*/ 284945 h 50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8126" h="504805">
                  <a:moveTo>
                    <a:pt x="414644" y="284945"/>
                  </a:moveTo>
                  <a:cubicBezTo>
                    <a:pt x="413623" y="312917"/>
                    <a:pt x="432709" y="367188"/>
                    <a:pt x="380406" y="352036"/>
                  </a:cubicBezTo>
                  <a:cubicBezTo>
                    <a:pt x="349227" y="343003"/>
                    <a:pt x="340413" y="306070"/>
                    <a:pt x="300857" y="314301"/>
                  </a:cubicBezTo>
                  <a:cubicBezTo>
                    <a:pt x="260937" y="322679"/>
                    <a:pt x="252196" y="371267"/>
                    <a:pt x="238793" y="403174"/>
                  </a:cubicBezTo>
                  <a:cubicBezTo>
                    <a:pt x="216626" y="454650"/>
                    <a:pt x="170521" y="491899"/>
                    <a:pt x="115536" y="502755"/>
                  </a:cubicBezTo>
                  <a:cubicBezTo>
                    <a:pt x="104367" y="505354"/>
                    <a:pt x="92748" y="505329"/>
                    <a:pt x="81591" y="502682"/>
                  </a:cubicBezTo>
                  <a:cubicBezTo>
                    <a:pt x="56094" y="495398"/>
                    <a:pt x="41525" y="469100"/>
                    <a:pt x="31108" y="444696"/>
                  </a:cubicBezTo>
                  <a:cubicBezTo>
                    <a:pt x="22087" y="424057"/>
                    <a:pt x="14612" y="402776"/>
                    <a:pt x="8744" y="381029"/>
                  </a:cubicBezTo>
                  <a:cubicBezTo>
                    <a:pt x="4679" y="365732"/>
                    <a:pt x="1973" y="350107"/>
                    <a:pt x="657" y="334334"/>
                  </a:cubicBezTo>
                  <a:lnTo>
                    <a:pt x="658" y="334261"/>
                  </a:lnTo>
                  <a:cubicBezTo>
                    <a:pt x="-228" y="323524"/>
                    <a:pt x="-277" y="312735"/>
                    <a:pt x="512" y="301990"/>
                  </a:cubicBezTo>
                  <a:cubicBezTo>
                    <a:pt x="5248" y="238396"/>
                    <a:pt x="41452" y="180410"/>
                    <a:pt x="87783" y="136557"/>
                  </a:cubicBezTo>
                  <a:cubicBezTo>
                    <a:pt x="134112" y="92703"/>
                    <a:pt x="190423" y="61015"/>
                    <a:pt x="246004" y="29764"/>
                  </a:cubicBezTo>
                  <a:cubicBezTo>
                    <a:pt x="264156" y="18435"/>
                    <a:pt x="283794" y="9682"/>
                    <a:pt x="304354" y="3757"/>
                  </a:cubicBezTo>
                  <a:cubicBezTo>
                    <a:pt x="324634" y="-334"/>
                    <a:pt x="345434" y="-1194"/>
                    <a:pt x="365983" y="1208"/>
                  </a:cubicBezTo>
                  <a:cubicBezTo>
                    <a:pt x="393038" y="2363"/>
                    <a:pt x="419631" y="8616"/>
                    <a:pt x="444366" y="19638"/>
                  </a:cubicBezTo>
                  <a:cubicBezTo>
                    <a:pt x="454507" y="24645"/>
                    <a:pt x="463818" y="31180"/>
                    <a:pt x="471974" y="39015"/>
                  </a:cubicBezTo>
                  <a:cubicBezTo>
                    <a:pt x="483581" y="49772"/>
                    <a:pt x="491871" y="63623"/>
                    <a:pt x="495867" y="78935"/>
                  </a:cubicBezTo>
                  <a:cubicBezTo>
                    <a:pt x="505921" y="120020"/>
                    <a:pt x="479695" y="157026"/>
                    <a:pt x="458425" y="189515"/>
                  </a:cubicBezTo>
                  <a:cubicBezTo>
                    <a:pt x="439483" y="218363"/>
                    <a:pt x="416027" y="248958"/>
                    <a:pt x="414644" y="284945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BE177227-96CC-4670-AA2E-02B21AB71B18}"/>
                </a:ext>
              </a:extLst>
            </p:cNvPr>
            <p:cNvSpPr/>
            <p:nvPr/>
          </p:nvSpPr>
          <p:spPr>
            <a:xfrm>
              <a:off x="4105167" y="1581430"/>
              <a:ext cx="47026" cy="132906"/>
            </a:xfrm>
            <a:custGeom>
              <a:avLst/>
              <a:gdLst>
                <a:gd name="connsiteX0" fmla="*/ 46981 w 47026"/>
                <a:gd name="connsiteY0" fmla="*/ 132786 h 132906"/>
                <a:gd name="connsiteX1" fmla="*/ 2402 w 47026"/>
                <a:gd name="connsiteY1" fmla="*/ -120 h 132906"/>
                <a:gd name="connsiteX2" fmla="*/ 38146 w 47026"/>
                <a:gd name="connsiteY2" fmla="*/ 63809 h 132906"/>
                <a:gd name="connsiteX3" fmla="*/ 46981 w 47026"/>
                <a:gd name="connsiteY3" fmla="*/ 132786 h 1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026" h="132906">
                  <a:moveTo>
                    <a:pt x="46981" y="132786"/>
                  </a:moveTo>
                  <a:cubicBezTo>
                    <a:pt x="35786" y="104594"/>
                    <a:pt x="-11194" y="26680"/>
                    <a:pt x="2402" y="-120"/>
                  </a:cubicBezTo>
                  <a:cubicBezTo>
                    <a:pt x="16515" y="19884"/>
                    <a:pt x="28495" y="41310"/>
                    <a:pt x="38146" y="63809"/>
                  </a:cubicBezTo>
                  <a:cubicBezTo>
                    <a:pt x="47024" y="85604"/>
                    <a:pt x="39772" y="114826"/>
                    <a:pt x="46981" y="13278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2844F4FA-72AA-48AA-8405-2B4F2A7621BC}"/>
                </a:ext>
              </a:extLst>
            </p:cNvPr>
            <p:cNvSpPr/>
            <p:nvPr/>
          </p:nvSpPr>
          <p:spPr>
            <a:xfrm>
              <a:off x="2901409" y="862431"/>
              <a:ext cx="455206" cy="471307"/>
            </a:xfrm>
            <a:custGeom>
              <a:avLst/>
              <a:gdLst>
                <a:gd name="connsiteX0" fmla="*/ 415455 w 455206"/>
                <a:gd name="connsiteY0" fmla="*/ 156005 h 471307"/>
                <a:gd name="connsiteX1" fmla="*/ 452952 w 455206"/>
                <a:gd name="connsiteY1" fmla="*/ 45406 h 471307"/>
                <a:gd name="connsiteX2" fmla="*/ 422529 w 455206"/>
                <a:gd name="connsiteY2" fmla="*/ -120 h 471307"/>
                <a:gd name="connsiteX3" fmla="*/ 430238 w 455206"/>
                <a:gd name="connsiteY3" fmla="*/ 19073 h 471307"/>
                <a:gd name="connsiteX4" fmla="*/ 392740 w 455206"/>
                <a:gd name="connsiteY4" fmla="*/ 129671 h 471307"/>
                <a:gd name="connsiteX5" fmla="*/ 349002 w 455206"/>
                <a:gd name="connsiteY5" fmla="*/ 225110 h 471307"/>
                <a:gd name="connsiteX6" fmla="*/ 314720 w 455206"/>
                <a:gd name="connsiteY6" fmla="*/ 292210 h 471307"/>
                <a:gd name="connsiteX7" fmla="*/ 235189 w 455206"/>
                <a:gd name="connsiteY7" fmla="*/ 254483 h 471307"/>
                <a:gd name="connsiteX8" fmla="*/ 173143 w 455206"/>
                <a:gd name="connsiteY8" fmla="*/ 343349 h 471307"/>
                <a:gd name="connsiteX9" fmla="*/ 49860 w 455206"/>
                <a:gd name="connsiteY9" fmla="*/ 442937 h 471307"/>
                <a:gd name="connsiteX10" fmla="*/ 15938 w 455206"/>
                <a:gd name="connsiteY10" fmla="*/ 442853 h 471307"/>
                <a:gd name="connsiteX11" fmla="*/ -45 w 455206"/>
                <a:gd name="connsiteY11" fmla="*/ 435005 h 471307"/>
                <a:gd name="connsiteX12" fmla="*/ 38652 w 455206"/>
                <a:gd name="connsiteY12" fmla="*/ 469187 h 471307"/>
                <a:gd name="connsiteX13" fmla="*/ 72574 w 455206"/>
                <a:gd name="connsiteY13" fmla="*/ 469271 h 471307"/>
                <a:gd name="connsiteX14" fmla="*/ 195859 w 455206"/>
                <a:gd name="connsiteY14" fmla="*/ 369683 h 471307"/>
                <a:gd name="connsiteX15" fmla="*/ 257904 w 455206"/>
                <a:gd name="connsiteY15" fmla="*/ 280817 h 471307"/>
                <a:gd name="connsiteX16" fmla="*/ 337434 w 455206"/>
                <a:gd name="connsiteY16" fmla="*/ 318544 h 471307"/>
                <a:gd name="connsiteX17" fmla="*/ 371717 w 455206"/>
                <a:gd name="connsiteY17" fmla="*/ 251443 h 471307"/>
                <a:gd name="connsiteX18" fmla="*/ 415455 w 455206"/>
                <a:gd name="connsiteY18" fmla="*/ 156005 h 4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5206" h="471307">
                  <a:moveTo>
                    <a:pt x="415455" y="156005"/>
                  </a:moveTo>
                  <a:cubicBezTo>
                    <a:pt x="436766" y="123497"/>
                    <a:pt x="462992" y="86495"/>
                    <a:pt x="452952" y="45406"/>
                  </a:cubicBezTo>
                  <a:cubicBezTo>
                    <a:pt x="448026" y="27329"/>
                    <a:pt x="437346" y="11348"/>
                    <a:pt x="422529" y="-120"/>
                  </a:cubicBezTo>
                  <a:cubicBezTo>
                    <a:pt x="425969" y="5893"/>
                    <a:pt x="428563" y="12351"/>
                    <a:pt x="430238" y="19073"/>
                  </a:cubicBezTo>
                  <a:cubicBezTo>
                    <a:pt x="440278" y="60161"/>
                    <a:pt x="414052" y="97164"/>
                    <a:pt x="392740" y="129671"/>
                  </a:cubicBezTo>
                  <a:cubicBezTo>
                    <a:pt x="373828" y="158519"/>
                    <a:pt x="350352" y="189147"/>
                    <a:pt x="349002" y="225110"/>
                  </a:cubicBezTo>
                  <a:cubicBezTo>
                    <a:pt x="347953" y="253061"/>
                    <a:pt x="367073" y="307371"/>
                    <a:pt x="314720" y="292210"/>
                  </a:cubicBezTo>
                  <a:cubicBezTo>
                    <a:pt x="283575" y="283192"/>
                    <a:pt x="274765" y="246230"/>
                    <a:pt x="235189" y="254483"/>
                  </a:cubicBezTo>
                  <a:cubicBezTo>
                    <a:pt x="195265" y="262810"/>
                    <a:pt x="186549" y="311412"/>
                    <a:pt x="173143" y="343349"/>
                  </a:cubicBezTo>
                  <a:cubicBezTo>
                    <a:pt x="150950" y="394817"/>
                    <a:pt x="104843" y="432062"/>
                    <a:pt x="49860" y="442937"/>
                  </a:cubicBezTo>
                  <a:cubicBezTo>
                    <a:pt x="38697" y="445521"/>
                    <a:pt x="27088" y="445492"/>
                    <a:pt x="15938" y="442853"/>
                  </a:cubicBezTo>
                  <a:cubicBezTo>
                    <a:pt x="10194" y="441187"/>
                    <a:pt x="4786" y="438531"/>
                    <a:pt x="-45" y="435005"/>
                  </a:cubicBezTo>
                  <a:cubicBezTo>
                    <a:pt x="7942" y="450980"/>
                    <a:pt x="21814" y="463233"/>
                    <a:pt x="38652" y="469187"/>
                  </a:cubicBezTo>
                  <a:cubicBezTo>
                    <a:pt x="49802" y="471826"/>
                    <a:pt x="61411" y="471855"/>
                    <a:pt x="72574" y="469271"/>
                  </a:cubicBezTo>
                  <a:cubicBezTo>
                    <a:pt x="127558" y="458396"/>
                    <a:pt x="173665" y="421151"/>
                    <a:pt x="195859" y="369683"/>
                  </a:cubicBezTo>
                  <a:cubicBezTo>
                    <a:pt x="209263" y="337746"/>
                    <a:pt x="217978" y="289144"/>
                    <a:pt x="257904" y="280817"/>
                  </a:cubicBezTo>
                  <a:cubicBezTo>
                    <a:pt x="297480" y="272563"/>
                    <a:pt x="306291" y="309526"/>
                    <a:pt x="337434" y="318544"/>
                  </a:cubicBezTo>
                  <a:cubicBezTo>
                    <a:pt x="389788" y="333704"/>
                    <a:pt x="370668" y="279395"/>
                    <a:pt x="371717" y="251443"/>
                  </a:cubicBezTo>
                  <a:cubicBezTo>
                    <a:pt x="373067" y="215481"/>
                    <a:pt x="396543" y="184853"/>
                    <a:pt x="415455" y="156005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AF944E14-F23C-4AD6-8F5D-47674B3D0949}"/>
                </a:ext>
              </a:extLst>
            </p:cNvPr>
            <p:cNvSpPr/>
            <p:nvPr/>
          </p:nvSpPr>
          <p:spPr>
            <a:xfrm>
              <a:off x="2857279" y="828932"/>
              <a:ext cx="488172" cy="381148"/>
            </a:xfrm>
            <a:custGeom>
              <a:avLst/>
              <a:gdLst>
                <a:gd name="connsiteX0" fmla="*/ 471173 w 488172"/>
                <a:gd name="connsiteY0" fmla="*/ 133934 h 381148"/>
                <a:gd name="connsiteX1" fmla="*/ 455147 w 488172"/>
                <a:gd name="connsiteY1" fmla="*/ 156808 h 381148"/>
                <a:gd name="connsiteX2" fmla="*/ 418140 w 488172"/>
                <a:gd name="connsiteY2" fmla="*/ 195125 h 381148"/>
                <a:gd name="connsiteX3" fmla="*/ 393155 w 488172"/>
                <a:gd name="connsiteY3" fmla="*/ 214720 h 381148"/>
                <a:gd name="connsiteX4" fmla="*/ 342672 w 488172"/>
                <a:gd name="connsiteY4" fmla="*/ 244879 h 381148"/>
                <a:gd name="connsiteX5" fmla="*/ 181098 w 488172"/>
                <a:gd name="connsiteY5" fmla="*/ 302792 h 381148"/>
                <a:gd name="connsiteX6" fmla="*/ 73068 w 488172"/>
                <a:gd name="connsiteY6" fmla="*/ 334189 h 381148"/>
                <a:gd name="connsiteX7" fmla="*/ 8744 w 488172"/>
                <a:gd name="connsiteY7" fmla="*/ 381029 h 381148"/>
                <a:gd name="connsiteX8" fmla="*/ 658 w 488172"/>
                <a:gd name="connsiteY8" fmla="*/ 334334 h 381148"/>
                <a:gd name="connsiteX9" fmla="*/ 658 w 488172"/>
                <a:gd name="connsiteY9" fmla="*/ 334261 h 381148"/>
                <a:gd name="connsiteX10" fmla="*/ 512 w 488172"/>
                <a:gd name="connsiteY10" fmla="*/ 301990 h 381148"/>
                <a:gd name="connsiteX11" fmla="*/ 87783 w 488172"/>
                <a:gd name="connsiteY11" fmla="*/ 136557 h 381148"/>
                <a:gd name="connsiteX12" fmla="*/ 246005 w 488172"/>
                <a:gd name="connsiteY12" fmla="*/ 29764 h 381148"/>
                <a:gd name="connsiteX13" fmla="*/ 304355 w 488172"/>
                <a:gd name="connsiteY13" fmla="*/ 3757 h 381148"/>
                <a:gd name="connsiteX14" fmla="*/ 365984 w 488172"/>
                <a:gd name="connsiteY14" fmla="*/ 1208 h 381148"/>
                <a:gd name="connsiteX15" fmla="*/ 444367 w 488172"/>
                <a:gd name="connsiteY15" fmla="*/ 19638 h 381148"/>
                <a:gd name="connsiteX16" fmla="*/ 471975 w 488172"/>
                <a:gd name="connsiteY16" fmla="*/ 39015 h 381148"/>
                <a:gd name="connsiteX17" fmla="*/ 485816 w 488172"/>
                <a:gd name="connsiteY17" fmla="*/ 68300 h 381148"/>
                <a:gd name="connsiteX18" fmla="*/ 471173 w 488172"/>
                <a:gd name="connsiteY18" fmla="*/ 133934 h 38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8172" h="381148">
                  <a:moveTo>
                    <a:pt x="471173" y="133934"/>
                  </a:moveTo>
                  <a:cubicBezTo>
                    <a:pt x="466282" y="141865"/>
                    <a:pt x="460931" y="149503"/>
                    <a:pt x="455147" y="156808"/>
                  </a:cubicBezTo>
                  <a:cubicBezTo>
                    <a:pt x="444102" y="170766"/>
                    <a:pt x="431706" y="183601"/>
                    <a:pt x="418140" y="195125"/>
                  </a:cubicBezTo>
                  <a:cubicBezTo>
                    <a:pt x="410154" y="202082"/>
                    <a:pt x="401815" y="208623"/>
                    <a:pt x="393155" y="214720"/>
                  </a:cubicBezTo>
                  <a:cubicBezTo>
                    <a:pt x="377103" y="226019"/>
                    <a:pt x="360229" y="236100"/>
                    <a:pt x="342672" y="244879"/>
                  </a:cubicBezTo>
                  <a:cubicBezTo>
                    <a:pt x="291534" y="270666"/>
                    <a:pt x="236171" y="286839"/>
                    <a:pt x="181098" y="302792"/>
                  </a:cubicBezTo>
                  <a:cubicBezTo>
                    <a:pt x="145113" y="313282"/>
                    <a:pt x="109103" y="323747"/>
                    <a:pt x="73068" y="334189"/>
                  </a:cubicBezTo>
                  <a:cubicBezTo>
                    <a:pt x="59810" y="344242"/>
                    <a:pt x="35552" y="362307"/>
                    <a:pt x="8744" y="381029"/>
                  </a:cubicBezTo>
                  <a:cubicBezTo>
                    <a:pt x="4680" y="365732"/>
                    <a:pt x="1973" y="350107"/>
                    <a:pt x="658" y="334334"/>
                  </a:cubicBezTo>
                  <a:lnTo>
                    <a:pt x="658" y="334261"/>
                  </a:lnTo>
                  <a:cubicBezTo>
                    <a:pt x="-228" y="323524"/>
                    <a:pt x="-277" y="312735"/>
                    <a:pt x="512" y="301990"/>
                  </a:cubicBezTo>
                  <a:cubicBezTo>
                    <a:pt x="5248" y="238396"/>
                    <a:pt x="41452" y="180410"/>
                    <a:pt x="87783" y="136557"/>
                  </a:cubicBezTo>
                  <a:cubicBezTo>
                    <a:pt x="134113" y="92703"/>
                    <a:pt x="190423" y="61015"/>
                    <a:pt x="246005" y="29764"/>
                  </a:cubicBezTo>
                  <a:cubicBezTo>
                    <a:pt x="264157" y="18435"/>
                    <a:pt x="283795" y="9682"/>
                    <a:pt x="304355" y="3757"/>
                  </a:cubicBezTo>
                  <a:cubicBezTo>
                    <a:pt x="324635" y="-334"/>
                    <a:pt x="345434" y="-1194"/>
                    <a:pt x="365984" y="1208"/>
                  </a:cubicBezTo>
                  <a:cubicBezTo>
                    <a:pt x="393038" y="2363"/>
                    <a:pt x="419632" y="8616"/>
                    <a:pt x="444367" y="19638"/>
                  </a:cubicBezTo>
                  <a:cubicBezTo>
                    <a:pt x="454507" y="24645"/>
                    <a:pt x="463819" y="31180"/>
                    <a:pt x="471975" y="39015"/>
                  </a:cubicBezTo>
                  <a:cubicBezTo>
                    <a:pt x="478071" y="48005"/>
                    <a:pt x="482740" y="57883"/>
                    <a:pt x="485816" y="68300"/>
                  </a:cubicBezTo>
                  <a:cubicBezTo>
                    <a:pt x="492662" y="90445"/>
                    <a:pt x="483264" y="114265"/>
                    <a:pt x="471173" y="13393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4A1F534A-6CE6-48B3-B576-7B3B1F335454}"/>
                </a:ext>
              </a:extLst>
            </p:cNvPr>
            <p:cNvSpPr/>
            <p:nvPr/>
          </p:nvSpPr>
          <p:spPr>
            <a:xfrm>
              <a:off x="2742316" y="770599"/>
              <a:ext cx="603135" cy="496646"/>
            </a:xfrm>
            <a:custGeom>
              <a:avLst/>
              <a:gdLst>
                <a:gd name="connsiteX0" fmla="*/ 586136 w 603135"/>
                <a:gd name="connsiteY0" fmla="*/ 184982 h 496646"/>
                <a:gd name="connsiteX1" fmla="*/ 570110 w 603135"/>
                <a:gd name="connsiteY1" fmla="*/ 207856 h 496646"/>
                <a:gd name="connsiteX2" fmla="*/ 533104 w 603135"/>
                <a:gd name="connsiteY2" fmla="*/ 246173 h 496646"/>
                <a:gd name="connsiteX3" fmla="*/ 508118 w 603135"/>
                <a:gd name="connsiteY3" fmla="*/ 265769 h 496646"/>
                <a:gd name="connsiteX4" fmla="*/ 457636 w 603135"/>
                <a:gd name="connsiteY4" fmla="*/ 295927 h 496646"/>
                <a:gd name="connsiteX5" fmla="*/ 296062 w 603135"/>
                <a:gd name="connsiteY5" fmla="*/ 353840 h 496646"/>
                <a:gd name="connsiteX6" fmla="*/ 188031 w 603135"/>
                <a:gd name="connsiteY6" fmla="*/ 385237 h 496646"/>
                <a:gd name="connsiteX7" fmla="*/ 3001 w 603135"/>
                <a:gd name="connsiteY7" fmla="*/ 495526 h 496646"/>
                <a:gd name="connsiteX8" fmla="*/ 114935 w 603135"/>
                <a:gd name="connsiteY8" fmla="*/ 384829 h 496646"/>
                <a:gd name="connsiteX9" fmla="*/ 121231 w 603135"/>
                <a:gd name="connsiteY9" fmla="*/ 389608 h 496646"/>
                <a:gd name="connsiteX10" fmla="*/ 86192 w 603135"/>
                <a:gd name="connsiteY10" fmla="*/ 322516 h 496646"/>
                <a:gd name="connsiteX11" fmla="*/ 85099 w 603135"/>
                <a:gd name="connsiteY11" fmla="*/ 185565 h 496646"/>
                <a:gd name="connsiteX12" fmla="*/ 163628 w 603135"/>
                <a:gd name="connsiteY12" fmla="*/ 77461 h 496646"/>
                <a:gd name="connsiteX13" fmla="*/ 216879 w 603135"/>
                <a:gd name="connsiteY13" fmla="*/ 47448 h 496646"/>
                <a:gd name="connsiteX14" fmla="*/ 222051 w 603135"/>
                <a:gd name="connsiteY14" fmla="*/ 40455 h 496646"/>
                <a:gd name="connsiteX15" fmla="*/ 224091 w 603135"/>
                <a:gd name="connsiteY15" fmla="*/ 36740 h 496646"/>
                <a:gd name="connsiteX16" fmla="*/ 229846 w 603135"/>
                <a:gd name="connsiteY16" fmla="*/ 25595 h 496646"/>
                <a:gd name="connsiteX17" fmla="*/ 262335 w 603135"/>
                <a:gd name="connsiteY17" fmla="*/ 20933 h 496646"/>
                <a:gd name="connsiteX18" fmla="*/ 265977 w 603135"/>
                <a:gd name="connsiteY18" fmla="*/ 21297 h 496646"/>
                <a:gd name="connsiteX19" fmla="*/ 272095 w 603135"/>
                <a:gd name="connsiteY19" fmla="*/ 21588 h 496646"/>
                <a:gd name="connsiteX20" fmla="*/ 393094 w 603135"/>
                <a:gd name="connsiteY20" fmla="*/ -120 h 496646"/>
                <a:gd name="connsiteX21" fmla="*/ 516058 w 603135"/>
                <a:gd name="connsiteY21" fmla="*/ 43661 h 496646"/>
                <a:gd name="connsiteX22" fmla="*/ 538787 w 603135"/>
                <a:gd name="connsiteY22" fmla="*/ 53932 h 496646"/>
                <a:gd name="connsiteX23" fmla="*/ 600779 w 603135"/>
                <a:gd name="connsiteY23" fmla="*/ 119348 h 496646"/>
                <a:gd name="connsiteX24" fmla="*/ 586136 w 603135"/>
                <a:gd name="connsiteY24" fmla="*/ 184982 h 49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3135" h="496646">
                  <a:moveTo>
                    <a:pt x="586136" y="184982"/>
                  </a:moveTo>
                  <a:cubicBezTo>
                    <a:pt x="581246" y="192913"/>
                    <a:pt x="575895" y="200551"/>
                    <a:pt x="570110" y="207856"/>
                  </a:cubicBezTo>
                  <a:cubicBezTo>
                    <a:pt x="559065" y="221814"/>
                    <a:pt x="546669" y="234649"/>
                    <a:pt x="533104" y="246173"/>
                  </a:cubicBezTo>
                  <a:cubicBezTo>
                    <a:pt x="525118" y="253130"/>
                    <a:pt x="516778" y="259671"/>
                    <a:pt x="508118" y="265769"/>
                  </a:cubicBezTo>
                  <a:cubicBezTo>
                    <a:pt x="492067" y="277067"/>
                    <a:pt x="475192" y="287148"/>
                    <a:pt x="457636" y="295927"/>
                  </a:cubicBezTo>
                  <a:cubicBezTo>
                    <a:pt x="406497" y="321715"/>
                    <a:pt x="351134" y="337887"/>
                    <a:pt x="296062" y="353840"/>
                  </a:cubicBezTo>
                  <a:cubicBezTo>
                    <a:pt x="260076" y="364330"/>
                    <a:pt x="224066" y="374796"/>
                    <a:pt x="188031" y="385237"/>
                  </a:cubicBezTo>
                  <a:cubicBezTo>
                    <a:pt x="150369" y="413720"/>
                    <a:pt x="24199" y="507182"/>
                    <a:pt x="3001" y="495526"/>
                  </a:cubicBezTo>
                  <a:cubicBezTo>
                    <a:pt x="-21984" y="481758"/>
                    <a:pt x="114935" y="384829"/>
                    <a:pt x="114935" y="384829"/>
                  </a:cubicBezTo>
                  <a:lnTo>
                    <a:pt x="121231" y="389608"/>
                  </a:lnTo>
                  <a:cubicBezTo>
                    <a:pt x="101198" y="377005"/>
                    <a:pt x="90709" y="347794"/>
                    <a:pt x="86192" y="322516"/>
                  </a:cubicBezTo>
                  <a:cubicBezTo>
                    <a:pt x="78179" y="277279"/>
                    <a:pt x="74391" y="230293"/>
                    <a:pt x="85099" y="185565"/>
                  </a:cubicBezTo>
                  <a:cubicBezTo>
                    <a:pt x="95807" y="140910"/>
                    <a:pt x="122688" y="98368"/>
                    <a:pt x="163628" y="77461"/>
                  </a:cubicBezTo>
                  <a:cubicBezTo>
                    <a:pt x="181767" y="68136"/>
                    <a:pt x="203766" y="61799"/>
                    <a:pt x="216879" y="47448"/>
                  </a:cubicBezTo>
                  <a:cubicBezTo>
                    <a:pt x="218866" y="45324"/>
                    <a:pt x="220602" y="42978"/>
                    <a:pt x="222051" y="40455"/>
                  </a:cubicBezTo>
                  <a:cubicBezTo>
                    <a:pt x="222844" y="39282"/>
                    <a:pt x="223527" y="38039"/>
                    <a:pt x="224091" y="36740"/>
                  </a:cubicBezTo>
                  <a:cubicBezTo>
                    <a:pt x="225538" y="32800"/>
                    <a:pt x="227471" y="29056"/>
                    <a:pt x="229846" y="25595"/>
                  </a:cubicBezTo>
                  <a:cubicBezTo>
                    <a:pt x="237349" y="16926"/>
                    <a:pt x="250971" y="19549"/>
                    <a:pt x="262335" y="20933"/>
                  </a:cubicBezTo>
                  <a:cubicBezTo>
                    <a:pt x="263573" y="21078"/>
                    <a:pt x="264738" y="21224"/>
                    <a:pt x="265977" y="21297"/>
                  </a:cubicBezTo>
                  <a:cubicBezTo>
                    <a:pt x="268010" y="21503"/>
                    <a:pt x="270052" y="21600"/>
                    <a:pt x="272095" y="21588"/>
                  </a:cubicBezTo>
                  <a:cubicBezTo>
                    <a:pt x="312671" y="22462"/>
                    <a:pt x="352009" y="-120"/>
                    <a:pt x="393094" y="-120"/>
                  </a:cubicBezTo>
                  <a:cubicBezTo>
                    <a:pt x="438113" y="-193"/>
                    <a:pt x="476429" y="25886"/>
                    <a:pt x="516058" y="43661"/>
                  </a:cubicBezTo>
                  <a:cubicBezTo>
                    <a:pt x="524071" y="47303"/>
                    <a:pt x="531648" y="50581"/>
                    <a:pt x="538787" y="53932"/>
                  </a:cubicBezTo>
                  <a:cubicBezTo>
                    <a:pt x="567415" y="67263"/>
                    <a:pt x="588977" y="81468"/>
                    <a:pt x="600779" y="119348"/>
                  </a:cubicBezTo>
                  <a:cubicBezTo>
                    <a:pt x="607626" y="141493"/>
                    <a:pt x="598228" y="165314"/>
                    <a:pt x="586136" y="184982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A2A46D08-943A-4911-B226-DA4CF7FB97F0}"/>
                </a:ext>
              </a:extLst>
            </p:cNvPr>
            <p:cNvSpPr/>
            <p:nvPr/>
          </p:nvSpPr>
          <p:spPr>
            <a:xfrm>
              <a:off x="2959239" y="792015"/>
              <a:ext cx="57769" cy="31222"/>
            </a:xfrm>
            <a:custGeom>
              <a:avLst/>
              <a:gdLst>
                <a:gd name="connsiteX0" fmla="*/ 55173 w 57769"/>
                <a:gd name="connsiteY0" fmla="*/ 172 h 31222"/>
                <a:gd name="connsiteX1" fmla="*/ 50875 w 57769"/>
                <a:gd name="connsiteY1" fmla="*/ 23920 h 31222"/>
                <a:gd name="connsiteX2" fmla="*/ 33829 w 57769"/>
                <a:gd name="connsiteY2" fmla="*/ 29966 h 31222"/>
                <a:gd name="connsiteX3" fmla="*/ 20571 w 57769"/>
                <a:gd name="connsiteY3" fmla="*/ 30986 h 31222"/>
                <a:gd name="connsiteX4" fmla="*/ 3015 w 57769"/>
                <a:gd name="connsiteY4" fmla="*/ 27999 h 31222"/>
                <a:gd name="connsiteX5" fmla="*/ -45 w 57769"/>
                <a:gd name="connsiteY5" fmla="*/ 26032 h 31222"/>
                <a:gd name="connsiteX6" fmla="*/ 5127 w 57769"/>
                <a:gd name="connsiteY6" fmla="*/ 19039 h 31222"/>
                <a:gd name="connsiteX7" fmla="*/ 11246 w 57769"/>
                <a:gd name="connsiteY7" fmla="*/ 19330 h 31222"/>
                <a:gd name="connsiteX8" fmla="*/ 33100 w 57769"/>
                <a:gd name="connsiteY8" fmla="*/ 15615 h 31222"/>
                <a:gd name="connsiteX9" fmla="*/ 41332 w 57769"/>
                <a:gd name="connsiteY9" fmla="*/ 11682 h 31222"/>
                <a:gd name="connsiteX10" fmla="*/ 49053 w 57769"/>
                <a:gd name="connsiteY10" fmla="*/ -120 h 3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769" h="31222">
                  <a:moveTo>
                    <a:pt x="55173" y="172"/>
                  </a:moveTo>
                  <a:cubicBezTo>
                    <a:pt x="59809" y="8062"/>
                    <a:pt x="57982" y="18155"/>
                    <a:pt x="50875" y="23920"/>
                  </a:cubicBezTo>
                  <a:cubicBezTo>
                    <a:pt x="45862" y="27473"/>
                    <a:pt x="39961" y="29567"/>
                    <a:pt x="33829" y="29966"/>
                  </a:cubicBezTo>
                  <a:cubicBezTo>
                    <a:pt x="29433" y="30562"/>
                    <a:pt x="25006" y="30902"/>
                    <a:pt x="20571" y="30986"/>
                  </a:cubicBezTo>
                  <a:cubicBezTo>
                    <a:pt x="14561" y="31470"/>
                    <a:pt x="8526" y="30443"/>
                    <a:pt x="3015" y="27999"/>
                  </a:cubicBezTo>
                  <a:cubicBezTo>
                    <a:pt x="1942" y="27429"/>
                    <a:pt x="919" y="26771"/>
                    <a:pt x="-45" y="26032"/>
                  </a:cubicBezTo>
                  <a:cubicBezTo>
                    <a:pt x="1943" y="23908"/>
                    <a:pt x="3678" y="21561"/>
                    <a:pt x="5127" y="19039"/>
                  </a:cubicBezTo>
                  <a:cubicBezTo>
                    <a:pt x="6147" y="19840"/>
                    <a:pt x="7167" y="19622"/>
                    <a:pt x="11246" y="19330"/>
                  </a:cubicBezTo>
                  <a:cubicBezTo>
                    <a:pt x="18653" y="18970"/>
                    <a:pt x="25990" y="17723"/>
                    <a:pt x="33100" y="15615"/>
                  </a:cubicBezTo>
                  <a:cubicBezTo>
                    <a:pt x="36066" y="14830"/>
                    <a:pt x="38858" y="13496"/>
                    <a:pt x="41332" y="11682"/>
                  </a:cubicBezTo>
                  <a:cubicBezTo>
                    <a:pt x="44977" y="8563"/>
                    <a:pt x="47656" y="4469"/>
                    <a:pt x="49053" y="-120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6ED36747-5766-4A38-B66B-ED97B5CD5146}"/>
                </a:ext>
              </a:extLst>
            </p:cNvPr>
            <p:cNvSpPr/>
            <p:nvPr/>
          </p:nvSpPr>
          <p:spPr>
            <a:xfrm>
              <a:off x="2859995" y="1153962"/>
              <a:ext cx="68540" cy="9864"/>
            </a:xfrm>
            <a:custGeom>
              <a:avLst/>
              <a:gdLst>
                <a:gd name="connsiteX0" fmla="*/ -45 w 68540"/>
                <a:gd name="connsiteY0" fmla="*/ 393 h 9864"/>
                <a:gd name="connsiteX1" fmla="*/ 18643 w 68540"/>
                <a:gd name="connsiteY1" fmla="*/ 7350 h 9864"/>
                <a:gd name="connsiteX2" fmla="*/ 68495 w 68540"/>
                <a:gd name="connsiteY2" fmla="*/ -120 h 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40" h="9864">
                  <a:moveTo>
                    <a:pt x="-45" y="393"/>
                  </a:moveTo>
                  <a:cubicBezTo>
                    <a:pt x="5654" y="3944"/>
                    <a:pt x="12009" y="6310"/>
                    <a:pt x="18643" y="7350"/>
                  </a:cubicBezTo>
                  <a:cubicBezTo>
                    <a:pt x="35553" y="12266"/>
                    <a:pt x="53768" y="9536"/>
                    <a:pt x="68495" y="-120"/>
                  </a:cubicBezTo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A5CAAF83-7992-4850-B737-CFD76D7EFF25}"/>
              </a:ext>
            </a:extLst>
          </p:cNvPr>
          <p:cNvSpPr txBox="1"/>
          <p:nvPr/>
        </p:nvSpPr>
        <p:spPr>
          <a:xfrm>
            <a:off x="476633" y="6432489"/>
            <a:ext cx="1487908" cy="307777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Vlan 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ID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是多少？</a:t>
            </a:r>
            <a:endParaRPr lang="zh-CN" altLang="en-US" sz="14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674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7B69AE-6436-4278-AC2A-385E1EDF1C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指定端口模式为</a:t>
            </a:r>
            <a:r>
              <a:rPr lang="en-US" altLang="zh-CN" dirty="0"/>
              <a:t>trunk</a:t>
            </a:r>
          </a:p>
          <a:p>
            <a:pPr lvl="1"/>
            <a:r>
              <a:rPr lang="en-US" altLang="zh-CN" dirty="0" err="1"/>
              <a:t>xit</a:t>
            </a:r>
            <a:r>
              <a:rPr lang="en-US" altLang="zh-CN" dirty="0"/>
              <a:t>(config-if)#swit mode trunk</a:t>
            </a:r>
          </a:p>
          <a:p>
            <a:r>
              <a:rPr lang="zh-CN" altLang="en-US" dirty="0"/>
              <a:t>查看指定端口的模式</a:t>
            </a:r>
          </a:p>
          <a:p>
            <a:pPr lvl="1"/>
            <a:r>
              <a:rPr lang="en-US" altLang="zh-CN" dirty="0" err="1"/>
              <a:t>xit#show</a:t>
            </a:r>
            <a:r>
              <a:rPr lang="en-US" altLang="zh-CN" dirty="0"/>
              <a:t> inter fa0/1 </a:t>
            </a:r>
            <a:r>
              <a:rPr lang="en-US" altLang="zh-CN" dirty="0" err="1"/>
              <a:t>swit</a:t>
            </a:r>
            <a:endParaRPr lang="en-US" altLang="zh-CN" dirty="0"/>
          </a:p>
          <a:p>
            <a:r>
              <a:rPr lang="zh-CN" altLang="en-US" dirty="0"/>
              <a:t>允许通过的</a:t>
            </a:r>
            <a:r>
              <a:rPr lang="en-US" altLang="zh-CN" dirty="0"/>
              <a:t>vlan</a:t>
            </a:r>
          </a:p>
          <a:p>
            <a:pPr lvl="1"/>
            <a:r>
              <a:rPr lang="en-US" altLang="zh-CN" dirty="0" err="1"/>
              <a:t>xit#swi</a:t>
            </a:r>
            <a:r>
              <a:rPr lang="en-US" altLang="zh-CN" dirty="0"/>
              <a:t> </a:t>
            </a:r>
            <a:r>
              <a:rPr lang="en-US" altLang="zh-CN" dirty="0" err="1"/>
              <a:t>tru</a:t>
            </a:r>
            <a:r>
              <a:rPr lang="en-US" altLang="zh-CN" dirty="0"/>
              <a:t> allowed vlan all</a:t>
            </a:r>
            <a:endParaRPr lang="zh-CN" altLang="zh-CN" dirty="0"/>
          </a:p>
          <a:p>
            <a:pPr lvl="1"/>
            <a:r>
              <a:rPr lang="en-US" altLang="zh-CN" dirty="0" err="1"/>
              <a:t>xit#swi</a:t>
            </a:r>
            <a:r>
              <a:rPr lang="en-US" altLang="zh-CN" dirty="0"/>
              <a:t> </a:t>
            </a:r>
            <a:r>
              <a:rPr lang="en-US" altLang="zh-CN" dirty="0" err="1"/>
              <a:t>tru</a:t>
            </a:r>
            <a:r>
              <a:rPr lang="en-US" altLang="zh-CN" dirty="0"/>
              <a:t> </a:t>
            </a:r>
            <a:r>
              <a:rPr lang="en-US" altLang="zh-CN" dirty="0" err="1"/>
              <a:t>allo</a:t>
            </a:r>
            <a:r>
              <a:rPr lang="en-US" altLang="zh-CN" dirty="0"/>
              <a:t> vlan 10,20</a:t>
            </a:r>
            <a:endParaRPr lang="zh-CN" altLang="zh-CN" dirty="0"/>
          </a:p>
          <a:p>
            <a:pPr lvl="1"/>
            <a:r>
              <a:rPr lang="en-US" altLang="zh-CN" dirty="0" err="1"/>
              <a:t>xit#swi</a:t>
            </a:r>
            <a:r>
              <a:rPr lang="en-US" altLang="zh-CN" dirty="0"/>
              <a:t> </a:t>
            </a:r>
            <a:r>
              <a:rPr lang="en-US" altLang="zh-CN" dirty="0" err="1"/>
              <a:t>tru</a:t>
            </a:r>
            <a:r>
              <a:rPr lang="en-US" altLang="zh-CN" dirty="0"/>
              <a:t> </a:t>
            </a:r>
            <a:r>
              <a:rPr lang="en-US" altLang="zh-CN" dirty="0" err="1"/>
              <a:t>allo</a:t>
            </a:r>
            <a:r>
              <a:rPr lang="en-US" altLang="zh-CN" dirty="0"/>
              <a:t> vlan 10-20</a:t>
            </a:r>
            <a:endParaRPr lang="zh-CN" altLang="zh-CN" dirty="0"/>
          </a:p>
          <a:p>
            <a:pPr lvl="1"/>
            <a:r>
              <a:rPr lang="en-US" altLang="zh-CN" dirty="0" err="1"/>
              <a:t>xit#swi</a:t>
            </a:r>
            <a:r>
              <a:rPr lang="en-US" altLang="zh-CN" dirty="0"/>
              <a:t> </a:t>
            </a:r>
            <a:r>
              <a:rPr lang="en-US" altLang="zh-CN" dirty="0" err="1"/>
              <a:t>tru</a:t>
            </a:r>
            <a:r>
              <a:rPr lang="en-US" altLang="zh-CN" dirty="0"/>
              <a:t> pruning vlan 10,20</a:t>
            </a:r>
            <a:endParaRPr lang="zh-CN" altLang="zh-CN" dirty="0"/>
          </a:p>
          <a:p>
            <a:pPr lvl="1"/>
            <a:r>
              <a:rPr lang="en-US" altLang="zh-CN" dirty="0" err="1"/>
              <a:t>xit#swi</a:t>
            </a:r>
            <a:r>
              <a:rPr lang="en-US" altLang="zh-CN" dirty="0"/>
              <a:t> </a:t>
            </a:r>
            <a:r>
              <a:rPr lang="en-US" altLang="zh-CN" dirty="0" err="1"/>
              <a:t>tru</a:t>
            </a:r>
            <a:r>
              <a:rPr lang="en-US" altLang="zh-CN" dirty="0"/>
              <a:t> pruning vlan 10-20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6E7ACD4-2C8C-40E0-A6C7-6355FC51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跨交换机的</a:t>
            </a:r>
            <a:r>
              <a:rPr lang="en-US" altLang="zh-CN" dirty="0"/>
              <a:t>vlan</a:t>
            </a:r>
            <a:r>
              <a:rPr lang="zh-CN" altLang="en-US" dirty="0"/>
              <a:t>划分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5D0D022-7028-4052-A57E-25D514E83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500" y="2181471"/>
            <a:ext cx="4762500" cy="402907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9F46036-6509-4470-81F9-037C94318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00" y="5572371"/>
            <a:ext cx="49720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19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7B69AE-6436-4278-AC2A-385E1EDF1C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拓扑如下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6E7ACD4-2C8C-40E0-A6C7-6355FC51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跨交换机的</a:t>
            </a:r>
            <a:r>
              <a:rPr lang="en-US" altLang="zh-CN" dirty="0"/>
              <a:t>vlan</a:t>
            </a:r>
            <a:r>
              <a:rPr lang="zh-CN" altLang="en-US" dirty="0"/>
              <a:t>划分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A3A5DD-9ECD-4F22-BE23-3B8B229D4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0" y="2010545"/>
            <a:ext cx="10080000" cy="4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71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7B69AE-6436-4278-AC2A-385E1EDF1C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步骤</a:t>
            </a:r>
            <a:endParaRPr lang="en-US" altLang="zh-CN" dirty="0"/>
          </a:p>
          <a:p>
            <a:pPr lvl="1"/>
            <a:r>
              <a:rPr lang="zh-CN" altLang="en-US" dirty="0"/>
              <a:t>搭建拓扑</a:t>
            </a:r>
            <a:endParaRPr lang="en-US" altLang="zh-CN" dirty="0"/>
          </a:p>
          <a:p>
            <a:pPr lvl="1"/>
            <a:r>
              <a:rPr lang="zh-CN" altLang="en-US" dirty="0"/>
              <a:t>配置各主机</a:t>
            </a:r>
            <a:r>
              <a:rPr lang="en-US" altLang="zh-CN" dirty="0"/>
              <a:t>IP</a:t>
            </a:r>
          </a:p>
          <a:p>
            <a:pPr lvl="1"/>
            <a:r>
              <a:rPr lang="zh-CN" altLang="en-US" dirty="0"/>
              <a:t>创建</a:t>
            </a:r>
            <a:r>
              <a:rPr lang="en-US" altLang="zh-CN" dirty="0"/>
              <a:t>vlan10</a:t>
            </a:r>
            <a:r>
              <a:rPr lang="zh-CN" altLang="en-US" dirty="0"/>
              <a:t>，</a:t>
            </a:r>
            <a:r>
              <a:rPr lang="en-US" altLang="zh-CN" dirty="0"/>
              <a:t>20</a:t>
            </a:r>
            <a:r>
              <a:rPr lang="zh-CN" altLang="en-US" dirty="0"/>
              <a:t>，</a:t>
            </a:r>
            <a:r>
              <a:rPr lang="en-US" altLang="zh-CN" dirty="0"/>
              <a:t>30</a:t>
            </a:r>
          </a:p>
          <a:p>
            <a:pPr lvl="1"/>
            <a:r>
              <a:rPr lang="zh-CN" altLang="en-US" dirty="0"/>
              <a:t>划分端口到相应的</a:t>
            </a:r>
            <a:r>
              <a:rPr lang="en-US" altLang="zh-CN" dirty="0"/>
              <a:t>vlan</a:t>
            </a:r>
          </a:p>
          <a:p>
            <a:pPr lvl="1"/>
            <a:r>
              <a:rPr lang="zh-CN" altLang="en-US" dirty="0"/>
              <a:t>设置交换机互联端口为</a:t>
            </a:r>
            <a:r>
              <a:rPr lang="en-US" altLang="zh-CN" dirty="0"/>
              <a:t>trunk</a:t>
            </a:r>
            <a:r>
              <a:rPr lang="zh-CN" altLang="en-US" dirty="0"/>
              <a:t>模式</a:t>
            </a:r>
            <a:endParaRPr lang="en-US" altLang="zh-CN" dirty="0"/>
          </a:p>
          <a:p>
            <a:pPr lvl="1"/>
            <a:r>
              <a:rPr lang="zh-CN" altLang="en-US" dirty="0"/>
              <a:t>测试各</a:t>
            </a:r>
            <a:r>
              <a:rPr lang="en-US" altLang="zh-CN" dirty="0"/>
              <a:t>vlan</a:t>
            </a:r>
            <a:r>
              <a:rPr lang="zh-CN" altLang="en-US" dirty="0"/>
              <a:t>的通信情况</a:t>
            </a:r>
            <a:endParaRPr lang="en-US" altLang="zh-CN" dirty="0"/>
          </a:p>
          <a:p>
            <a:pPr lvl="1"/>
            <a:r>
              <a:rPr lang="zh-CN" altLang="en-US" dirty="0"/>
              <a:t>查看交换机</a:t>
            </a:r>
            <a:r>
              <a:rPr lang="en-US" altLang="zh-CN" dirty="0"/>
              <a:t>vlan</a:t>
            </a:r>
            <a:r>
              <a:rPr lang="zh-CN" altLang="en-US" dirty="0"/>
              <a:t>的配置情况</a:t>
            </a:r>
            <a:endParaRPr lang="en-US" altLang="zh-CN" dirty="0"/>
          </a:p>
          <a:p>
            <a:pPr lvl="1"/>
            <a:r>
              <a:rPr lang="zh-CN" altLang="en-US" dirty="0"/>
              <a:t>查看交换机</a:t>
            </a:r>
            <a:r>
              <a:rPr lang="en-US" altLang="zh-CN" dirty="0"/>
              <a:t>trunk</a:t>
            </a:r>
            <a:r>
              <a:rPr lang="zh-CN" altLang="en-US" dirty="0"/>
              <a:t>端口的详细信息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6E7ACD4-2C8C-40E0-A6C7-6355FC51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跨交换机的</a:t>
            </a:r>
            <a:r>
              <a:rPr lang="en-US" altLang="zh-CN" dirty="0"/>
              <a:t>vlan</a:t>
            </a:r>
            <a:r>
              <a:rPr lang="zh-CN" altLang="en-US" dirty="0"/>
              <a:t>划分</a:t>
            </a:r>
          </a:p>
        </p:txBody>
      </p:sp>
    </p:spTree>
    <p:extLst>
      <p:ext uri="{BB962C8B-B14F-4D97-AF65-F5344CB8AC3E}">
        <p14:creationId xmlns:p14="http://schemas.microsoft.com/office/powerpoint/2010/main" val="78371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3BBA73E-88E3-47B0-B4EC-98E993198B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Vlan</a:t>
            </a:r>
            <a:r>
              <a:rPr lang="zh-CN" altLang="en-US" dirty="0"/>
              <a:t>的特点</a:t>
            </a:r>
            <a:endParaRPr lang="en-US" altLang="zh-CN" dirty="0"/>
          </a:p>
          <a:p>
            <a:r>
              <a:rPr lang="en-US" altLang="zh-CN" dirty="0"/>
              <a:t>Vlan</a:t>
            </a:r>
            <a:r>
              <a:rPr lang="zh-CN" altLang="en-US" dirty="0"/>
              <a:t>的使用</a:t>
            </a:r>
            <a:endParaRPr lang="en-US" altLang="zh-CN" dirty="0"/>
          </a:p>
          <a:p>
            <a:pPr lvl="1"/>
            <a:r>
              <a:rPr lang="zh-CN" altLang="en-US" dirty="0"/>
              <a:t>单交换机</a:t>
            </a:r>
            <a:endParaRPr lang="en-US" altLang="zh-CN" dirty="0"/>
          </a:p>
          <a:p>
            <a:pPr lvl="1"/>
            <a:r>
              <a:rPr lang="zh-CN" altLang="en-US" dirty="0"/>
              <a:t>跨交换机</a:t>
            </a:r>
          </a:p>
        </p:txBody>
      </p:sp>
    </p:spTree>
    <p:extLst>
      <p:ext uri="{BB962C8B-B14F-4D97-AF65-F5344CB8AC3E}">
        <p14:creationId xmlns:p14="http://schemas.microsoft.com/office/powerpoint/2010/main" val="1217579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AF0BC4-4D48-4ECE-8D1A-494251DF18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完善学校组织结构图的</a:t>
            </a:r>
            <a:r>
              <a:rPr lang="en-US" altLang="zh-CN" dirty="0"/>
              <a:t>vlan</a:t>
            </a:r>
            <a:r>
              <a:rPr lang="zh-CN" altLang="en-US" dirty="0"/>
              <a:t>划分</a:t>
            </a:r>
            <a:endParaRPr lang="en-US" altLang="zh-CN" dirty="0"/>
          </a:p>
          <a:p>
            <a:pPr lvl="1"/>
            <a:r>
              <a:rPr lang="zh-CN" altLang="en-US" dirty="0"/>
              <a:t>自己指定</a:t>
            </a:r>
            <a:r>
              <a:rPr lang="en-US" altLang="zh-CN" dirty="0"/>
              <a:t>vlan</a:t>
            </a:r>
            <a:r>
              <a:rPr lang="zh-CN" altLang="en-US" dirty="0"/>
              <a:t>号和对应的端口</a:t>
            </a:r>
            <a:endParaRPr lang="en-US" altLang="zh-CN" dirty="0"/>
          </a:p>
          <a:p>
            <a:pPr lvl="1"/>
            <a:r>
              <a:rPr lang="zh-CN" altLang="en-US" dirty="0"/>
              <a:t>测试不同</a:t>
            </a:r>
            <a:r>
              <a:rPr lang="en-US" altLang="zh-CN" dirty="0"/>
              <a:t>vlan</a:t>
            </a:r>
            <a:r>
              <a:rPr lang="zh-CN" altLang="en-US" dirty="0"/>
              <a:t>之间的通信</a:t>
            </a:r>
            <a:endParaRPr lang="en-US" altLang="zh-CN" dirty="0"/>
          </a:p>
          <a:p>
            <a:pPr lvl="1"/>
            <a:r>
              <a:rPr lang="zh-CN" altLang="en-US" dirty="0"/>
              <a:t>测试广播域的通信</a:t>
            </a:r>
            <a:endParaRPr lang="en-US" altLang="zh-CN" dirty="0"/>
          </a:p>
          <a:p>
            <a:r>
              <a:rPr lang="zh-CN" altLang="en-US" dirty="0"/>
              <a:t>归纳总结交换机</a:t>
            </a:r>
            <a:r>
              <a:rPr lang="en-US" altLang="zh-CN" dirty="0"/>
              <a:t>vlan</a:t>
            </a:r>
            <a:r>
              <a:rPr lang="zh-CN" altLang="en-US" dirty="0"/>
              <a:t>划分使用到的命令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8621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AF0BC4-4D48-4ECE-8D1A-494251DF18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第四章 网络层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6390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tailEnd type="non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lIns="91440" tIns="45720" rIns="91440" bIns="45720" rtlCol="0">
        <a:spAutoFit/>
      </a:bodyPr>
      <a:lstStyle>
        <a:defPPr algn="l">
          <a:defRPr sz="2000" dirty="0" smtClean="0">
            <a:solidFill>
              <a:schemeClr val="tx1"/>
            </a:solidFill>
            <a:latin typeface="IBM Plex Sans Light" panose="020B0403050203000203" pitchFamily="34" charset="0"/>
            <a:ea typeface="微软雅黑 Light" panose="020B0502040204020203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F514889-BD68-49E2-B2D7-3DD58F72A877}">
  <we:reference id="wa104379997" version="2.0.0.0" store="zh-CN" storeType="OMEX"/>
  <we:alternateReferences>
    <we:reference id="wa104379997" version="2.0.0.0" store="WA1043799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14782</TotalTime>
  <Words>1359</Words>
  <Application>Microsoft Office PowerPoint</Application>
  <PresentationFormat>宽屏</PresentationFormat>
  <Paragraphs>187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27禹卫书法行书简体</vt:lpstr>
      <vt:lpstr>Cuprum</vt:lpstr>
      <vt:lpstr>微软雅黑</vt:lpstr>
      <vt:lpstr>微软雅黑 Light</vt:lpstr>
      <vt:lpstr>Arial</vt:lpstr>
      <vt:lpstr>Courier New</vt:lpstr>
      <vt:lpstr>IBM Plex Sans Light</vt:lpstr>
      <vt:lpstr>Wingdings 2</vt:lpstr>
      <vt:lpstr>Wingdings 3</vt:lpstr>
      <vt:lpstr>Office 主题​​</vt:lpstr>
      <vt:lpstr>虚拟局域网</vt:lpstr>
      <vt:lpstr>引言</vt:lpstr>
      <vt:lpstr>传统局域网的局限性</vt:lpstr>
      <vt:lpstr>概述</vt:lpstr>
      <vt:lpstr>作用</vt:lpstr>
      <vt:lpstr>使用</vt:lpstr>
      <vt:lpstr>使用</vt:lpstr>
      <vt:lpstr>改进的局域网-VLAN</vt:lpstr>
      <vt:lpstr>VLAN常用命令</vt:lpstr>
      <vt:lpstr>VLAN常用命令</vt:lpstr>
      <vt:lpstr>VLAN常用命令</vt:lpstr>
      <vt:lpstr>VLAN常用命令</vt:lpstr>
      <vt:lpstr>单个交换机的vlan划分</vt:lpstr>
      <vt:lpstr>单个交换机的vlan划分</vt:lpstr>
      <vt:lpstr>单个交换机的vlan划分</vt:lpstr>
      <vt:lpstr>单个交换机的vlan划分</vt:lpstr>
      <vt:lpstr>1Q协议</vt:lpstr>
      <vt:lpstr>1Q协议</vt:lpstr>
      <vt:lpstr>处理过程</vt:lpstr>
      <vt:lpstr>跨交换机的vlan划分</vt:lpstr>
      <vt:lpstr>跨交换机的vlan划分</vt:lpstr>
      <vt:lpstr>跨交换机的vlan划分</vt:lpstr>
      <vt:lpstr>PowerPoint 演示文稿</vt:lpstr>
      <vt:lpstr>PowerPoint 演示文稿</vt:lpstr>
      <vt:lpstr>PowerPoint 演示文稿</vt:lpstr>
    </vt:vector>
  </TitlesOfParts>
  <Manager>PLA</Manager>
  <Company>54414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</dc:title>
  <dc:creator>cnplaman</dc:creator>
  <cp:lastModifiedBy>cn plaman</cp:lastModifiedBy>
  <cp:revision>3879</cp:revision>
  <dcterms:created xsi:type="dcterms:W3CDTF">2020-11-07T11:40:45Z</dcterms:created>
  <dcterms:modified xsi:type="dcterms:W3CDTF">2026-08-03T16:00:24Z</dcterms:modified>
</cp:coreProperties>
</file>
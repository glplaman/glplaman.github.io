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6" r:id="rId3"/>
    <p:sldId id="287" r:id="rId4"/>
    <p:sldId id="288" r:id="rId5"/>
    <p:sldId id="258" r:id="rId6"/>
    <p:sldId id="259" r:id="rId7"/>
    <p:sldId id="260" r:id="rId8"/>
    <p:sldId id="269" r:id="rId9"/>
    <p:sldId id="261" r:id="rId10"/>
    <p:sldId id="262" r:id="rId11"/>
    <p:sldId id="263" r:id="rId12"/>
    <p:sldId id="265" r:id="rId13"/>
    <p:sldId id="266" r:id="rId14"/>
    <p:sldId id="267" r:id="rId15"/>
    <p:sldId id="273" r:id="rId16"/>
    <p:sldId id="271" r:id="rId17"/>
    <p:sldId id="268" r:id="rId18"/>
    <p:sldId id="281" r:id="rId19"/>
    <p:sldId id="282" r:id="rId20"/>
    <p:sldId id="283" r:id="rId21"/>
    <p:sldId id="284" r:id="rId22"/>
    <p:sldId id="274" r:id="rId23"/>
    <p:sldId id="276" r:id="rId24"/>
    <p:sldId id="277" r:id="rId25"/>
    <p:sldId id="278" r:id="rId26"/>
    <p:sldId id="279" r:id="rId27"/>
    <p:sldId id="285" r:id="rId28"/>
    <p:sldId id="280" r:id="rId29"/>
    <p:sldId id="264" r:id="rId30"/>
    <p:sldId id="272" r:id="rId31"/>
    <p:sldId id="256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BFE180E-ABE5-8E60-4B59-6CA2D6B23612}"/>
              </a:ext>
            </a:extLst>
          </p:cNvPr>
          <p:cNvSpPr/>
          <p:nvPr/>
        </p:nvSpPr>
        <p:spPr>
          <a:xfrm>
            <a:off x="1162062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EE51978-A443-A483-9810-F30672E49154}"/>
              </a:ext>
            </a:extLst>
          </p:cNvPr>
          <p:cNvGrpSpPr/>
          <p:nvPr/>
        </p:nvGrpSpPr>
        <p:grpSpPr>
          <a:xfrm>
            <a:off x="1201985" y="1094755"/>
            <a:ext cx="590549" cy="360000"/>
            <a:chOff x="1385885" y="1017493"/>
            <a:chExt cx="590549" cy="360000"/>
          </a:xfrm>
        </p:grpSpPr>
        <p:pic>
          <p:nvPicPr>
            <p:cNvPr id="5" name="图形 4" descr="文档">
              <a:extLst>
                <a:ext uri="{FF2B5EF4-FFF2-40B4-BE49-F238E27FC236}">
                  <a16:creationId xmlns:a16="http://schemas.microsoft.com/office/drawing/2014/main" id="{D592AA54-6817-6628-8E43-B1C0A0075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06CC44C-DDBD-2221-C55E-AB74FEF9A77C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P1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F8C590D-AE02-7479-0F90-FBBDFC7F636A}"/>
              </a:ext>
            </a:extLst>
          </p:cNvPr>
          <p:cNvGrpSpPr/>
          <p:nvPr/>
        </p:nvGrpSpPr>
        <p:grpSpPr>
          <a:xfrm>
            <a:off x="1814238" y="1094755"/>
            <a:ext cx="590549" cy="360000"/>
            <a:chOff x="1890159" y="1017493"/>
            <a:chExt cx="590549" cy="360000"/>
          </a:xfrm>
        </p:grpSpPr>
        <p:pic>
          <p:nvPicPr>
            <p:cNvPr id="6" name="图形 5" descr="文档">
              <a:extLst>
                <a:ext uri="{FF2B5EF4-FFF2-40B4-BE49-F238E27FC236}">
                  <a16:creationId xmlns:a16="http://schemas.microsoft.com/office/drawing/2014/main" id="{30029A1D-3142-A849-40F0-98C81931F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6AF8BFB-BC01-EA81-BBA3-2AEBB263CB35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P2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2CF8815-FB37-8F08-135C-44B7A215A80F}"/>
              </a:ext>
            </a:extLst>
          </p:cNvPr>
          <p:cNvGrpSpPr/>
          <p:nvPr/>
        </p:nvGrpSpPr>
        <p:grpSpPr>
          <a:xfrm>
            <a:off x="2461950" y="1094755"/>
            <a:ext cx="590549" cy="360000"/>
            <a:chOff x="2394433" y="1017493"/>
            <a:chExt cx="590549" cy="360000"/>
          </a:xfrm>
        </p:grpSpPr>
        <p:pic>
          <p:nvPicPr>
            <p:cNvPr id="7" name="图形 6" descr="文档">
              <a:extLst>
                <a:ext uri="{FF2B5EF4-FFF2-40B4-BE49-F238E27FC236}">
                  <a16:creationId xmlns:a16="http://schemas.microsoft.com/office/drawing/2014/main" id="{F9DE4040-A3A2-D7C4-282B-42E9C1850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624982" y="1017493"/>
              <a:ext cx="360000" cy="3600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EBB5379-D08A-58CF-929D-278588283330}"/>
                </a:ext>
              </a:extLst>
            </p:cNvPr>
            <p:cNvSpPr txBox="1"/>
            <p:nvPr/>
          </p:nvSpPr>
          <p:spPr>
            <a:xfrm>
              <a:off x="2394433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P3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FFF33479-772D-E44E-423D-6B3E220FAB77}"/>
              </a:ext>
            </a:extLst>
          </p:cNvPr>
          <p:cNvGrpSpPr/>
          <p:nvPr/>
        </p:nvGrpSpPr>
        <p:grpSpPr>
          <a:xfrm>
            <a:off x="5313157" y="1134038"/>
            <a:ext cx="590549" cy="360000"/>
            <a:chOff x="1385885" y="1017493"/>
            <a:chExt cx="590549" cy="360000"/>
          </a:xfrm>
        </p:grpSpPr>
        <p:pic>
          <p:nvPicPr>
            <p:cNvPr id="38" name="图形 37" descr="文档">
              <a:extLst>
                <a:ext uri="{FF2B5EF4-FFF2-40B4-BE49-F238E27FC236}">
                  <a16:creationId xmlns:a16="http://schemas.microsoft.com/office/drawing/2014/main" id="{DDBB9DFE-CD76-50F1-DA80-6B5074DDC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2D63B797-FD37-FC99-7EA7-971D5F5AD65A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P4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CCFFB73-5D89-6A4D-E232-39B07CB34469}"/>
              </a:ext>
            </a:extLst>
          </p:cNvPr>
          <p:cNvGrpSpPr/>
          <p:nvPr/>
        </p:nvGrpSpPr>
        <p:grpSpPr>
          <a:xfrm>
            <a:off x="6113940" y="1134038"/>
            <a:ext cx="590549" cy="360000"/>
            <a:chOff x="1890159" y="1017493"/>
            <a:chExt cx="590549" cy="360000"/>
          </a:xfrm>
        </p:grpSpPr>
        <p:pic>
          <p:nvPicPr>
            <p:cNvPr id="36" name="图形 35" descr="文档">
              <a:extLst>
                <a:ext uri="{FF2B5EF4-FFF2-40B4-BE49-F238E27FC236}">
                  <a16:creationId xmlns:a16="http://schemas.microsoft.com/office/drawing/2014/main" id="{1930C0F1-9FF2-AC85-BE65-1154DEE47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CCBEDC82-7F2D-2DD6-B054-1BA61E5F6B8E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P5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C87BABE2-7EA3-18A8-2B61-DFB9D7DBC833}"/>
              </a:ext>
            </a:extLst>
          </p:cNvPr>
          <p:cNvGrpSpPr/>
          <p:nvPr/>
        </p:nvGrpSpPr>
        <p:grpSpPr>
          <a:xfrm>
            <a:off x="1858929" y="1587810"/>
            <a:ext cx="500364" cy="360000"/>
            <a:chOff x="6021196" y="1927412"/>
            <a:chExt cx="500364" cy="360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2C4388B8-41C7-7966-AF7E-68FC733CD07E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FA6612F-5465-D46C-E103-4027D25A0D71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2FC505B-0DC7-5836-2B96-0A02A442F905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4830477-DBD1-836B-1EA6-0CCBBBFA3971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40C3A5DF-752B-5061-EFA6-D5EBE06C766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0C62FA6C-2638-63CB-F4A7-A2A3D9BDC1EA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A53E4717-44C1-8BA9-0660-C66F67B79A6A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b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5E6B5F9C-3DF1-1A06-2457-90F50CE5E760}"/>
              </a:ext>
            </a:extLst>
          </p:cNvPr>
          <p:cNvGrpSpPr/>
          <p:nvPr/>
        </p:nvGrpSpPr>
        <p:grpSpPr>
          <a:xfrm>
            <a:off x="2516275" y="1587810"/>
            <a:ext cx="500364" cy="360000"/>
            <a:chOff x="6021196" y="1927412"/>
            <a:chExt cx="500364" cy="360000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082ED9C-9ACF-F7E4-A84A-02C00C613563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FD4FFCB-DE31-D71C-87FD-EA974E2AA517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F4FFC7B0-91DF-0748-7AB7-DACE9A82AB79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1E2C48D-8950-5CCC-D008-F49615A59FBD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9855BE9-6824-6113-9C56-6EEB90FD44D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F15DDE4-E238-28A7-9CEE-3C2EDBC4FA9C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6161DDB2-F975-84F5-5B00-B5161DB14BF6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E0CD305E-CB6B-74DC-94AA-BADA10F3DCD3}"/>
              </a:ext>
            </a:extLst>
          </p:cNvPr>
          <p:cNvGrpSpPr/>
          <p:nvPr/>
        </p:nvGrpSpPr>
        <p:grpSpPr>
          <a:xfrm>
            <a:off x="1264740" y="1587810"/>
            <a:ext cx="500364" cy="360000"/>
            <a:chOff x="6021196" y="1927412"/>
            <a:chExt cx="500364" cy="360000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3715DD3C-8625-A078-FF3D-F0F2F3852838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AAE2502-F9AE-97E3-D9D5-65B7435CBB0D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475CDBC5-00DF-80C3-4168-758A9ADA89F1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EEF486-C12F-D047-04A9-5D1104BAEC13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73F12FC0-126E-07F4-5A0F-606B0F6654ED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66214CFD-5A95-AB58-CCC7-78F786972EE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21FC1B37-AA45-139E-926B-8232672ED33E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2C1B7785-28AF-6325-BB5C-C5B0FC4972B8}"/>
              </a:ext>
            </a:extLst>
          </p:cNvPr>
          <p:cNvGrpSpPr/>
          <p:nvPr/>
        </p:nvGrpSpPr>
        <p:grpSpPr>
          <a:xfrm>
            <a:off x="6181579" y="1613646"/>
            <a:ext cx="500364" cy="360000"/>
            <a:chOff x="6021196" y="1927412"/>
            <a:chExt cx="500364" cy="360000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87AE1995-3315-FF77-9797-224E963023E2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0054F01C-EBA5-E10B-EAE0-71A9FBB1D7B6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602ABC8-D041-30A2-8AE4-0C9805219317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49D9C45B-A327-2671-EE42-6E8D0FE16228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FF177BA0-2E68-0AA8-EA55-74B6FEF924C4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DA8B6111-A2C8-D837-66B9-08FF5E94D91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10E5261-1043-DF12-D880-DEF63B8F92BC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y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6ECACA64-201F-1DCE-A528-12EAE695D5B2}"/>
              </a:ext>
            </a:extLst>
          </p:cNvPr>
          <p:cNvGrpSpPr/>
          <p:nvPr/>
        </p:nvGrpSpPr>
        <p:grpSpPr>
          <a:xfrm>
            <a:off x="5371564" y="1613646"/>
            <a:ext cx="500364" cy="360000"/>
            <a:chOff x="6021196" y="1927412"/>
            <a:chExt cx="500364" cy="360000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89147F5-2DB7-469C-C9A4-79A2786B0E6B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FB970BC-9D0D-39D5-1B66-92FE6DDC6D53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869461EA-2F46-387F-11AF-9273E85AC66A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26B85BE-6EA5-3297-ACE5-4AAE406AA7E0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1FFB968D-EB71-EB02-A7E9-2B84CF0C40D1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72A919FF-CEC4-0191-4D11-35D51B499666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DA2B652A-F8C1-8697-AF28-C510F9E58D30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x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sp>
        <p:nvSpPr>
          <p:cNvPr id="92" name="矩形 91">
            <a:extLst>
              <a:ext uri="{FF2B5EF4-FFF2-40B4-BE49-F238E27FC236}">
                <a16:creationId xmlns:a16="http://schemas.microsoft.com/office/drawing/2014/main" id="{888FEABB-73F0-04A3-E7F6-03CDE808B5F5}"/>
              </a:ext>
            </a:extLst>
          </p:cNvPr>
          <p:cNvSpPr/>
          <p:nvPr/>
        </p:nvSpPr>
        <p:spPr>
          <a:xfrm>
            <a:off x="1162062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BFFA76B-7CCC-1BDD-0519-E31C2CEF215C}"/>
              </a:ext>
            </a:extLst>
          </p:cNvPr>
          <p:cNvSpPr txBox="1"/>
          <p:nvPr/>
        </p:nvSpPr>
        <p:spPr>
          <a:xfrm>
            <a:off x="3230113" y="1136256"/>
            <a:ext cx="1765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Application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8B4EAAF-8F9E-AE2E-0B18-C4FFF109669A}"/>
              </a:ext>
            </a:extLst>
          </p:cNvPr>
          <p:cNvSpPr txBox="1"/>
          <p:nvPr/>
        </p:nvSpPr>
        <p:spPr>
          <a:xfrm>
            <a:off x="3834445" y="1629312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Port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BB7A9DAC-57B6-3ACD-5E13-83AEE7073E74}"/>
              </a:ext>
            </a:extLst>
          </p:cNvPr>
          <p:cNvSpPr txBox="1"/>
          <p:nvPr/>
        </p:nvSpPr>
        <p:spPr>
          <a:xfrm>
            <a:off x="3323087" y="2149262"/>
            <a:ext cx="15792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Transport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BE6DD7B-018D-19B4-2101-31B944A8B234}"/>
              </a:ext>
            </a:extLst>
          </p:cNvPr>
          <p:cNvSpPr/>
          <p:nvPr/>
        </p:nvSpPr>
        <p:spPr>
          <a:xfrm>
            <a:off x="5133426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EF20692-7A2A-6BCC-4AE5-92FF63D2F76B}"/>
              </a:ext>
            </a:extLst>
          </p:cNvPr>
          <p:cNvSpPr/>
          <p:nvPr/>
        </p:nvSpPr>
        <p:spPr>
          <a:xfrm>
            <a:off x="5133426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3C5353EC-0C26-3DA5-91BB-A7A2D466E8DB}"/>
              </a:ext>
            </a:extLst>
          </p:cNvPr>
          <p:cNvCxnSpPr>
            <a:cxnSpLocks/>
            <a:stCxn id="92" idx="2"/>
            <a:endCxn id="97" idx="2"/>
          </p:cNvCxnSpPr>
          <p:nvPr/>
        </p:nvCxnSpPr>
        <p:spPr>
          <a:xfrm rot="16200000" flipH="1">
            <a:off x="4140019" y="635536"/>
            <a:ext cx="12700" cy="3971364"/>
          </a:xfrm>
          <a:prstGeom prst="bentConnector3">
            <a:avLst>
              <a:gd name="adj1" fmla="val 3423528"/>
            </a:avLst>
          </a:prstGeom>
          <a:ln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D49EBE7-C4F1-6FC3-1679-222C90BC5C16}"/>
              </a:ext>
            </a:extLst>
          </p:cNvPr>
          <p:cNvSpPr txBox="1"/>
          <p:nvPr/>
        </p:nvSpPr>
        <p:spPr>
          <a:xfrm>
            <a:off x="3323087" y="3054700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F95E230-B855-5A29-A91F-4D13421FE8F3}"/>
              </a:ext>
            </a:extLst>
          </p:cNvPr>
          <p:cNvCxnSpPr>
            <a:cxnSpLocks/>
          </p:cNvCxnSpPr>
          <p:nvPr/>
        </p:nvCxnSpPr>
        <p:spPr>
          <a:xfrm>
            <a:off x="1631176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0F64A9B7-628A-1A23-350B-C708056CA88D}"/>
              </a:ext>
            </a:extLst>
          </p:cNvPr>
          <p:cNvCxnSpPr>
            <a:cxnSpLocks/>
          </p:cNvCxnSpPr>
          <p:nvPr/>
        </p:nvCxnSpPr>
        <p:spPr>
          <a:xfrm>
            <a:off x="2205321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84A5B23B-C6FE-8F0E-60A0-FF0E219AC4FD}"/>
              </a:ext>
            </a:extLst>
          </p:cNvPr>
          <p:cNvCxnSpPr>
            <a:cxnSpLocks/>
          </p:cNvCxnSpPr>
          <p:nvPr/>
        </p:nvCxnSpPr>
        <p:spPr>
          <a:xfrm>
            <a:off x="2877672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F82FD08F-3A64-FD6C-A2E3-B71D5DB39489}"/>
              </a:ext>
            </a:extLst>
          </p:cNvPr>
          <p:cNvCxnSpPr>
            <a:cxnSpLocks/>
          </p:cNvCxnSpPr>
          <p:nvPr/>
        </p:nvCxnSpPr>
        <p:spPr>
          <a:xfrm>
            <a:off x="5736737" y="1444373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58085E8-4B1F-E09F-657B-59008B7DC38A}"/>
              </a:ext>
            </a:extLst>
          </p:cNvPr>
          <p:cNvCxnSpPr>
            <a:cxnSpLocks/>
          </p:cNvCxnSpPr>
          <p:nvPr/>
        </p:nvCxnSpPr>
        <p:spPr>
          <a:xfrm>
            <a:off x="6535271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1D96E86-612C-59A6-07F0-4553D172F74A}"/>
              </a:ext>
            </a:extLst>
          </p:cNvPr>
          <p:cNvSpPr txBox="1"/>
          <p:nvPr/>
        </p:nvSpPr>
        <p:spPr>
          <a:xfrm>
            <a:off x="2171811" y="2638792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1F78B75-9A57-987F-F596-E2F4E0AF2A96}"/>
              </a:ext>
            </a:extLst>
          </p:cNvPr>
          <p:cNvSpPr txBox="1"/>
          <p:nvPr/>
        </p:nvSpPr>
        <p:spPr>
          <a:xfrm>
            <a:off x="4643729" y="2638792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Demultiplexing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522EF6EB-A31C-327C-6988-F23967A32403}"/>
              </a:ext>
            </a:extLst>
          </p:cNvPr>
          <p:cNvCxnSpPr>
            <a:cxnSpLocks/>
          </p:cNvCxnSpPr>
          <p:nvPr/>
        </p:nvCxnSpPr>
        <p:spPr>
          <a:xfrm>
            <a:off x="1608860" y="1973646"/>
            <a:ext cx="545477" cy="647572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ADAE543-12BC-DB03-2563-BF2956BD561C}"/>
              </a:ext>
            </a:extLst>
          </p:cNvPr>
          <p:cNvCxnSpPr>
            <a:cxnSpLocks/>
            <a:stCxn id="53" idx="2"/>
          </p:cNvCxnSpPr>
          <p:nvPr/>
        </p:nvCxnSpPr>
        <p:spPr>
          <a:xfrm flipH="1">
            <a:off x="2260519" y="1947810"/>
            <a:ext cx="612120" cy="690982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9A3AE77-7CC2-78DE-0312-42231F1660DF}"/>
              </a:ext>
            </a:extLst>
          </p:cNvPr>
          <p:cNvCxnSpPr>
            <a:cxnSpLocks/>
          </p:cNvCxnSpPr>
          <p:nvPr/>
        </p:nvCxnSpPr>
        <p:spPr>
          <a:xfrm>
            <a:off x="2205321" y="1955359"/>
            <a:ext cx="0" cy="648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E7AAC13A-7877-C8E2-C121-22971E49B0C1}"/>
              </a:ext>
            </a:extLst>
          </p:cNvPr>
          <p:cNvCxnSpPr>
            <a:cxnSpLocks/>
          </p:cNvCxnSpPr>
          <p:nvPr/>
        </p:nvCxnSpPr>
        <p:spPr>
          <a:xfrm flipH="1" flipV="1">
            <a:off x="5708280" y="1968704"/>
            <a:ext cx="426521" cy="586376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8896D3E-8D00-8E4F-BE16-F2F757596011}"/>
              </a:ext>
            </a:extLst>
          </p:cNvPr>
          <p:cNvCxnSpPr>
            <a:cxnSpLocks/>
          </p:cNvCxnSpPr>
          <p:nvPr/>
        </p:nvCxnSpPr>
        <p:spPr>
          <a:xfrm flipV="1">
            <a:off x="6134801" y="1943080"/>
            <a:ext cx="400470" cy="612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AE814C0F-52D6-33B1-47C2-8CB08BA624A7}"/>
              </a:ext>
            </a:extLst>
          </p:cNvPr>
          <p:cNvSpPr txBox="1"/>
          <p:nvPr/>
        </p:nvSpPr>
        <p:spPr>
          <a:xfrm>
            <a:off x="1954603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H1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0E3A1EE-675E-B52B-E72D-37290E277572}"/>
              </a:ext>
            </a:extLst>
          </p:cNvPr>
          <p:cNvSpPr txBox="1"/>
          <p:nvPr/>
        </p:nvSpPr>
        <p:spPr>
          <a:xfrm>
            <a:off x="5925967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H2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162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2610</TotalTime>
  <Words>710</Words>
  <Application>Microsoft Office PowerPoint</Application>
  <PresentationFormat>宽屏</PresentationFormat>
  <Paragraphs>421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44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Courier New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217</cp:revision>
  <dcterms:created xsi:type="dcterms:W3CDTF">2024-09-22T03:10:12Z</dcterms:created>
  <dcterms:modified xsi:type="dcterms:W3CDTF">2025-10-19T03:54:41Z</dcterms:modified>
</cp:coreProperties>
</file>
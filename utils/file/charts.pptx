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9" r:id="rId3"/>
    <p:sldId id="297" r:id="rId4"/>
    <p:sldId id="298" r:id="rId5"/>
    <p:sldId id="296" r:id="rId6"/>
    <p:sldId id="295" r:id="rId7"/>
    <p:sldId id="292" r:id="rId8"/>
    <p:sldId id="293" r:id="rId9"/>
    <p:sldId id="294" r:id="rId10"/>
    <p:sldId id="291" r:id="rId11"/>
    <p:sldId id="289" r:id="rId12"/>
    <p:sldId id="290" r:id="rId13"/>
    <p:sldId id="258" r:id="rId14"/>
    <p:sldId id="259" r:id="rId15"/>
    <p:sldId id="260" r:id="rId16"/>
    <p:sldId id="269" r:id="rId17"/>
    <p:sldId id="261" r:id="rId18"/>
    <p:sldId id="262" r:id="rId19"/>
    <p:sldId id="263" r:id="rId20"/>
    <p:sldId id="265" r:id="rId21"/>
    <p:sldId id="266" r:id="rId22"/>
    <p:sldId id="267" r:id="rId23"/>
    <p:sldId id="273" r:id="rId24"/>
    <p:sldId id="271" r:id="rId25"/>
    <p:sldId id="268" r:id="rId26"/>
    <p:sldId id="281" r:id="rId27"/>
    <p:sldId id="282" r:id="rId28"/>
    <p:sldId id="283" r:id="rId29"/>
    <p:sldId id="284" r:id="rId30"/>
    <p:sldId id="274" r:id="rId31"/>
    <p:sldId id="276" r:id="rId32"/>
    <p:sldId id="277" r:id="rId33"/>
    <p:sldId id="278" r:id="rId34"/>
    <p:sldId id="279" r:id="rId35"/>
    <p:sldId id="285" r:id="rId36"/>
    <p:sldId id="280" r:id="rId37"/>
    <p:sldId id="264" r:id="rId38"/>
    <p:sldId id="272" r:id="rId39"/>
    <p:sldId id="256" r:id="rId4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BD6A"/>
    <a:srgbClr val="9D1918"/>
    <a:srgbClr val="F2B411"/>
    <a:srgbClr val="1F2580"/>
    <a:srgbClr val="1FACE4"/>
    <a:srgbClr val="6C63FF"/>
    <a:srgbClr val="8854D0"/>
    <a:srgbClr val="FFFFFF"/>
    <a:srgbClr val="3CBFD1"/>
    <a:srgbClr val="E53A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3225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9018169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8531984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 dirty="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746C88D4-E2D2-3DC0-E590-AAD4897F1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915502"/>
              </p:ext>
            </p:extLst>
          </p:nvPr>
        </p:nvGraphicFramePr>
        <p:xfrm>
          <a:off x="291353" y="2532875"/>
          <a:ext cx="4307541" cy="2346960"/>
        </p:xfrm>
        <a:graphic>
          <a:graphicData uri="http://schemas.openxmlformats.org/drawingml/2006/table">
            <a:tbl>
              <a:tblPr/>
              <a:tblGrid>
                <a:gridCol w="1435847">
                  <a:extLst>
                    <a:ext uri="{9D8B030D-6E8A-4147-A177-3AD203B41FA5}">
                      <a16:colId xmlns:a16="http://schemas.microsoft.com/office/drawing/2014/main" val="1449949620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1164384257"/>
                    </a:ext>
                  </a:extLst>
                </a:gridCol>
                <a:gridCol w="1435847">
                  <a:extLst>
                    <a:ext uri="{9D8B030D-6E8A-4147-A177-3AD203B41FA5}">
                      <a16:colId xmlns:a16="http://schemas.microsoft.com/office/drawing/2014/main" val="24012867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中文字号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对应磅值 (pt)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对应像素 (px)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69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三号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21.3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4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186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四号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18.7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37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小四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6219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五号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8663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小五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78076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88E8A904-CFE4-9CF3-BBB8-830F6A2C881D}"/>
              </a:ext>
            </a:extLst>
          </p:cNvPr>
          <p:cNvGrpSpPr>
            <a:grpSpLocks noChangeAspect="1"/>
          </p:cNvGrpSpPr>
          <p:nvPr/>
        </p:nvGrpSpPr>
        <p:grpSpPr>
          <a:xfrm>
            <a:off x="1189491" y="2295410"/>
            <a:ext cx="1800000" cy="1946711"/>
            <a:chOff x="5372370" y="1629000"/>
            <a:chExt cx="3328690" cy="3600000"/>
          </a:xfrm>
        </p:grpSpPr>
        <p:sp>
          <p:nvSpPr>
            <p:cNvPr id="12" name="平行四边形 11">
              <a:extLst>
                <a:ext uri="{FF2B5EF4-FFF2-40B4-BE49-F238E27FC236}">
                  <a16:creationId xmlns:a16="http://schemas.microsoft.com/office/drawing/2014/main" id="{8ABEF998-7D73-92B7-AA65-892A6FDC117B}"/>
                </a:ext>
              </a:extLst>
            </p:cNvPr>
            <p:cNvSpPr/>
            <p:nvPr/>
          </p:nvSpPr>
          <p:spPr>
            <a:xfrm rot="14400000" flipV="1">
              <a:off x="6433380" y="3287264"/>
              <a:ext cx="3328690" cy="554782"/>
            </a:xfrm>
            <a:prstGeom prst="parallelogram">
              <a:avLst>
                <a:gd name="adj" fmla="val 57166"/>
              </a:avLst>
            </a:prstGeom>
            <a:gradFill>
              <a:gsLst>
                <a:gs pos="0">
                  <a:srgbClr val="20BD6A"/>
                </a:gs>
                <a:gs pos="100000">
                  <a:srgbClr val="92D050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  <p:sp>
          <p:nvSpPr>
            <p:cNvPr id="13" name="平行四边形 12">
              <a:extLst>
                <a:ext uri="{FF2B5EF4-FFF2-40B4-BE49-F238E27FC236}">
                  <a16:creationId xmlns:a16="http://schemas.microsoft.com/office/drawing/2014/main" id="{ABEF7A44-A89E-2B8C-BF06-495FDF2FFD50}"/>
                </a:ext>
              </a:extLst>
            </p:cNvPr>
            <p:cNvSpPr/>
            <p:nvPr/>
          </p:nvSpPr>
          <p:spPr>
            <a:xfrm flipV="1">
              <a:off x="5372370" y="4602095"/>
              <a:ext cx="3328690" cy="554782"/>
            </a:xfrm>
            <a:prstGeom prst="parallelogram">
              <a:avLst>
                <a:gd name="adj" fmla="val 57166"/>
              </a:avLst>
            </a:prstGeom>
            <a:gradFill>
              <a:gsLst>
                <a:gs pos="0">
                  <a:srgbClr val="9D1918"/>
                </a:gs>
                <a:gs pos="100000">
                  <a:srgbClr val="F2B41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/>
            </a:p>
          </p:txBody>
        </p:sp>
        <p:sp>
          <p:nvSpPr>
            <p:cNvPr id="9" name="平行四边形 8">
              <a:extLst>
                <a:ext uri="{FF2B5EF4-FFF2-40B4-BE49-F238E27FC236}">
                  <a16:creationId xmlns:a16="http://schemas.microsoft.com/office/drawing/2014/main" id="{B92B5F28-2383-FB57-DFD4-57A0952ABA3F}"/>
                </a:ext>
              </a:extLst>
            </p:cNvPr>
            <p:cNvSpPr/>
            <p:nvPr/>
          </p:nvSpPr>
          <p:spPr>
            <a:xfrm rot="7200000" flipV="1">
              <a:off x="4780425" y="3015954"/>
              <a:ext cx="3328690" cy="554782"/>
            </a:xfrm>
            <a:prstGeom prst="parallelogram">
              <a:avLst>
                <a:gd name="adj" fmla="val 57166"/>
              </a:avLst>
            </a:prstGeom>
            <a:gradFill>
              <a:gsLst>
                <a:gs pos="0">
                  <a:srgbClr val="1F2580"/>
                </a:gs>
                <a:gs pos="100000">
                  <a:srgbClr val="1FACE4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800" dirty="0"/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5A3D17C1-4363-2385-F34C-31BE43814234}"/>
              </a:ext>
            </a:extLst>
          </p:cNvPr>
          <p:cNvSpPr txBox="1"/>
          <p:nvPr/>
        </p:nvSpPr>
        <p:spPr>
          <a:xfrm rot="17820000">
            <a:off x="1497772" y="3202176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Time</a:t>
            </a:r>
            <a:endParaRPr lang="zh-CN" altLang="en-US" sz="8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0917809-6CE4-D1D2-327C-FAB40F60907A}"/>
              </a:ext>
            </a:extLst>
          </p:cNvPr>
          <p:cNvSpPr txBox="1"/>
          <p:nvPr/>
        </p:nvSpPr>
        <p:spPr>
          <a:xfrm rot="3360000">
            <a:off x="2449074" y="3202176"/>
            <a:ext cx="4283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Cost</a:t>
            </a:r>
            <a:endParaRPr lang="zh-CN" altLang="en-US" sz="8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5BEB50B-9821-2497-FE04-61B6493886B6}"/>
              </a:ext>
            </a:extLst>
          </p:cNvPr>
          <p:cNvSpPr txBox="1"/>
          <p:nvPr/>
        </p:nvSpPr>
        <p:spPr>
          <a:xfrm>
            <a:off x="1908875" y="3949424"/>
            <a:ext cx="48923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Scope</a:t>
            </a:r>
            <a:endParaRPr lang="zh-CN" altLang="en-US" sz="800" dirty="0">
              <a:solidFill>
                <a:schemeClr val="bg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247BB99-6B36-7D1A-2B88-2F2FC4EB045B}"/>
              </a:ext>
            </a:extLst>
          </p:cNvPr>
          <p:cNvSpPr txBox="1"/>
          <p:nvPr/>
        </p:nvSpPr>
        <p:spPr>
          <a:xfrm>
            <a:off x="1847961" y="3365435"/>
            <a:ext cx="6110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8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Quality</a:t>
            </a:r>
            <a:endParaRPr lang="zh-CN" altLang="en-US" sz="8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421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矩形 367">
            <a:extLst>
              <a:ext uri="{FF2B5EF4-FFF2-40B4-BE49-F238E27FC236}">
                <a16:creationId xmlns:a16="http://schemas.microsoft.com/office/drawing/2014/main" id="{A5CE8599-FC3A-F595-A546-E77C7991EB68}"/>
              </a:ext>
            </a:extLst>
          </p:cNvPr>
          <p:cNvSpPr/>
          <p:nvPr/>
        </p:nvSpPr>
        <p:spPr>
          <a:xfrm>
            <a:off x="2870263" y="1031865"/>
            <a:ext cx="5760000" cy="432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B3360CC-7B7E-BD39-0B93-F2A8B658E107}"/>
              </a:ext>
            </a:extLst>
          </p:cNvPr>
          <p:cNvGrpSpPr/>
          <p:nvPr/>
        </p:nvGrpSpPr>
        <p:grpSpPr>
          <a:xfrm>
            <a:off x="8001722" y="3304081"/>
            <a:ext cx="395049" cy="1371541"/>
            <a:chOff x="3049432" y="1420419"/>
            <a:chExt cx="395049" cy="1371541"/>
          </a:xfrm>
        </p:grpSpPr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4FED8FC2-ABE7-7755-0B2C-D04AC620001E}"/>
                </a:ext>
              </a:extLst>
            </p:cNvPr>
            <p:cNvSpPr/>
            <p:nvPr/>
          </p:nvSpPr>
          <p:spPr>
            <a:xfrm>
              <a:off x="3049432" y="1420419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AFEF885D-D5CB-CE66-CB3A-87D2D64A9CAF}"/>
                </a:ext>
              </a:extLst>
            </p:cNvPr>
            <p:cNvSpPr/>
            <p:nvPr/>
          </p:nvSpPr>
          <p:spPr>
            <a:xfrm>
              <a:off x="3049432" y="1908665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50 h 395049"/>
                <a:gd name="csX4" fmla="*/ 284243 w 395049"/>
                <a:gd name="csY4" fmla="*/ 395050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50"/>
                    <a:pt x="110807" y="395050"/>
                  </a:cubicBezTo>
                  <a:lnTo>
                    <a:pt x="284243" y="395050"/>
                  </a:lnTo>
                  <a:cubicBezTo>
                    <a:pt x="345344" y="395050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5C233566-0F7B-0740-C032-0C4A300FF6A2}"/>
                </a:ext>
              </a:extLst>
            </p:cNvPr>
            <p:cNvSpPr/>
            <p:nvPr/>
          </p:nvSpPr>
          <p:spPr>
            <a:xfrm>
              <a:off x="3049432" y="2396911"/>
              <a:ext cx="395049" cy="395049"/>
            </a:xfrm>
            <a:custGeom>
              <a:avLst/>
              <a:gdLst>
                <a:gd name="csX0" fmla="*/ 110807 w 395049"/>
                <a:gd name="csY0" fmla="*/ 0 h 395049"/>
                <a:gd name="csX1" fmla="*/ 0 w 395049"/>
                <a:gd name="csY1" fmla="*/ 110807 h 395049"/>
                <a:gd name="csX2" fmla="*/ 0 w 395049"/>
                <a:gd name="csY2" fmla="*/ 284243 h 395049"/>
                <a:gd name="csX3" fmla="*/ 110807 w 395049"/>
                <a:gd name="csY3" fmla="*/ 395049 h 395049"/>
                <a:gd name="csX4" fmla="*/ 284243 w 395049"/>
                <a:gd name="csY4" fmla="*/ 395049 h 395049"/>
                <a:gd name="csX5" fmla="*/ 395050 w 395049"/>
                <a:gd name="csY5" fmla="*/ 284243 h 395049"/>
                <a:gd name="csX6" fmla="*/ 395050 w 395049"/>
                <a:gd name="csY6" fmla="*/ 110807 h 395049"/>
                <a:gd name="csX7" fmla="*/ 284243 w 395049"/>
                <a:gd name="csY7" fmla="*/ 0 h 395049"/>
                <a:gd name="csX8" fmla="*/ 110807 w 395049"/>
                <a:gd name="csY8" fmla="*/ 0 h 395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95049" h="395049">
                  <a:moveTo>
                    <a:pt x="110807" y="0"/>
                  </a:moveTo>
                  <a:cubicBezTo>
                    <a:pt x="49706" y="0"/>
                    <a:pt x="0" y="49706"/>
                    <a:pt x="0" y="110807"/>
                  </a:cubicBezTo>
                  <a:lnTo>
                    <a:pt x="0" y="284243"/>
                  </a:lnTo>
                  <a:cubicBezTo>
                    <a:pt x="0" y="345344"/>
                    <a:pt x="49706" y="395049"/>
                    <a:pt x="110807" y="395049"/>
                  </a:cubicBezTo>
                  <a:lnTo>
                    <a:pt x="284243" y="395049"/>
                  </a:lnTo>
                  <a:cubicBezTo>
                    <a:pt x="345344" y="395049"/>
                    <a:pt x="395050" y="345344"/>
                    <a:pt x="395050" y="284243"/>
                  </a:cubicBezTo>
                  <a:lnTo>
                    <a:pt x="395050" y="110807"/>
                  </a:lnTo>
                  <a:cubicBezTo>
                    <a:pt x="395050" y="49706"/>
                    <a:pt x="345344" y="0"/>
                    <a:pt x="284243" y="0"/>
                  </a:cubicBezTo>
                  <a:lnTo>
                    <a:pt x="110807" y="0"/>
                  </a:lnTo>
                  <a:close/>
                </a:path>
              </a:pathLst>
            </a:custGeom>
            <a:solidFill>
              <a:srgbClr val="F2F2F2"/>
            </a:solidFill>
            <a:ln w="6494" cap="flat">
              <a:noFill/>
              <a:prstDash val="solid"/>
              <a:miter/>
            </a:ln>
          </p:spPr>
        </p:sp>
      </p:grpSp>
      <p:sp>
        <p:nvSpPr>
          <p:cNvPr id="369" name="文本框 368">
            <a:extLst>
              <a:ext uri="{FF2B5EF4-FFF2-40B4-BE49-F238E27FC236}">
                <a16:creationId xmlns:a16="http://schemas.microsoft.com/office/drawing/2014/main" id="{4074ED3E-44F8-DEE4-8E23-DCE38C06235A}"/>
              </a:ext>
            </a:extLst>
          </p:cNvPr>
          <p:cNvSpPr txBox="1"/>
          <p:nvPr/>
        </p:nvSpPr>
        <p:spPr>
          <a:xfrm>
            <a:off x="5596004" y="1593545"/>
            <a:ext cx="28007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6C63FF"/>
                </a:solidFill>
                <a:latin typeface="Roboto Mono Medium" pitchFamily="2" charset="0"/>
                <a:ea typeface="Roboto Mono Medium" pitchFamily="2" charset="0"/>
                <a:cs typeface="Courier New" panose="02070309020205020404" pitchFamily="49" charset="0"/>
              </a:rPr>
              <a:t>Animation &amp; Wheel</a:t>
            </a:r>
            <a:endParaRPr lang="zh-CN" altLang="en-US" sz="2000" dirty="0">
              <a:solidFill>
                <a:srgbClr val="6C63FF"/>
              </a:solidFill>
              <a:latin typeface="Roboto Mono Medium" pitchFamily="2" charset="0"/>
              <a:ea typeface="隶书" panose="02010509060101010101" pitchFamily="49" charset="-122"/>
              <a:cs typeface="Courier New" panose="02070309020205020404" pitchFamily="49" charset="0"/>
            </a:endParaRPr>
          </a:p>
        </p:txBody>
      </p:sp>
      <p:pic>
        <p:nvPicPr>
          <p:cNvPr id="5" name="图形 4">
            <a:extLst>
              <a:ext uri="{FF2B5EF4-FFF2-40B4-BE49-F238E27FC236}">
                <a16:creationId xmlns:a16="http://schemas.microsoft.com/office/drawing/2014/main" id="{DDCE4FED-FC4F-CF0B-E211-88C0C70AA0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0263" y="2151844"/>
            <a:ext cx="5400000" cy="2882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00BD637-0C2A-7EF2-2EFC-F3DE87DBB7AF}"/>
              </a:ext>
            </a:extLst>
          </p:cNvPr>
          <p:cNvSpPr/>
          <p:nvPr/>
        </p:nvSpPr>
        <p:spPr>
          <a:xfrm>
            <a:off x="5376000" y="2709000"/>
            <a:ext cx="1440000" cy="1440000"/>
          </a:xfrm>
          <a:custGeom>
            <a:avLst/>
            <a:gdLst>
              <a:gd name="csX0" fmla="*/ 720000 w 1440000"/>
              <a:gd name="csY0" fmla="*/ 0 h 1440000"/>
              <a:gd name="csX1" fmla="*/ 793616 w 1440000"/>
              <a:gd name="csY1" fmla="*/ 3717 h 1440000"/>
              <a:gd name="csX2" fmla="*/ 832793 w 1440000"/>
              <a:gd name="csY2" fmla="*/ 9696 h 1440000"/>
              <a:gd name="csX3" fmla="*/ 909743 w 1440000"/>
              <a:gd name="csY3" fmla="*/ 261914 h 1440000"/>
              <a:gd name="csX4" fmla="*/ 1141443 w 1440000"/>
              <a:gd name="csY4" fmla="*/ 138546 h 1440000"/>
              <a:gd name="csX5" fmla="*/ 1229117 w 1440000"/>
              <a:gd name="csY5" fmla="*/ 210883 h 1440000"/>
              <a:gd name="csX6" fmla="*/ 1301455 w 1440000"/>
              <a:gd name="csY6" fmla="*/ 298557 h 1440000"/>
              <a:gd name="csX7" fmla="*/ 1178086 w 1440000"/>
              <a:gd name="csY7" fmla="*/ 530257 h 1440000"/>
              <a:gd name="csX8" fmla="*/ 1430304 w 1440000"/>
              <a:gd name="csY8" fmla="*/ 607208 h 1440000"/>
              <a:gd name="csX9" fmla="*/ 1436283 w 1440000"/>
              <a:gd name="csY9" fmla="*/ 646384 h 1440000"/>
              <a:gd name="csX10" fmla="*/ 1440000 w 1440000"/>
              <a:gd name="csY10" fmla="*/ 720000 h 1440000"/>
              <a:gd name="csX11" fmla="*/ 1436283 w 1440000"/>
              <a:gd name="csY11" fmla="*/ 793616 h 1440000"/>
              <a:gd name="csX12" fmla="*/ 1430304 w 1440000"/>
              <a:gd name="csY12" fmla="*/ 832793 h 1440000"/>
              <a:gd name="csX13" fmla="*/ 1178086 w 1440000"/>
              <a:gd name="csY13" fmla="*/ 909743 h 1440000"/>
              <a:gd name="csX14" fmla="*/ 1301455 w 1440000"/>
              <a:gd name="csY14" fmla="*/ 1141443 h 1440000"/>
              <a:gd name="csX15" fmla="*/ 1229117 w 1440000"/>
              <a:gd name="csY15" fmla="*/ 1229117 h 1440000"/>
              <a:gd name="csX16" fmla="*/ 1141443 w 1440000"/>
              <a:gd name="csY16" fmla="*/ 1301454 h 1440000"/>
              <a:gd name="csX17" fmla="*/ 909743 w 1440000"/>
              <a:gd name="csY17" fmla="*/ 1178086 h 1440000"/>
              <a:gd name="csX18" fmla="*/ 832793 w 1440000"/>
              <a:gd name="csY18" fmla="*/ 1430304 h 1440000"/>
              <a:gd name="csX19" fmla="*/ 793616 w 1440000"/>
              <a:gd name="csY19" fmla="*/ 1436283 h 1440000"/>
              <a:gd name="csX20" fmla="*/ 720000 w 1440000"/>
              <a:gd name="csY20" fmla="*/ 1440000 h 1440000"/>
              <a:gd name="csX21" fmla="*/ 646384 w 1440000"/>
              <a:gd name="csY21" fmla="*/ 1436283 h 1440000"/>
              <a:gd name="csX22" fmla="*/ 607208 w 1440000"/>
              <a:gd name="csY22" fmla="*/ 1430304 h 1440000"/>
              <a:gd name="csX23" fmla="*/ 530257 w 1440000"/>
              <a:gd name="csY23" fmla="*/ 1178086 h 1440000"/>
              <a:gd name="csX24" fmla="*/ 298557 w 1440000"/>
              <a:gd name="csY24" fmla="*/ 1301454 h 1440000"/>
              <a:gd name="csX25" fmla="*/ 210883 w 1440000"/>
              <a:gd name="csY25" fmla="*/ 1229117 h 1440000"/>
              <a:gd name="csX26" fmla="*/ 138546 w 1440000"/>
              <a:gd name="csY26" fmla="*/ 1141443 h 1440000"/>
              <a:gd name="csX27" fmla="*/ 261914 w 1440000"/>
              <a:gd name="csY27" fmla="*/ 909743 h 1440000"/>
              <a:gd name="csX28" fmla="*/ 9697 w 1440000"/>
              <a:gd name="csY28" fmla="*/ 832793 h 1440000"/>
              <a:gd name="csX29" fmla="*/ 3717 w 1440000"/>
              <a:gd name="csY29" fmla="*/ 793616 h 1440000"/>
              <a:gd name="csX30" fmla="*/ 0 w 1440000"/>
              <a:gd name="csY30" fmla="*/ 720000 h 1440000"/>
              <a:gd name="csX31" fmla="*/ 3717 w 1440000"/>
              <a:gd name="csY31" fmla="*/ 646384 h 1440000"/>
              <a:gd name="csX32" fmla="*/ 9697 w 1440000"/>
              <a:gd name="csY32" fmla="*/ 607208 h 1440000"/>
              <a:gd name="csX33" fmla="*/ 261914 w 1440000"/>
              <a:gd name="csY33" fmla="*/ 530257 h 1440000"/>
              <a:gd name="csX34" fmla="*/ 138546 w 1440000"/>
              <a:gd name="csY34" fmla="*/ 298557 h 1440000"/>
              <a:gd name="csX35" fmla="*/ 210883 w 1440000"/>
              <a:gd name="csY35" fmla="*/ 210883 h 1440000"/>
              <a:gd name="csX36" fmla="*/ 298557 w 1440000"/>
              <a:gd name="csY36" fmla="*/ 138546 h 1440000"/>
              <a:gd name="csX37" fmla="*/ 530257 w 1440000"/>
              <a:gd name="csY37" fmla="*/ 261914 h 1440000"/>
              <a:gd name="csX38" fmla="*/ 607208 w 1440000"/>
              <a:gd name="csY38" fmla="*/ 9696 h 1440000"/>
              <a:gd name="csX39" fmla="*/ 646384 w 1440000"/>
              <a:gd name="csY39" fmla="*/ 3717 h 1440000"/>
              <a:gd name="csX40" fmla="*/ 720000 w 1440000"/>
              <a:gd name="csY40" fmla="*/ 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440000" h="1440000">
                <a:moveTo>
                  <a:pt x="720000" y="0"/>
                </a:moveTo>
                <a:cubicBezTo>
                  <a:pt x="744853" y="0"/>
                  <a:pt x="769412" y="1259"/>
                  <a:pt x="793616" y="3717"/>
                </a:cubicBezTo>
                <a:lnTo>
                  <a:pt x="832793" y="9696"/>
                </a:lnTo>
                <a:lnTo>
                  <a:pt x="909743" y="261914"/>
                </a:lnTo>
                <a:lnTo>
                  <a:pt x="1141443" y="138546"/>
                </a:lnTo>
                <a:lnTo>
                  <a:pt x="1229117" y="210883"/>
                </a:lnTo>
                <a:lnTo>
                  <a:pt x="1301455" y="298557"/>
                </a:lnTo>
                <a:lnTo>
                  <a:pt x="1178086" y="530257"/>
                </a:lnTo>
                <a:lnTo>
                  <a:pt x="1430304" y="607208"/>
                </a:lnTo>
                <a:lnTo>
                  <a:pt x="1436283" y="646384"/>
                </a:lnTo>
                <a:cubicBezTo>
                  <a:pt x="1438741" y="670589"/>
                  <a:pt x="1440000" y="695147"/>
                  <a:pt x="1440000" y="720000"/>
                </a:cubicBezTo>
                <a:cubicBezTo>
                  <a:pt x="1440000" y="744853"/>
                  <a:pt x="1438741" y="769412"/>
                  <a:pt x="1436283" y="793616"/>
                </a:cubicBezTo>
                <a:lnTo>
                  <a:pt x="1430304" y="832793"/>
                </a:lnTo>
                <a:lnTo>
                  <a:pt x="1178086" y="909743"/>
                </a:lnTo>
                <a:lnTo>
                  <a:pt x="1301455" y="1141443"/>
                </a:lnTo>
                <a:lnTo>
                  <a:pt x="1229117" y="1229117"/>
                </a:lnTo>
                <a:lnTo>
                  <a:pt x="1141443" y="1301454"/>
                </a:lnTo>
                <a:lnTo>
                  <a:pt x="909743" y="1178086"/>
                </a:lnTo>
                <a:lnTo>
                  <a:pt x="832793" y="1430304"/>
                </a:lnTo>
                <a:lnTo>
                  <a:pt x="793616" y="1436283"/>
                </a:lnTo>
                <a:cubicBezTo>
                  <a:pt x="769412" y="1438741"/>
                  <a:pt x="744853" y="1440000"/>
                  <a:pt x="720000" y="1440000"/>
                </a:cubicBezTo>
                <a:cubicBezTo>
                  <a:pt x="695147" y="1440000"/>
                  <a:pt x="670589" y="1438741"/>
                  <a:pt x="646384" y="1436283"/>
                </a:cubicBezTo>
                <a:lnTo>
                  <a:pt x="607208" y="1430304"/>
                </a:lnTo>
                <a:lnTo>
                  <a:pt x="530257" y="1178086"/>
                </a:lnTo>
                <a:lnTo>
                  <a:pt x="298557" y="1301454"/>
                </a:lnTo>
                <a:lnTo>
                  <a:pt x="210883" y="1229117"/>
                </a:lnTo>
                <a:lnTo>
                  <a:pt x="138546" y="1141443"/>
                </a:lnTo>
                <a:lnTo>
                  <a:pt x="261914" y="909743"/>
                </a:lnTo>
                <a:lnTo>
                  <a:pt x="9697" y="832793"/>
                </a:lnTo>
                <a:lnTo>
                  <a:pt x="3717" y="793616"/>
                </a:lnTo>
                <a:cubicBezTo>
                  <a:pt x="1259" y="769412"/>
                  <a:pt x="0" y="744853"/>
                  <a:pt x="0" y="720000"/>
                </a:cubicBezTo>
                <a:cubicBezTo>
                  <a:pt x="0" y="695147"/>
                  <a:pt x="1259" y="670589"/>
                  <a:pt x="3717" y="646384"/>
                </a:cubicBezTo>
                <a:lnTo>
                  <a:pt x="9697" y="607208"/>
                </a:lnTo>
                <a:lnTo>
                  <a:pt x="261914" y="530257"/>
                </a:lnTo>
                <a:lnTo>
                  <a:pt x="138546" y="298557"/>
                </a:lnTo>
                <a:lnTo>
                  <a:pt x="210883" y="210883"/>
                </a:lnTo>
                <a:lnTo>
                  <a:pt x="298557" y="138546"/>
                </a:lnTo>
                <a:lnTo>
                  <a:pt x="530257" y="261914"/>
                </a:lnTo>
                <a:lnTo>
                  <a:pt x="607208" y="9696"/>
                </a:lnTo>
                <a:lnTo>
                  <a:pt x="646384" y="3717"/>
                </a:lnTo>
                <a:cubicBezTo>
                  <a:pt x="670589" y="1259"/>
                  <a:pt x="695147" y="0"/>
                  <a:pt x="720000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70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mph" presetSubtype="0" repeatCount="2000" autoRev="1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xit" presetSubtype="2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1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8" presetClass="emph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  <p:bldP spid="9" grpId="3" animBg="1"/>
      <p:bldP spid="9" grpId="4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3401</TotalTime>
  <Words>836</Words>
  <Application>Microsoft Office PowerPoint</Application>
  <PresentationFormat>宽屏</PresentationFormat>
  <Paragraphs>501</Paragraphs>
  <Slides>39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52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272</cp:revision>
  <dcterms:created xsi:type="dcterms:W3CDTF">2024-09-22T03:10:12Z</dcterms:created>
  <dcterms:modified xsi:type="dcterms:W3CDTF">2026-06-06T10:46:59Z</dcterms:modified>
</cp:coreProperties>
</file>
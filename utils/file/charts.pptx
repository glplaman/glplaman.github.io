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89" r:id="rId3"/>
    <p:sldId id="290" r:id="rId4"/>
    <p:sldId id="286" r:id="rId5"/>
    <p:sldId id="287" r:id="rId6"/>
    <p:sldId id="258" r:id="rId7"/>
    <p:sldId id="259" r:id="rId8"/>
    <p:sldId id="260" r:id="rId9"/>
    <p:sldId id="269" r:id="rId10"/>
    <p:sldId id="261" r:id="rId11"/>
    <p:sldId id="262" r:id="rId12"/>
    <p:sldId id="263" r:id="rId13"/>
    <p:sldId id="265" r:id="rId14"/>
    <p:sldId id="266" r:id="rId15"/>
    <p:sldId id="267" r:id="rId16"/>
    <p:sldId id="273" r:id="rId17"/>
    <p:sldId id="271" r:id="rId18"/>
    <p:sldId id="268" r:id="rId19"/>
    <p:sldId id="281" r:id="rId20"/>
    <p:sldId id="282" r:id="rId21"/>
    <p:sldId id="283" r:id="rId22"/>
    <p:sldId id="284" r:id="rId23"/>
    <p:sldId id="274" r:id="rId24"/>
    <p:sldId id="276" r:id="rId25"/>
    <p:sldId id="277" r:id="rId26"/>
    <p:sldId id="278" r:id="rId27"/>
    <p:sldId id="279" r:id="rId28"/>
    <p:sldId id="285" r:id="rId29"/>
    <p:sldId id="280" r:id="rId30"/>
    <p:sldId id="264" r:id="rId31"/>
    <p:sldId id="272" r:id="rId32"/>
    <p:sldId id="256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BFD1"/>
    <a:srgbClr val="E53A58"/>
    <a:srgbClr val="20BD6A"/>
    <a:srgbClr val="EB3B5A"/>
    <a:srgbClr val="20BF6B"/>
    <a:srgbClr val="3DC0D2"/>
    <a:srgbClr val="5891C5"/>
    <a:srgbClr val="A9D18E"/>
    <a:srgbClr val="3DC1D3"/>
    <a:srgbClr val="FB9B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ACE99-59B0-D2A0-7D0D-F12E4D9E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EA1617AA-3BC5-A6C2-7966-463E2BC3AC46}"/>
              </a:ext>
            </a:extLst>
          </p:cNvPr>
          <p:cNvSpPr/>
          <p:nvPr/>
        </p:nvSpPr>
        <p:spPr>
          <a:xfrm>
            <a:off x="3307693" y="2719832"/>
            <a:ext cx="1440000" cy="36000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Port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D801BA9-9C6A-24D0-E174-E3604316CB49}"/>
              </a:ext>
            </a:extLst>
          </p:cNvPr>
          <p:cNvSpPr/>
          <p:nvPr/>
        </p:nvSpPr>
        <p:spPr>
          <a:xfrm>
            <a:off x="5031248" y="3132107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Congestion 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7D33566-285E-1CCB-5E98-A8DFB5DC5691}"/>
              </a:ext>
            </a:extLst>
          </p:cNvPr>
          <p:cNvSpPr/>
          <p:nvPr/>
        </p:nvSpPr>
        <p:spPr>
          <a:xfrm>
            <a:off x="5031248" y="3562619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Three-Way Handshake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05996E1-56AA-82E7-6CF1-E2487C38B700}"/>
              </a:ext>
            </a:extLst>
          </p:cNvPr>
          <p:cNvSpPr/>
          <p:nvPr/>
        </p:nvSpPr>
        <p:spPr>
          <a:xfrm>
            <a:off x="5031248" y="4665692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Packet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40667B24-5AC7-5F2E-7021-EBB90191C191}"/>
              </a:ext>
            </a:extLst>
          </p:cNvPr>
          <p:cNvCxnSpPr>
            <a:cxnSpLocks/>
            <a:stCxn id="3" idx="1"/>
            <a:endCxn id="16" idx="3"/>
          </p:cNvCxnSpPr>
          <p:nvPr/>
        </p:nvCxnSpPr>
        <p:spPr>
          <a:xfrm rot="10800000" flipV="1">
            <a:off x="4747694" y="3312107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8EFE3ED-A618-B1ED-5F36-94CB8F38355F}"/>
              </a:ext>
            </a:extLst>
          </p:cNvPr>
          <p:cNvSpPr/>
          <p:nvPr/>
        </p:nvSpPr>
        <p:spPr>
          <a:xfrm>
            <a:off x="5031248" y="3993131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Packet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56D54B0A-0C00-1FA5-AA24-AB208E9F3E39}"/>
              </a:ext>
            </a:extLst>
          </p:cNvPr>
          <p:cNvCxnSpPr>
            <a:cxnSpLocks/>
            <a:stCxn id="16" idx="3"/>
            <a:endCxn id="9" idx="1"/>
          </p:cNvCxnSpPr>
          <p:nvPr/>
        </p:nvCxnSpPr>
        <p:spPr>
          <a:xfrm>
            <a:off x="4747693" y="3527363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D181E9B-9708-8757-6641-0EC70B8857D3}"/>
              </a:ext>
            </a:extLst>
          </p:cNvPr>
          <p:cNvSpPr/>
          <p:nvPr/>
        </p:nvSpPr>
        <p:spPr>
          <a:xfrm>
            <a:off x="5031248" y="2705606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Traffic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94161A20-9CEA-26C5-90F1-7284ECA5C704}"/>
              </a:ext>
            </a:extLst>
          </p:cNvPr>
          <p:cNvCxnSpPr>
            <a:cxnSpLocks/>
            <a:stCxn id="13" idx="1"/>
            <a:endCxn id="16" idx="3"/>
          </p:cNvCxnSpPr>
          <p:nvPr/>
        </p:nvCxnSpPr>
        <p:spPr>
          <a:xfrm rot="10800000" flipV="1">
            <a:off x="4747694" y="2885605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6587821-DD92-9679-7756-3E8C2C8D118E}"/>
              </a:ext>
            </a:extLst>
          </p:cNvPr>
          <p:cNvSpPr/>
          <p:nvPr/>
        </p:nvSpPr>
        <p:spPr>
          <a:xfrm>
            <a:off x="1584137" y="334736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Transport Layer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6589FE98-C76F-3ED9-8AB2-A810BAC61631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2899832"/>
            <a:ext cx="283556" cy="627531"/>
          </a:xfrm>
          <a:prstGeom prst="curved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4F8D70D-848F-8E10-57D5-0246D0F22858}"/>
              </a:ext>
            </a:extLst>
          </p:cNvPr>
          <p:cNvSpPr/>
          <p:nvPr/>
        </p:nvSpPr>
        <p:spPr>
          <a:xfrm>
            <a:off x="3307693" y="3347363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TCP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1530229-6710-AE17-7125-34E7C102D265}"/>
              </a:ext>
            </a:extLst>
          </p:cNvPr>
          <p:cNvSpPr/>
          <p:nvPr/>
        </p:nvSpPr>
        <p:spPr>
          <a:xfrm>
            <a:off x="3307693" y="4665692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UDP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983C1AC8-3735-FBF8-1D52-F46340D06312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527363"/>
            <a:ext cx="283556" cy="131832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D7B110E-78A0-DA3F-A295-242686C8DE59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527363"/>
            <a:ext cx="283556" cy="0"/>
          </a:xfrm>
          <a:prstGeom prst="line">
            <a:avLst/>
          </a:prstGeom>
          <a:ln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3CE98D71-068D-12E4-6351-5662457FF6EF}"/>
              </a:ext>
            </a:extLst>
          </p:cNvPr>
          <p:cNvCxnSpPr>
            <a:cxnSpLocks/>
            <a:stCxn id="4" idx="1"/>
            <a:endCxn id="16" idx="3"/>
          </p:cNvCxnSpPr>
          <p:nvPr/>
        </p:nvCxnSpPr>
        <p:spPr>
          <a:xfrm rot="10800000">
            <a:off x="4747694" y="352736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26F0BAC-FA81-5F6F-B924-707A50D906C4}"/>
              </a:ext>
            </a:extLst>
          </p:cNvPr>
          <p:cNvSpPr/>
          <p:nvPr/>
        </p:nvSpPr>
        <p:spPr>
          <a:xfrm>
            <a:off x="7102100" y="3562619"/>
            <a:ext cx="1800000" cy="360000"/>
          </a:xfrm>
          <a:prstGeom prst="roundRect">
            <a:avLst/>
          </a:prstGeom>
          <a:noFill/>
          <a:ln w="1270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469945C-7541-0506-CC16-F8088F979CF3}"/>
              </a:ext>
            </a:extLst>
          </p:cNvPr>
          <p:cNvCxnSpPr>
            <a:stCxn id="19" idx="3"/>
            <a:endCxn id="5" idx="1"/>
          </p:cNvCxnSpPr>
          <p:nvPr/>
        </p:nvCxnSpPr>
        <p:spPr>
          <a:xfrm>
            <a:off x="4747693" y="4845692"/>
            <a:ext cx="283555" cy="0"/>
          </a:xfrm>
          <a:prstGeom prst="line">
            <a:avLst/>
          </a:prstGeom>
          <a:ln>
            <a:solidFill>
              <a:srgbClr val="20BD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707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C80FF363-BC0E-F513-0462-96F884DB1FDC}"/>
              </a:ext>
            </a:extLst>
          </p:cNvPr>
          <p:cNvCxnSpPr>
            <a:cxnSpLocks/>
          </p:cNvCxnSpPr>
          <p:nvPr/>
        </p:nvCxnSpPr>
        <p:spPr>
          <a:xfrm>
            <a:off x="3851142" y="1691563"/>
            <a:ext cx="0" cy="39662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22E1B91C-93FA-1433-6508-4A43CD8D807B}"/>
              </a:ext>
            </a:extLst>
          </p:cNvPr>
          <p:cNvCxnSpPr>
            <a:cxnSpLocks/>
          </p:cNvCxnSpPr>
          <p:nvPr/>
        </p:nvCxnSpPr>
        <p:spPr>
          <a:xfrm>
            <a:off x="7298041" y="1691563"/>
            <a:ext cx="0" cy="39662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A3720D08-6F14-38E6-12AA-2F942A367B46}"/>
              </a:ext>
            </a:extLst>
          </p:cNvPr>
          <p:cNvSpPr txBox="1"/>
          <p:nvPr/>
        </p:nvSpPr>
        <p:spPr>
          <a:xfrm>
            <a:off x="3387554" y="1885950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Bob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D2F0C1-4F48-4565-097F-21C3E7248276}"/>
              </a:ext>
            </a:extLst>
          </p:cNvPr>
          <p:cNvSpPr txBox="1"/>
          <p:nvPr/>
        </p:nvSpPr>
        <p:spPr>
          <a:xfrm>
            <a:off x="7298041" y="188595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Alice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AB7995F-7501-3414-56E0-2CC9D159BB4D}"/>
              </a:ext>
            </a:extLst>
          </p:cNvPr>
          <p:cNvSpPr txBox="1"/>
          <p:nvPr/>
        </p:nvSpPr>
        <p:spPr>
          <a:xfrm>
            <a:off x="3855211" y="2238375"/>
            <a:ext cx="34387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I would like to talk to you, Alice.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90B4BF5-F870-456B-089B-598433C770CC}"/>
              </a:ext>
            </a:extLst>
          </p:cNvPr>
          <p:cNvSpPr txBox="1"/>
          <p:nvPr/>
        </p:nvSpPr>
        <p:spPr>
          <a:xfrm>
            <a:off x="4552518" y="3614738"/>
            <a:ext cx="20441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Ok, let’s talk. Bob.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D5DC4C4-2CE4-FDE6-CB90-80F89118B614}"/>
              </a:ext>
            </a:extLst>
          </p:cNvPr>
          <p:cNvSpPr txBox="1"/>
          <p:nvPr/>
        </p:nvSpPr>
        <p:spPr>
          <a:xfrm>
            <a:off x="4506030" y="4991100"/>
            <a:ext cx="2137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Ok, thank you. Alice.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32FF09AF-22D3-1EEF-0F0D-F8D9ECD231A4}"/>
              </a:ext>
            </a:extLst>
          </p:cNvPr>
          <p:cNvCxnSpPr>
            <a:cxnSpLocks/>
          </p:cNvCxnSpPr>
          <p:nvPr/>
        </p:nvCxnSpPr>
        <p:spPr>
          <a:xfrm>
            <a:off x="4057649" y="2515374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D3A9630C-36DC-3779-A1FB-26718B3A1CA9}"/>
              </a:ext>
            </a:extLst>
          </p:cNvPr>
          <p:cNvCxnSpPr>
            <a:cxnSpLocks/>
          </p:cNvCxnSpPr>
          <p:nvPr/>
        </p:nvCxnSpPr>
        <p:spPr>
          <a:xfrm>
            <a:off x="4057649" y="5268099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2A8D5AF9-308A-50B4-85CD-E6F7CC8B17FA}"/>
              </a:ext>
            </a:extLst>
          </p:cNvPr>
          <p:cNvCxnSpPr>
            <a:cxnSpLocks/>
          </p:cNvCxnSpPr>
          <p:nvPr/>
        </p:nvCxnSpPr>
        <p:spPr>
          <a:xfrm flipH="1">
            <a:off x="4057649" y="3891737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45C08739-91CB-D562-5989-E9C9A2D2D7E1}"/>
              </a:ext>
            </a:extLst>
          </p:cNvPr>
          <p:cNvSpPr txBox="1"/>
          <p:nvPr/>
        </p:nvSpPr>
        <p:spPr>
          <a:xfrm>
            <a:off x="4708010" y="2515374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SYN =1, SEQ# 10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9C4F885-BE5F-6D59-AA52-9C5CABD19E92}"/>
              </a:ext>
            </a:extLst>
          </p:cNvPr>
          <p:cNvSpPr txBox="1"/>
          <p:nvPr/>
        </p:nvSpPr>
        <p:spPr>
          <a:xfrm>
            <a:off x="4289626" y="3891737"/>
            <a:ext cx="24160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SYN =1, ACK = 1, ACK# 10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2CBE984-67D0-C6C5-9B64-118FE70B19C4}"/>
              </a:ext>
            </a:extLst>
          </p:cNvPr>
          <p:cNvSpPr txBox="1"/>
          <p:nvPr/>
        </p:nvSpPr>
        <p:spPr>
          <a:xfrm>
            <a:off x="4661523" y="5268099"/>
            <a:ext cx="1672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ACK = 1, SEQ# 11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6F333424-1B0A-FC44-A9BD-30232A0B43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3542" y="887595"/>
            <a:ext cx="720000" cy="85439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A33F9E0-DA70-90DC-6252-77C04D78C2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0441" y="820363"/>
            <a:ext cx="720000" cy="921625"/>
          </a:xfrm>
          <a:prstGeom prst="rect">
            <a:avLst/>
          </a:prstGeom>
        </p:spPr>
      </p:pic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D431E32C-59D1-0A8B-89EC-7EB38ADDC489}"/>
              </a:ext>
            </a:extLst>
          </p:cNvPr>
          <p:cNvCxnSpPr>
            <a:cxnSpLocks/>
          </p:cNvCxnSpPr>
          <p:nvPr/>
        </p:nvCxnSpPr>
        <p:spPr>
          <a:xfrm>
            <a:off x="4106991" y="1448574"/>
            <a:ext cx="2880000" cy="0"/>
          </a:xfrm>
          <a:prstGeom prst="straightConnector1">
            <a:avLst/>
          </a:prstGeom>
          <a:ln w="38100">
            <a:solidFill>
              <a:schemeClr val="tx1"/>
            </a:solidFill>
            <a:headEnd type="stealt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6729AAD-AAAB-E89F-E7EF-17595C5ED533}"/>
              </a:ext>
            </a:extLst>
          </p:cNvPr>
          <p:cNvSpPr txBox="1"/>
          <p:nvPr/>
        </p:nvSpPr>
        <p:spPr>
          <a:xfrm>
            <a:off x="4571404" y="1171575"/>
            <a:ext cx="1951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Three-Way Handshake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786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&lt;thead&gt;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&lt;tbody&gt;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&lt;tfoot&gt;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&lt;th&gt;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611582" y="327228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&lt;form&gt;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927709" y="2890560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&lt;label&gt;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927709" y="22500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&lt;input&gt;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927709" y="37800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&lt;textarea&gt;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927709" y="47116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&lt;button&gt;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4988680" y="1998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4988680" y="2250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4988680" y="3276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4988680" y="3528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4988680" y="4711650"/>
            <a:ext cx="90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998560"/>
            <a:ext cx="236127" cy="381720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380280"/>
            <a:ext cx="236127" cy="50772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380280"/>
            <a:ext cx="236127" cy="143937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358000"/>
            <a:ext cx="236127" cy="102228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106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27710" y="2358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384000"/>
            <a:ext cx="160971" cy="504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09626C45-BBC6-47DC-7646-AF112E30BD5E}"/>
              </a:ext>
            </a:extLst>
          </p:cNvPr>
          <p:cNvCxnSpPr>
            <a:cxnSpLocks/>
            <a:stCxn id="101" idx="1"/>
            <a:endCxn id="5" idx="3"/>
          </p:cNvCxnSpPr>
          <p:nvPr/>
        </p:nvCxnSpPr>
        <p:spPr>
          <a:xfrm rot="10800000">
            <a:off x="4827709" y="3888000"/>
            <a:ext cx="160970" cy="252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4988680" y="2502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4988680" y="2890560"/>
            <a:ext cx="900000" cy="216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for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057780" y="1620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text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057780" y="1872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password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057780" y="2124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radio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1728000"/>
            <a:ext cx="169100" cy="378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5727ED6B-E94F-5BBD-2645-A22F1B3616AA}"/>
              </a:ext>
            </a:extLst>
          </p:cNvPr>
          <p:cNvCxnSpPr>
            <a:cxnSpLocks/>
            <a:stCxn id="7" idx="3"/>
            <a:endCxn id="27" idx="1"/>
          </p:cNvCxnSpPr>
          <p:nvPr/>
        </p:nvCxnSpPr>
        <p:spPr>
          <a:xfrm>
            <a:off x="5888680" y="2106000"/>
            <a:ext cx="169100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27709" y="4819650"/>
            <a:ext cx="160971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27709" y="2998560"/>
            <a:ext cx="160971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27709" y="2358000"/>
            <a:ext cx="16097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6866970" y="1619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4988680" y="3780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096000" y="4459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submit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096000" y="4711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reset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096000" y="4963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button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AD81138-BEF5-5730-C7E8-69B7F57D6411}"/>
              </a:ext>
            </a:extLst>
          </p:cNvPr>
          <p:cNvCxnSpPr>
            <a:cxnSpLocks/>
            <a:stCxn id="11" idx="3"/>
            <a:endCxn id="63" idx="1"/>
          </p:cNvCxnSpPr>
          <p:nvPr/>
        </p:nvCxnSpPr>
        <p:spPr>
          <a:xfrm>
            <a:off x="5888680" y="4819650"/>
            <a:ext cx="207320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stCxn id="62" idx="1"/>
            <a:endCxn id="11" idx="3"/>
          </p:cNvCxnSpPr>
          <p:nvPr/>
        </p:nvCxnSpPr>
        <p:spPr>
          <a:xfrm rot="10800000" flipV="1">
            <a:off x="5888680" y="4567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stCxn id="64" idx="1"/>
            <a:endCxn id="11" idx="3"/>
          </p:cNvCxnSpPr>
          <p:nvPr/>
        </p:nvCxnSpPr>
        <p:spPr>
          <a:xfrm rot="10800000">
            <a:off x="5888680" y="4819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6866970" y="2123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6866970" y="262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hidden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6866970" y="2375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6866970" y="136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4988679" y="4032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27709" y="3888000"/>
            <a:ext cx="160970" cy="5112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C588CD9F-21AB-BD77-5679-38D1DCB1886E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827710" y="3636000"/>
            <a:ext cx="160971" cy="2520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049650" y="2376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checkbox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6866970" y="1871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CBE13B43-0D4E-B2FD-031A-84674066221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1980000"/>
            <a:ext cx="169100" cy="126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2106000"/>
            <a:ext cx="160970" cy="378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927708" y="5113863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&lt;select&gt;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4988679" y="5119485"/>
            <a:ext cx="900000" cy="216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&lt;option&gt;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691582" y="3380280"/>
            <a:ext cx="236126" cy="1841583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0C63155-C7C4-547C-CBE0-9D0EA7EE8B52}"/>
              </a:ext>
            </a:extLst>
          </p:cNvPr>
          <p:cNvCxnSpPr>
            <a:stCxn id="12" idx="3"/>
            <a:endCxn id="21" idx="1"/>
          </p:cNvCxnSpPr>
          <p:nvPr/>
        </p:nvCxnSpPr>
        <p:spPr>
          <a:xfrm>
            <a:off x="4827708" y="5221863"/>
            <a:ext cx="160971" cy="5622"/>
          </a:xfrm>
          <a:prstGeom prst="line">
            <a:avLst/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4988679" y="42912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F854D6C-16BF-D7A9-DA69-C3AFB8FC137B}"/>
              </a:ext>
            </a:extLst>
          </p:cNvPr>
          <p:cNvCxnSpPr>
            <a:stCxn id="5" idx="3"/>
            <a:endCxn id="58" idx="1"/>
          </p:cNvCxnSpPr>
          <p:nvPr/>
        </p:nvCxnSpPr>
        <p:spPr>
          <a:xfrm>
            <a:off x="4827709" y="3888000"/>
            <a:ext cx="16097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00ADA2C-CE4D-12A0-0817-D564DCFC3109}"/>
              </a:ext>
            </a:extLst>
          </p:cNvPr>
          <p:cNvCxnSpPr>
            <a:stCxn id="27" idx="3"/>
            <a:endCxn id="72" idx="1"/>
          </p:cNvCxnSpPr>
          <p:nvPr/>
        </p:nvCxnSpPr>
        <p:spPr>
          <a:xfrm flipV="1">
            <a:off x="6777780" y="2231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23440AD-FF8B-8C27-8FD7-66B27F2159C2}"/>
              </a:ext>
            </a:extLst>
          </p:cNvPr>
          <p:cNvCxnSpPr>
            <a:cxnSpLocks/>
            <a:stCxn id="108" idx="3"/>
            <a:endCxn id="73" idx="1"/>
          </p:cNvCxnSpPr>
          <p:nvPr/>
        </p:nvCxnSpPr>
        <p:spPr>
          <a:xfrm>
            <a:off x="6769650" y="2484000"/>
            <a:ext cx="97320" cy="2519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2537ED9D-A966-4186-B6EA-7DFF40C6A6BA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6777780" y="1475950"/>
            <a:ext cx="89190" cy="2520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06F786CE-CB00-37D5-6948-3AE8D93F996C}"/>
              </a:ext>
            </a:extLst>
          </p:cNvPr>
          <p:cNvCxnSpPr>
            <a:cxnSpLocks/>
            <a:stCxn id="26" idx="3"/>
            <a:endCxn id="116" idx="1"/>
          </p:cNvCxnSpPr>
          <p:nvPr/>
        </p:nvCxnSpPr>
        <p:spPr>
          <a:xfrm flipV="1">
            <a:off x="6777780" y="1979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Multimedia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&lt;svg&gt;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&lt;picture&gt;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alt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title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&lt;Img&gt;…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&lt;source&gt;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&lt;canvas&gt;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&lt;video&gt;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&lt;audio&gt;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autoplay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controls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loop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muted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preload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hidden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poster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44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background-repeat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44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Background-color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44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background-img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44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background-position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137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196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573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44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background-size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2949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44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background-clip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137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44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background-origin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137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440000" cy="216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background-attachment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137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927709" y="3694457"/>
            <a:ext cx="936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927709" y="2237109"/>
            <a:ext cx="936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detailsView.vue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4988680" y="2965783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cart.js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863710" y="3073783"/>
            <a:ext cx="124971" cy="72867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863709" y="2345109"/>
            <a:ext cx="124971" cy="728674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getLists()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431383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73783"/>
            <a:ext cx="169100" cy="96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738400" y="2055600"/>
            <a:ext cx="189309" cy="289509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clearCarts()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6738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73783"/>
            <a:ext cx="160970" cy="360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addToCarts()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730400" y="1947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730400" y="2237109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goodSelected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730400" y="2523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addToCarts()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738400" y="2345109"/>
            <a:ext cx="189309" cy="286491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738400" y="2345109"/>
            <a:ext cx="18930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730400" y="2946554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730400" y="3245715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selectedLists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730400" y="3544876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isAll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730400" y="3844037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730400" y="4143198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totalPrice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730400" y="4442359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discountPrice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738400" y="3054554"/>
            <a:ext cx="189309" cy="74790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738400" y="3353715"/>
            <a:ext cx="189309" cy="44874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738400" y="3802457"/>
            <a:ext cx="189309" cy="74790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738400" y="3652876"/>
            <a:ext cx="189309" cy="14958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738400" y="3802457"/>
            <a:ext cx="189309" cy="44874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738400" y="3802457"/>
            <a:ext cx="189309" cy="14958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Normal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Iterator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Subtotal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Sort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static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instance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Data type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Primitives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Reference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Object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Function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Conversion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2617</TotalTime>
  <Words>689</Words>
  <Application>Microsoft Office PowerPoint</Application>
  <PresentationFormat>宽屏</PresentationFormat>
  <Paragraphs>403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5" baseType="lpstr">
      <vt:lpstr>Great Vibes</vt:lpstr>
      <vt:lpstr>Quicksand</vt:lpstr>
      <vt:lpstr>Quicksand Light</vt:lpstr>
      <vt:lpstr>Quicksand Medium</vt:lpstr>
      <vt:lpstr>等线</vt:lpstr>
      <vt:lpstr>等线 Light</vt:lpstr>
      <vt:lpstr>禹卫行书字体</vt:lpstr>
      <vt:lpstr>Arial</vt:lpstr>
      <vt:lpstr>Courier New</vt:lpstr>
      <vt:lpstr>Poppins</vt:lpstr>
      <vt:lpstr>Roboto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221</cp:revision>
  <dcterms:created xsi:type="dcterms:W3CDTF">2024-09-22T03:10:12Z</dcterms:created>
  <dcterms:modified xsi:type="dcterms:W3CDTF">2025-11-07T14:21:17Z</dcterms:modified>
</cp:coreProperties>
</file>
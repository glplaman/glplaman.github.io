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97" r:id="rId3"/>
    <p:sldId id="296" r:id="rId4"/>
    <p:sldId id="295" r:id="rId5"/>
    <p:sldId id="292" r:id="rId6"/>
    <p:sldId id="293" r:id="rId7"/>
    <p:sldId id="294" r:id="rId8"/>
    <p:sldId id="291" r:id="rId9"/>
    <p:sldId id="289" r:id="rId10"/>
    <p:sldId id="290" r:id="rId11"/>
    <p:sldId id="258" r:id="rId12"/>
    <p:sldId id="259" r:id="rId13"/>
    <p:sldId id="260" r:id="rId14"/>
    <p:sldId id="269" r:id="rId15"/>
    <p:sldId id="261" r:id="rId16"/>
    <p:sldId id="262" r:id="rId17"/>
    <p:sldId id="263" r:id="rId18"/>
    <p:sldId id="265" r:id="rId19"/>
    <p:sldId id="266" r:id="rId20"/>
    <p:sldId id="267" r:id="rId21"/>
    <p:sldId id="273" r:id="rId22"/>
    <p:sldId id="271" r:id="rId23"/>
    <p:sldId id="268" r:id="rId24"/>
    <p:sldId id="281" r:id="rId25"/>
    <p:sldId id="282" r:id="rId26"/>
    <p:sldId id="283" r:id="rId27"/>
    <p:sldId id="284" r:id="rId28"/>
    <p:sldId id="274" r:id="rId29"/>
    <p:sldId id="276" r:id="rId30"/>
    <p:sldId id="277" r:id="rId31"/>
    <p:sldId id="278" r:id="rId32"/>
    <p:sldId id="279" r:id="rId33"/>
    <p:sldId id="285" r:id="rId34"/>
    <p:sldId id="280" r:id="rId35"/>
    <p:sldId id="264" r:id="rId36"/>
    <p:sldId id="272" r:id="rId37"/>
    <p:sldId id="256" r:id="rId3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C63FF"/>
    <a:srgbClr val="8854D0"/>
    <a:srgbClr val="FFFFFF"/>
    <a:srgbClr val="3CBFD1"/>
    <a:srgbClr val="E53A58"/>
    <a:srgbClr val="20BD6A"/>
    <a:srgbClr val="EB3B5A"/>
    <a:srgbClr val="20BF6B"/>
    <a:srgbClr val="3DC0D2"/>
    <a:srgbClr val="5891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矩形 229">
            <a:extLst>
              <a:ext uri="{FF2B5EF4-FFF2-40B4-BE49-F238E27FC236}">
                <a16:creationId xmlns:a16="http://schemas.microsoft.com/office/drawing/2014/main" id="{A5CE8599-FC3A-F595-A546-E77C7991EB68}"/>
              </a:ext>
            </a:extLst>
          </p:cNvPr>
          <p:cNvSpPr/>
          <p:nvPr/>
        </p:nvSpPr>
        <p:spPr>
          <a:xfrm>
            <a:off x="2982231" y="1457660"/>
            <a:ext cx="5760000" cy="324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6DD4039F-8787-71B9-ED6F-2CDAE0F43ECC}"/>
              </a:ext>
            </a:extLst>
          </p:cNvPr>
          <p:cNvSpPr txBox="1"/>
          <p:nvPr/>
        </p:nvSpPr>
        <p:spPr>
          <a:xfrm>
            <a:off x="3666175" y="3384741"/>
            <a:ext cx="737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400" dirty="0">
                <a:solidFill>
                  <a:srgbClr val="6C63FF"/>
                </a:solidFill>
                <a:latin typeface="Roboto Mono Medium" pitchFamily="2" charset="0"/>
                <a:ea typeface="Roboto Mono Medium" pitchFamily="2" charset="0"/>
                <a:cs typeface="Courier New" panose="02070309020205020404" pitchFamily="49" charset="0"/>
              </a:rPr>
              <a:t>TOC</a:t>
            </a:r>
            <a:endParaRPr lang="zh-CN" altLang="en-US" sz="2400" dirty="0">
              <a:solidFill>
                <a:srgbClr val="6C63FF"/>
              </a:solidFill>
              <a:latin typeface="Roboto Mono Medium" pitchFamily="2" charset="0"/>
              <a:ea typeface="隶书" panose="02010509060101010101" pitchFamily="49" charset="-122"/>
              <a:cs typeface="Courier New" panose="02070309020205020404" pitchFamily="49" charset="0"/>
            </a:endParaRPr>
          </a:p>
        </p:txBody>
      </p:sp>
      <p:grpSp>
        <p:nvGrpSpPr>
          <p:cNvPr id="236" name="图形 233">
            <a:extLst>
              <a:ext uri="{FF2B5EF4-FFF2-40B4-BE49-F238E27FC236}">
                <a16:creationId xmlns:a16="http://schemas.microsoft.com/office/drawing/2014/main" id="{0F6AD842-53A3-8585-B718-8011A2CB3F15}"/>
              </a:ext>
            </a:extLst>
          </p:cNvPr>
          <p:cNvGrpSpPr>
            <a:grpSpLocks noChangeAspect="1"/>
          </p:cNvGrpSpPr>
          <p:nvPr/>
        </p:nvGrpSpPr>
        <p:grpSpPr>
          <a:xfrm>
            <a:off x="3525611" y="1478204"/>
            <a:ext cx="4320000" cy="3219456"/>
            <a:chOff x="3250741" y="1621969"/>
            <a:chExt cx="5402207" cy="4025965"/>
          </a:xfrm>
        </p:grpSpPr>
        <p:sp>
          <p:nvSpPr>
            <p:cNvPr id="237" name="任意多边形: 形状 236">
              <a:extLst>
                <a:ext uri="{FF2B5EF4-FFF2-40B4-BE49-F238E27FC236}">
                  <a16:creationId xmlns:a16="http://schemas.microsoft.com/office/drawing/2014/main" id="{2BD75479-4DE2-2C41-BCC6-CABAFAAB42A0}"/>
                </a:ext>
              </a:extLst>
            </p:cNvPr>
            <p:cNvSpPr/>
            <p:nvPr/>
          </p:nvSpPr>
          <p:spPr>
            <a:xfrm>
              <a:off x="7015797" y="5634452"/>
              <a:ext cx="1637151" cy="13471"/>
            </a:xfrm>
            <a:custGeom>
              <a:avLst/>
              <a:gdLst>
                <a:gd name="csX0" fmla="*/ 665 w 1637151"/>
                <a:gd name="csY0" fmla="*/ 6884 h 13471"/>
                <a:gd name="csX1" fmla="*/ 4288 w 1637151"/>
                <a:gd name="csY1" fmla="*/ 13620 h 13471"/>
                <a:gd name="csX2" fmla="*/ 1634194 w 1637151"/>
                <a:gd name="csY2" fmla="*/ 13620 h 13471"/>
                <a:gd name="csX3" fmla="*/ 1637816 w 1637151"/>
                <a:gd name="csY3" fmla="*/ 6884 h 13471"/>
                <a:gd name="csX4" fmla="*/ 1634194 w 1637151"/>
                <a:gd name="csY4" fmla="*/ 148 h 13471"/>
                <a:gd name="csX5" fmla="*/ 4288 w 1637151"/>
                <a:gd name="csY5" fmla="*/ 148 h 13471"/>
                <a:gd name="csX6" fmla="*/ 665 w 1637151"/>
                <a:gd name="csY6" fmla="*/ 6884 h 134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37151" h="13471">
                  <a:moveTo>
                    <a:pt x="665" y="6884"/>
                  </a:moveTo>
                  <a:cubicBezTo>
                    <a:pt x="665" y="10620"/>
                    <a:pt x="2278" y="13620"/>
                    <a:pt x="4288" y="13620"/>
                  </a:cubicBezTo>
                  <a:lnTo>
                    <a:pt x="1634194" y="13620"/>
                  </a:lnTo>
                  <a:cubicBezTo>
                    <a:pt x="1636203" y="13620"/>
                    <a:pt x="1637816" y="10620"/>
                    <a:pt x="1637816" y="6884"/>
                  </a:cubicBezTo>
                  <a:cubicBezTo>
                    <a:pt x="1637816" y="3148"/>
                    <a:pt x="1636203" y="148"/>
                    <a:pt x="1634194" y="148"/>
                  </a:cubicBezTo>
                  <a:lnTo>
                    <a:pt x="4288" y="148"/>
                  </a:lnTo>
                  <a:cubicBezTo>
                    <a:pt x="2278" y="148"/>
                    <a:pt x="665" y="3148"/>
                    <a:pt x="665" y="6884"/>
                  </a:cubicBezTo>
                  <a:close/>
                </a:path>
              </a:pathLst>
            </a:custGeom>
            <a:solidFill>
              <a:srgbClr val="E6E6E6"/>
            </a:solidFill>
            <a:ln w="5651" cap="flat">
              <a:noFill/>
              <a:prstDash val="solid"/>
              <a:miter/>
            </a:ln>
          </p:spPr>
        </p:sp>
        <p:grpSp>
          <p:nvGrpSpPr>
            <p:cNvPr id="238" name="图形 233">
              <a:extLst>
                <a:ext uri="{FF2B5EF4-FFF2-40B4-BE49-F238E27FC236}">
                  <a16:creationId xmlns:a16="http://schemas.microsoft.com/office/drawing/2014/main" id="{F2F036F6-3771-30B0-CC53-21161A92CB2B}"/>
                </a:ext>
              </a:extLst>
            </p:cNvPr>
            <p:cNvGrpSpPr/>
            <p:nvPr/>
          </p:nvGrpSpPr>
          <p:grpSpPr>
            <a:xfrm>
              <a:off x="7315798" y="2459611"/>
              <a:ext cx="1038418" cy="3181634"/>
              <a:chOff x="7315798" y="2459611"/>
              <a:chExt cx="1038418" cy="3181634"/>
            </a:xfrm>
          </p:grpSpPr>
          <p:sp>
            <p:nvSpPr>
              <p:cNvPr id="239" name="任意多边形: 形状 238">
                <a:extLst>
                  <a:ext uri="{FF2B5EF4-FFF2-40B4-BE49-F238E27FC236}">
                    <a16:creationId xmlns:a16="http://schemas.microsoft.com/office/drawing/2014/main" id="{FB643AB7-241B-0CF9-1A03-300F11C9075C}"/>
                  </a:ext>
                </a:extLst>
              </p:cNvPr>
              <p:cNvSpPr/>
              <p:nvPr/>
            </p:nvSpPr>
            <p:spPr>
              <a:xfrm>
                <a:off x="7317494" y="3918169"/>
                <a:ext cx="171131" cy="360103"/>
              </a:xfrm>
              <a:custGeom>
                <a:avLst/>
                <a:gdLst>
                  <a:gd name="csX0" fmla="*/ 120792 w 171131"/>
                  <a:gd name="csY0" fmla="*/ 288997 h 360103"/>
                  <a:gd name="csX1" fmla="*/ 44546 w 171131"/>
                  <a:gd name="csY1" fmla="*/ 358506 h 360103"/>
                  <a:gd name="csX2" fmla="*/ 2942 w 171131"/>
                  <a:gd name="csY2" fmla="*/ 254129 h 360103"/>
                  <a:gd name="csX3" fmla="*/ 27395 w 171131"/>
                  <a:gd name="csY3" fmla="*/ 202789 h 360103"/>
                  <a:gd name="csX4" fmla="*/ 70584 w 171131"/>
                  <a:gd name="csY4" fmla="*/ 148 h 360103"/>
                  <a:gd name="csX5" fmla="*/ 171565 w 171131"/>
                  <a:gd name="csY5" fmla="*/ 33431 h 360103"/>
                  <a:gd name="csX6" fmla="*/ 118244 w 171131"/>
                  <a:gd name="csY6" fmla="*/ 229676 h 360103"/>
                  <a:gd name="csX7" fmla="*/ 120678 w 171131"/>
                  <a:gd name="csY7" fmla="*/ 288997 h 360103"/>
                  <a:gd name="csX8" fmla="*/ 120678 w 171131"/>
                  <a:gd name="csY8" fmla="*/ 288997 h 3601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71131" h="360103">
                    <a:moveTo>
                      <a:pt x="120792" y="288997"/>
                    </a:moveTo>
                    <a:cubicBezTo>
                      <a:pt x="111225" y="336997"/>
                      <a:pt x="77093" y="368129"/>
                      <a:pt x="44546" y="358506"/>
                    </a:cubicBezTo>
                    <a:cubicBezTo>
                      <a:pt x="11999" y="348884"/>
                      <a:pt x="-6624" y="302129"/>
                      <a:pt x="2942" y="254129"/>
                    </a:cubicBezTo>
                    <a:cubicBezTo>
                      <a:pt x="6368" y="235141"/>
                      <a:pt x="14811" y="217415"/>
                      <a:pt x="27395" y="202789"/>
                    </a:cubicBezTo>
                    <a:lnTo>
                      <a:pt x="70584" y="148"/>
                    </a:lnTo>
                    <a:lnTo>
                      <a:pt x="171565" y="33431"/>
                    </a:lnTo>
                    <a:lnTo>
                      <a:pt x="118244" y="229676"/>
                    </a:lnTo>
                    <a:cubicBezTo>
                      <a:pt x="123944" y="248945"/>
                      <a:pt x="124781" y="269326"/>
                      <a:pt x="120678" y="288997"/>
                    </a:cubicBezTo>
                    <a:lnTo>
                      <a:pt x="120678" y="288997"/>
                    </a:lnTo>
                    <a:close/>
                  </a:path>
                </a:pathLst>
              </a:custGeom>
              <a:solidFill>
                <a:srgbClr val="9F616A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40" name="矩形 239">
                <a:extLst>
                  <a:ext uri="{FF2B5EF4-FFF2-40B4-BE49-F238E27FC236}">
                    <a16:creationId xmlns:a16="http://schemas.microsoft.com/office/drawing/2014/main" id="{110ED62F-8CE2-6637-AD95-D9990D4566BA}"/>
                  </a:ext>
                </a:extLst>
              </p:cNvPr>
              <p:cNvSpPr/>
              <p:nvPr/>
            </p:nvSpPr>
            <p:spPr>
              <a:xfrm>
                <a:off x="7546928" y="5371245"/>
                <a:ext cx="118528" cy="168169"/>
              </a:xfrm>
              <a:prstGeom prst="rect">
                <a:avLst/>
              </a:prstGeom>
              <a:solidFill>
                <a:srgbClr val="9F616A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41" name="任意多边形: 形状 240">
                <a:extLst>
                  <a:ext uri="{FF2B5EF4-FFF2-40B4-BE49-F238E27FC236}">
                    <a16:creationId xmlns:a16="http://schemas.microsoft.com/office/drawing/2014/main" id="{7B2CBA40-6AC5-70F7-B8C9-DF077B60768E}"/>
                  </a:ext>
                </a:extLst>
              </p:cNvPr>
              <p:cNvSpPr/>
              <p:nvPr/>
            </p:nvSpPr>
            <p:spPr>
              <a:xfrm>
                <a:off x="7315798" y="5449245"/>
                <a:ext cx="372483" cy="192000"/>
              </a:xfrm>
              <a:custGeom>
                <a:avLst/>
                <a:gdLst>
                  <a:gd name="csX0" fmla="*/ 244736 w 372483"/>
                  <a:gd name="csY0" fmla="*/ 186657 h 192000"/>
                  <a:gd name="csX1" fmla="*/ 371528 w 372483"/>
                  <a:gd name="csY1" fmla="*/ 173242 h 192000"/>
                  <a:gd name="csX2" fmla="*/ 368358 w 372483"/>
                  <a:gd name="csY2" fmla="*/ 126544 h 192000"/>
                  <a:gd name="csX3" fmla="*/ 352792 w 372483"/>
                  <a:gd name="csY3" fmla="*/ 27827 h 192000"/>
                  <a:gd name="csX4" fmla="*/ 322905 w 372483"/>
                  <a:gd name="csY4" fmla="*/ 42148 h 192000"/>
                  <a:gd name="csX5" fmla="*/ 321887 w 372483"/>
                  <a:gd name="csY5" fmla="*/ 42827 h 192000"/>
                  <a:gd name="csX6" fmla="*/ 321660 w 372483"/>
                  <a:gd name="csY6" fmla="*/ 44016 h 192000"/>
                  <a:gd name="csX7" fmla="*/ 279773 w 372483"/>
                  <a:gd name="csY7" fmla="*/ 75658 h 192000"/>
                  <a:gd name="csX8" fmla="*/ 246151 w 372483"/>
                  <a:gd name="csY8" fmla="*/ 64167 h 192000"/>
                  <a:gd name="csX9" fmla="*/ 252377 w 372483"/>
                  <a:gd name="csY9" fmla="*/ 58959 h 192000"/>
                  <a:gd name="csX10" fmla="*/ 253679 w 372483"/>
                  <a:gd name="csY10" fmla="*/ 43790 h 192000"/>
                  <a:gd name="csX11" fmla="*/ 235453 w 372483"/>
                  <a:gd name="csY11" fmla="*/ 2865 h 192000"/>
                  <a:gd name="csX12" fmla="*/ 233924 w 372483"/>
                  <a:gd name="csY12" fmla="*/ 148 h 192000"/>
                  <a:gd name="csX13" fmla="*/ 99207 w 372483"/>
                  <a:gd name="csY13" fmla="*/ 91054 h 192000"/>
                  <a:gd name="csX14" fmla="*/ 16000 w 372483"/>
                  <a:gd name="csY14" fmla="*/ 114827 h 192000"/>
                  <a:gd name="csX15" fmla="*/ 2132 w 372483"/>
                  <a:gd name="csY15" fmla="*/ 127110 h 192000"/>
                  <a:gd name="csX16" fmla="*/ 2132 w 372483"/>
                  <a:gd name="csY16" fmla="*/ 127111 h 192000"/>
                  <a:gd name="csX17" fmla="*/ 7566 w 372483"/>
                  <a:gd name="csY17" fmla="*/ 151337 h 192000"/>
                  <a:gd name="csX18" fmla="*/ 84207 w 372483"/>
                  <a:gd name="csY18" fmla="*/ 191073 h 192000"/>
                  <a:gd name="csX19" fmla="*/ 116132 w 372483"/>
                  <a:gd name="csY19" fmla="*/ 192148 h 192000"/>
                  <a:gd name="csX20" fmla="*/ 244679 w 372483"/>
                  <a:gd name="csY20" fmla="*/ 186657 h 19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372483" h="192000">
                    <a:moveTo>
                      <a:pt x="244736" y="186657"/>
                    </a:moveTo>
                    <a:cubicBezTo>
                      <a:pt x="265000" y="188469"/>
                      <a:pt x="366434" y="196506"/>
                      <a:pt x="371528" y="173242"/>
                    </a:cubicBezTo>
                    <a:cubicBezTo>
                      <a:pt x="374193" y="157645"/>
                      <a:pt x="373107" y="141638"/>
                      <a:pt x="368358" y="126544"/>
                    </a:cubicBezTo>
                    <a:cubicBezTo>
                      <a:pt x="358622" y="29525"/>
                      <a:pt x="355000" y="28450"/>
                      <a:pt x="352792" y="27827"/>
                    </a:cubicBezTo>
                    <a:cubicBezTo>
                      <a:pt x="349339" y="26808"/>
                      <a:pt x="339264" y="31620"/>
                      <a:pt x="322905" y="42148"/>
                    </a:cubicBezTo>
                    <a:lnTo>
                      <a:pt x="321887" y="42827"/>
                    </a:lnTo>
                    <a:lnTo>
                      <a:pt x="321660" y="44016"/>
                    </a:lnTo>
                    <a:cubicBezTo>
                      <a:pt x="321377" y="45544"/>
                      <a:pt x="314132" y="81148"/>
                      <a:pt x="279773" y="75658"/>
                    </a:cubicBezTo>
                    <a:cubicBezTo>
                      <a:pt x="256226" y="71922"/>
                      <a:pt x="248585" y="66714"/>
                      <a:pt x="246151" y="64167"/>
                    </a:cubicBezTo>
                    <a:cubicBezTo>
                      <a:pt x="248680" y="63060"/>
                      <a:pt x="250840" y="61253"/>
                      <a:pt x="252377" y="58959"/>
                    </a:cubicBezTo>
                    <a:cubicBezTo>
                      <a:pt x="255005" y="54335"/>
                      <a:pt x="255481" y="48794"/>
                      <a:pt x="253679" y="43790"/>
                    </a:cubicBezTo>
                    <a:cubicBezTo>
                      <a:pt x="248917" y="29600"/>
                      <a:pt x="242814" y="15897"/>
                      <a:pt x="235453" y="2865"/>
                    </a:cubicBezTo>
                    <a:lnTo>
                      <a:pt x="233924" y="148"/>
                    </a:lnTo>
                    <a:lnTo>
                      <a:pt x="99207" y="91054"/>
                    </a:lnTo>
                    <a:lnTo>
                      <a:pt x="16000" y="114827"/>
                    </a:lnTo>
                    <a:cubicBezTo>
                      <a:pt x="9755" y="116610"/>
                      <a:pt x="4655" y="121127"/>
                      <a:pt x="2132" y="127110"/>
                    </a:cubicBezTo>
                    <a:lnTo>
                      <a:pt x="2132" y="127111"/>
                    </a:lnTo>
                    <a:cubicBezTo>
                      <a:pt x="-1387" y="135520"/>
                      <a:pt x="792" y="145236"/>
                      <a:pt x="7566" y="151337"/>
                    </a:cubicBezTo>
                    <a:cubicBezTo>
                      <a:pt x="22679" y="164922"/>
                      <a:pt x="52679" y="188186"/>
                      <a:pt x="84207" y="191073"/>
                    </a:cubicBezTo>
                    <a:cubicBezTo>
                      <a:pt x="92585" y="191865"/>
                      <a:pt x="103679" y="192148"/>
                      <a:pt x="116132" y="192148"/>
                    </a:cubicBezTo>
                    <a:cubicBezTo>
                      <a:pt x="168151" y="192148"/>
                      <a:pt x="244113" y="186771"/>
                      <a:pt x="244679" y="186657"/>
                    </a:cubicBezTo>
                    <a:close/>
                  </a:path>
                </a:pathLst>
              </a:custGeom>
              <a:solidFill>
                <a:srgbClr val="2F2E43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42" name="矩形 241">
                <a:extLst>
                  <a:ext uri="{FF2B5EF4-FFF2-40B4-BE49-F238E27FC236}">
                    <a16:creationId xmlns:a16="http://schemas.microsoft.com/office/drawing/2014/main" id="{F347102E-4FEF-5DB9-8255-E873705977C8}"/>
                  </a:ext>
                </a:extLst>
              </p:cNvPr>
              <p:cNvSpPr/>
              <p:nvPr/>
            </p:nvSpPr>
            <p:spPr>
              <a:xfrm>
                <a:off x="7875292" y="5371245"/>
                <a:ext cx="118528" cy="168169"/>
              </a:xfrm>
              <a:prstGeom prst="rect">
                <a:avLst/>
              </a:prstGeom>
              <a:solidFill>
                <a:srgbClr val="9F616A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43" name="任意多边形: 形状 242">
                <a:extLst>
                  <a:ext uri="{FF2B5EF4-FFF2-40B4-BE49-F238E27FC236}">
                    <a16:creationId xmlns:a16="http://schemas.microsoft.com/office/drawing/2014/main" id="{C4FE5829-C58F-9FD4-6707-2FBB3C1ADB82}"/>
                  </a:ext>
                </a:extLst>
              </p:cNvPr>
              <p:cNvSpPr/>
              <p:nvPr/>
            </p:nvSpPr>
            <p:spPr>
              <a:xfrm>
                <a:off x="7644156" y="5449245"/>
                <a:ext cx="372483" cy="192000"/>
              </a:xfrm>
              <a:custGeom>
                <a:avLst/>
                <a:gdLst>
                  <a:gd name="csX0" fmla="*/ 244852 w 372483"/>
                  <a:gd name="csY0" fmla="*/ 186657 h 192000"/>
                  <a:gd name="csX1" fmla="*/ 371644 w 372483"/>
                  <a:gd name="csY1" fmla="*/ 173242 h 192000"/>
                  <a:gd name="csX2" fmla="*/ 368474 w 372483"/>
                  <a:gd name="csY2" fmla="*/ 126544 h 192000"/>
                  <a:gd name="csX3" fmla="*/ 352908 w 372483"/>
                  <a:gd name="csY3" fmla="*/ 27827 h 192000"/>
                  <a:gd name="csX4" fmla="*/ 323022 w 372483"/>
                  <a:gd name="csY4" fmla="*/ 42148 h 192000"/>
                  <a:gd name="csX5" fmla="*/ 322003 w 372483"/>
                  <a:gd name="csY5" fmla="*/ 42827 h 192000"/>
                  <a:gd name="csX6" fmla="*/ 321776 w 372483"/>
                  <a:gd name="csY6" fmla="*/ 44016 h 192000"/>
                  <a:gd name="csX7" fmla="*/ 279889 w 372483"/>
                  <a:gd name="csY7" fmla="*/ 75658 h 192000"/>
                  <a:gd name="csX8" fmla="*/ 246267 w 372483"/>
                  <a:gd name="csY8" fmla="*/ 64167 h 192000"/>
                  <a:gd name="csX9" fmla="*/ 252493 w 372483"/>
                  <a:gd name="csY9" fmla="*/ 58959 h 192000"/>
                  <a:gd name="csX10" fmla="*/ 253795 w 372483"/>
                  <a:gd name="csY10" fmla="*/ 43790 h 192000"/>
                  <a:gd name="csX11" fmla="*/ 235569 w 372483"/>
                  <a:gd name="csY11" fmla="*/ 2865 h 192000"/>
                  <a:gd name="csX12" fmla="*/ 234040 w 372483"/>
                  <a:gd name="csY12" fmla="*/ 148 h 192000"/>
                  <a:gd name="csX13" fmla="*/ 99323 w 372483"/>
                  <a:gd name="csY13" fmla="*/ 91054 h 192000"/>
                  <a:gd name="csX14" fmla="*/ 16116 w 372483"/>
                  <a:gd name="csY14" fmla="*/ 114827 h 192000"/>
                  <a:gd name="csX15" fmla="*/ 2248 w 372483"/>
                  <a:gd name="csY15" fmla="*/ 127110 h 192000"/>
                  <a:gd name="csX16" fmla="*/ 2248 w 372483"/>
                  <a:gd name="csY16" fmla="*/ 127111 h 192000"/>
                  <a:gd name="csX17" fmla="*/ 7682 w 372483"/>
                  <a:gd name="csY17" fmla="*/ 151337 h 192000"/>
                  <a:gd name="csX18" fmla="*/ 84323 w 372483"/>
                  <a:gd name="csY18" fmla="*/ 191073 h 192000"/>
                  <a:gd name="csX19" fmla="*/ 116248 w 372483"/>
                  <a:gd name="csY19" fmla="*/ 192148 h 192000"/>
                  <a:gd name="csX20" fmla="*/ 244795 w 372483"/>
                  <a:gd name="csY20" fmla="*/ 186657 h 19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372483" h="192000">
                    <a:moveTo>
                      <a:pt x="244852" y="186657"/>
                    </a:moveTo>
                    <a:cubicBezTo>
                      <a:pt x="265116" y="188469"/>
                      <a:pt x="366550" y="196506"/>
                      <a:pt x="371644" y="173242"/>
                    </a:cubicBezTo>
                    <a:cubicBezTo>
                      <a:pt x="374309" y="157645"/>
                      <a:pt x="373223" y="141638"/>
                      <a:pt x="368474" y="126544"/>
                    </a:cubicBezTo>
                    <a:cubicBezTo>
                      <a:pt x="358739" y="29525"/>
                      <a:pt x="355116" y="28450"/>
                      <a:pt x="352908" y="27827"/>
                    </a:cubicBezTo>
                    <a:cubicBezTo>
                      <a:pt x="349456" y="26808"/>
                      <a:pt x="339380" y="31620"/>
                      <a:pt x="323022" y="42148"/>
                    </a:cubicBezTo>
                    <a:lnTo>
                      <a:pt x="322003" y="42827"/>
                    </a:lnTo>
                    <a:lnTo>
                      <a:pt x="321776" y="44016"/>
                    </a:lnTo>
                    <a:cubicBezTo>
                      <a:pt x="321493" y="45544"/>
                      <a:pt x="314248" y="81148"/>
                      <a:pt x="279889" y="75658"/>
                    </a:cubicBezTo>
                    <a:cubicBezTo>
                      <a:pt x="256342" y="71922"/>
                      <a:pt x="248701" y="66714"/>
                      <a:pt x="246267" y="64167"/>
                    </a:cubicBezTo>
                    <a:cubicBezTo>
                      <a:pt x="248796" y="63060"/>
                      <a:pt x="250956" y="61253"/>
                      <a:pt x="252493" y="58959"/>
                    </a:cubicBezTo>
                    <a:cubicBezTo>
                      <a:pt x="255121" y="54335"/>
                      <a:pt x="255597" y="48794"/>
                      <a:pt x="253795" y="43790"/>
                    </a:cubicBezTo>
                    <a:cubicBezTo>
                      <a:pt x="249033" y="29600"/>
                      <a:pt x="242930" y="15897"/>
                      <a:pt x="235569" y="2865"/>
                    </a:cubicBezTo>
                    <a:lnTo>
                      <a:pt x="234040" y="148"/>
                    </a:lnTo>
                    <a:lnTo>
                      <a:pt x="99323" y="91054"/>
                    </a:lnTo>
                    <a:lnTo>
                      <a:pt x="16116" y="114827"/>
                    </a:lnTo>
                    <a:cubicBezTo>
                      <a:pt x="9871" y="116610"/>
                      <a:pt x="4771" y="121127"/>
                      <a:pt x="2248" y="127110"/>
                    </a:cubicBezTo>
                    <a:lnTo>
                      <a:pt x="2248" y="127111"/>
                    </a:lnTo>
                    <a:cubicBezTo>
                      <a:pt x="-1271" y="135520"/>
                      <a:pt x="908" y="145236"/>
                      <a:pt x="7682" y="151337"/>
                    </a:cubicBezTo>
                    <a:cubicBezTo>
                      <a:pt x="22795" y="164922"/>
                      <a:pt x="52795" y="188186"/>
                      <a:pt x="84323" y="191073"/>
                    </a:cubicBezTo>
                    <a:cubicBezTo>
                      <a:pt x="92701" y="191865"/>
                      <a:pt x="103795" y="192148"/>
                      <a:pt x="116248" y="192148"/>
                    </a:cubicBezTo>
                    <a:cubicBezTo>
                      <a:pt x="168267" y="192148"/>
                      <a:pt x="244229" y="186771"/>
                      <a:pt x="244795" y="186657"/>
                    </a:cubicBezTo>
                    <a:close/>
                  </a:path>
                </a:pathLst>
              </a:custGeom>
              <a:solidFill>
                <a:srgbClr val="2F2E43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44" name="任意多边形: 形状 243">
                <a:extLst>
                  <a:ext uri="{FF2B5EF4-FFF2-40B4-BE49-F238E27FC236}">
                    <a16:creationId xmlns:a16="http://schemas.microsoft.com/office/drawing/2014/main" id="{F030EBD3-412A-482D-93B1-43B7C27711A7}"/>
                  </a:ext>
                </a:extLst>
              </p:cNvPr>
              <p:cNvSpPr/>
              <p:nvPr/>
            </p:nvSpPr>
            <p:spPr>
              <a:xfrm>
                <a:off x="7713971" y="2823113"/>
                <a:ext cx="183792" cy="264566"/>
              </a:xfrm>
              <a:custGeom>
                <a:avLst/>
                <a:gdLst>
                  <a:gd name="csX0" fmla="*/ 184368 w 183792"/>
                  <a:gd name="csY0" fmla="*/ 204318 h 264566"/>
                  <a:gd name="csX1" fmla="*/ 575 w 183792"/>
                  <a:gd name="csY1" fmla="*/ 264714 h 264566"/>
                  <a:gd name="csX2" fmla="*/ 575 w 183792"/>
                  <a:gd name="csY2" fmla="*/ 148 h 264566"/>
                  <a:gd name="csX3" fmla="*/ 167330 w 183792"/>
                  <a:gd name="csY3" fmla="*/ 148 h 2645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83792" h="264566">
                    <a:moveTo>
                      <a:pt x="184368" y="204318"/>
                    </a:moveTo>
                    <a:lnTo>
                      <a:pt x="575" y="264714"/>
                    </a:lnTo>
                    <a:lnTo>
                      <a:pt x="575" y="148"/>
                    </a:lnTo>
                    <a:lnTo>
                      <a:pt x="167330" y="148"/>
                    </a:lnTo>
                    <a:close/>
                  </a:path>
                </a:pathLst>
              </a:custGeom>
              <a:solidFill>
                <a:srgbClr val="9F616A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45" name="椭圆 244">
                <a:extLst>
                  <a:ext uri="{FF2B5EF4-FFF2-40B4-BE49-F238E27FC236}">
                    <a16:creationId xmlns:a16="http://schemas.microsoft.com/office/drawing/2014/main" id="{C3B1C509-D298-BCA5-D38B-0195EFC17111}"/>
                  </a:ext>
                </a:extLst>
              </p:cNvPr>
              <p:cNvSpPr/>
              <p:nvPr/>
            </p:nvSpPr>
            <p:spPr>
              <a:xfrm>
                <a:off x="7553607" y="2530132"/>
                <a:ext cx="366226" cy="366226"/>
              </a:xfrm>
              <a:prstGeom prst="ellipse">
                <a:avLst/>
              </a:prstGeom>
              <a:solidFill>
                <a:srgbClr val="9F616A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46" name="任意多边形: 形状 245">
                <a:extLst>
                  <a:ext uri="{FF2B5EF4-FFF2-40B4-BE49-F238E27FC236}">
                    <a16:creationId xmlns:a16="http://schemas.microsoft.com/office/drawing/2014/main" id="{23ECF153-69CD-1904-84E3-4E3AAD027BC2}"/>
                  </a:ext>
                </a:extLst>
              </p:cNvPr>
              <p:cNvSpPr/>
              <p:nvPr/>
            </p:nvSpPr>
            <p:spPr>
              <a:xfrm>
                <a:off x="7582392" y="2459611"/>
                <a:ext cx="389128" cy="404539"/>
              </a:xfrm>
              <a:custGeom>
                <a:avLst/>
                <a:gdLst>
                  <a:gd name="csX0" fmla="*/ 201541 w 389128"/>
                  <a:gd name="csY0" fmla="*/ 268103 h 404539"/>
                  <a:gd name="csX1" fmla="*/ 176295 w 389128"/>
                  <a:gd name="csY1" fmla="*/ 298726 h 404539"/>
                  <a:gd name="csX2" fmla="*/ 130616 w 389128"/>
                  <a:gd name="csY2" fmla="*/ 218801 h 404539"/>
                  <a:gd name="csX3" fmla="*/ 72314 w 389128"/>
                  <a:gd name="csY3" fmla="*/ 178556 h 404539"/>
                  <a:gd name="csX4" fmla="*/ 18824 w 389128"/>
                  <a:gd name="csY4" fmla="*/ 134065 h 404539"/>
                  <a:gd name="csX5" fmla="*/ 99937 w 389128"/>
                  <a:gd name="csY5" fmla="*/ 36707 h 404539"/>
                  <a:gd name="csX6" fmla="*/ 262786 w 389128"/>
                  <a:gd name="csY6" fmla="*/ 25895 h 404539"/>
                  <a:gd name="csX7" fmla="*/ 381144 w 389128"/>
                  <a:gd name="csY7" fmla="*/ 254801 h 404539"/>
                  <a:gd name="csX8" fmla="*/ 302295 w 389128"/>
                  <a:gd name="csY8" fmla="*/ 404688 h 404539"/>
                  <a:gd name="csX9" fmla="*/ 284409 w 389128"/>
                  <a:gd name="csY9" fmla="*/ 370782 h 404539"/>
                  <a:gd name="csX10" fmla="*/ 201484 w 389128"/>
                  <a:gd name="csY10" fmla="*/ 268046 h 404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89128" h="404539">
                    <a:moveTo>
                      <a:pt x="201541" y="268103"/>
                    </a:moveTo>
                    <a:lnTo>
                      <a:pt x="176295" y="298726"/>
                    </a:lnTo>
                    <a:lnTo>
                      <a:pt x="130616" y="218801"/>
                    </a:lnTo>
                    <a:cubicBezTo>
                      <a:pt x="130616" y="218801"/>
                      <a:pt x="72314" y="221801"/>
                      <a:pt x="72314" y="178556"/>
                    </a:cubicBezTo>
                    <a:cubicBezTo>
                      <a:pt x="72314" y="135310"/>
                      <a:pt x="18824" y="134065"/>
                      <a:pt x="18824" y="134065"/>
                    </a:cubicBezTo>
                    <a:cubicBezTo>
                      <a:pt x="18824" y="134065"/>
                      <a:pt x="-56856" y="1895"/>
                      <a:pt x="99937" y="36707"/>
                    </a:cubicBezTo>
                    <a:cubicBezTo>
                      <a:pt x="99937" y="36707"/>
                      <a:pt x="208673" y="-37784"/>
                      <a:pt x="262786" y="25895"/>
                    </a:cubicBezTo>
                    <a:cubicBezTo>
                      <a:pt x="262786" y="25895"/>
                      <a:pt x="428635" y="109386"/>
                      <a:pt x="381144" y="254801"/>
                    </a:cubicBezTo>
                    <a:lnTo>
                      <a:pt x="302295" y="404688"/>
                    </a:lnTo>
                    <a:lnTo>
                      <a:pt x="284409" y="370782"/>
                    </a:lnTo>
                    <a:cubicBezTo>
                      <a:pt x="284409" y="370782"/>
                      <a:pt x="295220" y="228367"/>
                      <a:pt x="201484" y="268046"/>
                    </a:cubicBezTo>
                    <a:close/>
                  </a:path>
                </a:pathLst>
              </a:custGeom>
              <a:solidFill>
                <a:srgbClr val="2F2E43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47" name="任意多边形: 形状 246">
                <a:extLst>
                  <a:ext uri="{FF2B5EF4-FFF2-40B4-BE49-F238E27FC236}">
                    <a16:creationId xmlns:a16="http://schemas.microsoft.com/office/drawing/2014/main" id="{9CB58C1B-2BCE-B449-4035-FA4625958E8F}"/>
                  </a:ext>
                </a:extLst>
              </p:cNvPr>
              <p:cNvSpPr/>
              <p:nvPr/>
            </p:nvSpPr>
            <p:spPr>
              <a:xfrm>
                <a:off x="7502160" y="3898471"/>
                <a:ext cx="656717" cy="1560509"/>
              </a:xfrm>
              <a:custGeom>
                <a:avLst/>
                <a:gdLst>
                  <a:gd name="csX0" fmla="*/ 38792 w 656717"/>
                  <a:gd name="csY0" fmla="*/ 148 h 1560509"/>
                  <a:gd name="csX1" fmla="*/ 657301 w 656717"/>
                  <a:gd name="csY1" fmla="*/ 148 h 1560509"/>
                  <a:gd name="csX2" fmla="*/ 505943 w 656717"/>
                  <a:gd name="csY2" fmla="*/ 1560657 h 1560509"/>
                  <a:gd name="csX3" fmla="*/ 330471 w 656717"/>
                  <a:gd name="csY3" fmla="*/ 1549337 h 1560509"/>
                  <a:gd name="csX4" fmla="*/ 321811 w 656717"/>
                  <a:gd name="csY4" fmla="*/ 425525 h 1560509"/>
                  <a:gd name="csX5" fmla="*/ 211377 w 656717"/>
                  <a:gd name="csY5" fmla="*/ 918714 h 1560509"/>
                  <a:gd name="csX6" fmla="*/ 179056 w 656717"/>
                  <a:gd name="csY6" fmla="*/ 1540846 h 1560509"/>
                  <a:gd name="csX7" fmla="*/ 19150 w 656717"/>
                  <a:gd name="csY7" fmla="*/ 1549337 h 1560509"/>
                  <a:gd name="csX8" fmla="*/ 584 w 656717"/>
                  <a:gd name="csY8" fmla="*/ 841620 h 15605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56717" h="1560509">
                    <a:moveTo>
                      <a:pt x="38792" y="148"/>
                    </a:moveTo>
                    <a:lnTo>
                      <a:pt x="657301" y="148"/>
                    </a:lnTo>
                    <a:lnTo>
                      <a:pt x="505943" y="1560657"/>
                    </a:lnTo>
                    <a:lnTo>
                      <a:pt x="330471" y="1549337"/>
                    </a:lnTo>
                    <a:lnTo>
                      <a:pt x="321811" y="425525"/>
                    </a:lnTo>
                    <a:lnTo>
                      <a:pt x="211377" y="918714"/>
                    </a:lnTo>
                    <a:lnTo>
                      <a:pt x="179056" y="1540846"/>
                    </a:lnTo>
                    <a:lnTo>
                      <a:pt x="19150" y="1549337"/>
                    </a:lnTo>
                    <a:lnTo>
                      <a:pt x="584" y="841620"/>
                    </a:lnTo>
                    <a:close/>
                  </a:path>
                </a:pathLst>
              </a:custGeom>
              <a:solidFill>
                <a:srgbClr val="2F2E43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48" name="任意多边形: 形状 247">
                <a:extLst>
                  <a:ext uri="{FF2B5EF4-FFF2-40B4-BE49-F238E27FC236}">
                    <a16:creationId xmlns:a16="http://schemas.microsoft.com/office/drawing/2014/main" id="{599EBE21-5DFD-20A2-1C91-C1B5B3A451AF}"/>
                  </a:ext>
                </a:extLst>
              </p:cNvPr>
              <p:cNvSpPr/>
              <p:nvPr/>
            </p:nvSpPr>
            <p:spPr>
              <a:xfrm>
                <a:off x="7519311" y="2930547"/>
                <a:ext cx="639566" cy="1056679"/>
              </a:xfrm>
              <a:custGeom>
                <a:avLst/>
                <a:gdLst>
                  <a:gd name="csX0" fmla="*/ 389059 w 639566"/>
                  <a:gd name="csY0" fmla="*/ 148 h 1056679"/>
                  <a:gd name="csX1" fmla="*/ 179625 w 639566"/>
                  <a:gd name="csY1" fmla="*/ 51091 h 1056679"/>
                  <a:gd name="csX2" fmla="*/ 587 w 639566"/>
                  <a:gd name="csY2" fmla="*/ 824808 h 1056679"/>
                  <a:gd name="csX3" fmla="*/ 21644 w 639566"/>
                  <a:gd name="csY3" fmla="*/ 968072 h 1056679"/>
                  <a:gd name="csX4" fmla="*/ 546078 w 639566"/>
                  <a:gd name="csY4" fmla="*/ 1056827 h 1056679"/>
                  <a:gd name="csX5" fmla="*/ 640153 w 639566"/>
                  <a:gd name="csY5" fmla="*/ 968072 h 10566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9566" h="1056679">
                    <a:moveTo>
                      <a:pt x="389059" y="148"/>
                    </a:moveTo>
                    <a:lnTo>
                      <a:pt x="179625" y="51091"/>
                    </a:lnTo>
                    <a:lnTo>
                      <a:pt x="587" y="824808"/>
                    </a:lnTo>
                    <a:lnTo>
                      <a:pt x="21644" y="968072"/>
                    </a:lnTo>
                    <a:lnTo>
                      <a:pt x="546078" y="1056827"/>
                    </a:lnTo>
                    <a:lnTo>
                      <a:pt x="640153" y="968072"/>
                    </a:lnTo>
                    <a:close/>
                  </a:path>
                </a:pathLst>
              </a:custGeom>
              <a:solidFill>
                <a:srgbClr val="6C63FF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49" name="任意多边形: 形状 248">
                <a:extLst>
                  <a:ext uri="{FF2B5EF4-FFF2-40B4-BE49-F238E27FC236}">
                    <a16:creationId xmlns:a16="http://schemas.microsoft.com/office/drawing/2014/main" id="{2C84EB2F-6544-9D9F-49D5-AA172835B78D}"/>
                  </a:ext>
                </a:extLst>
              </p:cNvPr>
              <p:cNvSpPr/>
              <p:nvPr/>
            </p:nvSpPr>
            <p:spPr>
              <a:xfrm>
                <a:off x="7762537" y="2925583"/>
                <a:ext cx="468424" cy="1263322"/>
              </a:xfrm>
              <a:custGeom>
                <a:avLst/>
                <a:gdLst>
                  <a:gd name="csX0" fmla="*/ 142690 w 468424"/>
                  <a:gd name="csY0" fmla="*/ 148 h 1263322"/>
                  <a:gd name="csX1" fmla="*/ 217832 w 468424"/>
                  <a:gd name="csY1" fmla="*/ 46716 h 1263322"/>
                  <a:gd name="csX2" fmla="*/ 363077 w 468424"/>
                  <a:gd name="csY2" fmla="*/ 81584 h 1263322"/>
                  <a:gd name="csX3" fmla="*/ 469067 w 468424"/>
                  <a:gd name="csY3" fmla="*/ 1263471 h 1263322"/>
                  <a:gd name="csX4" fmla="*/ 133549 w 468424"/>
                  <a:gd name="csY4" fmla="*/ 1263471 h 1263322"/>
                  <a:gd name="csX5" fmla="*/ 643 w 468424"/>
                  <a:gd name="csY5" fmla="*/ 142093 h 12633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68424" h="1263322">
                    <a:moveTo>
                      <a:pt x="142690" y="148"/>
                    </a:moveTo>
                    <a:lnTo>
                      <a:pt x="217832" y="46716"/>
                    </a:lnTo>
                    <a:lnTo>
                      <a:pt x="363077" y="81584"/>
                    </a:lnTo>
                    <a:lnTo>
                      <a:pt x="469067" y="1263471"/>
                    </a:lnTo>
                    <a:lnTo>
                      <a:pt x="133549" y="1263471"/>
                    </a:lnTo>
                    <a:lnTo>
                      <a:pt x="643" y="142093"/>
                    </a:lnTo>
                    <a:close/>
                  </a:path>
                </a:pathLst>
              </a:custGeom>
              <a:solidFill>
                <a:srgbClr val="2F2E43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50" name="任意多边形: 形状 249">
                <a:extLst>
                  <a:ext uri="{FF2B5EF4-FFF2-40B4-BE49-F238E27FC236}">
                    <a16:creationId xmlns:a16="http://schemas.microsoft.com/office/drawing/2014/main" id="{670C8858-E392-3067-4D83-3C75CC1C1C35}"/>
                  </a:ext>
                </a:extLst>
              </p:cNvPr>
              <p:cNvSpPr/>
              <p:nvPr/>
            </p:nvSpPr>
            <p:spPr>
              <a:xfrm>
                <a:off x="7473688" y="2976594"/>
                <a:ext cx="262132" cy="1282386"/>
              </a:xfrm>
              <a:custGeom>
                <a:avLst/>
                <a:gdLst>
                  <a:gd name="csX0" fmla="*/ 226631 w 262132"/>
                  <a:gd name="csY0" fmla="*/ 148 h 1282386"/>
                  <a:gd name="csX1" fmla="*/ 262636 w 262132"/>
                  <a:gd name="csY1" fmla="*/ 88648 h 1282386"/>
                  <a:gd name="csX2" fmla="*/ 89712 w 262132"/>
                  <a:gd name="csY2" fmla="*/ 1282535 h 1282386"/>
                  <a:gd name="csX3" fmla="*/ 504 w 262132"/>
                  <a:gd name="csY3" fmla="*/ 1282535 h 1282386"/>
                  <a:gd name="csX4" fmla="*/ 41655 w 262132"/>
                  <a:gd name="csY4" fmla="*/ 114233 h 1282386"/>
                  <a:gd name="csX5" fmla="*/ 162787 w 262132"/>
                  <a:gd name="csY5" fmla="*/ 18007 h 12823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62132" h="1282386">
                    <a:moveTo>
                      <a:pt x="226631" y="148"/>
                    </a:moveTo>
                    <a:lnTo>
                      <a:pt x="262636" y="88648"/>
                    </a:lnTo>
                    <a:lnTo>
                      <a:pt x="89712" y="1282535"/>
                    </a:lnTo>
                    <a:lnTo>
                      <a:pt x="504" y="1282535"/>
                    </a:lnTo>
                    <a:lnTo>
                      <a:pt x="41655" y="114233"/>
                    </a:lnTo>
                    <a:lnTo>
                      <a:pt x="162787" y="18007"/>
                    </a:lnTo>
                    <a:close/>
                  </a:path>
                </a:pathLst>
              </a:custGeom>
              <a:solidFill>
                <a:srgbClr val="2F2E43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51" name="任意多边形: 形状 250">
                <a:extLst>
                  <a:ext uri="{FF2B5EF4-FFF2-40B4-BE49-F238E27FC236}">
                    <a16:creationId xmlns:a16="http://schemas.microsoft.com/office/drawing/2014/main" id="{BDF7EB77-20C9-795A-497D-ADD479E48336}"/>
                  </a:ext>
                </a:extLst>
              </p:cNvPr>
              <p:cNvSpPr/>
              <p:nvPr/>
            </p:nvSpPr>
            <p:spPr>
              <a:xfrm>
                <a:off x="7336367" y="3075849"/>
                <a:ext cx="250358" cy="1035848"/>
              </a:xfrm>
              <a:custGeom>
                <a:avLst/>
                <a:gdLst>
                  <a:gd name="csX0" fmla="*/ 250756 w 250358"/>
                  <a:gd name="csY0" fmla="*/ 205 h 1035848"/>
                  <a:gd name="csX1" fmla="*/ 178925 w 250358"/>
                  <a:gd name="csY1" fmla="*/ 14978 h 1035848"/>
                  <a:gd name="csX2" fmla="*/ 136020 w 250358"/>
                  <a:gd name="csY2" fmla="*/ 115959 h 1035848"/>
                  <a:gd name="csX3" fmla="*/ 122605 w 250358"/>
                  <a:gd name="csY3" fmla="*/ 505733 h 1035848"/>
                  <a:gd name="csX4" fmla="*/ 454 w 250358"/>
                  <a:gd name="csY4" fmla="*/ 990261 h 1035848"/>
                  <a:gd name="csX5" fmla="*/ 139190 w 250358"/>
                  <a:gd name="csY5" fmla="*/ 1035997 h 1035848"/>
                  <a:gd name="csX6" fmla="*/ 204510 w 250358"/>
                  <a:gd name="csY6" fmla="*/ 775280 h 1035848"/>
                  <a:gd name="csX7" fmla="*/ 250812 w 250358"/>
                  <a:gd name="csY7" fmla="*/ 148 h 10358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50358" h="1035848">
                    <a:moveTo>
                      <a:pt x="250756" y="205"/>
                    </a:moveTo>
                    <a:lnTo>
                      <a:pt x="178925" y="14978"/>
                    </a:lnTo>
                    <a:cubicBezTo>
                      <a:pt x="178925" y="14978"/>
                      <a:pt x="147454" y="26525"/>
                      <a:pt x="136020" y="115959"/>
                    </a:cubicBezTo>
                    <a:cubicBezTo>
                      <a:pt x="124586" y="205393"/>
                      <a:pt x="122605" y="505733"/>
                      <a:pt x="122605" y="505733"/>
                    </a:cubicBezTo>
                    <a:lnTo>
                      <a:pt x="454" y="990261"/>
                    </a:lnTo>
                    <a:lnTo>
                      <a:pt x="139190" y="1035997"/>
                    </a:lnTo>
                    <a:lnTo>
                      <a:pt x="204510" y="775280"/>
                    </a:lnTo>
                    <a:lnTo>
                      <a:pt x="250812" y="148"/>
                    </a:lnTo>
                    <a:close/>
                  </a:path>
                </a:pathLst>
              </a:custGeom>
              <a:solidFill>
                <a:srgbClr val="2F2E43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52" name="任意多边形: 形状 251">
                <a:extLst>
                  <a:ext uri="{FF2B5EF4-FFF2-40B4-BE49-F238E27FC236}">
                    <a16:creationId xmlns:a16="http://schemas.microsoft.com/office/drawing/2014/main" id="{D16D261D-D859-E5C5-014D-4F352C87F86B}"/>
                  </a:ext>
                </a:extLst>
              </p:cNvPr>
              <p:cNvSpPr/>
              <p:nvPr/>
            </p:nvSpPr>
            <p:spPr>
              <a:xfrm>
                <a:off x="7932160" y="3736528"/>
                <a:ext cx="270924" cy="323837"/>
              </a:xfrm>
              <a:custGeom>
                <a:avLst/>
                <a:gdLst>
                  <a:gd name="csX0" fmla="*/ 116385 w 270924"/>
                  <a:gd name="csY0" fmla="*/ 282771 h 323837"/>
                  <a:gd name="csX1" fmla="*/ 17781 w 270924"/>
                  <a:gd name="csY1" fmla="*/ 313054 h 323837"/>
                  <a:gd name="csX2" fmla="*/ 24743 w 270924"/>
                  <a:gd name="csY2" fmla="*/ 200865 h 323837"/>
                  <a:gd name="csX3" fmla="*/ 68838 w 270924"/>
                  <a:gd name="csY3" fmla="*/ 164922 h 323837"/>
                  <a:gd name="csX4" fmla="*/ 194498 w 270924"/>
                  <a:gd name="csY4" fmla="*/ 148 h 323837"/>
                  <a:gd name="csX5" fmla="*/ 271592 w 270924"/>
                  <a:gd name="csY5" fmla="*/ 73393 h 323837"/>
                  <a:gd name="csX6" fmla="*/ 139519 w 270924"/>
                  <a:gd name="csY6" fmla="*/ 228035 h 323837"/>
                  <a:gd name="csX7" fmla="*/ 116368 w 270924"/>
                  <a:gd name="csY7" fmla="*/ 282714 h 323837"/>
                  <a:gd name="csX8" fmla="*/ 116368 w 270924"/>
                  <a:gd name="csY8" fmla="*/ 282714 h 3238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70924" h="323837">
                    <a:moveTo>
                      <a:pt x="116385" y="282771"/>
                    </a:moveTo>
                    <a:cubicBezTo>
                      <a:pt x="87234" y="322110"/>
                      <a:pt x="43083" y="335639"/>
                      <a:pt x="17781" y="313054"/>
                    </a:cubicBezTo>
                    <a:cubicBezTo>
                      <a:pt x="-7521" y="290469"/>
                      <a:pt x="-4408" y="240261"/>
                      <a:pt x="24743" y="200865"/>
                    </a:cubicBezTo>
                    <a:cubicBezTo>
                      <a:pt x="35944" y="185139"/>
                      <a:pt x="51177" y="172722"/>
                      <a:pt x="68838" y="164922"/>
                    </a:cubicBezTo>
                    <a:lnTo>
                      <a:pt x="194498" y="148"/>
                    </a:lnTo>
                    <a:lnTo>
                      <a:pt x="271592" y="73393"/>
                    </a:lnTo>
                    <a:lnTo>
                      <a:pt x="139519" y="228035"/>
                    </a:lnTo>
                    <a:cubicBezTo>
                      <a:pt x="136429" y="247891"/>
                      <a:pt x="128476" y="266676"/>
                      <a:pt x="116368" y="282714"/>
                    </a:cubicBezTo>
                    <a:lnTo>
                      <a:pt x="116368" y="282714"/>
                    </a:lnTo>
                    <a:close/>
                  </a:path>
                </a:pathLst>
              </a:custGeom>
              <a:solidFill>
                <a:srgbClr val="9F616A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53" name="任意多边形: 形状 252">
                <a:extLst>
                  <a:ext uri="{FF2B5EF4-FFF2-40B4-BE49-F238E27FC236}">
                    <a16:creationId xmlns:a16="http://schemas.microsoft.com/office/drawing/2014/main" id="{FEF86164-80A6-8D4A-A116-D78C8E2B996E}"/>
                  </a:ext>
                </a:extLst>
              </p:cNvPr>
              <p:cNvSpPr/>
              <p:nvPr/>
            </p:nvSpPr>
            <p:spPr>
              <a:xfrm>
                <a:off x="8027047" y="3007018"/>
                <a:ext cx="327169" cy="963905"/>
              </a:xfrm>
              <a:custGeom>
                <a:avLst/>
                <a:gdLst>
                  <a:gd name="csX0" fmla="*/ 41240 w 327169"/>
                  <a:gd name="csY0" fmla="*/ 18205 h 963905"/>
                  <a:gd name="csX1" fmla="*/ 98636 w 327169"/>
                  <a:gd name="csY1" fmla="*/ 148 h 963905"/>
                  <a:gd name="csX2" fmla="*/ 202164 w 327169"/>
                  <a:gd name="csY2" fmla="*/ 116582 h 963905"/>
                  <a:gd name="csX3" fmla="*/ 327881 w 327169"/>
                  <a:gd name="csY3" fmla="*/ 589789 h 963905"/>
                  <a:gd name="csX4" fmla="*/ 114655 w 327169"/>
                  <a:gd name="csY4" fmla="*/ 964054 h 963905"/>
                  <a:gd name="csX5" fmla="*/ 711 w 327169"/>
                  <a:gd name="csY5" fmla="*/ 825714 h 963905"/>
                  <a:gd name="csX6" fmla="*/ 108032 w 327169"/>
                  <a:gd name="csY6" fmla="*/ 482129 h 963905"/>
                  <a:gd name="csX7" fmla="*/ 41183 w 327169"/>
                  <a:gd name="csY7" fmla="*/ 18205 h 963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27169" h="963905">
                    <a:moveTo>
                      <a:pt x="41240" y="18205"/>
                    </a:moveTo>
                    <a:lnTo>
                      <a:pt x="98636" y="148"/>
                    </a:lnTo>
                    <a:cubicBezTo>
                      <a:pt x="98636" y="148"/>
                      <a:pt x="176409" y="19450"/>
                      <a:pt x="202164" y="116582"/>
                    </a:cubicBezTo>
                    <a:lnTo>
                      <a:pt x="327881" y="589789"/>
                    </a:lnTo>
                    <a:lnTo>
                      <a:pt x="114655" y="964054"/>
                    </a:lnTo>
                    <a:lnTo>
                      <a:pt x="711" y="825714"/>
                    </a:lnTo>
                    <a:lnTo>
                      <a:pt x="108032" y="482129"/>
                    </a:lnTo>
                    <a:lnTo>
                      <a:pt x="41183" y="18205"/>
                    </a:lnTo>
                    <a:close/>
                  </a:path>
                </a:pathLst>
              </a:custGeom>
              <a:solidFill>
                <a:srgbClr val="2F2E43"/>
              </a:solidFill>
              <a:ln w="5651" cap="flat">
                <a:noFill/>
                <a:prstDash val="solid"/>
                <a:miter/>
              </a:ln>
            </p:spPr>
          </p:sp>
        </p:grpSp>
        <p:grpSp>
          <p:nvGrpSpPr>
            <p:cNvPr id="254" name="图形 233">
              <a:extLst>
                <a:ext uri="{FF2B5EF4-FFF2-40B4-BE49-F238E27FC236}">
                  <a16:creationId xmlns:a16="http://schemas.microsoft.com/office/drawing/2014/main" id="{DB86054E-1E77-D15F-7CD5-F62954EC38DF}"/>
                </a:ext>
              </a:extLst>
            </p:cNvPr>
            <p:cNvGrpSpPr/>
            <p:nvPr/>
          </p:nvGrpSpPr>
          <p:grpSpPr>
            <a:xfrm>
              <a:off x="6641487" y="4005566"/>
              <a:ext cx="827853" cy="828820"/>
              <a:chOff x="6641487" y="4005566"/>
              <a:chExt cx="827853" cy="828820"/>
            </a:xfrm>
          </p:grpSpPr>
          <p:sp>
            <p:nvSpPr>
              <p:cNvPr id="255" name="任意多边形: 形状 254">
                <a:extLst>
                  <a:ext uri="{FF2B5EF4-FFF2-40B4-BE49-F238E27FC236}">
                    <a16:creationId xmlns:a16="http://schemas.microsoft.com/office/drawing/2014/main" id="{C4B5875E-5241-79A6-B36E-19C46685D3D5}"/>
                  </a:ext>
                </a:extLst>
              </p:cNvPr>
              <p:cNvSpPr/>
              <p:nvPr/>
            </p:nvSpPr>
            <p:spPr>
              <a:xfrm>
                <a:off x="7068382" y="4008843"/>
                <a:ext cx="400958" cy="823426"/>
              </a:xfrm>
              <a:custGeom>
                <a:avLst/>
                <a:gdLst>
                  <a:gd name="csX0" fmla="*/ 9482 w 400958"/>
                  <a:gd name="csY0" fmla="*/ 823492 h 823426"/>
                  <a:gd name="csX1" fmla="*/ 10099 w 400958"/>
                  <a:gd name="csY1" fmla="*/ 823492 h 823426"/>
                  <a:gd name="csX2" fmla="*/ 400527 w 400958"/>
                  <a:gd name="csY2" fmla="*/ 389935 h 823426"/>
                  <a:gd name="csX3" fmla="*/ 19331 w 400958"/>
                  <a:gd name="csY3" fmla="*/ 94 h 823426"/>
                  <a:gd name="csX4" fmla="*/ 12210 w 400958"/>
                  <a:gd name="csY4" fmla="*/ 2562 h 823426"/>
                  <a:gd name="csX5" fmla="*/ 9165 w 400958"/>
                  <a:gd name="csY5" fmla="*/ 9355 h 823426"/>
                  <a:gd name="csX6" fmla="*/ 143 w 400958"/>
                  <a:gd name="csY6" fmla="*/ 813949 h 823426"/>
                  <a:gd name="csX7" fmla="*/ 9482 w 400958"/>
                  <a:gd name="csY7" fmla="*/ 823475 h 8234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00958" h="823426">
                    <a:moveTo>
                      <a:pt x="9482" y="823492"/>
                    </a:moveTo>
                    <a:cubicBezTo>
                      <a:pt x="9686" y="823492"/>
                      <a:pt x="9890" y="823492"/>
                      <a:pt x="10099" y="823492"/>
                    </a:cubicBezTo>
                    <a:cubicBezTo>
                      <a:pt x="237636" y="811582"/>
                      <a:pt x="412437" y="617472"/>
                      <a:pt x="400527" y="389935"/>
                    </a:cubicBezTo>
                    <a:cubicBezTo>
                      <a:pt x="389673" y="182575"/>
                      <a:pt x="226396" y="15595"/>
                      <a:pt x="19331" y="94"/>
                    </a:cubicBezTo>
                    <a:cubicBezTo>
                      <a:pt x="16717" y="-111"/>
                      <a:pt x="14137" y="784"/>
                      <a:pt x="12210" y="2562"/>
                    </a:cubicBezTo>
                    <a:cubicBezTo>
                      <a:pt x="10295" y="4305"/>
                      <a:pt x="9191" y="6766"/>
                      <a:pt x="9165" y="9355"/>
                    </a:cubicBezTo>
                    <a:lnTo>
                      <a:pt x="143" y="813949"/>
                    </a:lnTo>
                    <a:cubicBezTo>
                      <a:pt x="96" y="819157"/>
                      <a:pt x="4274" y="823419"/>
                      <a:pt x="9482" y="823475"/>
                    </a:cubicBezTo>
                    <a:close/>
                  </a:path>
                </a:pathLst>
              </a:custGeom>
              <a:solidFill>
                <a:srgbClr val="6C63FF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56" name="任意多边形: 形状 255">
                <a:extLst>
                  <a:ext uri="{FF2B5EF4-FFF2-40B4-BE49-F238E27FC236}">
                    <a16:creationId xmlns:a16="http://schemas.microsoft.com/office/drawing/2014/main" id="{81032340-B865-8F8C-DBFC-13C6D00BD7E0}"/>
                  </a:ext>
                </a:extLst>
              </p:cNvPr>
              <p:cNvSpPr/>
              <p:nvPr/>
            </p:nvSpPr>
            <p:spPr>
              <a:xfrm>
                <a:off x="6641487" y="4141901"/>
                <a:ext cx="401645" cy="692485"/>
              </a:xfrm>
              <a:custGeom>
                <a:avLst/>
                <a:gdLst>
                  <a:gd name="csX0" fmla="*/ 112824 w 401645"/>
                  <a:gd name="csY0" fmla="*/ 66 h 692485"/>
                  <a:gd name="csX1" fmla="*/ 121349 w 401645"/>
                  <a:gd name="csY1" fmla="*/ 3705 h 692485"/>
                  <a:gd name="csX2" fmla="*/ 398339 w 401645"/>
                  <a:gd name="csY2" fmla="*/ 286973 h 692485"/>
                  <a:gd name="csX3" fmla="*/ 401787 w 401645"/>
                  <a:gd name="csY3" fmla="*/ 295566 h 692485"/>
                  <a:gd name="csX4" fmla="*/ 397473 w 401645"/>
                  <a:gd name="csY4" fmla="*/ 680573 h 692485"/>
                  <a:gd name="csX5" fmla="*/ 393562 w 401645"/>
                  <a:gd name="csY5" fmla="*/ 689341 h 692485"/>
                  <a:gd name="csX6" fmla="*/ 384421 w 401645"/>
                  <a:gd name="csY6" fmla="*/ 692517 h 692485"/>
                  <a:gd name="csX7" fmla="*/ 1320 w 401645"/>
                  <a:gd name="csY7" fmla="*/ 247421 h 692485"/>
                  <a:gd name="csX8" fmla="*/ 103598 w 401645"/>
                  <a:gd name="csY8" fmla="*/ 4181 h 692485"/>
                  <a:gd name="csX9" fmla="*/ 112377 w 401645"/>
                  <a:gd name="csY9" fmla="*/ 77 h 6924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01645" h="692485">
                    <a:moveTo>
                      <a:pt x="112824" y="66"/>
                    </a:moveTo>
                    <a:cubicBezTo>
                      <a:pt x="116035" y="104"/>
                      <a:pt x="119100" y="1413"/>
                      <a:pt x="121349" y="3705"/>
                    </a:cubicBezTo>
                    <a:lnTo>
                      <a:pt x="398339" y="286973"/>
                    </a:lnTo>
                    <a:cubicBezTo>
                      <a:pt x="400590" y="289262"/>
                      <a:pt x="401831" y="292356"/>
                      <a:pt x="401787" y="295566"/>
                    </a:cubicBezTo>
                    <a:lnTo>
                      <a:pt x="397473" y="680573"/>
                    </a:lnTo>
                    <a:cubicBezTo>
                      <a:pt x="397450" y="683913"/>
                      <a:pt x="396032" y="687092"/>
                      <a:pt x="393562" y="689341"/>
                    </a:cubicBezTo>
                    <a:cubicBezTo>
                      <a:pt x="391086" y="691619"/>
                      <a:pt x="387776" y="692769"/>
                      <a:pt x="384421" y="692517"/>
                    </a:cubicBezTo>
                    <a:cubicBezTo>
                      <a:pt x="155721" y="675397"/>
                      <a:pt x="-15799" y="476121"/>
                      <a:pt x="1320" y="247421"/>
                    </a:cubicBezTo>
                    <a:cubicBezTo>
                      <a:pt x="8060" y="157377"/>
                      <a:pt x="43966" y="71985"/>
                      <a:pt x="103598" y="4181"/>
                    </a:cubicBezTo>
                    <a:cubicBezTo>
                      <a:pt x="105830" y="1656"/>
                      <a:pt x="109009" y="170"/>
                      <a:pt x="112377" y="77"/>
                    </a:cubicBezTo>
                    <a:close/>
                  </a:path>
                </a:pathLst>
              </a:custGeom>
              <a:solidFill>
                <a:srgbClr val="E6E6E6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57" name="任意多边形: 形状 256">
                <a:extLst>
                  <a:ext uri="{FF2B5EF4-FFF2-40B4-BE49-F238E27FC236}">
                    <a16:creationId xmlns:a16="http://schemas.microsoft.com/office/drawing/2014/main" id="{9E784224-F7A5-1097-EAAF-E8B50AF5C1C4}"/>
                  </a:ext>
                </a:extLst>
              </p:cNvPr>
              <p:cNvSpPr/>
              <p:nvPr/>
            </p:nvSpPr>
            <p:spPr>
              <a:xfrm>
                <a:off x="6778048" y="4005566"/>
                <a:ext cx="269782" cy="371587"/>
              </a:xfrm>
              <a:custGeom>
                <a:avLst/>
                <a:gdLst>
                  <a:gd name="csX0" fmla="*/ 257918 w 269782"/>
                  <a:gd name="csY0" fmla="*/ 66 h 371587"/>
                  <a:gd name="csX1" fmla="*/ 266205 w 269782"/>
                  <a:gd name="csY1" fmla="*/ 3462 h 371587"/>
                  <a:gd name="csX2" fmla="*/ 269924 w 269782"/>
                  <a:gd name="csY2" fmla="*/ 12326 h 371587"/>
                  <a:gd name="csX3" fmla="*/ 266029 w 269782"/>
                  <a:gd name="csY3" fmla="*/ 359698 h 371587"/>
                  <a:gd name="csX4" fmla="*/ 253793 w 269782"/>
                  <a:gd name="csY4" fmla="*/ 371652 h 371587"/>
                  <a:gd name="csX5" fmla="*/ 245290 w 269782"/>
                  <a:gd name="csY5" fmla="*/ 368018 h 371587"/>
                  <a:gd name="csX6" fmla="*/ 3592 w 269782"/>
                  <a:gd name="csY6" fmla="*/ 120830 h 371587"/>
                  <a:gd name="csX7" fmla="*/ 3793 w 269782"/>
                  <a:gd name="csY7" fmla="*/ 103692 h 371587"/>
                  <a:gd name="csX8" fmla="*/ 3795 w 269782"/>
                  <a:gd name="csY8" fmla="*/ 103690 h 371587"/>
                  <a:gd name="csX9" fmla="*/ 4242 w 269782"/>
                  <a:gd name="csY9" fmla="*/ 103271 h 371587"/>
                  <a:gd name="csX10" fmla="*/ 257177 w 269782"/>
                  <a:gd name="csY10" fmla="*/ 88 h 371587"/>
                  <a:gd name="csX11" fmla="*/ 257918 w 269782"/>
                  <a:gd name="csY11" fmla="*/ 66 h 3715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269782" h="371587">
                    <a:moveTo>
                      <a:pt x="257918" y="66"/>
                    </a:moveTo>
                    <a:cubicBezTo>
                      <a:pt x="261011" y="106"/>
                      <a:pt x="263973" y="1320"/>
                      <a:pt x="266205" y="3462"/>
                    </a:cubicBezTo>
                    <a:cubicBezTo>
                      <a:pt x="268627" y="5768"/>
                      <a:pt x="269975" y="8982"/>
                      <a:pt x="269924" y="12326"/>
                    </a:cubicBezTo>
                    <a:lnTo>
                      <a:pt x="266029" y="359698"/>
                    </a:lnTo>
                    <a:cubicBezTo>
                      <a:pt x="265952" y="366378"/>
                      <a:pt x="260473" y="371730"/>
                      <a:pt x="253793" y="371652"/>
                    </a:cubicBezTo>
                    <a:cubicBezTo>
                      <a:pt x="250589" y="371615"/>
                      <a:pt x="247531" y="370308"/>
                      <a:pt x="245290" y="368018"/>
                    </a:cubicBezTo>
                    <a:lnTo>
                      <a:pt x="3592" y="120830"/>
                    </a:lnTo>
                    <a:cubicBezTo>
                      <a:pt x="-1085" y="116042"/>
                      <a:pt x="-995" y="108369"/>
                      <a:pt x="3793" y="103692"/>
                    </a:cubicBezTo>
                    <a:cubicBezTo>
                      <a:pt x="3794" y="103691"/>
                      <a:pt x="3795" y="103691"/>
                      <a:pt x="3795" y="103690"/>
                    </a:cubicBezTo>
                    <a:cubicBezTo>
                      <a:pt x="3943" y="103547"/>
                      <a:pt x="4091" y="103407"/>
                      <a:pt x="4242" y="103271"/>
                    </a:cubicBezTo>
                    <a:cubicBezTo>
                      <a:pt x="74541" y="41395"/>
                      <a:pt x="163656" y="5041"/>
                      <a:pt x="257177" y="88"/>
                    </a:cubicBezTo>
                    <a:cubicBezTo>
                      <a:pt x="257420" y="71"/>
                      <a:pt x="257669" y="66"/>
                      <a:pt x="257918" y="66"/>
                    </a:cubicBezTo>
                    <a:close/>
                  </a:path>
                </a:pathLst>
              </a:custGeom>
              <a:solidFill>
                <a:srgbClr val="090814"/>
              </a:solidFill>
              <a:ln w="5651" cap="flat">
                <a:noFill/>
                <a:prstDash val="solid"/>
                <a:miter/>
              </a:ln>
            </p:spPr>
          </p:sp>
        </p:grpSp>
        <p:sp>
          <p:nvSpPr>
            <p:cNvPr id="258" name="任意多边形: 形状 257">
              <a:extLst>
                <a:ext uri="{FF2B5EF4-FFF2-40B4-BE49-F238E27FC236}">
                  <a16:creationId xmlns:a16="http://schemas.microsoft.com/office/drawing/2014/main" id="{0834DAE4-1706-7739-4A4F-6FA94ABC9504}"/>
                </a:ext>
              </a:extLst>
            </p:cNvPr>
            <p:cNvSpPr/>
            <p:nvPr/>
          </p:nvSpPr>
          <p:spPr>
            <a:xfrm>
              <a:off x="3250741" y="1621969"/>
              <a:ext cx="2913266" cy="4025965"/>
            </a:xfrm>
            <a:custGeom>
              <a:avLst/>
              <a:gdLst>
                <a:gd name="csX0" fmla="*/ 2691677 w 2913266"/>
                <a:gd name="csY0" fmla="*/ 4025780 h 4025965"/>
                <a:gd name="csX1" fmla="*/ 220288 w 2913266"/>
                <a:gd name="csY1" fmla="*/ 4025780 h 4025965"/>
                <a:gd name="csX2" fmla="*/ -654 w 2913266"/>
                <a:gd name="csY2" fmla="*/ 3804849 h 4025965"/>
                <a:gd name="csX3" fmla="*/ -653 w 2913266"/>
                <a:gd name="csY3" fmla="*/ 220767 h 4025965"/>
                <a:gd name="csX4" fmla="*/ 220288 w 2913266"/>
                <a:gd name="csY4" fmla="*/ -175 h 4025965"/>
                <a:gd name="csX5" fmla="*/ 2691671 w 2913266"/>
                <a:gd name="csY5" fmla="*/ -175 h 4025965"/>
                <a:gd name="csX6" fmla="*/ 2912612 w 2913266"/>
                <a:gd name="csY6" fmla="*/ 220767 h 4025965"/>
                <a:gd name="csX7" fmla="*/ 2912613 w 2913266"/>
                <a:gd name="csY7" fmla="*/ 3804849 h 4025965"/>
                <a:gd name="csX8" fmla="*/ 2691671 w 2913266"/>
                <a:gd name="csY8" fmla="*/ 4025791 h 40259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13266" h="4025965">
                  <a:moveTo>
                    <a:pt x="2691677" y="4025780"/>
                  </a:moveTo>
                  <a:lnTo>
                    <a:pt x="220288" y="4025780"/>
                  </a:lnTo>
                  <a:cubicBezTo>
                    <a:pt x="98326" y="4025642"/>
                    <a:pt x="-510" y="3926811"/>
                    <a:pt x="-654" y="3804849"/>
                  </a:cubicBezTo>
                  <a:lnTo>
                    <a:pt x="-653" y="220767"/>
                  </a:lnTo>
                  <a:cubicBezTo>
                    <a:pt x="-516" y="98801"/>
                    <a:pt x="98322" y="-38"/>
                    <a:pt x="220288" y="-175"/>
                  </a:cubicBezTo>
                  <a:lnTo>
                    <a:pt x="2691671" y="-175"/>
                  </a:lnTo>
                  <a:cubicBezTo>
                    <a:pt x="2813636" y="-38"/>
                    <a:pt x="2912475" y="98801"/>
                    <a:pt x="2912612" y="220767"/>
                  </a:cubicBezTo>
                  <a:lnTo>
                    <a:pt x="2912613" y="3804849"/>
                  </a:lnTo>
                  <a:cubicBezTo>
                    <a:pt x="2912475" y="3926815"/>
                    <a:pt x="2813637" y="4025653"/>
                    <a:pt x="2691671" y="4025791"/>
                  </a:cubicBezTo>
                  <a:close/>
                </a:path>
              </a:pathLst>
            </a:custGeom>
            <a:solidFill>
              <a:srgbClr val="E6E6E6"/>
            </a:solidFill>
            <a:ln w="5651" cap="flat">
              <a:noFill/>
              <a:prstDash val="solid"/>
              <a:miter/>
            </a:ln>
          </p:spPr>
        </p:sp>
        <p:sp>
          <p:nvSpPr>
            <p:cNvPr id="259" name="任意多边形: 形状 258">
              <a:extLst>
                <a:ext uri="{FF2B5EF4-FFF2-40B4-BE49-F238E27FC236}">
                  <a16:creationId xmlns:a16="http://schemas.microsoft.com/office/drawing/2014/main" id="{A156B62D-2B70-F64D-3CF9-3F7FF53FDB24}"/>
                </a:ext>
              </a:extLst>
            </p:cNvPr>
            <p:cNvSpPr/>
            <p:nvPr/>
          </p:nvSpPr>
          <p:spPr>
            <a:xfrm>
              <a:off x="3398816" y="1763383"/>
              <a:ext cx="2616294" cy="3744022"/>
            </a:xfrm>
            <a:custGeom>
              <a:avLst/>
              <a:gdLst>
                <a:gd name="csX0" fmla="*/ 2547544 w 2616294"/>
                <a:gd name="csY0" fmla="*/ 3743856 h 3744022"/>
                <a:gd name="csX1" fmla="*/ 67461 w 2616294"/>
                <a:gd name="csY1" fmla="*/ 3743856 h 3744022"/>
                <a:gd name="csX2" fmla="*/ -644 w 2616294"/>
                <a:gd name="csY2" fmla="*/ 3675751 h 3744022"/>
                <a:gd name="csX3" fmla="*/ -645 w 2616294"/>
                <a:gd name="csY3" fmla="*/ 67940 h 3744022"/>
                <a:gd name="csX4" fmla="*/ 67461 w 2616294"/>
                <a:gd name="csY4" fmla="*/ -166 h 3744022"/>
                <a:gd name="csX5" fmla="*/ 2547544 w 2616294"/>
                <a:gd name="csY5" fmla="*/ -166 h 3744022"/>
                <a:gd name="csX6" fmla="*/ 2615650 w 2616294"/>
                <a:gd name="csY6" fmla="*/ 67940 h 3744022"/>
                <a:gd name="csX7" fmla="*/ 2615650 w 2616294"/>
                <a:gd name="csY7" fmla="*/ 3675751 h 3744022"/>
                <a:gd name="csX8" fmla="*/ 2547544 w 2616294"/>
                <a:gd name="csY8" fmla="*/ 3743856 h 3744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616294" h="3744022">
                  <a:moveTo>
                    <a:pt x="2547544" y="3743856"/>
                  </a:moveTo>
                  <a:lnTo>
                    <a:pt x="67461" y="3743856"/>
                  </a:lnTo>
                  <a:cubicBezTo>
                    <a:pt x="29865" y="3743813"/>
                    <a:pt x="-601" y="3713346"/>
                    <a:pt x="-644" y="3675751"/>
                  </a:cubicBezTo>
                  <a:lnTo>
                    <a:pt x="-645" y="67940"/>
                  </a:lnTo>
                  <a:cubicBezTo>
                    <a:pt x="-601" y="30344"/>
                    <a:pt x="29865" y="-123"/>
                    <a:pt x="67461" y="-166"/>
                  </a:cubicBezTo>
                  <a:lnTo>
                    <a:pt x="2547544" y="-166"/>
                  </a:lnTo>
                  <a:cubicBezTo>
                    <a:pt x="2585139" y="-122"/>
                    <a:pt x="2615606" y="30344"/>
                    <a:pt x="2615650" y="67940"/>
                  </a:cubicBezTo>
                  <a:lnTo>
                    <a:pt x="2615650" y="3675751"/>
                  </a:lnTo>
                  <a:cubicBezTo>
                    <a:pt x="2615606" y="3713346"/>
                    <a:pt x="2585139" y="3743813"/>
                    <a:pt x="2547544" y="3743856"/>
                  </a:cubicBezTo>
                  <a:close/>
                </a:path>
              </a:pathLst>
            </a:custGeom>
            <a:solidFill>
              <a:srgbClr val="FFFFFF"/>
            </a:solidFill>
            <a:ln w="5651" cap="flat">
              <a:noFill/>
              <a:prstDash val="solid"/>
              <a:miter/>
            </a:ln>
          </p:spPr>
        </p:sp>
        <p:sp>
          <p:nvSpPr>
            <p:cNvPr id="260" name="椭圆 259">
              <a:extLst>
                <a:ext uri="{FF2B5EF4-FFF2-40B4-BE49-F238E27FC236}">
                  <a16:creationId xmlns:a16="http://schemas.microsoft.com/office/drawing/2014/main" id="{3AAFA0E7-EBAD-566C-F0A4-FCE3B9983996}"/>
                </a:ext>
              </a:extLst>
            </p:cNvPr>
            <p:cNvSpPr/>
            <p:nvPr/>
          </p:nvSpPr>
          <p:spPr>
            <a:xfrm>
              <a:off x="4679182" y="1670841"/>
              <a:ext cx="37584" cy="37596"/>
            </a:xfrm>
            <a:prstGeom prst="ellipse">
              <a:avLst/>
            </a:prstGeom>
            <a:solidFill>
              <a:srgbClr val="FFFFFF"/>
            </a:solidFill>
            <a:ln w="5651" cap="flat">
              <a:noFill/>
              <a:prstDash val="solid"/>
              <a:miter/>
            </a:ln>
          </p:spPr>
        </p:sp>
        <p:grpSp>
          <p:nvGrpSpPr>
            <p:cNvPr id="261" name="图形 233">
              <a:extLst>
                <a:ext uri="{FF2B5EF4-FFF2-40B4-BE49-F238E27FC236}">
                  <a16:creationId xmlns:a16="http://schemas.microsoft.com/office/drawing/2014/main" id="{E0128FF3-5D0C-868F-2A34-209E1AD9A8EC}"/>
                </a:ext>
              </a:extLst>
            </p:cNvPr>
            <p:cNvGrpSpPr/>
            <p:nvPr/>
          </p:nvGrpSpPr>
          <p:grpSpPr>
            <a:xfrm>
              <a:off x="3701482" y="3133194"/>
              <a:ext cx="2011791" cy="1007355"/>
              <a:chOff x="3701482" y="3133194"/>
              <a:chExt cx="2011791" cy="1007355"/>
            </a:xfrm>
          </p:grpSpPr>
          <p:sp>
            <p:nvSpPr>
              <p:cNvPr id="262" name="任意多边形: 形状 261">
                <a:extLst>
                  <a:ext uri="{FF2B5EF4-FFF2-40B4-BE49-F238E27FC236}">
                    <a16:creationId xmlns:a16="http://schemas.microsoft.com/office/drawing/2014/main" id="{6D7000BD-DDC6-4D6D-3C74-F9CA0B4A58ED}"/>
                  </a:ext>
                </a:extLst>
              </p:cNvPr>
              <p:cNvSpPr/>
              <p:nvPr/>
            </p:nvSpPr>
            <p:spPr>
              <a:xfrm>
                <a:off x="3701482" y="3169774"/>
                <a:ext cx="2011791" cy="970774"/>
              </a:xfrm>
              <a:custGeom>
                <a:avLst/>
                <a:gdLst>
                  <a:gd name="csX0" fmla="*/ 2004908 w 2011791"/>
                  <a:gd name="csY0" fmla="*/ 970695 h 970774"/>
                  <a:gd name="csX1" fmla="*/ 5628 w 2011791"/>
                  <a:gd name="csY1" fmla="*/ 970695 h 970774"/>
                  <a:gd name="csX2" fmla="*/ -626 w 2011791"/>
                  <a:gd name="csY2" fmla="*/ 964440 h 970774"/>
                  <a:gd name="csX3" fmla="*/ -626 w 2011791"/>
                  <a:gd name="csY3" fmla="*/ 6178 h 970774"/>
                  <a:gd name="csX4" fmla="*/ 5632 w 2011791"/>
                  <a:gd name="csY4" fmla="*/ -80 h 970774"/>
                  <a:gd name="csX5" fmla="*/ 11889 w 2011791"/>
                  <a:gd name="csY5" fmla="*/ 6178 h 970774"/>
                  <a:gd name="csX6" fmla="*/ 11889 w 2011791"/>
                  <a:gd name="csY6" fmla="*/ 958180 h 970774"/>
                  <a:gd name="csX7" fmla="*/ 2004908 w 2011791"/>
                  <a:gd name="csY7" fmla="*/ 958180 h 970774"/>
                  <a:gd name="csX8" fmla="*/ 2011165 w 2011791"/>
                  <a:gd name="csY8" fmla="*/ 964438 h 970774"/>
                  <a:gd name="csX9" fmla="*/ 2004908 w 2011791"/>
                  <a:gd name="csY9" fmla="*/ 970695 h 9707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011791" h="970774">
                    <a:moveTo>
                      <a:pt x="2004908" y="970695"/>
                    </a:moveTo>
                    <a:lnTo>
                      <a:pt x="5628" y="970695"/>
                    </a:lnTo>
                    <a:cubicBezTo>
                      <a:pt x="2174" y="970695"/>
                      <a:pt x="-626" y="967894"/>
                      <a:pt x="-626" y="964440"/>
                    </a:cubicBezTo>
                    <a:lnTo>
                      <a:pt x="-626" y="6178"/>
                    </a:lnTo>
                    <a:cubicBezTo>
                      <a:pt x="-626" y="2722"/>
                      <a:pt x="2175" y="-80"/>
                      <a:pt x="5632" y="-80"/>
                    </a:cubicBezTo>
                    <a:cubicBezTo>
                      <a:pt x="9087" y="-80"/>
                      <a:pt x="11889" y="2722"/>
                      <a:pt x="11889" y="6178"/>
                    </a:cubicBezTo>
                    <a:lnTo>
                      <a:pt x="11889" y="958180"/>
                    </a:lnTo>
                    <a:lnTo>
                      <a:pt x="2004908" y="958180"/>
                    </a:lnTo>
                    <a:cubicBezTo>
                      <a:pt x="2008364" y="958180"/>
                      <a:pt x="2011165" y="960981"/>
                      <a:pt x="2011165" y="964438"/>
                    </a:cubicBezTo>
                    <a:cubicBezTo>
                      <a:pt x="2011165" y="967893"/>
                      <a:pt x="2008364" y="970695"/>
                      <a:pt x="2004908" y="970695"/>
                    </a:cubicBezTo>
                    <a:close/>
                  </a:path>
                </a:pathLst>
              </a:custGeom>
              <a:solidFill>
                <a:srgbClr val="3F3D56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63" name="任意多边形: 形状 262">
                <a:extLst>
                  <a:ext uri="{FF2B5EF4-FFF2-40B4-BE49-F238E27FC236}">
                    <a16:creationId xmlns:a16="http://schemas.microsoft.com/office/drawing/2014/main" id="{4C340B8A-73C3-EA17-439A-ACFD3C8456AE}"/>
                  </a:ext>
                </a:extLst>
              </p:cNvPr>
              <p:cNvSpPr/>
              <p:nvPr/>
            </p:nvSpPr>
            <p:spPr>
              <a:xfrm>
                <a:off x="3934481" y="3783905"/>
                <a:ext cx="218983" cy="287813"/>
              </a:xfrm>
              <a:custGeom>
                <a:avLst/>
                <a:gdLst>
                  <a:gd name="csX0" fmla="*/ 199805 w 218983"/>
                  <a:gd name="csY0" fmla="*/ 287771 h 287813"/>
                  <a:gd name="csX1" fmla="*/ 17960 w 218983"/>
                  <a:gd name="csY1" fmla="*/ 287771 h 287813"/>
                  <a:gd name="csX2" fmla="*/ -612 w 218983"/>
                  <a:gd name="csY2" fmla="*/ 269200 h 287813"/>
                  <a:gd name="csX3" fmla="*/ -612 w 218983"/>
                  <a:gd name="csY3" fmla="*/ 18530 h 287813"/>
                  <a:gd name="csX4" fmla="*/ 17960 w 218983"/>
                  <a:gd name="csY4" fmla="*/ -42 h 287813"/>
                  <a:gd name="csX5" fmla="*/ 199800 w 218983"/>
                  <a:gd name="csY5" fmla="*/ -42 h 287813"/>
                  <a:gd name="csX6" fmla="*/ 218371 w 218983"/>
                  <a:gd name="csY6" fmla="*/ 18530 h 287813"/>
                  <a:gd name="csX7" fmla="*/ 218371 w 218983"/>
                  <a:gd name="csY7" fmla="*/ 269200 h 287813"/>
                  <a:gd name="csX8" fmla="*/ 199800 w 218983"/>
                  <a:gd name="csY8" fmla="*/ 287771 h 2878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18983" h="287813">
                    <a:moveTo>
                      <a:pt x="199805" y="287771"/>
                    </a:moveTo>
                    <a:lnTo>
                      <a:pt x="17960" y="287771"/>
                    </a:lnTo>
                    <a:cubicBezTo>
                      <a:pt x="7708" y="287759"/>
                      <a:pt x="-599" y="279451"/>
                      <a:pt x="-612" y="269200"/>
                    </a:cubicBezTo>
                    <a:lnTo>
                      <a:pt x="-612" y="18530"/>
                    </a:lnTo>
                    <a:cubicBezTo>
                      <a:pt x="-599" y="8278"/>
                      <a:pt x="7708" y="-29"/>
                      <a:pt x="17960" y="-42"/>
                    </a:cubicBezTo>
                    <a:lnTo>
                      <a:pt x="199800" y="-42"/>
                    </a:lnTo>
                    <a:cubicBezTo>
                      <a:pt x="210051" y="-29"/>
                      <a:pt x="218359" y="8278"/>
                      <a:pt x="218371" y="18530"/>
                    </a:cubicBezTo>
                    <a:lnTo>
                      <a:pt x="218371" y="269200"/>
                    </a:lnTo>
                    <a:cubicBezTo>
                      <a:pt x="218359" y="279451"/>
                      <a:pt x="210051" y="287759"/>
                      <a:pt x="199800" y="287771"/>
                    </a:cubicBezTo>
                    <a:close/>
                  </a:path>
                </a:pathLst>
              </a:custGeom>
              <a:solidFill>
                <a:srgbClr val="6C63FF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64" name="任意多边形: 形状 263">
                <a:extLst>
                  <a:ext uri="{FF2B5EF4-FFF2-40B4-BE49-F238E27FC236}">
                    <a16:creationId xmlns:a16="http://schemas.microsoft.com/office/drawing/2014/main" id="{EEB90F7C-85E9-3FF6-EB56-47C93A5E7871}"/>
                  </a:ext>
                </a:extLst>
              </p:cNvPr>
              <p:cNvSpPr/>
              <p:nvPr/>
            </p:nvSpPr>
            <p:spPr>
              <a:xfrm>
                <a:off x="4266094" y="3546124"/>
                <a:ext cx="218983" cy="525599"/>
              </a:xfrm>
              <a:custGeom>
                <a:avLst/>
                <a:gdLst>
                  <a:gd name="csX0" fmla="*/ 199825 w 218983"/>
                  <a:gd name="csY0" fmla="*/ 525543 h 525599"/>
                  <a:gd name="csX1" fmla="*/ 17980 w 218983"/>
                  <a:gd name="csY1" fmla="*/ 525543 h 525599"/>
                  <a:gd name="csX2" fmla="*/ -591 w 218983"/>
                  <a:gd name="csY2" fmla="*/ 506972 h 525599"/>
                  <a:gd name="csX3" fmla="*/ -591 w 218983"/>
                  <a:gd name="csY3" fmla="*/ 18515 h 525599"/>
                  <a:gd name="csX4" fmla="*/ 17980 w 218983"/>
                  <a:gd name="csY4" fmla="*/ -56 h 525599"/>
                  <a:gd name="csX5" fmla="*/ 199820 w 218983"/>
                  <a:gd name="csY5" fmla="*/ -56 h 525599"/>
                  <a:gd name="csX6" fmla="*/ 218392 w 218983"/>
                  <a:gd name="csY6" fmla="*/ 18515 h 525599"/>
                  <a:gd name="csX7" fmla="*/ 218392 w 218983"/>
                  <a:gd name="csY7" fmla="*/ 506944 h 525599"/>
                  <a:gd name="csX8" fmla="*/ 199820 w 218983"/>
                  <a:gd name="csY8" fmla="*/ 525515 h 5255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18983" h="525599">
                    <a:moveTo>
                      <a:pt x="199825" y="525543"/>
                    </a:moveTo>
                    <a:lnTo>
                      <a:pt x="17980" y="525543"/>
                    </a:lnTo>
                    <a:cubicBezTo>
                      <a:pt x="7728" y="525531"/>
                      <a:pt x="-579" y="517223"/>
                      <a:pt x="-591" y="506972"/>
                    </a:cubicBezTo>
                    <a:lnTo>
                      <a:pt x="-591" y="18515"/>
                    </a:lnTo>
                    <a:cubicBezTo>
                      <a:pt x="-579" y="8264"/>
                      <a:pt x="7728" y="-44"/>
                      <a:pt x="17980" y="-56"/>
                    </a:cubicBezTo>
                    <a:lnTo>
                      <a:pt x="199820" y="-56"/>
                    </a:lnTo>
                    <a:cubicBezTo>
                      <a:pt x="210072" y="-44"/>
                      <a:pt x="218379" y="8264"/>
                      <a:pt x="218392" y="18515"/>
                    </a:cubicBezTo>
                    <a:lnTo>
                      <a:pt x="218392" y="506944"/>
                    </a:lnTo>
                    <a:cubicBezTo>
                      <a:pt x="218379" y="517195"/>
                      <a:pt x="210072" y="525503"/>
                      <a:pt x="199820" y="525515"/>
                    </a:cubicBezTo>
                    <a:close/>
                  </a:path>
                </a:pathLst>
              </a:custGeom>
              <a:solidFill>
                <a:srgbClr val="6C63FF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65" name="任意多边形: 形状 264">
                <a:extLst>
                  <a:ext uri="{FF2B5EF4-FFF2-40B4-BE49-F238E27FC236}">
                    <a16:creationId xmlns:a16="http://schemas.microsoft.com/office/drawing/2014/main" id="{A9EF84E8-F4D2-9510-B03A-67DB0AC8AA04}"/>
                  </a:ext>
                </a:extLst>
              </p:cNvPr>
              <p:cNvSpPr/>
              <p:nvPr/>
            </p:nvSpPr>
            <p:spPr>
              <a:xfrm>
                <a:off x="4597707" y="3783905"/>
                <a:ext cx="218983" cy="287813"/>
              </a:xfrm>
              <a:custGeom>
                <a:avLst/>
                <a:gdLst>
                  <a:gd name="csX0" fmla="*/ 199846 w 218983"/>
                  <a:gd name="csY0" fmla="*/ 287771 h 287813"/>
                  <a:gd name="csX1" fmla="*/ 18001 w 218983"/>
                  <a:gd name="csY1" fmla="*/ 287771 h 287813"/>
                  <a:gd name="csX2" fmla="*/ -571 w 218983"/>
                  <a:gd name="csY2" fmla="*/ 269200 h 287813"/>
                  <a:gd name="csX3" fmla="*/ -571 w 218983"/>
                  <a:gd name="csY3" fmla="*/ 18530 h 287813"/>
                  <a:gd name="csX4" fmla="*/ 18001 w 218983"/>
                  <a:gd name="csY4" fmla="*/ -42 h 287813"/>
                  <a:gd name="csX5" fmla="*/ 199840 w 218983"/>
                  <a:gd name="csY5" fmla="*/ -42 h 287813"/>
                  <a:gd name="csX6" fmla="*/ 218412 w 218983"/>
                  <a:gd name="csY6" fmla="*/ 18530 h 287813"/>
                  <a:gd name="csX7" fmla="*/ 218412 w 218983"/>
                  <a:gd name="csY7" fmla="*/ 269200 h 287813"/>
                  <a:gd name="csX8" fmla="*/ 199840 w 218983"/>
                  <a:gd name="csY8" fmla="*/ 287771 h 2878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18983" h="287813">
                    <a:moveTo>
                      <a:pt x="199846" y="287771"/>
                    </a:moveTo>
                    <a:lnTo>
                      <a:pt x="18001" y="287771"/>
                    </a:lnTo>
                    <a:cubicBezTo>
                      <a:pt x="7749" y="287759"/>
                      <a:pt x="-559" y="279451"/>
                      <a:pt x="-571" y="269200"/>
                    </a:cubicBezTo>
                    <a:lnTo>
                      <a:pt x="-571" y="18530"/>
                    </a:lnTo>
                    <a:cubicBezTo>
                      <a:pt x="-559" y="8278"/>
                      <a:pt x="7749" y="-29"/>
                      <a:pt x="18001" y="-42"/>
                    </a:cubicBezTo>
                    <a:lnTo>
                      <a:pt x="199840" y="-42"/>
                    </a:lnTo>
                    <a:cubicBezTo>
                      <a:pt x="210092" y="-29"/>
                      <a:pt x="218400" y="8278"/>
                      <a:pt x="218412" y="18530"/>
                    </a:cubicBezTo>
                    <a:lnTo>
                      <a:pt x="218412" y="269200"/>
                    </a:lnTo>
                    <a:cubicBezTo>
                      <a:pt x="218400" y="279451"/>
                      <a:pt x="210092" y="287759"/>
                      <a:pt x="199840" y="287771"/>
                    </a:cubicBezTo>
                    <a:close/>
                  </a:path>
                </a:pathLst>
              </a:custGeom>
              <a:solidFill>
                <a:srgbClr val="6C63FF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66" name="任意多边形: 形状 265">
                <a:extLst>
                  <a:ext uri="{FF2B5EF4-FFF2-40B4-BE49-F238E27FC236}">
                    <a16:creationId xmlns:a16="http://schemas.microsoft.com/office/drawing/2014/main" id="{45CBC585-D074-DF14-97CE-7032140B1530}"/>
                  </a:ext>
                </a:extLst>
              </p:cNvPr>
              <p:cNvSpPr/>
              <p:nvPr/>
            </p:nvSpPr>
            <p:spPr>
              <a:xfrm>
                <a:off x="4929320" y="3452288"/>
                <a:ext cx="218983" cy="619434"/>
              </a:xfrm>
              <a:custGeom>
                <a:avLst/>
                <a:gdLst>
                  <a:gd name="csX0" fmla="*/ 199866 w 218983"/>
                  <a:gd name="csY0" fmla="*/ 619368 h 619434"/>
                  <a:gd name="csX1" fmla="*/ 18021 w 218983"/>
                  <a:gd name="csY1" fmla="*/ 619368 h 619434"/>
                  <a:gd name="csX2" fmla="*/ -551 w 218983"/>
                  <a:gd name="csY2" fmla="*/ 601640 h 619434"/>
                  <a:gd name="csX3" fmla="*/ -551 w 218983"/>
                  <a:gd name="csY3" fmla="*/ 17670 h 619434"/>
                  <a:gd name="csX4" fmla="*/ 18021 w 218983"/>
                  <a:gd name="csY4" fmla="*/ -58 h 619434"/>
                  <a:gd name="csX5" fmla="*/ 199861 w 218983"/>
                  <a:gd name="csY5" fmla="*/ -58 h 619434"/>
                  <a:gd name="csX6" fmla="*/ 218432 w 218983"/>
                  <a:gd name="csY6" fmla="*/ 17670 h 619434"/>
                  <a:gd name="csX7" fmla="*/ 218432 w 218983"/>
                  <a:gd name="csY7" fmla="*/ 601640 h 619434"/>
                  <a:gd name="csX8" fmla="*/ 199866 w 218983"/>
                  <a:gd name="csY8" fmla="*/ 619368 h 6194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18983" h="619434">
                    <a:moveTo>
                      <a:pt x="199866" y="619368"/>
                    </a:moveTo>
                    <a:lnTo>
                      <a:pt x="18021" y="619368"/>
                    </a:lnTo>
                    <a:cubicBezTo>
                      <a:pt x="8004" y="619584"/>
                      <a:pt x="-300" y="611656"/>
                      <a:pt x="-551" y="601640"/>
                    </a:cubicBezTo>
                    <a:lnTo>
                      <a:pt x="-551" y="17670"/>
                    </a:lnTo>
                    <a:cubicBezTo>
                      <a:pt x="-301" y="7654"/>
                      <a:pt x="8004" y="-273"/>
                      <a:pt x="18021" y="-58"/>
                    </a:cubicBezTo>
                    <a:lnTo>
                      <a:pt x="199861" y="-58"/>
                    </a:lnTo>
                    <a:cubicBezTo>
                      <a:pt x="209878" y="-273"/>
                      <a:pt x="218182" y="7654"/>
                      <a:pt x="218432" y="17670"/>
                    </a:cubicBezTo>
                    <a:lnTo>
                      <a:pt x="218432" y="601640"/>
                    </a:lnTo>
                    <a:cubicBezTo>
                      <a:pt x="218182" y="611654"/>
                      <a:pt x="209881" y="619581"/>
                      <a:pt x="199866" y="619368"/>
                    </a:cubicBezTo>
                    <a:close/>
                  </a:path>
                </a:pathLst>
              </a:custGeom>
              <a:solidFill>
                <a:srgbClr val="6C63FF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67" name="任意多边形: 形状 266">
                <a:extLst>
                  <a:ext uri="{FF2B5EF4-FFF2-40B4-BE49-F238E27FC236}">
                    <a16:creationId xmlns:a16="http://schemas.microsoft.com/office/drawing/2014/main" id="{2834429B-EA49-01BA-D2DA-B423721D65E8}"/>
                  </a:ext>
                </a:extLst>
              </p:cNvPr>
              <p:cNvSpPr/>
              <p:nvPr/>
            </p:nvSpPr>
            <p:spPr>
              <a:xfrm>
                <a:off x="5260928" y="3283364"/>
                <a:ext cx="218983" cy="788360"/>
              </a:xfrm>
              <a:custGeom>
                <a:avLst/>
                <a:gdLst>
                  <a:gd name="csX0" fmla="*/ 199887 w 218983"/>
                  <a:gd name="csY0" fmla="*/ 788288 h 788360"/>
                  <a:gd name="csX1" fmla="*/ 18041 w 218983"/>
                  <a:gd name="csY1" fmla="*/ 788288 h 788360"/>
                  <a:gd name="csX2" fmla="*/ -530 w 218983"/>
                  <a:gd name="csY2" fmla="*/ 769716 h 788360"/>
                  <a:gd name="csX3" fmla="*/ -530 w 218983"/>
                  <a:gd name="csY3" fmla="*/ 18499 h 788360"/>
                  <a:gd name="csX4" fmla="*/ 18041 w 218983"/>
                  <a:gd name="csY4" fmla="*/ -73 h 788360"/>
                  <a:gd name="csX5" fmla="*/ 199881 w 218983"/>
                  <a:gd name="csY5" fmla="*/ -73 h 788360"/>
                  <a:gd name="csX6" fmla="*/ 218453 w 218983"/>
                  <a:gd name="csY6" fmla="*/ 18499 h 788360"/>
                  <a:gd name="csX7" fmla="*/ 218453 w 218983"/>
                  <a:gd name="csY7" fmla="*/ 769716 h 788360"/>
                  <a:gd name="csX8" fmla="*/ 199881 w 218983"/>
                  <a:gd name="csY8" fmla="*/ 788288 h 7883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18983" h="788360">
                    <a:moveTo>
                      <a:pt x="199887" y="788288"/>
                    </a:moveTo>
                    <a:lnTo>
                      <a:pt x="18041" y="788288"/>
                    </a:lnTo>
                    <a:cubicBezTo>
                      <a:pt x="7790" y="788275"/>
                      <a:pt x="-518" y="779968"/>
                      <a:pt x="-530" y="769716"/>
                    </a:cubicBezTo>
                    <a:lnTo>
                      <a:pt x="-530" y="18499"/>
                    </a:lnTo>
                    <a:cubicBezTo>
                      <a:pt x="-518" y="8247"/>
                      <a:pt x="7790" y="-60"/>
                      <a:pt x="18041" y="-73"/>
                    </a:cubicBezTo>
                    <a:lnTo>
                      <a:pt x="199881" y="-73"/>
                    </a:lnTo>
                    <a:cubicBezTo>
                      <a:pt x="210133" y="-60"/>
                      <a:pt x="218440" y="8247"/>
                      <a:pt x="218453" y="18499"/>
                    </a:cubicBezTo>
                    <a:lnTo>
                      <a:pt x="218453" y="769716"/>
                    </a:lnTo>
                    <a:cubicBezTo>
                      <a:pt x="218440" y="779968"/>
                      <a:pt x="210133" y="788275"/>
                      <a:pt x="199881" y="788288"/>
                    </a:cubicBezTo>
                    <a:close/>
                  </a:path>
                </a:pathLst>
              </a:custGeom>
              <a:solidFill>
                <a:srgbClr val="6C63FF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68" name="椭圆 267">
                <a:extLst>
                  <a:ext uri="{FF2B5EF4-FFF2-40B4-BE49-F238E27FC236}">
                    <a16:creationId xmlns:a16="http://schemas.microsoft.com/office/drawing/2014/main" id="{5CD7F176-AA68-0971-1D80-57943EBF014C}"/>
                  </a:ext>
                </a:extLst>
              </p:cNvPr>
              <p:cNvSpPr/>
              <p:nvPr/>
            </p:nvSpPr>
            <p:spPr>
              <a:xfrm>
                <a:off x="4006435" y="3633747"/>
                <a:ext cx="75079" cy="75079"/>
              </a:xfrm>
              <a:prstGeom prst="ellipse">
                <a:avLst/>
              </a:prstGeom>
              <a:solidFill>
                <a:srgbClr val="3F3D56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69" name="椭圆 268">
                <a:extLst>
                  <a:ext uri="{FF2B5EF4-FFF2-40B4-BE49-F238E27FC236}">
                    <a16:creationId xmlns:a16="http://schemas.microsoft.com/office/drawing/2014/main" id="{582138F1-A361-B9A3-5D59-98F43BDF8E6F}"/>
                  </a:ext>
                </a:extLst>
              </p:cNvPr>
              <p:cNvSpPr/>
              <p:nvPr/>
            </p:nvSpPr>
            <p:spPr>
              <a:xfrm>
                <a:off x="4338054" y="3389728"/>
                <a:ext cx="75079" cy="75079"/>
              </a:xfrm>
              <a:prstGeom prst="ellipse">
                <a:avLst/>
              </a:prstGeom>
              <a:solidFill>
                <a:srgbClr val="3F3D56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70" name="椭圆 269">
                <a:extLst>
                  <a:ext uri="{FF2B5EF4-FFF2-40B4-BE49-F238E27FC236}">
                    <a16:creationId xmlns:a16="http://schemas.microsoft.com/office/drawing/2014/main" id="{679B0254-DD8E-6C85-8D03-459DC7E7BE79}"/>
                  </a:ext>
                </a:extLst>
              </p:cNvPr>
              <p:cNvSpPr/>
              <p:nvPr/>
            </p:nvSpPr>
            <p:spPr>
              <a:xfrm>
                <a:off x="4669662" y="3633747"/>
                <a:ext cx="75079" cy="75079"/>
              </a:xfrm>
              <a:prstGeom prst="ellipse">
                <a:avLst/>
              </a:prstGeom>
              <a:solidFill>
                <a:srgbClr val="3F3D56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71" name="椭圆 270">
                <a:extLst>
                  <a:ext uri="{FF2B5EF4-FFF2-40B4-BE49-F238E27FC236}">
                    <a16:creationId xmlns:a16="http://schemas.microsoft.com/office/drawing/2014/main" id="{BE9FB890-E50C-034A-6D03-2653AC663885}"/>
                  </a:ext>
                </a:extLst>
              </p:cNvPr>
              <p:cNvSpPr/>
              <p:nvPr/>
            </p:nvSpPr>
            <p:spPr>
              <a:xfrm>
                <a:off x="5001269" y="3270849"/>
                <a:ext cx="75079" cy="75079"/>
              </a:xfrm>
              <a:prstGeom prst="ellipse">
                <a:avLst/>
              </a:prstGeom>
              <a:solidFill>
                <a:srgbClr val="3F3D56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72" name="椭圆 271">
                <a:extLst>
                  <a:ext uri="{FF2B5EF4-FFF2-40B4-BE49-F238E27FC236}">
                    <a16:creationId xmlns:a16="http://schemas.microsoft.com/office/drawing/2014/main" id="{CE6246B6-02EA-8927-8DE4-10C6DD9D40F5}"/>
                  </a:ext>
                </a:extLst>
              </p:cNvPr>
              <p:cNvSpPr/>
              <p:nvPr/>
            </p:nvSpPr>
            <p:spPr>
              <a:xfrm>
                <a:off x="5332888" y="3133194"/>
                <a:ext cx="75079" cy="75079"/>
              </a:xfrm>
              <a:prstGeom prst="ellipse">
                <a:avLst/>
              </a:prstGeom>
              <a:solidFill>
                <a:srgbClr val="3F3D56"/>
              </a:solidFill>
              <a:ln w="5651" cap="flat">
                <a:noFill/>
                <a:prstDash val="solid"/>
                <a:miter/>
              </a:ln>
            </p:spPr>
          </p:sp>
          <p:sp>
            <p:nvSpPr>
              <p:cNvPr id="273" name="任意多边形: 形状 272">
                <a:extLst>
                  <a:ext uri="{FF2B5EF4-FFF2-40B4-BE49-F238E27FC236}">
                    <a16:creationId xmlns:a16="http://schemas.microsoft.com/office/drawing/2014/main" id="{53AC335D-2095-58E9-0A94-65D7375E817C}"/>
                  </a:ext>
                </a:extLst>
              </p:cNvPr>
              <p:cNvSpPr/>
              <p:nvPr/>
            </p:nvSpPr>
            <p:spPr>
              <a:xfrm>
                <a:off x="4040222" y="3168967"/>
                <a:ext cx="1332543" cy="510718"/>
              </a:xfrm>
              <a:custGeom>
                <a:avLst/>
                <a:gdLst>
                  <a:gd name="csX0" fmla="*/ 667377 w 1332543"/>
                  <a:gd name="csY0" fmla="*/ 510814 h 510718"/>
                  <a:gd name="csX1" fmla="*/ 334977 w 1332543"/>
                  <a:gd name="csY1" fmla="*/ 261848 h 510718"/>
                  <a:gd name="csX2" fmla="*/ 7111 w 1332543"/>
                  <a:gd name="csY2" fmla="*/ 507418 h 510718"/>
                  <a:gd name="csX3" fmla="*/ -395 w 1332543"/>
                  <a:gd name="csY3" fmla="*/ 497405 h 510718"/>
                  <a:gd name="csX4" fmla="*/ 334971 w 1332543"/>
                  <a:gd name="csY4" fmla="*/ 246208 h 510718"/>
                  <a:gd name="csX5" fmla="*/ 665792 w 1332543"/>
                  <a:gd name="csY5" fmla="*/ 494003 h 510718"/>
                  <a:gd name="csX6" fmla="*/ 994530 w 1332543"/>
                  <a:gd name="csY6" fmla="*/ 134246 h 510718"/>
                  <a:gd name="csX7" fmla="*/ 995860 w 1332543"/>
                  <a:gd name="csY7" fmla="*/ 133680 h 510718"/>
                  <a:gd name="csX8" fmla="*/ 1327473 w 1332543"/>
                  <a:gd name="csY8" fmla="*/ 95 h 510718"/>
                  <a:gd name="csX9" fmla="*/ 1332149 w 1332543"/>
                  <a:gd name="csY9" fmla="*/ 11705 h 510718"/>
                  <a:gd name="csX10" fmla="*/ 1001854 w 1332543"/>
                  <a:gd name="csY10" fmla="*/ 144786 h 5107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332543" h="510718">
                    <a:moveTo>
                      <a:pt x="667377" y="510814"/>
                    </a:moveTo>
                    <a:lnTo>
                      <a:pt x="334977" y="261848"/>
                    </a:lnTo>
                    <a:lnTo>
                      <a:pt x="7111" y="507418"/>
                    </a:lnTo>
                    <a:lnTo>
                      <a:pt x="-395" y="497405"/>
                    </a:lnTo>
                    <a:lnTo>
                      <a:pt x="334971" y="246208"/>
                    </a:lnTo>
                    <a:lnTo>
                      <a:pt x="665792" y="494003"/>
                    </a:lnTo>
                    <a:lnTo>
                      <a:pt x="994530" y="134246"/>
                    </a:lnTo>
                    <a:lnTo>
                      <a:pt x="995860" y="133680"/>
                    </a:lnTo>
                    <a:lnTo>
                      <a:pt x="1327473" y="95"/>
                    </a:lnTo>
                    <a:lnTo>
                      <a:pt x="1332149" y="11705"/>
                    </a:lnTo>
                    <a:lnTo>
                      <a:pt x="1001854" y="144786"/>
                    </a:lnTo>
                    <a:close/>
                  </a:path>
                </a:pathLst>
              </a:custGeom>
              <a:solidFill>
                <a:srgbClr val="3F3D56"/>
              </a:solidFill>
              <a:ln w="5651" cap="flat">
                <a:noFill/>
                <a:prstDash val="solid"/>
                <a:miter/>
              </a:ln>
            </p:spPr>
          </p:sp>
        </p:grpSp>
        <p:sp>
          <p:nvSpPr>
            <p:cNvPr id="274" name="任意多边形: 形状 273">
              <a:extLst>
                <a:ext uri="{FF2B5EF4-FFF2-40B4-BE49-F238E27FC236}">
                  <a16:creationId xmlns:a16="http://schemas.microsoft.com/office/drawing/2014/main" id="{AE122132-F29E-9345-4ED8-0BA1B84A1784}"/>
                </a:ext>
              </a:extLst>
            </p:cNvPr>
            <p:cNvSpPr/>
            <p:nvPr/>
          </p:nvSpPr>
          <p:spPr>
            <a:xfrm>
              <a:off x="3701477" y="4882120"/>
              <a:ext cx="2011794" cy="240130"/>
            </a:xfrm>
            <a:custGeom>
              <a:avLst/>
              <a:gdLst>
                <a:gd name="csX0" fmla="*/ 1933344 w 2011794"/>
                <a:gd name="csY0" fmla="*/ 267 h 240130"/>
                <a:gd name="csX1" fmla="*/ 2011383 w 2011794"/>
                <a:gd name="csY1" fmla="*/ 24816 h 240130"/>
                <a:gd name="csX2" fmla="*/ 2011383 w 2011794"/>
                <a:gd name="csY2" fmla="*/ 215848 h 240130"/>
                <a:gd name="csX3" fmla="*/ 1933344 w 2011794"/>
                <a:gd name="csY3" fmla="*/ 240397 h 240130"/>
                <a:gd name="csX4" fmla="*/ 77629 w 2011794"/>
                <a:gd name="csY4" fmla="*/ 240397 h 240130"/>
                <a:gd name="csX5" fmla="*/ -411 w 2011794"/>
                <a:gd name="csY5" fmla="*/ 215848 h 240130"/>
                <a:gd name="csX6" fmla="*/ -411 w 2011794"/>
                <a:gd name="csY6" fmla="*/ 24827 h 240130"/>
                <a:gd name="csX7" fmla="*/ 77629 w 2011794"/>
                <a:gd name="csY7" fmla="*/ 278 h 240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11794" h="240130">
                  <a:moveTo>
                    <a:pt x="1933344" y="267"/>
                  </a:moveTo>
                  <a:cubicBezTo>
                    <a:pt x="1976408" y="267"/>
                    <a:pt x="2011383" y="11282"/>
                    <a:pt x="2011383" y="24816"/>
                  </a:cubicBezTo>
                  <a:lnTo>
                    <a:pt x="2011383" y="215848"/>
                  </a:lnTo>
                  <a:cubicBezTo>
                    <a:pt x="2011383" y="229393"/>
                    <a:pt x="1976374" y="240397"/>
                    <a:pt x="1933344" y="240397"/>
                  </a:cubicBezTo>
                  <a:lnTo>
                    <a:pt x="77629" y="240397"/>
                  </a:lnTo>
                  <a:cubicBezTo>
                    <a:pt x="34565" y="240397"/>
                    <a:pt x="-411" y="229382"/>
                    <a:pt x="-411" y="215848"/>
                  </a:cubicBezTo>
                  <a:lnTo>
                    <a:pt x="-411" y="24827"/>
                  </a:lnTo>
                  <a:cubicBezTo>
                    <a:pt x="-411" y="11282"/>
                    <a:pt x="34599" y="278"/>
                    <a:pt x="77629" y="278"/>
                  </a:cubicBezTo>
                </a:path>
              </a:pathLst>
            </a:custGeom>
            <a:solidFill>
              <a:srgbClr val="F2F2F2"/>
            </a:solidFill>
            <a:ln w="5651" cap="flat">
              <a:noFill/>
              <a:prstDash val="solid"/>
              <a:miter/>
            </a:ln>
          </p:spPr>
        </p:sp>
        <p:sp>
          <p:nvSpPr>
            <p:cNvPr id="275" name="任意多边形: 形状 274">
              <a:extLst>
                <a:ext uri="{FF2B5EF4-FFF2-40B4-BE49-F238E27FC236}">
                  <a16:creationId xmlns:a16="http://schemas.microsoft.com/office/drawing/2014/main" id="{B3FB5F0A-D9E8-8465-A503-2C88DBF54295}"/>
                </a:ext>
              </a:extLst>
            </p:cNvPr>
            <p:cNvSpPr/>
            <p:nvPr/>
          </p:nvSpPr>
          <p:spPr>
            <a:xfrm>
              <a:off x="3701477" y="4548158"/>
              <a:ext cx="2011794" cy="240130"/>
            </a:xfrm>
            <a:custGeom>
              <a:avLst/>
              <a:gdLst>
                <a:gd name="csX0" fmla="*/ 1933344 w 2011794"/>
                <a:gd name="csY0" fmla="*/ 208 h 240130"/>
                <a:gd name="csX1" fmla="*/ 2011383 w 2011794"/>
                <a:gd name="csY1" fmla="*/ 24757 h 240130"/>
                <a:gd name="csX2" fmla="*/ 2011383 w 2011794"/>
                <a:gd name="csY2" fmla="*/ 215789 h 240130"/>
                <a:gd name="csX3" fmla="*/ 1933344 w 2011794"/>
                <a:gd name="csY3" fmla="*/ 240338 h 240130"/>
                <a:gd name="csX4" fmla="*/ 77629 w 2011794"/>
                <a:gd name="csY4" fmla="*/ 240338 h 240130"/>
                <a:gd name="csX5" fmla="*/ -411 w 2011794"/>
                <a:gd name="csY5" fmla="*/ 215789 h 240130"/>
                <a:gd name="csX6" fmla="*/ -411 w 2011794"/>
                <a:gd name="csY6" fmla="*/ 24768 h 240130"/>
                <a:gd name="csX7" fmla="*/ 77629 w 2011794"/>
                <a:gd name="csY7" fmla="*/ 219 h 240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11794" h="240130">
                  <a:moveTo>
                    <a:pt x="1933344" y="208"/>
                  </a:moveTo>
                  <a:cubicBezTo>
                    <a:pt x="1976408" y="208"/>
                    <a:pt x="2011383" y="11223"/>
                    <a:pt x="2011383" y="24757"/>
                  </a:cubicBezTo>
                  <a:lnTo>
                    <a:pt x="2011383" y="215789"/>
                  </a:lnTo>
                  <a:cubicBezTo>
                    <a:pt x="2011383" y="229334"/>
                    <a:pt x="1976374" y="240338"/>
                    <a:pt x="1933344" y="240338"/>
                  </a:cubicBezTo>
                  <a:lnTo>
                    <a:pt x="77629" y="240338"/>
                  </a:lnTo>
                  <a:cubicBezTo>
                    <a:pt x="34565" y="240338"/>
                    <a:pt x="-411" y="229323"/>
                    <a:pt x="-411" y="215789"/>
                  </a:cubicBezTo>
                  <a:lnTo>
                    <a:pt x="-411" y="24768"/>
                  </a:lnTo>
                  <a:cubicBezTo>
                    <a:pt x="-411" y="11223"/>
                    <a:pt x="34599" y="219"/>
                    <a:pt x="77629" y="219"/>
                  </a:cubicBezTo>
                </a:path>
              </a:pathLst>
            </a:custGeom>
            <a:solidFill>
              <a:srgbClr val="F2F2F2"/>
            </a:solidFill>
            <a:ln w="5651" cap="flat">
              <a:noFill/>
              <a:prstDash val="solid"/>
              <a:miter/>
            </a:ln>
          </p:spPr>
        </p:sp>
        <p:sp>
          <p:nvSpPr>
            <p:cNvPr id="276" name="椭圆 275">
              <a:extLst>
                <a:ext uri="{FF2B5EF4-FFF2-40B4-BE49-F238E27FC236}">
                  <a16:creationId xmlns:a16="http://schemas.microsoft.com/office/drawing/2014/main" id="{937DBA2D-04DD-14B4-C496-583057C36F35}"/>
                </a:ext>
              </a:extLst>
            </p:cNvPr>
            <p:cNvSpPr/>
            <p:nvPr/>
          </p:nvSpPr>
          <p:spPr>
            <a:xfrm>
              <a:off x="4293156" y="2046402"/>
              <a:ext cx="826415" cy="826415"/>
            </a:xfrm>
            <a:prstGeom prst="ellipse">
              <a:avLst/>
            </a:prstGeom>
            <a:solidFill>
              <a:srgbClr val="F2F2F2"/>
            </a:solidFill>
            <a:ln w="5651" cap="flat">
              <a:noFill/>
              <a:prstDash val="solid"/>
              <a:miter/>
            </a:ln>
          </p:spPr>
        </p:sp>
        <p:sp>
          <p:nvSpPr>
            <p:cNvPr id="277" name="任意多边形: 形状 276">
              <a:extLst>
                <a:ext uri="{FF2B5EF4-FFF2-40B4-BE49-F238E27FC236}">
                  <a16:creationId xmlns:a16="http://schemas.microsoft.com/office/drawing/2014/main" id="{DBAE96DF-B273-A887-1D6A-536B684D2A27}"/>
                </a:ext>
              </a:extLst>
            </p:cNvPr>
            <p:cNvSpPr/>
            <p:nvPr/>
          </p:nvSpPr>
          <p:spPr>
            <a:xfrm>
              <a:off x="4610606" y="2363806"/>
              <a:ext cx="191538" cy="192906"/>
            </a:xfrm>
            <a:custGeom>
              <a:avLst/>
              <a:gdLst>
                <a:gd name="csX0" fmla="*/ 170941 w 191538"/>
                <a:gd name="csY0" fmla="*/ 74580 h 192906"/>
                <a:gd name="csX1" fmla="*/ 115820 w 191538"/>
                <a:gd name="csY1" fmla="*/ 74580 h 192906"/>
                <a:gd name="csX2" fmla="*/ 115820 w 191538"/>
                <a:gd name="csY2" fmla="*/ 19459 h 192906"/>
                <a:gd name="csX3" fmla="*/ 94475 w 191538"/>
                <a:gd name="csY3" fmla="*/ -517 h 192906"/>
                <a:gd name="csX4" fmla="*/ 74499 w 191538"/>
                <a:gd name="csY4" fmla="*/ 19459 h 192906"/>
                <a:gd name="csX5" fmla="*/ 74499 w 191538"/>
                <a:gd name="csY5" fmla="*/ 74580 h 192906"/>
                <a:gd name="csX6" fmla="*/ 19378 w 191538"/>
                <a:gd name="csY6" fmla="*/ 74580 h 192906"/>
                <a:gd name="csX7" fmla="*/ -598 w 191538"/>
                <a:gd name="csY7" fmla="*/ 95925 h 192906"/>
                <a:gd name="csX8" fmla="*/ 19378 w 191538"/>
                <a:gd name="csY8" fmla="*/ 115901 h 192906"/>
                <a:gd name="csX9" fmla="*/ 74499 w 191538"/>
                <a:gd name="csY9" fmla="*/ 115901 h 192906"/>
                <a:gd name="csX10" fmla="*/ 74499 w 191538"/>
                <a:gd name="csY10" fmla="*/ 171022 h 192906"/>
                <a:gd name="csX11" fmla="*/ 94476 w 191538"/>
                <a:gd name="csY11" fmla="*/ 192366 h 192906"/>
                <a:gd name="csX12" fmla="*/ 115820 w 191538"/>
                <a:gd name="csY12" fmla="*/ 172390 h 192906"/>
                <a:gd name="csX13" fmla="*/ 115820 w 191538"/>
                <a:gd name="csY13" fmla="*/ 171022 h 192906"/>
                <a:gd name="csX14" fmla="*/ 115820 w 191538"/>
                <a:gd name="csY14" fmla="*/ 115901 h 192906"/>
                <a:gd name="csX15" fmla="*/ 170941 w 191538"/>
                <a:gd name="csY15" fmla="*/ 115901 h 192906"/>
                <a:gd name="csX16" fmla="*/ 190917 w 191538"/>
                <a:gd name="csY16" fmla="*/ 94556 h 192906"/>
                <a:gd name="csX17" fmla="*/ 170941 w 191538"/>
                <a:gd name="csY17" fmla="*/ 74580 h 1929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91538" h="192906">
                  <a:moveTo>
                    <a:pt x="170941" y="74580"/>
                  </a:moveTo>
                  <a:lnTo>
                    <a:pt x="115820" y="74580"/>
                  </a:lnTo>
                  <a:lnTo>
                    <a:pt x="115820" y="19459"/>
                  </a:lnTo>
                  <a:cubicBezTo>
                    <a:pt x="115442" y="8049"/>
                    <a:pt x="105886" y="-895"/>
                    <a:pt x="94475" y="-517"/>
                  </a:cubicBezTo>
                  <a:cubicBezTo>
                    <a:pt x="83596" y="-157"/>
                    <a:pt x="74859" y="8579"/>
                    <a:pt x="74499" y="19459"/>
                  </a:cubicBezTo>
                  <a:lnTo>
                    <a:pt x="74499" y="74580"/>
                  </a:lnTo>
                  <a:lnTo>
                    <a:pt x="19378" y="74580"/>
                  </a:lnTo>
                  <a:cubicBezTo>
                    <a:pt x="7968" y="74958"/>
                    <a:pt x="-976" y="84514"/>
                    <a:pt x="-598" y="95925"/>
                  </a:cubicBezTo>
                  <a:cubicBezTo>
                    <a:pt x="-238" y="106804"/>
                    <a:pt x="8498" y="115541"/>
                    <a:pt x="19378" y="115901"/>
                  </a:cubicBezTo>
                  <a:lnTo>
                    <a:pt x="74499" y="115901"/>
                  </a:lnTo>
                  <a:lnTo>
                    <a:pt x="74499" y="171022"/>
                  </a:lnTo>
                  <a:cubicBezTo>
                    <a:pt x="74121" y="182432"/>
                    <a:pt x="83065" y="191988"/>
                    <a:pt x="94476" y="192366"/>
                  </a:cubicBezTo>
                  <a:cubicBezTo>
                    <a:pt x="105886" y="192744"/>
                    <a:pt x="115442" y="183800"/>
                    <a:pt x="115820" y="172390"/>
                  </a:cubicBezTo>
                  <a:cubicBezTo>
                    <a:pt x="115836" y="171934"/>
                    <a:pt x="115836" y="171478"/>
                    <a:pt x="115820" y="171022"/>
                  </a:cubicBezTo>
                  <a:lnTo>
                    <a:pt x="115820" y="115901"/>
                  </a:lnTo>
                  <a:lnTo>
                    <a:pt x="170941" y="115901"/>
                  </a:lnTo>
                  <a:cubicBezTo>
                    <a:pt x="182351" y="115523"/>
                    <a:pt x="191295" y="105967"/>
                    <a:pt x="190917" y="94556"/>
                  </a:cubicBezTo>
                  <a:cubicBezTo>
                    <a:pt x="190557" y="83676"/>
                    <a:pt x="181821" y="74940"/>
                    <a:pt x="170941" y="74580"/>
                  </a:cubicBezTo>
                  <a:close/>
                </a:path>
              </a:pathLst>
            </a:custGeom>
            <a:solidFill>
              <a:srgbClr val="6C63FF"/>
            </a:solidFill>
            <a:ln w="5651" cap="flat">
              <a:noFill/>
              <a:prstDash val="solid"/>
              <a:miter/>
            </a:ln>
          </p:spPr>
        </p:sp>
      </p:grpSp>
      <p:sp>
        <p:nvSpPr>
          <p:cNvPr id="235" name="文本框 234">
            <a:extLst>
              <a:ext uri="{FF2B5EF4-FFF2-40B4-BE49-F238E27FC236}">
                <a16:creationId xmlns:a16="http://schemas.microsoft.com/office/drawing/2014/main" id="{4074ED3E-44F8-DEE4-8E23-DCE38C06235A}"/>
              </a:ext>
            </a:extLst>
          </p:cNvPr>
          <p:cNvSpPr txBox="1"/>
          <p:nvPr/>
        </p:nvSpPr>
        <p:spPr>
          <a:xfrm>
            <a:off x="3604513" y="1945327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>
                <a:solidFill>
                  <a:srgbClr val="6C63FF"/>
                </a:solidFill>
                <a:latin typeface="Roboto Mono Medium" pitchFamily="2" charset="0"/>
                <a:ea typeface="Roboto Mono Medium" pitchFamily="2" charset="0"/>
                <a:cs typeface="Courier New" panose="02070309020205020404" pitchFamily="49" charset="0"/>
              </a:rPr>
              <a:t>Burn</a:t>
            </a:r>
            <a:endParaRPr lang="zh-CN" altLang="en-US" sz="2000" dirty="0">
              <a:solidFill>
                <a:srgbClr val="6C63FF"/>
              </a:solidFill>
              <a:latin typeface="Roboto Mono Medium" pitchFamily="2" charset="0"/>
              <a:ea typeface="隶书" panose="02010509060101010101" pitchFamily="49" charset="-122"/>
              <a:cs typeface="Courier New" panose="02070309020205020404" pitchFamily="49" charset="0"/>
            </a:endParaRPr>
          </a:p>
        </p:txBody>
      </p:sp>
      <p:sp>
        <p:nvSpPr>
          <p:cNvPr id="278" name="文本框 277">
            <a:extLst>
              <a:ext uri="{FF2B5EF4-FFF2-40B4-BE49-F238E27FC236}">
                <a16:creationId xmlns:a16="http://schemas.microsoft.com/office/drawing/2014/main" id="{22B2F9A9-6FBD-C267-1B46-D32B20A1EFE3}"/>
              </a:ext>
            </a:extLst>
          </p:cNvPr>
          <p:cNvSpPr txBox="1"/>
          <p:nvPr/>
        </p:nvSpPr>
        <p:spPr>
          <a:xfrm>
            <a:off x="4971087" y="1945327"/>
            <a:ext cx="4924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>
                <a:solidFill>
                  <a:srgbClr val="6C63FF"/>
                </a:solidFill>
                <a:latin typeface="Roboto Mono Medium" pitchFamily="2" charset="0"/>
                <a:ea typeface="Roboto Mono Medium" pitchFamily="2" charset="0"/>
                <a:cs typeface="Courier New" panose="02070309020205020404" pitchFamily="49" charset="0"/>
              </a:rPr>
              <a:t>Up</a:t>
            </a:r>
            <a:endParaRPr lang="zh-CN" altLang="en-US" sz="2000" dirty="0">
              <a:solidFill>
                <a:srgbClr val="6C63FF"/>
              </a:solidFill>
              <a:latin typeface="Roboto Mono Medium" pitchFamily="2" charset="0"/>
              <a:ea typeface="隶书" panose="02010509060101010101" pitchFamily="49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30095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4FA254B2-DF6F-65C5-038C-56AF3AF6012B}"/>
              </a:ext>
            </a:extLst>
          </p:cNvPr>
          <p:cNvSpPr/>
          <p:nvPr/>
        </p:nvSpPr>
        <p:spPr>
          <a:xfrm>
            <a:off x="2152650" y="1654549"/>
            <a:ext cx="1800000" cy="72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远程仓库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Remote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1F824CF-1C6F-AB23-F85C-59EF881F101E}"/>
              </a:ext>
            </a:extLst>
          </p:cNvPr>
          <p:cNvSpPr/>
          <p:nvPr/>
        </p:nvSpPr>
        <p:spPr>
          <a:xfrm>
            <a:off x="4168700" y="1654549"/>
            <a:ext cx="1800000" cy="7200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本地仓库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Local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2EC85EC-04C8-5A30-1B1D-5F9BCFC4B1C8}"/>
              </a:ext>
            </a:extLst>
          </p:cNvPr>
          <p:cNvSpPr/>
          <p:nvPr/>
        </p:nvSpPr>
        <p:spPr>
          <a:xfrm>
            <a:off x="6184750" y="1654549"/>
            <a:ext cx="1800000" cy="72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暂存区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Stage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A7EF0B-22C8-AC2B-D4C8-95CB189A5235}"/>
              </a:ext>
            </a:extLst>
          </p:cNvPr>
          <p:cNvSpPr/>
          <p:nvPr/>
        </p:nvSpPr>
        <p:spPr>
          <a:xfrm>
            <a:off x="8200800" y="1654549"/>
            <a:ext cx="1800000" cy="72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工作区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Workspace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614723E8-64C3-86F1-04CC-58F031AB4931}"/>
              </a:ext>
            </a:extLst>
          </p:cNvPr>
          <p:cNvCxnSpPr>
            <a:cxnSpLocks/>
          </p:cNvCxnSpPr>
          <p:nvPr/>
        </p:nvCxnSpPr>
        <p:spPr>
          <a:xfrm rot="16200000" flipV="1">
            <a:off x="8101000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C20840ED-7C90-1E0D-47E0-868236626BCB}"/>
              </a:ext>
            </a:extLst>
          </p:cNvPr>
          <p:cNvCxnSpPr>
            <a:cxnSpLocks/>
          </p:cNvCxnSpPr>
          <p:nvPr/>
        </p:nvCxnSpPr>
        <p:spPr>
          <a:xfrm rot="16200000" flipV="1">
            <a:off x="6052713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2CA56D1C-B9BB-1F1C-46C3-5228D82E954F}"/>
              </a:ext>
            </a:extLst>
          </p:cNvPr>
          <p:cNvCxnSpPr>
            <a:cxnSpLocks/>
          </p:cNvCxnSpPr>
          <p:nvPr/>
        </p:nvCxnSpPr>
        <p:spPr>
          <a:xfrm rot="16200000" flipV="1">
            <a:off x="4004425" y="1095498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2E1F63E5-4279-0999-D23B-30A63FFB1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22713" y="1572498"/>
            <a:ext cx="12700" cy="162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3C362290-23AE-95C4-F0E4-8DA62DAB0F1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26325" y="1320497"/>
            <a:ext cx="12700" cy="2124000"/>
          </a:xfrm>
          <a:prstGeom prst="bentConnector3">
            <a:avLst>
              <a:gd name="adj1" fmla="val 174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C6CB0C37-8EB1-494A-B9C2-9171AC707CB4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84425" y="-1217503"/>
            <a:ext cx="12700" cy="7200000"/>
          </a:xfrm>
          <a:prstGeom prst="bentConnector3">
            <a:avLst>
              <a:gd name="adj1" fmla="val 202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D8A06C78-C0A3-15E3-F4D5-62A3679C1B97}"/>
              </a:ext>
            </a:extLst>
          </p:cNvPr>
          <p:cNvSpPr txBox="1"/>
          <p:nvPr/>
        </p:nvSpPr>
        <p:spPr>
          <a:xfrm>
            <a:off x="7675031" y="1123950"/>
            <a:ext cx="8354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add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51A013D-BD2D-0349-6358-E129FEBD409C}"/>
              </a:ext>
            </a:extLst>
          </p:cNvPr>
          <p:cNvSpPr txBox="1"/>
          <p:nvPr/>
        </p:nvSpPr>
        <p:spPr>
          <a:xfrm>
            <a:off x="5519522" y="112395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commit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4BCB32B-C7C2-6F58-103D-8FCB5CC6085A}"/>
              </a:ext>
            </a:extLst>
          </p:cNvPr>
          <p:cNvSpPr txBox="1"/>
          <p:nvPr/>
        </p:nvSpPr>
        <p:spPr>
          <a:xfrm>
            <a:off x="3596446" y="112395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push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B3E4D4E-3E88-5CA4-01E7-35882A7C805B}"/>
              </a:ext>
            </a:extLst>
          </p:cNvPr>
          <p:cNvSpPr txBox="1"/>
          <p:nvPr/>
        </p:nvSpPr>
        <p:spPr>
          <a:xfrm>
            <a:off x="5594833" y="495300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pull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875E8EB-9EC1-9513-D107-B99B0048F483}"/>
              </a:ext>
            </a:extLst>
          </p:cNvPr>
          <p:cNvSpPr txBox="1"/>
          <p:nvPr/>
        </p:nvSpPr>
        <p:spPr>
          <a:xfrm>
            <a:off x="5383739" y="2608892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–-soft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B6E21F-CD11-008B-DA01-EC77F9DE77AF}"/>
              </a:ext>
            </a:extLst>
          </p:cNvPr>
          <p:cNvSpPr txBox="1"/>
          <p:nvPr/>
        </p:nvSpPr>
        <p:spPr>
          <a:xfrm>
            <a:off x="2806807" y="4589698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Clone/fetch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23" name="连接符: 肘形 22">
            <a:extLst>
              <a:ext uri="{FF2B5EF4-FFF2-40B4-BE49-F238E27FC236}">
                <a16:creationId xmlns:a16="http://schemas.microsoft.com/office/drawing/2014/main" id="{C1250DC5-291B-E51E-E3DC-915D8787475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978213" y="726498"/>
            <a:ext cx="12700" cy="3312000"/>
          </a:xfrm>
          <a:prstGeom prst="bentConnector3">
            <a:avLst>
              <a:gd name="adj1" fmla="val 5925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E8A9FFB1-D2E4-D594-112B-46DD20B093EB}"/>
              </a:ext>
            </a:extLst>
          </p:cNvPr>
          <p:cNvSpPr txBox="1"/>
          <p:nvPr/>
        </p:nvSpPr>
        <p:spPr>
          <a:xfrm>
            <a:off x="6221798" y="3137037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F2E1E59-0C55-65D1-1CB8-7AF1E222A2E5}"/>
              </a:ext>
            </a:extLst>
          </p:cNvPr>
          <p:cNvSpPr txBox="1"/>
          <p:nvPr/>
        </p:nvSpPr>
        <p:spPr>
          <a:xfrm>
            <a:off x="5896389" y="3586455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–-hard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7AC2373A-FE4F-ADD2-D96C-173A5AD94508}"/>
              </a:ext>
            </a:extLst>
          </p:cNvPr>
          <p:cNvCxnSpPr>
            <a:cxnSpLocks/>
            <a:stCxn id="4" idx="2"/>
            <a:endCxn id="35" idx="1"/>
          </p:cNvCxnSpPr>
          <p:nvPr/>
        </p:nvCxnSpPr>
        <p:spPr>
          <a:xfrm rot="16200000" flipH="1">
            <a:off x="6525417" y="917832"/>
            <a:ext cx="1211907" cy="4125340"/>
          </a:xfrm>
          <a:prstGeom prst="bentConnector2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ECDEB9B5-CFEB-6B7D-8E07-1CB817D447BF}"/>
              </a:ext>
            </a:extLst>
          </p:cNvPr>
          <p:cNvSpPr txBox="1"/>
          <p:nvPr/>
        </p:nvSpPr>
        <p:spPr>
          <a:xfrm>
            <a:off x="9194040" y="3447956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x</a:t>
            </a:r>
            <a:endParaRPr lang="zh-CN" altLang="en-US" sz="1200" dirty="0">
              <a:solidFill>
                <a:srgbClr val="FF0000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DDC5126F-A1C1-2E7E-E29B-DDC59FAA963A}"/>
              </a:ext>
            </a:extLst>
          </p:cNvPr>
          <p:cNvCxnSpPr>
            <a:cxnSpLocks/>
          </p:cNvCxnSpPr>
          <p:nvPr/>
        </p:nvCxnSpPr>
        <p:spPr>
          <a:xfrm rot="5400000">
            <a:off x="4004425" y="1842497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6552E25F-030C-C8EF-40C2-AD77E1CEAB20}"/>
              </a:ext>
            </a:extLst>
          </p:cNvPr>
          <p:cNvSpPr txBox="1"/>
          <p:nvPr/>
        </p:nvSpPr>
        <p:spPr>
          <a:xfrm>
            <a:off x="3503473" y="2614041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revert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165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A9DAFF89-2A5B-6F62-2947-ED464254C3FB}"/>
              </a:ext>
            </a:extLst>
          </p:cNvPr>
          <p:cNvSpPr/>
          <p:nvPr/>
        </p:nvSpPr>
        <p:spPr>
          <a:xfrm>
            <a:off x="4589929" y="2698376"/>
            <a:ext cx="144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Mailings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038BA52A-675B-832C-F0C2-0A51D00B135F}"/>
              </a:ext>
            </a:extLst>
          </p:cNvPr>
          <p:cNvCxnSpPr>
            <a:cxnSpLocks/>
            <a:stCxn id="26" idx="3"/>
            <a:endCxn id="4" idx="1"/>
          </p:cNvCxnSpPr>
          <p:nvPr/>
        </p:nvCxnSpPr>
        <p:spPr>
          <a:xfrm>
            <a:off x="3731400" y="24697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AD752D0D-BA82-9978-3A4B-57900722CFD2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 flipV="1">
            <a:off x="3731400" y="29143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3D542CAC-6A2C-2F55-BABF-9F2196B6A02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>
            <a:off x="6029929" y="2914376"/>
            <a:ext cx="4013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2FA317D2-D86F-E2D0-2072-6FC72633F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2241176"/>
            <a:ext cx="457200" cy="457200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EF00ADA3-3EF0-42FB-9BB6-D0B754AC4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3130376"/>
            <a:ext cx="457200" cy="45720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F9FA3D-8868-4BAF-1578-F1254595F0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258" y="2685776"/>
            <a:ext cx="457200" cy="457200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DB08FEFE-A2FD-22C8-C6BE-E517082D70A8}"/>
              </a:ext>
            </a:extLst>
          </p:cNvPr>
          <p:cNvSpPr txBox="1"/>
          <p:nvPr/>
        </p:nvSpPr>
        <p:spPr>
          <a:xfrm>
            <a:off x="4852111" y="3142976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域</a:t>
            </a:r>
            <a:r>
              <a:rPr lang="en-US" altLang="zh-CN" sz="1200" dirty="0"/>
              <a:t>/Domain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83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3F35F682-416F-8FE2-1601-09CDCBA6A513}"/>
              </a:ext>
            </a:extLst>
          </p:cNvPr>
          <p:cNvSpPr/>
          <p:nvPr/>
        </p:nvSpPr>
        <p:spPr>
          <a:xfrm>
            <a:off x="22681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excel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7133600-51C5-3145-5CFF-F597777D4F6C}"/>
              </a:ext>
            </a:extLst>
          </p:cNvPr>
          <p:cNvSpPr/>
          <p:nvPr/>
        </p:nvSpPr>
        <p:spPr>
          <a:xfrm>
            <a:off x="3584237" y="1719172"/>
            <a:ext cx="1224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工作簿 </a:t>
            </a:r>
            <a:r>
              <a:rPr lang="en-US" altLang="zh-CN" sz="900" dirty="0">
                <a:latin typeface="Montserrat" panose="00000500000000000000" pitchFamily="2" charset="0"/>
              </a:rPr>
              <a:t>workbook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73FAA5A-03F7-3F68-88A4-61C3587E95D3}"/>
              </a:ext>
            </a:extLst>
          </p:cNvPr>
          <p:cNvSpPr/>
          <p:nvPr/>
        </p:nvSpPr>
        <p:spPr>
          <a:xfrm>
            <a:off x="3584237" y="2445946"/>
            <a:ext cx="1224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工作表 </a:t>
            </a:r>
            <a:r>
              <a:rPr lang="en-US" altLang="zh-CN" sz="900" dirty="0">
                <a:latin typeface="Montserrat" panose="00000500000000000000" pitchFamily="2" charset="0"/>
              </a:rPr>
              <a:t>sheet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A3AB91-AC26-2FFD-65B3-9EB9227179E8}"/>
              </a:ext>
            </a:extLst>
          </p:cNvPr>
          <p:cNvSpPr/>
          <p:nvPr/>
        </p:nvSpPr>
        <p:spPr>
          <a:xfrm>
            <a:off x="3584237" y="4105636"/>
            <a:ext cx="1224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</a:t>
            </a:r>
            <a:r>
              <a:rPr lang="en-US" altLang="zh-CN" sz="900" dirty="0" err="1">
                <a:latin typeface="Montserrat" panose="00000500000000000000" pitchFamily="2" charset="0"/>
              </a:rPr>
              <a:t>textarea</a:t>
            </a:r>
            <a:r>
              <a:rPr lang="en-US" altLang="zh-CN" sz="900" dirty="0">
                <a:latin typeface="Montserrat" panose="00000500000000000000" pitchFamily="2" charset="0"/>
              </a:rPr>
              <a:t>&gt;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58273BD-AE83-9B1A-86AC-3A6CA8E3CE46}"/>
              </a:ext>
            </a:extLst>
          </p:cNvPr>
          <p:cNvSpPr/>
          <p:nvPr/>
        </p:nvSpPr>
        <p:spPr>
          <a:xfrm>
            <a:off x="3584237" y="5101450"/>
            <a:ext cx="1224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latin typeface="Montserrat" panose="00000500000000000000" pitchFamily="2" charset="0"/>
              </a:rPr>
              <a:t>&lt;button&gt;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255C1FA-62F2-E397-0DEE-A9BDCB424E6B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行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Row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9925D6F-A85C-7366-C2D7-2375D3F7EAC7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列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Column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4F63EF4-F2FE-F9BA-6D33-2AC335D1BBE3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B43B395-70FD-0C05-476B-F14D1AA5A0DB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701C58-67BD-7F6D-9F62-1723878AD867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FE8973A-0F68-C63B-7C4A-81875FF6C30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348110" y="1863172"/>
            <a:ext cx="236127" cy="188855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3C3115-025C-7C90-D0B2-BA0D9FE6A4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3481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1A086D2-9E23-E168-0A2A-544BE875A2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3481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F6BAE6E1-4F15-1A84-7543-53BD62FC8F6D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3481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6AD432E9-ABB9-9B94-4704-E4D9DB87117B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08237" y="2258008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8FF9654D-EB5B-78C8-2529-68BFDB0B103C}"/>
              </a:ext>
            </a:extLst>
          </p:cNvPr>
          <p:cNvCxnSpPr>
            <a:cxnSpLocks/>
            <a:stCxn id="19" idx="1"/>
            <a:endCxn id="4" idx="3"/>
          </p:cNvCxnSpPr>
          <p:nvPr/>
        </p:nvCxnSpPr>
        <p:spPr>
          <a:xfrm rot="10800000">
            <a:off x="4808238" y="2589946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17CB694-0B33-B701-C227-F43820473BE0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08237" y="3585760"/>
            <a:ext cx="3032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B1EF9F-3757-F5B7-A0D3-5481ED497825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地址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Address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B6EE27-6AAB-D952-1208-9C026C989A9A}"/>
              </a:ext>
            </a:extLst>
          </p:cNvPr>
          <p:cNvSpPr/>
          <p:nvPr/>
        </p:nvSpPr>
        <p:spPr>
          <a:xfrm>
            <a:off x="5111512" y="171917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82311C8-DACB-8F37-994B-EF52E759E93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08237" y="5245450"/>
            <a:ext cx="3032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0FE454-3A8F-85FE-4234-AA00D3496B19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4808237" y="1863172"/>
            <a:ext cx="3032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44D920D-5ACD-BC38-1204-2832BBC5BC2A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08237" y="2589946"/>
            <a:ext cx="3032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0FA3558-3EF3-89F7-3AF9-B677E8500461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F350B9B-B5FD-3F7C-8D75-77A721D6F43E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6B41DC2-C13C-B17F-D948-9FA7A8491174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68CA3AA-3D86-20C6-BB13-EB754AC0BBFA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C8DB58F3-DF8F-E015-DC4B-5FEBF3EFC2CC}"/>
              </a:ext>
            </a:extLst>
          </p:cNvPr>
          <p:cNvCxnSpPr>
            <a:cxnSpLocks/>
            <a:stCxn id="25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22A65F53-0CF0-AAE6-CF3C-50B66FBA0924}"/>
              </a:ext>
            </a:extLst>
          </p:cNvPr>
          <p:cNvCxnSpPr>
            <a:cxnSpLocks/>
            <a:stCxn id="27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2CA7A95-C5B7-BD03-C5AE-FEF50445B61E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E195896E-8770-F275-EAB9-E327D34C8BCB}"/>
              </a:ext>
            </a:extLst>
          </p:cNvPr>
          <p:cNvCxnSpPr>
            <a:cxnSpLocks/>
            <a:stCxn id="35" idx="1"/>
            <a:endCxn id="5" idx="3"/>
          </p:cNvCxnSpPr>
          <p:nvPr/>
        </p:nvCxnSpPr>
        <p:spPr>
          <a:xfrm rot="10800000">
            <a:off x="4808237" y="4249636"/>
            <a:ext cx="3032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558EA67-26B1-C33E-01C9-9BC27C25E346}"/>
              </a:ext>
            </a:extLst>
          </p:cNvPr>
          <p:cNvSpPr/>
          <p:nvPr/>
        </p:nvSpPr>
        <p:spPr>
          <a:xfrm>
            <a:off x="3584236" y="5765326"/>
            <a:ext cx="1224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&lt;select&gt;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D86E48D-A128-6386-3BB3-A00ABBDE35E8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49AB752A-5073-F9D8-BF11-FD11BC661347}"/>
              </a:ext>
            </a:extLst>
          </p:cNvPr>
          <p:cNvCxnSpPr>
            <a:cxnSpLocks/>
            <a:stCxn id="2" idx="3"/>
            <a:endCxn id="32" idx="1"/>
          </p:cNvCxnSpPr>
          <p:nvPr/>
        </p:nvCxnSpPr>
        <p:spPr>
          <a:xfrm>
            <a:off x="33481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D067716A-B3B6-BA85-AC3D-DF09B5693456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2ED4429-D150-0B9B-EFB2-49F34F9534E2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39A1C8C-6A25-5207-3C4C-0CBA1495A427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6C52C10-D0B8-D830-3481-45575E20F65F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521ED606-D017-FA67-B645-8A40B27A0A2E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A6BD5B9E-599E-CE89-1F05-A111FA59C4CA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D089054-AF86-9DA7-4CA9-35DE38739E57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515673C-55B3-5ED3-2548-E0C38451DC4F}"/>
              </a:ext>
            </a:extLst>
          </p:cNvPr>
          <p:cNvCxnSpPr>
            <a:cxnSpLocks/>
            <a:stCxn id="44" idx="3"/>
            <a:endCxn id="4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F461077B-F065-47C7-76A7-FC4E43217EAA}"/>
              </a:ext>
            </a:extLst>
          </p:cNvPr>
          <p:cNvCxnSpPr>
            <a:cxnSpLocks/>
            <a:stCxn id="45" idx="3"/>
            <a:endCxn id="37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E8FC427-BD56-13A9-9B48-0FAAD7BFE197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2FC70B9-7586-D937-7D15-60F6AA4E0236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2EEF0AF-9555-AF8B-E8DB-C1C6154E6C2D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620B0595-717B-4F8B-C92E-A5E88A3D2AE1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F389EC6E-BF13-69AC-E0A5-B4A8CCE376A4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9" name="连接符: 曲线 48">
            <a:extLst>
              <a:ext uri="{FF2B5EF4-FFF2-40B4-BE49-F238E27FC236}">
                <a16:creationId xmlns:a16="http://schemas.microsoft.com/office/drawing/2014/main" id="{E6194C25-37DF-8493-0E5B-3B34EA72C514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54C7AB3-0B33-BBA6-5EC1-6DA78E02DE13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A75EA52-04DA-AD95-A077-0B3831AAAB4C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276A78-2913-16B1-E9A7-8FDE054F281C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9078D752-56E3-4E41-3511-0A026657DF28}"/>
              </a:ext>
            </a:extLst>
          </p:cNvPr>
          <p:cNvCxnSpPr>
            <a:cxnSpLocks/>
            <a:stCxn id="33" idx="1"/>
            <a:endCxn id="32" idx="3"/>
          </p:cNvCxnSpPr>
          <p:nvPr/>
        </p:nvCxnSpPr>
        <p:spPr>
          <a:xfrm rot="10800000" flipV="1">
            <a:off x="4808237" y="5577388"/>
            <a:ext cx="3032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33163A2A-6EDC-F600-3FFC-A0DE97D320FD}"/>
              </a:ext>
            </a:extLst>
          </p:cNvPr>
          <p:cNvCxnSpPr>
            <a:cxnSpLocks/>
            <a:stCxn id="52" idx="1"/>
            <a:endCxn id="32" idx="3"/>
          </p:cNvCxnSpPr>
          <p:nvPr/>
        </p:nvCxnSpPr>
        <p:spPr>
          <a:xfrm rot="10800000">
            <a:off x="4808237" y="5909326"/>
            <a:ext cx="3032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EDD8701-615B-F447-4BA7-BD7FD91C487D}"/>
              </a:ext>
            </a:extLst>
          </p:cNvPr>
          <p:cNvCxnSpPr>
            <a:cxnSpLocks/>
            <a:stCxn id="46" idx="3"/>
            <a:endCxn id="3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72DC1DDC-9C68-F83D-EE52-E33FA7EB248C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2559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12C7D-F68B-CA58-4875-AE2C780B3051}"/>
              </a:ext>
            </a:extLst>
          </p:cNvPr>
          <p:cNvSpPr/>
          <p:nvPr/>
        </p:nvSpPr>
        <p:spPr>
          <a:xfrm>
            <a:off x="3615140" y="2017059"/>
            <a:ext cx="2160000" cy="21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01932-B3EB-1A09-C534-9ED77F95F272}"/>
              </a:ext>
            </a:extLst>
          </p:cNvPr>
          <p:cNvSpPr/>
          <p:nvPr/>
        </p:nvSpPr>
        <p:spPr>
          <a:xfrm>
            <a:off x="3759140" y="2171305"/>
            <a:ext cx="1872000" cy="126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1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</a:rPr>
              <a:t>Central Processing Unit</a:t>
            </a:r>
            <a:endParaRPr lang="zh-CN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B1C121-C2AA-3E04-ECCD-2A88E3CFB26F}"/>
              </a:ext>
            </a:extLst>
          </p:cNvPr>
          <p:cNvSpPr/>
          <p:nvPr/>
        </p:nvSpPr>
        <p:spPr>
          <a:xfrm>
            <a:off x="6006352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Output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74731-C03D-CA78-2D3F-EC2B19BC4C5C}"/>
              </a:ext>
            </a:extLst>
          </p:cNvPr>
          <p:cNvSpPr/>
          <p:nvPr/>
        </p:nvSpPr>
        <p:spPr>
          <a:xfrm>
            <a:off x="2303930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Input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C9E9F3-E511-AE9D-39FA-A12B50CFACB9}"/>
              </a:ext>
            </a:extLst>
          </p:cNvPr>
          <p:cNvSpPr/>
          <p:nvPr/>
        </p:nvSpPr>
        <p:spPr>
          <a:xfrm>
            <a:off x="3759140" y="370030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Memory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82838-C769-D58C-6347-F5F5F48A7163}"/>
              </a:ext>
            </a:extLst>
          </p:cNvPr>
          <p:cNvSpPr/>
          <p:nvPr/>
        </p:nvSpPr>
        <p:spPr>
          <a:xfrm>
            <a:off x="3903140" y="2485059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Control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D81D9-D68C-5FBE-D029-91546B30F511}"/>
              </a:ext>
            </a:extLst>
          </p:cNvPr>
          <p:cNvSpPr/>
          <p:nvPr/>
        </p:nvSpPr>
        <p:spPr>
          <a:xfrm>
            <a:off x="3903140" y="2933293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Arithmetic/logic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5D3B23A6-89A8-0D2E-F56D-5F3779B39A06}"/>
              </a:ext>
            </a:extLst>
          </p:cNvPr>
          <p:cNvSpPr/>
          <p:nvPr/>
        </p:nvSpPr>
        <p:spPr>
          <a:xfrm>
            <a:off x="4063834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FD98B-41C7-EBB6-0BF1-6A4815957987}"/>
              </a:ext>
            </a:extLst>
          </p:cNvPr>
          <p:cNvSpPr/>
          <p:nvPr/>
        </p:nvSpPr>
        <p:spPr>
          <a:xfrm flipV="1">
            <a:off x="5274071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79D884D9-0474-FFBA-2A48-0B577B9CBE57}"/>
              </a:ext>
            </a:extLst>
          </p:cNvPr>
          <p:cNvSpPr/>
          <p:nvPr/>
        </p:nvSpPr>
        <p:spPr>
          <a:xfrm rot="16200000">
            <a:off x="344553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846FA69-307F-5A83-E1E9-F29E60B8C491}"/>
              </a:ext>
            </a:extLst>
          </p:cNvPr>
          <p:cNvSpPr/>
          <p:nvPr/>
        </p:nvSpPr>
        <p:spPr>
          <a:xfrm rot="16200000">
            <a:off x="583674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4051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14CB8A-DE11-C6A1-BE4F-F5B2BFE1A9B0}"/>
              </a:ext>
            </a:extLst>
          </p:cNvPr>
          <p:cNvSpPr/>
          <p:nvPr/>
        </p:nvSpPr>
        <p:spPr>
          <a:xfrm>
            <a:off x="2713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ADD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3C70C0-ED23-DD52-11D1-8C29576DD271}"/>
              </a:ext>
            </a:extLst>
          </p:cNvPr>
          <p:cNvSpPr/>
          <p:nvPr/>
        </p:nvSpPr>
        <p:spPr>
          <a:xfrm>
            <a:off x="3505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1B2634-787B-5341-D692-C278DCFE8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676916"/>
              </p:ext>
            </p:extLst>
          </p:nvPr>
        </p:nvGraphicFramePr>
        <p:xfrm>
          <a:off x="5725460" y="3434926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#104ADB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89EA4E1-A71C-6548-3698-9141B119F71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297205" y="3173259"/>
            <a:ext cx="633390" cy="81579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94430DF-6763-07ED-ACBB-2503D8C2CE7C}"/>
              </a:ext>
            </a:extLst>
          </p:cNvPr>
          <p:cNvSpPr/>
          <p:nvPr/>
        </p:nvSpPr>
        <p:spPr>
          <a:xfrm>
            <a:off x="4930595" y="3809049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1E8CAD-612A-2514-10F5-D534C8F6E13D}"/>
              </a:ext>
            </a:extLst>
          </p:cNvPr>
          <p:cNvSpPr/>
          <p:nvPr/>
        </p:nvSpPr>
        <p:spPr>
          <a:xfrm>
            <a:off x="4930595" y="2536066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#104ADB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C9211CA-D5A1-CAA5-C53D-B4210371D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065668"/>
              </p:ext>
            </p:extLst>
          </p:nvPr>
        </p:nvGraphicFramePr>
        <p:xfrm>
          <a:off x="5725460" y="2161937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10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0A4DF6F5-4388-1516-BCA0-8F2E83043755}"/>
              </a:ext>
            </a:extLst>
          </p:cNvPr>
          <p:cNvSpPr/>
          <p:nvPr/>
        </p:nvSpPr>
        <p:spPr>
          <a:xfrm>
            <a:off x="2022918" y="5427177"/>
            <a:ext cx="144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操作码 </a:t>
            </a:r>
            <a:r>
              <a:rPr lang="en-US" altLang="zh-CN" sz="1000" dirty="0">
                <a:solidFill>
                  <a:schemeClr val="tx1"/>
                </a:solidFill>
              </a:rPr>
              <a:t>OpCode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B3D4D2-9E86-A505-D457-B6E633E3F03F}"/>
              </a:ext>
            </a:extLst>
          </p:cNvPr>
          <p:cNvSpPr/>
          <p:nvPr/>
        </p:nvSpPr>
        <p:spPr>
          <a:xfrm>
            <a:off x="3505205" y="5216506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内存地址 </a:t>
            </a:r>
            <a:r>
              <a:rPr lang="en-US" altLang="zh-CN" sz="1000" dirty="0">
                <a:solidFill>
                  <a:schemeClr val="tx1"/>
                </a:solidFill>
              </a:rPr>
              <a:t>Memory Address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35BFE-E9DA-4118-FA31-C5D4931A5E70}"/>
              </a:ext>
            </a:extLst>
          </p:cNvPr>
          <p:cNvSpPr/>
          <p:nvPr/>
        </p:nvSpPr>
        <p:spPr>
          <a:xfrm>
            <a:off x="3505205" y="563784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寄存器 </a:t>
            </a:r>
            <a:r>
              <a:rPr lang="en-US" altLang="zh-CN" sz="1000" dirty="0">
                <a:solidFill>
                  <a:schemeClr val="tx1"/>
                </a:solidFill>
              </a:rPr>
              <a:t>Register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13931A-5C26-B0C3-C48A-1556006AE29F}"/>
              </a:ext>
            </a:extLst>
          </p:cNvPr>
          <p:cNvSpPr/>
          <p:nvPr/>
        </p:nvSpPr>
        <p:spPr>
          <a:xfrm>
            <a:off x="3505205" y="4795165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立即数 </a:t>
            </a:r>
            <a:r>
              <a:rPr lang="en-US" altLang="zh-CN" sz="1000" dirty="0">
                <a:solidFill>
                  <a:schemeClr val="tx1"/>
                </a:solidFill>
              </a:rPr>
              <a:t>Immediate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63E9B-09C5-DE63-4AA3-381867E5160E}"/>
              </a:ext>
            </a:extLst>
          </p:cNvPr>
          <p:cNvSpPr/>
          <p:nvPr/>
        </p:nvSpPr>
        <p:spPr>
          <a:xfrm>
            <a:off x="3505205" y="6059189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堆栈 </a:t>
            </a:r>
            <a:r>
              <a:rPr lang="en-US" altLang="zh-CN" sz="1000" dirty="0">
                <a:solidFill>
                  <a:schemeClr val="tx1"/>
                </a:solidFill>
              </a:rPr>
              <a:t>Stack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044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27E5AD-8286-83D4-C6ED-155E9C880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32688"/>
              </p:ext>
            </p:extLst>
          </p:nvPr>
        </p:nvGraphicFramePr>
        <p:xfrm>
          <a:off x="2032000" y="2503642"/>
          <a:ext cx="3348000" cy="900000"/>
        </p:xfrm>
        <a:graphic>
          <a:graphicData uri="http://schemas.openxmlformats.org/drawingml/2006/table">
            <a:tbl>
              <a:tblPr firstRow="1" bandRow="1"/>
              <a:tblGrid>
                <a:gridCol w="418500">
                  <a:extLst>
                    <a:ext uri="{9D8B030D-6E8A-4147-A177-3AD203B41FA5}">
                      <a16:colId xmlns:a16="http://schemas.microsoft.com/office/drawing/2014/main" val="1036622043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7930507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640503298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411688004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602322577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33389478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65958921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527640167"/>
                    </a:ext>
                  </a:extLst>
                </a:gridCol>
              </a:tblGrid>
              <a:tr h="300000">
                <a:tc gridSpan="8"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byte</a:t>
                      </a:r>
                      <a:endParaRPr lang="zh-CN" altLang="en-US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86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bit</a:t>
                      </a:r>
                      <a:endParaRPr lang="zh-CN" altLang="en-US" sz="9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80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7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6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5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4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3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2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0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407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897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&lt;table&gt;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&lt;caption&gt;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&lt;thead&gt;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&lt;tbody&gt;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&lt;tfoot&gt;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&lt;th&gt;</a:t>
            </a:r>
            <a:endParaRPr lang="zh-CN" altLang="en-US" sz="100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&lt;form&gt;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&lt;label&gt;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&lt;input&gt;</a:t>
            </a:r>
            <a:endParaRPr lang="zh-CN" altLang="en-US" sz="10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&lt;textarea&gt;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&lt;button&gt;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&lt;select&gt;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Multimedia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&lt;svg</a:t>
            </a:r>
            <a:r>
              <a:rPr lang="en-US" altLang="zh-CN" sz="1000" dirty="0"/>
              <a:t>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&lt;figure&gt;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&lt;picture&gt;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alt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&lt;figcaption&gt;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title</a:t>
            </a:r>
            <a:endParaRPr lang="zh-CN" altLang="en-US" sz="1000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&lt;Img&gt;…</a:t>
            </a:r>
            <a:endParaRPr lang="zh-CN" altLang="en-US" sz="100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&lt;source&gt;</a:t>
            </a:r>
            <a:endParaRPr lang="zh-CN" altLang="en-US" sz="1000"/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&lt;canvas&gt;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&lt;video&gt;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&lt;audio&gt;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autoplay</a:t>
            </a:r>
            <a:endParaRPr lang="zh-CN" altLang="en-US" sz="100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controls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loop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muted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preload</a:t>
            </a:r>
            <a:endParaRPr lang="zh-CN" altLang="en-US" sz="1000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hidden</a:t>
            </a:r>
            <a:endParaRPr lang="zh-CN" altLang="en-US" sz="1000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poster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872000" cy="360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background-repeat</a:t>
            </a:r>
            <a:endParaRPr lang="zh-CN" altLang="en-US" sz="100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872000" cy="360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background-color</a:t>
            </a:r>
            <a:endParaRPr lang="zh-CN" altLang="en-US" sz="10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872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background-img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872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background-position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209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268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645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92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872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background-size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3021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872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background-clip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209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872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background-origin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209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872000" cy="360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background-attachment</a:t>
            </a:r>
            <a:endParaRPr lang="zh-CN" altLang="en-US" sz="1000"/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209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718159" y="3563330"/>
            <a:ext cx="1224000" cy="360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cartsView.vue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718159" y="1758192"/>
            <a:ext cx="1224000" cy="360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detailsView.vue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5128757" y="2761047"/>
            <a:ext cx="1152000" cy="360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cart.js</a:t>
            </a:r>
            <a:endParaRPr lang="zh-CN" altLang="en-US" sz="1000"/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942159" y="2941046"/>
            <a:ext cx="186598" cy="80228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942159" y="1938192"/>
            <a:ext cx="186598" cy="100285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467355" y="2159334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467355" y="2560476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getLists()</a:t>
            </a:r>
            <a:endParaRPr lang="zh-CN" altLang="en-US" sz="1000"/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80757" y="2339334"/>
            <a:ext cx="18659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280757" y="2941047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434725" y="1537050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459225" y="3362760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clearCarts</a:t>
            </a:r>
            <a:r>
              <a:rPr lang="en-US" altLang="zh-CN" sz="1000" dirty="0"/>
              <a:t>()</a:t>
            </a:r>
            <a:endParaRPr lang="zh-CN" altLang="en-US" sz="1000" dirty="0"/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6280757" y="2740476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80757" y="2941047"/>
            <a:ext cx="17846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467355" y="2961618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282725" y="1357050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282725" y="1758192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goodSelected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282725" y="2159334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434725" y="1938192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434725" y="1938192"/>
            <a:ext cx="28343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282725" y="2560476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282725" y="2961618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selectedLists</a:t>
            </a:r>
            <a:endParaRPr lang="zh-CN" altLang="en-US" sz="100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282725" y="3362760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isAll</a:t>
            </a:r>
            <a:endParaRPr lang="zh-CN" altLang="en-US" sz="1000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282725" y="3763902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count</a:t>
            </a:r>
            <a:endParaRPr lang="zh-CN" altLang="en-US" sz="1000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282725" y="416504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totalPrice</a:t>
            </a:r>
            <a:endParaRPr lang="zh-CN" altLang="en-US" sz="100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282725" y="456618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discountPrice</a:t>
            </a:r>
            <a:endParaRPr lang="zh-CN" altLang="en-US" sz="1000"/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434725" y="2740476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434725" y="3141618"/>
            <a:ext cx="283434" cy="60171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434725" y="3743330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434725" y="3542760"/>
            <a:ext cx="283434" cy="20057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434725" y="3743330"/>
            <a:ext cx="283434" cy="60171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434725" y="3743330"/>
            <a:ext cx="283434" cy="20057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Array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Normal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Iterator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Subtotal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Sort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static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instance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lpla">
      <a:majorFont>
        <a:latin typeface="Montserrat"/>
        <a:ea typeface="微软雅黑"/>
        <a:cs typeface=""/>
      </a:majorFont>
      <a:minorFont>
        <a:latin typeface="Montserra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3163</TotalTime>
  <Words>789</Words>
  <Application>Microsoft Office PowerPoint</Application>
  <PresentationFormat>宽屏</PresentationFormat>
  <Paragraphs>478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50" baseType="lpstr">
      <vt:lpstr>Great Vibes</vt:lpstr>
      <vt:lpstr>Quicksand</vt:lpstr>
      <vt:lpstr>Quicksand Light</vt:lpstr>
      <vt:lpstr>Quicksand Medium</vt:lpstr>
      <vt:lpstr>等线</vt:lpstr>
      <vt:lpstr>禹卫行书字体</vt:lpstr>
      <vt:lpstr>Arial</vt:lpstr>
      <vt:lpstr>Courier New</vt:lpstr>
      <vt:lpstr>Montserrat</vt:lpstr>
      <vt:lpstr>Poppins</vt:lpstr>
      <vt:lpstr>Roboto</vt:lpstr>
      <vt:lpstr>Roboto Mono Medium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256</cp:revision>
  <dcterms:created xsi:type="dcterms:W3CDTF">2024-09-22T03:10:12Z</dcterms:created>
  <dcterms:modified xsi:type="dcterms:W3CDTF">2026-05-13T12:24:17Z</dcterms:modified>
</cp:coreProperties>
</file>
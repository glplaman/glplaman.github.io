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ebp" ContentType="image/webp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70" r:id="rId2"/>
    <p:sldId id="291" r:id="rId3"/>
    <p:sldId id="289" r:id="rId4"/>
    <p:sldId id="290" r:id="rId5"/>
    <p:sldId id="258" r:id="rId6"/>
    <p:sldId id="259" r:id="rId7"/>
    <p:sldId id="260" r:id="rId8"/>
    <p:sldId id="269" r:id="rId9"/>
    <p:sldId id="261" r:id="rId10"/>
    <p:sldId id="262" r:id="rId11"/>
    <p:sldId id="263" r:id="rId12"/>
    <p:sldId id="265" r:id="rId13"/>
    <p:sldId id="266" r:id="rId14"/>
    <p:sldId id="267" r:id="rId15"/>
    <p:sldId id="273" r:id="rId16"/>
    <p:sldId id="271" r:id="rId17"/>
    <p:sldId id="268" r:id="rId18"/>
    <p:sldId id="281" r:id="rId19"/>
    <p:sldId id="282" r:id="rId20"/>
    <p:sldId id="283" r:id="rId21"/>
    <p:sldId id="284" r:id="rId22"/>
    <p:sldId id="274" r:id="rId23"/>
    <p:sldId id="276" r:id="rId24"/>
    <p:sldId id="277" r:id="rId25"/>
    <p:sldId id="278" r:id="rId26"/>
    <p:sldId id="279" r:id="rId27"/>
    <p:sldId id="285" r:id="rId28"/>
    <p:sldId id="280" r:id="rId29"/>
    <p:sldId id="264" r:id="rId30"/>
    <p:sldId id="272" r:id="rId31"/>
    <p:sldId id="256" r:id="rId32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8854D0"/>
    <a:srgbClr val="FFFFFF"/>
    <a:srgbClr val="3CBFD1"/>
    <a:srgbClr val="E53A58"/>
    <a:srgbClr val="20BD6A"/>
    <a:srgbClr val="EB3B5A"/>
    <a:srgbClr val="20BF6B"/>
    <a:srgbClr val="3DC0D2"/>
    <a:srgbClr val="5891C5"/>
    <a:srgbClr val="A9D18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无样式，无网格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987" autoAdjust="0"/>
    <p:restoredTop sz="94660"/>
  </p:normalViewPr>
  <p:slideViewPr>
    <p:cSldViewPr snapToGrid="0">
      <p:cViewPr varScale="1">
        <p:scale>
          <a:sx n="107" d="100"/>
          <a:sy n="107" d="100"/>
        </p:scale>
        <p:origin x="696" y="1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theme" Target="theme/theme1.xml"/><Relationship Id="rId8" Type="http://schemas.openxmlformats.org/officeDocument/2006/relationships/slide" Target="slides/slide7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D50E6B6D-B76B-D13E-5473-293AE34EF2E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E86D327F-0A4D-18A3-BC99-19D93ED6FA0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单击此处编辑母版副标题样式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E86C525C-07FF-2E8C-E035-A94A6854E36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F7C65B-F23F-479A-8AFF-E7E0FC962F06}" type="datetimeFigureOut">
              <a:rPr lang="zh-CN" altLang="en-US" smtClean="0"/>
              <a:t>2026/1/29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4AE42403-2107-C55C-1C42-96233D3DC5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350E4844-7027-DD17-83EF-29797F1AAA9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772A92-AE56-449F-941E-9483E49486F8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30379114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90C6F887-4487-734B-E5A6-0B0F114E74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DF74FB60-F004-BD42-45B3-07C812A597D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606E2B9B-017C-09EA-2A92-C6D26D11653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F7C65B-F23F-479A-8AFF-E7E0FC962F06}" type="datetimeFigureOut">
              <a:rPr lang="zh-CN" altLang="en-US" smtClean="0"/>
              <a:t>2026/1/29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AECCBA40-6CE3-34BB-6C30-B39CE07FA8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C66EC0E6-3CD0-16C9-7624-756F7088D4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772A92-AE56-449F-941E-9483E49486F8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17827786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C9F168BB-2EA1-53F8-511C-07E45271CE1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70F2B671-B88D-EECB-9082-48BB30B2011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912BB892-60F3-285C-7CF5-E5CB45B4A2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F7C65B-F23F-479A-8AFF-E7E0FC962F06}" type="datetimeFigureOut">
              <a:rPr lang="zh-CN" altLang="en-US" smtClean="0"/>
              <a:t>2026/1/29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16D71AD8-AC28-DA47-5A93-1292752A613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ED259E66-5EC8-6089-133E-7556D36CDF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772A92-AE56-449F-941E-9483E49486F8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7934808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0319BB76-94A5-8E58-8547-09B952D35C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D25DD233-1FE3-F6D3-9BE1-9720F20E47B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F7AA8855-3109-4F72-9FFD-5DC0EE20CF5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EDEF70AC-A1BD-6F21-2EE4-7B29DC5A92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F7C65B-F23F-479A-8AFF-E7E0FC962F06}" type="datetimeFigureOut">
              <a:rPr lang="zh-CN" altLang="en-US" smtClean="0"/>
              <a:t>2026/1/29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F9BC63A9-835C-37CF-B510-7F9FA9B446D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8ABE42F3-34F2-1992-6847-44F14CE7BA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772A92-AE56-449F-941E-9483E49486F8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76998247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8F1D1147-3BF0-9C4C-4A38-516A6739201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E57B3A2D-B41B-18DB-C6B2-0ACE1771F06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24E02BA8-F0F5-5835-CC2F-357D6BE16AD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文本占位符 4">
            <a:extLst>
              <a:ext uri="{FF2B5EF4-FFF2-40B4-BE49-F238E27FC236}">
                <a16:creationId xmlns:a16="http://schemas.microsoft.com/office/drawing/2014/main" id="{F97A5EAD-DDB8-8C19-69BB-52016F95A14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内容占位符 5">
            <a:extLst>
              <a:ext uri="{FF2B5EF4-FFF2-40B4-BE49-F238E27FC236}">
                <a16:creationId xmlns:a16="http://schemas.microsoft.com/office/drawing/2014/main" id="{F6D1E676-2137-D336-5F87-2FA6574E6140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7" name="日期占位符 6">
            <a:extLst>
              <a:ext uri="{FF2B5EF4-FFF2-40B4-BE49-F238E27FC236}">
                <a16:creationId xmlns:a16="http://schemas.microsoft.com/office/drawing/2014/main" id="{3DDEC01A-CD8B-8FF9-289C-F2AC382E7A8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F7C65B-F23F-479A-8AFF-E7E0FC962F06}" type="datetimeFigureOut">
              <a:rPr lang="zh-CN" altLang="en-US" smtClean="0"/>
              <a:t>2026/1/29</a:t>
            </a:fld>
            <a:endParaRPr lang="zh-CN" altLang="en-US"/>
          </a:p>
        </p:txBody>
      </p:sp>
      <p:sp>
        <p:nvSpPr>
          <p:cNvPr id="8" name="页脚占位符 7">
            <a:extLst>
              <a:ext uri="{FF2B5EF4-FFF2-40B4-BE49-F238E27FC236}">
                <a16:creationId xmlns:a16="http://schemas.microsoft.com/office/drawing/2014/main" id="{D7E88FEA-06FE-D372-DF46-9DBAB0B8DFC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>
            <a:extLst>
              <a:ext uri="{FF2B5EF4-FFF2-40B4-BE49-F238E27FC236}">
                <a16:creationId xmlns:a16="http://schemas.microsoft.com/office/drawing/2014/main" id="{BF6D071C-1098-BABD-1C8A-7FCBC28DFA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772A92-AE56-449F-941E-9483E49486F8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69775554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CED5350F-B4DB-8F9B-61A6-E2E2D4E752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日期占位符 2">
            <a:extLst>
              <a:ext uri="{FF2B5EF4-FFF2-40B4-BE49-F238E27FC236}">
                <a16:creationId xmlns:a16="http://schemas.microsoft.com/office/drawing/2014/main" id="{AF00984C-F300-E399-4A81-DF344BC8B56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F7C65B-F23F-479A-8AFF-E7E0FC962F06}" type="datetimeFigureOut">
              <a:rPr lang="zh-CN" altLang="en-US" smtClean="0"/>
              <a:t>2026/1/29</a:t>
            </a:fld>
            <a:endParaRPr lang="zh-CN" altLang="en-US"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FCDF9071-8CD6-9DEE-DDB0-D027C4D364F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32E7E231-A77F-7548-4D2F-901C947B4E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772A92-AE56-449F-941E-9483E49486F8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07426142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>
            <a:extLst>
              <a:ext uri="{FF2B5EF4-FFF2-40B4-BE49-F238E27FC236}">
                <a16:creationId xmlns:a16="http://schemas.microsoft.com/office/drawing/2014/main" id="{80754C35-C979-F8D3-22F1-448B64E13A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F7C65B-F23F-479A-8AFF-E7E0FC962F06}" type="datetimeFigureOut">
              <a:rPr lang="zh-CN" altLang="en-US" smtClean="0"/>
              <a:t>2026/1/29</a:t>
            </a:fld>
            <a:endParaRPr lang="zh-CN" altLang="en-US"/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3CC43663-8007-F702-0DE9-4508E059B7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FE5DAB64-8041-01EF-5568-20B9B5EBB1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772A92-AE56-449F-941E-9483E49486F8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6964255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76026BA8-E9B5-025D-DF38-BCF860355B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162E322F-B544-1178-865A-3CC1FFDC576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F2487D3F-2F31-706E-8E3C-8AD60D22E4A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5C169F79-C3AE-BCEC-6F71-A87C4B12EEF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F7C65B-F23F-479A-8AFF-E7E0FC962F06}" type="datetimeFigureOut">
              <a:rPr lang="zh-CN" altLang="en-US" smtClean="0"/>
              <a:t>2026/1/29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809F4CDD-A3FE-86C8-CDC4-8CA346023C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7B87D74B-C679-9EA2-AE28-00CA603635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772A92-AE56-449F-941E-9483E49486F8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43029255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59753D81-0822-55E9-8779-20E2EDB20C3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图片占位符 2">
            <a:extLst>
              <a:ext uri="{FF2B5EF4-FFF2-40B4-BE49-F238E27FC236}">
                <a16:creationId xmlns:a16="http://schemas.microsoft.com/office/drawing/2014/main" id="{40674929-61B1-50F9-54B7-17255E475BD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5803FF46-59E0-574A-3482-D028B475F9B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72806E19-AB71-0701-D9D7-32B4C60BC54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F7C65B-F23F-479A-8AFF-E7E0FC962F06}" type="datetimeFigureOut">
              <a:rPr lang="zh-CN" altLang="en-US" smtClean="0"/>
              <a:t>2026/1/29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BF2FC6AF-A091-FB70-71D2-6C41C253ED1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4EFAC0AC-694C-77B4-6003-3C2CCE78DD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772A92-AE56-449F-941E-9483E49486F8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23588110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F79750C0-A656-9420-227E-66AB0F7209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C866349C-AD81-146C-8D84-E2F8EDEBB66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BDAD680C-769C-89A8-2EE2-C6739DE414F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F7C65B-F23F-479A-8AFF-E7E0FC962F06}" type="datetimeFigureOut">
              <a:rPr lang="zh-CN" altLang="en-US" smtClean="0"/>
              <a:t>2026/1/29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D65AD39F-8A7B-B959-59DB-C3335ED075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DBD26745-2D59-59EC-4ED9-2FC63D0588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772A92-AE56-449F-941E-9483E49486F8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9197437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>
            <a:extLst>
              <a:ext uri="{FF2B5EF4-FFF2-40B4-BE49-F238E27FC236}">
                <a16:creationId xmlns:a16="http://schemas.microsoft.com/office/drawing/2014/main" id="{DDA09CF3-E9C7-AE4A-28EE-C414BA2C74C8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34C68C99-E6BE-EA61-5F5B-FDD11204289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49FDE8E9-BFE1-192F-7573-C04A6542D5D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F7C65B-F23F-479A-8AFF-E7E0FC962F06}" type="datetimeFigureOut">
              <a:rPr lang="zh-CN" altLang="en-US" smtClean="0"/>
              <a:t>2026/1/29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6ED2D03A-C687-EF3A-1BC4-2590A09BD31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88B79896-41C6-F272-8ED1-36C6B3BB70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772A92-AE56-449F-941E-9483E49486F8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10259062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>
            <a:extLst>
              <a:ext uri="{FF2B5EF4-FFF2-40B4-BE49-F238E27FC236}">
                <a16:creationId xmlns:a16="http://schemas.microsoft.com/office/drawing/2014/main" id="{EB5545B7-D665-8B15-3261-DA2BC205C5C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A9CA85D5-9F97-C96A-A67A-CC316A27CE3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EB7337F7-3985-E411-5696-DD6F08143FE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0F7C65B-F23F-479A-8AFF-E7E0FC962F06}" type="datetimeFigureOut">
              <a:rPr lang="zh-CN" altLang="en-US" smtClean="0"/>
              <a:t>2026/1/29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DA937700-EEEE-2C99-E439-6C5E620BA57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276C2C7B-BF2E-AB5B-87ED-03CFA5A0E88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D772A92-AE56-449F-941E-9483E49486F8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36964068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webp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12784C53-BFA5-5113-457B-3F9CFE00985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167554" y="0"/>
            <a:ext cx="3856892" cy="685800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99B6DCC9-8EA6-6763-1964-406022EB4852}"/>
              </a:ext>
            </a:extLst>
          </p:cNvPr>
          <p:cNvSpPr txBox="1"/>
          <p:nvPr/>
        </p:nvSpPr>
        <p:spPr>
          <a:xfrm>
            <a:off x="6902498" y="4498950"/>
            <a:ext cx="1005403" cy="584775"/>
          </a:xfrm>
          <a:prstGeom prst="rect">
            <a:avLst/>
          </a:prstGeom>
          <a:noFill/>
        </p:spPr>
        <p:txBody>
          <a:bodyPr vert="horz" wrap="none" rtlCol="0">
            <a:spAutoFit/>
          </a:bodyPr>
          <a:lstStyle/>
          <a:p>
            <a:r>
              <a:rPr lang="zh-CN" altLang="en-US" sz="3200">
                <a:solidFill>
                  <a:schemeClr val="bg1"/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latin typeface="禹卫行书字体" panose="02000603000000000000" pitchFamily="2" charset="-122"/>
                <a:ea typeface="禹卫行书字体" panose="02000603000000000000" pitchFamily="2" charset="-122"/>
              </a:rPr>
              <a:t>夏至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610FF4D-EE92-3A21-3B40-7E1C70EE290E}"/>
              </a:ext>
            </a:extLst>
          </p:cNvPr>
          <p:cNvSpPr txBox="1"/>
          <p:nvPr/>
        </p:nvSpPr>
        <p:spPr>
          <a:xfrm>
            <a:off x="6416313" y="4771710"/>
            <a:ext cx="1608133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4000" dirty="0">
                <a:solidFill>
                  <a:schemeClr val="bg1"/>
                </a:solidFill>
                <a:latin typeface="Great Vibes" panose="02000507080000020002" pitchFamily="2" charset="0"/>
                <a:cs typeface="Poppins" panose="00000500000000000000" pitchFamily="2" charset="0"/>
              </a:rPr>
              <a:t>Summer</a:t>
            </a:r>
            <a:endParaRPr lang="zh-CN" altLang="en-US" sz="4000">
              <a:solidFill>
                <a:schemeClr val="bg1"/>
              </a:solidFill>
              <a:latin typeface="Great Vibes" panose="02000507080000020002" pitchFamily="2" charset="0"/>
              <a:cs typeface="Poppins" panose="000005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568916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表格 2">
            <a:extLst>
              <a:ext uri="{FF2B5EF4-FFF2-40B4-BE49-F238E27FC236}">
                <a16:creationId xmlns:a16="http://schemas.microsoft.com/office/drawing/2014/main" id="{0827E5AD-8286-83D4-C6ED-155E9C880C9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85732688"/>
              </p:ext>
            </p:extLst>
          </p:nvPr>
        </p:nvGraphicFramePr>
        <p:xfrm>
          <a:off x="2032000" y="2503642"/>
          <a:ext cx="3348000" cy="900000"/>
        </p:xfrm>
        <a:graphic>
          <a:graphicData uri="http://schemas.openxmlformats.org/drawingml/2006/table">
            <a:tbl>
              <a:tblPr firstRow="1" bandRow="1"/>
              <a:tblGrid>
                <a:gridCol w="418500">
                  <a:extLst>
                    <a:ext uri="{9D8B030D-6E8A-4147-A177-3AD203B41FA5}">
                      <a16:colId xmlns:a16="http://schemas.microsoft.com/office/drawing/2014/main" val="1036622043"/>
                    </a:ext>
                  </a:extLst>
                </a:gridCol>
                <a:gridCol w="418500">
                  <a:extLst>
                    <a:ext uri="{9D8B030D-6E8A-4147-A177-3AD203B41FA5}">
                      <a16:colId xmlns:a16="http://schemas.microsoft.com/office/drawing/2014/main" val="1479305070"/>
                    </a:ext>
                  </a:extLst>
                </a:gridCol>
                <a:gridCol w="418500">
                  <a:extLst>
                    <a:ext uri="{9D8B030D-6E8A-4147-A177-3AD203B41FA5}">
                      <a16:colId xmlns:a16="http://schemas.microsoft.com/office/drawing/2014/main" val="2640503298"/>
                    </a:ext>
                  </a:extLst>
                </a:gridCol>
                <a:gridCol w="418500">
                  <a:extLst>
                    <a:ext uri="{9D8B030D-6E8A-4147-A177-3AD203B41FA5}">
                      <a16:colId xmlns:a16="http://schemas.microsoft.com/office/drawing/2014/main" val="2411688004"/>
                    </a:ext>
                  </a:extLst>
                </a:gridCol>
                <a:gridCol w="418500">
                  <a:extLst>
                    <a:ext uri="{9D8B030D-6E8A-4147-A177-3AD203B41FA5}">
                      <a16:colId xmlns:a16="http://schemas.microsoft.com/office/drawing/2014/main" val="3602322577"/>
                    </a:ext>
                  </a:extLst>
                </a:gridCol>
                <a:gridCol w="418500">
                  <a:extLst>
                    <a:ext uri="{9D8B030D-6E8A-4147-A177-3AD203B41FA5}">
                      <a16:colId xmlns:a16="http://schemas.microsoft.com/office/drawing/2014/main" val="2333894780"/>
                    </a:ext>
                  </a:extLst>
                </a:gridCol>
                <a:gridCol w="418500">
                  <a:extLst>
                    <a:ext uri="{9D8B030D-6E8A-4147-A177-3AD203B41FA5}">
                      <a16:colId xmlns:a16="http://schemas.microsoft.com/office/drawing/2014/main" val="1465958921"/>
                    </a:ext>
                  </a:extLst>
                </a:gridCol>
                <a:gridCol w="418500">
                  <a:extLst>
                    <a:ext uri="{9D8B030D-6E8A-4147-A177-3AD203B41FA5}">
                      <a16:colId xmlns:a16="http://schemas.microsoft.com/office/drawing/2014/main" val="3527640167"/>
                    </a:ext>
                  </a:extLst>
                </a:gridCol>
              </a:tblGrid>
              <a:tr h="300000">
                <a:tc gridSpan="8">
                  <a:txBody>
                    <a:bodyPr/>
                    <a:lstStyle/>
                    <a:p>
                      <a:pPr algn="ctr"/>
                      <a:r>
                        <a:rPr lang="en-US" altLang="zh-CN" sz="900" dirty="0"/>
                        <a:t>1 byte</a:t>
                      </a:r>
                      <a:endParaRPr lang="zh-CN" altLang="en-US" sz="900" dirty="0"/>
                    </a:p>
                  </a:txBody>
                  <a:tcPr anchor="ctr"/>
                </a:tc>
                <a:tc hMerge="1"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47386269"/>
                  </a:ext>
                </a:extLst>
              </a:tr>
              <a:tr h="30000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CN" sz="9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等线" panose="020F0502020204030204"/>
                          <a:ea typeface="等线" panose="02010600030101010101" pitchFamily="2" charset="-122"/>
                          <a:cs typeface="+mn-cs"/>
                        </a:rPr>
                        <a:t>1 bit</a:t>
                      </a:r>
                      <a:endParaRPr kumimoji="0" lang="zh-CN" altLang="en-US" sz="9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等线" panose="020F0502020204030204"/>
                        <a:ea typeface="等线" panose="02010600030101010101" pitchFamily="2" charset="-122"/>
                        <a:cs typeface="+mn-cs"/>
                      </a:endParaRPr>
                    </a:p>
                  </a:txBody>
                  <a:tcPr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CN" sz="9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等线" panose="020F0502020204030204"/>
                          <a:ea typeface="等线" panose="02010600030101010101" pitchFamily="2" charset="-122"/>
                          <a:cs typeface="+mn-cs"/>
                        </a:rPr>
                        <a:t>1 bit</a:t>
                      </a:r>
                      <a:endParaRPr kumimoji="0" lang="zh-CN" altLang="en-US" sz="9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等线" panose="020F0502020204030204"/>
                        <a:ea typeface="等线" panose="02010600030101010101" pitchFamily="2" charset="-122"/>
                        <a:cs typeface="+mn-cs"/>
                      </a:endParaRPr>
                    </a:p>
                  </a:txBody>
                  <a:tcPr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CN" sz="9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等线" panose="020F0502020204030204"/>
                          <a:ea typeface="等线" panose="02010600030101010101" pitchFamily="2" charset="-122"/>
                          <a:cs typeface="+mn-cs"/>
                        </a:rPr>
                        <a:t>1 bit</a:t>
                      </a:r>
                      <a:endParaRPr kumimoji="0" lang="zh-CN" altLang="en-US" sz="9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等线" panose="020F0502020204030204"/>
                        <a:ea typeface="等线" panose="02010600030101010101" pitchFamily="2" charset="-122"/>
                        <a:cs typeface="+mn-cs"/>
                      </a:endParaRPr>
                    </a:p>
                  </a:txBody>
                  <a:tcPr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CN" sz="9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等线" panose="020F0502020204030204"/>
                          <a:ea typeface="等线" panose="02010600030101010101" pitchFamily="2" charset="-122"/>
                          <a:cs typeface="+mn-cs"/>
                        </a:rPr>
                        <a:t>1 bit</a:t>
                      </a:r>
                      <a:endParaRPr kumimoji="0" lang="zh-CN" altLang="en-US" sz="9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等线" panose="020F0502020204030204"/>
                        <a:ea typeface="等线" panose="02010600030101010101" pitchFamily="2" charset="-122"/>
                        <a:cs typeface="+mn-cs"/>
                      </a:endParaRPr>
                    </a:p>
                  </a:txBody>
                  <a:tcPr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CN" sz="9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等线" panose="020F0502020204030204"/>
                          <a:ea typeface="等线" panose="02010600030101010101" pitchFamily="2" charset="-122"/>
                          <a:cs typeface="+mn-cs"/>
                        </a:rPr>
                        <a:t>1 bit</a:t>
                      </a:r>
                      <a:endParaRPr kumimoji="0" lang="zh-CN" altLang="en-US" sz="9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等线" panose="020F0502020204030204"/>
                        <a:ea typeface="等线" panose="02010600030101010101" pitchFamily="2" charset="-122"/>
                        <a:cs typeface="+mn-cs"/>
                      </a:endParaRPr>
                    </a:p>
                  </a:txBody>
                  <a:tcPr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CN" sz="9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等线" panose="020F0502020204030204"/>
                          <a:ea typeface="等线" panose="02010600030101010101" pitchFamily="2" charset="-122"/>
                          <a:cs typeface="+mn-cs"/>
                        </a:rPr>
                        <a:t>1 bit</a:t>
                      </a:r>
                      <a:endParaRPr kumimoji="0" lang="zh-CN" altLang="en-US" sz="9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等线" panose="020F0502020204030204"/>
                        <a:ea typeface="等线" panose="02010600030101010101" pitchFamily="2" charset="-122"/>
                        <a:cs typeface="+mn-cs"/>
                      </a:endParaRPr>
                    </a:p>
                  </a:txBody>
                  <a:tcPr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CN" sz="9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等线" panose="020F0502020204030204"/>
                          <a:ea typeface="等线" panose="02010600030101010101" pitchFamily="2" charset="-122"/>
                          <a:cs typeface="+mn-cs"/>
                        </a:rPr>
                        <a:t>1 bit</a:t>
                      </a:r>
                      <a:endParaRPr kumimoji="0" lang="zh-CN" altLang="en-US" sz="9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等线" panose="020F0502020204030204"/>
                        <a:ea typeface="等线" panose="02010600030101010101" pitchFamily="2" charset="-122"/>
                        <a:cs typeface="+mn-cs"/>
                      </a:endParaRPr>
                    </a:p>
                  </a:txBody>
                  <a:tcPr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900" dirty="0"/>
                        <a:t>1 bit</a:t>
                      </a:r>
                      <a:endParaRPr lang="zh-CN" altLang="en-US" sz="900" dirty="0"/>
                    </a:p>
                  </a:txBody>
                  <a:tcPr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23780269"/>
                  </a:ext>
                </a:extLst>
              </a:tr>
              <a:tr h="30000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900" dirty="0"/>
                        <a:t>7</a:t>
                      </a:r>
                      <a:endParaRPr lang="zh-CN" altLang="en-US" sz="900" dirty="0"/>
                    </a:p>
                  </a:txBody>
                  <a:tcPr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900" dirty="0"/>
                        <a:t>6</a:t>
                      </a:r>
                      <a:endParaRPr lang="zh-CN" altLang="en-US" sz="900" dirty="0"/>
                    </a:p>
                  </a:txBody>
                  <a:tcPr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900" dirty="0"/>
                        <a:t>5</a:t>
                      </a:r>
                      <a:endParaRPr lang="zh-CN" altLang="en-US" sz="900" dirty="0"/>
                    </a:p>
                  </a:txBody>
                  <a:tcPr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900" dirty="0"/>
                        <a:t>4</a:t>
                      </a:r>
                      <a:endParaRPr lang="zh-CN" altLang="en-US" sz="900" dirty="0"/>
                    </a:p>
                  </a:txBody>
                  <a:tcPr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900" dirty="0"/>
                        <a:t>3</a:t>
                      </a:r>
                      <a:endParaRPr lang="zh-CN" altLang="en-US" sz="900" dirty="0"/>
                    </a:p>
                  </a:txBody>
                  <a:tcPr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900" dirty="0"/>
                        <a:t>2</a:t>
                      </a:r>
                      <a:endParaRPr lang="zh-CN" altLang="en-US" sz="900" dirty="0"/>
                    </a:p>
                  </a:txBody>
                  <a:tcPr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900" dirty="0"/>
                        <a:t>1</a:t>
                      </a:r>
                      <a:endParaRPr lang="zh-CN" altLang="en-US" sz="900" dirty="0"/>
                    </a:p>
                  </a:txBody>
                  <a:tcPr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900" dirty="0"/>
                        <a:t>0</a:t>
                      </a:r>
                      <a:endParaRPr lang="zh-CN" altLang="en-US" sz="900" dirty="0"/>
                    </a:p>
                  </a:txBody>
                  <a:tcPr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63407399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24889781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>
            <a:extLst>
              <a:ext uri="{FF2B5EF4-FFF2-40B4-BE49-F238E27FC236}">
                <a16:creationId xmlns:a16="http://schemas.microsoft.com/office/drawing/2014/main" id="{02D4B95B-4837-314F-E44F-1B98868454D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848100" y="1943100"/>
            <a:ext cx="4495800" cy="2971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矩形 1">
            <a:extLst>
              <a:ext uri="{FF2B5EF4-FFF2-40B4-BE49-F238E27FC236}">
                <a16:creationId xmlns:a16="http://schemas.microsoft.com/office/drawing/2014/main" id="{82FB5D9D-1EED-E402-9A5B-9D01D36FAD12}"/>
              </a:ext>
            </a:extLst>
          </p:cNvPr>
          <p:cNvSpPr/>
          <p:nvPr/>
        </p:nvSpPr>
        <p:spPr>
          <a:xfrm>
            <a:off x="6409765" y="4312024"/>
            <a:ext cx="2393576" cy="77992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44551134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第十八天 PPPoE原理和配置_当用户希望建立pppoe连接时,首先会发送什么类型的ppp报文-CSDN博客">
            <a:extLst>
              <a:ext uri="{FF2B5EF4-FFF2-40B4-BE49-F238E27FC236}">
                <a16:creationId xmlns:a16="http://schemas.microsoft.com/office/drawing/2014/main" id="{C6C94040-E0BC-6343-0359-493FEFBAA89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811182" y="1407458"/>
            <a:ext cx="6480000" cy="382897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矩形 1">
            <a:extLst>
              <a:ext uri="{FF2B5EF4-FFF2-40B4-BE49-F238E27FC236}">
                <a16:creationId xmlns:a16="http://schemas.microsoft.com/office/drawing/2014/main" id="{19D45507-CD22-C66C-A849-86CD58600BEF}"/>
              </a:ext>
            </a:extLst>
          </p:cNvPr>
          <p:cNvSpPr/>
          <p:nvPr/>
        </p:nvSpPr>
        <p:spPr>
          <a:xfrm>
            <a:off x="6938682" y="4421023"/>
            <a:ext cx="2393576" cy="77992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93820486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: 圆角 1">
            <a:extLst>
              <a:ext uri="{FF2B5EF4-FFF2-40B4-BE49-F238E27FC236}">
                <a16:creationId xmlns:a16="http://schemas.microsoft.com/office/drawing/2014/main" id="{797F6B51-F2A4-1F52-B525-B119B11E43B7}"/>
              </a:ext>
            </a:extLst>
          </p:cNvPr>
          <p:cNvSpPr/>
          <p:nvPr/>
        </p:nvSpPr>
        <p:spPr>
          <a:xfrm>
            <a:off x="2611582" y="3142550"/>
            <a:ext cx="1080000" cy="216000"/>
          </a:xfrm>
          <a:prstGeom prst="roundRect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 dirty="0">
                <a:latin typeface="Quicksand Light" panose="00000400000000000000" pitchFamily="2" charset="0"/>
              </a:rPr>
              <a:t>&lt;table&gt;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sp>
        <p:nvSpPr>
          <p:cNvPr id="3" name="矩形: 圆角 2">
            <a:extLst>
              <a:ext uri="{FF2B5EF4-FFF2-40B4-BE49-F238E27FC236}">
                <a16:creationId xmlns:a16="http://schemas.microsoft.com/office/drawing/2014/main" id="{F73B3E66-69AB-3336-40D5-F3BEDEE3263A}"/>
              </a:ext>
            </a:extLst>
          </p:cNvPr>
          <p:cNvSpPr/>
          <p:nvPr/>
        </p:nvSpPr>
        <p:spPr>
          <a:xfrm>
            <a:off x="3927709" y="2217112"/>
            <a:ext cx="900000" cy="216000"/>
          </a:xfrm>
          <a:prstGeom prst="roundRect">
            <a:avLst/>
          </a:prstGeom>
          <a:solidFill>
            <a:srgbClr val="4472C4">
              <a:alpha val="89804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 dirty="0">
                <a:latin typeface="Quicksand Light" panose="00000400000000000000" pitchFamily="2" charset="0"/>
              </a:rPr>
              <a:t>&lt;caption&gt;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sp>
        <p:nvSpPr>
          <p:cNvPr id="4" name="矩形: 圆角 3">
            <a:extLst>
              <a:ext uri="{FF2B5EF4-FFF2-40B4-BE49-F238E27FC236}">
                <a16:creationId xmlns:a16="http://schemas.microsoft.com/office/drawing/2014/main" id="{0596E695-765B-68B5-C900-FFE2E7915C23}"/>
              </a:ext>
            </a:extLst>
          </p:cNvPr>
          <p:cNvSpPr/>
          <p:nvPr/>
        </p:nvSpPr>
        <p:spPr>
          <a:xfrm>
            <a:off x="3927709" y="2855550"/>
            <a:ext cx="900000" cy="216000"/>
          </a:xfrm>
          <a:prstGeom prst="roundRect">
            <a:avLst/>
          </a:prstGeom>
          <a:solidFill>
            <a:srgbClr val="F6A04D">
              <a:alpha val="89804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 dirty="0">
                <a:latin typeface="Quicksand Light" panose="00000400000000000000" pitchFamily="2" charset="0"/>
              </a:rPr>
              <a:t>&lt;</a:t>
            </a:r>
            <a:r>
              <a:rPr lang="en-US" altLang="zh-CN" sz="800" dirty="0" err="1">
                <a:latin typeface="Quicksand Light" panose="00000400000000000000" pitchFamily="2" charset="0"/>
              </a:rPr>
              <a:t>thead</a:t>
            </a:r>
            <a:r>
              <a:rPr lang="en-US" altLang="zh-CN" sz="800">
                <a:latin typeface="Quicksand Light" panose="00000400000000000000" pitchFamily="2" charset="0"/>
              </a:rPr>
              <a:t>&gt;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sp>
        <p:nvSpPr>
          <p:cNvPr id="5" name="矩形: 圆角 4">
            <a:extLst>
              <a:ext uri="{FF2B5EF4-FFF2-40B4-BE49-F238E27FC236}">
                <a16:creationId xmlns:a16="http://schemas.microsoft.com/office/drawing/2014/main" id="{02EB47C9-057A-4EF8-A2BF-4D0134159B27}"/>
              </a:ext>
            </a:extLst>
          </p:cNvPr>
          <p:cNvSpPr/>
          <p:nvPr/>
        </p:nvSpPr>
        <p:spPr>
          <a:xfrm>
            <a:off x="3927709" y="3429550"/>
            <a:ext cx="900000" cy="216000"/>
          </a:xfrm>
          <a:prstGeom prst="roundRect">
            <a:avLst/>
          </a:prstGeom>
          <a:solidFill>
            <a:srgbClr val="F9423A">
              <a:alpha val="89804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&lt;tbody&gt;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sp>
        <p:nvSpPr>
          <p:cNvPr id="6" name="矩形: 圆角 5">
            <a:extLst>
              <a:ext uri="{FF2B5EF4-FFF2-40B4-BE49-F238E27FC236}">
                <a16:creationId xmlns:a16="http://schemas.microsoft.com/office/drawing/2014/main" id="{9A98E275-1E96-FAB7-F617-AE6834538469}"/>
              </a:ext>
            </a:extLst>
          </p:cNvPr>
          <p:cNvSpPr/>
          <p:nvPr/>
        </p:nvSpPr>
        <p:spPr>
          <a:xfrm>
            <a:off x="3927709" y="3992950"/>
            <a:ext cx="900000" cy="216000"/>
          </a:xfrm>
          <a:prstGeom prst="roundRect">
            <a:avLst/>
          </a:prstGeom>
          <a:solidFill>
            <a:srgbClr val="00BC7B">
              <a:alpha val="89804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&lt;tfoot&gt;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sp>
        <p:nvSpPr>
          <p:cNvPr id="7" name="矩形: 圆角 6">
            <a:extLst>
              <a:ext uri="{FF2B5EF4-FFF2-40B4-BE49-F238E27FC236}">
                <a16:creationId xmlns:a16="http://schemas.microsoft.com/office/drawing/2014/main" id="{1364CE8F-F9FF-ED29-6F39-C09735082C89}"/>
              </a:ext>
            </a:extLst>
          </p:cNvPr>
          <p:cNvSpPr/>
          <p:nvPr/>
        </p:nvSpPr>
        <p:spPr>
          <a:xfrm>
            <a:off x="4988680" y="2729550"/>
            <a:ext cx="720000" cy="216000"/>
          </a:xfrm>
          <a:prstGeom prst="roundRect">
            <a:avLst/>
          </a:prstGeom>
          <a:solidFill>
            <a:srgbClr val="FDECDB">
              <a:alpha val="89804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&lt;tr&gt;</a:t>
            </a:r>
            <a:endParaRPr lang="zh-CN" altLang="en-US" sz="80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sp>
        <p:nvSpPr>
          <p:cNvPr id="8" name="矩形: 圆角 7">
            <a:extLst>
              <a:ext uri="{FF2B5EF4-FFF2-40B4-BE49-F238E27FC236}">
                <a16:creationId xmlns:a16="http://schemas.microsoft.com/office/drawing/2014/main" id="{41E16CF2-21EE-CCD8-6CF8-C9DF7E974007}"/>
              </a:ext>
            </a:extLst>
          </p:cNvPr>
          <p:cNvSpPr/>
          <p:nvPr/>
        </p:nvSpPr>
        <p:spPr>
          <a:xfrm>
            <a:off x="4988680" y="2981550"/>
            <a:ext cx="720000" cy="216000"/>
          </a:xfrm>
          <a:prstGeom prst="roundRect">
            <a:avLst/>
          </a:prstGeom>
          <a:solidFill>
            <a:srgbClr val="FDECDB">
              <a:alpha val="89804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&lt;th&gt;</a:t>
            </a:r>
            <a:endParaRPr lang="zh-CN" altLang="en-US" sz="80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sp>
        <p:nvSpPr>
          <p:cNvPr id="9" name="矩形: 圆角 8">
            <a:extLst>
              <a:ext uri="{FF2B5EF4-FFF2-40B4-BE49-F238E27FC236}">
                <a16:creationId xmlns:a16="http://schemas.microsoft.com/office/drawing/2014/main" id="{F36CB3ED-C818-AA5A-27A7-5D321CF65E6F}"/>
              </a:ext>
            </a:extLst>
          </p:cNvPr>
          <p:cNvSpPr/>
          <p:nvPr/>
        </p:nvSpPr>
        <p:spPr>
          <a:xfrm>
            <a:off x="4988680" y="3303550"/>
            <a:ext cx="720000" cy="216000"/>
          </a:xfrm>
          <a:prstGeom prst="roundRect">
            <a:avLst/>
          </a:prstGeom>
          <a:solidFill>
            <a:srgbClr val="FED9D8">
              <a:alpha val="89804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&lt;tr&gt;</a:t>
            </a:r>
            <a:endParaRPr lang="zh-CN" altLang="en-US" sz="80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sp>
        <p:nvSpPr>
          <p:cNvPr id="10" name="矩形: 圆角 9">
            <a:extLst>
              <a:ext uri="{FF2B5EF4-FFF2-40B4-BE49-F238E27FC236}">
                <a16:creationId xmlns:a16="http://schemas.microsoft.com/office/drawing/2014/main" id="{4DF699C5-ADF4-C7BA-0E33-FD433133C491}"/>
              </a:ext>
            </a:extLst>
          </p:cNvPr>
          <p:cNvSpPr/>
          <p:nvPr/>
        </p:nvSpPr>
        <p:spPr>
          <a:xfrm>
            <a:off x="4988680" y="3555550"/>
            <a:ext cx="720000" cy="216000"/>
          </a:xfrm>
          <a:prstGeom prst="roundRect">
            <a:avLst/>
          </a:prstGeom>
          <a:solidFill>
            <a:srgbClr val="FED9D8">
              <a:alpha val="89804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&lt;td&gt;</a:t>
            </a:r>
            <a:endParaRPr lang="zh-CN" altLang="en-US" sz="80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sp>
        <p:nvSpPr>
          <p:cNvPr id="11" name="矩形: 圆角 10">
            <a:extLst>
              <a:ext uri="{FF2B5EF4-FFF2-40B4-BE49-F238E27FC236}">
                <a16:creationId xmlns:a16="http://schemas.microsoft.com/office/drawing/2014/main" id="{9A7CBB2E-7A46-5370-A481-60C05098B4F7}"/>
              </a:ext>
            </a:extLst>
          </p:cNvPr>
          <p:cNvSpPr/>
          <p:nvPr/>
        </p:nvSpPr>
        <p:spPr>
          <a:xfrm>
            <a:off x="4988680" y="3866950"/>
            <a:ext cx="720000" cy="216000"/>
          </a:xfrm>
          <a:prstGeom prst="roundRect">
            <a:avLst/>
          </a:prstGeom>
          <a:solidFill>
            <a:srgbClr val="CCF2E5">
              <a:alpha val="89804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&lt;tr&gt;</a:t>
            </a:r>
            <a:endParaRPr lang="zh-CN" altLang="en-US" sz="80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sp>
        <p:nvSpPr>
          <p:cNvPr id="12" name="矩形: 圆角 11">
            <a:extLst>
              <a:ext uri="{FF2B5EF4-FFF2-40B4-BE49-F238E27FC236}">
                <a16:creationId xmlns:a16="http://schemas.microsoft.com/office/drawing/2014/main" id="{D4779CBA-FFDD-895A-53AD-886208DEAA4A}"/>
              </a:ext>
            </a:extLst>
          </p:cNvPr>
          <p:cNvSpPr/>
          <p:nvPr/>
        </p:nvSpPr>
        <p:spPr>
          <a:xfrm>
            <a:off x="4988680" y="4118950"/>
            <a:ext cx="720000" cy="216000"/>
          </a:xfrm>
          <a:prstGeom prst="roundRect">
            <a:avLst/>
          </a:prstGeom>
          <a:solidFill>
            <a:srgbClr val="CCF2E5">
              <a:alpha val="89804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&lt;td&gt;</a:t>
            </a:r>
            <a:endParaRPr lang="zh-CN" altLang="en-US" sz="80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cxnSp>
        <p:nvCxnSpPr>
          <p:cNvPr id="13" name="连接符: 曲线 12">
            <a:extLst>
              <a:ext uri="{FF2B5EF4-FFF2-40B4-BE49-F238E27FC236}">
                <a16:creationId xmlns:a16="http://schemas.microsoft.com/office/drawing/2014/main" id="{298359A6-17E1-0350-06F2-6B8C8E407376}"/>
              </a:ext>
            </a:extLst>
          </p:cNvPr>
          <p:cNvCxnSpPr>
            <a:cxnSpLocks/>
            <a:stCxn id="2" idx="3"/>
            <a:endCxn id="3" idx="1"/>
          </p:cNvCxnSpPr>
          <p:nvPr/>
        </p:nvCxnSpPr>
        <p:spPr>
          <a:xfrm flipV="1">
            <a:off x="3691582" y="2325112"/>
            <a:ext cx="236127" cy="925438"/>
          </a:xfrm>
          <a:prstGeom prst="curvedConnector3">
            <a:avLst/>
          </a:prstGeom>
          <a:ln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连接符: 曲线 13">
            <a:extLst>
              <a:ext uri="{FF2B5EF4-FFF2-40B4-BE49-F238E27FC236}">
                <a16:creationId xmlns:a16="http://schemas.microsoft.com/office/drawing/2014/main" id="{06C5FD35-9516-24EE-5628-FB328882111E}"/>
              </a:ext>
            </a:extLst>
          </p:cNvPr>
          <p:cNvCxnSpPr>
            <a:stCxn id="2" idx="3"/>
            <a:endCxn id="5" idx="1"/>
          </p:cNvCxnSpPr>
          <p:nvPr/>
        </p:nvCxnSpPr>
        <p:spPr>
          <a:xfrm>
            <a:off x="3691582" y="3250550"/>
            <a:ext cx="236127" cy="287000"/>
          </a:xfrm>
          <a:prstGeom prst="curvedConnector3">
            <a:avLst/>
          </a:prstGeom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连接符: 曲线 14">
            <a:extLst>
              <a:ext uri="{FF2B5EF4-FFF2-40B4-BE49-F238E27FC236}">
                <a16:creationId xmlns:a16="http://schemas.microsoft.com/office/drawing/2014/main" id="{91DC556E-624C-A24F-4281-CC2AD6C86AA9}"/>
              </a:ext>
            </a:extLst>
          </p:cNvPr>
          <p:cNvCxnSpPr>
            <a:stCxn id="2" idx="3"/>
            <a:endCxn id="6" idx="1"/>
          </p:cNvCxnSpPr>
          <p:nvPr/>
        </p:nvCxnSpPr>
        <p:spPr>
          <a:xfrm>
            <a:off x="3691582" y="3250550"/>
            <a:ext cx="236127" cy="850400"/>
          </a:xfrm>
          <a:prstGeom prst="curvedConnector3">
            <a:avLst/>
          </a:prstGeom>
          <a:ln>
            <a:solidFill>
              <a:srgbClr val="92D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连接符: 曲线 15">
            <a:extLst>
              <a:ext uri="{FF2B5EF4-FFF2-40B4-BE49-F238E27FC236}">
                <a16:creationId xmlns:a16="http://schemas.microsoft.com/office/drawing/2014/main" id="{2CF8CB28-1C39-C7E8-6324-ADA008E9F11F}"/>
              </a:ext>
            </a:extLst>
          </p:cNvPr>
          <p:cNvCxnSpPr>
            <a:stCxn id="4" idx="1"/>
            <a:endCxn id="2" idx="3"/>
          </p:cNvCxnSpPr>
          <p:nvPr/>
        </p:nvCxnSpPr>
        <p:spPr>
          <a:xfrm rot="10800000" flipV="1">
            <a:off x="3691583" y="2963550"/>
            <a:ext cx="236127" cy="287000"/>
          </a:xfrm>
          <a:prstGeom prst="curvedConnector3">
            <a:avLst/>
          </a:prstGeom>
          <a:ln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连接符: 曲线 16">
            <a:extLst>
              <a:ext uri="{FF2B5EF4-FFF2-40B4-BE49-F238E27FC236}">
                <a16:creationId xmlns:a16="http://schemas.microsoft.com/office/drawing/2014/main" id="{114D0B9D-2E4E-56E2-D1E7-E651846577ED}"/>
              </a:ext>
            </a:extLst>
          </p:cNvPr>
          <p:cNvCxnSpPr>
            <a:stCxn id="4" idx="3"/>
            <a:endCxn id="7" idx="1"/>
          </p:cNvCxnSpPr>
          <p:nvPr/>
        </p:nvCxnSpPr>
        <p:spPr>
          <a:xfrm flipV="1">
            <a:off x="4827709" y="2837550"/>
            <a:ext cx="160971" cy="126000"/>
          </a:xfrm>
          <a:prstGeom prst="curvedConnector3">
            <a:avLst/>
          </a:prstGeom>
          <a:ln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连接符: 曲线 17">
            <a:extLst>
              <a:ext uri="{FF2B5EF4-FFF2-40B4-BE49-F238E27FC236}">
                <a16:creationId xmlns:a16="http://schemas.microsoft.com/office/drawing/2014/main" id="{3C59A80E-8E6B-72B2-C1E1-4C880C4C93DD}"/>
              </a:ext>
            </a:extLst>
          </p:cNvPr>
          <p:cNvCxnSpPr>
            <a:stCxn id="8" idx="1"/>
            <a:endCxn id="4" idx="3"/>
          </p:cNvCxnSpPr>
          <p:nvPr/>
        </p:nvCxnSpPr>
        <p:spPr>
          <a:xfrm rot="10800000">
            <a:off x="4827710" y="2963550"/>
            <a:ext cx="160971" cy="126000"/>
          </a:xfrm>
          <a:prstGeom prst="curvedConnector3">
            <a:avLst/>
          </a:prstGeom>
          <a:ln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连接符: 曲线 18">
            <a:extLst>
              <a:ext uri="{FF2B5EF4-FFF2-40B4-BE49-F238E27FC236}">
                <a16:creationId xmlns:a16="http://schemas.microsoft.com/office/drawing/2014/main" id="{041D7C9F-7D99-7824-58C7-2BA40BC232D6}"/>
              </a:ext>
            </a:extLst>
          </p:cNvPr>
          <p:cNvCxnSpPr>
            <a:stCxn id="5" idx="3"/>
            <a:endCxn id="9" idx="1"/>
          </p:cNvCxnSpPr>
          <p:nvPr/>
        </p:nvCxnSpPr>
        <p:spPr>
          <a:xfrm flipV="1">
            <a:off x="4827709" y="3411550"/>
            <a:ext cx="160971" cy="126000"/>
          </a:xfrm>
          <a:prstGeom prst="curvedConnector3">
            <a:avLst/>
          </a:prstGeom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连接符: 曲线 19">
            <a:extLst>
              <a:ext uri="{FF2B5EF4-FFF2-40B4-BE49-F238E27FC236}">
                <a16:creationId xmlns:a16="http://schemas.microsoft.com/office/drawing/2014/main" id="{B2D7C8F8-E42C-083D-F9F9-50E9DF89B11D}"/>
              </a:ext>
            </a:extLst>
          </p:cNvPr>
          <p:cNvCxnSpPr>
            <a:stCxn id="10" idx="1"/>
            <a:endCxn id="5" idx="3"/>
          </p:cNvCxnSpPr>
          <p:nvPr/>
        </p:nvCxnSpPr>
        <p:spPr>
          <a:xfrm rot="10800000">
            <a:off x="4827710" y="3537550"/>
            <a:ext cx="160971" cy="126000"/>
          </a:xfrm>
          <a:prstGeom prst="curvedConnector3">
            <a:avLst/>
          </a:prstGeom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连接符: 曲线 20">
            <a:extLst>
              <a:ext uri="{FF2B5EF4-FFF2-40B4-BE49-F238E27FC236}">
                <a16:creationId xmlns:a16="http://schemas.microsoft.com/office/drawing/2014/main" id="{F1E01BA5-8E56-BB2F-4CFB-53C05DABA25C}"/>
              </a:ext>
            </a:extLst>
          </p:cNvPr>
          <p:cNvCxnSpPr>
            <a:stCxn id="6" idx="3"/>
            <a:endCxn id="11" idx="1"/>
          </p:cNvCxnSpPr>
          <p:nvPr/>
        </p:nvCxnSpPr>
        <p:spPr>
          <a:xfrm flipV="1">
            <a:off x="4827709" y="3974950"/>
            <a:ext cx="160971" cy="126000"/>
          </a:xfrm>
          <a:prstGeom prst="curvedConnector3">
            <a:avLst/>
          </a:prstGeom>
          <a:ln>
            <a:solidFill>
              <a:srgbClr val="92D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连接符: 曲线 21">
            <a:extLst>
              <a:ext uri="{FF2B5EF4-FFF2-40B4-BE49-F238E27FC236}">
                <a16:creationId xmlns:a16="http://schemas.microsoft.com/office/drawing/2014/main" id="{01E3F578-BCED-37BC-DA99-F6F310A81E84}"/>
              </a:ext>
            </a:extLst>
          </p:cNvPr>
          <p:cNvCxnSpPr>
            <a:stCxn id="12" idx="1"/>
            <a:endCxn id="6" idx="3"/>
          </p:cNvCxnSpPr>
          <p:nvPr/>
        </p:nvCxnSpPr>
        <p:spPr>
          <a:xfrm rot="10800000">
            <a:off x="4827710" y="4100950"/>
            <a:ext cx="160971" cy="126000"/>
          </a:xfrm>
          <a:prstGeom prst="curvedConnector3">
            <a:avLst/>
          </a:prstGeom>
          <a:ln>
            <a:solidFill>
              <a:srgbClr val="92D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7466279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8E9F5B7-2CBC-2543-883A-EE7F72EBB6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: 圆角 1">
            <a:extLst>
              <a:ext uri="{FF2B5EF4-FFF2-40B4-BE49-F238E27FC236}">
                <a16:creationId xmlns:a16="http://schemas.microsoft.com/office/drawing/2014/main" id="{5A1246F4-27E9-D5A7-C132-F43C94906336}"/>
              </a:ext>
            </a:extLst>
          </p:cNvPr>
          <p:cNvSpPr/>
          <p:nvPr/>
        </p:nvSpPr>
        <p:spPr>
          <a:xfrm>
            <a:off x="2420510" y="3607729"/>
            <a:ext cx="1080000" cy="288000"/>
          </a:xfrm>
          <a:prstGeom prst="roundRect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latin typeface="Montserrat" panose="00000500000000000000" pitchFamily="2" charset="0"/>
              </a:rPr>
              <a:t>&lt;form&gt;</a:t>
            </a:r>
            <a:endParaRPr lang="zh-CN" altLang="en-US" sz="1200">
              <a:latin typeface="Montserrat" panose="00000500000000000000" pitchFamily="2" charset="0"/>
            </a:endParaRPr>
          </a:p>
        </p:txBody>
      </p:sp>
      <p:sp>
        <p:nvSpPr>
          <p:cNvPr id="3" name="矩形: 圆角 2">
            <a:extLst>
              <a:ext uri="{FF2B5EF4-FFF2-40B4-BE49-F238E27FC236}">
                <a16:creationId xmlns:a16="http://schemas.microsoft.com/office/drawing/2014/main" id="{26A13AB4-DA0A-2FD4-33B4-83FF5DA08C63}"/>
              </a:ext>
            </a:extLst>
          </p:cNvPr>
          <p:cNvSpPr/>
          <p:nvPr/>
        </p:nvSpPr>
        <p:spPr>
          <a:xfrm>
            <a:off x="3736637" y="3109822"/>
            <a:ext cx="1152000" cy="288000"/>
          </a:xfrm>
          <a:prstGeom prst="roundRect">
            <a:avLst/>
          </a:prstGeom>
          <a:solidFill>
            <a:srgbClr val="4472C4">
              <a:alpha val="89804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latin typeface="Montserrat" panose="00000500000000000000" pitchFamily="2" charset="0"/>
              </a:rPr>
              <a:t>&lt;label&gt;</a:t>
            </a:r>
            <a:endParaRPr lang="zh-CN" altLang="en-US" sz="1200">
              <a:latin typeface="Montserrat" panose="00000500000000000000" pitchFamily="2" charset="0"/>
            </a:endParaRPr>
          </a:p>
        </p:txBody>
      </p:sp>
      <p:sp>
        <p:nvSpPr>
          <p:cNvPr id="4" name="矩形: 圆角 3">
            <a:extLst>
              <a:ext uri="{FF2B5EF4-FFF2-40B4-BE49-F238E27FC236}">
                <a16:creationId xmlns:a16="http://schemas.microsoft.com/office/drawing/2014/main" id="{1F18D81F-4EEB-52C9-DDAB-2A9A2FD3E4C4}"/>
              </a:ext>
            </a:extLst>
          </p:cNvPr>
          <p:cNvSpPr/>
          <p:nvPr/>
        </p:nvSpPr>
        <p:spPr>
          <a:xfrm>
            <a:off x="3736637" y="2445946"/>
            <a:ext cx="1152000" cy="288000"/>
          </a:xfrm>
          <a:prstGeom prst="roundRect">
            <a:avLst/>
          </a:prstGeom>
          <a:solidFill>
            <a:srgbClr val="F6A04D">
              <a:alpha val="89804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latin typeface="Montserrat" panose="00000500000000000000" pitchFamily="2" charset="0"/>
              </a:rPr>
              <a:t>&lt;input&gt;</a:t>
            </a:r>
            <a:endParaRPr lang="zh-CN" altLang="en-US" sz="1200" dirty="0">
              <a:latin typeface="Montserrat" panose="00000500000000000000" pitchFamily="2" charset="0"/>
            </a:endParaRPr>
          </a:p>
        </p:txBody>
      </p:sp>
      <p:sp>
        <p:nvSpPr>
          <p:cNvPr id="5" name="矩形: 圆角 4">
            <a:extLst>
              <a:ext uri="{FF2B5EF4-FFF2-40B4-BE49-F238E27FC236}">
                <a16:creationId xmlns:a16="http://schemas.microsoft.com/office/drawing/2014/main" id="{EB97BDCC-6E4E-184D-6DAB-20819D700092}"/>
              </a:ext>
            </a:extLst>
          </p:cNvPr>
          <p:cNvSpPr/>
          <p:nvPr/>
        </p:nvSpPr>
        <p:spPr>
          <a:xfrm>
            <a:off x="3736637" y="4105636"/>
            <a:ext cx="1152000" cy="288000"/>
          </a:xfrm>
          <a:prstGeom prst="roundRect">
            <a:avLst/>
          </a:prstGeom>
          <a:solidFill>
            <a:srgbClr val="F9423A">
              <a:alpha val="89804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latin typeface="Montserrat" panose="00000500000000000000" pitchFamily="2" charset="0"/>
              </a:rPr>
              <a:t>&lt;textarea&gt;</a:t>
            </a:r>
            <a:endParaRPr lang="zh-CN" altLang="en-US" sz="1200">
              <a:latin typeface="Montserrat" panose="00000500000000000000" pitchFamily="2" charset="0"/>
            </a:endParaRPr>
          </a:p>
        </p:txBody>
      </p:sp>
      <p:sp>
        <p:nvSpPr>
          <p:cNvPr id="6" name="矩形: 圆角 5">
            <a:extLst>
              <a:ext uri="{FF2B5EF4-FFF2-40B4-BE49-F238E27FC236}">
                <a16:creationId xmlns:a16="http://schemas.microsoft.com/office/drawing/2014/main" id="{01ED5A50-2641-F93A-FD3B-FE30FDC9AD06}"/>
              </a:ext>
            </a:extLst>
          </p:cNvPr>
          <p:cNvSpPr/>
          <p:nvPr/>
        </p:nvSpPr>
        <p:spPr>
          <a:xfrm>
            <a:off x="3736637" y="5101450"/>
            <a:ext cx="1152000" cy="288000"/>
          </a:xfrm>
          <a:prstGeom prst="roundRect">
            <a:avLst/>
          </a:prstGeom>
          <a:solidFill>
            <a:srgbClr val="00BC7B">
              <a:alpha val="89804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latin typeface="Montserrat" panose="00000500000000000000" pitchFamily="2" charset="0"/>
              </a:rPr>
              <a:t>&lt;button&gt;</a:t>
            </a:r>
            <a:endParaRPr lang="zh-CN" altLang="en-US" sz="1200">
              <a:latin typeface="Montserrat" panose="00000500000000000000" pitchFamily="2" charset="0"/>
            </a:endParaRPr>
          </a:p>
        </p:txBody>
      </p:sp>
      <p:sp>
        <p:nvSpPr>
          <p:cNvPr id="7" name="矩形: 圆角 6">
            <a:extLst>
              <a:ext uri="{FF2B5EF4-FFF2-40B4-BE49-F238E27FC236}">
                <a16:creationId xmlns:a16="http://schemas.microsoft.com/office/drawing/2014/main" id="{59023D7C-4400-F241-9043-70269C89E310}"/>
              </a:ext>
            </a:extLst>
          </p:cNvPr>
          <p:cNvSpPr/>
          <p:nvPr/>
        </p:nvSpPr>
        <p:spPr>
          <a:xfrm>
            <a:off x="5111512" y="2114008"/>
            <a:ext cx="1152000" cy="288000"/>
          </a:xfrm>
          <a:prstGeom prst="roundRect">
            <a:avLst/>
          </a:prstGeom>
          <a:solidFill>
            <a:srgbClr val="FDECDB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solidFill>
                  <a:sysClr val="windowText" lastClr="000000"/>
                </a:solidFill>
                <a:latin typeface="Montserrat" panose="00000500000000000000" pitchFamily="2" charset="0"/>
              </a:rPr>
              <a:t>type</a:t>
            </a:r>
            <a:endParaRPr lang="zh-CN" altLang="en-US" sz="1200">
              <a:solidFill>
                <a:sysClr val="windowText" lastClr="000000"/>
              </a:solidFill>
              <a:latin typeface="Montserrat" panose="00000500000000000000" pitchFamily="2" charset="0"/>
            </a:endParaRPr>
          </a:p>
        </p:txBody>
      </p:sp>
      <p:sp>
        <p:nvSpPr>
          <p:cNvPr id="8" name="矩形: 圆角 7">
            <a:extLst>
              <a:ext uri="{FF2B5EF4-FFF2-40B4-BE49-F238E27FC236}">
                <a16:creationId xmlns:a16="http://schemas.microsoft.com/office/drawing/2014/main" id="{CEBD5C65-BB3D-F7B1-F562-80F4CF29D81A}"/>
              </a:ext>
            </a:extLst>
          </p:cNvPr>
          <p:cNvSpPr/>
          <p:nvPr/>
        </p:nvSpPr>
        <p:spPr>
          <a:xfrm>
            <a:off x="5111512" y="2445946"/>
            <a:ext cx="1152000" cy="288000"/>
          </a:xfrm>
          <a:prstGeom prst="roundRect">
            <a:avLst/>
          </a:prstGeom>
          <a:solidFill>
            <a:srgbClr val="FDECDB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solidFill>
                  <a:sysClr val="windowText" lastClr="000000"/>
                </a:solidFill>
                <a:latin typeface="Montserrat" panose="00000500000000000000" pitchFamily="2" charset="0"/>
              </a:rPr>
              <a:t>name</a:t>
            </a:r>
            <a:endParaRPr lang="zh-CN" altLang="en-US" sz="1200">
              <a:solidFill>
                <a:sysClr val="windowText" lastClr="000000"/>
              </a:solidFill>
              <a:latin typeface="Montserrat" panose="00000500000000000000" pitchFamily="2" charset="0"/>
            </a:endParaRPr>
          </a:p>
        </p:txBody>
      </p:sp>
      <p:sp>
        <p:nvSpPr>
          <p:cNvPr id="9" name="矩形: 圆角 8">
            <a:extLst>
              <a:ext uri="{FF2B5EF4-FFF2-40B4-BE49-F238E27FC236}">
                <a16:creationId xmlns:a16="http://schemas.microsoft.com/office/drawing/2014/main" id="{C598EE33-8D20-139F-ECAE-DDAACAEF26BC}"/>
              </a:ext>
            </a:extLst>
          </p:cNvPr>
          <p:cNvSpPr/>
          <p:nvPr/>
        </p:nvSpPr>
        <p:spPr>
          <a:xfrm>
            <a:off x="5111512" y="3441760"/>
            <a:ext cx="1152000" cy="288000"/>
          </a:xfrm>
          <a:prstGeom prst="roundRect">
            <a:avLst/>
          </a:prstGeom>
          <a:solidFill>
            <a:srgbClr val="FED9D8">
              <a:alpha val="89804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solidFill>
                  <a:sysClr val="windowText" lastClr="000000"/>
                </a:solidFill>
                <a:latin typeface="Montserrat" panose="00000500000000000000" pitchFamily="2" charset="0"/>
              </a:rPr>
              <a:t>name</a:t>
            </a:r>
            <a:endParaRPr lang="zh-CN" altLang="en-US" sz="1200">
              <a:solidFill>
                <a:sysClr val="windowText" lastClr="000000"/>
              </a:solidFill>
              <a:latin typeface="Montserrat" panose="00000500000000000000" pitchFamily="2" charset="0"/>
            </a:endParaRPr>
          </a:p>
        </p:txBody>
      </p:sp>
      <p:sp>
        <p:nvSpPr>
          <p:cNvPr id="10" name="矩形: 圆角 9">
            <a:extLst>
              <a:ext uri="{FF2B5EF4-FFF2-40B4-BE49-F238E27FC236}">
                <a16:creationId xmlns:a16="http://schemas.microsoft.com/office/drawing/2014/main" id="{D9936E24-4268-54FD-68C7-167CEFD776C1}"/>
              </a:ext>
            </a:extLst>
          </p:cNvPr>
          <p:cNvSpPr/>
          <p:nvPr/>
        </p:nvSpPr>
        <p:spPr>
          <a:xfrm>
            <a:off x="5111512" y="3773698"/>
            <a:ext cx="1152000" cy="288000"/>
          </a:xfrm>
          <a:prstGeom prst="roundRect">
            <a:avLst/>
          </a:prstGeom>
          <a:solidFill>
            <a:srgbClr val="FED9D8">
              <a:alpha val="89804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solidFill>
                  <a:sysClr val="windowText" lastClr="000000"/>
                </a:solidFill>
                <a:latin typeface="Montserrat" panose="00000500000000000000" pitchFamily="2" charset="0"/>
              </a:rPr>
              <a:t>id</a:t>
            </a:r>
            <a:endParaRPr lang="zh-CN" altLang="en-US" sz="1200">
              <a:solidFill>
                <a:sysClr val="windowText" lastClr="000000"/>
              </a:solidFill>
              <a:latin typeface="Montserrat" panose="00000500000000000000" pitchFamily="2" charset="0"/>
            </a:endParaRPr>
          </a:p>
        </p:txBody>
      </p:sp>
      <p:sp>
        <p:nvSpPr>
          <p:cNvPr id="11" name="矩形: 圆角 10">
            <a:extLst>
              <a:ext uri="{FF2B5EF4-FFF2-40B4-BE49-F238E27FC236}">
                <a16:creationId xmlns:a16="http://schemas.microsoft.com/office/drawing/2014/main" id="{6978A593-2965-942C-7422-00DB49F1DE93}"/>
              </a:ext>
            </a:extLst>
          </p:cNvPr>
          <p:cNvSpPr/>
          <p:nvPr/>
        </p:nvSpPr>
        <p:spPr>
          <a:xfrm>
            <a:off x="5111512" y="5101450"/>
            <a:ext cx="1152000" cy="288000"/>
          </a:xfrm>
          <a:prstGeom prst="roundRect">
            <a:avLst/>
          </a:prstGeom>
          <a:solidFill>
            <a:srgbClr val="CCF2E5">
              <a:alpha val="89804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solidFill>
                  <a:sysClr val="windowText" lastClr="000000"/>
                </a:solidFill>
                <a:latin typeface="Montserrat" panose="00000500000000000000" pitchFamily="2" charset="0"/>
              </a:rPr>
              <a:t>type</a:t>
            </a:r>
            <a:endParaRPr lang="zh-CN" altLang="en-US" sz="1200">
              <a:solidFill>
                <a:sysClr val="windowText" lastClr="000000"/>
              </a:solidFill>
              <a:latin typeface="Montserrat" panose="00000500000000000000" pitchFamily="2" charset="0"/>
            </a:endParaRPr>
          </a:p>
        </p:txBody>
      </p:sp>
      <p:cxnSp>
        <p:nvCxnSpPr>
          <p:cNvPr id="13" name="连接符: 曲线 12">
            <a:extLst>
              <a:ext uri="{FF2B5EF4-FFF2-40B4-BE49-F238E27FC236}">
                <a16:creationId xmlns:a16="http://schemas.microsoft.com/office/drawing/2014/main" id="{8B5B2614-7486-4CF8-A249-681946253CBB}"/>
              </a:ext>
            </a:extLst>
          </p:cNvPr>
          <p:cNvCxnSpPr>
            <a:cxnSpLocks/>
            <a:stCxn id="2" idx="3"/>
            <a:endCxn id="3" idx="1"/>
          </p:cNvCxnSpPr>
          <p:nvPr/>
        </p:nvCxnSpPr>
        <p:spPr>
          <a:xfrm flipV="1">
            <a:off x="3500510" y="3253822"/>
            <a:ext cx="236127" cy="497907"/>
          </a:xfrm>
          <a:prstGeom prst="curvedConnector3">
            <a:avLst/>
          </a:prstGeom>
          <a:ln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连接符: 曲线 13">
            <a:extLst>
              <a:ext uri="{FF2B5EF4-FFF2-40B4-BE49-F238E27FC236}">
                <a16:creationId xmlns:a16="http://schemas.microsoft.com/office/drawing/2014/main" id="{A2CA93E7-3ACB-2AE1-2338-905444F039C2}"/>
              </a:ext>
            </a:extLst>
          </p:cNvPr>
          <p:cNvCxnSpPr>
            <a:stCxn id="2" idx="3"/>
            <a:endCxn id="5" idx="1"/>
          </p:cNvCxnSpPr>
          <p:nvPr/>
        </p:nvCxnSpPr>
        <p:spPr>
          <a:xfrm>
            <a:off x="3500510" y="3751729"/>
            <a:ext cx="236127" cy="497907"/>
          </a:xfrm>
          <a:prstGeom prst="curvedConnector3">
            <a:avLst/>
          </a:prstGeom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连接符: 曲线 14">
            <a:extLst>
              <a:ext uri="{FF2B5EF4-FFF2-40B4-BE49-F238E27FC236}">
                <a16:creationId xmlns:a16="http://schemas.microsoft.com/office/drawing/2014/main" id="{A72B5DF3-A433-D7D9-2476-9B575D397825}"/>
              </a:ext>
            </a:extLst>
          </p:cNvPr>
          <p:cNvCxnSpPr>
            <a:stCxn id="2" idx="3"/>
            <a:endCxn id="6" idx="1"/>
          </p:cNvCxnSpPr>
          <p:nvPr/>
        </p:nvCxnSpPr>
        <p:spPr>
          <a:xfrm>
            <a:off x="3500510" y="3751729"/>
            <a:ext cx="236127" cy="1493721"/>
          </a:xfrm>
          <a:prstGeom prst="curvedConnector3">
            <a:avLst/>
          </a:prstGeom>
          <a:ln>
            <a:solidFill>
              <a:srgbClr val="92D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连接符: 曲线 15">
            <a:extLst>
              <a:ext uri="{FF2B5EF4-FFF2-40B4-BE49-F238E27FC236}">
                <a16:creationId xmlns:a16="http://schemas.microsoft.com/office/drawing/2014/main" id="{C58DDE9E-18EF-7C53-E85C-41285081569F}"/>
              </a:ext>
            </a:extLst>
          </p:cNvPr>
          <p:cNvCxnSpPr>
            <a:stCxn id="4" idx="1"/>
            <a:endCxn id="2" idx="3"/>
          </p:cNvCxnSpPr>
          <p:nvPr/>
        </p:nvCxnSpPr>
        <p:spPr>
          <a:xfrm rot="10800000" flipV="1">
            <a:off x="3500511" y="2589945"/>
            <a:ext cx="236127" cy="1161783"/>
          </a:xfrm>
          <a:prstGeom prst="curvedConnector3">
            <a:avLst/>
          </a:prstGeom>
          <a:ln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连接符: 曲线 16">
            <a:extLst>
              <a:ext uri="{FF2B5EF4-FFF2-40B4-BE49-F238E27FC236}">
                <a16:creationId xmlns:a16="http://schemas.microsoft.com/office/drawing/2014/main" id="{E69FC54E-13DD-B71F-9D98-126846B73463}"/>
              </a:ext>
            </a:extLst>
          </p:cNvPr>
          <p:cNvCxnSpPr>
            <a:stCxn id="4" idx="3"/>
            <a:endCxn id="7" idx="1"/>
          </p:cNvCxnSpPr>
          <p:nvPr/>
        </p:nvCxnSpPr>
        <p:spPr>
          <a:xfrm flipV="1">
            <a:off x="4888637" y="2258008"/>
            <a:ext cx="222875" cy="331938"/>
          </a:xfrm>
          <a:prstGeom prst="curvedConnector3">
            <a:avLst/>
          </a:prstGeom>
          <a:ln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连接符: 曲线 17">
            <a:extLst>
              <a:ext uri="{FF2B5EF4-FFF2-40B4-BE49-F238E27FC236}">
                <a16:creationId xmlns:a16="http://schemas.microsoft.com/office/drawing/2014/main" id="{9AD3C269-EF46-F38A-17FD-4520302749B1}"/>
              </a:ext>
            </a:extLst>
          </p:cNvPr>
          <p:cNvCxnSpPr>
            <a:cxnSpLocks/>
            <a:stCxn id="23" idx="1"/>
            <a:endCxn id="4" idx="3"/>
          </p:cNvCxnSpPr>
          <p:nvPr/>
        </p:nvCxnSpPr>
        <p:spPr>
          <a:xfrm rot="10800000">
            <a:off x="4888638" y="2589946"/>
            <a:ext cx="222875" cy="331938"/>
          </a:xfrm>
          <a:prstGeom prst="curvedConnector3">
            <a:avLst/>
          </a:prstGeom>
          <a:ln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连接符: 曲线 18">
            <a:extLst>
              <a:ext uri="{FF2B5EF4-FFF2-40B4-BE49-F238E27FC236}">
                <a16:creationId xmlns:a16="http://schemas.microsoft.com/office/drawing/2014/main" id="{E380FCC4-9B98-7472-E252-8A68662EA21E}"/>
              </a:ext>
            </a:extLst>
          </p:cNvPr>
          <p:cNvCxnSpPr>
            <a:stCxn id="5" idx="3"/>
            <a:endCxn id="9" idx="1"/>
          </p:cNvCxnSpPr>
          <p:nvPr/>
        </p:nvCxnSpPr>
        <p:spPr>
          <a:xfrm flipV="1">
            <a:off x="4888637" y="3585760"/>
            <a:ext cx="222875" cy="663876"/>
          </a:xfrm>
          <a:prstGeom prst="curvedConnector3">
            <a:avLst/>
          </a:prstGeom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矩形: 圆角 22">
            <a:extLst>
              <a:ext uri="{FF2B5EF4-FFF2-40B4-BE49-F238E27FC236}">
                <a16:creationId xmlns:a16="http://schemas.microsoft.com/office/drawing/2014/main" id="{C28DCA0B-E729-C9E5-DCEB-AAC0337C77BE}"/>
              </a:ext>
            </a:extLst>
          </p:cNvPr>
          <p:cNvSpPr/>
          <p:nvPr/>
        </p:nvSpPr>
        <p:spPr>
          <a:xfrm>
            <a:off x="5111512" y="2777884"/>
            <a:ext cx="1152000" cy="288000"/>
          </a:xfrm>
          <a:prstGeom prst="roundRect">
            <a:avLst/>
          </a:prstGeom>
          <a:solidFill>
            <a:srgbClr val="FDECDB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solidFill>
                  <a:sysClr val="windowText" lastClr="000000"/>
                </a:solidFill>
                <a:latin typeface="Montserrat" panose="00000500000000000000" pitchFamily="2" charset="0"/>
              </a:rPr>
              <a:t>id</a:t>
            </a:r>
            <a:endParaRPr lang="zh-CN" altLang="en-US" sz="1200">
              <a:solidFill>
                <a:sysClr val="windowText" lastClr="000000"/>
              </a:solidFill>
              <a:latin typeface="Montserrat" panose="00000500000000000000" pitchFamily="2" charset="0"/>
            </a:endParaRPr>
          </a:p>
        </p:txBody>
      </p:sp>
      <p:sp>
        <p:nvSpPr>
          <p:cNvPr id="24" name="矩形: 圆角 23">
            <a:extLst>
              <a:ext uri="{FF2B5EF4-FFF2-40B4-BE49-F238E27FC236}">
                <a16:creationId xmlns:a16="http://schemas.microsoft.com/office/drawing/2014/main" id="{6E359F64-DB7D-CF56-6D69-7CDD668C0618}"/>
              </a:ext>
            </a:extLst>
          </p:cNvPr>
          <p:cNvSpPr/>
          <p:nvPr/>
        </p:nvSpPr>
        <p:spPr>
          <a:xfrm>
            <a:off x="5111512" y="3109822"/>
            <a:ext cx="1152000" cy="288000"/>
          </a:xfrm>
          <a:prstGeom prst="roundRect">
            <a:avLst/>
          </a:prstGeom>
          <a:solidFill>
            <a:srgbClr val="A2B9E2">
              <a:alpha val="89804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solidFill>
                  <a:sysClr val="windowText" lastClr="000000"/>
                </a:solidFill>
                <a:latin typeface="Montserrat" panose="00000500000000000000" pitchFamily="2" charset="0"/>
              </a:rPr>
              <a:t>for</a:t>
            </a:r>
            <a:endParaRPr lang="zh-CN" altLang="en-US" sz="1200">
              <a:solidFill>
                <a:sysClr val="windowText" lastClr="000000"/>
              </a:solidFill>
              <a:latin typeface="Montserrat" panose="00000500000000000000" pitchFamily="2" charset="0"/>
            </a:endParaRPr>
          </a:p>
        </p:txBody>
      </p:sp>
      <p:cxnSp>
        <p:nvCxnSpPr>
          <p:cNvPr id="39" name="直接连接符 38">
            <a:extLst>
              <a:ext uri="{FF2B5EF4-FFF2-40B4-BE49-F238E27FC236}">
                <a16:creationId xmlns:a16="http://schemas.microsoft.com/office/drawing/2014/main" id="{D1CE9601-FA08-0404-FE7A-A37A7AA55BD0}"/>
              </a:ext>
            </a:extLst>
          </p:cNvPr>
          <p:cNvCxnSpPr>
            <a:cxnSpLocks/>
            <a:stCxn id="6" idx="3"/>
            <a:endCxn id="11" idx="1"/>
          </p:cNvCxnSpPr>
          <p:nvPr/>
        </p:nvCxnSpPr>
        <p:spPr>
          <a:xfrm>
            <a:off x="4888637" y="5245450"/>
            <a:ext cx="222875" cy="0"/>
          </a:xfrm>
          <a:prstGeom prst="line">
            <a:avLst/>
          </a:prstGeom>
          <a:ln>
            <a:solidFill>
              <a:srgbClr val="92D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直接连接符 41">
            <a:extLst>
              <a:ext uri="{FF2B5EF4-FFF2-40B4-BE49-F238E27FC236}">
                <a16:creationId xmlns:a16="http://schemas.microsoft.com/office/drawing/2014/main" id="{7A91A333-0123-02A2-969D-4DA8DABDA848}"/>
              </a:ext>
            </a:extLst>
          </p:cNvPr>
          <p:cNvCxnSpPr>
            <a:cxnSpLocks/>
            <a:stCxn id="3" idx="3"/>
            <a:endCxn id="24" idx="1"/>
          </p:cNvCxnSpPr>
          <p:nvPr/>
        </p:nvCxnSpPr>
        <p:spPr>
          <a:xfrm>
            <a:off x="4888637" y="3253822"/>
            <a:ext cx="222875" cy="0"/>
          </a:xfrm>
          <a:prstGeom prst="line">
            <a:avLst/>
          </a:prstGeom>
          <a:ln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直接连接符 45">
            <a:extLst>
              <a:ext uri="{FF2B5EF4-FFF2-40B4-BE49-F238E27FC236}">
                <a16:creationId xmlns:a16="http://schemas.microsoft.com/office/drawing/2014/main" id="{76F1E01D-F6DC-49FF-56A7-FCFB2D5AF116}"/>
              </a:ext>
            </a:extLst>
          </p:cNvPr>
          <p:cNvCxnSpPr>
            <a:cxnSpLocks/>
            <a:stCxn id="4" idx="3"/>
            <a:endCxn id="8" idx="1"/>
          </p:cNvCxnSpPr>
          <p:nvPr/>
        </p:nvCxnSpPr>
        <p:spPr>
          <a:xfrm>
            <a:off x="4888637" y="2589946"/>
            <a:ext cx="222875" cy="0"/>
          </a:xfrm>
          <a:prstGeom prst="line">
            <a:avLst/>
          </a:prstGeom>
          <a:ln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8" name="矩形: 圆角 57">
            <a:extLst>
              <a:ext uri="{FF2B5EF4-FFF2-40B4-BE49-F238E27FC236}">
                <a16:creationId xmlns:a16="http://schemas.microsoft.com/office/drawing/2014/main" id="{BCD0C830-E273-C6A9-558C-7D736BFE7434}"/>
              </a:ext>
            </a:extLst>
          </p:cNvPr>
          <p:cNvSpPr/>
          <p:nvPr/>
        </p:nvSpPr>
        <p:spPr>
          <a:xfrm>
            <a:off x="5111512" y="4105636"/>
            <a:ext cx="1152000" cy="288000"/>
          </a:xfrm>
          <a:prstGeom prst="roundRect">
            <a:avLst/>
          </a:prstGeom>
          <a:solidFill>
            <a:srgbClr val="FED9D8">
              <a:alpha val="89804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solidFill>
                  <a:sysClr val="windowText" lastClr="000000"/>
                </a:solidFill>
                <a:latin typeface="Montserrat" panose="00000500000000000000" pitchFamily="2" charset="0"/>
              </a:rPr>
              <a:t>placeholder</a:t>
            </a:r>
            <a:endParaRPr lang="zh-CN" altLang="en-US" sz="1200">
              <a:solidFill>
                <a:sysClr val="windowText" lastClr="000000"/>
              </a:solidFill>
              <a:latin typeface="Montserrat" panose="00000500000000000000" pitchFamily="2" charset="0"/>
            </a:endParaRPr>
          </a:p>
        </p:txBody>
      </p:sp>
      <p:sp>
        <p:nvSpPr>
          <p:cNvPr id="62" name="矩形: 圆角 61">
            <a:extLst>
              <a:ext uri="{FF2B5EF4-FFF2-40B4-BE49-F238E27FC236}">
                <a16:creationId xmlns:a16="http://schemas.microsoft.com/office/drawing/2014/main" id="{E710C501-2527-BEFC-0FFE-66EFB498E50B}"/>
              </a:ext>
            </a:extLst>
          </p:cNvPr>
          <p:cNvSpPr/>
          <p:nvPr/>
        </p:nvSpPr>
        <p:spPr>
          <a:xfrm>
            <a:off x="6418143" y="4769512"/>
            <a:ext cx="1152000" cy="288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1200" dirty="0">
                <a:solidFill>
                  <a:sysClr val="windowText" lastClr="000000"/>
                </a:solidFill>
                <a:latin typeface="Montserrat" panose="00000500000000000000" pitchFamily="2" charset="0"/>
              </a:rPr>
              <a:t>submit</a:t>
            </a:r>
            <a:endParaRPr lang="zh-CN" altLang="en-US" sz="1200" dirty="0">
              <a:solidFill>
                <a:sysClr val="windowText" lastClr="000000"/>
              </a:solidFill>
              <a:latin typeface="Montserrat" panose="00000500000000000000" pitchFamily="2" charset="0"/>
            </a:endParaRPr>
          </a:p>
        </p:txBody>
      </p:sp>
      <p:sp>
        <p:nvSpPr>
          <p:cNvPr id="63" name="矩形: 圆角 62">
            <a:extLst>
              <a:ext uri="{FF2B5EF4-FFF2-40B4-BE49-F238E27FC236}">
                <a16:creationId xmlns:a16="http://schemas.microsoft.com/office/drawing/2014/main" id="{1AA6DD07-0405-4ABD-10F2-00C7B376C54E}"/>
              </a:ext>
            </a:extLst>
          </p:cNvPr>
          <p:cNvSpPr/>
          <p:nvPr/>
        </p:nvSpPr>
        <p:spPr>
          <a:xfrm>
            <a:off x="6418143" y="5101450"/>
            <a:ext cx="1152000" cy="288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1200" dirty="0">
                <a:solidFill>
                  <a:sysClr val="windowText" lastClr="000000"/>
                </a:solidFill>
                <a:latin typeface="Montserrat" panose="00000500000000000000" pitchFamily="2" charset="0"/>
              </a:rPr>
              <a:t>reset</a:t>
            </a:r>
            <a:endParaRPr lang="zh-CN" altLang="en-US" sz="1200" dirty="0">
              <a:solidFill>
                <a:sysClr val="windowText" lastClr="000000"/>
              </a:solidFill>
              <a:latin typeface="Montserrat" panose="00000500000000000000" pitchFamily="2" charset="0"/>
            </a:endParaRPr>
          </a:p>
        </p:txBody>
      </p:sp>
      <p:sp>
        <p:nvSpPr>
          <p:cNvPr id="64" name="矩形: 圆角 63">
            <a:extLst>
              <a:ext uri="{FF2B5EF4-FFF2-40B4-BE49-F238E27FC236}">
                <a16:creationId xmlns:a16="http://schemas.microsoft.com/office/drawing/2014/main" id="{41143DFE-6D50-8DDF-E467-6A1AAF27FFE5}"/>
              </a:ext>
            </a:extLst>
          </p:cNvPr>
          <p:cNvSpPr/>
          <p:nvPr/>
        </p:nvSpPr>
        <p:spPr>
          <a:xfrm>
            <a:off x="6418143" y="5433389"/>
            <a:ext cx="1152000" cy="288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1200" dirty="0">
                <a:solidFill>
                  <a:sysClr val="windowText" lastClr="000000"/>
                </a:solidFill>
                <a:latin typeface="Montserrat" panose="00000500000000000000" pitchFamily="2" charset="0"/>
              </a:rPr>
              <a:t>button</a:t>
            </a:r>
            <a:endParaRPr lang="zh-CN" altLang="en-US" sz="1200" dirty="0">
              <a:solidFill>
                <a:sysClr val="windowText" lastClr="000000"/>
              </a:solidFill>
              <a:latin typeface="Montserrat" panose="00000500000000000000" pitchFamily="2" charset="0"/>
            </a:endParaRPr>
          </a:p>
        </p:txBody>
      </p:sp>
      <p:cxnSp>
        <p:nvCxnSpPr>
          <p:cNvPr id="69" name="连接符: 曲线 68">
            <a:extLst>
              <a:ext uri="{FF2B5EF4-FFF2-40B4-BE49-F238E27FC236}">
                <a16:creationId xmlns:a16="http://schemas.microsoft.com/office/drawing/2014/main" id="{C3880AB9-44DB-574E-16DF-557B03E0D9EB}"/>
              </a:ext>
            </a:extLst>
          </p:cNvPr>
          <p:cNvCxnSpPr>
            <a:cxnSpLocks/>
            <a:stCxn id="62" idx="1"/>
            <a:endCxn id="11" idx="3"/>
          </p:cNvCxnSpPr>
          <p:nvPr/>
        </p:nvCxnSpPr>
        <p:spPr>
          <a:xfrm rot="10800000" flipV="1">
            <a:off x="6263513" y="4913512"/>
            <a:ext cx="154631" cy="331938"/>
          </a:xfrm>
          <a:prstGeom prst="curvedConnector3">
            <a:avLst>
              <a:gd name="adj1" fmla="val 50000"/>
            </a:avLst>
          </a:prstGeom>
          <a:ln>
            <a:solidFill>
              <a:srgbClr val="92D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1" name="连接符: 曲线 70">
            <a:extLst>
              <a:ext uri="{FF2B5EF4-FFF2-40B4-BE49-F238E27FC236}">
                <a16:creationId xmlns:a16="http://schemas.microsoft.com/office/drawing/2014/main" id="{42E1D754-A645-B651-5F08-3F63927D9AAD}"/>
              </a:ext>
            </a:extLst>
          </p:cNvPr>
          <p:cNvCxnSpPr>
            <a:cxnSpLocks/>
            <a:stCxn id="64" idx="1"/>
            <a:endCxn id="11" idx="3"/>
          </p:cNvCxnSpPr>
          <p:nvPr/>
        </p:nvCxnSpPr>
        <p:spPr>
          <a:xfrm rot="10800000">
            <a:off x="6263513" y="5245451"/>
            <a:ext cx="154631" cy="331939"/>
          </a:xfrm>
          <a:prstGeom prst="curvedConnector3">
            <a:avLst>
              <a:gd name="adj1" fmla="val 50000"/>
            </a:avLst>
          </a:prstGeom>
          <a:ln>
            <a:solidFill>
              <a:srgbClr val="92D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1" name="矩形: 圆角 100">
            <a:extLst>
              <a:ext uri="{FF2B5EF4-FFF2-40B4-BE49-F238E27FC236}">
                <a16:creationId xmlns:a16="http://schemas.microsoft.com/office/drawing/2014/main" id="{D042B669-9AEC-6AE8-865E-8330BC6EABEB}"/>
              </a:ext>
            </a:extLst>
          </p:cNvPr>
          <p:cNvSpPr/>
          <p:nvPr/>
        </p:nvSpPr>
        <p:spPr>
          <a:xfrm>
            <a:off x="5111511" y="4437574"/>
            <a:ext cx="1152000" cy="288000"/>
          </a:xfrm>
          <a:prstGeom prst="roundRect">
            <a:avLst/>
          </a:prstGeom>
          <a:solidFill>
            <a:srgbClr val="FED9D8">
              <a:alpha val="89804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ysClr val="windowText" lastClr="000000"/>
                </a:solidFill>
                <a:latin typeface="Montserrat" panose="00000500000000000000" pitchFamily="2" charset="0"/>
              </a:rPr>
              <a:t>maxlength</a:t>
            </a:r>
            <a:endParaRPr lang="zh-CN" altLang="en-US" sz="1200" dirty="0">
              <a:solidFill>
                <a:sysClr val="windowText" lastClr="000000"/>
              </a:solidFill>
              <a:latin typeface="Montserrat" panose="00000500000000000000" pitchFamily="2" charset="0"/>
            </a:endParaRPr>
          </a:p>
        </p:txBody>
      </p:sp>
      <p:cxnSp>
        <p:nvCxnSpPr>
          <p:cNvPr id="102" name="连接符: 曲线 101">
            <a:extLst>
              <a:ext uri="{FF2B5EF4-FFF2-40B4-BE49-F238E27FC236}">
                <a16:creationId xmlns:a16="http://schemas.microsoft.com/office/drawing/2014/main" id="{21CAC279-FD73-B868-1362-35C4428B07C3}"/>
              </a:ext>
            </a:extLst>
          </p:cNvPr>
          <p:cNvCxnSpPr>
            <a:cxnSpLocks/>
            <a:stCxn id="53" idx="1"/>
            <a:endCxn id="5" idx="3"/>
          </p:cNvCxnSpPr>
          <p:nvPr/>
        </p:nvCxnSpPr>
        <p:spPr>
          <a:xfrm rot="10800000">
            <a:off x="4888637" y="4249636"/>
            <a:ext cx="222874" cy="663876"/>
          </a:xfrm>
          <a:prstGeom prst="curvedConnector3">
            <a:avLst>
              <a:gd name="adj1" fmla="val 50000"/>
            </a:avLst>
          </a:prstGeom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矩形: 圆角 11">
            <a:extLst>
              <a:ext uri="{FF2B5EF4-FFF2-40B4-BE49-F238E27FC236}">
                <a16:creationId xmlns:a16="http://schemas.microsoft.com/office/drawing/2014/main" id="{A4AC0C05-156D-C5D0-C545-BF157792D2B0}"/>
              </a:ext>
            </a:extLst>
          </p:cNvPr>
          <p:cNvSpPr/>
          <p:nvPr/>
        </p:nvSpPr>
        <p:spPr>
          <a:xfrm>
            <a:off x="3736636" y="5765326"/>
            <a:ext cx="1152000" cy="288000"/>
          </a:xfrm>
          <a:prstGeom prst="roundRect">
            <a:avLst/>
          </a:prstGeom>
          <a:solidFill>
            <a:srgbClr val="8854D0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latin typeface="Montserrat" panose="00000500000000000000" pitchFamily="2" charset="0"/>
              </a:rPr>
              <a:t>&lt;select&gt;</a:t>
            </a:r>
            <a:endParaRPr lang="zh-CN" altLang="en-US" sz="1200">
              <a:latin typeface="Montserrat" panose="00000500000000000000" pitchFamily="2" charset="0"/>
            </a:endParaRPr>
          </a:p>
        </p:txBody>
      </p:sp>
      <p:sp>
        <p:nvSpPr>
          <p:cNvPr id="21" name="矩形: 圆角 20">
            <a:extLst>
              <a:ext uri="{FF2B5EF4-FFF2-40B4-BE49-F238E27FC236}">
                <a16:creationId xmlns:a16="http://schemas.microsoft.com/office/drawing/2014/main" id="{6F226371-3586-C9B9-645E-F5F23E0FBA5A}"/>
              </a:ext>
            </a:extLst>
          </p:cNvPr>
          <p:cNvSpPr/>
          <p:nvPr/>
        </p:nvSpPr>
        <p:spPr>
          <a:xfrm>
            <a:off x="5111511" y="5433389"/>
            <a:ext cx="1152000" cy="288000"/>
          </a:xfrm>
          <a:prstGeom prst="roundRect">
            <a:avLst/>
          </a:prstGeom>
          <a:solidFill>
            <a:srgbClr val="C7ADE9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ysClr val="windowText" lastClr="000000"/>
                </a:solidFill>
                <a:latin typeface="Montserrat" panose="00000500000000000000" pitchFamily="2" charset="0"/>
              </a:rPr>
              <a:t>name</a:t>
            </a:r>
            <a:endParaRPr lang="zh-CN" altLang="en-US" sz="1200" dirty="0">
              <a:solidFill>
                <a:sysClr val="windowText" lastClr="000000"/>
              </a:solidFill>
              <a:latin typeface="Montserrat" panose="00000500000000000000" pitchFamily="2" charset="0"/>
            </a:endParaRPr>
          </a:p>
        </p:txBody>
      </p:sp>
      <p:cxnSp>
        <p:nvCxnSpPr>
          <p:cNvPr id="22" name="连接符: 曲线 21">
            <a:extLst>
              <a:ext uri="{FF2B5EF4-FFF2-40B4-BE49-F238E27FC236}">
                <a16:creationId xmlns:a16="http://schemas.microsoft.com/office/drawing/2014/main" id="{560BCEDC-8BB8-2E4F-60F6-1ED7C6624D55}"/>
              </a:ext>
            </a:extLst>
          </p:cNvPr>
          <p:cNvCxnSpPr>
            <a:cxnSpLocks/>
            <a:stCxn id="2" idx="3"/>
            <a:endCxn id="12" idx="1"/>
          </p:cNvCxnSpPr>
          <p:nvPr/>
        </p:nvCxnSpPr>
        <p:spPr>
          <a:xfrm>
            <a:off x="3500510" y="3751729"/>
            <a:ext cx="236126" cy="2157597"/>
          </a:xfrm>
          <a:prstGeom prst="curvedConnector3">
            <a:avLst>
              <a:gd name="adj1" fmla="val 50000"/>
            </a:avLst>
          </a:prstGeom>
          <a:ln>
            <a:solidFill>
              <a:srgbClr val="8854D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矩形: 圆角 52">
            <a:extLst>
              <a:ext uri="{FF2B5EF4-FFF2-40B4-BE49-F238E27FC236}">
                <a16:creationId xmlns:a16="http://schemas.microsoft.com/office/drawing/2014/main" id="{85D068B9-591C-C95F-AABD-776BB23EA30C}"/>
              </a:ext>
            </a:extLst>
          </p:cNvPr>
          <p:cNvSpPr/>
          <p:nvPr/>
        </p:nvSpPr>
        <p:spPr>
          <a:xfrm>
            <a:off x="5111511" y="4769512"/>
            <a:ext cx="1152000" cy="288000"/>
          </a:xfrm>
          <a:prstGeom prst="roundRect">
            <a:avLst/>
          </a:prstGeom>
          <a:solidFill>
            <a:srgbClr val="FED9D8">
              <a:alpha val="89804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ysClr val="windowText" lastClr="000000"/>
                </a:solidFill>
                <a:latin typeface="Montserrat" panose="00000500000000000000" pitchFamily="2" charset="0"/>
              </a:rPr>
              <a:t>required</a:t>
            </a:r>
            <a:endParaRPr lang="zh-CN" altLang="en-US" sz="1200" dirty="0">
              <a:solidFill>
                <a:sysClr val="windowText" lastClr="000000"/>
              </a:solidFill>
              <a:latin typeface="Montserrat" panose="00000500000000000000" pitchFamily="2" charset="0"/>
            </a:endParaRPr>
          </a:p>
        </p:txBody>
      </p:sp>
      <p:sp>
        <p:nvSpPr>
          <p:cNvPr id="50" name="矩形: 圆角 49">
            <a:extLst>
              <a:ext uri="{FF2B5EF4-FFF2-40B4-BE49-F238E27FC236}">
                <a16:creationId xmlns:a16="http://schemas.microsoft.com/office/drawing/2014/main" id="{58AAABB9-3154-4A0D-0375-6856BBE16E89}"/>
              </a:ext>
            </a:extLst>
          </p:cNvPr>
          <p:cNvSpPr/>
          <p:nvPr/>
        </p:nvSpPr>
        <p:spPr>
          <a:xfrm>
            <a:off x="7673757" y="1620063"/>
            <a:ext cx="1152000" cy="288000"/>
          </a:xfrm>
          <a:prstGeom prst="roundRect">
            <a:avLst/>
          </a:prstGeom>
          <a:solidFill>
            <a:srgbClr val="FDECDB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solidFill>
                  <a:sysClr val="windowText" lastClr="000000"/>
                </a:solidFill>
                <a:latin typeface="Montserrat" panose="00000500000000000000" pitchFamily="2" charset="0"/>
              </a:rPr>
              <a:t>placeholder</a:t>
            </a:r>
            <a:endParaRPr lang="zh-CN" altLang="en-US" sz="1200">
              <a:solidFill>
                <a:sysClr val="windowText" lastClr="000000"/>
              </a:solidFill>
              <a:latin typeface="Montserrat" panose="00000500000000000000" pitchFamily="2" charset="0"/>
            </a:endParaRPr>
          </a:p>
        </p:txBody>
      </p:sp>
      <p:sp>
        <p:nvSpPr>
          <p:cNvPr id="72" name="矩形: 圆角 71">
            <a:extLst>
              <a:ext uri="{FF2B5EF4-FFF2-40B4-BE49-F238E27FC236}">
                <a16:creationId xmlns:a16="http://schemas.microsoft.com/office/drawing/2014/main" id="{903E92A5-949C-FBA0-49E2-DEA3E21FC78D}"/>
              </a:ext>
            </a:extLst>
          </p:cNvPr>
          <p:cNvSpPr/>
          <p:nvPr/>
        </p:nvSpPr>
        <p:spPr>
          <a:xfrm>
            <a:off x="7673757" y="2246839"/>
            <a:ext cx="1152000" cy="288000"/>
          </a:xfrm>
          <a:prstGeom prst="roundRect">
            <a:avLst/>
          </a:prstGeom>
          <a:solidFill>
            <a:srgbClr val="FDECDB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ysClr val="windowText" lastClr="000000"/>
                </a:solidFill>
                <a:latin typeface="Montserrat" panose="00000500000000000000" pitchFamily="2" charset="0"/>
              </a:rPr>
              <a:t>value</a:t>
            </a:r>
            <a:endParaRPr lang="zh-CN" altLang="en-US" sz="1200" dirty="0">
              <a:solidFill>
                <a:sysClr val="windowText" lastClr="000000"/>
              </a:solidFill>
              <a:latin typeface="Montserrat" panose="00000500000000000000" pitchFamily="2" charset="0"/>
            </a:endParaRPr>
          </a:p>
        </p:txBody>
      </p:sp>
      <p:sp>
        <p:nvSpPr>
          <p:cNvPr id="73" name="矩形: 圆角 72">
            <a:extLst>
              <a:ext uri="{FF2B5EF4-FFF2-40B4-BE49-F238E27FC236}">
                <a16:creationId xmlns:a16="http://schemas.microsoft.com/office/drawing/2014/main" id="{B2A026AB-1FE7-E13C-3690-2D59A7DC0E76}"/>
              </a:ext>
            </a:extLst>
          </p:cNvPr>
          <p:cNvSpPr/>
          <p:nvPr/>
        </p:nvSpPr>
        <p:spPr>
          <a:xfrm>
            <a:off x="7673757" y="2560226"/>
            <a:ext cx="1152000" cy="288000"/>
          </a:xfrm>
          <a:prstGeom prst="roundRect">
            <a:avLst/>
          </a:prstGeom>
          <a:solidFill>
            <a:srgbClr val="FDECDB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solidFill>
                  <a:sysClr val="windowText" lastClr="000000"/>
                </a:solidFill>
                <a:latin typeface="Montserrat" panose="00000500000000000000" pitchFamily="2" charset="0"/>
              </a:rPr>
              <a:t>hidden</a:t>
            </a:r>
            <a:endParaRPr lang="zh-CN" altLang="en-US" sz="1200">
              <a:solidFill>
                <a:sysClr val="windowText" lastClr="000000"/>
              </a:solidFill>
              <a:latin typeface="Montserrat" panose="00000500000000000000" pitchFamily="2" charset="0"/>
            </a:endParaRPr>
          </a:p>
        </p:txBody>
      </p:sp>
      <p:sp>
        <p:nvSpPr>
          <p:cNvPr id="99" name="矩形: 圆角 98">
            <a:extLst>
              <a:ext uri="{FF2B5EF4-FFF2-40B4-BE49-F238E27FC236}">
                <a16:creationId xmlns:a16="http://schemas.microsoft.com/office/drawing/2014/main" id="{E65A18CE-ACBE-A555-CD25-C5D31C3EF1F8}"/>
              </a:ext>
            </a:extLst>
          </p:cNvPr>
          <p:cNvSpPr/>
          <p:nvPr/>
        </p:nvSpPr>
        <p:spPr>
          <a:xfrm>
            <a:off x="7673757" y="2873614"/>
            <a:ext cx="1152000" cy="288000"/>
          </a:xfrm>
          <a:prstGeom prst="roundRect">
            <a:avLst/>
          </a:prstGeom>
          <a:solidFill>
            <a:srgbClr val="FDECDB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ysClr val="windowText" lastClr="000000"/>
                </a:solidFill>
                <a:latin typeface="Montserrat" panose="00000500000000000000" pitchFamily="2" charset="0"/>
              </a:rPr>
              <a:t>checked</a:t>
            </a:r>
            <a:endParaRPr lang="zh-CN" altLang="en-US" sz="1200" dirty="0">
              <a:solidFill>
                <a:sysClr val="windowText" lastClr="000000"/>
              </a:solidFill>
              <a:latin typeface="Montserrat" panose="00000500000000000000" pitchFamily="2" charset="0"/>
            </a:endParaRPr>
          </a:p>
        </p:txBody>
      </p:sp>
      <p:sp>
        <p:nvSpPr>
          <p:cNvPr id="100" name="矩形: 圆角 99">
            <a:extLst>
              <a:ext uri="{FF2B5EF4-FFF2-40B4-BE49-F238E27FC236}">
                <a16:creationId xmlns:a16="http://schemas.microsoft.com/office/drawing/2014/main" id="{7379FF89-A584-320C-1B6B-9E2F4C8E96E1}"/>
              </a:ext>
            </a:extLst>
          </p:cNvPr>
          <p:cNvSpPr/>
          <p:nvPr/>
        </p:nvSpPr>
        <p:spPr>
          <a:xfrm>
            <a:off x="7673757" y="1306675"/>
            <a:ext cx="1152000" cy="288000"/>
          </a:xfrm>
          <a:prstGeom prst="roundRect">
            <a:avLst/>
          </a:prstGeom>
          <a:solidFill>
            <a:srgbClr val="FDECDB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ysClr val="windowText" lastClr="000000"/>
                </a:solidFill>
                <a:latin typeface="Montserrat" panose="00000500000000000000" pitchFamily="2" charset="0"/>
              </a:rPr>
              <a:t>maxlength</a:t>
            </a:r>
            <a:endParaRPr lang="zh-CN" altLang="en-US" sz="1200" dirty="0">
              <a:solidFill>
                <a:sysClr val="windowText" lastClr="000000"/>
              </a:solidFill>
              <a:latin typeface="Montserrat" panose="00000500000000000000" pitchFamily="2" charset="0"/>
            </a:endParaRPr>
          </a:p>
        </p:txBody>
      </p:sp>
      <p:sp>
        <p:nvSpPr>
          <p:cNvPr id="116" name="矩形: 圆角 115">
            <a:extLst>
              <a:ext uri="{FF2B5EF4-FFF2-40B4-BE49-F238E27FC236}">
                <a16:creationId xmlns:a16="http://schemas.microsoft.com/office/drawing/2014/main" id="{382A6B3C-89BA-D66E-6C26-AC690B438335}"/>
              </a:ext>
            </a:extLst>
          </p:cNvPr>
          <p:cNvSpPr/>
          <p:nvPr/>
        </p:nvSpPr>
        <p:spPr>
          <a:xfrm>
            <a:off x="7673757" y="1933451"/>
            <a:ext cx="1152000" cy="288000"/>
          </a:xfrm>
          <a:prstGeom prst="roundRect">
            <a:avLst/>
          </a:prstGeom>
          <a:solidFill>
            <a:srgbClr val="FDECDB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ysClr val="windowText" lastClr="000000"/>
                </a:solidFill>
                <a:latin typeface="Montserrat" panose="00000500000000000000" pitchFamily="2" charset="0"/>
              </a:rPr>
              <a:t>required</a:t>
            </a:r>
            <a:endParaRPr lang="zh-CN" altLang="en-US" sz="1200">
              <a:solidFill>
                <a:sysClr val="windowText" lastClr="000000"/>
              </a:solidFill>
              <a:latin typeface="Montserrat" panose="00000500000000000000" pitchFamily="2" charset="0"/>
            </a:endParaRPr>
          </a:p>
        </p:txBody>
      </p:sp>
      <p:cxnSp>
        <p:nvCxnSpPr>
          <p:cNvPr id="29" name="连接符: 曲线 28">
            <a:extLst>
              <a:ext uri="{FF2B5EF4-FFF2-40B4-BE49-F238E27FC236}">
                <a16:creationId xmlns:a16="http://schemas.microsoft.com/office/drawing/2014/main" id="{017E8C98-3AEA-3BDC-A2AF-A5B7738F38BD}"/>
              </a:ext>
            </a:extLst>
          </p:cNvPr>
          <p:cNvCxnSpPr>
            <a:cxnSpLocks/>
            <a:stCxn id="25" idx="3"/>
            <a:endCxn id="100" idx="1"/>
          </p:cNvCxnSpPr>
          <p:nvPr/>
        </p:nvCxnSpPr>
        <p:spPr>
          <a:xfrm flipV="1">
            <a:off x="7434273" y="1450675"/>
            <a:ext cx="239484" cy="335735"/>
          </a:xfrm>
          <a:prstGeom prst="curvedConnector3">
            <a:avLst>
              <a:gd name="adj1" fmla="val 50000"/>
            </a:avLst>
          </a:prstGeom>
          <a:ln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连接符: 曲线 32">
            <a:extLst>
              <a:ext uri="{FF2B5EF4-FFF2-40B4-BE49-F238E27FC236}">
                <a16:creationId xmlns:a16="http://schemas.microsoft.com/office/drawing/2014/main" id="{B9B008D8-2E43-55E2-A92D-6B300AF369AF}"/>
              </a:ext>
            </a:extLst>
          </p:cNvPr>
          <p:cNvCxnSpPr>
            <a:cxnSpLocks/>
            <a:stCxn id="26" idx="3"/>
            <a:endCxn id="72" idx="1"/>
          </p:cNvCxnSpPr>
          <p:nvPr/>
        </p:nvCxnSpPr>
        <p:spPr>
          <a:xfrm>
            <a:off x="7434273" y="2056304"/>
            <a:ext cx="239484" cy="334535"/>
          </a:xfrm>
          <a:prstGeom prst="curvedConnector3">
            <a:avLst>
              <a:gd name="adj1" fmla="val 50000"/>
            </a:avLst>
          </a:prstGeom>
          <a:ln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矩形: 圆角 24">
            <a:extLst>
              <a:ext uri="{FF2B5EF4-FFF2-40B4-BE49-F238E27FC236}">
                <a16:creationId xmlns:a16="http://schemas.microsoft.com/office/drawing/2014/main" id="{0C604421-37C1-756C-7B73-6463DCFA65A5}"/>
              </a:ext>
            </a:extLst>
          </p:cNvPr>
          <p:cNvSpPr/>
          <p:nvPr/>
        </p:nvSpPr>
        <p:spPr>
          <a:xfrm>
            <a:off x="6426273" y="1642410"/>
            <a:ext cx="1008000" cy="288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1200" dirty="0">
                <a:solidFill>
                  <a:sysClr val="windowText" lastClr="000000"/>
                </a:solidFill>
                <a:latin typeface="Montserrat" panose="00000500000000000000" pitchFamily="2" charset="0"/>
              </a:rPr>
              <a:t>text</a:t>
            </a:r>
            <a:endParaRPr lang="zh-CN" altLang="en-US" sz="1200" dirty="0">
              <a:solidFill>
                <a:sysClr val="windowText" lastClr="000000"/>
              </a:solidFill>
              <a:latin typeface="Montserrat" panose="00000500000000000000" pitchFamily="2" charset="0"/>
            </a:endParaRPr>
          </a:p>
        </p:txBody>
      </p:sp>
      <p:sp>
        <p:nvSpPr>
          <p:cNvPr id="26" name="矩形: 圆角 25">
            <a:extLst>
              <a:ext uri="{FF2B5EF4-FFF2-40B4-BE49-F238E27FC236}">
                <a16:creationId xmlns:a16="http://schemas.microsoft.com/office/drawing/2014/main" id="{00038D7F-385D-2345-2DBA-32B639EF5D3A}"/>
              </a:ext>
            </a:extLst>
          </p:cNvPr>
          <p:cNvSpPr/>
          <p:nvPr/>
        </p:nvSpPr>
        <p:spPr>
          <a:xfrm>
            <a:off x="6426273" y="1912304"/>
            <a:ext cx="1008000" cy="288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1200" dirty="0">
                <a:solidFill>
                  <a:sysClr val="windowText" lastClr="000000"/>
                </a:solidFill>
                <a:latin typeface="Montserrat" panose="00000500000000000000" pitchFamily="2" charset="0"/>
              </a:rPr>
              <a:t>password</a:t>
            </a:r>
            <a:endParaRPr lang="zh-CN" altLang="en-US" sz="1200" dirty="0">
              <a:solidFill>
                <a:sysClr val="windowText" lastClr="000000"/>
              </a:solidFill>
              <a:latin typeface="Montserrat" panose="00000500000000000000" pitchFamily="2" charset="0"/>
            </a:endParaRPr>
          </a:p>
        </p:txBody>
      </p:sp>
      <p:sp>
        <p:nvSpPr>
          <p:cNvPr id="27" name="矩形: 圆角 26">
            <a:extLst>
              <a:ext uri="{FF2B5EF4-FFF2-40B4-BE49-F238E27FC236}">
                <a16:creationId xmlns:a16="http://schemas.microsoft.com/office/drawing/2014/main" id="{8C58B27E-9EDF-2603-8A2C-88C8201B54FE}"/>
              </a:ext>
            </a:extLst>
          </p:cNvPr>
          <p:cNvSpPr/>
          <p:nvPr/>
        </p:nvSpPr>
        <p:spPr>
          <a:xfrm>
            <a:off x="6426273" y="2744173"/>
            <a:ext cx="1008000" cy="288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1200" dirty="0">
                <a:solidFill>
                  <a:sysClr val="windowText" lastClr="000000"/>
                </a:solidFill>
                <a:latin typeface="Montserrat" panose="00000500000000000000" pitchFamily="2" charset="0"/>
              </a:rPr>
              <a:t>radio</a:t>
            </a:r>
            <a:endParaRPr lang="zh-CN" altLang="en-US" sz="1200" dirty="0">
              <a:solidFill>
                <a:sysClr val="windowText" lastClr="000000"/>
              </a:solidFill>
              <a:latin typeface="Montserrat" panose="00000500000000000000" pitchFamily="2" charset="0"/>
            </a:endParaRPr>
          </a:p>
        </p:txBody>
      </p:sp>
      <p:cxnSp>
        <p:nvCxnSpPr>
          <p:cNvPr id="28" name="连接符: 曲线 27">
            <a:extLst>
              <a:ext uri="{FF2B5EF4-FFF2-40B4-BE49-F238E27FC236}">
                <a16:creationId xmlns:a16="http://schemas.microsoft.com/office/drawing/2014/main" id="{7DFA1551-73F5-4C28-AE50-579B119B5BF0}"/>
              </a:ext>
            </a:extLst>
          </p:cNvPr>
          <p:cNvCxnSpPr>
            <a:cxnSpLocks/>
            <a:stCxn id="7" idx="3"/>
            <a:endCxn id="25" idx="1"/>
          </p:cNvCxnSpPr>
          <p:nvPr/>
        </p:nvCxnSpPr>
        <p:spPr>
          <a:xfrm flipV="1">
            <a:off x="6263512" y="1786410"/>
            <a:ext cx="162761" cy="471598"/>
          </a:xfrm>
          <a:prstGeom prst="curvedConnector3">
            <a:avLst>
              <a:gd name="adj1" fmla="val 50000"/>
            </a:avLst>
          </a:prstGeom>
          <a:ln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8" name="矩形: 圆角 107">
            <a:extLst>
              <a:ext uri="{FF2B5EF4-FFF2-40B4-BE49-F238E27FC236}">
                <a16:creationId xmlns:a16="http://schemas.microsoft.com/office/drawing/2014/main" id="{354794C5-9D47-890A-B8D7-2D43D24E339E}"/>
              </a:ext>
            </a:extLst>
          </p:cNvPr>
          <p:cNvSpPr/>
          <p:nvPr/>
        </p:nvSpPr>
        <p:spPr>
          <a:xfrm>
            <a:off x="6418143" y="3014067"/>
            <a:ext cx="1008000" cy="288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1200" dirty="0">
                <a:solidFill>
                  <a:sysClr val="windowText" lastClr="000000"/>
                </a:solidFill>
                <a:latin typeface="Montserrat" panose="00000500000000000000" pitchFamily="2" charset="0"/>
              </a:rPr>
              <a:t>checkbox</a:t>
            </a:r>
            <a:endParaRPr lang="zh-CN" altLang="en-US" sz="1200" dirty="0">
              <a:solidFill>
                <a:sysClr val="windowText" lastClr="000000"/>
              </a:solidFill>
              <a:latin typeface="Montserrat" panose="00000500000000000000" pitchFamily="2" charset="0"/>
            </a:endParaRPr>
          </a:p>
        </p:txBody>
      </p:sp>
      <p:cxnSp>
        <p:nvCxnSpPr>
          <p:cNvPr id="121" name="连接符: 曲线 120">
            <a:extLst>
              <a:ext uri="{FF2B5EF4-FFF2-40B4-BE49-F238E27FC236}">
                <a16:creationId xmlns:a16="http://schemas.microsoft.com/office/drawing/2014/main" id="{797AFADC-9137-9041-E1A2-1D81B311B42C}"/>
              </a:ext>
            </a:extLst>
          </p:cNvPr>
          <p:cNvCxnSpPr>
            <a:cxnSpLocks/>
            <a:stCxn id="7" idx="3"/>
            <a:endCxn id="108" idx="1"/>
          </p:cNvCxnSpPr>
          <p:nvPr/>
        </p:nvCxnSpPr>
        <p:spPr>
          <a:xfrm>
            <a:off x="6263512" y="2258008"/>
            <a:ext cx="154631" cy="900059"/>
          </a:xfrm>
          <a:prstGeom prst="curvedConnector3">
            <a:avLst>
              <a:gd name="adj1" fmla="val 50000"/>
            </a:avLst>
          </a:prstGeom>
          <a:ln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矩形: 圆角 36">
            <a:extLst>
              <a:ext uri="{FF2B5EF4-FFF2-40B4-BE49-F238E27FC236}">
                <a16:creationId xmlns:a16="http://schemas.microsoft.com/office/drawing/2014/main" id="{6FA91C42-0C1D-D552-8917-E136786023C6}"/>
              </a:ext>
            </a:extLst>
          </p:cNvPr>
          <p:cNvSpPr/>
          <p:nvPr/>
        </p:nvSpPr>
        <p:spPr>
          <a:xfrm>
            <a:off x="6418143" y="2369561"/>
            <a:ext cx="1008000" cy="288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1200" dirty="0">
                <a:solidFill>
                  <a:sysClr val="windowText" lastClr="000000"/>
                </a:solidFill>
                <a:latin typeface="Montserrat" panose="00000500000000000000" pitchFamily="2" charset="0"/>
              </a:rPr>
              <a:t>button</a:t>
            </a:r>
            <a:endParaRPr lang="zh-CN" altLang="en-US" sz="1200" dirty="0">
              <a:solidFill>
                <a:sysClr val="windowText" lastClr="000000"/>
              </a:solidFill>
              <a:latin typeface="Montserrat" panose="00000500000000000000" pitchFamily="2" charset="0"/>
            </a:endParaRPr>
          </a:p>
        </p:txBody>
      </p:sp>
      <p:sp>
        <p:nvSpPr>
          <p:cNvPr id="30" name="矩形: 圆角 29">
            <a:extLst>
              <a:ext uri="{FF2B5EF4-FFF2-40B4-BE49-F238E27FC236}">
                <a16:creationId xmlns:a16="http://schemas.microsoft.com/office/drawing/2014/main" id="{BD9CCC73-F1FA-B7EC-7203-AF0E587DA98B}"/>
              </a:ext>
            </a:extLst>
          </p:cNvPr>
          <p:cNvSpPr/>
          <p:nvPr/>
        </p:nvSpPr>
        <p:spPr>
          <a:xfrm>
            <a:off x="5111511" y="5765326"/>
            <a:ext cx="1152000" cy="288000"/>
          </a:xfrm>
          <a:prstGeom prst="roundRect">
            <a:avLst/>
          </a:prstGeom>
          <a:solidFill>
            <a:srgbClr val="C7ADE9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ysClr val="windowText" lastClr="000000"/>
                </a:solidFill>
                <a:latin typeface="Montserrat" panose="00000500000000000000" pitchFamily="2" charset="0"/>
              </a:rPr>
              <a:t>id</a:t>
            </a:r>
            <a:endParaRPr lang="zh-CN" altLang="en-US" sz="1200" dirty="0">
              <a:solidFill>
                <a:sysClr val="windowText" lastClr="000000"/>
              </a:solidFill>
              <a:latin typeface="Montserrat" panose="00000500000000000000" pitchFamily="2" charset="0"/>
            </a:endParaRPr>
          </a:p>
        </p:txBody>
      </p:sp>
      <p:sp>
        <p:nvSpPr>
          <p:cNvPr id="31" name="矩形: 圆角 30">
            <a:extLst>
              <a:ext uri="{FF2B5EF4-FFF2-40B4-BE49-F238E27FC236}">
                <a16:creationId xmlns:a16="http://schemas.microsoft.com/office/drawing/2014/main" id="{57BE3A41-3B4F-AB86-EECA-6B51C6B6C1A0}"/>
              </a:ext>
            </a:extLst>
          </p:cNvPr>
          <p:cNvSpPr/>
          <p:nvPr/>
        </p:nvSpPr>
        <p:spPr>
          <a:xfrm>
            <a:off x="5111511" y="6097264"/>
            <a:ext cx="1152000" cy="288000"/>
          </a:xfrm>
          <a:prstGeom prst="roundRect">
            <a:avLst/>
          </a:prstGeom>
          <a:solidFill>
            <a:srgbClr val="C7ADE9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ysClr val="windowText" lastClr="000000"/>
                </a:solidFill>
                <a:latin typeface="Montserrat" panose="00000500000000000000" pitchFamily="2" charset="0"/>
              </a:rPr>
              <a:t>&lt;option&gt;</a:t>
            </a:r>
            <a:endParaRPr lang="zh-CN" altLang="en-US" sz="1200" dirty="0">
              <a:solidFill>
                <a:sysClr val="windowText" lastClr="000000"/>
              </a:solidFill>
              <a:latin typeface="Montserrat" panose="00000500000000000000" pitchFamily="2" charset="0"/>
            </a:endParaRPr>
          </a:p>
        </p:txBody>
      </p:sp>
      <p:cxnSp>
        <p:nvCxnSpPr>
          <p:cNvPr id="34" name="连接符: 曲线 33">
            <a:extLst>
              <a:ext uri="{FF2B5EF4-FFF2-40B4-BE49-F238E27FC236}">
                <a16:creationId xmlns:a16="http://schemas.microsoft.com/office/drawing/2014/main" id="{633C67E8-D028-C85A-E972-73CEA836F621}"/>
              </a:ext>
            </a:extLst>
          </p:cNvPr>
          <p:cNvCxnSpPr>
            <a:cxnSpLocks/>
            <a:stCxn id="21" idx="1"/>
            <a:endCxn id="12" idx="3"/>
          </p:cNvCxnSpPr>
          <p:nvPr/>
        </p:nvCxnSpPr>
        <p:spPr>
          <a:xfrm rot="10800000" flipV="1">
            <a:off x="4888637" y="5577388"/>
            <a:ext cx="222875" cy="331937"/>
          </a:xfrm>
          <a:prstGeom prst="curvedConnector3">
            <a:avLst>
              <a:gd name="adj1" fmla="val 50000"/>
            </a:avLst>
          </a:prstGeom>
          <a:ln>
            <a:solidFill>
              <a:srgbClr val="8854D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连接符: 曲线 37">
            <a:extLst>
              <a:ext uri="{FF2B5EF4-FFF2-40B4-BE49-F238E27FC236}">
                <a16:creationId xmlns:a16="http://schemas.microsoft.com/office/drawing/2014/main" id="{684D6285-3A23-E778-92CA-15C9A5FA20BC}"/>
              </a:ext>
            </a:extLst>
          </p:cNvPr>
          <p:cNvCxnSpPr>
            <a:cxnSpLocks/>
            <a:stCxn id="31" idx="1"/>
            <a:endCxn id="12" idx="3"/>
          </p:cNvCxnSpPr>
          <p:nvPr/>
        </p:nvCxnSpPr>
        <p:spPr>
          <a:xfrm rot="10800000">
            <a:off x="4888637" y="5909326"/>
            <a:ext cx="222875" cy="331938"/>
          </a:xfrm>
          <a:prstGeom prst="curvedConnector3">
            <a:avLst>
              <a:gd name="adj1" fmla="val 50000"/>
            </a:avLst>
          </a:prstGeom>
          <a:ln>
            <a:solidFill>
              <a:srgbClr val="8854D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连接符: 曲线 46">
            <a:extLst>
              <a:ext uri="{FF2B5EF4-FFF2-40B4-BE49-F238E27FC236}">
                <a16:creationId xmlns:a16="http://schemas.microsoft.com/office/drawing/2014/main" id="{BA78BC2D-F1BE-EC17-3127-EB52F68FD4C2}"/>
              </a:ext>
            </a:extLst>
          </p:cNvPr>
          <p:cNvCxnSpPr>
            <a:cxnSpLocks/>
            <a:stCxn id="27" idx="3"/>
            <a:endCxn id="99" idx="1"/>
          </p:cNvCxnSpPr>
          <p:nvPr/>
        </p:nvCxnSpPr>
        <p:spPr>
          <a:xfrm>
            <a:off x="7434273" y="2888173"/>
            <a:ext cx="239484" cy="129441"/>
          </a:xfrm>
          <a:prstGeom prst="curvedConnector3">
            <a:avLst>
              <a:gd name="adj1" fmla="val 50000"/>
            </a:avLst>
          </a:prstGeom>
          <a:ln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连接符: 曲线 50">
            <a:extLst>
              <a:ext uri="{FF2B5EF4-FFF2-40B4-BE49-F238E27FC236}">
                <a16:creationId xmlns:a16="http://schemas.microsoft.com/office/drawing/2014/main" id="{0E54F35F-B766-BD4C-814C-CFF23033B849}"/>
              </a:ext>
            </a:extLst>
          </p:cNvPr>
          <p:cNvCxnSpPr>
            <a:cxnSpLocks/>
            <a:stCxn id="108" idx="3"/>
            <a:endCxn id="99" idx="1"/>
          </p:cNvCxnSpPr>
          <p:nvPr/>
        </p:nvCxnSpPr>
        <p:spPr>
          <a:xfrm flipV="1">
            <a:off x="7426143" y="3017614"/>
            <a:ext cx="247614" cy="140453"/>
          </a:xfrm>
          <a:prstGeom prst="curvedConnector3">
            <a:avLst>
              <a:gd name="adj1" fmla="val 50000"/>
            </a:avLst>
          </a:prstGeom>
          <a:ln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52434474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07DBE5-2863-17D1-1869-555ABE7CB1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: 圆角 1">
            <a:extLst>
              <a:ext uri="{FF2B5EF4-FFF2-40B4-BE49-F238E27FC236}">
                <a16:creationId xmlns:a16="http://schemas.microsoft.com/office/drawing/2014/main" id="{72D3A605-C61A-1177-72EC-2BC80E57FEE8}"/>
              </a:ext>
            </a:extLst>
          </p:cNvPr>
          <p:cNvSpPr/>
          <p:nvPr/>
        </p:nvSpPr>
        <p:spPr>
          <a:xfrm>
            <a:off x="5267696" y="3303000"/>
            <a:ext cx="1080000" cy="216000"/>
          </a:xfrm>
          <a:prstGeom prst="roundRect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 dirty="0">
                <a:latin typeface="Quicksand Light" panose="00000400000000000000" pitchFamily="2" charset="0"/>
                <a:ea typeface="微软雅黑" panose="020B0503020204020204" pitchFamily="34" charset="-122"/>
              </a:rPr>
              <a:t>Multimedia</a:t>
            </a:r>
            <a:endParaRPr lang="zh-CN" altLang="en-US" sz="800">
              <a:latin typeface="Quicksand Light" panose="00000400000000000000" pitchFamily="2" charset="0"/>
              <a:ea typeface="微软雅黑" panose="020B0503020204020204" pitchFamily="34" charset="-122"/>
            </a:endParaRPr>
          </a:p>
        </p:txBody>
      </p:sp>
      <p:sp>
        <p:nvSpPr>
          <p:cNvPr id="3" name="矩形: 圆角 2">
            <a:extLst>
              <a:ext uri="{FF2B5EF4-FFF2-40B4-BE49-F238E27FC236}">
                <a16:creationId xmlns:a16="http://schemas.microsoft.com/office/drawing/2014/main" id="{20C21524-2DB6-C471-8E67-E68F4D0CB134}"/>
              </a:ext>
            </a:extLst>
          </p:cNvPr>
          <p:cNvSpPr/>
          <p:nvPr/>
        </p:nvSpPr>
        <p:spPr>
          <a:xfrm>
            <a:off x="6583823" y="4502554"/>
            <a:ext cx="720000" cy="216000"/>
          </a:xfrm>
          <a:prstGeom prst="roundRect">
            <a:avLst/>
          </a:prstGeom>
          <a:solidFill>
            <a:srgbClr val="6D214F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 dirty="0">
                <a:latin typeface="Quicksand Light" panose="00000400000000000000" pitchFamily="2" charset="0"/>
              </a:rPr>
              <a:t>&lt;</a:t>
            </a:r>
            <a:r>
              <a:rPr lang="en-US" altLang="zh-CN" sz="800" dirty="0" err="1">
                <a:latin typeface="Quicksand Light" panose="00000400000000000000" pitchFamily="2" charset="0"/>
              </a:rPr>
              <a:t>svg</a:t>
            </a:r>
            <a:r>
              <a:rPr lang="en-US" altLang="zh-CN" sz="800" dirty="0">
                <a:latin typeface="Quicksand Light" panose="00000400000000000000" pitchFamily="2" charset="0"/>
              </a:rPr>
              <a:t>&gt;</a:t>
            </a:r>
            <a:endParaRPr lang="zh-CN" altLang="en-US" sz="800" dirty="0">
              <a:latin typeface="Quicksand Light" panose="00000400000000000000" pitchFamily="2" charset="0"/>
            </a:endParaRPr>
          </a:p>
        </p:txBody>
      </p:sp>
      <p:sp>
        <p:nvSpPr>
          <p:cNvPr id="4" name="矩形: 圆角 3">
            <a:extLst>
              <a:ext uri="{FF2B5EF4-FFF2-40B4-BE49-F238E27FC236}">
                <a16:creationId xmlns:a16="http://schemas.microsoft.com/office/drawing/2014/main" id="{A3E8D753-4583-0E7D-9076-510D39432E21}"/>
              </a:ext>
            </a:extLst>
          </p:cNvPr>
          <p:cNvSpPr/>
          <p:nvPr/>
        </p:nvSpPr>
        <p:spPr>
          <a:xfrm>
            <a:off x="6583823" y="1712260"/>
            <a:ext cx="720000" cy="216000"/>
          </a:xfrm>
          <a:prstGeom prst="roundRect">
            <a:avLst/>
          </a:prstGeom>
          <a:solidFill>
            <a:srgbClr val="FA8231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&lt;img&gt;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sp>
        <p:nvSpPr>
          <p:cNvPr id="5" name="矩形: 圆角 4">
            <a:extLst>
              <a:ext uri="{FF2B5EF4-FFF2-40B4-BE49-F238E27FC236}">
                <a16:creationId xmlns:a16="http://schemas.microsoft.com/office/drawing/2014/main" id="{147BB1F8-F855-5E24-A11E-97AE59DD3F22}"/>
              </a:ext>
            </a:extLst>
          </p:cNvPr>
          <p:cNvSpPr/>
          <p:nvPr/>
        </p:nvSpPr>
        <p:spPr>
          <a:xfrm>
            <a:off x="6583823" y="2386347"/>
            <a:ext cx="720000" cy="216000"/>
          </a:xfrm>
          <a:prstGeom prst="roundRect">
            <a:avLst/>
          </a:prstGeom>
          <a:solidFill>
            <a:srgbClr val="EB3B5A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&lt;figure&gt;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sp>
        <p:nvSpPr>
          <p:cNvPr id="6" name="矩形: 圆角 5">
            <a:extLst>
              <a:ext uri="{FF2B5EF4-FFF2-40B4-BE49-F238E27FC236}">
                <a16:creationId xmlns:a16="http://schemas.microsoft.com/office/drawing/2014/main" id="{581BBC49-DE44-FD44-6818-83512F01F19A}"/>
              </a:ext>
            </a:extLst>
          </p:cNvPr>
          <p:cNvSpPr/>
          <p:nvPr/>
        </p:nvSpPr>
        <p:spPr>
          <a:xfrm>
            <a:off x="6583823" y="2928911"/>
            <a:ext cx="720000" cy="216000"/>
          </a:xfrm>
          <a:prstGeom prst="roundRect">
            <a:avLst/>
          </a:prstGeom>
          <a:solidFill>
            <a:srgbClr val="F78FB3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&lt;picture&gt;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sp>
        <p:nvSpPr>
          <p:cNvPr id="7" name="矩形: 圆角 6">
            <a:extLst>
              <a:ext uri="{FF2B5EF4-FFF2-40B4-BE49-F238E27FC236}">
                <a16:creationId xmlns:a16="http://schemas.microsoft.com/office/drawing/2014/main" id="{BFDE3763-9113-B586-4911-A44954F157C5}"/>
              </a:ext>
            </a:extLst>
          </p:cNvPr>
          <p:cNvSpPr/>
          <p:nvPr/>
        </p:nvSpPr>
        <p:spPr>
          <a:xfrm>
            <a:off x="7466994" y="1711755"/>
            <a:ext cx="900000" cy="216000"/>
          </a:xfrm>
          <a:prstGeom prst="roundRect">
            <a:avLst/>
          </a:prstGeom>
          <a:solidFill>
            <a:srgbClr val="FA8231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alt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sp>
        <p:nvSpPr>
          <p:cNvPr id="8" name="矩形: 圆角 7">
            <a:extLst>
              <a:ext uri="{FF2B5EF4-FFF2-40B4-BE49-F238E27FC236}">
                <a16:creationId xmlns:a16="http://schemas.microsoft.com/office/drawing/2014/main" id="{909EA356-77BB-0AAB-B381-169E5F06423E}"/>
              </a:ext>
            </a:extLst>
          </p:cNvPr>
          <p:cNvSpPr/>
          <p:nvPr/>
        </p:nvSpPr>
        <p:spPr>
          <a:xfrm>
            <a:off x="7466994" y="1460731"/>
            <a:ext cx="900000" cy="216000"/>
          </a:xfrm>
          <a:prstGeom prst="roundRect">
            <a:avLst/>
          </a:prstGeom>
          <a:solidFill>
            <a:srgbClr val="FA8231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src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sp>
        <p:nvSpPr>
          <p:cNvPr id="10" name="矩形: 圆角 9">
            <a:extLst>
              <a:ext uri="{FF2B5EF4-FFF2-40B4-BE49-F238E27FC236}">
                <a16:creationId xmlns:a16="http://schemas.microsoft.com/office/drawing/2014/main" id="{CD424EEB-ADC0-022D-2BAE-E497610FEB3D}"/>
              </a:ext>
            </a:extLst>
          </p:cNvPr>
          <p:cNvSpPr/>
          <p:nvPr/>
        </p:nvSpPr>
        <p:spPr>
          <a:xfrm>
            <a:off x="7466994" y="2261087"/>
            <a:ext cx="900000" cy="216000"/>
          </a:xfrm>
          <a:prstGeom prst="roundRect">
            <a:avLst/>
          </a:prstGeom>
          <a:solidFill>
            <a:srgbClr val="EB3B5A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&lt;figcaption&gt;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cxnSp>
        <p:nvCxnSpPr>
          <p:cNvPr id="13" name="连接符: 曲线 12">
            <a:extLst>
              <a:ext uri="{FF2B5EF4-FFF2-40B4-BE49-F238E27FC236}">
                <a16:creationId xmlns:a16="http://schemas.microsoft.com/office/drawing/2014/main" id="{5AE72974-B45F-00B7-1395-A426C56B9E0D}"/>
              </a:ext>
            </a:extLst>
          </p:cNvPr>
          <p:cNvCxnSpPr>
            <a:cxnSpLocks/>
            <a:stCxn id="2" idx="3"/>
            <a:endCxn id="3" idx="1"/>
          </p:cNvCxnSpPr>
          <p:nvPr/>
        </p:nvCxnSpPr>
        <p:spPr>
          <a:xfrm>
            <a:off x="6347696" y="3411000"/>
            <a:ext cx="236127" cy="1199554"/>
          </a:xfrm>
          <a:prstGeom prst="curvedConnector3">
            <a:avLst>
              <a:gd name="adj1" fmla="val 50000"/>
            </a:avLst>
          </a:prstGeom>
          <a:ln>
            <a:solidFill>
              <a:srgbClr val="6D214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连接符: 曲线 13">
            <a:extLst>
              <a:ext uri="{FF2B5EF4-FFF2-40B4-BE49-F238E27FC236}">
                <a16:creationId xmlns:a16="http://schemas.microsoft.com/office/drawing/2014/main" id="{E22DD4A7-1E61-7C1F-5D98-EAB24CAAEB4A}"/>
              </a:ext>
            </a:extLst>
          </p:cNvPr>
          <p:cNvCxnSpPr>
            <a:stCxn id="2" idx="3"/>
            <a:endCxn id="5" idx="1"/>
          </p:cNvCxnSpPr>
          <p:nvPr/>
        </p:nvCxnSpPr>
        <p:spPr>
          <a:xfrm flipV="1">
            <a:off x="6347696" y="2494347"/>
            <a:ext cx="236127" cy="916653"/>
          </a:xfrm>
          <a:prstGeom prst="curvedConnector3">
            <a:avLst/>
          </a:prstGeom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连接符: 曲线 14">
            <a:extLst>
              <a:ext uri="{FF2B5EF4-FFF2-40B4-BE49-F238E27FC236}">
                <a16:creationId xmlns:a16="http://schemas.microsoft.com/office/drawing/2014/main" id="{E3E6A24A-FF74-0DFA-A2BF-5E50614F8516}"/>
              </a:ext>
            </a:extLst>
          </p:cNvPr>
          <p:cNvCxnSpPr>
            <a:stCxn id="2" idx="3"/>
            <a:endCxn id="6" idx="1"/>
          </p:cNvCxnSpPr>
          <p:nvPr/>
        </p:nvCxnSpPr>
        <p:spPr>
          <a:xfrm flipV="1">
            <a:off x="6347696" y="3036911"/>
            <a:ext cx="236127" cy="374089"/>
          </a:xfrm>
          <a:prstGeom prst="curvedConnector3">
            <a:avLst/>
          </a:prstGeom>
          <a:ln>
            <a:solidFill>
              <a:srgbClr val="F78FB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连接符: 曲线 15">
            <a:extLst>
              <a:ext uri="{FF2B5EF4-FFF2-40B4-BE49-F238E27FC236}">
                <a16:creationId xmlns:a16="http://schemas.microsoft.com/office/drawing/2014/main" id="{004008D1-A284-074B-0CF2-7B88A789C5FB}"/>
              </a:ext>
            </a:extLst>
          </p:cNvPr>
          <p:cNvCxnSpPr>
            <a:stCxn id="4" idx="1"/>
            <a:endCxn id="2" idx="3"/>
          </p:cNvCxnSpPr>
          <p:nvPr/>
        </p:nvCxnSpPr>
        <p:spPr>
          <a:xfrm rot="10800000" flipV="1">
            <a:off x="6347697" y="1820260"/>
            <a:ext cx="236127" cy="1590740"/>
          </a:xfrm>
          <a:prstGeom prst="curvedConnector3">
            <a:avLst/>
          </a:prstGeom>
          <a:ln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连接符: 曲线 16">
            <a:extLst>
              <a:ext uri="{FF2B5EF4-FFF2-40B4-BE49-F238E27FC236}">
                <a16:creationId xmlns:a16="http://schemas.microsoft.com/office/drawing/2014/main" id="{0B5BF09C-BA86-7B04-6023-54F00EB078E5}"/>
              </a:ext>
            </a:extLst>
          </p:cNvPr>
          <p:cNvCxnSpPr>
            <a:stCxn id="4" idx="3"/>
            <a:endCxn id="7" idx="1"/>
          </p:cNvCxnSpPr>
          <p:nvPr/>
        </p:nvCxnSpPr>
        <p:spPr>
          <a:xfrm flipV="1">
            <a:off x="7303823" y="1819755"/>
            <a:ext cx="163171" cy="505"/>
          </a:xfrm>
          <a:prstGeom prst="curvedConnector3">
            <a:avLst/>
          </a:prstGeom>
          <a:ln>
            <a:solidFill>
              <a:srgbClr val="FA823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连接符: 曲线 17">
            <a:extLst>
              <a:ext uri="{FF2B5EF4-FFF2-40B4-BE49-F238E27FC236}">
                <a16:creationId xmlns:a16="http://schemas.microsoft.com/office/drawing/2014/main" id="{EADEB818-31A1-5900-A713-7385F5AD5CC5}"/>
              </a:ext>
            </a:extLst>
          </p:cNvPr>
          <p:cNvCxnSpPr>
            <a:cxnSpLocks/>
            <a:stCxn id="23" idx="1"/>
            <a:endCxn id="4" idx="3"/>
          </p:cNvCxnSpPr>
          <p:nvPr/>
        </p:nvCxnSpPr>
        <p:spPr>
          <a:xfrm rot="10800000">
            <a:off x="7303824" y="1820260"/>
            <a:ext cx="163171" cy="250520"/>
          </a:xfrm>
          <a:prstGeom prst="curvedConnector3">
            <a:avLst/>
          </a:prstGeom>
          <a:ln>
            <a:solidFill>
              <a:srgbClr val="FA823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连接符: 曲线 19">
            <a:extLst>
              <a:ext uri="{FF2B5EF4-FFF2-40B4-BE49-F238E27FC236}">
                <a16:creationId xmlns:a16="http://schemas.microsoft.com/office/drawing/2014/main" id="{D84F5621-D44E-ED4E-6C6E-8F59C3EA50CA}"/>
              </a:ext>
            </a:extLst>
          </p:cNvPr>
          <p:cNvCxnSpPr>
            <a:cxnSpLocks/>
            <a:stCxn id="58" idx="1"/>
            <a:endCxn id="5" idx="3"/>
          </p:cNvCxnSpPr>
          <p:nvPr/>
        </p:nvCxnSpPr>
        <p:spPr>
          <a:xfrm rot="10800000">
            <a:off x="7303824" y="2494347"/>
            <a:ext cx="163171" cy="125260"/>
          </a:xfrm>
          <a:prstGeom prst="curvedConnector3">
            <a:avLst/>
          </a:prstGeom>
          <a:ln>
            <a:solidFill>
              <a:srgbClr val="EB3B5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矩形: 圆角 22">
            <a:extLst>
              <a:ext uri="{FF2B5EF4-FFF2-40B4-BE49-F238E27FC236}">
                <a16:creationId xmlns:a16="http://schemas.microsoft.com/office/drawing/2014/main" id="{053B755B-29EF-932B-04BB-7D49084827F2}"/>
              </a:ext>
            </a:extLst>
          </p:cNvPr>
          <p:cNvSpPr/>
          <p:nvPr/>
        </p:nvSpPr>
        <p:spPr>
          <a:xfrm>
            <a:off x="7466994" y="1962780"/>
            <a:ext cx="900000" cy="216000"/>
          </a:xfrm>
          <a:prstGeom prst="roundRect">
            <a:avLst/>
          </a:prstGeom>
          <a:solidFill>
            <a:srgbClr val="FA8231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title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sp>
        <p:nvSpPr>
          <p:cNvPr id="58" name="矩形: 圆角 57">
            <a:extLst>
              <a:ext uri="{FF2B5EF4-FFF2-40B4-BE49-F238E27FC236}">
                <a16:creationId xmlns:a16="http://schemas.microsoft.com/office/drawing/2014/main" id="{741AE713-414D-63CD-931D-279A096AC489}"/>
              </a:ext>
            </a:extLst>
          </p:cNvPr>
          <p:cNvSpPr/>
          <p:nvPr/>
        </p:nvSpPr>
        <p:spPr>
          <a:xfrm>
            <a:off x="7466994" y="2511607"/>
            <a:ext cx="900000" cy="216000"/>
          </a:xfrm>
          <a:prstGeom prst="roundRect">
            <a:avLst/>
          </a:prstGeom>
          <a:solidFill>
            <a:srgbClr val="EB3B5A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&lt;Img&gt;…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sp>
        <p:nvSpPr>
          <p:cNvPr id="62" name="矩形: 圆角 61">
            <a:extLst>
              <a:ext uri="{FF2B5EF4-FFF2-40B4-BE49-F238E27FC236}">
                <a16:creationId xmlns:a16="http://schemas.microsoft.com/office/drawing/2014/main" id="{FC49AD26-AEBA-63FF-6CC9-F04A16EB6490}"/>
              </a:ext>
            </a:extLst>
          </p:cNvPr>
          <p:cNvSpPr/>
          <p:nvPr/>
        </p:nvSpPr>
        <p:spPr>
          <a:xfrm>
            <a:off x="7466994" y="2803651"/>
            <a:ext cx="900000" cy="216000"/>
          </a:xfrm>
          <a:prstGeom prst="roundRect">
            <a:avLst/>
          </a:prstGeom>
          <a:solidFill>
            <a:srgbClr val="F78FB3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&lt;source&gt;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sp>
        <p:nvSpPr>
          <p:cNvPr id="63" name="矩形: 圆角 62">
            <a:extLst>
              <a:ext uri="{FF2B5EF4-FFF2-40B4-BE49-F238E27FC236}">
                <a16:creationId xmlns:a16="http://schemas.microsoft.com/office/drawing/2014/main" id="{01287920-BE36-EF1D-0EAC-9B385D294CAE}"/>
              </a:ext>
            </a:extLst>
          </p:cNvPr>
          <p:cNvSpPr/>
          <p:nvPr/>
        </p:nvSpPr>
        <p:spPr>
          <a:xfrm>
            <a:off x="7466994" y="3054171"/>
            <a:ext cx="900000" cy="216000"/>
          </a:xfrm>
          <a:prstGeom prst="roundRect">
            <a:avLst/>
          </a:prstGeom>
          <a:solidFill>
            <a:srgbClr val="F78FB3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&lt;img&gt;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cxnSp>
        <p:nvCxnSpPr>
          <p:cNvPr id="69" name="连接符: 曲线 68">
            <a:extLst>
              <a:ext uri="{FF2B5EF4-FFF2-40B4-BE49-F238E27FC236}">
                <a16:creationId xmlns:a16="http://schemas.microsoft.com/office/drawing/2014/main" id="{8BDD0A78-6AC5-D4FD-25ED-608B37905FFB}"/>
              </a:ext>
            </a:extLst>
          </p:cNvPr>
          <p:cNvCxnSpPr>
            <a:cxnSpLocks/>
            <a:stCxn id="62" idx="1"/>
            <a:endCxn id="6" idx="3"/>
          </p:cNvCxnSpPr>
          <p:nvPr/>
        </p:nvCxnSpPr>
        <p:spPr>
          <a:xfrm rot="10800000" flipV="1">
            <a:off x="7303824" y="2911651"/>
            <a:ext cx="163171" cy="125260"/>
          </a:xfrm>
          <a:prstGeom prst="curvedConnector3">
            <a:avLst>
              <a:gd name="adj1" fmla="val 50000"/>
            </a:avLst>
          </a:prstGeom>
          <a:ln>
            <a:solidFill>
              <a:srgbClr val="F78FB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1" name="连接符: 曲线 70">
            <a:extLst>
              <a:ext uri="{FF2B5EF4-FFF2-40B4-BE49-F238E27FC236}">
                <a16:creationId xmlns:a16="http://schemas.microsoft.com/office/drawing/2014/main" id="{5A5335C1-AF95-7C07-1B49-1C0CEBAD69C5}"/>
              </a:ext>
            </a:extLst>
          </p:cNvPr>
          <p:cNvCxnSpPr>
            <a:cxnSpLocks/>
            <a:stCxn id="63" idx="1"/>
            <a:endCxn id="6" idx="3"/>
          </p:cNvCxnSpPr>
          <p:nvPr/>
        </p:nvCxnSpPr>
        <p:spPr>
          <a:xfrm rot="10800000">
            <a:off x="7303824" y="3036911"/>
            <a:ext cx="163171" cy="125260"/>
          </a:xfrm>
          <a:prstGeom prst="curvedConnector3">
            <a:avLst/>
          </a:prstGeom>
          <a:ln>
            <a:solidFill>
              <a:srgbClr val="F78FB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5" name="连接符: 曲线 104">
            <a:extLst>
              <a:ext uri="{FF2B5EF4-FFF2-40B4-BE49-F238E27FC236}">
                <a16:creationId xmlns:a16="http://schemas.microsoft.com/office/drawing/2014/main" id="{50CBC0DE-7888-C256-C58D-47E3950BCE00}"/>
              </a:ext>
            </a:extLst>
          </p:cNvPr>
          <p:cNvCxnSpPr>
            <a:cxnSpLocks/>
            <a:stCxn id="10" idx="1"/>
            <a:endCxn id="5" idx="3"/>
          </p:cNvCxnSpPr>
          <p:nvPr/>
        </p:nvCxnSpPr>
        <p:spPr>
          <a:xfrm rot="10800000" flipV="1">
            <a:off x="7303824" y="2369087"/>
            <a:ext cx="163171" cy="125260"/>
          </a:xfrm>
          <a:prstGeom prst="curvedConnector3">
            <a:avLst>
              <a:gd name="adj1" fmla="val 50000"/>
            </a:avLst>
          </a:prstGeom>
          <a:ln>
            <a:solidFill>
              <a:srgbClr val="EB3B5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矩形: 圆角 11">
            <a:extLst>
              <a:ext uri="{FF2B5EF4-FFF2-40B4-BE49-F238E27FC236}">
                <a16:creationId xmlns:a16="http://schemas.microsoft.com/office/drawing/2014/main" id="{9907286D-9FE6-16FB-D8C7-CF57F02AF814}"/>
              </a:ext>
            </a:extLst>
          </p:cNvPr>
          <p:cNvSpPr/>
          <p:nvPr/>
        </p:nvSpPr>
        <p:spPr>
          <a:xfrm>
            <a:off x="6583823" y="3797151"/>
            <a:ext cx="720000" cy="216000"/>
          </a:xfrm>
          <a:prstGeom prst="roundRect">
            <a:avLst/>
          </a:prstGeom>
          <a:solidFill>
            <a:srgbClr val="8854D0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&lt;canvas&gt;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cxnSp>
        <p:nvCxnSpPr>
          <p:cNvPr id="21" name="连接符: 曲线 20">
            <a:extLst>
              <a:ext uri="{FF2B5EF4-FFF2-40B4-BE49-F238E27FC236}">
                <a16:creationId xmlns:a16="http://schemas.microsoft.com/office/drawing/2014/main" id="{C40DB89B-E657-2776-2D27-3B9930D10B13}"/>
              </a:ext>
            </a:extLst>
          </p:cNvPr>
          <p:cNvCxnSpPr>
            <a:cxnSpLocks/>
            <a:stCxn id="2" idx="3"/>
            <a:endCxn id="12" idx="1"/>
          </p:cNvCxnSpPr>
          <p:nvPr/>
        </p:nvCxnSpPr>
        <p:spPr>
          <a:xfrm>
            <a:off x="6347696" y="3411000"/>
            <a:ext cx="236127" cy="494151"/>
          </a:xfrm>
          <a:prstGeom prst="curvedConnector3">
            <a:avLst>
              <a:gd name="adj1" fmla="val 50000"/>
            </a:avLst>
          </a:prstGeom>
          <a:ln>
            <a:solidFill>
              <a:srgbClr val="8854D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连接符: 曲线 44">
            <a:extLst>
              <a:ext uri="{FF2B5EF4-FFF2-40B4-BE49-F238E27FC236}">
                <a16:creationId xmlns:a16="http://schemas.microsoft.com/office/drawing/2014/main" id="{EC316819-B231-05D4-7AA3-F40030F8859C}"/>
              </a:ext>
            </a:extLst>
          </p:cNvPr>
          <p:cNvCxnSpPr>
            <a:cxnSpLocks/>
            <a:stCxn id="8" idx="1"/>
            <a:endCxn id="4" idx="3"/>
          </p:cNvCxnSpPr>
          <p:nvPr/>
        </p:nvCxnSpPr>
        <p:spPr>
          <a:xfrm rot="10800000" flipV="1">
            <a:off x="7303824" y="1568730"/>
            <a:ext cx="163171" cy="251529"/>
          </a:xfrm>
          <a:prstGeom prst="curvedConnector3">
            <a:avLst>
              <a:gd name="adj1" fmla="val 50000"/>
            </a:avLst>
          </a:prstGeom>
          <a:ln>
            <a:solidFill>
              <a:srgbClr val="FA823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矩形: 圆角 8">
            <a:extLst>
              <a:ext uri="{FF2B5EF4-FFF2-40B4-BE49-F238E27FC236}">
                <a16:creationId xmlns:a16="http://schemas.microsoft.com/office/drawing/2014/main" id="{7EABFEE3-D313-D266-5887-251AEA0E60C5}"/>
              </a:ext>
            </a:extLst>
          </p:cNvPr>
          <p:cNvSpPr/>
          <p:nvPr/>
        </p:nvSpPr>
        <p:spPr>
          <a:xfrm>
            <a:off x="4392891" y="3681000"/>
            <a:ext cx="720000" cy="216000"/>
          </a:xfrm>
          <a:prstGeom prst="roundRect">
            <a:avLst/>
          </a:prstGeom>
          <a:solidFill>
            <a:srgbClr val="3DC1D3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&lt;video&gt;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cxnSp>
        <p:nvCxnSpPr>
          <p:cNvPr id="11" name="连接符: 曲线 10">
            <a:extLst>
              <a:ext uri="{FF2B5EF4-FFF2-40B4-BE49-F238E27FC236}">
                <a16:creationId xmlns:a16="http://schemas.microsoft.com/office/drawing/2014/main" id="{AAEBC88E-B008-9BD5-2BBD-400C41D46017}"/>
              </a:ext>
            </a:extLst>
          </p:cNvPr>
          <p:cNvCxnSpPr>
            <a:cxnSpLocks/>
            <a:stCxn id="2" idx="1"/>
            <a:endCxn id="9" idx="3"/>
          </p:cNvCxnSpPr>
          <p:nvPr/>
        </p:nvCxnSpPr>
        <p:spPr>
          <a:xfrm rot="10800000" flipV="1">
            <a:off x="5112892" y="3411000"/>
            <a:ext cx="154805" cy="378000"/>
          </a:xfrm>
          <a:prstGeom prst="curvedConnector3">
            <a:avLst>
              <a:gd name="adj1" fmla="val 50000"/>
            </a:avLst>
          </a:prstGeom>
          <a:ln>
            <a:solidFill>
              <a:srgbClr val="3DC1D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矩形: 圆角 27">
            <a:extLst>
              <a:ext uri="{FF2B5EF4-FFF2-40B4-BE49-F238E27FC236}">
                <a16:creationId xmlns:a16="http://schemas.microsoft.com/office/drawing/2014/main" id="{108ED0E9-3CB5-9218-9DE1-058353240D7F}"/>
              </a:ext>
            </a:extLst>
          </p:cNvPr>
          <p:cNvSpPr/>
          <p:nvPr/>
        </p:nvSpPr>
        <p:spPr>
          <a:xfrm>
            <a:off x="4392891" y="2925000"/>
            <a:ext cx="720000" cy="216000"/>
          </a:xfrm>
          <a:prstGeom prst="roundRect">
            <a:avLst/>
          </a:prstGeom>
          <a:solidFill>
            <a:srgbClr val="20BF6B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&lt;audio&gt;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cxnSp>
        <p:nvCxnSpPr>
          <p:cNvPr id="29" name="连接符: 曲线 28">
            <a:extLst>
              <a:ext uri="{FF2B5EF4-FFF2-40B4-BE49-F238E27FC236}">
                <a16:creationId xmlns:a16="http://schemas.microsoft.com/office/drawing/2014/main" id="{6B99C505-3E27-3C10-6583-3E14A1E39DE5}"/>
              </a:ext>
            </a:extLst>
          </p:cNvPr>
          <p:cNvCxnSpPr>
            <a:cxnSpLocks/>
            <a:stCxn id="28" idx="3"/>
            <a:endCxn id="2" idx="1"/>
          </p:cNvCxnSpPr>
          <p:nvPr/>
        </p:nvCxnSpPr>
        <p:spPr>
          <a:xfrm>
            <a:off x="5112891" y="3033000"/>
            <a:ext cx="154805" cy="378000"/>
          </a:xfrm>
          <a:prstGeom prst="curvedConnector3">
            <a:avLst/>
          </a:prstGeom>
          <a:ln>
            <a:solidFill>
              <a:srgbClr val="20BF6B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矩形: 圆角 31">
            <a:extLst>
              <a:ext uri="{FF2B5EF4-FFF2-40B4-BE49-F238E27FC236}">
                <a16:creationId xmlns:a16="http://schemas.microsoft.com/office/drawing/2014/main" id="{2C999404-A965-6CE9-AAE6-453BC9738865}"/>
              </a:ext>
            </a:extLst>
          </p:cNvPr>
          <p:cNvSpPr/>
          <p:nvPr/>
        </p:nvSpPr>
        <p:spPr>
          <a:xfrm>
            <a:off x="3308639" y="2421000"/>
            <a:ext cx="900000" cy="216000"/>
          </a:xfrm>
          <a:prstGeom prst="roundRect">
            <a:avLst/>
          </a:prstGeom>
          <a:solidFill>
            <a:srgbClr val="20BF6B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src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sp>
        <p:nvSpPr>
          <p:cNvPr id="33" name="矩形: 圆角 32">
            <a:extLst>
              <a:ext uri="{FF2B5EF4-FFF2-40B4-BE49-F238E27FC236}">
                <a16:creationId xmlns:a16="http://schemas.microsoft.com/office/drawing/2014/main" id="{27CAABC6-FB16-5C23-FDBA-654D3FCC7E90}"/>
              </a:ext>
            </a:extLst>
          </p:cNvPr>
          <p:cNvSpPr/>
          <p:nvPr/>
        </p:nvSpPr>
        <p:spPr>
          <a:xfrm>
            <a:off x="3308639" y="2673000"/>
            <a:ext cx="900000" cy="216000"/>
          </a:xfrm>
          <a:prstGeom prst="roundRect">
            <a:avLst/>
          </a:prstGeom>
          <a:solidFill>
            <a:srgbClr val="20BF6B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autoplay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sp>
        <p:nvSpPr>
          <p:cNvPr id="34" name="矩形: 圆角 33">
            <a:extLst>
              <a:ext uri="{FF2B5EF4-FFF2-40B4-BE49-F238E27FC236}">
                <a16:creationId xmlns:a16="http://schemas.microsoft.com/office/drawing/2014/main" id="{153815A7-01D1-5ABE-4A6C-57D03E75E7BA}"/>
              </a:ext>
            </a:extLst>
          </p:cNvPr>
          <p:cNvSpPr/>
          <p:nvPr/>
        </p:nvSpPr>
        <p:spPr>
          <a:xfrm>
            <a:off x="3308639" y="2925000"/>
            <a:ext cx="900000" cy="216000"/>
          </a:xfrm>
          <a:prstGeom prst="roundRect">
            <a:avLst/>
          </a:prstGeom>
          <a:solidFill>
            <a:srgbClr val="20BF6B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controls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sp>
        <p:nvSpPr>
          <p:cNvPr id="35" name="矩形: 圆角 34">
            <a:extLst>
              <a:ext uri="{FF2B5EF4-FFF2-40B4-BE49-F238E27FC236}">
                <a16:creationId xmlns:a16="http://schemas.microsoft.com/office/drawing/2014/main" id="{E6EBE6CC-A422-3042-8F40-506F5F6D8770}"/>
              </a:ext>
            </a:extLst>
          </p:cNvPr>
          <p:cNvSpPr/>
          <p:nvPr/>
        </p:nvSpPr>
        <p:spPr>
          <a:xfrm>
            <a:off x="3308639" y="3177000"/>
            <a:ext cx="900000" cy="216000"/>
          </a:xfrm>
          <a:prstGeom prst="roundRect">
            <a:avLst/>
          </a:prstGeom>
          <a:solidFill>
            <a:srgbClr val="20BF6B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loop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sp>
        <p:nvSpPr>
          <p:cNvPr id="36" name="矩形: 圆角 35">
            <a:extLst>
              <a:ext uri="{FF2B5EF4-FFF2-40B4-BE49-F238E27FC236}">
                <a16:creationId xmlns:a16="http://schemas.microsoft.com/office/drawing/2014/main" id="{931B0513-BA9A-015F-C877-DAFB69386148}"/>
              </a:ext>
            </a:extLst>
          </p:cNvPr>
          <p:cNvSpPr/>
          <p:nvPr/>
        </p:nvSpPr>
        <p:spPr>
          <a:xfrm>
            <a:off x="3308639" y="3429000"/>
            <a:ext cx="900000" cy="216000"/>
          </a:xfrm>
          <a:prstGeom prst="roundRect">
            <a:avLst/>
          </a:prstGeom>
          <a:solidFill>
            <a:srgbClr val="20BF6B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muted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sp>
        <p:nvSpPr>
          <p:cNvPr id="37" name="矩形: 圆角 36">
            <a:extLst>
              <a:ext uri="{FF2B5EF4-FFF2-40B4-BE49-F238E27FC236}">
                <a16:creationId xmlns:a16="http://schemas.microsoft.com/office/drawing/2014/main" id="{464B33B3-1F58-7C84-85E7-7EA4951B463F}"/>
              </a:ext>
            </a:extLst>
          </p:cNvPr>
          <p:cNvSpPr/>
          <p:nvPr/>
        </p:nvSpPr>
        <p:spPr>
          <a:xfrm>
            <a:off x="3308639" y="3681000"/>
            <a:ext cx="900000" cy="216000"/>
          </a:xfrm>
          <a:prstGeom prst="roundRect">
            <a:avLst/>
          </a:prstGeom>
          <a:solidFill>
            <a:srgbClr val="20BF6B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preload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sp>
        <p:nvSpPr>
          <p:cNvPr id="38" name="矩形: 圆角 37">
            <a:extLst>
              <a:ext uri="{FF2B5EF4-FFF2-40B4-BE49-F238E27FC236}">
                <a16:creationId xmlns:a16="http://schemas.microsoft.com/office/drawing/2014/main" id="{8E76EB2E-4689-1F1A-D30C-85FE11038F4F}"/>
              </a:ext>
            </a:extLst>
          </p:cNvPr>
          <p:cNvSpPr/>
          <p:nvPr/>
        </p:nvSpPr>
        <p:spPr>
          <a:xfrm>
            <a:off x="3308639" y="3933000"/>
            <a:ext cx="900000" cy="216000"/>
          </a:xfrm>
          <a:prstGeom prst="roundRect">
            <a:avLst/>
          </a:prstGeom>
          <a:solidFill>
            <a:srgbClr val="20BF6B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hidden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sp>
        <p:nvSpPr>
          <p:cNvPr id="39" name="矩形: 圆角 38">
            <a:extLst>
              <a:ext uri="{FF2B5EF4-FFF2-40B4-BE49-F238E27FC236}">
                <a16:creationId xmlns:a16="http://schemas.microsoft.com/office/drawing/2014/main" id="{2403F235-A94D-3860-89DF-E5DD4F06A9D7}"/>
              </a:ext>
            </a:extLst>
          </p:cNvPr>
          <p:cNvSpPr/>
          <p:nvPr/>
        </p:nvSpPr>
        <p:spPr>
          <a:xfrm>
            <a:off x="3308639" y="4184333"/>
            <a:ext cx="900000" cy="216000"/>
          </a:xfrm>
          <a:prstGeom prst="roundRect">
            <a:avLst/>
          </a:prstGeom>
          <a:solidFill>
            <a:srgbClr val="3DC1D3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poster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cxnSp>
        <p:nvCxnSpPr>
          <p:cNvPr id="40" name="连接符: 曲线 39">
            <a:extLst>
              <a:ext uri="{FF2B5EF4-FFF2-40B4-BE49-F238E27FC236}">
                <a16:creationId xmlns:a16="http://schemas.microsoft.com/office/drawing/2014/main" id="{3B0F319E-8A5C-97B3-C777-5CDFF32AF057}"/>
              </a:ext>
            </a:extLst>
          </p:cNvPr>
          <p:cNvCxnSpPr>
            <a:cxnSpLocks/>
            <a:stCxn id="32" idx="3"/>
            <a:endCxn id="28" idx="1"/>
          </p:cNvCxnSpPr>
          <p:nvPr/>
        </p:nvCxnSpPr>
        <p:spPr>
          <a:xfrm>
            <a:off x="4208639" y="2529000"/>
            <a:ext cx="184252" cy="504000"/>
          </a:xfrm>
          <a:prstGeom prst="curvedConnector3">
            <a:avLst/>
          </a:prstGeom>
          <a:ln>
            <a:solidFill>
              <a:srgbClr val="1AC388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连接符: 曲线 42">
            <a:extLst>
              <a:ext uri="{FF2B5EF4-FFF2-40B4-BE49-F238E27FC236}">
                <a16:creationId xmlns:a16="http://schemas.microsoft.com/office/drawing/2014/main" id="{DA05F0B0-E9D0-7190-5279-0E0A6DF454F6}"/>
              </a:ext>
            </a:extLst>
          </p:cNvPr>
          <p:cNvCxnSpPr>
            <a:cxnSpLocks/>
            <a:stCxn id="39" idx="3"/>
            <a:endCxn id="9" idx="1"/>
          </p:cNvCxnSpPr>
          <p:nvPr/>
        </p:nvCxnSpPr>
        <p:spPr>
          <a:xfrm flipV="1">
            <a:off x="4208639" y="3789000"/>
            <a:ext cx="184252" cy="503333"/>
          </a:xfrm>
          <a:prstGeom prst="curvedConnector3">
            <a:avLst>
              <a:gd name="adj1" fmla="val 50000"/>
            </a:avLst>
          </a:prstGeom>
          <a:ln>
            <a:solidFill>
              <a:srgbClr val="3DC1D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06127834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7D44D37-27F9-6B4C-6ADE-230014C32D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: 圆角 1">
            <a:extLst>
              <a:ext uri="{FF2B5EF4-FFF2-40B4-BE49-F238E27FC236}">
                <a16:creationId xmlns:a16="http://schemas.microsoft.com/office/drawing/2014/main" id="{78C5F840-463F-A4D0-84A1-63E21E233D5E}"/>
              </a:ext>
            </a:extLst>
          </p:cNvPr>
          <p:cNvSpPr/>
          <p:nvPr/>
        </p:nvSpPr>
        <p:spPr>
          <a:xfrm>
            <a:off x="5267696" y="3029934"/>
            <a:ext cx="1080000" cy="216000"/>
          </a:xfrm>
          <a:prstGeom prst="roundRect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微软雅黑" panose="020B0503020204020204" pitchFamily="34" charset="-122"/>
                <a:ea typeface="微软雅黑" panose="020B0503020204020204" pitchFamily="34" charset="-122"/>
              </a:rPr>
              <a:t>background</a:t>
            </a:r>
            <a:endParaRPr lang="zh-CN" altLang="en-US" sz="80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" name="矩形: 圆角 2">
            <a:extLst>
              <a:ext uri="{FF2B5EF4-FFF2-40B4-BE49-F238E27FC236}">
                <a16:creationId xmlns:a16="http://schemas.microsoft.com/office/drawing/2014/main" id="{F4DE9355-3EFB-8606-FA1A-6D56D6950A98}"/>
              </a:ext>
            </a:extLst>
          </p:cNvPr>
          <p:cNvSpPr/>
          <p:nvPr/>
        </p:nvSpPr>
        <p:spPr>
          <a:xfrm>
            <a:off x="6583823" y="3218172"/>
            <a:ext cx="1440000" cy="216000"/>
          </a:xfrm>
          <a:prstGeom prst="roundRect">
            <a:avLst/>
          </a:prstGeom>
          <a:solidFill>
            <a:srgbClr val="6D214F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" panose="00000500000000000000" pitchFamily="2" charset="0"/>
              </a:rPr>
              <a:t>background-repeat</a:t>
            </a:r>
            <a:endParaRPr lang="zh-CN" altLang="en-US" sz="800">
              <a:latin typeface="Quicksand" panose="00000500000000000000" pitchFamily="2" charset="0"/>
            </a:endParaRPr>
          </a:p>
        </p:txBody>
      </p:sp>
      <p:sp>
        <p:nvSpPr>
          <p:cNvPr id="4" name="矩形: 圆角 3">
            <a:extLst>
              <a:ext uri="{FF2B5EF4-FFF2-40B4-BE49-F238E27FC236}">
                <a16:creationId xmlns:a16="http://schemas.microsoft.com/office/drawing/2014/main" id="{B18A25FE-C1B9-F539-4E02-CEFFCB9D0003}"/>
              </a:ext>
            </a:extLst>
          </p:cNvPr>
          <p:cNvSpPr/>
          <p:nvPr/>
        </p:nvSpPr>
        <p:spPr>
          <a:xfrm>
            <a:off x="6583823" y="1712260"/>
            <a:ext cx="1440000" cy="216000"/>
          </a:xfrm>
          <a:prstGeom prst="roundRect">
            <a:avLst/>
          </a:prstGeom>
          <a:solidFill>
            <a:srgbClr val="FA8231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" panose="00000500000000000000" pitchFamily="2" charset="0"/>
              </a:rPr>
              <a:t>Background-color</a:t>
            </a:r>
            <a:endParaRPr lang="zh-CN" altLang="en-US" sz="800">
              <a:latin typeface="Quicksand" panose="00000500000000000000" pitchFamily="2" charset="0"/>
            </a:endParaRPr>
          </a:p>
        </p:txBody>
      </p:sp>
      <p:sp>
        <p:nvSpPr>
          <p:cNvPr id="5" name="矩形: 圆角 4">
            <a:extLst>
              <a:ext uri="{FF2B5EF4-FFF2-40B4-BE49-F238E27FC236}">
                <a16:creationId xmlns:a16="http://schemas.microsoft.com/office/drawing/2014/main" id="{87A792D5-D640-E90C-F6FA-DE21142430A7}"/>
              </a:ext>
            </a:extLst>
          </p:cNvPr>
          <p:cNvSpPr/>
          <p:nvPr/>
        </p:nvSpPr>
        <p:spPr>
          <a:xfrm>
            <a:off x="6583823" y="2088738"/>
            <a:ext cx="1440000" cy="216000"/>
          </a:xfrm>
          <a:prstGeom prst="roundRect">
            <a:avLst/>
          </a:prstGeom>
          <a:solidFill>
            <a:srgbClr val="EB3B5A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" panose="00000500000000000000" pitchFamily="2" charset="0"/>
              </a:rPr>
              <a:t>background-img</a:t>
            </a:r>
            <a:endParaRPr lang="zh-CN" altLang="en-US" sz="800">
              <a:latin typeface="Quicksand" panose="00000500000000000000" pitchFamily="2" charset="0"/>
            </a:endParaRPr>
          </a:p>
        </p:txBody>
      </p:sp>
      <p:sp>
        <p:nvSpPr>
          <p:cNvPr id="6" name="矩形: 圆角 5">
            <a:extLst>
              <a:ext uri="{FF2B5EF4-FFF2-40B4-BE49-F238E27FC236}">
                <a16:creationId xmlns:a16="http://schemas.microsoft.com/office/drawing/2014/main" id="{F001F596-A9BC-961B-AB7F-13C5672DF725}"/>
              </a:ext>
            </a:extLst>
          </p:cNvPr>
          <p:cNvSpPr/>
          <p:nvPr/>
        </p:nvSpPr>
        <p:spPr>
          <a:xfrm>
            <a:off x="6583823" y="2465216"/>
            <a:ext cx="1440000" cy="216000"/>
          </a:xfrm>
          <a:prstGeom prst="roundRect">
            <a:avLst/>
          </a:prstGeom>
          <a:solidFill>
            <a:srgbClr val="F78FB3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" panose="00000500000000000000" pitchFamily="2" charset="0"/>
              </a:rPr>
              <a:t>background-position</a:t>
            </a:r>
            <a:endParaRPr lang="zh-CN" altLang="en-US" sz="800">
              <a:latin typeface="Quicksand" panose="00000500000000000000" pitchFamily="2" charset="0"/>
            </a:endParaRPr>
          </a:p>
        </p:txBody>
      </p:sp>
      <p:cxnSp>
        <p:nvCxnSpPr>
          <p:cNvPr id="13" name="连接符: 曲线 12">
            <a:extLst>
              <a:ext uri="{FF2B5EF4-FFF2-40B4-BE49-F238E27FC236}">
                <a16:creationId xmlns:a16="http://schemas.microsoft.com/office/drawing/2014/main" id="{D857022F-FD57-CB9F-109D-F0FEA004375B}"/>
              </a:ext>
            </a:extLst>
          </p:cNvPr>
          <p:cNvCxnSpPr>
            <a:cxnSpLocks/>
            <a:stCxn id="2" idx="3"/>
            <a:endCxn id="3" idx="1"/>
          </p:cNvCxnSpPr>
          <p:nvPr/>
        </p:nvCxnSpPr>
        <p:spPr>
          <a:xfrm>
            <a:off x="6347696" y="3137934"/>
            <a:ext cx="236127" cy="188238"/>
          </a:xfrm>
          <a:prstGeom prst="curvedConnector3">
            <a:avLst>
              <a:gd name="adj1" fmla="val 50000"/>
            </a:avLst>
          </a:prstGeom>
          <a:ln>
            <a:solidFill>
              <a:srgbClr val="6D214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连接符: 曲线 13">
            <a:extLst>
              <a:ext uri="{FF2B5EF4-FFF2-40B4-BE49-F238E27FC236}">
                <a16:creationId xmlns:a16="http://schemas.microsoft.com/office/drawing/2014/main" id="{DF152018-D11C-FF19-7282-EC631DB77FDB}"/>
              </a:ext>
            </a:extLst>
          </p:cNvPr>
          <p:cNvCxnSpPr>
            <a:stCxn id="2" idx="3"/>
            <a:endCxn id="5" idx="1"/>
          </p:cNvCxnSpPr>
          <p:nvPr/>
        </p:nvCxnSpPr>
        <p:spPr>
          <a:xfrm flipV="1">
            <a:off x="6347696" y="2196738"/>
            <a:ext cx="236127" cy="941196"/>
          </a:xfrm>
          <a:prstGeom prst="curvedConnector3">
            <a:avLst/>
          </a:prstGeom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连接符: 曲线 14">
            <a:extLst>
              <a:ext uri="{FF2B5EF4-FFF2-40B4-BE49-F238E27FC236}">
                <a16:creationId xmlns:a16="http://schemas.microsoft.com/office/drawing/2014/main" id="{D776544B-8805-064E-FB86-8357089F4115}"/>
              </a:ext>
            </a:extLst>
          </p:cNvPr>
          <p:cNvCxnSpPr>
            <a:stCxn id="2" idx="3"/>
            <a:endCxn id="6" idx="1"/>
          </p:cNvCxnSpPr>
          <p:nvPr/>
        </p:nvCxnSpPr>
        <p:spPr>
          <a:xfrm flipV="1">
            <a:off x="6347696" y="2573216"/>
            <a:ext cx="236127" cy="564718"/>
          </a:xfrm>
          <a:prstGeom prst="curvedConnector3">
            <a:avLst/>
          </a:prstGeom>
          <a:ln>
            <a:solidFill>
              <a:srgbClr val="F78FB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连接符: 曲线 15">
            <a:extLst>
              <a:ext uri="{FF2B5EF4-FFF2-40B4-BE49-F238E27FC236}">
                <a16:creationId xmlns:a16="http://schemas.microsoft.com/office/drawing/2014/main" id="{5530CC53-CE6B-A691-48F9-E0FE20C352A0}"/>
              </a:ext>
            </a:extLst>
          </p:cNvPr>
          <p:cNvCxnSpPr>
            <a:stCxn id="4" idx="1"/>
            <a:endCxn id="2" idx="3"/>
          </p:cNvCxnSpPr>
          <p:nvPr/>
        </p:nvCxnSpPr>
        <p:spPr>
          <a:xfrm rot="10800000" flipV="1">
            <a:off x="6347697" y="1820260"/>
            <a:ext cx="236127" cy="1317674"/>
          </a:xfrm>
          <a:prstGeom prst="curvedConnector3">
            <a:avLst/>
          </a:prstGeom>
          <a:ln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矩形: 圆角 11">
            <a:extLst>
              <a:ext uri="{FF2B5EF4-FFF2-40B4-BE49-F238E27FC236}">
                <a16:creationId xmlns:a16="http://schemas.microsoft.com/office/drawing/2014/main" id="{CA690FCB-6050-34A5-12AA-227C0F7253CA}"/>
              </a:ext>
            </a:extLst>
          </p:cNvPr>
          <p:cNvSpPr/>
          <p:nvPr/>
        </p:nvSpPr>
        <p:spPr>
          <a:xfrm>
            <a:off x="6583823" y="2841694"/>
            <a:ext cx="1440000" cy="216000"/>
          </a:xfrm>
          <a:prstGeom prst="roundRect">
            <a:avLst/>
          </a:prstGeom>
          <a:solidFill>
            <a:srgbClr val="8854D0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" panose="00000500000000000000" pitchFamily="2" charset="0"/>
              </a:rPr>
              <a:t>background-size</a:t>
            </a:r>
            <a:endParaRPr lang="zh-CN" altLang="en-US" sz="800">
              <a:latin typeface="Quicksand" panose="00000500000000000000" pitchFamily="2" charset="0"/>
            </a:endParaRPr>
          </a:p>
        </p:txBody>
      </p:sp>
      <p:cxnSp>
        <p:nvCxnSpPr>
          <p:cNvPr id="21" name="连接符: 曲线 20">
            <a:extLst>
              <a:ext uri="{FF2B5EF4-FFF2-40B4-BE49-F238E27FC236}">
                <a16:creationId xmlns:a16="http://schemas.microsoft.com/office/drawing/2014/main" id="{B1FC38B2-3763-8A0C-56A4-C088C18DDBC2}"/>
              </a:ext>
            </a:extLst>
          </p:cNvPr>
          <p:cNvCxnSpPr>
            <a:cxnSpLocks/>
            <a:stCxn id="2" idx="3"/>
            <a:endCxn id="12" idx="1"/>
          </p:cNvCxnSpPr>
          <p:nvPr/>
        </p:nvCxnSpPr>
        <p:spPr>
          <a:xfrm flipV="1">
            <a:off x="6347696" y="2949694"/>
            <a:ext cx="236127" cy="188240"/>
          </a:xfrm>
          <a:prstGeom prst="curvedConnector3">
            <a:avLst>
              <a:gd name="adj1" fmla="val 50000"/>
            </a:avLst>
          </a:prstGeom>
          <a:ln>
            <a:solidFill>
              <a:srgbClr val="8854D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矩形: 圆角 8">
            <a:extLst>
              <a:ext uri="{FF2B5EF4-FFF2-40B4-BE49-F238E27FC236}">
                <a16:creationId xmlns:a16="http://schemas.microsoft.com/office/drawing/2014/main" id="{5704B543-A087-6258-53B2-3382506CB5CB}"/>
              </a:ext>
            </a:extLst>
          </p:cNvPr>
          <p:cNvSpPr/>
          <p:nvPr/>
        </p:nvSpPr>
        <p:spPr>
          <a:xfrm>
            <a:off x="6583823" y="3971128"/>
            <a:ext cx="1440000" cy="216000"/>
          </a:xfrm>
          <a:prstGeom prst="roundRect">
            <a:avLst/>
          </a:prstGeom>
          <a:solidFill>
            <a:srgbClr val="3DC1D3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" panose="00000500000000000000" pitchFamily="2" charset="0"/>
              </a:rPr>
              <a:t>background-clip</a:t>
            </a:r>
            <a:endParaRPr lang="zh-CN" altLang="en-US" sz="800">
              <a:latin typeface="Quicksand" panose="00000500000000000000" pitchFamily="2" charset="0"/>
            </a:endParaRPr>
          </a:p>
        </p:txBody>
      </p:sp>
      <p:cxnSp>
        <p:nvCxnSpPr>
          <p:cNvPr id="11" name="连接符: 曲线 10">
            <a:extLst>
              <a:ext uri="{FF2B5EF4-FFF2-40B4-BE49-F238E27FC236}">
                <a16:creationId xmlns:a16="http://schemas.microsoft.com/office/drawing/2014/main" id="{EADC1F19-9641-15F6-3ECE-3B5E53A4B1CD}"/>
              </a:ext>
            </a:extLst>
          </p:cNvPr>
          <p:cNvCxnSpPr>
            <a:cxnSpLocks/>
            <a:stCxn id="2" idx="3"/>
            <a:endCxn id="9" idx="1"/>
          </p:cNvCxnSpPr>
          <p:nvPr/>
        </p:nvCxnSpPr>
        <p:spPr>
          <a:xfrm>
            <a:off x="6347696" y="3137934"/>
            <a:ext cx="236127" cy="941194"/>
          </a:xfrm>
          <a:prstGeom prst="curvedConnector3">
            <a:avLst>
              <a:gd name="adj1" fmla="val 50000"/>
            </a:avLst>
          </a:prstGeom>
          <a:ln>
            <a:solidFill>
              <a:srgbClr val="3DC1D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矩形: 圆角 27">
            <a:extLst>
              <a:ext uri="{FF2B5EF4-FFF2-40B4-BE49-F238E27FC236}">
                <a16:creationId xmlns:a16="http://schemas.microsoft.com/office/drawing/2014/main" id="{2D76B52C-A377-4760-EE4D-8E1F7250DC8F}"/>
              </a:ext>
            </a:extLst>
          </p:cNvPr>
          <p:cNvSpPr/>
          <p:nvPr/>
        </p:nvSpPr>
        <p:spPr>
          <a:xfrm>
            <a:off x="6583823" y="3594650"/>
            <a:ext cx="1440000" cy="216000"/>
          </a:xfrm>
          <a:prstGeom prst="roundRect">
            <a:avLst/>
          </a:prstGeom>
          <a:solidFill>
            <a:srgbClr val="20BF6B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" panose="00000500000000000000" pitchFamily="2" charset="0"/>
              </a:rPr>
              <a:t>background-origin</a:t>
            </a:r>
            <a:endParaRPr lang="zh-CN" altLang="en-US" sz="800">
              <a:latin typeface="Quicksand" panose="00000500000000000000" pitchFamily="2" charset="0"/>
            </a:endParaRPr>
          </a:p>
        </p:txBody>
      </p:sp>
      <p:cxnSp>
        <p:nvCxnSpPr>
          <p:cNvPr id="29" name="连接符: 曲线 28">
            <a:extLst>
              <a:ext uri="{FF2B5EF4-FFF2-40B4-BE49-F238E27FC236}">
                <a16:creationId xmlns:a16="http://schemas.microsoft.com/office/drawing/2014/main" id="{EF08E3E2-D366-FE1C-85A8-77605DB967B3}"/>
              </a:ext>
            </a:extLst>
          </p:cNvPr>
          <p:cNvCxnSpPr>
            <a:cxnSpLocks/>
            <a:stCxn id="28" idx="1"/>
            <a:endCxn id="2" idx="3"/>
          </p:cNvCxnSpPr>
          <p:nvPr/>
        </p:nvCxnSpPr>
        <p:spPr>
          <a:xfrm rot="10800000">
            <a:off x="6347697" y="3137934"/>
            <a:ext cx="236127" cy="564716"/>
          </a:xfrm>
          <a:prstGeom prst="curvedConnector3">
            <a:avLst>
              <a:gd name="adj1" fmla="val 50000"/>
            </a:avLst>
          </a:prstGeom>
          <a:ln>
            <a:solidFill>
              <a:srgbClr val="20BF6B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矩形: 圆角 8">
            <a:extLst>
              <a:ext uri="{FF2B5EF4-FFF2-40B4-BE49-F238E27FC236}">
                <a16:creationId xmlns:a16="http://schemas.microsoft.com/office/drawing/2014/main" id="{A6C27A23-18E4-76C2-DEF7-34D22EC06C21}"/>
              </a:ext>
            </a:extLst>
          </p:cNvPr>
          <p:cNvSpPr/>
          <p:nvPr/>
        </p:nvSpPr>
        <p:spPr>
          <a:xfrm>
            <a:off x="6583823" y="4347608"/>
            <a:ext cx="1440000" cy="216000"/>
          </a:xfrm>
          <a:prstGeom prst="roundRect">
            <a:avLst/>
          </a:prstGeom>
          <a:solidFill>
            <a:srgbClr val="0070C0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" panose="00000500000000000000" pitchFamily="2" charset="0"/>
              </a:rPr>
              <a:t>background-attachment</a:t>
            </a:r>
            <a:endParaRPr lang="zh-CN" altLang="en-US" sz="800">
              <a:latin typeface="Quicksand" panose="00000500000000000000" pitchFamily="2" charset="0"/>
            </a:endParaRPr>
          </a:p>
        </p:txBody>
      </p:sp>
      <p:cxnSp>
        <p:nvCxnSpPr>
          <p:cNvPr id="46" name="连接符: 曲线 10">
            <a:extLst>
              <a:ext uri="{FF2B5EF4-FFF2-40B4-BE49-F238E27FC236}">
                <a16:creationId xmlns:a16="http://schemas.microsoft.com/office/drawing/2014/main" id="{32E5C4EC-C977-10C6-8D74-4BEFAAD30A4E}"/>
              </a:ext>
            </a:extLst>
          </p:cNvPr>
          <p:cNvCxnSpPr>
            <a:cxnSpLocks/>
            <a:stCxn id="2" idx="3"/>
            <a:endCxn id="24" idx="1"/>
          </p:cNvCxnSpPr>
          <p:nvPr/>
        </p:nvCxnSpPr>
        <p:spPr>
          <a:xfrm>
            <a:off x="6347696" y="3137934"/>
            <a:ext cx="236127" cy="1317674"/>
          </a:xfrm>
          <a:prstGeom prst="curvedConnector3">
            <a:avLst>
              <a:gd name="adj1" fmla="val 50000"/>
            </a:avLst>
          </a:prstGeom>
          <a:ln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41407719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E2CAE3-A1AC-3F4E-935C-0F5B86F0EE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矩形: 圆角 2">
            <a:extLst>
              <a:ext uri="{FF2B5EF4-FFF2-40B4-BE49-F238E27FC236}">
                <a16:creationId xmlns:a16="http://schemas.microsoft.com/office/drawing/2014/main" id="{3F6BEB13-BC5C-76A7-70B4-5704F9D6A0AC}"/>
              </a:ext>
            </a:extLst>
          </p:cNvPr>
          <p:cNvSpPr/>
          <p:nvPr/>
        </p:nvSpPr>
        <p:spPr>
          <a:xfrm>
            <a:off x="3927709" y="3694457"/>
            <a:ext cx="936000" cy="216000"/>
          </a:xfrm>
          <a:prstGeom prst="roundRect">
            <a:avLst/>
          </a:prstGeom>
          <a:solidFill>
            <a:srgbClr val="335BA3">
              <a:alpha val="89804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" panose="00000500000000000000" pitchFamily="2" charset="0"/>
              </a:rPr>
              <a:t>cartsView.vue</a:t>
            </a:r>
            <a:endParaRPr lang="zh-CN" altLang="en-US" sz="800">
              <a:latin typeface="Quicksand" panose="00000500000000000000" pitchFamily="2" charset="0"/>
            </a:endParaRPr>
          </a:p>
        </p:txBody>
      </p:sp>
      <p:sp>
        <p:nvSpPr>
          <p:cNvPr id="4" name="矩形: 圆角 3">
            <a:extLst>
              <a:ext uri="{FF2B5EF4-FFF2-40B4-BE49-F238E27FC236}">
                <a16:creationId xmlns:a16="http://schemas.microsoft.com/office/drawing/2014/main" id="{A865B1BF-2668-EBE3-9A2F-76B4ADFC7BD3}"/>
              </a:ext>
            </a:extLst>
          </p:cNvPr>
          <p:cNvSpPr/>
          <p:nvPr/>
        </p:nvSpPr>
        <p:spPr>
          <a:xfrm>
            <a:off x="3927709" y="2237109"/>
            <a:ext cx="936000" cy="216000"/>
          </a:xfrm>
          <a:prstGeom prst="roundRect">
            <a:avLst/>
          </a:prstGeom>
          <a:solidFill>
            <a:srgbClr val="00BC7B">
              <a:alpha val="89804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" panose="00000500000000000000" pitchFamily="2" charset="0"/>
              </a:rPr>
              <a:t>detailsView.vue</a:t>
            </a:r>
            <a:endParaRPr lang="zh-CN" altLang="en-US" sz="800">
              <a:latin typeface="Quicksand" panose="00000500000000000000" pitchFamily="2" charset="0"/>
            </a:endParaRPr>
          </a:p>
        </p:txBody>
      </p:sp>
      <p:sp>
        <p:nvSpPr>
          <p:cNvPr id="7" name="矩形: 圆角 6">
            <a:extLst>
              <a:ext uri="{FF2B5EF4-FFF2-40B4-BE49-F238E27FC236}">
                <a16:creationId xmlns:a16="http://schemas.microsoft.com/office/drawing/2014/main" id="{CF1F7419-7D34-C865-9FD3-CEF01F2784E0}"/>
              </a:ext>
            </a:extLst>
          </p:cNvPr>
          <p:cNvSpPr/>
          <p:nvPr/>
        </p:nvSpPr>
        <p:spPr>
          <a:xfrm>
            <a:off x="4988680" y="2965783"/>
            <a:ext cx="900000" cy="216000"/>
          </a:xfrm>
          <a:prstGeom prst="roundRect">
            <a:avLst/>
          </a:prstGeom>
          <a:solidFill>
            <a:srgbClr val="F9423A">
              <a:alpha val="89804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" panose="00000500000000000000" pitchFamily="2" charset="0"/>
              </a:rPr>
              <a:t>cart.js</a:t>
            </a:r>
            <a:endParaRPr lang="zh-CN" altLang="en-US" sz="800">
              <a:latin typeface="Quicksand" panose="00000500000000000000" pitchFamily="2" charset="0"/>
            </a:endParaRPr>
          </a:p>
        </p:txBody>
      </p:sp>
      <p:cxnSp>
        <p:nvCxnSpPr>
          <p:cNvPr id="14" name="连接符: 曲线 13">
            <a:extLst>
              <a:ext uri="{FF2B5EF4-FFF2-40B4-BE49-F238E27FC236}">
                <a16:creationId xmlns:a16="http://schemas.microsoft.com/office/drawing/2014/main" id="{8CA54037-8AE4-360B-D22C-AE9D102A0F28}"/>
              </a:ext>
            </a:extLst>
          </p:cNvPr>
          <p:cNvCxnSpPr>
            <a:cxnSpLocks/>
            <a:stCxn id="7" idx="1"/>
            <a:endCxn id="3" idx="3"/>
          </p:cNvCxnSpPr>
          <p:nvPr/>
        </p:nvCxnSpPr>
        <p:spPr>
          <a:xfrm rot="10800000" flipV="1">
            <a:off x="4863710" y="3073783"/>
            <a:ext cx="124971" cy="728674"/>
          </a:xfrm>
          <a:prstGeom prst="curvedConnector3">
            <a:avLst>
              <a:gd name="adj1" fmla="val 50000"/>
            </a:avLst>
          </a:prstGeom>
          <a:ln>
            <a:solidFill>
              <a:srgbClr val="6D91D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连接符: 曲线 16">
            <a:extLst>
              <a:ext uri="{FF2B5EF4-FFF2-40B4-BE49-F238E27FC236}">
                <a16:creationId xmlns:a16="http://schemas.microsoft.com/office/drawing/2014/main" id="{5D7F2DC2-788D-E15F-2B93-BEC9E5020321}"/>
              </a:ext>
            </a:extLst>
          </p:cNvPr>
          <p:cNvCxnSpPr>
            <a:stCxn id="4" idx="3"/>
            <a:endCxn id="7" idx="1"/>
          </p:cNvCxnSpPr>
          <p:nvPr/>
        </p:nvCxnSpPr>
        <p:spPr>
          <a:xfrm>
            <a:off x="4863709" y="2345109"/>
            <a:ext cx="124971" cy="728674"/>
          </a:xfrm>
          <a:prstGeom prst="curvedConnector3">
            <a:avLst/>
          </a:prstGeom>
          <a:ln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矩形: 圆角 24">
            <a:extLst>
              <a:ext uri="{FF2B5EF4-FFF2-40B4-BE49-F238E27FC236}">
                <a16:creationId xmlns:a16="http://schemas.microsoft.com/office/drawing/2014/main" id="{9206292A-CFFA-EDEE-0CE6-0FCE7626F683}"/>
              </a:ext>
            </a:extLst>
          </p:cNvPr>
          <p:cNvSpPr/>
          <p:nvPr/>
        </p:nvSpPr>
        <p:spPr>
          <a:xfrm>
            <a:off x="6057780" y="2534400"/>
            <a:ext cx="900000" cy="216000"/>
          </a:xfrm>
          <a:prstGeom prst="roundRect">
            <a:avLst/>
          </a:prstGeom>
          <a:solidFill>
            <a:srgbClr val="FB837D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" panose="00000500000000000000" pitchFamily="2" charset="0"/>
              </a:rPr>
              <a:t>lists</a:t>
            </a:r>
            <a:endParaRPr lang="zh-CN" altLang="en-US" sz="800">
              <a:latin typeface="Quicksand" panose="00000500000000000000" pitchFamily="2" charset="0"/>
            </a:endParaRPr>
          </a:p>
        </p:txBody>
      </p:sp>
      <p:sp>
        <p:nvSpPr>
          <p:cNvPr id="26" name="矩形: 圆角 25">
            <a:extLst>
              <a:ext uri="{FF2B5EF4-FFF2-40B4-BE49-F238E27FC236}">
                <a16:creationId xmlns:a16="http://schemas.microsoft.com/office/drawing/2014/main" id="{E1A4A212-0D66-8B59-6229-1091271BAD62}"/>
              </a:ext>
            </a:extLst>
          </p:cNvPr>
          <p:cNvSpPr/>
          <p:nvPr/>
        </p:nvSpPr>
        <p:spPr>
          <a:xfrm>
            <a:off x="6057780" y="2798400"/>
            <a:ext cx="900000" cy="216000"/>
          </a:xfrm>
          <a:prstGeom prst="roundRect">
            <a:avLst/>
          </a:prstGeom>
          <a:solidFill>
            <a:srgbClr val="FB837D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" panose="00000500000000000000" pitchFamily="2" charset="0"/>
              </a:rPr>
              <a:t>getLists()</a:t>
            </a:r>
            <a:endParaRPr lang="zh-CN" altLang="en-US" sz="800">
              <a:latin typeface="Quicksand" panose="00000500000000000000" pitchFamily="2" charset="0"/>
            </a:endParaRPr>
          </a:p>
        </p:txBody>
      </p:sp>
      <p:cxnSp>
        <p:nvCxnSpPr>
          <p:cNvPr id="28" name="连接符: 曲线 27">
            <a:extLst>
              <a:ext uri="{FF2B5EF4-FFF2-40B4-BE49-F238E27FC236}">
                <a16:creationId xmlns:a16="http://schemas.microsoft.com/office/drawing/2014/main" id="{309BB0B0-6F0E-C24E-3004-E1132211C2A4}"/>
              </a:ext>
            </a:extLst>
          </p:cNvPr>
          <p:cNvCxnSpPr>
            <a:cxnSpLocks/>
            <a:stCxn id="7" idx="3"/>
            <a:endCxn id="25" idx="1"/>
          </p:cNvCxnSpPr>
          <p:nvPr/>
        </p:nvCxnSpPr>
        <p:spPr>
          <a:xfrm flipV="1">
            <a:off x="5888680" y="2642400"/>
            <a:ext cx="169100" cy="431383"/>
          </a:xfrm>
          <a:prstGeom prst="curvedConnector3">
            <a:avLst/>
          </a:prstGeom>
          <a:ln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连接符: 曲线 33">
            <a:extLst>
              <a:ext uri="{FF2B5EF4-FFF2-40B4-BE49-F238E27FC236}">
                <a16:creationId xmlns:a16="http://schemas.microsoft.com/office/drawing/2014/main" id="{AAE83631-A7F6-E02C-6D38-BABF5CA86FCF}"/>
              </a:ext>
            </a:extLst>
          </p:cNvPr>
          <p:cNvCxnSpPr>
            <a:cxnSpLocks/>
            <a:stCxn id="7" idx="3"/>
            <a:endCxn id="12" idx="1"/>
          </p:cNvCxnSpPr>
          <p:nvPr/>
        </p:nvCxnSpPr>
        <p:spPr>
          <a:xfrm>
            <a:off x="5888680" y="3073783"/>
            <a:ext cx="169100" cy="96617"/>
          </a:xfrm>
          <a:prstGeom prst="curvedConnector3">
            <a:avLst>
              <a:gd name="adj1" fmla="val 50000"/>
            </a:avLst>
          </a:prstGeom>
          <a:ln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9" name="连接符: 曲线 68">
            <a:extLst>
              <a:ext uri="{FF2B5EF4-FFF2-40B4-BE49-F238E27FC236}">
                <a16:creationId xmlns:a16="http://schemas.microsoft.com/office/drawing/2014/main" id="{3C11272C-4991-936E-0304-646EE0728FD5}"/>
              </a:ext>
            </a:extLst>
          </p:cNvPr>
          <p:cNvCxnSpPr>
            <a:cxnSpLocks/>
            <a:stCxn id="35" idx="3"/>
            <a:endCxn id="4" idx="1"/>
          </p:cNvCxnSpPr>
          <p:nvPr/>
        </p:nvCxnSpPr>
        <p:spPr>
          <a:xfrm>
            <a:off x="3738400" y="2055600"/>
            <a:ext cx="189309" cy="289509"/>
          </a:xfrm>
          <a:prstGeom prst="curvedConnector3">
            <a:avLst>
              <a:gd name="adj1" fmla="val 50000"/>
            </a:avLst>
          </a:prstGeom>
          <a:ln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8" name="矩形: 圆角 107">
            <a:extLst>
              <a:ext uri="{FF2B5EF4-FFF2-40B4-BE49-F238E27FC236}">
                <a16:creationId xmlns:a16="http://schemas.microsoft.com/office/drawing/2014/main" id="{FAC0BED9-67F3-89B3-6AB2-8DA4ED4A93BE}"/>
              </a:ext>
            </a:extLst>
          </p:cNvPr>
          <p:cNvSpPr/>
          <p:nvPr/>
        </p:nvSpPr>
        <p:spPr>
          <a:xfrm>
            <a:off x="6049650" y="3326400"/>
            <a:ext cx="900000" cy="216000"/>
          </a:xfrm>
          <a:prstGeom prst="roundRect">
            <a:avLst/>
          </a:prstGeom>
          <a:solidFill>
            <a:srgbClr val="FB837D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" panose="00000500000000000000" pitchFamily="2" charset="0"/>
              </a:rPr>
              <a:t>clearCarts()</a:t>
            </a:r>
            <a:endParaRPr lang="zh-CN" altLang="en-US" sz="800">
              <a:latin typeface="Quicksand" panose="00000500000000000000" pitchFamily="2" charset="0"/>
            </a:endParaRPr>
          </a:p>
        </p:txBody>
      </p:sp>
      <p:cxnSp>
        <p:nvCxnSpPr>
          <p:cNvPr id="118" name="连接符: 曲线 117">
            <a:extLst>
              <a:ext uri="{FF2B5EF4-FFF2-40B4-BE49-F238E27FC236}">
                <a16:creationId xmlns:a16="http://schemas.microsoft.com/office/drawing/2014/main" id="{10E5DD0E-A687-963B-1415-3F7429B9EB3A}"/>
              </a:ext>
            </a:extLst>
          </p:cNvPr>
          <p:cNvCxnSpPr>
            <a:cxnSpLocks/>
            <a:stCxn id="7" idx="3"/>
            <a:endCxn id="26" idx="1"/>
          </p:cNvCxnSpPr>
          <p:nvPr/>
        </p:nvCxnSpPr>
        <p:spPr>
          <a:xfrm flipV="1">
            <a:off x="5888680" y="2906400"/>
            <a:ext cx="169100" cy="167383"/>
          </a:xfrm>
          <a:prstGeom prst="curvedConnector3">
            <a:avLst>
              <a:gd name="adj1" fmla="val 50000"/>
            </a:avLst>
          </a:prstGeom>
          <a:ln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1" name="连接符: 曲线 120">
            <a:extLst>
              <a:ext uri="{FF2B5EF4-FFF2-40B4-BE49-F238E27FC236}">
                <a16:creationId xmlns:a16="http://schemas.microsoft.com/office/drawing/2014/main" id="{5E6615E3-8D72-AC02-8F82-0C0E07C8A063}"/>
              </a:ext>
            </a:extLst>
          </p:cNvPr>
          <p:cNvCxnSpPr>
            <a:cxnSpLocks/>
            <a:stCxn id="7" idx="3"/>
            <a:endCxn id="108" idx="1"/>
          </p:cNvCxnSpPr>
          <p:nvPr/>
        </p:nvCxnSpPr>
        <p:spPr>
          <a:xfrm>
            <a:off x="5888680" y="3073783"/>
            <a:ext cx="160970" cy="360617"/>
          </a:xfrm>
          <a:prstGeom prst="curvedConnector3">
            <a:avLst>
              <a:gd name="adj1" fmla="val 50000"/>
            </a:avLst>
          </a:prstGeom>
          <a:ln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矩形: 圆角 11">
            <a:extLst>
              <a:ext uri="{FF2B5EF4-FFF2-40B4-BE49-F238E27FC236}">
                <a16:creationId xmlns:a16="http://schemas.microsoft.com/office/drawing/2014/main" id="{720E96D7-080F-5915-CFE3-F48B6E4FAB2E}"/>
              </a:ext>
            </a:extLst>
          </p:cNvPr>
          <p:cNvSpPr/>
          <p:nvPr/>
        </p:nvSpPr>
        <p:spPr>
          <a:xfrm>
            <a:off x="6057780" y="3062400"/>
            <a:ext cx="900000" cy="216000"/>
          </a:xfrm>
          <a:prstGeom prst="roundRect">
            <a:avLst/>
          </a:prstGeom>
          <a:solidFill>
            <a:srgbClr val="FB837D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" panose="00000500000000000000" pitchFamily="2" charset="0"/>
              </a:rPr>
              <a:t>addToCarts()</a:t>
            </a:r>
            <a:endParaRPr lang="zh-CN" altLang="en-US" sz="800">
              <a:latin typeface="Quicksand" panose="00000500000000000000" pitchFamily="2" charset="0"/>
            </a:endParaRPr>
          </a:p>
        </p:txBody>
      </p:sp>
      <p:sp>
        <p:nvSpPr>
          <p:cNvPr id="35" name="矩形: 圆角 34">
            <a:extLst>
              <a:ext uri="{FF2B5EF4-FFF2-40B4-BE49-F238E27FC236}">
                <a16:creationId xmlns:a16="http://schemas.microsoft.com/office/drawing/2014/main" id="{2560AFC3-5502-019C-04F5-A2B3EC196CEB}"/>
              </a:ext>
            </a:extLst>
          </p:cNvPr>
          <p:cNvSpPr/>
          <p:nvPr/>
        </p:nvSpPr>
        <p:spPr>
          <a:xfrm>
            <a:off x="2730400" y="1947600"/>
            <a:ext cx="1008000" cy="216000"/>
          </a:xfrm>
          <a:prstGeom prst="roundRect">
            <a:avLst/>
          </a:prstGeom>
          <a:solidFill>
            <a:srgbClr val="CCF2E5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good</a:t>
            </a:r>
            <a:endParaRPr lang="zh-CN" altLang="en-US" sz="80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sp>
        <p:nvSpPr>
          <p:cNvPr id="36" name="矩形: 圆角 35">
            <a:extLst>
              <a:ext uri="{FF2B5EF4-FFF2-40B4-BE49-F238E27FC236}">
                <a16:creationId xmlns:a16="http://schemas.microsoft.com/office/drawing/2014/main" id="{DEA05F83-9848-938F-5765-BDA46419BE99}"/>
              </a:ext>
            </a:extLst>
          </p:cNvPr>
          <p:cNvSpPr/>
          <p:nvPr/>
        </p:nvSpPr>
        <p:spPr>
          <a:xfrm>
            <a:off x="2730400" y="2237109"/>
            <a:ext cx="1008000" cy="216000"/>
          </a:xfrm>
          <a:prstGeom prst="roundRect">
            <a:avLst/>
          </a:prstGeom>
          <a:solidFill>
            <a:srgbClr val="CCF2E5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goodSelected</a:t>
            </a:r>
            <a:endParaRPr lang="zh-CN" altLang="en-US" sz="80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sp>
        <p:nvSpPr>
          <p:cNvPr id="37" name="矩形: 圆角 36">
            <a:extLst>
              <a:ext uri="{FF2B5EF4-FFF2-40B4-BE49-F238E27FC236}">
                <a16:creationId xmlns:a16="http://schemas.microsoft.com/office/drawing/2014/main" id="{61EF7C50-FB8D-FA1D-20B6-85409306F50D}"/>
              </a:ext>
            </a:extLst>
          </p:cNvPr>
          <p:cNvSpPr/>
          <p:nvPr/>
        </p:nvSpPr>
        <p:spPr>
          <a:xfrm>
            <a:off x="2730400" y="2523600"/>
            <a:ext cx="1008000" cy="216000"/>
          </a:xfrm>
          <a:prstGeom prst="roundRect">
            <a:avLst/>
          </a:prstGeom>
          <a:solidFill>
            <a:srgbClr val="CCF2E5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addToCarts()</a:t>
            </a:r>
            <a:endParaRPr lang="zh-CN" altLang="en-US" sz="80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cxnSp>
        <p:nvCxnSpPr>
          <p:cNvPr id="40" name="连接符: 曲线 39">
            <a:extLst>
              <a:ext uri="{FF2B5EF4-FFF2-40B4-BE49-F238E27FC236}">
                <a16:creationId xmlns:a16="http://schemas.microsoft.com/office/drawing/2014/main" id="{4AC6721A-6244-50EC-47B3-5478511DF02F}"/>
              </a:ext>
            </a:extLst>
          </p:cNvPr>
          <p:cNvCxnSpPr>
            <a:cxnSpLocks/>
            <a:stCxn id="37" idx="3"/>
            <a:endCxn id="4" idx="1"/>
          </p:cNvCxnSpPr>
          <p:nvPr/>
        </p:nvCxnSpPr>
        <p:spPr>
          <a:xfrm flipV="1">
            <a:off x="3738400" y="2345109"/>
            <a:ext cx="189309" cy="286491"/>
          </a:xfrm>
          <a:prstGeom prst="curvedConnector3">
            <a:avLst>
              <a:gd name="adj1" fmla="val 50000"/>
            </a:avLst>
          </a:prstGeom>
          <a:ln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直接连接符 44">
            <a:extLst>
              <a:ext uri="{FF2B5EF4-FFF2-40B4-BE49-F238E27FC236}">
                <a16:creationId xmlns:a16="http://schemas.microsoft.com/office/drawing/2014/main" id="{64FC7AF9-BB31-5588-9F23-4B97028C7A12}"/>
              </a:ext>
            </a:extLst>
          </p:cNvPr>
          <p:cNvCxnSpPr>
            <a:stCxn id="36" idx="3"/>
            <a:endCxn id="4" idx="1"/>
          </p:cNvCxnSpPr>
          <p:nvPr/>
        </p:nvCxnSpPr>
        <p:spPr>
          <a:xfrm>
            <a:off x="3738400" y="2345109"/>
            <a:ext cx="189309" cy="0"/>
          </a:xfrm>
          <a:prstGeom prst="line">
            <a:avLst/>
          </a:prstGeom>
          <a:ln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4" name="矩形: 圆角 53">
            <a:extLst>
              <a:ext uri="{FF2B5EF4-FFF2-40B4-BE49-F238E27FC236}">
                <a16:creationId xmlns:a16="http://schemas.microsoft.com/office/drawing/2014/main" id="{A46905A7-222F-AF3F-81E8-3E43C3A2AFC0}"/>
              </a:ext>
            </a:extLst>
          </p:cNvPr>
          <p:cNvSpPr/>
          <p:nvPr/>
        </p:nvSpPr>
        <p:spPr>
          <a:xfrm>
            <a:off x="2730400" y="2946554"/>
            <a:ext cx="1008000" cy="216000"/>
          </a:xfrm>
          <a:prstGeom prst="roundRect">
            <a:avLst/>
          </a:prstGeom>
          <a:solidFill>
            <a:srgbClr val="5C84CC">
              <a:alpha val="89804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" panose="00000500000000000000" pitchFamily="2" charset="0"/>
              </a:rPr>
              <a:t>lists</a:t>
            </a:r>
            <a:endParaRPr lang="zh-CN" altLang="en-US" sz="800">
              <a:latin typeface="Quicksand" panose="00000500000000000000" pitchFamily="2" charset="0"/>
            </a:endParaRPr>
          </a:p>
        </p:txBody>
      </p:sp>
      <p:sp>
        <p:nvSpPr>
          <p:cNvPr id="55" name="矩形: 圆角 54">
            <a:extLst>
              <a:ext uri="{FF2B5EF4-FFF2-40B4-BE49-F238E27FC236}">
                <a16:creationId xmlns:a16="http://schemas.microsoft.com/office/drawing/2014/main" id="{1B69FB84-588C-3B6F-29DC-0D207F19217B}"/>
              </a:ext>
            </a:extLst>
          </p:cNvPr>
          <p:cNvSpPr/>
          <p:nvPr/>
        </p:nvSpPr>
        <p:spPr>
          <a:xfrm>
            <a:off x="2730400" y="3245715"/>
            <a:ext cx="1008000" cy="216000"/>
          </a:xfrm>
          <a:prstGeom prst="roundRect">
            <a:avLst/>
          </a:prstGeom>
          <a:solidFill>
            <a:srgbClr val="5C84CC">
              <a:alpha val="89804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" panose="00000500000000000000" pitchFamily="2" charset="0"/>
              </a:rPr>
              <a:t>selectedLists</a:t>
            </a:r>
            <a:endParaRPr lang="zh-CN" altLang="en-US" sz="800">
              <a:latin typeface="Quicksand" panose="00000500000000000000" pitchFamily="2" charset="0"/>
            </a:endParaRPr>
          </a:p>
        </p:txBody>
      </p:sp>
      <p:sp>
        <p:nvSpPr>
          <p:cNvPr id="56" name="矩形: 圆角 55">
            <a:extLst>
              <a:ext uri="{FF2B5EF4-FFF2-40B4-BE49-F238E27FC236}">
                <a16:creationId xmlns:a16="http://schemas.microsoft.com/office/drawing/2014/main" id="{1761FC9C-89B8-41A0-8F5C-43B5E16AA3C1}"/>
              </a:ext>
            </a:extLst>
          </p:cNvPr>
          <p:cNvSpPr/>
          <p:nvPr/>
        </p:nvSpPr>
        <p:spPr>
          <a:xfrm>
            <a:off x="2730400" y="3544876"/>
            <a:ext cx="1008000" cy="216000"/>
          </a:xfrm>
          <a:prstGeom prst="roundRect">
            <a:avLst/>
          </a:prstGeom>
          <a:solidFill>
            <a:srgbClr val="5C84CC">
              <a:alpha val="89804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" panose="00000500000000000000" pitchFamily="2" charset="0"/>
              </a:rPr>
              <a:t>isAll</a:t>
            </a:r>
            <a:endParaRPr lang="zh-CN" altLang="en-US" sz="800">
              <a:latin typeface="Quicksand" panose="00000500000000000000" pitchFamily="2" charset="0"/>
            </a:endParaRPr>
          </a:p>
        </p:txBody>
      </p:sp>
      <p:sp>
        <p:nvSpPr>
          <p:cNvPr id="57" name="矩形: 圆角 56">
            <a:extLst>
              <a:ext uri="{FF2B5EF4-FFF2-40B4-BE49-F238E27FC236}">
                <a16:creationId xmlns:a16="http://schemas.microsoft.com/office/drawing/2014/main" id="{83DCAFDE-14F9-6845-DB80-8B8F839510C3}"/>
              </a:ext>
            </a:extLst>
          </p:cNvPr>
          <p:cNvSpPr/>
          <p:nvPr/>
        </p:nvSpPr>
        <p:spPr>
          <a:xfrm>
            <a:off x="2730400" y="3844037"/>
            <a:ext cx="1008000" cy="216000"/>
          </a:xfrm>
          <a:prstGeom prst="roundRect">
            <a:avLst/>
          </a:prstGeom>
          <a:solidFill>
            <a:srgbClr val="5C84CC">
              <a:alpha val="89804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" panose="00000500000000000000" pitchFamily="2" charset="0"/>
              </a:rPr>
              <a:t>count</a:t>
            </a:r>
            <a:endParaRPr lang="zh-CN" altLang="en-US" sz="800">
              <a:latin typeface="Quicksand" panose="00000500000000000000" pitchFamily="2" charset="0"/>
            </a:endParaRPr>
          </a:p>
        </p:txBody>
      </p:sp>
      <p:sp>
        <p:nvSpPr>
          <p:cNvPr id="59" name="矩形: 圆角 58">
            <a:extLst>
              <a:ext uri="{FF2B5EF4-FFF2-40B4-BE49-F238E27FC236}">
                <a16:creationId xmlns:a16="http://schemas.microsoft.com/office/drawing/2014/main" id="{D7B3F34F-6627-658C-A744-FBC9FDD8AF91}"/>
              </a:ext>
            </a:extLst>
          </p:cNvPr>
          <p:cNvSpPr/>
          <p:nvPr/>
        </p:nvSpPr>
        <p:spPr>
          <a:xfrm>
            <a:off x="2730400" y="4143198"/>
            <a:ext cx="1008000" cy="216000"/>
          </a:xfrm>
          <a:prstGeom prst="roundRect">
            <a:avLst/>
          </a:prstGeom>
          <a:solidFill>
            <a:srgbClr val="5C84CC">
              <a:alpha val="89804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" panose="00000500000000000000" pitchFamily="2" charset="0"/>
              </a:rPr>
              <a:t>totalPrice</a:t>
            </a:r>
            <a:endParaRPr lang="zh-CN" altLang="en-US" sz="800">
              <a:latin typeface="Quicksand" panose="00000500000000000000" pitchFamily="2" charset="0"/>
            </a:endParaRPr>
          </a:p>
        </p:txBody>
      </p:sp>
      <p:sp>
        <p:nvSpPr>
          <p:cNvPr id="60" name="矩形: 圆角 59">
            <a:extLst>
              <a:ext uri="{FF2B5EF4-FFF2-40B4-BE49-F238E27FC236}">
                <a16:creationId xmlns:a16="http://schemas.microsoft.com/office/drawing/2014/main" id="{69FD48F7-D13B-8DD4-D4AA-42DDEE93B189}"/>
              </a:ext>
            </a:extLst>
          </p:cNvPr>
          <p:cNvSpPr/>
          <p:nvPr/>
        </p:nvSpPr>
        <p:spPr>
          <a:xfrm>
            <a:off x="2730400" y="4442359"/>
            <a:ext cx="1008000" cy="216000"/>
          </a:xfrm>
          <a:prstGeom prst="roundRect">
            <a:avLst/>
          </a:prstGeom>
          <a:solidFill>
            <a:srgbClr val="5C84CC">
              <a:alpha val="89804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" panose="00000500000000000000" pitchFamily="2" charset="0"/>
              </a:rPr>
              <a:t>discountPrice</a:t>
            </a:r>
            <a:endParaRPr lang="zh-CN" altLang="en-US" sz="800">
              <a:latin typeface="Quicksand" panose="00000500000000000000" pitchFamily="2" charset="0"/>
            </a:endParaRPr>
          </a:p>
        </p:txBody>
      </p:sp>
      <p:cxnSp>
        <p:nvCxnSpPr>
          <p:cNvPr id="61" name="连接符: 曲线 60">
            <a:extLst>
              <a:ext uri="{FF2B5EF4-FFF2-40B4-BE49-F238E27FC236}">
                <a16:creationId xmlns:a16="http://schemas.microsoft.com/office/drawing/2014/main" id="{BD5BA532-7EB2-08C6-9059-CA4E846D5684}"/>
              </a:ext>
            </a:extLst>
          </p:cNvPr>
          <p:cNvCxnSpPr>
            <a:cxnSpLocks/>
            <a:stCxn id="54" idx="3"/>
            <a:endCxn id="3" idx="1"/>
          </p:cNvCxnSpPr>
          <p:nvPr/>
        </p:nvCxnSpPr>
        <p:spPr>
          <a:xfrm>
            <a:off x="3738400" y="3054554"/>
            <a:ext cx="189309" cy="747903"/>
          </a:xfrm>
          <a:prstGeom prst="curvedConnector3">
            <a:avLst>
              <a:gd name="adj1" fmla="val 50000"/>
            </a:avLst>
          </a:prstGeom>
          <a:ln>
            <a:solidFill>
              <a:srgbClr val="6D91D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连接符: 曲线 67">
            <a:extLst>
              <a:ext uri="{FF2B5EF4-FFF2-40B4-BE49-F238E27FC236}">
                <a16:creationId xmlns:a16="http://schemas.microsoft.com/office/drawing/2014/main" id="{16E326BD-B4AE-1641-E70A-A6BFE4509A70}"/>
              </a:ext>
            </a:extLst>
          </p:cNvPr>
          <p:cNvCxnSpPr>
            <a:cxnSpLocks/>
            <a:stCxn id="55" idx="3"/>
            <a:endCxn id="3" idx="1"/>
          </p:cNvCxnSpPr>
          <p:nvPr/>
        </p:nvCxnSpPr>
        <p:spPr>
          <a:xfrm>
            <a:off x="3738400" y="3353715"/>
            <a:ext cx="189309" cy="448742"/>
          </a:xfrm>
          <a:prstGeom prst="curvedConnector3">
            <a:avLst>
              <a:gd name="adj1" fmla="val 50000"/>
            </a:avLst>
          </a:prstGeom>
          <a:ln>
            <a:solidFill>
              <a:srgbClr val="6D91D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5" name="连接符: 曲线 74">
            <a:extLst>
              <a:ext uri="{FF2B5EF4-FFF2-40B4-BE49-F238E27FC236}">
                <a16:creationId xmlns:a16="http://schemas.microsoft.com/office/drawing/2014/main" id="{B5A66737-652E-D3AD-C2BA-7A64BF6D2DB4}"/>
              </a:ext>
            </a:extLst>
          </p:cNvPr>
          <p:cNvCxnSpPr>
            <a:cxnSpLocks/>
            <a:stCxn id="60" idx="3"/>
            <a:endCxn id="3" idx="1"/>
          </p:cNvCxnSpPr>
          <p:nvPr/>
        </p:nvCxnSpPr>
        <p:spPr>
          <a:xfrm flipV="1">
            <a:off x="3738400" y="3802457"/>
            <a:ext cx="189309" cy="747902"/>
          </a:xfrm>
          <a:prstGeom prst="curvedConnector3">
            <a:avLst>
              <a:gd name="adj1" fmla="val 50000"/>
            </a:avLst>
          </a:prstGeom>
          <a:ln>
            <a:solidFill>
              <a:srgbClr val="6D91D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8" name="连接符: 曲线 77">
            <a:extLst>
              <a:ext uri="{FF2B5EF4-FFF2-40B4-BE49-F238E27FC236}">
                <a16:creationId xmlns:a16="http://schemas.microsoft.com/office/drawing/2014/main" id="{9C49D303-6593-4078-0C50-F1465C52AB10}"/>
              </a:ext>
            </a:extLst>
          </p:cNvPr>
          <p:cNvCxnSpPr>
            <a:cxnSpLocks/>
            <a:stCxn id="56" idx="3"/>
            <a:endCxn id="3" idx="1"/>
          </p:cNvCxnSpPr>
          <p:nvPr/>
        </p:nvCxnSpPr>
        <p:spPr>
          <a:xfrm>
            <a:off x="3738400" y="3652876"/>
            <a:ext cx="189309" cy="149581"/>
          </a:xfrm>
          <a:prstGeom prst="curvedConnector3">
            <a:avLst>
              <a:gd name="adj1" fmla="val 50000"/>
            </a:avLst>
          </a:prstGeom>
          <a:ln>
            <a:solidFill>
              <a:srgbClr val="6D91D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1" name="连接符: 曲线 80">
            <a:extLst>
              <a:ext uri="{FF2B5EF4-FFF2-40B4-BE49-F238E27FC236}">
                <a16:creationId xmlns:a16="http://schemas.microsoft.com/office/drawing/2014/main" id="{96EB5F84-D1BD-20B5-2777-AB306C14B03E}"/>
              </a:ext>
            </a:extLst>
          </p:cNvPr>
          <p:cNvCxnSpPr>
            <a:cxnSpLocks/>
            <a:stCxn id="59" idx="3"/>
            <a:endCxn id="3" idx="1"/>
          </p:cNvCxnSpPr>
          <p:nvPr/>
        </p:nvCxnSpPr>
        <p:spPr>
          <a:xfrm flipV="1">
            <a:off x="3738400" y="3802457"/>
            <a:ext cx="189309" cy="448741"/>
          </a:xfrm>
          <a:prstGeom prst="curvedConnector3">
            <a:avLst>
              <a:gd name="adj1" fmla="val 50000"/>
            </a:avLst>
          </a:prstGeom>
          <a:ln>
            <a:solidFill>
              <a:srgbClr val="6D91D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6" name="连接符: 曲线 85">
            <a:extLst>
              <a:ext uri="{FF2B5EF4-FFF2-40B4-BE49-F238E27FC236}">
                <a16:creationId xmlns:a16="http://schemas.microsoft.com/office/drawing/2014/main" id="{698C2E92-6E21-B7A7-AAAB-69046DD82A44}"/>
              </a:ext>
            </a:extLst>
          </p:cNvPr>
          <p:cNvCxnSpPr>
            <a:cxnSpLocks/>
            <a:stCxn id="57" idx="3"/>
            <a:endCxn id="3" idx="1"/>
          </p:cNvCxnSpPr>
          <p:nvPr/>
        </p:nvCxnSpPr>
        <p:spPr>
          <a:xfrm flipV="1">
            <a:off x="3738400" y="3802457"/>
            <a:ext cx="189309" cy="149580"/>
          </a:xfrm>
          <a:prstGeom prst="curvedConnector3">
            <a:avLst>
              <a:gd name="adj1" fmla="val 50000"/>
            </a:avLst>
          </a:prstGeom>
          <a:ln>
            <a:solidFill>
              <a:srgbClr val="6D91D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98902414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C7A2C4C-DE35-8F5D-FAA3-1F45B914C4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矩形: 圆角 6">
            <a:extLst>
              <a:ext uri="{FF2B5EF4-FFF2-40B4-BE49-F238E27FC236}">
                <a16:creationId xmlns:a16="http://schemas.microsoft.com/office/drawing/2014/main" id="{E9167702-BFB3-0DB3-BB79-C1FC75427EA0}"/>
              </a:ext>
            </a:extLst>
          </p:cNvPr>
          <p:cNvSpPr/>
          <p:nvPr/>
        </p:nvSpPr>
        <p:spPr>
          <a:xfrm>
            <a:off x="4988680" y="2930400"/>
            <a:ext cx="900000" cy="216000"/>
          </a:xfrm>
          <a:prstGeom prst="roundRect">
            <a:avLst/>
          </a:prstGeom>
          <a:solidFill>
            <a:srgbClr val="335BA3">
              <a:alpha val="89804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" panose="00000500000000000000" pitchFamily="2" charset="0"/>
              </a:rPr>
              <a:t>::before</a:t>
            </a:r>
            <a:endParaRPr lang="zh-CN" altLang="en-US" sz="800">
              <a:latin typeface="Quicksand" panose="00000500000000000000" pitchFamily="2" charset="0"/>
            </a:endParaRPr>
          </a:p>
        </p:txBody>
      </p:sp>
      <p:sp>
        <p:nvSpPr>
          <p:cNvPr id="25" name="矩形: 圆角 24">
            <a:extLst>
              <a:ext uri="{FF2B5EF4-FFF2-40B4-BE49-F238E27FC236}">
                <a16:creationId xmlns:a16="http://schemas.microsoft.com/office/drawing/2014/main" id="{DB29B0F0-7681-C319-D905-61DFC9EA1742}"/>
              </a:ext>
            </a:extLst>
          </p:cNvPr>
          <p:cNvSpPr/>
          <p:nvPr/>
        </p:nvSpPr>
        <p:spPr>
          <a:xfrm>
            <a:off x="6057780" y="2534400"/>
            <a:ext cx="900000" cy="216000"/>
          </a:xfrm>
          <a:prstGeom prst="roundRect">
            <a:avLst/>
          </a:prstGeom>
          <a:solidFill>
            <a:srgbClr val="F9423A">
              <a:alpha val="89804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" panose="00000500000000000000" pitchFamily="2" charset="0"/>
              </a:rPr>
              <a:t>String of text</a:t>
            </a:r>
            <a:endParaRPr lang="zh-CN" altLang="en-US" sz="800">
              <a:latin typeface="Quicksand" panose="00000500000000000000" pitchFamily="2" charset="0"/>
            </a:endParaRPr>
          </a:p>
        </p:txBody>
      </p:sp>
      <p:sp>
        <p:nvSpPr>
          <p:cNvPr id="26" name="矩形: 圆角 25">
            <a:extLst>
              <a:ext uri="{FF2B5EF4-FFF2-40B4-BE49-F238E27FC236}">
                <a16:creationId xmlns:a16="http://schemas.microsoft.com/office/drawing/2014/main" id="{A362D5C7-ED9E-7876-9B3A-5E7694F2029B}"/>
              </a:ext>
            </a:extLst>
          </p:cNvPr>
          <p:cNvSpPr/>
          <p:nvPr/>
        </p:nvSpPr>
        <p:spPr>
          <a:xfrm>
            <a:off x="6057780" y="2798400"/>
            <a:ext cx="900000" cy="216000"/>
          </a:xfrm>
          <a:prstGeom prst="roundRect">
            <a:avLst/>
          </a:prstGeom>
          <a:solidFill>
            <a:srgbClr val="F6A04D">
              <a:alpha val="89804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" panose="00000500000000000000" pitchFamily="2" charset="0"/>
              </a:rPr>
              <a:t>Entity</a:t>
            </a:r>
            <a:endParaRPr lang="zh-CN" altLang="en-US" sz="800">
              <a:latin typeface="Quicksand" panose="00000500000000000000" pitchFamily="2" charset="0"/>
            </a:endParaRPr>
          </a:p>
        </p:txBody>
      </p:sp>
      <p:cxnSp>
        <p:nvCxnSpPr>
          <p:cNvPr id="28" name="连接符: 曲线 27">
            <a:extLst>
              <a:ext uri="{FF2B5EF4-FFF2-40B4-BE49-F238E27FC236}">
                <a16:creationId xmlns:a16="http://schemas.microsoft.com/office/drawing/2014/main" id="{3CC45C27-5C3D-1BF1-5E05-EB880994D1C9}"/>
              </a:ext>
            </a:extLst>
          </p:cNvPr>
          <p:cNvCxnSpPr>
            <a:cxnSpLocks/>
            <a:stCxn id="7" idx="3"/>
            <a:endCxn id="25" idx="1"/>
          </p:cNvCxnSpPr>
          <p:nvPr/>
        </p:nvCxnSpPr>
        <p:spPr>
          <a:xfrm flipV="1">
            <a:off x="5888680" y="2642400"/>
            <a:ext cx="169100" cy="396000"/>
          </a:xfrm>
          <a:prstGeom prst="curvedConnector3">
            <a:avLst/>
          </a:prstGeom>
          <a:ln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连接符: 曲线 33">
            <a:extLst>
              <a:ext uri="{FF2B5EF4-FFF2-40B4-BE49-F238E27FC236}">
                <a16:creationId xmlns:a16="http://schemas.microsoft.com/office/drawing/2014/main" id="{D6AAD16A-0663-8D07-DC16-C4F0A658F0A3}"/>
              </a:ext>
            </a:extLst>
          </p:cNvPr>
          <p:cNvCxnSpPr>
            <a:cxnSpLocks/>
            <a:stCxn id="7" idx="3"/>
            <a:endCxn id="12" idx="1"/>
          </p:cNvCxnSpPr>
          <p:nvPr/>
        </p:nvCxnSpPr>
        <p:spPr>
          <a:xfrm>
            <a:off x="5888680" y="3038400"/>
            <a:ext cx="169100" cy="132000"/>
          </a:xfrm>
          <a:prstGeom prst="curvedConnector3">
            <a:avLst>
              <a:gd name="adj1" fmla="val 50000"/>
            </a:avLst>
          </a:prstGeom>
          <a:ln>
            <a:solidFill>
              <a:srgbClr val="9966F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8" name="矩形: 圆角 107">
            <a:extLst>
              <a:ext uri="{FF2B5EF4-FFF2-40B4-BE49-F238E27FC236}">
                <a16:creationId xmlns:a16="http://schemas.microsoft.com/office/drawing/2014/main" id="{509F35E6-BC71-27B6-AB68-9D6D8641D9DE}"/>
              </a:ext>
            </a:extLst>
          </p:cNvPr>
          <p:cNvSpPr/>
          <p:nvPr/>
        </p:nvSpPr>
        <p:spPr>
          <a:xfrm>
            <a:off x="6049650" y="3326400"/>
            <a:ext cx="900000" cy="216000"/>
          </a:xfrm>
          <a:prstGeom prst="roundRect">
            <a:avLst/>
          </a:prstGeom>
          <a:solidFill>
            <a:srgbClr val="FB837D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" panose="00000500000000000000" pitchFamily="2" charset="0"/>
              </a:rPr>
              <a:t>counter</a:t>
            </a:r>
            <a:endParaRPr lang="zh-CN" altLang="en-US" sz="800">
              <a:latin typeface="Quicksand" panose="00000500000000000000" pitchFamily="2" charset="0"/>
            </a:endParaRPr>
          </a:p>
        </p:txBody>
      </p:sp>
      <p:cxnSp>
        <p:nvCxnSpPr>
          <p:cNvPr id="118" name="连接符: 曲线 117">
            <a:extLst>
              <a:ext uri="{FF2B5EF4-FFF2-40B4-BE49-F238E27FC236}">
                <a16:creationId xmlns:a16="http://schemas.microsoft.com/office/drawing/2014/main" id="{DC5EF390-7693-C62F-379C-E8944F075A72}"/>
              </a:ext>
            </a:extLst>
          </p:cNvPr>
          <p:cNvCxnSpPr>
            <a:cxnSpLocks/>
            <a:stCxn id="7" idx="3"/>
            <a:endCxn id="26" idx="1"/>
          </p:cNvCxnSpPr>
          <p:nvPr/>
        </p:nvCxnSpPr>
        <p:spPr>
          <a:xfrm flipV="1">
            <a:off x="5888680" y="2906400"/>
            <a:ext cx="169100" cy="132000"/>
          </a:xfrm>
          <a:prstGeom prst="curvedConnector3">
            <a:avLst>
              <a:gd name="adj1" fmla="val 50000"/>
            </a:avLst>
          </a:prstGeom>
          <a:ln>
            <a:solidFill>
              <a:srgbClr val="F7AA5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1" name="连接符: 曲线 120">
            <a:extLst>
              <a:ext uri="{FF2B5EF4-FFF2-40B4-BE49-F238E27FC236}">
                <a16:creationId xmlns:a16="http://schemas.microsoft.com/office/drawing/2014/main" id="{1D3BCEB4-577A-2C82-5900-26B41E83F91D}"/>
              </a:ext>
            </a:extLst>
          </p:cNvPr>
          <p:cNvCxnSpPr>
            <a:cxnSpLocks/>
            <a:stCxn id="7" idx="3"/>
            <a:endCxn id="108" idx="1"/>
          </p:cNvCxnSpPr>
          <p:nvPr/>
        </p:nvCxnSpPr>
        <p:spPr>
          <a:xfrm>
            <a:off x="5888680" y="3038400"/>
            <a:ext cx="160970" cy="396000"/>
          </a:xfrm>
          <a:prstGeom prst="curvedConnector3">
            <a:avLst>
              <a:gd name="adj1" fmla="val 50000"/>
            </a:avLst>
          </a:prstGeom>
          <a:ln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矩形: 圆角 11">
            <a:extLst>
              <a:ext uri="{FF2B5EF4-FFF2-40B4-BE49-F238E27FC236}">
                <a16:creationId xmlns:a16="http://schemas.microsoft.com/office/drawing/2014/main" id="{E4023AE0-10C4-EDDD-C931-D3E49B6AC7C9}"/>
              </a:ext>
            </a:extLst>
          </p:cNvPr>
          <p:cNvSpPr/>
          <p:nvPr/>
        </p:nvSpPr>
        <p:spPr>
          <a:xfrm>
            <a:off x="6057780" y="3062400"/>
            <a:ext cx="900000" cy="216000"/>
          </a:xfrm>
          <a:prstGeom prst="roundRect">
            <a:avLst/>
          </a:prstGeom>
          <a:solidFill>
            <a:srgbClr val="9966FF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solidFill>
                  <a:schemeClr val="bg1"/>
                </a:solidFill>
                <a:latin typeface="Quicksand Light" panose="00000400000000000000" pitchFamily="2" charset="0"/>
              </a:rPr>
              <a:t>Iconfont</a:t>
            </a:r>
            <a:endParaRPr lang="zh-CN" altLang="en-US" sz="800">
              <a:solidFill>
                <a:schemeClr val="bg1"/>
              </a:solidFill>
              <a:latin typeface="Quicksand Light" panose="00000400000000000000" pitchFamily="2" charset="0"/>
            </a:endParaRPr>
          </a:p>
        </p:txBody>
      </p:sp>
      <p:sp>
        <p:nvSpPr>
          <p:cNvPr id="2" name="矩形: 圆角 1">
            <a:extLst>
              <a:ext uri="{FF2B5EF4-FFF2-40B4-BE49-F238E27FC236}">
                <a16:creationId xmlns:a16="http://schemas.microsoft.com/office/drawing/2014/main" id="{83E28516-AB33-28C4-44B6-24DE28D98661}"/>
              </a:ext>
            </a:extLst>
          </p:cNvPr>
          <p:cNvSpPr/>
          <p:nvPr/>
        </p:nvSpPr>
        <p:spPr>
          <a:xfrm>
            <a:off x="7126880" y="2798400"/>
            <a:ext cx="900000" cy="216000"/>
          </a:xfrm>
          <a:prstGeom prst="roundRect">
            <a:avLst/>
          </a:prstGeom>
          <a:solidFill>
            <a:srgbClr val="CCF2E5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Unicode</a:t>
            </a:r>
            <a:endParaRPr lang="zh-CN" altLang="en-US" sz="80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sp>
        <p:nvSpPr>
          <p:cNvPr id="5" name="矩形: 圆角 4">
            <a:extLst>
              <a:ext uri="{FF2B5EF4-FFF2-40B4-BE49-F238E27FC236}">
                <a16:creationId xmlns:a16="http://schemas.microsoft.com/office/drawing/2014/main" id="{EC9DFEFA-DE6D-C382-23DE-033158234380}"/>
              </a:ext>
            </a:extLst>
          </p:cNvPr>
          <p:cNvSpPr/>
          <p:nvPr/>
        </p:nvSpPr>
        <p:spPr>
          <a:xfrm>
            <a:off x="7126880" y="3062400"/>
            <a:ext cx="900000" cy="216000"/>
          </a:xfrm>
          <a:prstGeom prst="roundRect">
            <a:avLst/>
          </a:prstGeom>
          <a:solidFill>
            <a:srgbClr val="CCF2E5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Unicode</a:t>
            </a:r>
            <a:endParaRPr lang="zh-CN" altLang="en-US" sz="80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cxnSp>
        <p:nvCxnSpPr>
          <p:cNvPr id="8" name="直接连接符 7">
            <a:extLst>
              <a:ext uri="{FF2B5EF4-FFF2-40B4-BE49-F238E27FC236}">
                <a16:creationId xmlns:a16="http://schemas.microsoft.com/office/drawing/2014/main" id="{9C72856E-D2DA-7E17-A337-C4361ABDE71E}"/>
              </a:ext>
            </a:extLst>
          </p:cNvPr>
          <p:cNvCxnSpPr>
            <a:stCxn id="26" idx="3"/>
            <a:endCxn id="2" idx="1"/>
          </p:cNvCxnSpPr>
          <p:nvPr/>
        </p:nvCxnSpPr>
        <p:spPr>
          <a:xfrm>
            <a:off x="6957780" y="2906400"/>
            <a:ext cx="169100" cy="0"/>
          </a:xfrm>
          <a:prstGeom prst="line">
            <a:avLst/>
          </a:prstGeom>
          <a:ln>
            <a:solidFill>
              <a:srgbClr val="F7AA5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直接连接符 9">
            <a:extLst>
              <a:ext uri="{FF2B5EF4-FFF2-40B4-BE49-F238E27FC236}">
                <a16:creationId xmlns:a16="http://schemas.microsoft.com/office/drawing/2014/main" id="{E671B0F8-4EB3-1F8A-06EB-35F88593DCA1}"/>
              </a:ext>
            </a:extLst>
          </p:cNvPr>
          <p:cNvCxnSpPr>
            <a:stCxn id="12" idx="3"/>
            <a:endCxn id="5" idx="1"/>
          </p:cNvCxnSpPr>
          <p:nvPr/>
        </p:nvCxnSpPr>
        <p:spPr>
          <a:xfrm>
            <a:off x="6957780" y="3170400"/>
            <a:ext cx="169100" cy="0"/>
          </a:xfrm>
          <a:prstGeom prst="line">
            <a:avLst/>
          </a:prstGeom>
          <a:ln>
            <a:solidFill>
              <a:srgbClr val="9966F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矩形: 圆角 2">
            <a:extLst>
              <a:ext uri="{FF2B5EF4-FFF2-40B4-BE49-F238E27FC236}">
                <a16:creationId xmlns:a16="http://schemas.microsoft.com/office/drawing/2014/main" id="{C3064634-CD22-075E-68B9-962F834B311B}"/>
              </a:ext>
            </a:extLst>
          </p:cNvPr>
          <p:cNvSpPr/>
          <p:nvPr/>
        </p:nvSpPr>
        <p:spPr>
          <a:xfrm>
            <a:off x="3927709" y="3179700"/>
            <a:ext cx="900000" cy="216000"/>
          </a:xfrm>
          <a:prstGeom prst="roundRect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Medium" panose="00000600000000000000" pitchFamily="2" charset="0"/>
              </a:rPr>
              <a:t>&lt;li&gt;</a:t>
            </a:r>
            <a:endParaRPr lang="zh-CN" altLang="en-US" sz="800">
              <a:latin typeface="Quicksand Medium" panose="00000600000000000000" pitchFamily="2" charset="0"/>
            </a:endParaRPr>
          </a:p>
        </p:txBody>
      </p:sp>
      <p:sp>
        <p:nvSpPr>
          <p:cNvPr id="4" name="矩形: 圆角 3">
            <a:extLst>
              <a:ext uri="{FF2B5EF4-FFF2-40B4-BE49-F238E27FC236}">
                <a16:creationId xmlns:a16="http://schemas.microsoft.com/office/drawing/2014/main" id="{D464FB6F-32E1-97B7-CAC2-14F5345557D4}"/>
              </a:ext>
            </a:extLst>
          </p:cNvPr>
          <p:cNvSpPr/>
          <p:nvPr/>
        </p:nvSpPr>
        <p:spPr>
          <a:xfrm>
            <a:off x="4988679" y="3429000"/>
            <a:ext cx="900000" cy="216000"/>
          </a:xfrm>
          <a:prstGeom prst="roundRect">
            <a:avLst/>
          </a:prstGeom>
          <a:solidFill>
            <a:srgbClr val="335BA3">
              <a:alpha val="89804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" panose="00000500000000000000" pitchFamily="2" charset="0"/>
              </a:rPr>
              <a:t>::after</a:t>
            </a:r>
            <a:endParaRPr lang="zh-CN" altLang="en-US" sz="800">
              <a:latin typeface="Quicksand" panose="00000500000000000000" pitchFamily="2" charset="0"/>
            </a:endParaRPr>
          </a:p>
        </p:txBody>
      </p:sp>
      <p:cxnSp>
        <p:nvCxnSpPr>
          <p:cNvPr id="6" name="连接符: 曲线 5">
            <a:extLst>
              <a:ext uri="{FF2B5EF4-FFF2-40B4-BE49-F238E27FC236}">
                <a16:creationId xmlns:a16="http://schemas.microsoft.com/office/drawing/2014/main" id="{A49DEFA1-8658-B2E8-502E-F97718CFD37A}"/>
              </a:ext>
            </a:extLst>
          </p:cNvPr>
          <p:cNvCxnSpPr>
            <a:cxnSpLocks/>
            <a:stCxn id="3" idx="3"/>
            <a:endCxn id="7" idx="1"/>
          </p:cNvCxnSpPr>
          <p:nvPr/>
        </p:nvCxnSpPr>
        <p:spPr>
          <a:xfrm flipV="1">
            <a:off x="4827709" y="3038400"/>
            <a:ext cx="160971" cy="249300"/>
          </a:xfrm>
          <a:prstGeom prst="curvedConnector3">
            <a:avLst/>
          </a:prstGeom>
          <a:ln>
            <a:solidFill>
              <a:srgbClr val="486CA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连接符: 曲线 12">
            <a:extLst>
              <a:ext uri="{FF2B5EF4-FFF2-40B4-BE49-F238E27FC236}">
                <a16:creationId xmlns:a16="http://schemas.microsoft.com/office/drawing/2014/main" id="{24C1CA78-5496-27AF-13AD-7BE3E7DD4AE2}"/>
              </a:ext>
            </a:extLst>
          </p:cNvPr>
          <p:cNvCxnSpPr>
            <a:cxnSpLocks/>
            <a:stCxn id="3" idx="3"/>
            <a:endCxn id="4" idx="1"/>
          </p:cNvCxnSpPr>
          <p:nvPr/>
        </p:nvCxnSpPr>
        <p:spPr>
          <a:xfrm>
            <a:off x="4827709" y="3287700"/>
            <a:ext cx="160970" cy="249300"/>
          </a:xfrm>
          <a:prstGeom prst="curvedConnector3">
            <a:avLst/>
          </a:prstGeom>
          <a:ln>
            <a:solidFill>
              <a:srgbClr val="486CA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82526478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A66E-600A-88EF-A518-DADE5F3B40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矩形: 圆角 5">
            <a:extLst>
              <a:ext uri="{FF2B5EF4-FFF2-40B4-BE49-F238E27FC236}">
                <a16:creationId xmlns:a16="http://schemas.microsoft.com/office/drawing/2014/main" id="{D57F20E4-ECAC-3C69-D946-92C688878A43}"/>
              </a:ext>
            </a:extLst>
          </p:cNvPr>
          <p:cNvSpPr/>
          <p:nvPr/>
        </p:nvSpPr>
        <p:spPr>
          <a:xfrm>
            <a:off x="3953609" y="1817217"/>
            <a:ext cx="1260000" cy="216000"/>
          </a:xfrm>
          <a:prstGeom prst="roundRect">
            <a:avLst/>
          </a:prstGeom>
          <a:solidFill>
            <a:srgbClr val="00BC7B"/>
          </a:solidFill>
          <a:ln w="6350">
            <a:solidFill>
              <a:srgbClr val="00BC7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solidFill>
                  <a:schemeClr val="bg1"/>
                </a:solidFill>
                <a:latin typeface="Quicksand" panose="00000500000000000000" pitchFamily="2" charset="0"/>
              </a:rPr>
              <a:t>Requirement Analysis</a:t>
            </a:r>
            <a:endParaRPr lang="zh-CN" altLang="en-US" sz="800">
              <a:solidFill>
                <a:schemeClr val="bg1"/>
              </a:solidFill>
              <a:latin typeface="Quicksand" panose="00000500000000000000" pitchFamily="2" charset="0"/>
            </a:endParaRPr>
          </a:p>
        </p:txBody>
      </p:sp>
      <p:sp>
        <p:nvSpPr>
          <p:cNvPr id="9" name="矩形: 圆角 8">
            <a:extLst>
              <a:ext uri="{FF2B5EF4-FFF2-40B4-BE49-F238E27FC236}">
                <a16:creationId xmlns:a16="http://schemas.microsoft.com/office/drawing/2014/main" id="{5597D093-6974-ED06-D730-7114EA069376}"/>
              </a:ext>
            </a:extLst>
          </p:cNvPr>
          <p:cNvSpPr/>
          <p:nvPr/>
        </p:nvSpPr>
        <p:spPr>
          <a:xfrm>
            <a:off x="3953609" y="2105368"/>
            <a:ext cx="1260000" cy="216000"/>
          </a:xfrm>
          <a:prstGeom prst="roundRect">
            <a:avLst/>
          </a:prstGeom>
          <a:solidFill>
            <a:srgbClr val="00BC7B">
              <a:alpha val="89804"/>
            </a:srgbClr>
          </a:solidFill>
          <a:ln w="6350">
            <a:solidFill>
              <a:srgbClr val="00BC7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solidFill>
                  <a:schemeClr val="bg1"/>
                </a:solidFill>
                <a:latin typeface="Quicksand" panose="00000500000000000000" pitchFamily="2" charset="0"/>
              </a:rPr>
              <a:t>Design</a:t>
            </a:r>
            <a:endParaRPr lang="zh-CN" altLang="en-US" sz="800">
              <a:solidFill>
                <a:schemeClr val="bg1"/>
              </a:solidFill>
              <a:latin typeface="Quicksand" panose="00000500000000000000" pitchFamily="2" charset="0"/>
            </a:endParaRPr>
          </a:p>
        </p:txBody>
      </p:sp>
      <p:sp>
        <p:nvSpPr>
          <p:cNvPr id="22" name="矩形: 圆角 21">
            <a:extLst>
              <a:ext uri="{FF2B5EF4-FFF2-40B4-BE49-F238E27FC236}">
                <a16:creationId xmlns:a16="http://schemas.microsoft.com/office/drawing/2014/main" id="{1361E683-1693-04EF-E70F-E35AA21CF2C3}"/>
              </a:ext>
            </a:extLst>
          </p:cNvPr>
          <p:cNvSpPr/>
          <p:nvPr/>
        </p:nvSpPr>
        <p:spPr>
          <a:xfrm>
            <a:off x="3953609" y="2393519"/>
            <a:ext cx="1260000" cy="216000"/>
          </a:xfrm>
          <a:prstGeom prst="roundRect">
            <a:avLst/>
          </a:prstGeom>
          <a:solidFill>
            <a:srgbClr val="00BC7B">
              <a:alpha val="80000"/>
            </a:srgbClr>
          </a:solidFill>
          <a:ln w="6350">
            <a:solidFill>
              <a:srgbClr val="00BC7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solidFill>
                  <a:schemeClr val="bg1"/>
                </a:solidFill>
                <a:latin typeface="Quicksand" panose="00000500000000000000" pitchFamily="2" charset="0"/>
              </a:rPr>
              <a:t>Implementation</a:t>
            </a:r>
            <a:endParaRPr lang="zh-CN" altLang="en-US" sz="800">
              <a:solidFill>
                <a:schemeClr val="bg1"/>
              </a:solidFill>
              <a:latin typeface="Quicksand" panose="00000500000000000000" pitchFamily="2" charset="0"/>
            </a:endParaRPr>
          </a:p>
        </p:txBody>
      </p:sp>
      <p:sp>
        <p:nvSpPr>
          <p:cNvPr id="24" name="矩形: 圆角 23">
            <a:extLst>
              <a:ext uri="{FF2B5EF4-FFF2-40B4-BE49-F238E27FC236}">
                <a16:creationId xmlns:a16="http://schemas.microsoft.com/office/drawing/2014/main" id="{36076773-2B44-CA3D-7678-FDF5C69A883C}"/>
              </a:ext>
            </a:extLst>
          </p:cNvPr>
          <p:cNvSpPr/>
          <p:nvPr/>
        </p:nvSpPr>
        <p:spPr>
          <a:xfrm>
            <a:off x="3953609" y="2681670"/>
            <a:ext cx="1260000" cy="216000"/>
          </a:xfrm>
          <a:prstGeom prst="roundRect">
            <a:avLst/>
          </a:prstGeom>
          <a:solidFill>
            <a:srgbClr val="00BC7B">
              <a:alpha val="69804"/>
            </a:srgbClr>
          </a:solidFill>
          <a:ln w="6350">
            <a:solidFill>
              <a:srgbClr val="00BC7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solidFill>
                  <a:schemeClr val="bg1"/>
                </a:solidFill>
                <a:latin typeface="Quicksand" panose="00000500000000000000" pitchFamily="2" charset="0"/>
              </a:rPr>
              <a:t>Registration</a:t>
            </a:r>
            <a:endParaRPr lang="zh-CN" altLang="en-US" sz="800">
              <a:solidFill>
                <a:schemeClr val="bg1"/>
              </a:solidFill>
              <a:latin typeface="Quicksand" panose="00000500000000000000" pitchFamily="2" charset="0"/>
            </a:endParaRPr>
          </a:p>
        </p:txBody>
      </p:sp>
      <p:sp>
        <p:nvSpPr>
          <p:cNvPr id="25" name="矩形: 圆角 24">
            <a:extLst>
              <a:ext uri="{FF2B5EF4-FFF2-40B4-BE49-F238E27FC236}">
                <a16:creationId xmlns:a16="http://schemas.microsoft.com/office/drawing/2014/main" id="{661091DA-005D-6AFD-E428-0A9DFA171857}"/>
              </a:ext>
            </a:extLst>
          </p:cNvPr>
          <p:cNvSpPr/>
          <p:nvPr/>
        </p:nvSpPr>
        <p:spPr>
          <a:xfrm>
            <a:off x="3953609" y="2969821"/>
            <a:ext cx="1260000" cy="216000"/>
          </a:xfrm>
          <a:prstGeom prst="roundRect">
            <a:avLst/>
          </a:prstGeom>
          <a:solidFill>
            <a:srgbClr val="00BC7B">
              <a:alpha val="60000"/>
            </a:srgbClr>
          </a:solidFill>
          <a:ln w="6350">
            <a:solidFill>
              <a:srgbClr val="00BC7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solidFill>
                  <a:schemeClr val="bg1"/>
                </a:solidFill>
                <a:latin typeface="Quicksand" panose="00000500000000000000" pitchFamily="2" charset="0"/>
              </a:rPr>
              <a:t>Usage</a:t>
            </a:r>
            <a:endParaRPr lang="zh-CN" altLang="en-US" sz="800">
              <a:solidFill>
                <a:schemeClr val="bg1"/>
              </a:solidFill>
              <a:latin typeface="Quicksand" panose="00000500000000000000" pitchFamily="2" charset="0"/>
            </a:endParaRPr>
          </a:p>
        </p:txBody>
      </p:sp>
      <p:sp>
        <p:nvSpPr>
          <p:cNvPr id="26" name="矩形: 圆角 25">
            <a:extLst>
              <a:ext uri="{FF2B5EF4-FFF2-40B4-BE49-F238E27FC236}">
                <a16:creationId xmlns:a16="http://schemas.microsoft.com/office/drawing/2014/main" id="{5CE0235D-565A-3452-E27C-103902C81866}"/>
              </a:ext>
            </a:extLst>
          </p:cNvPr>
          <p:cNvSpPr/>
          <p:nvPr/>
        </p:nvSpPr>
        <p:spPr>
          <a:xfrm>
            <a:off x="3953609" y="3257972"/>
            <a:ext cx="1260000" cy="216000"/>
          </a:xfrm>
          <a:prstGeom prst="roundRect">
            <a:avLst/>
          </a:prstGeom>
          <a:solidFill>
            <a:srgbClr val="00BC7B">
              <a:alpha val="50196"/>
            </a:srgbClr>
          </a:solidFill>
          <a:ln w="6350">
            <a:solidFill>
              <a:srgbClr val="00BC7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solidFill>
                  <a:schemeClr val="bg1"/>
                </a:solidFill>
                <a:latin typeface="Quicksand" panose="00000500000000000000" pitchFamily="2" charset="0"/>
              </a:rPr>
              <a:t>Testing</a:t>
            </a:r>
            <a:endParaRPr lang="zh-CN" altLang="en-US" sz="800">
              <a:solidFill>
                <a:schemeClr val="bg1"/>
              </a:solidFill>
              <a:latin typeface="Quicksand" panose="00000500000000000000" pitchFamily="2" charset="0"/>
            </a:endParaRPr>
          </a:p>
        </p:txBody>
      </p:sp>
      <p:sp>
        <p:nvSpPr>
          <p:cNvPr id="28" name="矩形: 圆角 27">
            <a:extLst>
              <a:ext uri="{FF2B5EF4-FFF2-40B4-BE49-F238E27FC236}">
                <a16:creationId xmlns:a16="http://schemas.microsoft.com/office/drawing/2014/main" id="{C9306ADC-F827-C894-8106-892A4AA114F9}"/>
              </a:ext>
            </a:extLst>
          </p:cNvPr>
          <p:cNvSpPr/>
          <p:nvPr/>
        </p:nvSpPr>
        <p:spPr>
          <a:xfrm>
            <a:off x="3953609" y="3546123"/>
            <a:ext cx="1260000" cy="216000"/>
          </a:xfrm>
          <a:prstGeom prst="roundRect">
            <a:avLst/>
          </a:prstGeom>
          <a:solidFill>
            <a:srgbClr val="00BC7B">
              <a:alpha val="40000"/>
            </a:srgbClr>
          </a:solidFill>
          <a:ln w="6350">
            <a:solidFill>
              <a:srgbClr val="00BC7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solidFill>
                  <a:schemeClr val="bg1"/>
                </a:solidFill>
                <a:latin typeface="Quicksand" panose="00000500000000000000" pitchFamily="2" charset="0"/>
              </a:rPr>
              <a:t>Optimization</a:t>
            </a:r>
            <a:endParaRPr lang="zh-CN" altLang="en-US" sz="800">
              <a:solidFill>
                <a:schemeClr val="bg1"/>
              </a:solidFill>
              <a:latin typeface="Quicksand" panose="00000500000000000000" pitchFamily="2" charset="0"/>
            </a:endParaRPr>
          </a:p>
        </p:txBody>
      </p:sp>
      <p:sp>
        <p:nvSpPr>
          <p:cNvPr id="29" name="矩形: 圆角 28">
            <a:extLst>
              <a:ext uri="{FF2B5EF4-FFF2-40B4-BE49-F238E27FC236}">
                <a16:creationId xmlns:a16="http://schemas.microsoft.com/office/drawing/2014/main" id="{358B77B1-B7DD-B732-DF56-A31D0F6B7361}"/>
              </a:ext>
            </a:extLst>
          </p:cNvPr>
          <p:cNvSpPr/>
          <p:nvPr/>
        </p:nvSpPr>
        <p:spPr>
          <a:xfrm>
            <a:off x="3953609" y="3834275"/>
            <a:ext cx="1260000" cy="216000"/>
          </a:xfrm>
          <a:prstGeom prst="roundRect">
            <a:avLst/>
          </a:prstGeom>
          <a:solidFill>
            <a:srgbClr val="00BC7B">
              <a:alpha val="30196"/>
            </a:srgbClr>
          </a:solidFill>
          <a:ln w="6350">
            <a:solidFill>
              <a:srgbClr val="00BC7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solidFill>
                  <a:schemeClr val="bg1"/>
                </a:solidFill>
                <a:latin typeface="Quicksand" panose="00000500000000000000" pitchFamily="2" charset="0"/>
              </a:rPr>
              <a:t>Documentation</a:t>
            </a:r>
            <a:endParaRPr lang="zh-CN" altLang="en-US" sz="800">
              <a:solidFill>
                <a:schemeClr val="bg1"/>
              </a:solidFill>
              <a:latin typeface="Quicksand" panose="000005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52071599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EAAA57-B553-5F1C-4D65-1E79FB976B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: 圆角 1">
            <a:extLst>
              <a:ext uri="{FF2B5EF4-FFF2-40B4-BE49-F238E27FC236}">
                <a16:creationId xmlns:a16="http://schemas.microsoft.com/office/drawing/2014/main" id="{7D4EA705-5174-8245-8002-349F657D0713}"/>
              </a:ext>
            </a:extLst>
          </p:cNvPr>
          <p:cNvSpPr/>
          <p:nvPr/>
        </p:nvSpPr>
        <p:spPr>
          <a:xfrm>
            <a:off x="2090611" y="2661218"/>
            <a:ext cx="1080000" cy="216000"/>
          </a:xfrm>
          <a:prstGeom prst="roundRect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  <a:ea typeface="微软雅黑" panose="020B0503020204020204" pitchFamily="34" charset="-122"/>
              </a:rPr>
              <a:t>Layout</a:t>
            </a:r>
            <a:endParaRPr lang="zh-CN" altLang="en-US" sz="800">
              <a:latin typeface="Quicksand Light" panose="00000400000000000000" pitchFamily="2" charset="0"/>
              <a:ea typeface="微软雅黑" panose="020B0503020204020204" pitchFamily="34" charset="-122"/>
            </a:endParaRPr>
          </a:p>
        </p:txBody>
      </p:sp>
      <p:sp>
        <p:nvSpPr>
          <p:cNvPr id="4" name="矩形: 圆角 3">
            <a:extLst>
              <a:ext uri="{FF2B5EF4-FFF2-40B4-BE49-F238E27FC236}">
                <a16:creationId xmlns:a16="http://schemas.microsoft.com/office/drawing/2014/main" id="{18F3B212-F555-E712-B5B8-41305619F497}"/>
              </a:ext>
            </a:extLst>
          </p:cNvPr>
          <p:cNvSpPr/>
          <p:nvPr/>
        </p:nvSpPr>
        <p:spPr>
          <a:xfrm>
            <a:off x="3406738" y="2075905"/>
            <a:ext cx="720000" cy="216000"/>
          </a:xfrm>
          <a:prstGeom prst="roundRect">
            <a:avLst/>
          </a:prstGeom>
          <a:solidFill>
            <a:srgbClr val="FA8231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position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sp>
        <p:nvSpPr>
          <p:cNvPr id="5" name="矩形: 圆角 4">
            <a:extLst>
              <a:ext uri="{FF2B5EF4-FFF2-40B4-BE49-F238E27FC236}">
                <a16:creationId xmlns:a16="http://schemas.microsoft.com/office/drawing/2014/main" id="{B67F1D8B-280F-2594-90A0-29B391D6D312}"/>
              </a:ext>
            </a:extLst>
          </p:cNvPr>
          <p:cNvSpPr/>
          <p:nvPr/>
        </p:nvSpPr>
        <p:spPr>
          <a:xfrm>
            <a:off x="3406738" y="3246531"/>
            <a:ext cx="720000" cy="216000"/>
          </a:xfrm>
          <a:prstGeom prst="roundRect">
            <a:avLst/>
          </a:prstGeom>
          <a:solidFill>
            <a:srgbClr val="EB3B5A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flex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sp>
        <p:nvSpPr>
          <p:cNvPr id="6" name="矩形: 圆角 5">
            <a:extLst>
              <a:ext uri="{FF2B5EF4-FFF2-40B4-BE49-F238E27FC236}">
                <a16:creationId xmlns:a16="http://schemas.microsoft.com/office/drawing/2014/main" id="{7020C692-61F4-4651-0309-79F4B0DD2BA7}"/>
              </a:ext>
            </a:extLst>
          </p:cNvPr>
          <p:cNvSpPr/>
          <p:nvPr/>
        </p:nvSpPr>
        <p:spPr>
          <a:xfrm>
            <a:off x="3406738" y="4159673"/>
            <a:ext cx="720000" cy="216000"/>
          </a:xfrm>
          <a:prstGeom prst="roundRect">
            <a:avLst/>
          </a:prstGeom>
          <a:solidFill>
            <a:srgbClr val="20BF6B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grid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sp>
        <p:nvSpPr>
          <p:cNvPr id="7" name="矩形: 圆角 6">
            <a:extLst>
              <a:ext uri="{FF2B5EF4-FFF2-40B4-BE49-F238E27FC236}">
                <a16:creationId xmlns:a16="http://schemas.microsoft.com/office/drawing/2014/main" id="{FF4957B6-3878-F6DF-0879-5C3A8577CFEA}"/>
              </a:ext>
            </a:extLst>
          </p:cNvPr>
          <p:cNvSpPr/>
          <p:nvPr/>
        </p:nvSpPr>
        <p:spPr>
          <a:xfrm>
            <a:off x="4239109" y="1950392"/>
            <a:ext cx="900000" cy="216000"/>
          </a:xfrm>
          <a:prstGeom prst="roundRect">
            <a:avLst/>
          </a:prstGeom>
          <a:solidFill>
            <a:srgbClr val="FA8231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absolute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sp>
        <p:nvSpPr>
          <p:cNvPr id="8" name="矩形: 圆角 7">
            <a:extLst>
              <a:ext uri="{FF2B5EF4-FFF2-40B4-BE49-F238E27FC236}">
                <a16:creationId xmlns:a16="http://schemas.microsoft.com/office/drawing/2014/main" id="{4E16E48C-B600-ABC4-2C20-6606AACD024D}"/>
              </a:ext>
            </a:extLst>
          </p:cNvPr>
          <p:cNvSpPr/>
          <p:nvPr/>
        </p:nvSpPr>
        <p:spPr>
          <a:xfrm>
            <a:off x="4239109" y="1699368"/>
            <a:ext cx="900000" cy="216000"/>
          </a:xfrm>
          <a:prstGeom prst="roundRect">
            <a:avLst/>
          </a:prstGeom>
          <a:solidFill>
            <a:srgbClr val="FA8231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relative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sp>
        <p:nvSpPr>
          <p:cNvPr id="10" name="矩形: 圆角 9">
            <a:extLst>
              <a:ext uri="{FF2B5EF4-FFF2-40B4-BE49-F238E27FC236}">
                <a16:creationId xmlns:a16="http://schemas.microsoft.com/office/drawing/2014/main" id="{4486B7F5-2E2E-EEBB-FAAE-2ACF160A479E}"/>
              </a:ext>
            </a:extLst>
          </p:cNvPr>
          <p:cNvSpPr/>
          <p:nvPr/>
        </p:nvSpPr>
        <p:spPr>
          <a:xfrm>
            <a:off x="4239109" y="3119562"/>
            <a:ext cx="900000" cy="216000"/>
          </a:xfrm>
          <a:prstGeom prst="roundRect">
            <a:avLst/>
          </a:prstGeom>
          <a:solidFill>
            <a:srgbClr val="EB3B5A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container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cxnSp>
        <p:nvCxnSpPr>
          <p:cNvPr id="14" name="连接符: 曲线 13">
            <a:extLst>
              <a:ext uri="{FF2B5EF4-FFF2-40B4-BE49-F238E27FC236}">
                <a16:creationId xmlns:a16="http://schemas.microsoft.com/office/drawing/2014/main" id="{F2A50E26-D48C-510E-3480-59C12B164901}"/>
              </a:ext>
            </a:extLst>
          </p:cNvPr>
          <p:cNvCxnSpPr>
            <a:stCxn id="2" idx="3"/>
            <a:endCxn id="5" idx="1"/>
          </p:cNvCxnSpPr>
          <p:nvPr/>
        </p:nvCxnSpPr>
        <p:spPr>
          <a:xfrm>
            <a:off x="3170611" y="2769218"/>
            <a:ext cx="236127" cy="585313"/>
          </a:xfrm>
          <a:prstGeom prst="curvedConnector3">
            <a:avLst/>
          </a:prstGeom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连接符: 曲线 14">
            <a:extLst>
              <a:ext uri="{FF2B5EF4-FFF2-40B4-BE49-F238E27FC236}">
                <a16:creationId xmlns:a16="http://schemas.microsoft.com/office/drawing/2014/main" id="{0385AD8A-C066-8ECA-A0E6-DBD92B1E646B}"/>
              </a:ext>
            </a:extLst>
          </p:cNvPr>
          <p:cNvCxnSpPr>
            <a:stCxn id="2" idx="3"/>
            <a:endCxn id="6" idx="1"/>
          </p:cNvCxnSpPr>
          <p:nvPr/>
        </p:nvCxnSpPr>
        <p:spPr>
          <a:xfrm>
            <a:off x="3170611" y="2769218"/>
            <a:ext cx="236127" cy="1498455"/>
          </a:xfrm>
          <a:prstGeom prst="curvedConnector3">
            <a:avLst/>
          </a:prstGeom>
          <a:ln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连接符: 曲线 15">
            <a:extLst>
              <a:ext uri="{FF2B5EF4-FFF2-40B4-BE49-F238E27FC236}">
                <a16:creationId xmlns:a16="http://schemas.microsoft.com/office/drawing/2014/main" id="{E9615C0A-1B10-A361-DA3B-398D4617E803}"/>
              </a:ext>
            </a:extLst>
          </p:cNvPr>
          <p:cNvCxnSpPr>
            <a:stCxn id="4" idx="1"/>
            <a:endCxn id="2" idx="3"/>
          </p:cNvCxnSpPr>
          <p:nvPr/>
        </p:nvCxnSpPr>
        <p:spPr>
          <a:xfrm rot="10800000" flipV="1">
            <a:off x="3170612" y="2183904"/>
            <a:ext cx="236127" cy="585313"/>
          </a:xfrm>
          <a:prstGeom prst="curvedConnector3">
            <a:avLst/>
          </a:prstGeom>
          <a:ln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连接符: 曲线 19">
            <a:extLst>
              <a:ext uri="{FF2B5EF4-FFF2-40B4-BE49-F238E27FC236}">
                <a16:creationId xmlns:a16="http://schemas.microsoft.com/office/drawing/2014/main" id="{7A52DFF8-6BD7-33B1-D329-8ABB045A4364}"/>
              </a:ext>
            </a:extLst>
          </p:cNvPr>
          <p:cNvCxnSpPr>
            <a:cxnSpLocks/>
            <a:stCxn id="58" idx="1"/>
            <a:endCxn id="5" idx="3"/>
          </p:cNvCxnSpPr>
          <p:nvPr/>
        </p:nvCxnSpPr>
        <p:spPr>
          <a:xfrm rot="10800000">
            <a:off x="4126739" y="3354532"/>
            <a:ext cx="112371" cy="126969"/>
          </a:xfrm>
          <a:prstGeom prst="curvedConnector3">
            <a:avLst/>
          </a:prstGeom>
          <a:ln>
            <a:solidFill>
              <a:srgbClr val="EB3B5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矩形: 圆角 22">
            <a:extLst>
              <a:ext uri="{FF2B5EF4-FFF2-40B4-BE49-F238E27FC236}">
                <a16:creationId xmlns:a16="http://schemas.microsoft.com/office/drawing/2014/main" id="{3E5197BF-0549-0222-6C0A-D724EC12BF46}"/>
              </a:ext>
            </a:extLst>
          </p:cNvPr>
          <p:cNvSpPr/>
          <p:nvPr/>
        </p:nvSpPr>
        <p:spPr>
          <a:xfrm>
            <a:off x="4239109" y="2201417"/>
            <a:ext cx="900000" cy="216000"/>
          </a:xfrm>
          <a:prstGeom prst="roundRect">
            <a:avLst/>
          </a:prstGeom>
          <a:solidFill>
            <a:srgbClr val="FA8231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fixed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sp>
        <p:nvSpPr>
          <p:cNvPr id="58" name="矩形: 圆角 57">
            <a:extLst>
              <a:ext uri="{FF2B5EF4-FFF2-40B4-BE49-F238E27FC236}">
                <a16:creationId xmlns:a16="http://schemas.microsoft.com/office/drawing/2014/main" id="{F45CE655-14AF-9AF2-7E1C-F50D79AA1DEA}"/>
              </a:ext>
            </a:extLst>
          </p:cNvPr>
          <p:cNvSpPr/>
          <p:nvPr/>
        </p:nvSpPr>
        <p:spPr>
          <a:xfrm>
            <a:off x="4239109" y="3373500"/>
            <a:ext cx="900000" cy="216000"/>
          </a:xfrm>
          <a:prstGeom prst="roundRect">
            <a:avLst/>
          </a:prstGeom>
          <a:solidFill>
            <a:srgbClr val="EB3B5A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item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sp>
        <p:nvSpPr>
          <p:cNvPr id="62" name="矩形: 圆角 61">
            <a:extLst>
              <a:ext uri="{FF2B5EF4-FFF2-40B4-BE49-F238E27FC236}">
                <a16:creationId xmlns:a16="http://schemas.microsoft.com/office/drawing/2014/main" id="{52B805A2-6475-FEF8-3EBE-F7C225261AB6}"/>
              </a:ext>
            </a:extLst>
          </p:cNvPr>
          <p:cNvSpPr/>
          <p:nvPr/>
        </p:nvSpPr>
        <p:spPr>
          <a:xfrm>
            <a:off x="4239109" y="4034413"/>
            <a:ext cx="900000" cy="216000"/>
          </a:xfrm>
          <a:prstGeom prst="roundRect">
            <a:avLst/>
          </a:prstGeom>
          <a:solidFill>
            <a:srgbClr val="20BF6B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container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sp>
        <p:nvSpPr>
          <p:cNvPr id="63" name="矩形: 圆角 62">
            <a:extLst>
              <a:ext uri="{FF2B5EF4-FFF2-40B4-BE49-F238E27FC236}">
                <a16:creationId xmlns:a16="http://schemas.microsoft.com/office/drawing/2014/main" id="{5D20FC7C-8293-188E-7DE6-2A941ACBB8F1}"/>
              </a:ext>
            </a:extLst>
          </p:cNvPr>
          <p:cNvSpPr/>
          <p:nvPr/>
        </p:nvSpPr>
        <p:spPr>
          <a:xfrm>
            <a:off x="4239109" y="4284933"/>
            <a:ext cx="900000" cy="216000"/>
          </a:xfrm>
          <a:prstGeom prst="roundRect">
            <a:avLst/>
          </a:prstGeom>
          <a:solidFill>
            <a:srgbClr val="20BF6B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item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cxnSp>
        <p:nvCxnSpPr>
          <p:cNvPr id="69" name="连接符: 曲线 68">
            <a:extLst>
              <a:ext uri="{FF2B5EF4-FFF2-40B4-BE49-F238E27FC236}">
                <a16:creationId xmlns:a16="http://schemas.microsoft.com/office/drawing/2014/main" id="{EA90F4B6-C0E2-89BC-3A98-6E136E0FAADC}"/>
              </a:ext>
            </a:extLst>
          </p:cNvPr>
          <p:cNvCxnSpPr>
            <a:cxnSpLocks/>
            <a:stCxn id="62" idx="1"/>
            <a:endCxn id="6" idx="3"/>
          </p:cNvCxnSpPr>
          <p:nvPr/>
        </p:nvCxnSpPr>
        <p:spPr>
          <a:xfrm rot="10800000" flipV="1">
            <a:off x="4126739" y="4142413"/>
            <a:ext cx="112371" cy="125260"/>
          </a:xfrm>
          <a:prstGeom prst="curvedConnector3">
            <a:avLst>
              <a:gd name="adj1" fmla="val 50000"/>
            </a:avLst>
          </a:prstGeom>
          <a:ln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1" name="连接符: 曲线 70">
            <a:extLst>
              <a:ext uri="{FF2B5EF4-FFF2-40B4-BE49-F238E27FC236}">
                <a16:creationId xmlns:a16="http://schemas.microsoft.com/office/drawing/2014/main" id="{59AED3F8-6E6C-BEAB-3537-82451B3301FB}"/>
              </a:ext>
            </a:extLst>
          </p:cNvPr>
          <p:cNvCxnSpPr>
            <a:cxnSpLocks/>
            <a:stCxn id="63" idx="1"/>
            <a:endCxn id="6" idx="3"/>
          </p:cNvCxnSpPr>
          <p:nvPr/>
        </p:nvCxnSpPr>
        <p:spPr>
          <a:xfrm rot="10800000">
            <a:off x="4126739" y="4267673"/>
            <a:ext cx="112371" cy="125260"/>
          </a:xfrm>
          <a:prstGeom prst="curvedConnector3">
            <a:avLst/>
          </a:prstGeom>
          <a:ln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5" name="连接符: 曲线 104">
            <a:extLst>
              <a:ext uri="{FF2B5EF4-FFF2-40B4-BE49-F238E27FC236}">
                <a16:creationId xmlns:a16="http://schemas.microsoft.com/office/drawing/2014/main" id="{A79BA916-6511-600B-13E2-031DA7AA0847}"/>
              </a:ext>
            </a:extLst>
          </p:cNvPr>
          <p:cNvCxnSpPr>
            <a:cxnSpLocks/>
            <a:stCxn id="10" idx="1"/>
            <a:endCxn id="5" idx="3"/>
          </p:cNvCxnSpPr>
          <p:nvPr/>
        </p:nvCxnSpPr>
        <p:spPr>
          <a:xfrm rot="10800000" flipV="1">
            <a:off x="4126739" y="3227561"/>
            <a:ext cx="112371" cy="126969"/>
          </a:xfrm>
          <a:prstGeom prst="curvedConnector3">
            <a:avLst>
              <a:gd name="adj1" fmla="val 50000"/>
            </a:avLst>
          </a:prstGeom>
          <a:ln>
            <a:solidFill>
              <a:srgbClr val="EB3B5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连接符: 曲线 44">
            <a:extLst>
              <a:ext uri="{FF2B5EF4-FFF2-40B4-BE49-F238E27FC236}">
                <a16:creationId xmlns:a16="http://schemas.microsoft.com/office/drawing/2014/main" id="{5B887BA2-DF6E-1C01-5B0A-327FBD21DB39}"/>
              </a:ext>
            </a:extLst>
          </p:cNvPr>
          <p:cNvCxnSpPr>
            <a:cxnSpLocks/>
            <a:stCxn id="8" idx="1"/>
            <a:endCxn id="4" idx="3"/>
          </p:cNvCxnSpPr>
          <p:nvPr/>
        </p:nvCxnSpPr>
        <p:spPr>
          <a:xfrm rot="10800000" flipV="1">
            <a:off x="4126739" y="1807367"/>
            <a:ext cx="112371" cy="376537"/>
          </a:xfrm>
          <a:prstGeom prst="curvedConnector3">
            <a:avLst>
              <a:gd name="adj1" fmla="val 50000"/>
            </a:avLst>
          </a:prstGeom>
          <a:ln>
            <a:solidFill>
              <a:srgbClr val="FA823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矩形: 圆角 8">
            <a:extLst>
              <a:ext uri="{FF2B5EF4-FFF2-40B4-BE49-F238E27FC236}">
                <a16:creationId xmlns:a16="http://schemas.microsoft.com/office/drawing/2014/main" id="{2A5BFD18-3F0A-0B88-9E93-D681631AD653}"/>
              </a:ext>
            </a:extLst>
          </p:cNvPr>
          <p:cNvSpPr/>
          <p:nvPr/>
        </p:nvSpPr>
        <p:spPr>
          <a:xfrm>
            <a:off x="3387785" y="1034132"/>
            <a:ext cx="720000" cy="216000"/>
          </a:xfrm>
          <a:prstGeom prst="roundRect">
            <a:avLst/>
          </a:prstGeom>
          <a:solidFill>
            <a:srgbClr val="3DC1D3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float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cxnSp>
        <p:nvCxnSpPr>
          <p:cNvPr id="11" name="连接符: 曲线 10">
            <a:extLst>
              <a:ext uri="{FF2B5EF4-FFF2-40B4-BE49-F238E27FC236}">
                <a16:creationId xmlns:a16="http://schemas.microsoft.com/office/drawing/2014/main" id="{12C1BC09-E865-098F-5BAE-63A7A32A9546}"/>
              </a:ext>
            </a:extLst>
          </p:cNvPr>
          <p:cNvCxnSpPr>
            <a:cxnSpLocks/>
            <a:stCxn id="2" idx="3"/>
            <a:endCxn id="9" idx="1"/>
          </p:cNvCxnSpPr>
          <p:nvPr/>
        </p:nvCxnSpPr>
        <p:spPr>
          <a:xfrm flipV="1">
            <a:off x="3170611" y="1142132"/>
            <a:ext cx="217174" cy="1627086"/>
          </a:xfrm>
          <a:prstGeom prst="curvedConnector3">
            <a:avLst>
              <a:gd name="adj1" fmla="val 50000"/>
            </a:avLst>
          </a:prstGeom>
          <a:ln>
            <a:solidFill>
              <a:srgbClr val="3DC1D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矩形: 圆角 27">
            <a:extLst>
              <a:ext uri="{FF2B5EF4-FFF2-40B4-BE49-F238E27FC236}">
                <a16:creationId xmlns:a16="http://schemas.microsoft.com/office/drawing/2014/main" id="{C0261F30-DBBF-5D93-5986-F9EE4CB1BA50}"/>
              </a:ext>
            </a:extLst>
          </p:cNvPr>
          <p:cNvSpPr/>
          <p:nvPr/>
        </p:nvSpPr>
        <p:spPr>
          <a:xfrm>
            <a:off x="1215806" y="2661218"/>
            <a:ext cx="720000" cy="216000"/>
          </a:xfrm>
          <a:prstGeom prst="roundRect">
            <a:avLst/>
          </a:prstGeom>
          <a:solidFill>
            <a:schemeClr val="bg2">
              <a:lumMod val="75000"/>
            </a:scheme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&lt;table&gt;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sp>
        <p:nvSpPr>
          <p:cNvPr id="36" name="矩形: 圆角 35">
            <a:extLst>
              <a:ext uri="{FF2B5EF4-FFF2-40B4-BE49-F238E27FC236}">
                <a16:creationId xmlns:a16="http://schemas.microsoft.com/office/drawing/2014/main" id="{BD9A8334-5C18-94A4-AFC5-0D74D84342A8}"/>
              </a:ext>
            </a:extLst>
          </p:cNvPr>
          <p:cNvSpPr/>
          <p:nvPr/>
        </p:nvSpPr>
        <p:spPr>
          <a:xfrm>
            <a:off x="4259333" y="908132"/>
            <a:ext cx="900000" cy="216000"/>
          </a:xfrm>
          <a:prstGeom prst="roundRect">
            <a:avLst/>
          </a:prstGeom>
          <a:solidFill>
            <a:srgbClr val="3DC1D3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left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sp>
        <p:nvSpPr>
          <p:cNvPr id="37" name="矩形: 圆角 36">
            <a:extLst>
              <a:ext uri="{FF2B5EF4-FFF2-40B4-BE49-F238E27FC236}">
                <a16:creationId xmlns:a16="http://schemas.microsoft.com/office/drawing/2014/main" id="{ACD804F7-FB58-7B00-5250-2702E2994115}"/>
              </a:ext>
            </a:extLst>
          </p:cNvPr>
          <p:cNvSpPr/>
          <p:nvPr/>
        </p:nvSpPr>
        <p:spPr>
          <a:xfrm>
            <a:off x="4259333" y="1160132"/>
            <a:ext cx="900000" cy="216000"/>
          </a:xfrm>
          <a:prstGeom prst="roundRect">
            <a:avLst/>
          </a:prstGeom>
          <a:solidFill>
            <a:srgbClr val="3DC1D3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right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cxnSp>
        <p:nvCxnSpPr>
          <p:cNvPr id="40" name="连接符: 曲线 39">
            <a:extLst>
              <a:ext uri="{FF2B5EF4-FFF2-40B4-BE49-F238E27FC236}">
                <a16:creationId xmlns:a16="http://schemas.microsoft.com/office/drawing/2014/main" id="{B6B9BBC4-CF09-0551-912F-B4C7FF077045}"/>
              </a:ext>
            </a:extLst>
          </p:cNvPr>
          <p:cNvCxnSpPr>
            <a:cxnSpLocks/>
            <a:stCxn id="36" idx="1"/>
            <a:endCxn id="9" idx="3"/>
          </p:cNvCxnSpPr>
          <p:nvPr/>
        </p:nvCxnSpPr>
        <p:spPr>
          <a:xfrm rot="10800000" flipV="1">
            <a:off x="4107785" y="1016132"/>
            <a:ext cx="151548" cy="126000"/>
          </a:xfrm>
          <a:prstGeom prst="curvedConnector3">
            <a:avLst>
              <a:gd name="adj1" fmla="val 50000"/>
            </a:avLst>
          </a:prstGeom>
          <a:ln>
            <a:solidFill>
              <a:srgbClr val="3DC1D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连接符: 曲线 42">
            <a:extLst>
              <a:ext uri="{FF2B5EF4-FFF2-40B4-BE49-F238E27FC236}">
                <a16:creationId xmlns:a16="http://schemas.microsoft.com/office/drawing/2014/main" id="{3AD679D9-CC1F-87F2-3A12-D9F7CDCA572D}"/>
              </a:ext>
            </a:extLst>
          </p:cNvPr>
          <p:cNvCxnSpPr>
            <a:cxnSpLocks/>
            <a:stCxn id="37" idx="1"/>
            <a:endCxn id="9" idx="3"/>
          </p:cNvCxnSpPr>
          <p:nvPr/>
        </p:nvCxnSpPr>
        <p:spPr>
          <a:xfrm rot="10800000">
            <a:off x="4107785" y="1142132"/>
            <a:ext cx="151548" cy="126000"/>
          </a:xfrm>
          <a:prstGeom prst="curvedConnector3">
            <a:avLst>
              <a:gd name="adj1" fmla="val 50000"/>
            </a:avLst>
          </a:prstGeom>
          <a:ln>
            <a:solidFill>
              <a:srgbClr val="3DC1D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矩形: 圆角 23">
            <a:extLst>
              <a:ext uri="{FF2B5EF4-FFF2-40B4-BE49-F238E27FC236}">
                <a16:creationId xmlns:a16="http://schemas.microsoft.com/office/drawing/2014/main" id="{0A9D18DF-9A6B-CD33-9AC4-6C23FB28C794}"/>
              </a:ext>
            </a:extLst>
          </p:cNvPr>
          <p:cNvSpPr/>
          <p:nvPr/>
        </p:nvSpPr>
        <p:spPr>
          <a:xfrm>
            <a:off x="4239109" y="2452637"/>
            <a:ext cx="900000" cy="216000"/>
          </a:xfrm>
          <a:prstGeom prst="roundRect">
            <a:avLst/>
          </a:prstGeom>
          <a:solidFill>
            <a:srgbClr val="FA8231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sticky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cxnSp>
        <p:nvCxnSpPr>
          <p:cNvPr id="25" name="连接符: 曲线 24">
            <a:extLst>
              <a:ext uri="{FF2B5EF4-FFF2-40B4-BE49-F238E27FC236}">
                <a16:creationId xmlns:a16="http://schemas.microsoft.com/office/drawing/2014/main" id="{93586063-DD3C-DF6A-2FA6-91892C24FB03}"/>
              </a:ext>
            </a:extLst>
          </p:cNvPr>
          <p:cNvCxnSpPr>
            <a:cxnSpLocks/>
            <a:stCxn id="4" idx="3"/>
            <a:endCxn id="24" idx="1"/>
          </p:cNvCxnSpPr>
          <p:nvPr/>
        </p:nvCxnSpPr>
        <p:spPr>
          <a:xfrm>
            <a:off x="4126738" y="2183905"/>
            <a:ext cx="112371" cy="376732"/>
          </a:xfrm>
          <a:prstGeom prst="curvedConnector3">
            <a:avLst>
              <a:gd name="adj1" fmla="val 50000"/>
            </a:avLst>
          </a:prstGeom>
          <a:ln>
            <a:solidFill>
              <a:srgbClr val="FA823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" name="直接连接符 65">
            <a:extLst>
              <a:ext uri="{FF2B5EF4-FFF2-40B4-BE49-F238E27FC236}">
                <a16:creationId xmlns:a16="http://schemas.microsoft.com/office/drawing/2014/main" id="{FFEEF4DE-E402-3583-6D8E-C4532D630FDC}"/>
              </a:ext>
            </a:extLst>
          </p:cNvPr>
          <p:cNvCxnSpPr>
            <a:stCxn id="28" idx="3"/>
            <a:endCxn id="2" idx="1"/>
          </p:cNvCxnSpPr>
          <p:nvPr/>
        </p:nvCxnSpPr>
        <p:spPr>
          <a:xfrm>
            <a:off x="1935806" y="2769218"/>
            <a:ext cx="154805" cy="0"/>
          </a:xfrm>
          <a:prstGeom prst="line">
            <a:avLst/>
          </a:prstGeom>
          <a:ln>
            <a:solidFill>
              <a:srgbClr val="AFABAB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25125747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DA24F8-E1BD-9189-C324-9C5F7116D5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: 圆角 1">
            <a:extLst>
              <a:ext uri="{FF2B5EF4-FFF2-40B4-BE49-F238E27FC236}">
                <a16:creationId xmlns:a16="http://schemas.microsoft.com/office/drawing/2014/main" id="{667D5E69-AA2E-FC32-F5B1-466612F9DAEA}"/>
              </a:ext>
            </a:extLst>
          </p:cNvPr>
          <p:cNvSpPr/>
          <p:nvPr/>
        </p:nvSpPr>
        <p:spPr>
          <a:xfrm>
            <a:off x="2090611" y="2642816"/>
            <a:ext cx="1080000" cy="216000"/>
          </a:xfrm>
          <a:prstGeom prst="roundRect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  <a:ea typeface="微软雅黑" panose="020B0503020204020204" pitchFamily="34" charset="-122"/>
              </a:rPr>
              <a:t>Layout</a:t>
            </a:r>
            <a:endParaRPr lang="zh-CN" altLang="en-US" sz="800">
              <a:latin typeface="Quicksand Light" panose="00000400000000000000" pitchFamily="2" charset="0"/>
              <a:ea typeface="微软雅黑" panose="020B0503020204020204" pitchFamily="34" charset="-122"/>
            </a:endParaRPr>
          </a:p>
        </p:txBody>
      </p:sp>
      <p:sp>
        <p:nvSpPr>
          <p:cNvPr id="4" name="矩形: 圆角 3">
            <a:extLst>
              <a:ext uri="{FF2B5EF4-FFF2-40B4-BE49-F238E27FC236}">
                <a16:creationId xmlns:a16="http://schemas.microsoft.com/office/drawing/2014/main" id="{67ABAD30-24EB-82E6-AF2D-59F60775339C}"/>
              </a:ext>
            </a:extLst>
          </p:cNvPr>
          <p:cNvSpPr/>
          <p:nvPr/>
        </p:nvSpPr>
        <p:spPr>
          <a:xfrm>
            <a:off x="3406738" y="1669505"/>
            <a:ext cx="720000" cy="216000"/>
          </a:xfrm>
          <a:prstGeom prst="roundRect">
            <a:avLst/>
          </a:prstGeom>
          <a:solidFill>
            <a:srgbClr val="FA8231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position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sp>
        <p:nvSpPr>
          <p:cNvPr id="5" name="矩形: 圆角 4">
            <a:extLst>
              <a:ext uri="{FF2B5EF4-FFF2-40B4-BE49-F238E27FC236}">
                <a16:creationId xmlns:a16="http://schemas.microsoft.com/office/drawing/2014/main" id="{8AA6A6D1-D7B3-992A-1FAD-9F693A49BEC6}"/>
              </a:ext>
            </a:extLst>
          </p:cNvPr>
          <p:cNvSpPr/>
          <p:nvPr/>
        </p:nvSpPr>
        <p:spPr>
          <a:xfrm>
            <a:off x="3406738" y="3616127"/>
            <a:ext cx="720000" cy="216000"/>
          </a:xfrm>
          <a:prstGeom prst="roundRect">
            <a:avLst/>
          </a:prstGeom>
          <a:solidFill>
            <a:srgbClr val="EB3B5A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flex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sp>
        <p:nvSpPr>
          <p:cNvPr id="6" name="矩形: 圆角 5">
            <a:extLst>
              <a:ext uri="{FF2B5EF4-FFF2-40B4-BE49-F238E27FC236}">
                <a16:creationId xmlns:a16="http://schemas.microsoft.com/office/drawing/2014/main" id="{6C42CB4E-5C44-7042-49A8-6E7C64C23FF1}"/>
              </a:ext>
            </a:extLst>
          </p:cNvPr>
          <p:cNvSpPr/>
          <p:nvPr/>
        </p:nvSpPr>
        <p:spPr>
          <a:xfrm>
            <a:off x="3406738" y="5639223"/>
            <a:ext cx="720000" cy="216000"/>
          </a:xfrm>
          <a:prstGeom prst="roundRect">
            <a:avLst/>
          </a:prstGeom>
          <a:solidFill>
            <a:srgbClr val="20BF6B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grid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sp>
        <p:nvSpPr>
          <p:cNvPr id="7" name="矩形: 圆角 6">
            <a:extLst>
              <a:ext uri="{FF2B5EF4-FFF2-40B4-BE49-F238E27FC236}">
                <a16:creationId xmlns:a16="http://schemas.microsoft.com/office/drawing/2014/main" id="{1B393F4E-D343-21EE-8EB7-F6279D93491C}"/>
              </a:ext>
            </a:extLst>
          </p:cNvPr>
          <p:cNvSpPr/>
          <p:nvPr/>
        </p:nvSpPr>
        <p:spPr>
          <a:xfrm>
            <a:off x="4239109" y="1543992"/>
            <a:ext cx="900000" cy="216000"/>
          </a:xfrm>
          <a:prstGeom prst="roundRect">
            <a:avLst/>
          </a:prstGeom>
          <a:solidFill>
            <a:srgbClr val="FA8231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absolute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sp>
        <p:nvSpPr>
          <p:cNvPr id="8" name="矩形: 圆角 7">
            <a:extLst>
              <a:ext uri="{FF2B5EF4-FFF2-40B4-BE49-F238E27FC236}">
                <a16:creationId xmlns:a16="http://schemas.microsoft.com/office/drawing/2014/main" id="{35EF32C5-5CD8-2361-E4BA-17E8BD8F84C4}"/>
              </a:ext>
            </a:extLst>
          </p:cNvPr>
          <p:cNvSpPr/>
          <p:nvPr/>
        </p:nvSpPr>
        <p:spPr>
          <a:xfrm>
            <a:off x="4239109" y="1292968"/>
            <a:ext cx="900000" cy="216000"/>
          </a:xfrm>
          <a:prstGeom prst="roundRect">
            <a:avLst/>
          </a:prstGeom>
          <a:solidFill>
            <a:srgbClr val="FA8231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relative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sp>
        <p:nvSpPr>
          <p:cNvPr id="10" name="矩形: 圆角 9">
            <a:extLst>
              <a:ext uri="{FF2B5EF4-FFF2-40B4-BE49-F238E27FC236}">
                <a16:creationId xmlns:a16="http://schemas.microsoft.com/office/drawing/2014/main" id="{46706059-CEF5-0406-0DE9-CE356B0DB39C}"/>
              </a:ext>
            </a:extLst>
          </p:cNvPr>
          <p:cNvSpPr/>
          <p:nvPr/>
        </p:nvSpPr>
        <p:spPr>
          <a:xfrm>
            <a:off x="4239109" y="3017962"/>
            <a:ext cx="900000" cy="216000"/>
          </a:xfrm>
          <a:prstGeom prst="roundRect">
            <a:avLst/>
          </a:prstGeom>
          <a:solidFill>
            <a:srgbClr val="EB3B5A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container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cxnSp>
        <p:nvCxnSpPr>
          <p:cNvPr id="14" name="连接符: 曲线 13">
            <a:extLst>
              <a:ext uri="{FF2B5EF4-FFF2-40B4-BE49-F238E27FC236}">
                <a16:creationId xmlns:a16="http://schemas.microsoft.com/office/drawing/2014/main" id="{790A38DE-9A2B-5F8D-ED2A-6B8A26FD3E39}"/>
              </a:ext>
            </a:extLst>
          </p:cNvPr>
          <p:cNvCxnSpPr>
            <a:cxnSpLocks/>
            <a:stCxn id="2" idx="3"/>
            <a:endCxn id="5" idx="1"/>
          </p:cNvCxnSpPr>
          <p:nvPr/>
        </p:nvCxnSpPr>
        <p:spPr>
          <a:xfrm>
            <a:off x="3170611" y="2750816"/>
            <a:ext cx="236127" cy="973311"/>
          </a:xfrm>
          <a:prstGeom prst="curvedConnector3">
            <a:avLst/>
          </a:prstGeom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连接符: 曲线 14">
            <a:extLst>
              <a:ext uri="{FF2B5EF4-FFF2-40B4-BE49-F238E27FC236}">
                <a16:creationId xmlns:a16="http://schemas.microsoft.com/office/drawing/2014/main" id="{535BF5A3-8481-B09F-E621-2DAEFDB577F2}"/>
              </a:ext>
            </a:extLst>
          </p:cNvPr>
          <p:cNvCxnSpPr>
            <a:cxnSpLocks/>
            <a:stCxn id="2" idx="3"/>
            <a:endCxn id="6" idx="1"/>
          </p:cNvCxnSpPr>
          <p:nvPr/>
        </p:nvCxnSpPr>
        <p:spPr>
          <a:xfrm>
            <a:off x="3170611" y="2750816"/>
            <a:ext cx="236127" cy="2996407"/>
          </a:xfrm>
          <a:prstGeom prst="curvedConnector3">
            <a:avLst/>
          </a:prstGeom>
          <a:ln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连接符: 曲线 15">
            <a:extLst>
              <a:ext uri="{FF2B5EF4-FFF2-40B4-BE49-F238E27FC236}">
                <a16:creationId xmlns:a16="http://schemas.microsoft.com/office/drawing/2014/main" id="{95B4C45D-2215-D351-EBD0-9C11C2A0EE8F}"/>
              </a:ext>
            </a:extLst>
          </p:cNvPr>
          <p:cNvCxnSpPr>
            <a:cxnSpLocks/>
            <a:stCxn id="4" idx="1"/>
            <a:endCxn id="2" idx="3"/>
          </p:cNvCxnSpPr>
          <p:nvPr/>
        </p:nvCxnSpPr>
        <p:spPr>
          <a:xfrm rot="10800000" flipV="1">
            <a:off x="3170612" y="1777504"/>
            <a:ext cx="236127" cy="973311"/>
          </a:xfrm>
          <a:prstGeom prst="curvedConnector3">
            <a:avLst/>
          </a:prstGeom>
          <a:ln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连接符: 曲线 19">
            <a:extLst>
              <a:ext uri="{FF2B5EF4-FFF2-40B4-BE49-F238E27FC236}">
                <a16:creationId xmlns:a16="http://schemas.microsoft.com/office/drawing/2014/main" id="{ED494AB0-430F-92D5-9EC0-4C90DF974118}"/>
              </a:ext>
            </a:extLst>
          </p:cNvPr>
          <p:cNvCxnSpPr>
            <a:cxnSpLocks/>
            <a:stCxn id="58" idx="1"/>
            <a:endCxn id="5" idx="3"/>
          </p:cNvCxnSpPr>
          <p:nvPr/>
        </p:nvCxnSpPr>
        <p:spPr>
          <a:xfrm rot="10800000">
            <a:off x="4126739" y="3724128"/>
            <a:ext cx="112371" cy="598165"/>
          </a:xfrm>
          <a:prstGeom prst="curvedConnector3">
            <a:avLst/>
          </a:prstGeom>
          <a:ln>
            <a:solidFill>
              <a:srgbClr val="EB3B5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矩形: 圆角 22">
            <a:extLst>
              <a:ext uri="{FF2B5EF4-FFF2-40B4-BE49-F238E27FC236}">
                <a16:creationId xmlns:a16="http://schemas.microsoft.com/office/drawing/2014/main" id="{454CE68F-1AD7-3B27-C278-53D0FBDE0973}"/>
              </a:ext>
            </a:extLst>
          </p:cNvPr>
          <p:cNvSpPr/>
          <p:nvPr/>
        </p:nvSpPr>
        <p:spPr>
          <a:xfrm>
            <a:off x="4239109" y="1795017"/>
            <a:ext cx="900000" cy="216000"/>
          </a:xfrm>
          <a:prstGeom prst="roundRect">
            <a:avLst/>
          </a:prstGeom>
          <a:solidFill>
            <a:srgbClr val="FA8231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fixed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sp>
        <p:nvSpPr>
          <p:cNvPr id="58" name="矩形: 圆角 57">
            <a:extLst>
              <a:ext uri="{FF2B5EF4-FFF2-40B4-BE49-F238E27FC236}">
                <a16:creationId xmlns:a16="http://schemas.microsoft.com/office/drawing/2014/main" id="{74C9951C-382C-0B59-1E2F-16537D777D39}"/>
              </a:ext>
            </a:extLst>
          </p:cNvPr>
          <p:cNvSpPr/>
          <p:nvPr/>
        </p:nvSpPr>
        <p:spPr>
          <a:xfrm>
            <a:off x="4239109" y="4214292"/>
            <a:ext cx="900000" cy="216000"/>
          </a:xfrm>
          <a:prstGeom prst="roundRect">
            <a:avLst/>
          </a:prstGeom>
          <a:solidFill>
            <a:srgbClr val="EB3B5A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item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sp>
        <p:nvSpPr>
          <p:cNvPr id="62" name="矩形: 圆角 61">
            <a:extLst>
              <a:ext uri="{FF2B5EF4-FFF2-40B4-BE49-F238E27FC236}">
                <a16:creationId xmlns:a16="http://schemas.microsoft.com/office/drawing/2014/main" id="{9392F884-1D99-06E6-073E-84586A266AE6}"/>
              </a:ext>
            </a:extLst>
          </p:cNvPr>
          <p:cNvSpPr/>
          <p:nvPr/>
        </p:nvSpPr>
        <p:spPr>
          <a:xfrm>
            <a:off x="4239109" y="5513963"/>
            <a:ext cx="900000" cy="216000"/>
          </a:xfrm>
          <a:prstGeom prst="roundRect">
            <a:avLst/>
          </a:prstGeom>
          <a:solidFill>
            <a:srgbClr val="20BF6B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container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sp>
        <p:nvSpPr>
          <p:cNvPr id="63" name="矩形: 圆角 62">
            <a:extLst>
              <a:ext uri="{FF2B5EF4-FFF2-40B4-BE49-F238E27FC236}">
                <a16:creationId xmlns:a16="http://schemas.microsoft.com/office/drawing/2014/main" id="{A917F5E3-9109-56D4-33BF-FB69E8ADD0D1}"/>
              </a:ext>
            </a:extLst>
          </p:cNvPr>
          <p:cNvSpPr/>
          <p:nvPr/>
        </p:nvSpPr>
        <p:spPr>
          <a:xfrm>
            <a:off x="4239109" y="5764483"/>
            <a:ext cx="900000" cy="216000"/>
          </a:xfrm>
          <a:prstGeom prst="roundRect">
            <a:avLst/>
          </a:prstGeom>
          <a:solidFill>
            <a:srgbClr val="20BF6B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item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cxnSp>
        <p:nvCxnSpPr>
          <p:cNvPr id="69" name="连接符: 曲线 68">
            <a:extLst>
              <a:ext uri="{FF2B5EF4-FFF2-40B4-BE49-F238E27FC236}">
                <a16:creationId xmlns:a16="http://schemas.microsoft.com/office/drawing/2014/main" id="{E3955310-D40B-9A50-04A8-3D315ACB8252}"/>
              </a:ext>
            </a:extLst>
          </p:cNvPr>
          <p:cNvCxnSpPr>
            <a:cxnSpLocks/>
            <a:stCxn id="62" idx="1"/>
            <a:endCxn id="6" idx="3"/>
          </p:cNvCxnSpPr>
          <p:nvPr/>
        </p:nvCxnSpPr>
        <p:spPr>
          <a:xfrm rot="10800000" flipV="1">
            <a:off x="4126739" y="5621963"/>
            <a:ext cx="112371" cy="125260"/>
          </a:xfrm>
          <a:prstGeom prst="curvedConnector3">
            <a:avLst>
              <a:gd name="adj1" fmla="val 50000"/>
            </a:avLst>
          </a:prstGeom>
          <a:ln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1" name="连接符: 曲线 70">
            <a:extLst>
              <a:ext uri="{FF2B5EF4-FFF2-40B4-BE49-F238E27FC236}">
                <a16:creationId xmlns:a16="http://schemas.microsoft.com/office/drawing/2014/main" id="{04BA7244-C215-E779-E744-80CFC8B32938}"/>
              </a:ext>
            </a:extLst>
          </p:cNvPr>
          <p:cNvCxnSpPr>
            <a:cxnSpLocks/>
            <a:stCxn id="63" idx="1"/>
            <a:endCxn id="6" idx="3"/>
          </p:cNvCxnSpPr>
          <p:nvPr/>
        </p:nvCxnSpPr>
        <p:spPr>
          <a:xfrm rot="10800000">
            <a:off x="4126739" y="5747223"/>
            <a:ext cx="112371" cy="125260"/>
          </a:xfrm>
          <a:prstGeom prst="curvedConnector3">
            <a:avLst/>
          </a:prstGeom>
          <a:ln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5" name="连接符: 曲线 104">
            <a:extLst>
              <a:ext uri="{FF2B5EF4-FFF2-40B4-BE49-F238E27FC236}">
                <a16:creationId xmlns:a16="http://schemas.microsoft.com/office/drawing/2014/main" id="{F1F59178-FEC1-F67E-09E0-8ADE07BA4BE8}"/>
              </a:ext>
            </a:extLst>
          </p:cNvPr>
          <p:cNvCxnSpPr>
            <a:cxnSpLocks/>
            <a:stCxn id="10" idx="1"/>
            <a:endCxn id="5" idx="3"/>
          </p:cNvCxnSpPr>
          <p:nvPr/>
        </p:nvCxnSpPr>
        <p:spPr>
          <a:xfrm rot="10800000" flipV="1">
            <a:off x="4126739" y="3125961"/>
            <a:ext cx="112371" cy="598165"/>
          </a:xfrm>
          <a:prstGeom prst="curvedConnector3">
            <a:avLst>
              <a:gd name="adj1" fmla="val 50000"/>
            </a:avLst>
          </a:prstGeom>
          <a:ln>
            <a:solidFill>
              <a:srgbClr val="EB3B5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连接符: 曲线 44">
            <a:extLst>
              <a:ext uri="{FF2B5EF4-FFF2-40B4-BE49-F238E27FC236}">
                <a16:creationId xmlns:a16="http://schemas.microsoft.com/office/drawing/2014/main" id="{8D0C0C64-A215-B478-822D-5B9D37BEED0F}"/>
              </a:ext>
            </a:extLst>
          </p:cNvPr>
          <p:cNvCxnSpPr>
            <a:cxnSpLocks/>
            <a:stCxn id="8" idx="1"/>
            <a:endCxn id="4" idx="3"/>
          </p:cNvCxnSpPr>
          <p:nvPr/>
        </p:nvCxnSpPr>
        <p:spPr>
          <a:xfrm rot="10800000" flipV="1">
            <a:off x="4126739" y="1400967"/>
            <a:ext cx="112371" cy="376537"/>
          </a:xfrm>
          <a:prstGeom prst="curvedConnector3">
            <a:avLst>
              <a:gd name="adj1" fmla="val 50000"/>
            </a:avLst>
          </a:prstGeom>
          <a:ln>
            <a:solidFill>
              <a:srgbClr val="FA823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矩形: 圆角 8">
            <a:extLst>
              <a:ext uri="{FF2B5EF4-FFF2-40B4-BE49-F238E27FC236}">
                <a16:creationId xmlns:a16="http://schemas.microsoft.com/office/drawing/2014/main" id="{861D15B4-1EF0-74EB-C00D-40E69113C461}"/>
              </a:ext>
            </a:extLst>
          </p:cNvPr>
          <p:cNvSpPr/>
          <p:nvPr/>
        </p:nvSpPr>
        <p:spPr>
          <a:xfrm>
            <a:off x="3387785" y="627732"/>
            <a:ext cx="720000" cy="216000"/>
          </a:xfrm>
          <a:prstGeom prst="roundRect">
            <a:avLst/>
          </a:prstGeom>
          <a:solidFill>
            <a:srgbClr val="3DC1D3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float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cxnSp>
        <p:nvCxnSpPr>
          <p:cNvPr id="11" name="连接符: 曲线 10">
            <a:extLst>
              <a:ext uri="{FF2B5EF4-FFF2-40B4-BE49-F238E27FC236}">
                <a16:creationId xmlns:a16="http://schemas.microsoft.com/office/drawing/2014/main" id="{E1639D91-96C2-1EA8-A787-5B43DB710761}"/>
              </a:ext>
            </a:extLst>
          </p:cNvPr>
          <p:cNvCxnSpPr>
            <a:cxnSpLocks/>
            <a:stCxn id="2" idx="3"/>
            <a:endCxn id="9" idx="1"/>
          </p:cNvCxnSpPr>
          <p:nvPr/>
        </p:nvCxnSpPr>
        <p:spPr>
          <a:xfrm flipV="1">
            <a:off x="3170611" y="735732"/>
            <a:ext cx="217174" cy="2015084"/>
          </a:xfrm>
          <a:prstGeom prst="curvedConnector3">
            <a:avLst>
              <a:gd name="adj1" fmla="val 50000"/>
            </a:avLst>
          </a:prstGeom>
          <a:ln>
            <a:solidFill>
              <a:srgbClr val="3DC1D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矩形: 圆角 27">
            <a:extLst>
              <a:ext uri="{FF2B5EF4-FFF2-40B4-BE49-F238E27FC236}">
                <a16:creationId xmlns:a16="http://schemas.microsoft.com/office/drawing/2014/main" id="{C820E203-3D93-2EA9-8908-FBE10695325D}"/>
              </a:ext>
            </a:extLst>
          </p:cNvPr>
          <p:cNvSpPr/>
          <p:nvPr/>
        </p:nvSpPr>
        <p:spPr>
          <a:xfrm>
            <a:off x="1215806" y="2642816"/>
            <a:ext cx="720000" cy="216000"/>
          </a:xfrm>
          <a:prstGeom prst="roundRect">
            <a:avLst/>
          </a:prstGeom>
          <a:solidFill>
            <a:schemeClr val="bg2">
              <a:lumMod val="75000"/>
            </a:scheme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&lt;table&gt;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sp>
        <p:nvSpPr>
          <p:cNvPr id="36" name="矩形: 圆角 35">
            <a:extLst>
              <a:ext uri="{FF2B5EF4-FFF2-40B4-BE49-F238E27FC236}">
                <a16:creationId xmlns:a16="http://schemas.microsoft.com/office/drawing/2014/main" id="{2C8E297E-9902-7EFB-E7B5-DED56A221B49}"/>
              </a:ext>
            </a:extLst>
          </p:cNvPr>
          <p:cNvSpPr/>
          <p:nvPr/>
        </p:nvSpPr>
        <p:spPr>
          <a:xfrm>
            <a:off x="4259333" y="501732"/>
            <a:ext cx="900000" cy="216000"/>
          </a:xfrm>
          <a:prstGeom prst="roundRect">
            <a:avLst/>
          </a:prstGeom>
          <a:solidFill>
            <a:srgbClr val="3DC1D3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left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sp>
        <p:nvSpPr>
          <p:cNvPr id="37" name="矩形: 圆角 36">
            <a:extLst>
              <a:ext uri="{FF2B5EF4-FFF2-40B4-BE49-F238E27FC236}">
                <a16:creationId xmlns:a16="http://schemas.microsoft.com/office/drawing/2014/main" id="{51D0028F-EC94-2526-F176-862BC2AE41D6}"/>
              </a:ext>
            </a:extLst>
          </p:cNvPr>
          <p:cNvSpPr/>
          <p:nvPr/>
        </p:nvSpPr>
        <p:spPr>
          <a:xfrm>
            <a:off x="4259333" y="753732"/>
            <a:ext cx="900000" cy="216000"/>
          </a:xfrm>
          <a:prstGeom prst="roundRect">
            <a:avLst/>
          </a:prstGeom>
          <a:solidFill>
            <a:srgbClr val="3DC1D3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right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sp>
        <p:nvSpPr>
          <p:cNvPr id="39" name="矩形: 圆角 38">
            <a:extLst>
              <a:ext uri="{FF2B5EF4-FFF2-40B4-BE49-F238E27FC236}">
                <a16:creationId xmlns:a16="http://schemas.microsoft.com/office/drawing/2014/main" id="{3CA0FFF3-D7B3-A46D-CED6-A015419A04C7}"/>
              </a:ext>
            </a:extLst>
          </p:cNvPr>
          <p:cNvSpPr/>
          <p:nvPr/>
        </p:nvSpPr>
        <p:spPr>
          <a:xfrm>
            <a:off x="5306324" y="375732"/>
            <a:ext cx="1260000" cy="720000"/>
          </a:xfrm>
          <a:prstGeom prst="roundRect">
            <a:avLst/>
          </a:prstGeom>
          <a:noFill/>
          <a:ln w="12700">
            <a:solidFill>
              <a:srgbClr val="3DC1D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8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.clear::after {</a:t>
            </a:r>
          </a:p>
          <a:p>
            <a:pPr algn="just"/>
            <a:r>
              <a:rPr lang="en-US" altLang="zh-CN" sz="8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    content: '';</a:t>
            </a:r>
          </a:p>
          <a:p>
            <a:pPr algn="just"/>
            <a:r>
              <a:rPr lang="en-US" altLang="zh-CN" sz="8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    display: block;</a:t>
            </a:r>
          </a:p>
          <a:p>
            <a:pPr algn="just"/>
            <a:r>
              <a:rPr lang="en-US" altLang="zh-CN" sz="8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    clear: both;</a:t>
            </a:r>
          </a:p>
          <a:p>
            <a:pPr algn="just"/>
            <a:r>
              <a:rPr lang="en-US" altLang="zh-CN" sz="8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}</a:t>
            </a:r>
            <a:endParaRPr lang="zh-CN" altLang="en-US" sz="80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cxnSp>
        <p:nvCxnSpPr>
          <p:cNvPr id="40" name="连接符: 曲线 39">
            <a:extLst>
              <a:ext uri="{FF2B5EF4-FFF2-40B4-BE49-F238E27FC236}">
                <a16:creationId xmlns:a16="http://schemas.microsoft.com/office/drawing/2014/main" id="{FB7AA72D-FFCB-BD68-906B-23E70E95D3EE}"/>
              </a:ext>
            </a:extLst>
          </p:cNvPr>
          <p:cNvCxnSpPr>
            <a:cxnSpLocks/>
            <a:stCxn id="36" idx="1"/>
            <a:endCxn id="9" idx="3"/>
          </p:cNvCxnSpPr>
          <p:nvPr/>
        </p:nvCxnSpPr>
        <p:spPr>
          <a:xfrm rot="10800000" flipV="1">
            <a:off x="4107785" y="609732"/>
            <a:ext cx="151548" cy="126000"/>
          </a:xfrm>
          <a:prstGeom prst="curvedConnector3">
            <a:avLst>
              <a:gd name="adj1" fmla="val 50000"/>
            </a:avLst>
          </a:prstGeom>
          <a:ln>
            <a:solidFill>
              <a:srgbClr val="3DC1D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连接符: 曲线 42">
            <a:extLst>
              <a:ext uri="{FF2B5EF4-FFF2-40B4-BE49-F238E27FC236}">
                <a16:creationId xmlns:a16="http://schemas.microsoft.com/office/drawing/2014/main" id="{94316C27-D904-2B7E-78AE-183533596ED1}"/>
              </a:ext>
            </a:extLst>
          </p:cNvPr>
          <p:cNvCxnSpPr>
            <a:cxnSpLocks/>
            <a:stCxn id="37" idx="1"/>
            <a:endCxn id="9" idx="3"/>
          </p:cNvCxnSpPr>
          <p:nvPr/>
        </p:nvCxnSpPr>
        <p:spPr>
          <a:xfrm rot="10800000">
            <a:off x="4107785" y="735732"/>
            <a:ext cx="151548" cy="126000"/>
          </a:xfrm>
          <a:prstGeom prst="curvedConnector3">
            <a:avLst>
              <a:gd name="adj1" fmla="val 50000"/>
            </a:avLst>
          </a:prstGeom>
          <a:ln>
            <a:solidFill>
              <a:srgbClr val="3DC1D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矩形: 圆角 23">
            <a:extLst>
              <a:ext uri="{FF2B5EF4-FFF2-40B4-BE49-F238E27FC236}">
                <a16:creationId xmlns:a16="http://schemas.microsoft.com/office/drawing/2014/main" id="{AF199458-83C1-EF95-A883-F817515A8F61}"/>
              </a:ext>
            </a:extLst>
          </p:cNvPr>
          <p:cNvSpPr/>
          <p:nvPr/>
        </p:nvSpPr>
        <p:spPr>
          <a:xfrm>
            <a:off x="4239109" y="2046237"/>
            <a:ext cx="900000" cy="216000"/>
          </a:xfrm>
          <a:prstGeom prst="roundRect">
            <a:avLst/>
          </a:prstGeom>
          <a:solidFill>
            <a:srgbClr val="FA8231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sticky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cxnSp>
        <p:nvCxnSpPr>
          <p:cNvPr id="25" name="连接符: 曲线 24">
            <a:extLst>
              <a:ext uri="{FF2B5EF4-FFF2-40B4-BE49-F238E27FC236}">
                <a16:creationId xmlns:a16="http://schemas.microsoft.com/office/drawing/2014/main" id="{6A82AC47-0A34-F22D-CB63-1001B28D59BB}"/>
              </a:ext>
            </a:extLst>
          </p:cNvPr>
          <p:cNvCxnSpPr>
            <a:cxnSpLocks/>
            <a:stCxn id="4" idx="3"/>
            <a:endCxn id="24" idx="1"/>
          </p:cNvCxnSpPr>
          <p:nvPr/>
        </p:nvCxnSpPr>
        <p:spPr>
          <a:xfrm>
            <a:off x="4126738" y="1777505"/>
            <a:ext cx="112371" cy="376732"/>
          </a:xfrm>
          <a:prstGeom prst="curvedConnector3">
            <a:avLst>
              <a:gd name="adj1" fmla="val 50000"/>
            </a:avLst>
          </a:prstGeom>
          <a:ln>
            <a:solidFill>
              <a:srgbClr val="FA823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矩形: 圆角 29">
            <a:extLst>
              <a:ext uri="{FF2B5EF4-FFF2-40B4-BE49-F238E27FC236}">
                <a16:creationId xmlns:a16="http://schemas.microsoft.com/office/drawing/2014/main" id="{B3CF9839-8CC9-3CA9-A81C-6244845B2B9D}"/>
              </a:ext>
            </a:extLst>
          </p:cNvPr>
          <p:cNvSpPr/>
          <p:nvPr/>
        </p:nvSpPr>
        <p:spPr>
          <a:xfrm>
            <a:off x="5255524" y="1669505"/>
            <a:ext cx="900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8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z-index</a:t>
            </a:r>
            <a:endParaRPr lang="zh-CN" altLang="en-US" sz="80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cxnSp>
        <p:nvCxnSpPr>
          <p:cNvPr id="31" name="连接符: 曲线 30">
            <a:extLst>
              <a:ext uri="{FF2B5EF4-FFF2-40B4-BE49-F238E27FC236}">
                <a16:creationId xmlns:a16="http://schemas.microsoft.com/office/drawing/2014/main" id="{B8648CF6-42FB-369B-2B6C-BC879631CFA8}"/>
              </a:ext>
            </a:extLst>
          </p:cNvPr>
          <p:cNvCxnSpPr>
            <a:cxnSpLocks/>
            <a:stCxn id="8" idx="3"/>
            <a:endCxn id="30" idx="1"/>
          </p:cNvCxnSpPr>
          <p:nvPr/>
        </p:nvCxnSpPr>
        <p:spPr>
          <a:xfrm>
            <a:off x="5139109" y="1400968"/>
            <a:ext cx="116415" cy="376537"/>
          </a:xfrm>
          <a:prstGeom prst="curvedConnector3">
            <a:avLst>
              <a:gd name="adj1" fmla="val 50000"/>
            </a:avLst>
          </a:prstGeom>
          <a:ln>
            <a:solidFill>
              <a:srgbClr val="FA823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连接符: 曲线 43">
            <a:extLst>
              <a:ext uri="{FF2B5EF4-FFF2-40B4-BE49-F238E27FC236}">
                <a16:creationId xmlns:a16="http://schemas.microsoft.com/office/drawing/2014/main" id="{D143F896-9E47-0144-A43A-F064BC94F769}"/>
              </a:ext>
            </a:extLst>
          </p:cNvPr>
          <p:cNvCxnSpPr>
            <a:cxnSpLocks/>
            <a:stCxn id="24" idx="3"/>
            <a:endCxn id="30" idx="1"/>
          </p:cNvCxnSpPr>
          <p:nvPr/>
        </p:nvCxnSpPr>
        <p:spPr>
          <a:xfrm flipV="1">
            <a:off x="5139109" y="1777505"/>
            <a:ext cx="116415" cy="376732"/>
          </a:xfrm>
          <a:prstGeom prst="curvedConnector3">
            <a:avLst>
              <a:gd name="adj1" fmla="val 50000"/>
            </a:avLst>
          </a:prstGeom>
          <a:ln>
            <a:solidFill>
              <a:srgbClr val="FA823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" name="直接连接符 65">
            <a:extLst>
              <a:ext uri="{FF2B5EF4-FFF2-40B4-BE49-F238E27FC236}">
                <a16:creationId xmlns:a16="http://schemas.microsoft.com/office/drawing/2014/main" id="{3AFF6F1D-82F0-A130-42F5-68BC54B1CD8B}"/>
              </a:ext>
            </a:extLst>
          </p:cNvPr>
          <p:cNvCxnSpPr>
            <a:cxnSpLocks/>
            <a:stCxn id="28" idx="3"/>
            <a:endCxn id="2" idx="1"/>
          </p:cNvCxnSpPr>
          <p:nvPr/>
        </p:nvCxnSpPr>
        <p:spPr>
          <a:xfrm>
            <a:off x="1935806" y="2750816"/>
            <a:ext cx="154805" cy="0"/>
          </a:xfrm>
          <a:prstGeom prst="line">
            <a:avLst/>
          </a:prstGeom>
          <a:ln>
            <a:solidFill>
              <a:srgbClr val="AFABAB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2" name="连接符: 曲线 71">
            <a:extLst>
              <a:ext uri="{FF2B5EF4-FFF2-40B4-BE49-F238E27FC236}">
                <a16:creationId xmlns:a16="http://schemas.microsoft.com/office/drawing/2014/main" id="{CD9B6E0C-9F75-365E-F8A8-85C4344BE035}"/>
              </a:ext>
            </a:extLst>
          </p:cNvPr>
          <p:cNvCxnSpPr>
            <a:cxnSpLocks/>
            <a:stCxn id="36" idx="3"/>
            <a:endCxn id="39" idx="1"/>
          </p:cNvCxnSpPr>
          <p:nvPr/>
        </p:nvCxnSpPr>
        <p:spPr>
          <a:xfrm>
            <a:off x="5159333" y="609732"/>
            <a:ext cx="146991" cy="126000"/>
          </a:xfrm>
          <a:prstGeom prst="curvedConnector3">
            <a:avLst>
              <a:gd name="adj1" fmla="val 50000"/>
            </a:avLst>
          </a:prstGeom>
          <a:ln>
            <a:solidFill>
              <a:srgbClr val="3DC1D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5" name="连接符: 曲线 74">
            <a:extLst>
              <a:ext uri="{FF2B5EF4-FFF2-40B4-BE49-F238E27FC236}">
                <a16:creationId xmlns:a16="http://schemas.microsoft.com/office/drawing/2014/main" id="{6D19163B-D2F5-8871-E03C-BE29DC738EBB}"/>
              </a:ext>
            </a:extLst>
          </p:cNvPr>
          <p:cNvCxnSpPr>
            <a:cxnSpLocks/>
            <a:stCxn id="37" idx="3"/>
            <a:endCxn id="39" idx="1"/>
          </p:cNvCxnSpPr>
          <p:nvPr/>
        </p:nvCxnSpPr>
        <p:spPr>
          <a:xfrm flipV="1">
            <a:off x="5159333" y="735732"/>
            <a:ext cx="146991" cy="126000"/>
          </a:xfrm>
          <a:prstGeom prst="curvedConnector3">
            <a:avLst>
              <a:gd name="adj1" fmla="val 50000"/>
            </a:avLst>
          </a:prstGeom>
          <a:ln>
            <a:solidFill>
              <a:srgbClr val="3DC1D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9" name="矩形: 圆角 78">
            <a:extLst>
              <a:ext uri="{FF2B5EF4-FFF2-40B4-BE49-F238E27FC236}">
                <a16:creationId xmlns:a16="http://schemas.microsoft.com/office/drawing/2014/main" id="{CCDD3B2A-467A-A3F5-2899-7C14090D296F}"/>
              </a:ext>
            </a:extLst>
          </p:cNvPr>
          <p:cNvSpPr/>
          <p:nvPr/>
        </p:nvSpPr>
        <p:spPr>
          <a:xfrm>
            <a:off x="5255524" y="2517898"/>
            <a:ext cx="900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8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flex-direction</a:t>
            </a:r>
            <a:endParaRPr lang="zh-CN" altLang="en-US" sz="80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sp>
        <p:nvSpPr>
          <p:cNvPr id="80" name="矩形: 圆角 79">
            <a:extLst>
              <a:ext uri="{FF2B5EF4-FFF2-40B4-BE49-F238E27FC236}">
                <a16:creationId xmlns:a16="http://schemas.microsoft.com/office/drawing/2014/main" id="{8C7F3F4D-0106-2336-F6B1-8A5F6FE264B5}"/>
              </a:ext>
            </a:extLst>
          </p:cNvPr>
          <p:cNvSpPr/>
          <p:nvPr/>
        </p:nvSpPr>
        <p:spPr>
          <a:xfrm>
            <a:off x="5255524" y="2769562"/>
            <a:ext cx="900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8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justify-content</a:t>
            </a:r>
            <a:endParaRPr lang="zh-CN" altLang="en-US" sz="80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sp>
        <p:nvSpPr>
          <p:cNvPr id="81" name="矩形: 圆角 80">
            <a:extLst>
              <a:ext uri="{FF2B5EF4-FFF2-40B4-BE49-F238E27FC236}">
                <a16:creationId xmlns:a16="http://schemas.microsoft.com/office/drawing/2014/main" id="{7FFF15F6-8DED-678E-4516-116F88EFEFC1}"/>
              </a:ext>
            </a:extLst>
          </p:cNvPr>
          <p:cNvSpPr/>
          <p:nvPr/>
        </p:nvSpPr>
        <p:spPr>
          <a:xfrm>
            <a:off x="5255524" y="3017962"/>
            <a:ext cx="900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8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align-items</a:t>
            </a:r>
            <a:endParaRPr lang="zh-CN" altLang="en-US" sz="80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sp>
        <p:nvSpPr>
          <p:cNvPr id="82" name="矩形: 圆角 81">
            <a:extLst>
              <a:ext uri="{FF2B5EF4-FFF2-40B4-BE49-F238E27FC236}">
                <a16:creationId xmlns:a16="http://schemas.microsoft.com/office/drawing/2014/main" id="{385115E1-35AF-7B3F-9B0C-0FED5EC97188}"/>
              </a:ext>
            </a:extLst>
          </p:cNvPr>
          <p:cNvSpPr/>
          <p:nvPr/>
        </p:nvSpPr>
        <p:spPr>
          <a:xfrm>
            <a:off x="5255524" y="3262762"/>
            <a:ext cx="900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8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flex-wrap</a:t>
            </a:r>
            <a:endParaRPr lang="zh-CN" altLang="en-US" sz="80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sp>
        <p:nvSpPr>
          <p:cNvPr id="83" name="矩形: 圆角 82">
            <a:extLst>
              <a:ext uri="{FF2B5EF4-FFF2-40B4-BE49-F238E27FC236}">
                <a16:creationId xmlns:a16="http://schemas.microsoft.com/office/drawing/2014/main" id="{98C1AB6B-3AEB-B12E-4601-AACDB8A84ABA}"/>
              </a:ext>
            </a:extLst>
          </p:cNvPr>
          <p:cNvSpPr/>
          <p:nvPr/>
        </p:nvSpPr>
        <p:spPr>
          <a:xfrm>
            <a:off x="5255524" y="3514762"/>
            <a:ext cx="900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8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gap</a:t>
            </a:r>
            <a:endParaRPr lang="zh-CN" altLang="en-US" sz="80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cxnSp>
        <p:nvCxnSpPr>
          <p:cNvPr id="84" name="连接符: 曲线 83">
            <a:extLst>
              <a:ext uri="{FF2B5EF4-FFF2-40B4-BE49-F238E27FC236}">
                <a16:creationId xmlns:a16="http://schemas.microsoft.com/office/drawing/2014/main" id="{FF8EA186-1DF7-FC73-CAB9-920EC48094D4}"/>
              </a:ext>
            </a:extLst>
          </p:cNvPr>
          <p:cNvCxnSpPr>
            <a:cxnSpLocks/>
            <a:stCxn id="79" idx="1"/>
            <a:endCxn id="10" idx="3"/>
          </p:cNvCxnSpPr>
          <p:nvPr/>
        </p:nvCxnSpPr>
        <p:spPr>
          <a:xfrm rot="10800000" flipV="1">
            <a:off x="5139110" y="2625898"/>
            <a:ext cx="116415" cy="500064"/>
          </a:xfrm>
          <a:prstGeom prst="curvedConnector3">
            <a:avLst>
              <a:gd name="adj1" fmla="val 50000"/>
            </a:avLst>
          </a:prstGeom>
          <a:ln>
            <a:solidFill>
              <a:srgbClr val="EB3B5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8" name="连接符: 曲线 87">
            <a:extLst>
              <a:ext uri="{FF2B5EF4-FFF2-40B4-BE49-F238E27FC236}">
                <a16:creationId xmlns:a16="http://schemas.microsoft.com/office/drawing/2014/main" id="{556E41C7-376D-225E-7226-3864909BE88F}"/>
              </a:ext>
            </a:extLst>
          </p:cNvPr>
          <p:cNvCxnSpPr>
            <a:cxnSpLocks/>
            <a:stCxn id="83" idx="1"/>
            <a:endCxn id="10" idx="3"/>
          </p:cNvCxnSpPr>
          <p:nvPr/>
        </p:nvCxnSpPr>
        <p:spPr>
          <a:xfrm rot="10800000">
            <a:off x="5139110" y="3125962"/>
            <a:ext cx="116415" cy="496800"/>
          </a:xfrm>
          <a:prstGeom prst="curvedConnector3">
            <a:avLst>
              <a:gd name="adj1" fmla="val 50000"/>
            </a:avLst>
          </a:prstGeom>
          <a:ln>
            <a:solidFill>
              <a:srgbClr val="EB3B5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1" name="矩形: 圆角 90">
            <a:extLst>
              <a:ext uri="{FF2B5EF4-FFF2-40B4-BE49-F238E27FC236}">
                <a16:creationId xmlns:a16="http://schemas.microsoft.com/office/drawing/2014/main" id="{C2FE5135-03AC-6E02-7A45-AE1490355D0E}"/>
              </a:ext>
            </a:extLst>
          </p:cNvPr>
          <p:cNvSpPr/>
          <p:nvPr/>
        </p:nvSpPr>
        <p:spPr>
          <a:xfrm>
            <a:off x="5255524" y="3838428"/>
            <a:ext cx="900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8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flex-basis</a:t>
            </a:r>
            <a:endParaRPr lang="zh-CN" altLang="en-US" sz="80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sp>
        <p:nvSpPr>
          <p:cNvPr id="92" name="矩形: 圆角 91">
            <a:extLst>
              <a:ext uri="{FF2B5EF4-FFF2-40B4-BE49-F238E27FC236}">
                <a16:creationId xmlns:a16="http://schemas.microsoft.com/office/drawing/2014/main" id="{52363A63-825D-F240-6EA0-B128399A9159}"/>
              </a:ext>
            </a:extLst>
          </p:cNvPr>
          <p:cNvSpPr/>
          <p:nvPr/>
        </p:nvSpPr>
        <p:spPr>
          <a:xfrm>
            <a:off x="5255524" y="4090092"/>
            <a:ext cx="900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8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flex-grow</a:t>
            </a:r>
            <a:endParaRPr lang="zh-CN" altLang="en-US" sz="80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sp>
        <p:nvSpPr>
          <p:cNvPr id="93" name="矩形: 圆角 92">
            <a:extLst>
              <a:ext uri="{FF2B5EF4-FFF2-40B4-BE49-F238E27FC236}">
                <a16:creationId xmlns:a16="http://schemas.microsoft.com/office/drawing/2014/main" id="{4CA7F7F6-E7D5-9DAD-DE36-4F5550246268}"/>
              </a:ext>
            </a:extLst>
          </p:cNvPr>
          <p:cNvSpPr/>
          <p:nvPr/>
        </p:nvSpPr>
        <p:spPr>
          <a:xfrm>
            <a:off x="5255524" y="4338492"/>
            <a:ext cx="900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8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flex-shrink</a:t>
            </a:r>
            <a:endParaRPr lang="zh-CN" altLang="en-US" sz="80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sp>
        <p:nvSpPr>
          <p:cNvPr id="94" name="矩形: 圆角 93">
            <a:extLst>
              <a:ext uri="{FF2B5EF4-FFF2-40B4-BE49-F238E27FC236}">
                <a16:creationId xmlns:a16="http://schemas.microsoft.com/office/drawing/2014/main" id="{B5CA0E07-097C-29F7-7997-8EF996EC89DA}"/>
              </a:ext>
            </a:extLst>
          </p:cNvPr>
          <p:cNvSpPr/>
          <p:nvPr/>
        </p:nvSpPr>
        <p:spPr>
          <a:xfrm>
            <a:off x="5255524" y="4583292"/>
            <a:ext cx="900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8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order</a:t>
            </a:r>
            <a:endParaRPr lang="zh-CN" altLang="en-US" sz="80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cxnSp>
        <p:nvCxnSpPr>
          <p:cNvPr id="96" name="连接符: 曲线 95">
            <a:extLst>
              <a:ext uri="{FF2B5EF4-FFF2-40B4-BE49-F238E27FC236}">
                <a16:creationId xmlns:a16="http://schemas.microsoft.com/office/drawing/2014/main" id="{15F772AA-ED96-A648-62C4-CAE545578DC1}"/>
              </a:ext>
            </a:extLst>
          </p:cNvPr>
          <p:cNvCxnSpPr>
            <a:cxnSpLocks/>
            <a:stCxn id="91" idx="1"/>
            <a:endCxn id="58" idx="3"/>
          </p:cNvCxnSpPr>
          <p:nvPr/>
        </p:nvCxnSpPr>
        <p:spPr>
          <a:xfrm rot="10800000" flipV="1">
            <a:off x="5139110" y="3946428"/>
            <a:ext cx="116415" cy="375864"/>
          </a:xfrm>
          <a:prstGeom prst="curvedConnector3">
            <a:avLst>
              <a:gd name="adj1" fmla="val 50000"/>
            </a:avLst>
          </a:prstGeom>
          <a:ln>
            <a:solidFill>
              <a:srgbClr val="EB3B5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9" name="连接符: 曲线 98">
            <a:extLst>
              <a:ext uri="{FF2B5EF4-FFF2-40B4-BE49-F238E27FC236}">
                <a16:creationId xmlns:a16="http://schemas.microsoft.com/office/drawing/2014/main" id="{BA98A774-9247-564E-74E9-DAA4A9BFA6AB}"/>
              </a:ext>
            </a:extLst>
          </p:cNvPr>
          <p:cNvCxnSpPr>
            <a:cxnSpLocks/>
            <a:stCxn id="94" idx="1"/>
            <a:endCxn id="58" idx="3"/>
          </p:cNvCxnSpPr>
          <p:nvPr/>
        </p:nvCxnSpPr>
        <p:spPr>
          <a:xfrm rot="10800000">
            <a:off x="5139110" y="4322292"/>
            <a:ext cx="116415" cy="369000"/>
          </a:xfrm>
          <a:prstGeom prst="curvedConnector3">
            <a:avLst>
              <a:gd name="adj1" fmla="val 50000"/>
            </a:avLst>
          </a:prstGeom>
          <a:ln>
            <a:solidFill>
              <a:srgbClr val="EB3B5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4" name="矩形: 圆角 103">
            <a:extLst>
              <a:ext uri="{FF2B5EF4-FFF2-40B4-BE49-F238E27FC236}">
                <a16:creationId xmlns:a16="http://schemas.microsoft.com/office/drawing/2014/main" id="{ADFDF415-2E45-7615-C710-A34E668FF872}"/>
              </a:ext>
            </a:extLst>
          </p:cNvPr>
          <p:cNvSpPr/>
          <p:nvPr/>
        </p:nvSpPr>
        <p:spPr>
          <a:xfrm>
            <a:off x="5255524" y="5127620"/>
            <a:ext cx="1440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8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grid-template-columns</a:t>
            </a:r>
            <a:endParaRPr lang="zh-CN" altLang="en-US" sz="80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sp>
        <p:nvSpPr>
          <p:cNvPr id="106" name="矩形: 圆角 105">
            <a:extLst>
              <a:ext uri="{FF2B5EF4-FFF2-40B4-BE49-F238E27FC236}">
                <a16:creationId xmlns:a16="http://schemas.microsoft.com/office/drawing/2014/main" id="{445B2E54-C1E9-4178-F708-1D4F19FA3239}"/>
              </a:ext>
            </a:extLst>
          </p:cNvPr>
          <p:cNvSpPr/>
          <p:nvPr/>
        </p:nvSpPr>
        <p:spPr>
          <a:xfrm>
            <a:off x="5255524" y="5379284"/>
            <a:ext cx="1440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8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grid-template-rows</a:t>
            </a:r>
            <a:endParaRPr lang="zh-CN" altLang="en-US" sz="80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sp>
        <p:nvSpPr>
          <p:cNvPr id="107" name="矩形: 圆角 106">
            <a:extLst>
              <a:ext uri="{FF2B5EF4-FFF2-40B4-BE49-F238E27FC236}">
                <a16:creationId xmlns:a16="http://schemas.microsoft.com/office/drawing/2014/main" id="{6D07C76A-000A-6148-C257-84637EECBD9B}"/>
              </a:ext>
            </a:extLst>
          </p:cNvPr>
          <p:cNvSpPr/>
          <p:nvPr/>
        </p:nvSpPr>
        <p:spPr>
          <a:xfrm>
            <a:off x="5255524" y="5627684"/>
            <a:ext cx="1440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8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grid-template-areas</a:t>
            </a:r>
            <a:endParaRPr lang="zh-CN" altLang="en-US" sz="80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sp>
        <p:nvSpPr>
          <p:cNvPr id="108" name="矩形: 圆角 107">
            <a:extLst>
              <a:ext uri="{FF2B5EF4-FFF2-40B4-BE49-F238E27FC236}">
                <a16:creationId xmlns:a16="http://schemas.microsoft.com/office/drawing/2014/main" id="{35D10F1B-4183-29FB-3543-DB9662DE3B23}"/>
              </a:ext>
            </a:extLst>
          </p:cNvPr>
          <p:cNvSpPr/>
          <p:nvPr/>
        </p:nvSpPr>
        <p:spPr>
          <a:xfrm>
            <a:off x="5255524" y="5872484"/>
            <a:ext cx="1440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8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order</a:t>
            </a:r>
            <a:endParaRPr lang="zh-CN" altLang="en-US" sz="80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7328840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: 圆角 1">
            <a:extLst>
              <a:ext uri="{FF2B5EF4-FFF2-40B4-BE49-F238E27FC236}">
                <a16:creationId xmlns:a16="http://schemas.microsoft.com/office/drawing/2014/main" id="{7B4ED021-0865-33C8-DDD1-E2284E485441}"/>
              </a:ext>
            </a:extLst>
          </p:cNvPr>
          <p:cNvSpPr/>
          <p:nvPr/>
        </p:nvSpPr>
        <p:spPr>
          <a:xfrm>
            <a:off x="3603322" y="2971648"/>
            <a:ext cx="540000" cy="216000"/>
          </a:xfrm>
          <a:prstGeom prst="roundRect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Array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sp>
        <p:nvSpPr>
          <p:cNvPr id="3" name="矩形: 圆角 2">
            <a:extLst>
              <a:ext uri="{FF2B5EF4-FFF2-40B4-BE49-F238E27FC236}">
                <a16:creationId xmlns:a16="http://schemas.microsoft.com/office/drawing/2014/main" id="{E1F53804-1978-3549-2A00-F2BEE89A5F08}"/>
              </a:ext>
            </a:extLst>
          </p:cNvPr>
          <p:cNvSpPr/>
          <p:nvPr/>
        </p:nvSpPr>
        <p:spPr>
          <a:xfrm>
            <a:off x="5205706" y="1568488"/>
            <a:ext cx="900000" cy="216000"/>
          </a:xfrm>
          <a:prstGeom prst="roundRect">
            <a:avLst/>
          </a:prstGeom>
          <a:solidFill>
            <a:srgbClr val="FA8231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properties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sp>
        <p:nvSpPr>
          <p:cNvPr id="4" name="矩形: 圆角 3">
            <a:extLst>
              <a:ext uri="{FF2B5EF4-FFF2-40B4-BE49-F238E27FC236}">
                <a16:creationId xmlns:a16="http://schemas.microsoft.com/office/drawing/2014/main" id="{1F9D61A7-6BE5-7501-7B6E-50DDFBFEC31E}"/>
              </a:ext>
            </a:extLst>
          </p:cNvPr>
          <p:cNvSpPr/>
          <p:nvPr/>
        </p:nvSpPr>
        <p:spPr>
          <a:xfrm>
            <a:off x="5205706" y="4931142"/>
            <a:ext cx="900000" cy="216000"/>
          </a:xfrm>
          <a:prstGeom prst="roundRect">
            <a:avLst/>
          </a:prstGeom>
          <a:solidFill>
            <a:srgbClr val="20BF6B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methods</a:t>
            </a:r>
            <a:endParaRPr lang="zh-CN" altLang="en-US" sz="800">
              <a:latin typeface="Quicksand" panose="00000500000000000000" pitchFamily="2" charset="0"/>
            </a:endParaRPr>
          </a:p>
        </p:txBody>
      </p:sp>
      <p:cxnSp>
        <p:nvCxnSpPr>
          <p:cNvPr id="6" name="连接符: 曲线 5">
            <a:extLst>
              <a:ext uri="{FF2B5EF4-FFF2-40B4-BE49-F238E27FC236}">
                <a16:creationId xmlns:a16="http://schemas.microsoft.com/office/drawing/2014/main" id="{8ADE194A-02E4-68D3-0947-04F857CE5FBB}"/>
              </a:ext>
            </a:extLst>
          </p:cNvPr>
          <p:cNvCxnSpPr>
            <a:cxnSpLocks/>
            <a:stCxn id="4" idx="1"/>
            <a:endCxn id="58" idx="3"/>
          </p:cNvCxnSpPr>
          <p:nvPr/>
        </p:nvCxnSpPr>
        <p:spPr>
          <a:xfrm rot="10800000">
            <a:off x="5031340" y="4029936"/>
            <a:ext cx="174367" cy="1009207"/>
          </a:xfrm>
          <a:prstGeom prst="curvedConnector3">
            <a:avLst>
              <a:gd name="adj1" fmla="val 50000"/>
            </a:avLst>
          </a:prstGeom>
          <a:ln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矩形: 圆角 8">
            <a:extLst>
              <a:ext uri="{FF2B5EF4-FFF2-40B4-BE49-F238E27FC236}">
                <a16:creationId xmlns:a16="http://schemas.microsoft.com/office/drawing/2014/main" id="{99B80305-9B15-D2EE-3DF1-CEE7D6394074}"/>
              </a:ext>
            </a:extLst>
          </p:cNvPr>
          <p:cNvSpPr/>
          <p:nvPr/>
        </p:nvSpPr>
        <p:spPr>
          <a:xfrm>
            <a:off x="6271524" y="3492809"/>
            <a:ext cx="720000" cy="216000"/>
          </a:xfrm>
          <a:prstGeom prst="roundRect">
            <a:avLst/>
          </a:prstGeom>
          <a:solidFill>
            <a:srgbClr val="20BF6B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" panose="00000500000000000000" pitchFamily="2" charset="0"/>
              </a:rPr>
              <a:t>Normal</a:t>
            </a:r>
            <a:endParaRPr lang="zh-CN" altLang="en-US" sz="800">
              <a:latin typeface="Quicksand" panose="00000500000000000000" pitchFamily="2" charset="0"/>
            </a:endParaRPr>
          </a:p>
        </p:txBody>
      </p:sp>
      <p:sp>
        <p:nvSpPr>
          <p:cNvPr id="10" name="矩形: 圆角 9">
            <a:extLst>
              <a:ext uri="{FF2B5EF4-FFF2-40B4-BE49-F238E27FC236}">
                <a16:creationId xmlns:a16="http://schemas.microsoft.com/office/drawing/2014/main" id="{782DC8B9-FD3F-F1F8-44EE-89DB48E293DE}"/>
              </a:ext>
            </a:extLst>
          </p:cNvPr>
          <p:cNvSpPr/>
          <p:nvPr/>
        </p:nvSpPr>
        <p:spPr>
          <a:xfrm>
            <a:off x="6271524" y="4567062"/>
            <a:ext cx="720000" cy="216000"/>
          </a:xfrm>
          <a:prstGeom prst="roundRect">
            <a:avLst/>
          </a:prstGeom>
          <a:solidFill>
            <a:srgbClr val="20BF6B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" panose="00000500000000000000" pitchFamily="2" charset="0"/>
              </a:rPr>
              <a:t>Iterator</a:t>
            </a:r>
            <a:endParaRPr lang="zh-CN" altLang="en-US" sz="800">
              <a:latin typeface="Quicksand" panose="00000500000000000000" pitchFamily="2" charset="0"/>
            </a:endParaRPr>
          </a:p>
        </p:txBody>
      </p:sp>
      <p:cxnSp>
        <p:nvCxnSpPr>
          <p:cNvPr id="28" name="连接符: 曲线 27">
            <a:extLst>
              <a:ext uri="{FF2B5EF4-FFF2-40B4-BE49-F238E27FC236}">
                <a16:creationId xmlns:a16="http://schemas.microsoft.com/office/drawing/2014/main" id="{3A6BBE73-4BE6-5B24-F2A7-73612F1CC1B0}"/>
              </a:ext>
            </a:extLst>
          </p:cNvPr>
          <p:cNvCxnSpPr>
            <a:cxnSpLocks/>
            <a:stCxn id="3" idx="1"/>
            <a:endCxn id="32" idx="3"/>
          </p:cNvCxnSpPr>
          <p:nvPr/>
        </p:nvCxnSpPr>
        <p:spPr>
          <a:xfrm rot="10800000" flipV="1">
            <a:off x="5031340" y="1676488"/>
            <a:ext cx="174367" cy="452874"/>
          </a:xfrm>
          <a:prstGeom prst="curvedConnector3">
            <a:avLst>
              <a:gd name="adj1" fmla="val 50000"/>
            </a:avLst>
          </a:prstGeom>
          <a:ln>
            <a:solidFill>
              <a:srgbClr val="FA823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矩形: 圆角 35">
            <a:extLst>
              <a:ext uri="{FF2B5EF4-FFF2-40B4-BE49-F238E27FC236}">
                <a16:creationId xmlns:a16="http://schemas.microsoft.com/office/drawing/2014/main" id="{5784A573-8A5F-3AB6-E006-03DCCD9AD2FD}"/>
              </a:ext>
            </a:extLst>
          </p:cNvPr>
          <p:cNvSpPr/>
          <p:nvPr/>
        </p:nvSpPr>
        <p:spPr>
          <a:xfrm>
            <a:off x="6271524" y="5238469"/>
            <a:ext cx="720000" cy="216000"/>
          </a:xfrm>
          <a:prstGeom prst="roundRect">
            <a:avLst/>
          </a:prstGeom>
          <a:solidFill>
            <a:srgbClr val="20BF6B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" panose="00000500000000000000" pitchFamily="2" charset="0"/>
              </a:rPr>
              <a:t>Subtotal</a:t>
            </a:r>
            <a:endParaRPr lang="zh-CN" altLang="en-US" sz="800">
              <a:latin typeface="Quicksand" panose="00000500000000000000" pitchFamily="2" charset="0"/>
            </a:endParaRPr>
          </a:p>
        </p:txBody>
      </p:sp>
      <p:sp>
        <p:nvSpPr>
          <p:cNvPr id="37" name="矩形: 圆角 36">
            <a:extLst>
              <a:ext uri="{FF2B5EF4-FFF2-40B4-BE49-F238E27FC236}">
                <a16:creationId xmlns:a16="http://schemas.microsoft.com/office/drawing/2014/main" id="{03E03E94-0B5A-158F-A4AF-89464ED65D83}"/>
              </a:ext>
            </a:extLst>
          </p:cNvPr>
          <p:cNvSpPr/>
          <p:nvPr/>
        </p:nvSpPr>
        <p:spPr>
          <a:xfrm>
            <a:off x="6271524" y="5507034"/>
            <a:ext cx="720000" cy="216000"/>
          </a:xfrm>
          <a:prstGeom prst="roundRect">
            <a:avLst/>
          </a:prstGeom>
          <a:solidFill>
            <a:srgbClr val="20BF6B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" panose="00000500000000000000" pitchFamily="2" charset="0"/>
              </a:rPr>
              <a:t>Sort</a:t>
            </a:r>
            <a:endParaRPr lang="zh-CN" altLang="en-US" sz="800">
              <a:latin typeface="Quicksand" panose="00000500000000000000" pitchFamily="2" charset="0"/>
            </a:endParaRPr>
          </a:p>
        </p:txBody>
      </p:sp>
      <p:cxnSp>
        <p:nvCxnSpPr>
          <p:cNvPr id="44" name="连接符: 曲线 43">
            <a:extLst>
              <a:ext uri="{FF2B5EF4-FFF2-40B4-BE49-F238E27FC236}">
                <a16:creationId xmlns:a16="http://schemas.microsoft.com/office/drawing/2014/main" id="{03E7BB68-66AE-0142-D985-87D40F381ABF}"/>
              </a:ext>
            </a:extLst>
          </p:cNvPr>
          <p:cNvCxnSpPr>
            <a:cxnSpLocks/>
            <a:stCxn id="37" idx="1"/>
            <a:endCxn id="4" idx="3"/>
          </p:cNvCxnSpPr>
          <p:nvPr/>
        </p:nvCxnSpPr>
        <p:spPr>
          <a:xfrm rot="10800000">
            <a:off x="6105706" y="5039142"/>
            <a:ext cx="165818" cy="575892"/>
          </a:xfrm>
          <a:prstGeom prst="curvedConnector3">
            <a:avLst>
              <a:gd name="adj1" fmla="val 50000"/>
            </a:avLst>
          </a:prstGeom>
          <a:ln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连接符: 曲线 44">
            <a:extLst>
              <a:ext uri="{FF2B5EF4-FFF2-40B4-BE49-F238E27FC236}">
                <a16:creationId xmlns:a16="http://schemas.microsoft.com/office/drawing/2014/main" id="{5D3F8CFE-DBCF-046F-664F-113FAF52BAEB}"/>
              </a:ext>
            </a:extLst>
          </p:cNvPr>
          <p:cNvCxnSpPr>
            <a:cxnSpLocks/>
            <a:stCxn id="9" idx="1"/>
            <a:endCxn id="4" idx="3"/>
          </p:cNvCxnSpPr>
          <p:nvPr/>
        </p:nvCxnSpPr>
        <p:spPr>
          <a:xfrm rot="10800000" flipV="1">
            <a:off x="6105706" y="3600808"/>
            <a:ext cx="165818" cy="1438333"/>
          </a:xfrm>
          <a:prstGeom prst="curvedConnector3">
            <a:avLst>
              <a:gd name="adj1" fmla="val 50000"/>
            </a:avLst>
          </a:prstGeom>
          <a:ln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矩形: 圆角 10">
            <a:extLst>
              <a:ext uri="{FF2B5EF4-FFF2-40B4-BE49-F238E27FC236}">
                <a16:creationId xmlns:a16="http://schemas.microsoft.com/office/drawing/2014/main" id="{F361CBBA-7A93-F9FB-0BDA-6ADB034B7718}"/>
              </a:ext>
            </a:extLst>
          </p:cNvPr>
          <p:cNvSpPr/>
          <p:nvPr/>
        </p:nvSpPr>
        <p:spPr>
          <a:xfrm>
            <a:off x="7160939" y="3089965"/>
            <a:ext cx="1080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800">
                <a:solidFill>
                  <a:sysClr val="windowText" lastClr="000000"/>
                </a:solidFill>
                <a:latin typeface="Quicksand" panose="00000500000000000000" pitchFamily="2" charset="0"/>
              </a:rPr>
              <a:t>push() unshift()</a:t>
            </a:r>
            <a:endParaRPr lang="zh-CN" altLang="en-US" sz="800">
              <a:solidFill>
                <a:sysClr val="windowText" lastClr="000000"/>
              </a:solidFill>
              <a:latin typeface="Quicksand" panose="00000500000000000000" pitchFamily="2" charset="0"/>
            </a:endParaRPr>
          </a:p>
        </p:txBody>
      </p:sp>
      <p:sp>
        <p:nvSpPr>
          <p:cNvPr id="12" name="矩形: 圆角 11">
            <a:extLst>
              <a:ext uri="{FF2B5EF4-FFF2-40B4-BE49-F238E27FC236}">
                <a16:creationId xmlns:a16="http://schemas.microsoft.com/office/drawing/2014/main" id="{F60B231C-BBD4-F1C3-C0D1-4C848E474DFD}"/>
              </a:ext>
            </a:extLst>
          </p:cNvPr>
          <p:cNvSpPr/>
          <p:nvPr/>
        </p:nvSpPr>
        <p:spPr>
          <a:xfrm>
            <a:off x="7160939" y="3358528"/>
            <a:ext cx="1080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800">
                <a:solidFill>
                  <a:sysClr val="windowText" lastClr="000000"/>
                </a:solidFill>
                <a:latin typeface="Quicksand" panose="00000500000000000000" pitchFamily="2" charset="0"/>
              </a:rPr>
              <a:t>pop() shift()</a:t>
            </a:r>
            <a:endParaRPr lang="zh-CN" altLang="en-US" sz="800">
              <a:solidFill>
                <a:sysClr val="windowText" lastClr="000000"/>
              </a:solidFill>
              <a:latin typeface="Quicksand" panose="00000500000000000000" pitchFamily="2" charset="0"/>
            </a:endParaRPr>
          </a:p>
        </p:txBody>
      </p:sp>
      <p:sp>
        <p:nvSpPr>
          <p:cNvPr id="13" name="矩形: 圆角 12">
            <a:extLst>
              <a:ext uri="{FF2B5EF4-FFF2-40B4-BE49-F238E27FC236}">
                <a16:creationId xmlns:a16="http://schemas.microsoft.com/office/drawing/2014/main" id="{85129B4E-713A-DFA9-D44D-5A41B199CDE7}"/>
              </a:ext>
            </a:extLst>
          </p:cNvPr>
          <p:cNvSpPr/>
          <p:nvPr/>
        </p:nvSpPr>
        <p:spPr>
          <a:xfrm>
            <a:off x="7160939" y="3627091"/>
            <a:ext cx="1080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800">
                <a:solidFill>
                  <a:sysClr val="windowText" lastClr="000000"/>
                </a:solidFill>
                <a:latin typeface="Quicksand" panose="00000500000000000000" pitchFamily="2" charset="0"/>
              </a:rPr>
              <a:t>join() concat()</a:t>
            </a:r>
            <a:endParaRPr lang="zh-CN" altLang="en-US" sz="800">
              <a:solidFill>
                <a:sysClr val="windowText" lastClr="000000"/>
              </a:solidFill>
              <a:latin typeface="Quicksand" panose="00000500000000000000" pitchFamily="2" charset="0"/>
            </a:endParaRPr>
          </a:p>
        </p:txBody>
      </p:sp>
      <p:sp>
        <p:nvSpPr>
          <p:cNvPr id="14" name="矩形: 圆角 13">
            <a:extLst>
              <a:ext uri="{FF2B5EF4-FFF2-40B4-BE49-F238E27FC236}">
                <a16:creationId xmlns:a16="http://schemas.microsoft.com/office/drawing/2014/main" id="{CB474EB0-114A-1BD7-2807-3C49B5F5FE9B}"/>
              </a:ext>
            </a:extLst>
          </p:cNvPr>
          <p:cNvSpPr/>
          <p:nvPr/>
        </p:nvSpPr>
        <p:spPr>
          <a:xfrm>
            <a:off x="7160939" y="3895654"/>
            <a:ext cx="1080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800">
                <a:solidFill>
                  <a:sysClr val="windowText" lastClr="000000"/>
                </a:solidFill>
                <a:latin typeface="Quicksand" panose="00000500000000000000" pitchFamily="2" charset="0"/>
              </a:rPr>
              <a:t>slice() splice()</a:t>
            </a:r>
            <a:endParaRPr lang="zh-CN" altLang="en-US" sz="800">
              <a:solidFill>
                <a:sysClr val="windowText" lastClr="000000"/>
              </a:solidFill>
              <a:latin typeface="Quicksand" panose="00000500000000000000" pitchFamily="2" charset="0"/>
            </a:endParaRPr>
          </a:p>
        </p:txBody>
      </p:sp>
      <p:cxnSp>
        <p:nvCxnSpPr>
          <p:cNvPr id="15" name="连接符: 曲线 14">
            <a:extLst>
              <a:ext uri="{FF2B5EF4-FFF2-40B4-BE49-F238E27FC236}">
                <a16:creationId xmlns:a16="http://schemas.microsoft.com/office/drawing/2014/main" id="{ECD4749A-1BA0-CEA7-CBDC-595133A87915}"/>
              </a:ext>
            </a:extLst>
          </p:cNvPr>
          <p:cNvCxnSpPr>
            <a:cxnSpLocks/>
            <a:stCxn id="11" idx="1"/>
            <a:endCxn id="9" idx="3"/>
          </p:cNvCxnSpPr>
          <p:nvPr/>
        </p:nvCxnSpPr>
        <p:spPr>
          <a:xfrm rot="10800000" flipV="1">
            <a:off x="6991525" y="3197965"/>
            <a:ext cx="169415" cy="402844"/>
          </a:xfrm>
          <a:prstGeom prst="curvedConnector3">
            <a:avLst>
              <a:gd name="adj1" fmla="val 50000"/>
            </a:avLst>
          </a:prstGeom>
          <a:ln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连接符: 曲线 17">
            <a:extLst>
              <a:ext uri="{FF2B5EF4-FFF2-40B4-BE49-F238E27FC236}">
                <a16:creationId xmlns:a16="http://schemas.microsoft.com/office/drawing/2014/main" id="{8C60F32B-47DC-8CC3-4A68-644C0673D502}"/>
              </a:ext>
            </a:extLst>
          </p:cNvPr>
          <p:cNvCxnSpPr>
            <a:cxnSpLocks/>
            <a:stCxn id="14" idx="1"/>
            <a:endCxn id="9" idx="3"/>
          </p:cNvCxnSpPr>
          <p:nvPr/>
        </p:nvCxnSpPr>
        <p:spPr>
          <a:xfrm rot="10800000">
            <a:off x="6991525" y="3600810"/>
            <a:ext cx="169415" cy="402845"/>
          </a:xfrm>
          <a:prstGeom prst="curvedConnector3">
            <a:avLst>
              <a:gd name="adj1" fmla="val 50000"/>
            </a:avLst>
          </a:prstGeom>
          <a:ln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矩形: 圆角 23">
            <a:extLst>
              <a:ext uri="{FF2B5EF4-FFF2-40B4-BE49-F238E27FC236}">
                <a16:creationId xmlns:a16="http://schemas.microsoft.com/office/drawing/2014/main" id="{508F08A0-78E2-316A-D402-DF73814964C6}"/>
              </a:ext>
            </a:extLst>
          </p:cNvPr>
          <p:cNvSpPr/>
          <p:nvPr/>
        </p:nvSpPr>
        <p:spPr>
          <a:xfrm>
            <a:off x="7160939" y="4164217"/>
            <a:ext cx="1080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800">
                <a:solidFill>
                  <a:sysClr val="windowText" lastClr="000000"/>
                </a:solidFill>
                <a:latin typeface="Quicksand" panose="00000500000000000000" pitchFamily="2" charset="0"/>
              </a:rPr>
              <a:t>forEach() map()</a:t>
            </a:r>
            <a:endParaRPr lang="zh-CN" altLang="en-US" sz="800">
              <a:solidFill>
                <a:sysClr val="windowText" lastClr="000000"/>
              </a:solidFill>
              <a:latin typeface="Quicksand" panose="00000500000000000000" pitchFamily="2" charset="0"/>
            </a:endParaRPr>
          </a:p>
        </p:txBody>
      </p:sp>
      <p:sp>
        <p:nvSpPr>
          <p:cNvPr id="26" name="矩形: 圆角 25">
            <a:extLst>
              <a:ext uri="{FF2B5EF4-FFF2-40B4-BE49-F238E27FC236}">
                <a16:creationId xmlns:a16="http://schemas.microsoft.com/office/drawing/2014/main" id="{73A0C3E9-D389-2B01-1893-420ADE43C5CE}"/>
              </a:ext>
            </a:extLst>
          </p:cNvPr>
          <p:cNvSpPr/>
          <p:nvPr/>
        </p:nvSpPr>
        <p:spPr>
          <a:xfrm>
            <a:off x="7160939" y="4432780"/>
            <a:ext cx="1080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800">
                <a:solidFill>
                  <a:sysClr val="windowText" lastClr="000000"/>
                </a:solidFill>
                <a:latin typeface="Quicksand" panose="00000500000000000000" pitchFamily="2" charset="0"/>
              </a:rPr>
              <a:t>some() every()</a:t>
            </a:r>
            <a:endParaRPr lang="zh-CN" altLang="en-US" sz="800">
              <a:solidFill>
                <a:sysClr val="windowText" lastClr="000000"/>
              </a:solidFill>
              <a:latin typeface="Quicksand" panose="00000500000000000000" pitchFamily="2" charset="0"/>
            </a:endParaRPr>
          </a:p>
        </p:txBody>
      </p:sp>
      <p:sp>
        <p:nvSpPr>
          <p:cNvPr id="27" name="矩形: 圆角 26">
            <a:extLst>
              <a:ext uri="{FF2B5EF4-FFF2-40B4-BE49-F238E27FC236}">
                <a16:creationId xmlns:a16="http://schemas.microsoft.com/office/drawing/2014/main" id="{3EB2613A-78D2-446B-E08E-63AF57F20029}"/>
              </a:ext>
            </a:extLst>
          </p:cNvPr>
          <p:cNvSpPr/>
          <p:nvPr/>
        </p:nvSpPr>
        <p:spPr>
          <a:xfrm>
            <a:off x="7160939" y="4701343"/>
            <a:ext cx="1080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800">
                <a:solidFill>
                  <a:sysClr val="windowText" lastClr="000000"/>
                </a:solidFill>
                <a:latin typeface="Quicksand" panose="00000500000000000000" pitchFamily="2" charset="0"/>
              </a:rPr>
              <a:t>filter()</a:t>
            </a:r>
            <a:endParaRPr lang="zh-CN" altLang="en-US" sz="800">
              <a:solidFill>
                <a:sysClr val="windowText" lastClr="000000"/>
              </a:solidFill>
              <a:latin typeface="Quicksand" panose="00000500000000000000" pitchFamily="2" charset="0"/>
            </a:endParaRPr>
          </a:p>
        </p:txBody>
      </p:sp>
      <p:sp>
        <p:nvSpPr>
          <p:cNvPr id="29" name="矩形: 圆角 28">
            <a:extLst>
              <a:ext uri="{FF2B5EF4-FFF2-40B4-BE49-F238E27FC236}">
                <a16:creationId xmlns:a16="http://schemas.microsoft.com/office/drawing/2014/main" id="{92136078-EB5F-134C-7B99-D85ADFDDC7E5}"/>
              </a:ext>
            </a:extLst>
          </p:cNvPr>
          <p:cNvSpPr/>
          <p:nvPr/>
        </p:nvSpPr>
        <p:spPr>
          <a:xfrm>
            <a:off x="7160939" y="4969906"/>
            <a:ext cx="1080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800">
                <a:solidFill>
                  <a:sysClr val="windowText" lastClr="000000"/>
                </a:solidFill>
                <a:latin typeface="Quicksand" panose="00000500000000000000" pitchFamily="2" charset="0"/>
              </a:rPr>
              <a:t>find() findIndex()</a:t>
            </a:r>
            <a:endParaRPr lang="zh-CN" altLang="en-US" sz="800">
              <a:solidFill>
                <a:sysClr val="windowText" lastClr="000000"/>
              </a:solidFill>
              <a:latin typeface="Quicksand" panose="00000500000000000000" pitchFamily="2" charset="0"/>
            </a:endParaRPr>
          </a:p>
        </p:txBody>
      </p:sp>
      <p:cxnSp>
        <p:nvCxnSpPr>
          <p:cNvPr id="30" name="连接符: 曲线 29">
            <a:extLst>
              <a:ext uri="{FF2B5EF4-FFF2-40B4-BE49-F238E27FC236}">
                <a16:creationId xmlns:a16="http://schemas.microsoft.com/office/drawing/2014/main" id="{677108C6-01FE-16EC-DE7F-531C4BC9EEBA}"/>
              </a:ext>
            </a:extLst>
          </p:cNvPr>
          <p:cNvCxnSpPr>
            <a:cxnSpLocks/>
            <a:stCxn id="24" idx="1"/>
            <a:endCxn id="10" idx="3"/>
          </p:cNvCxnSpPr>
          <p:nvPr/>
        </p:nvCxnSpPr>
        <p:spPr>
          <a:xfrm rot="10800000" flipV="1">
            <a:off x="6991525" y="4272216"/>
            <a:ext cx="169415" cy="402845"/>
          </a:xfrm>
          <a:prstGeom prst="curvedConnector3">
            <a:avLst>
              <a:gd name="adj1" fmla="val 50000"/>
            </a:avLst>
          </a:prstGeom>
          <a:ln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连接符: 曲线 30">
            <a:extLst>
              <a:ext uri="{FF2B5EF4-FFF2-40B4-BE49-F238E27FC236}">
                <a16:creationId xmlns:a16="http://schemas.microsoft.com/office/drawing/2014/main" id="{45ABE7D5-0100-A190-75A5-803385505FF0}"/>
              </a:ext>
            </a:extLst>
          </p:cNvPr>
          <p:cNvCxnSpPr>
            <a:cxnSpLocks/>
            <a:stCxn id="29" idx="1"/>
            <a:endCxn id="10" idx="3"/>
          </p:cNvCxnSpPr>
          <p:nvPr/>
        </p:nvCxnSpPr>
        <p:spPr>
          <a:xfrm rot="10800000">
            <a:off x="6991525" y="4675062"/>
            <a:ext cx="169415" cy="402844"/>
          </a:xfrm>
          <a:prstGeom prst="curvedConnector3">
            <a:avLst>
              <a:gd name="adj1" fmla="val 50000"/>
            </a:avLst>
          </a:prstGeom>
          <a:ln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连接符: 曲线 40">
            <a:extLst>
              <a:ext uri="{FF2B5EF4-FFF2-40B4-BE49-F238E27FC236}">
                <a16:creationId xmlns:a16="http://schemas.microsoft.com/office/drawing/2014/main" id="{D0FE560A-052C-272B-2F77-D574CD538209}"/>
              </a:ext>
            </a:extLst>
          </p:cNvPr>
          <p:cNvCxnSpPr>
            <a:cxnSpLocks/>
            <a:stCxn id="10" idx="1"/>
            <a:endCxn id="4" idx="3"/>
          </p:cNvCxnSpPr>
          <p:nvPr/>
        </p:nvCxnSpPr>
        <p:spPr>
          <a:xfrm rot="10800000" flipV="1">
            <a:off x="6105706" y="4675062"/>
            <a:ext cx="165818" cy="364080"/>
          </a:xfrm>
          <a:prstGeom prst="curvedConnector3">
            <a:avLst>
              <a:gd name="adj1" fmla="val 50000"/>
            </a:avLst>
          </a:prstGeom>
          <a:ln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6" name="矩形: 圆角 45">
            <a:extLst>
              <a:ext uri="{FF2B5EF4-FFF2-40B4-BE49-F238E27FC236}">
                <a16:creationId xmlns:a16="http://schemas.microsoft.com/office/drawing/2014/main" id="{191E5BA1-10DF-EDDB-22CE-238EF4C22252}"/>
              </a:ext>
            </a:extLst>
          </p:cNvPr>
          <p:cNvSpPr/>
          <p:nvPr/>
        </p:nvSpPr>
        <p:spPr>
          <a:xfrm>
            <a:off x="7160938" y="5238469"/>
            <a:ext cx="1367111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800">
                <a:solidFill>
                  <a:sysClr val="windowText" lastClr="000000"/>
                </a:solidFill>
                <a:latin typeface="Quicksand" panose="00000500000000000000" pitchFamily="2" charset="0"/>
              </a:rPr>
              <a:t>reduce() reduceRight()</a:t>
            </a:r>
            <a:endParaRPr lang="zh-CN" altLang="en-US" sz="800">
              <a:solidFill>
                <a:sysClr val="windowText" lastClr="000000"/>
              </a:solidFill>
              <a:latin typeface="Quicksand" panose="00000500000000000000" pitchFamily="2" charset="0"/>
            </a:endParaRPr>
          </a:p>
        </p:txBody>
      </p:sp>
      <p:sp>
        <p:nvSpPr>
          <p:cNvPr id="47" name="矩形: 圆角 46">
            <a:extLst>
              <a:ext uri="{FF2B5EF4-FFF2-40B4-BE49-F238E27FC236}">
                <a16:creationId xmlns:a16="http://schemas.microsoft.com/office/drawing/2014/main" id="{3949EF53-4625-E430-07C1-4C0ADF6139EF}"/>
              </a:ext>
            </a:extLst>
          </p:cNvPr>
          <p:cNvSpPr/>
          <p:nvPr/>
        </p:nvSpPr>
        <p:spPr>
          <a:xfrm>
            <a:off x="7160939" y="5337300"/>
            <a:ext cx="1080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endParaRPr lang="zh-CN" altLang="en-US" sz="800">
              <a:solidFill>
                <a:sysClr val="windowText" lastClr="000000"/>
              </a:solidFill>
              <a:latin typeface="Quicksand" panose="00000500000000000000" pitchFamily="2" charset="0"/>
            </a:endParaRPr>
          </a:p>
        </p:txBody>
      </p:sp>
      <p:sp>
        <p:nvSpPr>
          <p:cNvPr id="51" name="矩形: 圆角 50">
            <a:extLst>
              <a:ext uri="{FF2B5EF4-FFF2-40B4-BE49-F238E27FC236}">
                <a16:creationId xmlns:a16="http://schemas.microsoft.com/office/drawing/2014/main" id="{D0C39F3A-608A-61EE-66EA-A2C11F82B694}"/>
              </a:ext>
            </a:extLst>
          </p:cNvPr>
          <p:cNvSpPr/>
          <p:nvPr/>
        </p:nvSpPr>
        <p:spPr>
          <a:xfrm>
            <a:off x="7160939" y="5507034"/>
            <a:ext cx="1080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800">
                <a:solidFill>
                  <a:sysClr val="windowText" lastClr="000000"/>
                </a:solidFill>
                <a:latin typeface="Quicksand" panose="00000500000000000000" pitchFamily="2" charset="0"/>
              </a:rPr>
              <a:t>sort()</a:t>
            </a:r>
            <a:endParaRPr lang="zh-CN" altLang="en-US" sz="800">
              <a:solidFill>
                <a:sysClr val="windowText" lastClr="000000"/>
              </a:solidFill>
              <a:latin typeface="Quicksand" panose="00000500000000000000" pitchFamily="2" charset="0"/>
            </a:endParaRPr>
          </a:p>
        </p:txBody>
      </p:sp>
      <p:cxnSp>
        <p:nvCxnSpPr>
          <p:cNvPr id="52" name="连接符: 曲线 51">
            <a:extLst>
              <a:ext uri="{FF2B5EF4-FFF2-40B4-BE49-F238E27FC236}">
                <a16:creationId xmlns:a16="http://schemas.microsoft.com/office/drawing/2014/main" id="{7CADC9DC-FB7A-DF7C-87F1-32C18472BE8A}"/>
              </a:ext>
            </a:extLst>
          </p:cNvPr>
          <p:cNvCxnSpPr>
            <a:cxnSpLocks/>
            <a:stCxn id="36" idx="1"/>
            <a:endCxn id="4" idx="3"/>
          </p:cNvCxnSpPr>
          <p:nvPr/>
        </p:nvCxnSpPr>
        <p:spPr>
          <a:xfrm rot="10800000">
            <a:off x="6105706" y="5039143"/>
            <a:ext cx="165818" cy="307327"/>
          </a:xfrm>
          <a:prstGeom prst="curvedConnector3">
            <a:avLst>
              <a:gd name="adj1" fmla="val 50000"/>
            </a:avLst>
          </a:prstGeom>
          <a:ln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直接连接符 61">
            <a:extLst>
              <a:ext uri="{FF2B5EF4-FFF2-40B4-BE49-F238E27FC236}">
                <a16:creationId xmlns:a16="http://schemas.microsoft.com/office/drawing/2014/main" id="{3524A867-CF26-C91E-5F54-249666BEB6F9}"/>
              </a:ext>
            </a:extLst>
          </p:cNvPr>
          <p:cNvCxnSpPr>
            <a:stCxn id="37" idx="3"/>
            <a:endCxn id="51" idx="1"/>
          </p:cNvCxnSpPr>
          <p:nvPr/>
        </p:nvCxnSpPr>
        <p:spPr>
          <a:xfrm>
            <a:off x="6991524" y="5615034"/>
            <a:ext cx="169415" cy="0"/>
          </a:xfrm>
          <a:prstGeom prst="line">
            <a:avLst/>
          </a:prstGeom>
          <a:ln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" name="直接连接符 64">
            <a:extLst>
              <a:ext uri="{FF2B5EF4-FFF2-40B4-BE49-F238E27FC236}">
                <a16:creationId xmlns:a16="http://schemas.microsoft.com/office/drawing/2014/main" id="{FEA3AA0E-9D12-4381-DD33-93A31478C1B3}"/>
              </a:ext>
            </a:extLst>
          </p:cNvPr>
          <p:cNvCxnSpPr>
            <a:cxnSpLocks/>
            <a:stCxn id="36" idx="3"/>
            <a:endCxn id="46" idx="1"/>
          </p:cNvCxnSpPr>
          <p:nvPr/>
        </p:nvCxnSpPr>
        <p:spPr>
          <a:xfrm>
            <a:off x="6991524" y="5346469"/>
            <a:ext cx="169414" cy="0"/>
          </a:xfrm>
          <a:prstGeom prst="line">
            <a:avLst/>
          </a:prstGeom>
          <a:ln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2" name="直接连接符 71">
            <a:extLst>
              <a:ext uri="{FF2B5EF4-FFF2-40B4-BE49-F238E27FC236}">
                <a16:creationId xmlns:a16="http://schemas.microsoft.com/office/drawing/2014/main" id="{F008B86B-805F-0752-C005-4ED03CB4841F}"/>
              </a:ext>
            </a:extLst>
          </p:cNvPr>
          <p:cNvCxnSpPr>
            <a:cxnSpLocks/>
            <a:stCxn id="77" idx="1"/>
            <a:endCxn id="3" idx="3"/>
          </p:cNvCxnSpPr>
          <p:nvPr/>
        </p:nvCxnSpPr>
        <p:spPr>
          <a:xfrm flipH="1">
            <a:off x="6105706" y="1676488"/>
            <a:ext cx="165818" cy="0"/>
          </a:xfrm>
          <a:prstGeom prst="line">
            <a:avLst/>
          </a:prstGeom>
          <a:ln>
            <a:solidFill>
              <a:srgbClr val="FA823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矩形: 圆角 31">
            <a:extLst>
              <a:ext uri="{FF2B5EF4-FFF2-40B4-BE49-F238E27FC236}">
                <a16:creationId xmlns:a16="http://schemas.microsoft.com/office/drawing/2014/main" id="{245AABB2-FFDD-5B95-9B98-2E44393B5327}"/>
              </a:ext>
            </a:extLst>
          </p:cNvPr>
          <p:cNvSpPr/>
          <p:nvPr/>
        </p:nvSpPr>
        <p:spPr>
          <a:xfrm>
            <a:off x="4311339" y="2021362"/>
            <a:ext cx="720000" cy="216000"/>
          </a:xfrm>
          <a:prstGeom prst="roundRect">
            <a:avLst/>
          </a:prstGeom>
          <a:solidFill>
            <a:srgbClr val="FA8231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static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sp>
        <p:nvSpPr>
          <p:cNvPr id="39" name="矩形: 圆角 38">
            <a:extLst>
              <a:ext uri="{FF2B5EF4-FFF2-40B4-BE49-F238E27FC236}">
                <a16:creationId xmlns:a16="http://schemas.microsoft.com/office/drawing/2014/main" id="{A94CAA5A-352C-57E4-CFB8-40C44E1A0FA1}"/>
              </a:ext>
            </a:extLst>
          </p:cNvPr>
          <p:cNvSpPr/>
          <p:nvPr/>
        </p:nvSpPr>
        <p:spPr>
          <a:xfrm>
            <a:off x="5205706" y="2431787"/>
            <a:ext cx="900000" cy="216000"/>
          </a:xfrm>
          <a:prstGeom prst="roundRect">
            <a:avLst/>
          </a:prstGeom>
          <a:solidFill>
            <a:srgbClr val="FA8231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methods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cxnSp>
        <p:nvCxnSpPr>
          <p:cNvPr id="40" name="连接符: 曲线 39">
            <a:extLst>
              <a:ext uri="{FF2B5EF4-FFF2-40B4-BE49-F238E27FC236}">
                <a16:creationId xmlns:a16="http://schemas.microsoft.com/office/drawing/2014/main" id="{B5C2BBAB-EBC0-8C5C-0A75-EF3F79D37BD7}"/>
              </a:ext>
            </a:extLst>
          </p:cNvPr>
          <p:cNvCxnSpPr>
            <a:cxnSpLocks/>
            <a:stCxn id="32" idx="3"/>
            <a:endCxn id="39" idx="1"/>
          </p:cNvCxnSpPr>
          <p:nvPr/>
        </p:nvCxnSpPr>
        <p:spPr>
          <a:xfrm>
            <a:off x="5031339" y="2129362"/>
            <a:ext cx="174367" cy="410425"/>
          </a:xfrm>
          <a:prstGeom prst="curvedConnector3">
            <a:avLst>
              <a:gd name="adj1" fmla="val 50000"/>
            </a:avLst>
          </a:prstGeom>
          <a:ln>
            <a:solidFill>
              <a:srgbClr val="FA823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矩形: 圆角 47">
            <a:extLst>
              <a:ext uri="{FF2B5EF4-FFF2-40B4-BE49-F238E27FC236}">
                <a16:creationId xmlns:a16="http://schemas.microsoft.com/office/drawing/2014/main" id="{2D1CCAA0-AD3C-F2CA-1BD1-ABE880D6A2CC}"/>
              </a:ext>
            </a:extLst>
          </p:cNvPr>
          <p:cNvSpPr/>
          <p:nvPr/>
        </p:nvSpPr>
        <p:spPr>
          <a:xfrm>
            <a:off x="6271524" y="2285737"/>
            <a:ext cx="720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CN" sz="800">
                <a:solidFill>
                  <a:sysClr val="windowText" lastClr="000000"/>
                </a:solidFill>
                <a:latin typeface="Quicksand" panose="00000500000000000000" pitchFamily="2" charset="0"/>
              </a:rPr>
              <a:t>from()</a:t>
            </a:r>
            <a:endParaRPr lang="zh-CN" altLang="en-US" sz="800">
              <a:solidFill>
                <a:sysClr val="windowText" lastClr="000000"/>
              </a:solidFill>
              <a:latin typeface="Quicksand" panose="00000500000000000000" pitchFamily="2" charset="0"/>
            </a:endParaRPr>
          </a:p>
        </p:txBody>
      </p:sp>
      <p:sp>
        <p:nvSpPr>
          <p:cNvPr id="49" name="矩形: 圆角 48">
            <a:extLst>
              <a:ext uri="{FF2B5EF4-FFF2-40B4-BE49-F238E27FC236}">
                <a16:creationId xmlns:a16="http://schemas.microsoft.com/office/drawing/2014/main" id="{01BF7B91-C346-6ED2-DC17-73E38EA8984C}"/>
              </a:ext>
            </a:extLst>
          </p:cNvPr>
          <p:cNvSpPr/>
          <p:nvPr/>
        </p:nvSpPr>
        <p:spPr>
          <a:xfrm>
            <a:off x="6271524" y="2584187"/>
            <a:ext cx="720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CN" sz="800">
                <a:solidFill>
                  <a:sysClr val="windowText" lastClr="000000"/>
                </a:solidFill>
                <a:latin typeface="Quicksand" panose="00000500000000000000" pitchFamily="2" charset="0"/>
              </a:rPr>
              <a:t>isArray()</a:t>
            </a:r>
            <a:endParaRPr lang="zh-CN" altLang="en-US" sz="800">
              <a:solidFill>
                <a:sysClr val="windowText" lastClr="000000"/>
              </a:solidFill>
              <a:latin typeface="Quicksand" panose="00000500000000000000" pitchFamily="2" charset="0"/>
            </a:endParaRPr>
          </a:p>
        </p:txBody>
      </p:sp>
      <p:cxnSp>
        <p:nvCxnSpPr>
          <p:cNvPr id="50" name="连接符: 曲线 49">
            <a:extLst>
              <a:ext uri="{FF2B5EF4-FFF2-40B4-BE49-F238E27FC236}">
                <a16:creationId xmlns:a16="http://schemas.microsoft.com/office/drawing/2014/main" id="{A3C7C83C-FA9C-5080-5A45-81279A971B32}"/>
              </a:ext>
            </a:extLst>
          </p:cNvPr>
          <p:cNvCxnSpPr>
            <a:cxnSpLocks/>
            <a:stCxn id="49" idx="1"/>
            <a:endCxn id="39" idx="3"/>
          </p:cNvCxnSpPr>
          <p:nvPr/>
        </p:nvCxnSpPr>
        <p:spPr>
          <a:xfrm rot="10800000">
            <a:off x="6105706" y="2539787"/>
            <a:ext cx="165818" cy="152400"/>
          </a:xfrm>
          <a:prstGeom prst="curvedConnector3">
            <a:avLst>
              <a:gd name="adj1" fmla="val 50000"/>
            </a:avLst>
          </a:prstGeom>
          <a:ln>
            <a:solidFill>
              <a:srgbClr val="FA823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连接符: 曲线 54">
            <a:extLst>
              <a:ext uri="{FF2B5EF4-FFF2-40B4-BE49-F238E27FC236}">
                <a16:creationId xmlns:a16="http://schemas.microsoft.com/office/drawing/2014/main" id="{1022ADF4-B4DA-C841-DB76-45ED12B32E1A}"/>
              </a:ext>
            </a:extLst>
          </p:cNvPr>
          <p:cNvCxnSpPr>
            <a:cxnSpLocks/>
            <a:stCxn id="48" idx="1"/>
            <a:endCxn id="39" idx="3"/>
          </p:cNvCxnSpPr>
          <p:nvPr/>
        </p:nvCxnSpPr>
        <p:spPr>
          <a:xfrm rot="10800000" flipV="1">
            <a:off x="6105706" y="2393737"/>
            <a:ext cx="165818" cy="146050"/>
          </a:xfrm>
          <a:prstGeom prst="curvedConnector3">
            <a:avLst>
              <a:gd name="adj1" fmla="val 50000"/>
            </a:avLst>
          </a:prstGeom>
          <a:ln>
            <a:solidFill>
              <a:srgbClr val="FA823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8" name="矩形: 圆角 57">
            <a:extLst>
              <a:ext uri="{FF2B5EF4-FFF2-40B4-BE49-F238E27FC236}">
                <a16:creationId xmlns:a16="http://schemas.microsoft.com/office/drawing/2014/main" id="{609E8BED-A712-4ADC-E49A-2EB05EB413B0}"/>
              </a:ext>
            </a:extLst>
          </p:cNvPr>
          <p:cNvSpPr/>
          <p:nvPr/>
        </p:nvSpPr>
        <p:spPr>
          <a:xfrm>
            <a:off x="4311339" y="3921935"/>
            <a:ext cx="720000" cy="216000"/>
          </a:xfrm>
          <a:prstGeom prst="roundRect">
            <a:avLst/>
          </a:prstGeom>
          <a:solidFill>
            <a:srgbClr val="20BF6B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" panose="00000500000000000000" pitchFamily="2" charset="0"/>
              </a:rPr>
              <a:t>instance</a:t>
            </a:r>
            <a:endParaRPr lang="zh-CN" altLang="en-US" sz="800">
              <a:latin typeface="Quicksand" panose="00000500000000000000" pitchFamily="2" charset="0"/>
            </a:endParaRPr>
          </a:p>
        </p:txBody>
      </p:sp>
      <p:sp>
        <p:nvSpPr>
          <p:cNvPr id="66" name="矩形: 圆角 65">
            <a:extLst>
              <a:ext uri="{FF2B5EF4-FFF2-40B4-BE49-F238E27FC236}">
                <a16:creationId xmlns:a16="http://schemas.microsoft.com/office/drawing/2014/main" id="{7452F5DF-F19C-A2CC-1939-E1A7C640E6A7}"/>
              </a:ext>
            </a:extLst>
          </p:cNvPr>
          <p:cNvSpPr/>
          <p:nvPr/>
        </p:nvSpPr>
        <p:spPr>
          <a:xfrm>
            <a:off x="5205706" y="3089965"/>
            <a:ext cx="900000" cy="216000"/>
          </a:xfrm>
          <a:prstGeom prst="roundRect">
            <a:avLst/>
          </a:prstGeom>
          <a:solidFill>
            <a:srgbClr val="20BF6B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properties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cxnSp>
        <p:nvCxnSpPr>
          <p:cNvPr id="67" name="连接符: 曲线 66">
            <a:extLst>
              <a:ext uri="{FF2B5EF4-FFF2-40B4-BE49-F238E27FC236}">
                <a16:creationId xmlns:a16="http://schemas.microsoft.com/office/drawing/2014/main" id="{AD389F6D-312F-8B06-3E80-7D4DF80B04E4}"/>
              </a:ext>
            </a:extLst>
          </p:cNvPr>
          <p:cNvCxnSpPr>
            <a:cxnSpLocks/>
            <a:stCxn id="66" idx="1"/>
            <a:endCxn id="58" idx="3"/>
          </p:cNvCxnSpPr>
          <p:nvPr/>
        </p:nvCxnSpPr>
        <p:spPr>
          <a:xfrm rot="10800000" flipV="1">
            <a:off x="5031340" y="3197965"/>
            <a:ext cx="174367" cy="831970"/>
          </a:xfrm>
          <a:prstGeom prst="curvedConnector3">
            <a:avLst>
              <a:gd name="adj1" fmla="val 50000"/>
            </a:avLst>
          </a:prstGeom>
          <a:ln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0" name="矩形: 圆角 69">
            <a:extLst>
              <a:ext uri="{FF2B5EF4-FFF2-40B4-BE49-F238E27FC236}">
                <a16:creationId xmlns:a16="http://schemas.microsoft.com/office/drawing/2014/main" id="{831D289F-1FDB-145C-CED1-72A0553D985F}"/>
              </a:ext>
            </a:extLst>
          </p:cNvPr>
          <p:cNvSpPr/>
          <p:nvPr/>
        </p:nvSpPr>
        <p:spPr>
          <a:xfrm>
            <a:off x="6271524" y="3089965"/>
            <a:ext cx="720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800">
                <a:solidFill>
                  <a:sysClr val="windowText" lastClr="000000"/>
                </a:solidFill>
                <a:latin typeface="Quicksand" panose="00000500000000000000" pitchFamily="2" charset="0"/>
              </a:rPr>
              <a:t>lenghth</a:t>
            </a:r>
            <a:endParaRPr lang="zh-CN" altLang="en-US" sz="800">
              <a:solidFill>
                <a:sysClr val="windowText" lastClr="000000"/>
              </a:solidFill>
              <a:latin typeface="Quicksand" panose="00000500000000000000" pitchFamily="2" charset="0"/>
            </a:endParaRPr>
          </a:p>
        </p:txBody>
      </p:sp>
      <p:cxnSp>
        <p:nvCxnSpPr>
          <p:cNvPr id="71" name="直接连接符 70">
            <a:extLst>
              <a:ext uri="{FF2B5EF4-FFF2-40B4-BE49-F238E27FC236}">
                <a16:creationId xmlns:a16="http://schemas.microsoft.com/office/drawing/2014/main" id="{ACC48F50-D187-349A-2BAC-7ECD52D21D3B}"/>
              </a:ext>
            </a:extLst>
          </p:cNvPr>
          <p:cNvCxnSpPr>
            <a:cxnSpLocks/>
            <a:stCxn id="66" idx="3"/>
            <a:endCxn id="70" idx="1"/>
          </p:cNvCxnSpPr>
          <p:nvPr/>
        </p:nvCxnSpPr>
        <p:spPr>
          <a:xfrm>
            <a:off x="6105706" y="3197965"/>
            <a:ext cx="165818" cy="0"/>
          </a:xfrm>
          <a:prstGeom prst="line">
            <a:avLst/>
          </a:prstGeom>
          <a:ln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7" name="矩形: 圆角 76">
            <a:extLst>
              <a:ext uri="{FF2B5EF4-FFF2-40B4-BE49-F238E27FC236}">
                <a16:creationId xmlns:a16="http://schemas.microsoft.com/office/drawing/2014/main" id="{B7AA2A7F-EB37-9026-4CC7-F28DD7B9F0F1}"/>
              </a:ext>
            </a:extLst>
          </p:cNvPr>
          <p:cNvSpPr/>
          <p:nvPr/>
        </p:nvSpPr>
        <p:spPr>
          <a:xfrm>
            <a:off x="6271524" y="1568488"/>
            <a:ext cx="720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CN" sz="800">
                <a:solidFill>
                  <a:sysClr val="windowText" lastClr="000000"/>
                </a:solidFill>
                <a:latin typeface="Quicksand" panose="00000500000000000000" pitchFamily="2" charset="0"/>
              </a:rPr>
              <a:t>Array</a:t>
            </a:r>
            <a:endParaRPr lang="zh-CN" altLang="en-US" sz="800">
              <a:solidFill>
                <a:sysClr val="windowText" lastClr="000000"/>
              </a:solidFill>
              <a:latin typeface="Quicksand" panose="00000500000000000000" pitchFamily="2" charset="0"/>
            </a:endParaRPr>
          </a:p>
        </p:txBody>
      </p:sp>
      <p:cxnSp>
        <p:nvCxnSpPr>
          <p:cNvPr id="85" name="连接符: 曲线 84">
            <a:extLst>
              <a:ext uri="{FF2B5EF4-FFF2-40B4-BE49-F238E27FC236}">
                <a16:creationId xmlns:a16="http://schemas.microsoft.com/office/drawing/2014/main" id="{79AC8A27-84AF-3635-942F-D5185D355146}"/>
              </a:ext>
            </a:extLst>
          </p:cNvPr>
          <p:cNvCxnSpPr>
            <a:cxnSpLocks/>
            <a:stCxn id="32" idx="1"/>
            <a:endCxn id="2" idx="3"/>
          </p:cNvCxnSpPr>
          <p:nvPr/>
        </p:nvCxnSpPr>
        <p:spPr>
          <a:xfrm rot="10800000" flipV="1">
            <a:off x="4143323" y="2129362"/>
            <a:ext cx="168017" cy="950286"/>
          </a:xfrm>
          <a:prstGeom prst="curvedConnector3">
            <a:avLst>
              <a:gd name="adj1" fmla="val 50000"/>
            </a:avLst>
          </a:prstGeom>
          <a:ln w="12700">
            <a:solidFill>
              <a:srgbClr val="FA823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6" name="连接符: 曲线 95">
            <a:extLst>
              <a:ext uri="{FF2B5EF4-FFF2-40B4-BE49-F238E27FC236}">
                <a16:creationId xmlns:a16="http://schemas.microsoft.com/office/drawing/2014/main" id="{33893C53-421E-7A61-D10B-B6870484FB46}"/>
              </a:ext>
            </a:extLst>
          </p:cNvPr>
          <p:cNvCxnSpPr>
            <a:cxnSpLocks/>
            <a:stCxn id="2" idx="3"/>
            <a:endCxn id="58" idx="1"/>
          </p:cNvCxnSpPr>
          <p:nvPr/>
        </p:nvCxnSpPr>
        <p:spPr>
          <a:xfrm>
            <a:off x="4143322" y="3079648"/>
            <a:ext cx="168017" cy="950287"/>
          </a:xfrm>
          <a:prstGeom prst="curvedConnector3">
            <a:avLst>
              <a:gd name="adj1" fmla="val 50000"/>
            </a:avLst>
          </a:prstGeom>
          <a:ln w="12700"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83193123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D7615E-5F97-22DA-CB6D-4D080E035A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: 圆角 1">
            <a:extLst>
              <a:ext uri="{FF2B5EF4-FFF2-40B4-BE49-F238E27FC236}">
                <a16:creationId xmlns:a16="http://schemas.microsoft.com/office/drawing/2014/main" id="{8CD23AEF-0DEB-DBF7-07C7-2BCC069B81FE}"/>
              </a:ext>
            </a:extLst>
          </p:cNvPr>
          <p:cNvSpPr/>
          <p:nvPr/>
        </p:nvSpPr>
        <p:spPr>
          <a:xfrm>
            <a:off x="3304872" y="2708066"/>
            <a:ext cx="720000" cy="216000"/>
          </a:xfrm>
          <a:prstGeom prst="roundRect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Poppins" panose="00000500000000000000" pitchFamily="2" charset="0"/>
              </a:rPr>
              <a:t>Data type</a:t>
            </a:r>
            <a:endParaRPr lang="zh-CN" altLang="en-US" sz="800">
              <a:latin typeface="Poppins" panose="00000500000000000000" pitchFamily="2" charset="0"/>
            </a:endParaRPr>
          </a:p>
        </p:txBody>
      </p:sp>
      <p:sp>
        <p:nvSpPr>
          <p:cNvPr id="3" name="矩形: 圆角 2">
            <a:extLst>
              <a:ext uri="{FF2B5EF4-FFF2-40B4-BE49-F238E27FC236}">
                <a16:creationId xmlns:a16="http://schemas.microsoft.com/office/drawing/2014/main" id="{B0760923-4EE6-A665-AA3B-C98E574D4CB7}"/>
              </a:ext>
            </a:extLst>
          </p:cNvPr>
          <p:cNvSpPr/>
          <p:nvPr/>
        </p:nvSpPr>
        <p:spPr>
          <a:xfrm>
            <a:off x="5205706" y="1568488"/>
            <a:ext cx="720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CN" sz="800">
                <a:solidFill>
                  <a:sysClr val="windowText" lastClr="000000"/>
                </a:solidFill>
                <a:latin typeface="Poppins" panose="00000500000000000000" pitchFamily="2" charset="0"/>
              </a:rPr>
              <a:t>Number</a:t>
            </a:r>
            <a:endParaRPr lang="zh-CN" altLang="en-US" sz="800">
              <a:solidFill>
                <a:sysClr val="windowText" lastClr="000000"/>
              </a:solidFill>
              <a:latin typeface="Poppins" panose="00000500000000000000" pitchFamily="2" charset="0"/>
            </a:endParaRPr>
          </a:p>
        </p:txBody>
      </p:sp>
      <p:sp>
        <p:nvSpPr>
          <p:cNvPr id="4" name="矩形: 圆角 3">
            <a:extLst>
              <a:ext uri="{FF2B5EF4-FFF2-40B4-BE49-F238E27FC236}">
                <a16:creationId xmlns:a16="http://schemas.microsoft.com/office/drawing/2014/main" id="{BD478093-2AF8-A15A-1534-625A5540AC56}"/>
              </a:ext>
            </a:extLst>
          </p:cNvPr>
          <p:cNvSpPr/>
          <p:nvPr/>
        </p:nvSpPr>
        <p:spPr>
          <a:xfrm>
            <a:off x="5205706" y="4054842"/>
            <a:ext cx="720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CN" sz="800">
                <a:solidFill>
                  <a:sysClr val="windowText" lastClr="000000"/>
                </a:solidFill>
                <a:latin typeface="Poppins" panose="00000500000000000000" pitchFamily="2" charset="0"/>
              </a:rPr>
              <a:t>Class</a:t>
            </a:r>
            <a:endParaRPr lang="zh-CN" altLang="en-US" sz="800">
              <a:solidFill>
                <a:sysClr val="windowText" lastClr="000000"/>
              </a:solidFill>
              <a:latin typeface="Poppins" panose="00000500000000000000" pitchFamily="2" charset="0"/>
            </a:endParaRPr>
          </a:p>
        </p:txBody>
      </p:sp>
      <p:cxnSp>
        <p:nvCxnSpPr>
          <p:cNvPr id="6" name="连接符: 曲线 5">
            <a:extLst>
              <a:ext uri="{FF2B5EF4-FFF2-40B4-BE49-F238E27FC236}">
                <a16:creationId xmlns:a16="http://schemas.microsoft.com/office/drawing/2014/main" id="{C766FBB2-9E67-2072-671F-16F708E48EDB}"/>
              </a:ext>
            </a:extLst>
          </p:cNvPr>
          <p:cNvCxnSpPr>
            <a:cxnSpLocks/>
            <a:stCxn id="4" idx="1"/>
            <a:endCxn id="58" idx="3"/>
          </p:cNvCxnSpPr>
          <p:nvPr/>
        </p:nvCxnSpPr>
        <p:spPr>
          <a:xfrm rot="10800000">
            <a:off x="5031340" y="3541252"/>
            <a:ext cx="174367" cy="621590"/>
          </a:xfrm>
          <a:prstGeom prst="curvedConnector3">
            <a:avLst>
              <a:gd name="adj1" fmla="val 50000"/>
            </a:avLst>
          </a:prstGeom>
          <a:ln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连接符: 曲线 27">
            <a:extLst>
              <a:ext uri="{FF2B5EF4-FFF2-40B4-BE49-F238E27FC236}">
                <a16:creationId xmlns:a16="http://schemas.microsoft.com/office/drawing/2014/main" id="{F01278BE-0A55-DE84-5F44-9616764464ED}"/>
              </a:ext>
            </a:extLst>
          </p:cNvPr>
          <p:cNvCxnSpPr>
            <a:cxnSpLocks/>
            <a:stCxn id="3" idx="1"/>
            <a:endCxn id="32" idx="3"/>
          </p:cNvCxnSpPr>
          <p:nvPr/>
        </p:nvCxnSpPr>
        <p:spPr>
          <a:xfrm rot="10800000" flipV="1">
            <a:off x="5031340" y="1676488"/>
            <a:ext cx="174367" cy="414392"/>
          </a:xfrm>
          <a:prstGeom prst="curvedConnector3">
            <a:avLst>
              <a:gd name="adj1" fmla="val 50000"/>
            </a:avLst>
          </a:prstGeom>
          <a:ln>
            <a:solidFill>
              <a:srgbClr val="FA823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矩形: 圆角 31">
            <a:extLst>
              <a:ext uri="{FF2B5EF4-FFF2-40B4-BE49-F238E27FC236}">
                <a16:creationId xmlns:a16="http://schemas.microsoft.com/office/drawing/2014/main" id="{B5A20763-23BA-D084-944C-24343AD77B4F}"/>
              </a:ext>
            </a:extLst>
          </p:cNvPr>
          <p:cNvSpPr/>
          <p:nvPr/>
        </p:nvSpPr>
        <p:spPr>
          <a:xfrm>
            <a:off x="4311339" y="1982880"/>
            <a:ext cx="720000" cy="216000"/>
          </a:xfrm>
          <a:prstGeom prst="roundRect">
            <a:avLst/>
          </a:prstGeom>
          <a:solidFill>
            <a:srgbClr val="FA8231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Poppins" panose="00000500000000000000" pitchFamily="2" charset="0"/>
              </a:rPr>
              <a:t>Primitives</a:t>
            </a:r>
            <a:endParaRPr lang="zh-CN" altLang="en-US" sz="800">
              <a:latin typeface="Poppins" panose="00000500000000000000" pitchFamily="2" charset="0"/>
            </a:endParaRPr>
          </a:p>
        </p:txBody>
      </p:sp>
      <p:sp>
        <p:nvSpPr>
          <p:cNvPr id="39" name="矩形: 圆角 38">
            <a:extLst>
              <a:ext uri="{FF2B5EF4-FFF2-40B4-BE49-F238E27FC236}">
                <a16:creationId xmlns:a16="http://schemas.microsoft.com/office/drawing/2014/main" id="{C1BA683F-7690-5607-3B4C-51BFF6401047}"/>
              </a:ext>
            </a:extLst>
          </p:cNvPr>
          <p:cNvSpPr/>
          <p:nvPr/>
        </p:nvSpPr>
        <p:spPr>
          <a:xfrm>
            <a:off x="5205706" y="2397272"/>
            <a:ext cx="720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CN" sz="800">
                <a:solidFill>
                  <a:sysClr val="windowText" lastClr="000000"/>
                </a:solidFill>
                <a:latin typeface="Poppins" panose="00000500000000000000" pitchFamily="2" charset="0"/>
              </a:rPr>
              <a:t>null</a:t>
            </a:r>
            <a:endParaRPr lang="zh-CN" altLang="en-US" sz="800">
              <a:solidFill>
                <a:sysClr val="windowText" lastClr="000000"/>
              </a:solidFill>
              <a:latin typeface="Poppins" panose="00000500000000000000" pitchFamily="2" charset="0"/>
            </a:endParaRPr>
          </a:p>
        </p:txBody>
      </p:sp>
      <p:cxnSp>
        <p:nvCxnSpPr>
          <p:cNvPr id="40" name="连接符: 曲线 39">
            <a:extLst>
              <a:ext uri="{FF2B5EF4-FFF2-40B4-BE49-F238E27FC236}">
                <a16:creationId xmlns:a16="http://schemas.microsoft.com/office/drawing/2014/main" id="{48749145-0E64-F25C-03E5-07F09DED944B}"/>
              </a:ext>
            </a:extLst>
          </p:cNvPr>
          <p:cNvCxnSpPr>
            <a:cxnSpLocks/>
            <a:stCxn id="32" idx="3"/>
            <a:endCxn id="39" idx="1"/>
          </p:cNvCxnSpPr>
          <p:nvPr/>
        </p:nvCxnSpPr>
        <p:spPr>
          <a:xfrm>
            <a:off x="5031339" y="2090880"/>
            <a:ext cx="174367" cy="414392"/>
          </a:xfrm>
          <a:prstGeom prst="curvedConnector3">
            <a:avLst>
              <a:gd name="adj1" fmla="val 50000"/>
            </a:avLst>
          </a:prstGeom>
          <a:ln>
            <a:solidFill>
              <a:srgbClr val="FA823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8" name="矩形: 圆角 57">
            <a:extLst>
              <a:ext uri="{FF2B5EF4-FFF2-40B4-BE49-F238E27FC236}">
                <a16:creationId xmlns:a16="http://schemas.microsoft.com/office/drawing/2014/main" id="{23908256-C785-ACB0-FD75-514C7E1A0589}"/>
              </a:ext>
            </a:extLst>
          </p:cNvPr>
          <p:cNvSpPr/>
          <p:nvPr/>
        </p:nvSpPr>
        <p:spPr>
          <a:xfrm>
            <a:off x="4311339" y="3433252"/>
            <a:ext cx="720000" cy="216000"/>
          </a:xfrm>
          <a:prstGeom prst="roundRect">
            <a:avLst/>
          </a:prstGeom>
          <a:solidFill>
            <a:srgbClr val="20BF6B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Poppins" panose="00000500000000000000" pitchFamily="2" charset="0"/>
              </a:rPr>
              <a:t>Reference</a:t>
            </a:r>
            <a:endParaRPr lang="zh-CN" altLang="en-US" sz="800">
              <a:latin typeface="Poppins" panose="00000500000000000000" pitchFamily="2" charset="0"/>
            </a:endParaRPr>
          </a:p>
        </p:txBody>
      </p:sp>
      <p:sp>
        <p:nvSpPr>
          <p:cNvPr id="66" name="矩形: 圆角 65">
            <a:extLst>
              <a:ext uri="{FF2B5EF4-FFF2-40B4-BE49-F238E27FC236}">
                <a16:creationId xmlns:a16="http://schemas.microsoft.com/office/drawing/2014/main" id="{DD40F80C-B7A3-E95E-CF0A-6E30DD679F1C}"/>
              </a:ext>
            </a:extLst>
          </p:cNvPr>
          <p:cNvSpPr/>
          <p:nvPr/>
        </p:nvSpPr>
        <p:spPr>
          <a:xfrm>
            <a:off x="5205706" y="2811664"/>
            <a:ext cx="720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CN" sz="800" dirty="0">
                <a:solidFill>
                  <a:sysClr val="windowText" lastClr="000000"/>
                </a:solidFill>
                <a:latin typeface="Poppins" panose="00000500000000000000" pitchFamily="2" charset="0"/>
              </a:rPr>
              <a:t>Object</a:t>
            </a:r>
            <a:endParaRPr lang="zh-CN" altLang="en-US" sz="800" dirty="0">
              <a:solidFill>
                <a:sysClr val="windowText" lastClr="000000"/>
              </a:solidFill>
              <a:latin typeface="Poppins" panose="00000500000000000000" pitchFamily="2" charset="0"/>
            </a:endParaRPr>
          </a:p>
        </p:txBody>
      </p:sp>
      <p:cxnSp>
        <p:nvCxnSpPr>
          <p:cNvPr id="67" name="连接符: 曲线 66">
            <a:extLst>
              <a:ext uri="{FF2B5EF4-FFF2-40B4-BE49-F238E27FC236}">
                <a16:creationId xmlns:a16="http://schemas.microsoft.com/office/drawing/2014/main" id="{68217129-545F-175C-2C2A-CD2EB245A1B2}"/>
              </a:ext>
            </a:extLst>
          </p:cNvPr>
          <p:cNvCxnSpPr>
            <a:cxnSpLocks/>
            <a:stCxn id="66" idx="1"/>
            <a:endCxn id="58" idx="3"/>
          </p:cNvCxnSpPr>
          <p:nvPr/>
        </p:nvCxnSpPr>
        <p:spPr>
          <a:xfrm rot="10800000" flipV="1">
            <a:off x="5031340" y="2919664"/>
            <a:ext cx="174367" cy="621588"/>
          </a:xfrm>
          <a:prstGeom prst="curvedConnector3">
            <a:avLst>
              <a:gd name="adj1" fmla="val 50000"/>
            </a:avLst>
          </a:prstGeom>
          <a:ln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5" name="连接符: 曲线 84">
            <a:extLst>
              <a:ext uri="{FF2B5EF4-FFF2-40B4-BE49-F238E27FC236}">
                <a16:creationId xmlns:a16="http://schemas.microsoft.com/office/drawing/2014/main" id="{6CEB3CC4-1089-8C8F-25CF-62229F4671C6}"/>
              </a:ext>
            </a:extLst>
          </p:cNvPr>
          <p:cNvCxnSpPr>
            <a:cxnSpLocks/>
            <a:stCxn id="32" idx="1"/>
            <a:endCxn id="2" idx="3"/>
          </p:cNvCxnSpPr>
          <p:nvPr/>
        </p:nvCxnSpPr>
        <p:spPr>
          <a:xfrm rot="10800000" flipV="1">
            <a:off x="4024873" y="2090880"/>
            <a:ext cx="286467" cy="725186"/>
          </a:xfrm>
          <a:prstGeom prst="curvedConnector3">
            <a:avLst>
              <a:gd name="adj1" fmla="val 50000"/>
            </a:avLst>
          </a:prstGeom>
          <a:ln w="12700">
            <a:solidFill>
              <a:srgbClr val="FA823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6" name="连接符: 曲线 95">
            <a:extLst>
              <a:ext uri="{FF2B5EF4-FFF2-40B4-BE49-F238E27FC236}">
                <a16:creationId xmlns:a16="http://schemas.microsoft.com/office/drawing/2014/main" id="{AA892194-34E3-00E5-1988-FE22ADAA4F0D}"/>
              </a:ext>
            </a:extLst>
          </p:cNvPr>
          <p:cNvCxnSpPr>
            <a:cxnSpLocks/>
            <a:stCxn id="2" idx="3"/>
            <a:endCxn id="58" idx="1"/>
          </p:cNvCxnSpPr>
          <p:nvPr/>
        </p:nvCxnSpPr>
        <p:spPr>
          <a:xfrm>
            <a:off x="4024872" y="2816066"/>
            <a:ext cx="286467" cy="725186"/>
          </a:xfrm>
          <a:prstGeom prst="curvedConnector3">
            <a:avLst>
              <a:gd name="adj1" fmla="val 50000"/>
            </a:avLst>
          </a:prstGeom>
          <a:ln w="12700"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矩形: 圆角 4">
            <a:extLst>
              <a:ext uri="{FF2B5EF4-FFF2-40B4-BE49-F238E27FC236}">
                <a16:creationId xmlns:a16="http://schemas.microsoft.com/office/drawing/2014/main" id="{C6BF7386-8295-6BC1-B584-CBE7269E9400}"/>
              </a:ext>
            </a:extLst>
          </p:cNvPr>
          <p:cNvSpPr/>
          <p:nvPr/>
        </p:nvSpPr>
        <p:spPr>
          <a:xfrm>
            <a:off x="5205706" y="1775684"/>
            <a:ext cx="720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CN" sz="800">
                <a:solidFill>
                  <a:sysClr val="windowText" lastClr="000000"/>
                </a:solidFill>
                <a:latin typeface="Poppins" panose="00000500000000000000" pitchFamily="2" charset="0"/>
              </a:rPr>
              <a:t>String</a:t>
            </a:r>
            <a:endParaRPr lang="zh-CN" altLang="en-US" sz="800">
              <a:solidFill>
                <a:sysClr val="windowText" lastClr="000000"/>
              </a:solidFill>
              <a:latin typeface="Poppins" panose="00000500000000000000" pitchFamily="2" charset="0"/>
            </a:endParaRPr>
          </a:p>
        </p:txBody>
      </p:sp>
      <p:sp>
        <p:nvSpPr>
          <p:cNvPr id="7" name="矩形: 圆角 6">
            <a:extLst>
              <a:ext uri="{FF2B5EF4-FFF2-40B4-BE49-F238E27FC236}">
                <a16:creationId xmlns:a16="http://schemas.microsoft.com/office/drawing/2014/main" id="{D0A20850-A9E3-0BA4-878E-EB84C8132D96}"/>
              </a:ext>
            </a:extLst>
          </p:cNvPr>
          <p:cNvSpPr/>
          <p:nvPr/>
        </p:nvSpPr>
        <p:spPr>
          <a:xfrm>
            <a:off x="5205706" y="1982880"/>
            <a:ext cx="720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CN" sz="800">
                <a:solidFill>
                  <a:sysClr val="windowText" lastClr="000000"/>
                </a:solidFill>
                <a:latin typeface="Poppins" panose="00000500000000000000" pitchFamily="2" charset="0"/>
              </a:rPr>
              <a:t>Boolean</a:t>
            </a:r>
            <a:endParaRPr lang="zh-CN" altLang="en-US" sz="800">
              <a:solidFill>
                <a:sysClr val="windowText" lastClr="000000"/>
              </a:solidFill>
              <a:latin typeface="Poppins" panose="00000500000000000000" pitchFamily="2" charset="0"/>
            </a:endParaRPr>
          </a:p>
        </p:txBody>
      </p:sp>
      <p:sp>
        <p:nvSpPr>
          <p:cNvPr id="8" name="矩形: 圆角 7">
            <a:extLst>
              <a:ext uri="{FF2B5EF4-FFF2-40B4-BE49-F238E27FC236}">
                <a16:creationId xmlns:a16="http://schemas.microsoft.com/office/drawing/2014/main" id="{8167EC40-D6BD-67FD-EBE3-088502B43367}"/>
              </a:ext>
            </a:extLst>
          </p:cNvPr>
          <p:cNvSpPr/>
          <p:nvPr/>
        </p:nvSpPr>
        <p:spPr>
          <a:xfrm>
            <a:off x="5205706" y="2190076"/>
            <a:ext cx="720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CN" sz="800">
                <a:solidFill>
                  <a:sysClr val="windowText" lastClr="000000"/>
                </a:solidFill>
                <a:latin typeface="Poppins" panose="00000500000000000000" pitchFamily="2" charset="0"/>
              </a:rPr>
              <a:t>Undefined</a:t>
            </a:r>
            <a:endParaRPr lang="zh-CN" altLang="en-US" sz="800">
              <a:solidFill>
                <a:sysClr val="windowText" lastClr="000000"/>
              </a:solidFill>
              <a:latin typeface="Poppins" panose="00000500000000000000" pitchFamily="2" charset="0"/>
            </a:endParaRPr>
          </a:p>
        </p:txBody>
      </p:sp>
      <p:sp>
        <p:nvSpPr>
          <p:cNvPr id="17" name="矩形: 圆角 16">
            <a:extLst>
              <a:ext uri="{FF2B5EF4-FFF2-40B4-BE49-F238E27FC236}">
                <a16:creationId xmlns:a16="http://schemas.microsoft.com/office/drawing/2014/main" id="{8D5B361E-80C5-58E0-179C-EE2E4B508299}"/>
              </a:ext>
            </a:extLst>
          </p:cNvPr>
          <p:cNvSpPr/>
          <p:nvPr/>
        </p:nvSpPr>
        <p:spPr>
          <a:xfrm>
            <a:off x="5205706" y="3018860"/>
            <a:ext cx="720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CN" sz="800" dirty="0">
                <a:solidFill>
                  <a:sysClr val="windowText" lastClr="000000"/>
                </a:solidFill>
                <a:latin typeface="Poppins" panose="00000500000000000000" pitchFamily="2" charset="0"/>
              </a:rPr>
              <a:t>Function</a:t>
            </a:r>
            <a:endParaRPr lang="zh-CN" altLang="en-US" sz="800" dirty="0">
              <a:solidFill>
                <a:sysClr val="windowText" lastClr="000000"/>
              </a:solidFill>
              <a:latin typeface="Poppins" panose="00000500000000000000" pitchFamily="2" charset="0"/>
            </a:endParaRPr>
          </a:p>
        </p:txBody>
      </p:sp>
      <p:sp>
        <p:nvSpPr>
          <p:cNvPr id="19" name="矩形: 圆角 18">
            <a:extLst>
              <a:ext uri="{FF2B5EF4-FFF2-40B4-BE49-F238E27FC236}">
                <a16:creationId xmlns:a16="http://schemas.microsoft.com/office/drawing/2014/main" id="{C3EB421E-BD9C-2D5C-5E42-BD839753F4BB}"/>
              </a:ext>
            </a:extLst>
          </p:cNvPr>
          <p:cNvSpPr/>
          <p:nvPr/>
        </p:nvSpPr>
        <p:spPr>
          <a:xfrm>
            <a:off x="5205706" y="3226056"/>
            <a:ext cx="720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CN" sz="800" dirty="0">
                <a:solidFill>
                  <a:sysClr val="windowText" lastClr="000000"/>
                </a:solidFill>
                <a:latin typeface="Poppins" panose="00000500000000000000" pitchFamily="2" charset="0"/>
              </a:rPr>
              <a:t>Array</a:t>
            </a:r>
            <a:endParaRPr lang="zh-CN" altLang="en-US" sz="800" dirty="0">
              <a:solidFill>
                <a:sysClr val="windowText" lastClr="000000"/>
              </a:solidFill>
              <a:latin typeface="Poppins" panose="00000500000000000000" pitchFamily="2" charset="0"/>
            </a:endParaRPr>
          </a:p>
        </p:txBody>
      </p:sp>
      <p:sp>
        <p:nvSpPr>
          <p:cNvPr id="20" name="矩形: 圆角 19">
            <a:extLst>
              <a:ext uri="{FF2B5EF4-FFF2-40B4-BE49-F238E27FC236}">
                <a16:creationId xmlns:a16="http://schemas.microsoft.com/office/drawing/2014/main" id="{BE4C071A-DF18-10A8-A9D7-252A4CFD7AC1}"/>
              </a:ext>
            </a:extLst>
          </p:cNvPr>
          <p:cNvSpPr/>
          <p:nvPr/>
        </p:nvSpPr>
        <p:spPr>
          <a:xfrm>
            <a:off x="5205706" y="3433252"/>
            <a:ext cx="720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CN" sz="800">
                <a:solidFill>
                  <a:sysClr val="windowText" lastClr="000000"/>
                </a:solidFill>
                <a:latin typeface="Poppins" panose="00000500000000000000" pitchFamily="2" charset="0"/>
              </a:rPr>
              <a:t>Map</a:t>
            </a:r>
            <a:endParaRPr lang="zh-CN" altLang="en-US" sz="800">
              <a:solidFill>
                <a:sysClr val="windowText" lastClr="000000"/>
              </a:solidFill>
              <a:latin typeface="Poppins" panose="00000500000000000000" pitchFamily="2" charset="0"/>
            </a:endParaRPr>
          </a:p>
        </p:txBody>
      </p:sp>
      <p:sp>
        <p:nvSpPr>
          <p:cNvPr id="21" name="矩形: 圆角 20">
            <a:extLst>
              <a:ext uri="{FF2B5EF4-FFF2-40B4-BE49-F238E27FC236}">
                <a16:creationId xmlns:a16="http://schemas.microsoft.com/office/drawing/2014/main" id="{CD775F13-0370-C7DD-01D0-67C8C030B281}"/>
              </a:ext>
            </a:extLst>
          </p:cNvPr>
          <p:cNvSpPr/>
          <p:nvPr/>
        </p:nvSpPr>
        <p:spPr>
          <a:xfrm>
            <a:off x="5205706" y="3640448"/>
            <a:ext cx="720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CN" sz="800">
                <a:solidFill>
                  <a:sysClr val="windowText" lastClr="000000"/>
                </a:solidFill>
                <a:latin typeface="Poppins" panose="00000500000000000000" pitchFamily="2" charset="0"/>
              </a:rPr>
              <a:t>Set</a:t>
            </a:r>
            <a:endParaRPr lang="zh-CN" altLang="en-US" sz="800">
              <a:solidFill>
                <a:sysClr val="windowText" lastClr="000000"/>
              </a:solidFill>
              <a:latin typeface="Poppins" panose="00000500000000000000" pitchFamily="2" charset="0"/>
            </a:endParaRPr>
          </a:p>
        </p:txBody>
      </p:sp>
      <p:sp>
        <p:nvSpPr>
          <p:cNvPr id="22" name="矩形: 圆角 21">
            <a:extLst>
              <a:ext uri="{FF2B5EF4-FFF2-40B4-BE49-F238E27FC236}">
                <a16:creationId xmlns:a16="http://schemas.microsoft.com/office/drawing/2014/main" id="{B42FBD25-FBAC-38D9-710A-452DD5AC01C2}"/>
              </a:ext>
            </a:extLst>
          </p:cNvPr>
          <p:cNvSpPr/>
          <p:nvPr/>
        </p:nvSpPr>
        <p:spPr>
          <a:xfrm>
            <a:off x="5205706" y="3847644"/>
            <a:ext cx="720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CN" sz="800">
                <a:solidFill>
                  <a:sysClr val="windowText" lastClr="000000"/>
                </a:solidFill>
                <a:latin typeface="Poppins" panose="00000500000000000000" pitchFamily="2" charset="0"/>
              </a:rPr>
              <a:t>RegExp</a:t>
            </a:r>
            <a:endParaRPr lang="zh-CN" altLang="en-US" sz="800">
              <a:solidFill>
                <a:sysClr val="windowText" lastClr="000000"/>
              </a:solidFill>
              <a:latin typeface="Poppins" panose="00000500000000000000" pitchFamily="2" charset="0"/>
            </a:endParaRPr>
          </a:p>
        </p:txBody>
      </p:sp>
      <p:sp>
        <p:nvSpPr>
          <p:cNvPr id="25" name="矩形: 圆角 24">
            <a:extLst>
              <a:ext uri="{FF2B5EF4-FFF2-40B4-BE49-F238E27FC236}">
                <a16:creationId xmlns:a16="http://schemas.microsoft.com/office/drawing/2014/main" id="{9C515247-A5DE-6253-B26F-5CF09B584353}"/>
              </a:ext>
            </a:extLst>
          </p:cNvPr>
          <p:cNvSpPr/>
          <p:nvPr/>
        </p:nvSpPr>
        <p:spPr>
          <a:xfrm>
            <a:off x="6378635" y="2708066"/>
            <a:ext cx="792000" cy="216000"/>
          </a:xfrm>
          <a:prstGeom prst="roundRect">
            <a:avLst/>
          </a:prstGeom>
          <a:solidFill>
            <a:srgbClr val="3DC1D3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Poppins" panose="00000500000000000000" pitchFamily="2" charset="0"/>
              </a:rPr>
              <a:t>Conversion</a:t>
            </a:r>
            <a:endParaRPr lang="zh-CN" altLang="en-US" sz="800">
              <a:latin typeface="Poppins" panose="00000500000000000000" pitchFamily="2" charset="0"/>
            </a:endParaRPr>
          </a:p>
        </p:txBody>
      </p:sp>
      <p:cxnSp>
        <p:nvCxnSpPr>
          <p:cNvPr id="34" name="连接符: 肘形 33">
            <a:extLst>
              <a:ext uri="{FF2B5EF4-FFF2-40B4-BE49-F238E27FC236}">
                <a16:creationId xmlns:a16="http://schemas.microsoft.com/office/drawing/2014/main" id="{8BD26FD6-64C3-B0EC-7D01-98BCC782F466}"/>
              </a:ext>
            </a:extLst>
          </p:cNvPr>
          <p:cNvCxnSpPr>
            <a:stCxn id="3" idx="3"/>
            <a:endCxn id="25" idx="0"/>
          </p:cNvCxnSpPr>
          <p:nvPr/>
        </p:nvCxnSpPr>
        <p:spPr>
          <a:xfrm>
            <a:off x="5925706" y="1676488"/>
            <a:ext cx="848929" cy="1031578"/>
          </a:xfrm>
          <a:prstGeom prst="bentConnector2">
            <a:avLst/>
          </a:prstGeom>
          <a:ln>
            <a:solidFill>
              <a:srgbClr val="3DC1D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连接符: 肘形 34">
            <a:extLst>
              <a:ext uri="{FF2B5EF4-FFF2-40B4-BE49-F238E27FC236}">
                <a16:creationId xmlns:a16="http://schemas.microsoft.com/office/drawing/2014/main" id="{8BC38B19-1308-FCA6-8CA1-4A97D6C1591F}"/>
              </a:ext>
            </a:extLst>
          </p:cNvPr>
          <p:cNvCxnSpPr>
            <a:cxnSpLocks/>
            <a:stCxn id="4" idx="3"/>
            <a:endCxn id="25" idx="2"/>
          </p:cNvCxnSpPr>
          <p:nvPr/>
        </p:nvCxnSpPr>
        <p:spPr>
          <a:xfrm flipV="1">
            <a:off x="5925706" y="2924066"/>
            <a:ext cx="848929" cy="1238776"/>
          </a:xfrm>
          <a:prstGeom prst="bentConnector2">
            <a:avLst/>
          </a:prstGeom>
          <a:ln>
            <a:solidFill>
              <a:srgbClr val="3DC1D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9436780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8BF9F13-DBAB-685B-D1B5-961E77B63E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矩形: 圆角 6">
            <a:extLst>
              <a:ext uri="{FF2B5EF4-FFF2-40B4-BE49-F238E27FC236}">
                <a16:creationId xmlns:a16="http://schemas.microsoft.com/office/drawing/2014/main" id="{F868E4CC-F7F1-EB0B-6B78-C083E5CFDD16}"/>
              </a:ext>
            </a:extLst>
          </p:cNvPr>
          <p:cNvSpPr/>
          <p:nvPr/>
        </p:nvSpPr>
        <p:spPr>
          <a:xfrm>
            <a:off x="4988680" y="2003300"/>
            <a:ext cx="900000" cy="216000"/>
          </a:xfrm>
          <a:prstGeom prst="roundRect">
            <a:avLst/>
          </a:prstGeom>
          <a:solidFill>
            <a:srgbClr val="F9423A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href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sp>
        <p:nvSpPr>
          <p:cNvPr id="25" name="矩形: 圆角 24">
            <a:extLst>
              <a:ext uri="{FF2B5EF4-FFF2-40B4-BE49-F238E27FC236}">
                <a16:creationId xmlns:a16="http://schemas.microsoft.com/office/drawing/2014/main" id="{B57BAADA-647B-0026-713C-19D98348E920}"/>
              </a:ext>
            </a:extLst>
          </p:cNvPr>
          <p:cNvSpPr/>
          <p:nvPr/>
        </p:nvSpPr>
        <p:spPr>
          <a:xfrm>
            <a:off x="7126880" y="1607300"/>
            <a:ext cx="792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800">
                <a:solidFill>
                  <a:schemeClr val="tx1"/>
                </a:solidFill>
                <a:latin typeface="Quicksand Light" panose="00000400000000000000" pitchFamily="2" charset="0"/>
              </a:rPr>
              <a:t>html</a:t>
            </a:r>
            <a:endParaRPr lang="zh-CN" altLang="en-US" sz="800">
              <a:solidFill>
                <a:schemeClr val="tx1"/>
              </a:solidFill>
              <a:latin typeface="Quicksand Light" panose="00000400000000000000" pitchFamily="2" charset="0"/>
            </a:endParaRPr>
          </a:p>
        </p:txBody>
      </p:sp>
      <p:sp>
        <p:nvSpPr>
          <p:cNvPr id="26" name="矩形: 圆角 25">
            <a:extLst>
              <a:ext uri="{FF2B5EF4-FFF2-40B4-BE49-F238E27FC236}">
                <a16:creationId xmlns:a16="http://schemas.microsoft.com/office/drawing/2014/main" id="{4BA830DB-8C10-2D47-A591-B5A8B816B0B1}"/>
              </a:ext>
            </a:extLst>
          </p:cNvPr>
          <p:cNvSpPr/>
          <p:nvPr/>
        </p:nvSpPr>
        <p:spPr>
          <a:xfrm>
            <a:off x="6057780" y="2003300"/>
            <a:ext cx="900000" cy="216000"/>
          </a:xfrm>
          <a:prstGeom prst="roundRect">
            <a:avLst/>
          </a:prstGeom>
          <a:solidFill>
            <a:srgbClr val="FDB8B5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URL</a:t>
            </a:r>
            <a:endParaRPr lang="zh-CN" altLang="en-US" sz="80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cxnSp>
        <p:nvCxnSpPr>
          <p:cNvPr id="28" name="连接符: 曲线 27">
            <a:extLst>
              <a:ext uri="{FF2B5EF4-FFF2-40B4-BE49-F238E27FC236}">
                <a16:creationId xmlns:a16="http://schemas.microsoft.com/office/drawing/2014/main" id="{02ED209C-345D-4F5F-AAB7-CA706FBCA778}"/>
              </a:ext>
            </a:extLst>
          </p:cNvPr>
          <p:cNvCxnSpPr>
            <a:cxnSpLocks/>
            <a:stCxn id="26" idx="3"/>
            <a:endCxn id="25" idx="1"/>
          </p:cNvCxnSpPr>
          <p:nvPr/>
        </p:nvCxnSpPr>
        <p:spPr>
          <a:xfrm flipV="1">
            <a:off x="6957780" y="1715300"/>
            <a:ext cx="169100" cy="396000"/>
          </a:xfrm>
          <a:prstGeom prst="curvedConnector3">
            <a:avLst/>
          </a:prstGeom>
          <a:ln>
            <a:solidFill>
              <a:srgbClr val="FA554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8" name="矩形: 圆角 107">
            <a:extLst>
              <a:ext uri="{FF2B5EF4-FFF2-40B4-BE49-F238E27FC236}">
                <a16:creationId xmlns:a16="http://schemas.microsoft.com/office/drawing/2014/main" id="{90AF6EF7-53CF-A524-331E-456686B2C086}"/>
              </a:ext>
            </a:extLst>
          </p:cNvPr>
          <p:cNvSpPr/>
          <p:nvPr/>
        </p:nvSpPr>
        <p:spPr>
          <a:xfrm>
            <a:off x="7126880" y="2399300"/>
            <a:ext cx="792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800">
                <a:solidFill>
                  <a:schemeClr val="tx1"/>
                </a:solidFill>
                <a:latin typeface="Quicksand Light" panose="00000400000000000000" pitchFamily="2" charset="0"/>
              </a:rPr>
              <a:t>multimedia</a:t>
            </a:r>
            <a:endParaRPr lang="zh-CN" altLang="en-US" sz="800">
              <a:solidFill>
                <a:schemeClr val="tx1"/>
              </a:solidFill>
              <a:latin typeface="Quicksand Light" panose="00000400000000000000" pitchFamily="2" charset="0"/>
            </a:endParaRPr>
          </a:p>
        </p:txBody>
      </p:sp>
      <p:cxnSp>
        <p:nvCxnSpPr>
          <p:cNvPr id="121" name="连接符: 曲线 120">
            <a:extLst>
              <a:ext uri="{FF2B5EF4-FFF2-40B4-BE49-F238E27FC236}">
                <a16:creationId xmlns:a16="http://schemas.microsoft.com/office/drawing/2014/main" id="{BA119F6E-0FAD-DF64-6D44-09811AB9893A}"/>
              </a:ext>
            </a:extLst>
          </p:cNvPr>
          <p:cNvCxnSpPr>
            <a:cxnSpLocks/>
            <a:stCxn id="26" idx="3"/>
            <a:endCxn id="108" idx="1"/>
          </p:cNvCxnSpPr>
          <p:nvPr/>
        </p:nvCxnSpPr>
        <p:spPr>
          <a:xfrm>
            <a:off x="6957780" y="2111300"/>
            <a:ext cx="169100" cy="396000"/>
          </a:xfrm>
          <a:prstGeom prst="curvedConnector3">
            <a:avLst>
              <a:gd name="adj1" fmla="val 50000"/>
            </a:avLst>
          </a:prstGeom>
          <a:ln>
            <a:solidFill>
              <a:srgbClr val="FA554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矩形: 圆角 1">
            <a:extLst>
              <a:ext uri="{FF2B5EF4-FFF2-40B4-BE49-F238E27FC236}">
                <a16:creationId xmlns:a16="http://schemas.microsoft.com/office/drawing/2014/main" id="{94E736D0-484B-E0CA-ACC9-FB4F83E60EB2}"/>
              </a:ext>
            </a:extLst>
          </p:cNvPr>
          <p:cNvSpPr/>
          <p:nvPr/>
        </p:nvSpPr>
        <p:spPr>
          <a:xfrm>
            <a:off x="7126880" y="1871300"/>
            <a:ext cx="792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800">
                <a:solidFill>
                  <a:schemeClr val="tx1"/>
                </a:solidFill>
                <a:latin typeface="Quicksand Light" panose="00000400000000000000" pitchFamily="2" charset="0"/>
              </a:rPr>
              <a:t>image</a:t>
            </a:r>
            <a:endParaRPr lang="zh-CN" altLang="en-US" sz="800">
              <a:solidFill>
                <a:schemeClr val="tx1"/>
              </a:solidFill>
              <a:latin typeface="Quicksand Light" panose="00000400000000000000" pitchFamily="2" charset="0"/>
            </a:endParaRPr>
          </a:p>
        </p:txBody>
      </p:sp>
      <p:sp>
        <p:nvSpPr>
          <p:cNvPr id="5" name="矩形: 圆角 4">
            <a:extLst>
              <a:ext uri="{FF2B5EF4-FFF2-40B4-BE49-F238E27FC236}">
                <a16:creationId xmlns:a16="http://schemas.microsoft.com/office/drawing/2014/main" id="{4566CF62-4ABB-8C46-F1F1-DF9BBE08EB5C}"/>
              </a:ext>
            </a:extLst>
          </p:cNvPr>
          <p:cNvSpPr/>
          <p:nvPr/>
        </p:nvSpPr>
        <p:spPr>
          <a:xfrm>
            <a:off x="7126880" y="2135300"/>
            <a:ext cx="792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800">
                <a:solidFill>
                  <a:schemeClr val="tx1"/>
                </a:solidFill>
                <a:latin typeface="Quicksand Light" panose="00000400000000000000" pitchFamily="2" charset="0"/>
              </a:rPr>
              <a:t>document</a:t>
            </a:r>
            <a:endParaRPr lang="zh-CN" altLang="en-US" sz="800">
              <a:solidFill>
                <a:schemeClr val="tx1"/>
              </a:solidFill>
              <a:latin typeface="Quicksand Light" panose="00000400000000000000" pitchFamily="2" charset="0"/>
            </a:endParaRPr>
          </a:p>
        </p:txBody>
      </p:sp>
      <p:sp>
        <p:nvSpPr>
          <p:cNvPr id="3" name="矩形: 圆角 2">
            <a:extLst>
              <a:ext uri="{FF2B5EF4-FFF2-40B4-BE49-F238E27FC236}">
                <a16:creationId xmlns:a16="http://schemas.microsoft.com/office/drawing/2014/main" id="{5700F627-A64C-E1BB-E92B-BB2800C93682}"/>
              </a:ext>
            </a:extLst>
          </p:cNvPr>
          <p:cNvSpPr/>
          <p:nvPr/>
        </p:nvSpPr>
        <p:spPr>
          <a:xfrm>
            <a:off x="3927709" y="2716150"/>
            <a:ext cx="900000" cy="216000"/>
          </a:xfrm>
          <a:prstGeom prst="roundRect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&lt;a&gt;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sp>
        <p:nvSpPr>
          <p:cNvPr id="4" name="矩形: 圆角 3">
            <a:extLst>
              <a:ext uri="{FF2B5EF4-FFF2-40B4-BE49-F238E27FC236}">
                <a16:creationId xmlns:a16="http://schemas.microsoft.com/office/drawing/2014/main" id="{0B33C22E-5A27-D8B0-69FB-D8E7042F698A}"/>
              </a:ext>
            </a:extLst>
          </p:cNvPr>
          <p:cNvSpPr/>
          <p:nvPr/>
        </p:nvSpPr>
        <p:spPr>
          <a:xfrm>
            <a:off x="4988679" y="3458550"/>
            <a:ext cx="900000" cy="216000"/>
          </a:xfrm>
          <a:prstGeom prst="roundRect">
            <a:avLst/>
          </a:prstGeom>
          <a:solidFill>
            <a:srgbClr val="20BF6B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target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cxnSp>
        <p:nvCxnSpPr>
          <p:cNvPr id="6" name="连接符: 曲线 5">
            <a:extLst>
              <a:ext uri="{FF2B5EF4-FFF2-40B4-BE49-F238E27FC236}">
                <a16:creationId xmlns:a16="http://schemas.microsoft.com/office/drawing/2014/main" id="{988A9D9D-B0C5-3301-4A7E-5991653E9741}"/>
              </a:ext>
            </a:extLst>
          </p:cNvPr>
          <p:cNvCxnSpPr>
            <a:cxnSpLocks/>
            <a:stCxn id="3" idx="3"/>
            <a:endCxn id="7" idx="1"/>
          </p:cNvCxnSpPr>
          <p:nvPr/>
        </p:nvCxnSpPr>
        <p:spPr>
          <a:xfrm flipV="1">
            <a:off x="4827709" y="2111300"/>
            <a:ext cx="160971" cy="712850"/>
          </a:xfrm>
          <a:prstGeom prst="curvedConnector3">
            <a:avLst/>
          </a:prstGeom>
          <a:ln>
            <a:solidFill>
              <a:srgbClr val="FA554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连接符: 曲线 12">
            <a:extLst>
              <a:ext uri="{FF2B5EF4-FFF2-40B4-BE49-F238E27FC236}">
                <a16:creationId xmlns:a16="http://schemas.microsoft.com/office/drawing/2014/main" id="{2367766C-CC35-B272-7FB8-E59515D169D3}"/>
              </a:ext>
            </a:extLst>
          </p:cNvPr>
          <p:cNvCxnSpPr>
            <a:cxnSpLocks/>
            <a:stCxn id="3" idx="3"/>
            <a:endCxn id="4" idx="1"/>
          </p:cNvCxnSpPr>
          <p:nvPr/>
        </p:nvCxnSpPr>
        <p:spPr>
          <a:xfrm>
            <a:off x="4827709" y="2824150"/>
            <a:ext cx="160970" cy="742400"/>
          </a:xfrm>
          <a:prstGeom prst="curvedConnector3">
            <a:avLst/>
          </a:prstGeom>
          <a:ln>
            <a:solidFill>
              <a:srgbClr val="20BF6B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矩形: 圆角 8">
            <a:extLst>
              <a:ext uri="{FF2B5EF4-FFF2-40B4-BE49-F238E27FC236}">
                <a16:creationId xmlns:a16="http://schemas.microsoft.com/office/drawing/2014/main" id="{58B48571-E03E-32ED-08C4-56450543AAF0}"/>
              </a:ext>
            </a:extLst>
          </p:cNvPr>
          <p:cNvSpPr/>
          <p:nvPr/>
        </p:nvSpPr>
        <p:spPr>
          <a:xfrm>
            <a:off x="6049650" y="3326550"/>
            <a:ext cx="900000" cy="216000"/>
          </a:xfrm>
          <a:prstGeom prst="roundRect">
            <a:avLst/>
          </a:prstGeom>
          <a:solidFill>
            <a:srgbClr val="CCF2E5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_self</a:t>
            </a:r>
            <a:endParaRPr lang="zh-CN" altLang="en-US" sz="80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sp>
        <p:nvSpPr>
          <p:cNvPr id="14" name="矩形: 圆角 13">
            <a:extLst>
              <a:ext uri="{FF2B5EF4-FFF2-40B4-BE49-F238E27FC236}">
                <a16:creationId xmlns:a16="http://schemas.microsoft.com/office/drawing/2014/main" id="{66DEF6C5-2681-D90B-F652-E91E85D8331F}"/>
              </a:ext>
            </a:extLst>
          </p:cNvPr>
          <p:cNvSpPr/>
          <p:nvPr/>
        </p:nvSpPr>
        <p:spPr>
          <a:xfrm>
            <a:off x="6049650" y="3590550"/>
            <a:ext cx="900000" cy="216000"/>
          </a:xfrm>
          <a:prstGeom prst="roundRect">
            <a:avLst/>
          </a:prstGeom>
          <a:solidFill>
            <a:srgbClr val="CCF2E5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_blank</a:t>
            </a:r>
            <a:endParaRPr lang="zh-CN" altLang="en-US" sz="80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cxnSp>
        <p:nvCxnSpPr>
          <p:cNvPr id="15" name="连接符: 曲线 14">
            <a:extLst>
              <a:ext uri="{FF2B5EF4-FFF2-40B4-BE49-F238E27FC236}">
                <a16:creationId xmlns:a16="http://schemas.microsoft.com/office/drawing/2014/main" id="{D512F3E2-7708-097A-CFDF-4572EE28B491}"/>
              </a:ext>
            </a:extLst>
          </p:cNvPr>
          <p:cNvCxnSpPr>
            <a:cxnSpLocks/>
            <a:stCxn id="4" idx="3"/>
            <a:endCxn id="9" idx="1"/>
          </p:cNvCxnSpPr>
          <p:nvPr/>
        </p:nvCxnSpPr>
        <p:spPr>
          <a:xfrm flipV="1">
            <a:off x="5888679" y="3434550"/>
            <a:ext cx="160971" cy="132000"/>
          </a:xfrm>
          <a:prstGeom prst="curvedConnector3">
            <a:avLst>
              <a:gd name="adj1" fmla="val 50000"/>
            </a:avLst>
          </a:prstGeom>
          <a:ln>
            <a:solidFill>
              <a:srgbClr val="20BF6B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连接符: 曲线 17">
            <a:extLst>
              <a:ext uri="{FF2B5EF4-FFF2-40B4-BE49-F238E27FC236}">
                <a16:creationId xmlns:a16="http://schemas.microsoft.com/office/drawing/2014/main" id="{5226A2A6-1B86-E4B9-B9CB-2CA1E5FD66FF}"/>
              </a:ext>
            </a:extLst>
          </p:cNvPr>
          <p:cNvCxnSpPr>
            <a:cxnSpLocks/>
            <a:stCxn id="4" idx="3"/>
            <a:endCxn id="14" idx="1"/>
          </p:cNvCxnSpPr>
          <p:nvPr/>
        </p:nvCxnSpPr>
        <p:spPr>
          <a:xfrm>
            <a:off x="5888679" y="3566550"/>
            <a:ext cx="160971" cy="132000"/>
          </a:xfrm>
          <a:prstGeom prst="curvedConnector3">
            <a:avLst>
              <a:gd name="adj1" fmla="val 50000"/>
            </a:avLst>
          </a:prstGeom>
          <a:ln>
            <a:solidFill>
              <a:srgbClr val="20BF6B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直接连接符 26">
            <a:extLst>
              <a:ext uri="{FF2B5EF4-FFF2-40B4-BE49-F238E27FC236}">
                <a16:creationId xmlns:a16="http://schemas.microsoft.com/office/drawing/2014/main" id="{BF9CA73D-B169-EF8D-190F-64A1033F62F1}"/>
              </a:ext>
            </a:extLst>
          </p:cNvPr>
          <p:cNvCxnSpPr>
            <a:stCxn id="7" idx="3"/>
            <a:endCxn id="26" idx="1"/>
          </p:cNvCxnSpPr>
          <p:nvPr/>
        </p:nvCxnSpPr>
        <p:spPr>
          <a:xfrm>
            <a:off x="5888680" y="2111300"/>
            <a:ext cx="169100" cy="0"/>
          </a:xfrm>
          <a:prstGeom prst="line">
            <a:avLst/>
          </a:prstGeom>
          <a:ln>
            <a:solidFill>
              <a:srgbClr val="FA554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矩形: 圆角 28">
            <a:extLst>
              <a:ext uri="{FF2B5EF4-FFF2-40B4-BE49-F238E27FC236}">
                <a16:creationId xmlns:a16="http://schemas.microsoft.com/office/drawing/2014/main" id="{5940B801-CFDC-0CA4-2642-8484312789E7}"/>
              </a:ext>
            </a:extLst>
          </p:cNvPr>
          <p:cNvSpPr/>
          <p:nvPr/>
        </p:nvSpPr>
        <p:spPr>
          <a:xfrm>
            <a:off x="8037230" y="1480300"/>
            <a:ext cx="900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8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local</a:t>
            </a:r>
            <a:endParaRPr lang="zh-CN" altLang="en-US" sz="80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sp>
        <p:nvSpPr>
          <p:cNvPr id="30" name="矩形: 圆角 29">
            <a:extLst>
              <a:ext uri="{FF2B5EF4-FFF2-40B4-BE49-F238E27FC236}">
                <a16:creationId xmlns:a16="http://schemas.microsoft.com/office/drawing/2014/main" id="{4986B4C0-CD0C-54D2-F99B-C52C648B5E43}"/>
              </a:ext>
            </a:extLst>
          </p:cNvPr>
          <p:cNvSpPr/>
          <p:nvPr/>
        </p:nvSpPr>
        <p:spPr>
          <a:xfrm>
            <a:off x="8037230" y="1744300"/>
            <a:ext cx="900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8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remote</a:t>
            </a:r>
            <a:endParaRPr lang="zh-CN" altLang="en-US" sz="80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cxnSp>
        <p:nvCxnSpPr>
          <p:cNvPr id="31" name="连接符: 曲线 30">
            <a:extLst>
              <a:ext uri="{FF2B5EF4-FFF2-40B4-BE49-F238E27FC236}">
                <a16:creationId xmlns:a16="http://schemas.microsoft.com/office/drawing/2014/main" id="{0BF61FC3-590B-F511-9A8D-B7329B46B1ED}"/>
              </a:ext>
            </a:extLst>
          </p:cNvPr>
          <p:cNvCxnSpPr>
            <a:cxnSpLocks/>
            <a:stCxn id="25" idx="3"/>
            <a:endCxn id="29" idx="1"/>
          </p:cNvCxnSpPr>
          <p:nvPr/>
        </p:nvCxnSpPr>
        <p:spPr>
          <a:xfrm flipV="1">
            <a:off x="7918880" y="1588300"/>
            <a:ext cx="118350" cy="127000"/>
          </a:xfrm>
          <a:prstGeom prst="curvedConnector3">
            <a:avLst/>
          </a:prstGeom>
          <a:ln>
            <a:solidFill>
              <a:srgbClr val="FA554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连接符: 曲线 34">
            <a:extLst>
              <a:ext uri="{FF2B5EF4-FFF2-40B4-BE49-F238E27FC236}">
                <a16:creationId xmlns:a16="http://schemas.microsoft.com/office/drawing/2014/main" id="{E5D83A58-D9DB-1E62-FFBF-3B7E2E97483D}"/>
              </a:ext>
            </a:extLst>
          </p:cNvPr>
          <p:cNvCxnSpPr>
            <a:cxnSpLocks/>
            <a:stCxn id="25" idx="3"/>
            <a:endCxn id="30" idx="1"/>
          </p:cNvCxnSpPr>
          <p:nvPr/>
        </p:nvCxnSpPr>
        <p:spPr>
          <a:xfrm>
            <a:off x="7918880" y="1715300"/>
            <a:ext cx="118350" cy="137000"/>
          </a:xfrm>
          <a:prstGeom prst="curvedConnector3">
            <a:avLst/>
          </a:prstGeom>
          <a:ln>
            <a:solidFill>
              <a:srgbClr val="FA554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28853440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1">
            <a:extLst>
              <a:ext uri="{FF2B5EF4-FFF2-40B4-BE49-F238E27FC236}">
                <a16:creationId xmlns:a16="http://schemas.microsoft.com/office/drawing/2014/main" id="{82F9C713-6855-4AD7-314A-2E0908DD2B4A}"/>
              </a:ext>
            </a:extLst>
          </p:cNvPr>
          <p:cNvSpPr/>
          <p:nvPr/>
        </p:nvSpPr>
        <p:spPr>
          <a:xfrm>
            <a:off x="3757723" y="1589964"/>
            <a:ext cx="3600000" cy="180000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200">
              <a:solidFill>
                <a:schemeClr val="accent6">
                  <a:lumMod val="75000"/>
                </a:schemeClr>
              </a:solidFill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  <p:sp>
        <p:nvSpPr>
          <p:cNvPr id="7" name="Rectangle 2">
            <a:extLst>
              <a:ext uri="{FF2B5EF4-FFF2-40B4-BE49-F238E27FC236}">
                <a16:creationId xmlns:a16="http://schemas.microsoft.com/office/drawing/2014/main" id="{34710F97-0B37-36DA-6BD8-9A0E3D93E29B}"/>
              </a:ext>
            </a:extLst>
          </p:cNvPr>
          <p:cNvSpPr/>
          <p:nvPr/>
        </p:nvSpPr>
        <p:spPr>
          <a:xfrm>
            <a:off x="3757723" y="1589964"/>
            <a:ext cx="3600000" cy="36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r>
              <a:rPr lang="en-US" altLang="zh-CN" sz="1200">
                <a:latin typeface="Poppins" panose="00000500000000000000" pitchFamily="2" charset="0"/>
                <a:cs typeface="Poppins" panose="00000500000000000000" pitchFamily="2" charset="0"/>
              </a:rPr>
              <a:t>start</a:t>
            </a:r>
            <a:endParaRPr lang="zh-CN" altLang="en-US" sz="1200"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  <p:sp>
        <p:nvSpPr>
          <p:cNvPr id="9" name="Rectangle 3">
            <a:extLst>
              <a:ext uri="{FF2B5EF4-FFF2-40B4-BE49-F238E27FC236}">
                <a16:creationId xmlns:a16="http://schemas.microsoft.com/office/drawing/2014/main" id="{4854DC7C-8D81-D5EC-8723-53BC1A05AD2B}"/>
              </a:ext>
            </a:extLst>
          </p:cNvPr>
          <p:cNvSpPr/>
          <p:nvPr/>
        </p:nvSpPr>
        <p:spPr>
          <a:xfrm>
            <a:off x="3757723" y="3029964"/>
            <a:ext cx="3600000" cy="36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lang="en-US" altLang="zh-CN" sz="1200">
                <a:latin typeface="Poppins" panose="00000500000000000000" pitchFamily="2" charset="0"/>
                <a:cs typeface="Poppins" panose="00000500000000000000" pitchFamily="2" charset="0"/>
              </a:rPr>
              <a:t>end</a:t>
            </a:r>
            <a:endParaRPr lang="zh-CN" altLang="en-US" sz="1200"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  <p:cxnSp>
        <p:nvCxnSpPr>
          <p:cNvPr id="10" name="Straight Arrow Connector 5">
            <a:extLst>
              <a:ext uri="{FF2B5EF4-FFF2-40B4-BE49-F238E27FC236}">
                <a16:creationId xmlns:a16="http://schemas.microsoft.com/office/drawing/2014/main" id="{3E2FCB9B-E6A2-5203-506C-DC20F4535659}"/>
              </a:ext>
            </a:extLst>
          </p:cNvPr>
          <p:cNvCxnSpPr>
            <a:cxnSpLocks/>
          </p:cNvCxnSpPr>
          <p:nvPr/>
        </p:nvCxnSpPr>
        <p:spPr>
          <a:xfrm>
            <a:off x="4297473" y="1589964"/>
            <a:ext cx="0" cy="360000"/>
          </a:xfrm>
          <a:prstGeom prst="straightConnector1">
            <a:avLst/>
          </a:prstGeom>
          <a:ln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Arrow Connector 7">
            <a:extLst>
              <a:ext uri="{FF2B5EF4-FFF2-40B4-BE49-F238E27FC236}">
                <a16:creationId xmlns:a16="http://schemas.microsoft.com/office/drawing/2014/main" id="{15E202B4-FD25-36B6-6C68-2EB0265CDD9E}"/>
              </a:ext>
            </a:extLst>
          </p:cNvPr>
          <p:cNvCxnSpPr>
            <a:cxnSpLocks/>
          </p:cNvCxnSpPr>
          <p:nvPr/>
        </p:nvCxnSpPr>
        <p:spPr>
          <a:xfrm flipV="1">
            <a:off x="4297473" y="3029964"/>
            <a:ext cx="0" cy="360000"/>
          </a:xfrm>
          <a:prstGeom prst="straightConnector1">
            <a:avLst/>
          </a:prstGeom>
          <a:ln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文本框 11">
            <a:extLst>
              <a:ext uri="{FF2B5EF4-FFF2-40B4-BE49-F238E27FC236}">
                <a16:creationId xmlns:a16="http://schemas.microsoft.com/office/drawing/2014/main" id="{544E5629-7B8D-0279-0116-7743DB1D6B6D}"/>
              </a:ext>
            </a:extLst>
          </p:cNvPr>
          <p:cNvSpPr txBox="1"/>
          <p:nvPr/>
        </p:nvSpPr>
        <p:spPr>
          <a:xfrm>
            <a:off x="4991100" y="2336076"/>
            <a:ext cx="159210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400">
                <a:latin typeface="Poppins" panose="00000500000000000000" pitchFamily="2" charset="0"/>
                <a:cs typeface="Poppins" panose="00000500000000000000" pitchFamily="2" charset="0"/>
              </a:rPr>
              <a:t>Animation Zone</a:t>
            </a:r>
            <a:endParaRPr lang="zh-CN" altLang="en-US" sz="1400"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9345720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C8A674-4B20-52FC-4D14-C7C25881D1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F22D05D8-3AED-74C1-0CE8-D5D7495EB663}"/>
              </a:ext>
            </a:extLst>
          </p:cNvPr>
          <p:cNvSpPr/>
          <p:nvPr/>
        </p:nvSpPr>
        <p:spPr>
          <a:xfrm>
            <a:off x="3757723" y="1589964"/>
            <a:ext cx="3600000" cy="180000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200">
              <a:solidFill>
                <a:schemeClr val="accent6">
                  <a:lumMod val="75000"/>
                </a:schemeClr>
              </a:solidFill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7F930297-9DE3-3DCF-AABF-29D8326193C9}"/>
              </a:ext>
            </a:extLst>
          </p:cNvPr>
          <p:cNvSpPr/>
          <p:nvPr/>
        </p:nvSpPr>
        <p:spPr>
          <a:xfrm>
            <a:off x="3757723" y="1589964"/>
            <a:ext cx="3600000" cy="90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r>
              <a:rPr lang="en-US" altLang="zh-CN" sz="1200">
                <a:latin typeface="Poppins" panose="00000500000000000000" pitchFamily="2" charset="0"/>
                <a:cs typeface="Poppins" panose="00000500000000000000" pitchFamily="2" charset="0"/>
              </a:rPr>
              <a:t>start</a:t>
            </a:r>
            <a:endParaRPr lang="zh-CN" altLang="en-US" sz="1200"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DD00528E-40A9-8D7F-7992-8A0D03F1FC6B}"/>
              </a:ext>
            </a:extLst>
          </p:cNvPr>
          <p:cNvSpPr/>
          <p:nvPr/>
        </p:nvSpPr>
        <p:spPr>
          <a:xfrm>
            <a:off x="3757723" y="3029964"/>
            <a:ext cx="3600000" cy="36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lang="en-US" altLang="zh-CN" sz="1200">
                <a:latin typeface="Poppins" panose="00000500000000000000" pitchFamily="2" charset="0"/>
                <a:cs typeface="Poppins" panose="00000500000000000000" pitchFamily="2" charset="0"/>
              </a:rPr>
              <a:t>end</a:t>
            </a:r>
            <a:endParaRPr lang="zh-CN" altLang="en-US" sz="1200"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1168FFE8-572C-8F4A-4B0C-2CDAEEE869B6}"/>
              </a:ext>
            </a:extLst>
          </p:cNvPr>
          <p:cNvSpPr txBox="1"/>
          <p:nvPr/>
        </p:nvSpPr>
        <p:spPr>
          <a:xfrm>
            <a:off x="4991100" y="2575298"/>
            <a:ext cx="159210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400">
                <a:latin typeface="Poppins" panose="00000500000000000000" pitchFamily="2" charset="0"/>
                <a:cs typeface="Poppins" panose="00000500000000000000" pitchFamily="2" charset="0"/>
              </a:rPr>
              <a:t>Animation Zone</a:t>
            </a:r>
            <a:endParaRPr lang="zh-CN" altLang="en-US" sz="1400"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  <p:cxnSp>
        <p:nvCxnSpPr>
          <p:cNvPr id="7" name="Straight Arrow Connector 5">
            <a:extLst>
              <a:ext uri="{FF2B5EF4-FFF2-40B4-BE49-F238E27FC236}">
                <a16:creationId xmlns:a16="http://schemas.microsoft.com/office/drawing/2014/main" id="{974D8CA4-5773-A2C8-7760-C668032AB677}"/>
              </a:ext>
            </a:extLst>
          </p:cNvPr>
          <p:cNvCxnSpPr>
            <a:cxnSpLocks/>
          </p:cNvCxnSpPr>
          <p:nvPr/>
        </p:nvCxnSpPr>
        <p:spPr>
          <a:xfrm>
            <a:off x="4297473" y="1589964"/>
            <a:ext cx="0" cy="900000"/>
          </a:xfrm>
          <a:prstGeom prst="straightConnector1">
            <a:avLst/>
          </a:prstGeom>
          <a:ln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Arrow Connector 7">
            <a:extLst>
              <a:ext uri="{FF2B5EF4-FFF2-40B4-BE49-F238E27FC236}">
                <a16:creationId xmlns:a16="http://schemas.microsoft.com/office/drawing/2014/main" id="{8E99497E-3A18-FE20-0D3E-38950FC6DD0B}"/>
              </a:ext>
            </a:extLst>
          </p:cNvPr>
          <p:cNvCxnSpPr>
            <a:cxnSpLocks/>
          </p:cNvCxnSpPr>
          <p:nvPr/>
        </p:nvCxnSpPr>
        <p:spPr>
          <a:xfrm flipV="1">
            <a:off x="4297473" y="3029964"/>
            <a:ext cx="0" cy="360000"/>
          </a:xfrm>
          <a:prstGeom prst="straightConnector1">
            <a:avLst/>
          </a:prstGeom>
          <a:ln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文本框 9">
            <a:extLst>
              <a:ext uri="{FF2B5EF4-FFF2-40B4-BE49-F238E27FC236}">
                <a16:creationId xmlns:a16="http://schemas.microsoft.com/office/drawing/2014/main" id="{DA858028-96BD-C8FB-F9FA-D1B94A3ACF82}"/>
              </a:ext>
            </a:extLst>
          </p:cNvPr>
          <p:cNvSpPr txBox="1"/>
          <p:nvPr/>
        </p:nvSpPr>
        <p:spPr>
          <a:xfrm>
            <a:off x="4297473" y="2212965"/>
            <a:ext cx="47481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200">
                <a:solidFill>
                  <a:schemeClr val="bg1"/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50%</a:t>
            </a:r>
            <a:endParaRPr lang="zh-CN" altLang="en-US" sz="1200">
              <a:solidFill>
                <a:schemeClr val="bg1"/>
              </a:solidFill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0D1B1507-C034-E622-893C-D7A632BF8E33}"/>
              </a:ext>
            </a:extLst>
          </p:cNvPr>
          <p:cNvSpPr txBox="1"/>
          <p:nvPr/>
        </p:nvSpPr>
        <p:spPr>
          <a:xfrm>
            <a:off x="4297473" y="3029964"/>
            <a:ext cx="42511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200">
                <a:solidFill>
                  <a:schemeClr val="bg1"/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10%</a:t>
            </a:r>
            <a:endParaRPr lang="zh-CN" altLang="en-US" sz="1200">
              <a:solidFill>
                <a:schemeClr val="bg1"/>
              </a:solidFill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7304049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B6AC346-4E87-BA38-8EDB-AEACB42C1B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76D07D2F-5702-0123-4A31-FE31E2DEE13E}"/>
              </a:ext>
            </a:extLst>
          </p:cNvPr>
          <p:cNvSpPr/>
          <p:nvPr/>
        </p:nvSpPr>
        <p:spPr>
          <a:xfrm>
            <a:off x="3757723" y="1589964"/>
            <a:ext cx="3600000" cy="180000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200">
              <a:solidFill>
                <a:schemeClr val="accent6">
                  <a:lumMod val="75000"/>
                </a:schemeClr>
              </a:solidFill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8ED7BA39-5A4D-7118-2793-ED308937A067}"/>
              </a:ext>
            </a:extLst>
          </p:cNvPr>
          <p:cNvSpPr/>
          <p:nvPr/>
        </p:nvSpPr>
        <p:spPr>
          <a:xfrm>
            <a:off x="3757723" y="1589964"/>
            <a:ext cx="3600000" cy="36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r>
              <a:rPr lang="en-US" altLang="zh-CN" sz="1200">
                <a:latin typeface="Poppins" panose="00000500000000000000" pitchFamily="2" charset="0"/>
                <a:cs typeface="Poppins" panose="00000500000000000000" pitchFamily="2" charset="0"/>
              </a:rPr>
              <a:t>start</a:t>
            </a:r>
            <a:endParaRPr lang="zh-CN" altLang="en-US" sz="1200"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666A81E6-0BFB-6220-4559-C23808FBFBF6}"/>
              </a:ext>
            </a:extLst>
          </p:cNvPr>
          <p:cNvSpPr/>
          <p:nvPr/>
        </p:nvSpPr>
        <p:spPr>
          <a:xfrm>
            <a:off x="3757723" y="2489964"/>
            <a:ext cx="3600000" cy="90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lang="en-US" altLang="zh-CN" sz="1200">
                <a:latin typeface="Poppins" panose="00000500000000000000" pitchFamily="2" charset="0"/>
                <a:cs typeface="Poppins" panose="00000500000000000000" pitchFamily="2" charset="0"/>
              </a:rPr>
              <a:t>end</a:t>
            </a:r>
            <a:endParaRPr lang="zh-CN" altLang="en-US" sz="1200"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C5322448-C665-DAC9-E5D7-05E311A5FE63}"/>
              </a:ext>
            </a:extLst>
          </p:cNvPr>
          <p:cNvSpPr txBox="1"/>
          <p:nvPr/>
        </p:nvSpPr>
        <p:spPr>
          <a:xfrm>
            <a:off x="4991100" y="2079998"/>
            <a:ext cx="159210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400">
                <a:latin typeface="Poppins" panose="00000500000000000000" pitchFamily="2" charset="0"/>
                <a:cs typeface="Poppins" panose="00000500000000000000" pitchFamily="2" charset="0"/>
              </a:rPr>
              <a:t>Animation Zone</a:t>
            </a:r>
            <a:endParaRPr lang="zh-CN" altLang="en-US" sz="1400"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  <p:cxnSp>
        <p:nvCxnSpPr>
          <p:cNvPr id="7" name="Straight Arrow Connector 5">
            <a:extLst>
              <a:ext uri="{FF2B5EF4-FFF2-40B4-BE49-F238E27FC236}">
                <a16:creationId xmlns:a16="http://schemas.microsoft.com/office/drawing/2014/main" id="{B1CE2327-E1DE-7108-E3FA-E277EA72E1E7}"/>
              </a:ext>
            </a:extLst>
          </p:cNvPr>
          <p:cNvCxnSpPr>
            <a:cxnSpLocks/>
          </p:cNvCxnSpPr>
          <p:nvPr/>
        </p:nvCxnSpPr>
        <p:spPr>
          <a:xfrm>
            <a:off x="4297473" y="1589964"/>
            <a:ext cx="0" cy="360000"/>
          </a:xfrm>
          <a:prstGeom prst="straightConnector1">
            <a:avLst/>
          </a:prstGeom>
          <a:ln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Arrow Connector 7">
            <a:extLst>
              <a:ext uri="{FF2B5EF4-FFF2-40B4-BE49-F238E27FC236}">
                <a16:creationId xmlns:a16="http://schemas.microsoft.com/office/drawing/2014/main" id="{BBC8D8F5-BCF1-9AAE-79FA-15942B01F4CE}"/>
              </a:ext>
            </a:extLst>
          </p:cNvPr>
          <p:cNvCxnSpPr>
            <a:cxnSpLocks/>
          </p:cNvCxnSpPr>
          <p:nvPr/>
        </p:nvCxnSpPr>
        <p:spPr>
          <a:xfrm flipV="1">
            <a:off x="4297473" y="2489964"/>
            <a:ext cx="0" cy="900000"/>
          </a:xfrm>
          <a:prstGeom prst="straightConnector1">
            <a:avLst/>
          </a:prstGeom>
          <a:ln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文本框 9">
            <a:extLst>
              <a:ext uri="{FF2B5EF4-FFF2-40B4-BE49-F238E27FC236}">
                <a16:creationId xmlns:a16="http://schemas.microsoft.com/office/drawing/2014/main" id="{BA8678E7-DC4B-23B5-0230-727D59E575E5}"/>
              </a:ext>
            </a:extLst>
          </p:cNvPr>
          <p:cNvSpPr txBox="1"/>
          <p:nvPr/>
        </p:nvSpPr>
        <p:spPr>
          <a:xfrm>
            <a:off x="4297473" y="1672965"/>
            <a:ext cx="42511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200">
                <a:solidFill>
                  <a:schemeClr val="bg1"/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10%</a:t>
            </a:r>
            <a:endParaRPr lang="zh-CN" altLang="en-US" sz="1200">
              <a:solidFill>
                <a:schemeClr val="bg1"/>
              </a:solidFill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08FFD686-6AFA-CC8B-5C86-8FC3FE0C7291}"/>
              </a:ext>
            </a:extLst>
          </p:cNvPr>
          <p:cNvSpPr txBox="1"/>
          <p:nvPr/>
        </p:nvSpPr>
        <p:spPr>
          <a:xfrm>
            <a:off x="4297473" y="2489964"/>
            <a:ext cx="47481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200">
                <a:solidFill>
                  <a:schemeClr val="bg1"/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50%</a:t>
            </a:r>
            <a:endParaRPr lang="zh-CN" altLang="en-US" sz="1200">
              <a:solidFill>
                <a:schemeClr val="bg1"/>
              </a:solidFill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803754908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0C4E89A-BF29-AF5A-ED21-08479844B4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0F4514FD-593B-5957-478B-81363107123A}"/>
              </a:ext>
            </a:extLst>
          </p:cNvPr>
          <p:cNvSpPr/>
          <p:nvPr/>
        </p:nvSpPr>
        <p:spPr>
          <a:xfrm>
            <a:off x="3757723" y="1589964"/>
            <a:ext cx="3600000" cy="180000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200">
              <a:solidFill>
                <a:schemeClr val="accent6">
                  <a:lumMod val="75000"/>
                </a:schemeClr>
              </a:solidFill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BA8D48D4-E1F3-B266-9AE0-9C5665BBD6F5}"/>
              </a:ext>
            </a:extLst>
          </p:cNvPr>
          <p:cNvSpPr/>
          <p:nvPr/>
        </p:nvSpPr>
        <p:spPr>
          <a:xfrm>
            <a:off x="3757723" y="1589964"/>
            <a:ext cx="3600000" cy="72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r>
              <a:rPr lang="en-US" altLang="zh-CN" sz="1200">
                <a:latin typeface="Poppins" panose="00000500000000000000" pitchFamily="2" charset="0"/>
                <a:cs typeface="Poppins" panose="00000500000000000000" pitchFamily="2" charset="0"/>
              </a:rPr>
              <a:t>start</a:t>
            </a:r>
            <a:endParaRPr lang="zh-CN" altLang="en-US" sz="1200"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75131CE1-6587-9E1B-DBD4-384409634CF3}"/>
              </a:ext>
            </a:extLst>
          </p:cNvPr>
          <p:cNvSpPr/>
          <p:nvPr/>
        </p:nvSpPr>
        <p:spPr>
          <a:xfrm>
            <a:off x="3757723" y="2309964"/>
            <a:ext cx="3600000" cy="108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lang="en-US" altLang="zh-CN" sz="1200">
                <a:latin typeface="Poppins" panose="00000500000000000000" pitchFamily="2" charset="0"/>
                <a:cs typeface="Poppins" panose="00000500000000000000" pitchFamily="2" charset="0"/>
              </a:rPr>
              <a:t>end</a:t>
            </a:r>
            <a:endParaRPr lang="zh-CN" altLang="en-US" sz="1200"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45D18331-4F10-66C6-2CC3-6214413856F0}"/>
              </a:ext>
            </a:extLst>
          </p:cNvPr>
          <p:cNvSpPr txBox="1"/>
          <p:nvPr/>
        </p:nvSpPr>
        <p:spPr>
          <a:xfrm>
            <a:off x="4991100" y="2089523"/>
            <a:ext cx="159210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400">
                <a:latin typeface="Poppins" panose="00000500000000000000" pitchFamily="2" charset="0"/>
                <a:cs typeface="Poppins" panose="00000500000000000000" pitchFamily="2" charset="0"/>
              </a:rPr>
              <a:t>Animation Zone</a:t>
            </a:r>
            <a:endParaRPr lang="zh-CN" altLang="en-US" sz="1400"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  <p:cxnSp>
        <p:nvCxnSpPr>
          <p:cNvPr id="7" name="Straight Arrow Connector 5">
            <a:extLst>
              <a:ext uri="{FF2B5EF4-FFF2-40B4-BE49-F238E27FC236}">
                <a16:creationId xmlns:a16="http://schemas.microsoft.com/office/drawing/2014/main" id="{835AD99D-1E1D-3323-3899-83DE42EDA003}"/>
              </a:ext>
            </a:extLst>
          </p:cNvPr>
          <p:cNvCxnSpPr>
            <a:cxnSpLocks/>
          </p:cNvCxnSpPr>
          <p:nvPr/>
        </p:nvCxnSpPr>
        <p:spPr>
          <a:xfrm>
            <a:off x="4297473" y="1589964"/>
            <a:ext cx="0" cy="720000"/>
          </a:xfrm>
          <a:prstGeom prst="straightConnector1">
            <a:avLst/>
          </a:prstGeom>
          <a:ln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Arrow Connector 7">
            <a:extLst>
              <a:ext uri="{FF2B5EF4-FFF2-40B4-BE49-F238E27FC236}">
                <a16:creationId xmlns:a16="http://schemas.microsoft.com/office/drawing/2014/main" id="{00A8B3C4-1587-38DE-2403-A0606A3593B1}"/>
              </a:ext>
            </a:extLst>
          </p:cNvPr>
          <p:cNvCxnSpPr>
            <a:cxnSpLocks/>
          </p:cNvCxnSpPr>
          <p:nvPr/>
        </p:nvCxnSpPr>
        <p:spPr>
          <a:xfrm flipV="1">
            <a:off x="4297473" y="2309964"/>
            <a:ext cx="0" cy="1080000"/>
          </a:xfrm>
          <a:prstGeom prst="straightConnector1">
            <a:avLst/>
          </a:prstGeom>
          <a:ln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文本框 9">
            <a:extLst>
              <a:ext uri="{FF2B5EF4-FFF2-40B4-BE49-F238E27FC236}">
                <a16:creationId xmlns:a16="http://schemas.microsoft.com/office/drawing/2014/main" id="{1A3F9847-32C0-AF36-6722-54B895024168}"/>
              </a:ext>
            </a:extLst>
          </p:cNvPr>
          <p:cNvSpPr txBox="1"/>
          <p:nvPr/>
        </p:nvSpPr>
        <p:spPr>
          <a:xfrm>
            <a:off x="4297473" y="2032965"/>
            <a:ext cx="47641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200">
                <a:solidFill>
                  <a:schemeClr val="bg1"/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40%</a:t>
            </a:r>
            <a:endParaRPr lang="zh-CN" altLang="en-US" sz="1200">
              <a:solidFill>
                <a:schemeClr val="bg1"/>
              </a:solidFill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9D2433A2-2688-D06B-77ED-F2DBF6D27DA1}"/>
              </a:ext>
            </a:extLst>
          </p:cNvPr>
          <p:cNvSpPr txBox="1"/>
          <p:nvPr/>
        </p:nvSpPr>
        <p:spPr>
          <a:xfrm>
            <a:off x="4297473" y="2309964"/>
            <a:ext cx="47641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200">
                <a:solidFill>
                  <a:schemeClr val="bg1"/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60%</a:t>
            </a:r>
            <a:endParaRPr lang="zh-CN" altLang="en-US" sz="1200">
              <a:solidFill>
                <a:schemeClr val="bg1"/>
              </a:solidFill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43053738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F439DE-D7BB-182A-B2C8-131D63A3B9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4615E1CA-C6BC-7429-5E72-552C43EC2FBD}"/>
              </a:ext>
            </a:extLst>
          </p:cNvPr>
          <p:cNvSpPr/>
          <p:nvPr/>
        </p:nvSpPr>
        <p:spPr>
          <a:xfrm>
            <a:off x="3757723" y="1589964"/>
            <a:ext cx="3600000" cy="180000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200">
              <a:solidFill>
                <a:schemeClr val="accent6">
                  <a:lumMod val="75000"/>
                </a:schemeClr>
              </a:solidFill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DAAE3E49-13F0-D84D-1A72-190FE6A6704F}"/>
              </a:ext>
            </a:extLst>
          </p:cNvPr>
          <p:cNvSpPr/>
          <p:nvPr/>
        </p:nvSpPr>
        <p:spPr>
          <a:xfrm>
            <a:off x="3757723" y="1589964"/>
            <a:ext cx="3600000" cy="72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r>
              <a:rPr lang="en-US" altLang="zh-CN" sz="1200">
                <a:latin typeface="Poppins" panose="00000500000000000000" pitchFamily="2" charset="0"/>
                <a:cs typeface="Poppins" panose="00000500000000000000" pitchFamily="2" charset="0"/>
              </a:rPr>
              <a:t>start</a:t>
            </a:r>
            <a:endParaRPr lang="zh-CN" altLang="en-US" sz="1200"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9429650C-3AAF-4FEA-4755-A7A3E5937542}"/>
              </a:ext>
            </a:extLst>
          </p:cNvPr>
          <p:cNvSpPr/>
          <p:nvPr/>
        </p:nvSpPr>
        <p:spPr>
          <a:xfrm>
            <a:off x="3757723" y="2669964"/>
            <a:ext cx="3600000" cy="72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lang="en-US" altLang="zh-CN" sz="1200">
                <a:latin typeface="Poppins" panose="00000500000000000000" pitchFamily="2" charset="0"/>
                <a:cs typeface="Poppins" panose="00000500000000000000" pitchFamily="2" charset="0"/>
              </a:rPr>
              <a:t>end</a:t>
            </a:r>
            <a:endParaRPr lang="zh-CN" altLang="en-US" sz="1200"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D10204FE-5C3D-FA2A-ED21-E25143C36341}"/>
              </a:ext>
            </a:extLst>
          </p:cNvPr>
          <p:cNvSpPr txBox="1"/>
          <p:nvPr/>
        </p:nvSpPr>
        <p:spPr>
          <a:xfrm>
            <a:off x="4991100" y="2337173"/>
            <a:ext cx="159210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400">
                <a:latin typeface="Poppins" panose="00000500000000000000" pitchFamily="2" charset="0"/>
                <a:cs typeface="Poppins" panose="00000500000000000000" pitchFamily="2" charset="0"/>
              </a:rPr>
              <a:t>Animation Zone</a:t>
            </a:r>
            <a:endParaRPr lang="zh-CN" altLang="en-US" sz="1400"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  <p:cxnSp>
        <p:nvCxnSpPr>
          <p:cNvPr id="7" name="Straight Arrow Connector 5">
            <a:extLst>
              <a:ext uri="{FF2B5EF4-FFF2-40B4-BE49-F238E27FC236}">
                <a16:creationId xmlns:a16="http://schemas.microsoft.com/office/drawing/2014/main" id="{4D6B3D8D-A0CF-EBE5-43BD-098BDC547F7F}"/>
              </a:ext>
            </a:extLst>
          </p:cNvPr>
          <p:cNvCxnSpPr>
            <a:cxnSpLocks/>
          </p:cNvCxnSpPr>
          <p:nvPr/>
        </p:nvCxnSpPr>
        <p:spPr>
          <a:xfrm>
            <a:off x="4297473" y="1589964"/>
            <a:ext cx="0" cy="720000"/>
          </a:xfrm>
          <a:prstGeom prst="straightConnector1">
            <a:avLst/>
          </a:prstGeom>
          <a:ln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Arrow Connector 7">
            <a:extLst>
              <a:ext uri="{FF2B5EF4-FFF2-40B4-BE49-F238E27FC236}">
                <a16:creationId xmlns:a16="http://schemas.microsoft.com/office/drawing/2014/main" id="{6291E26E-3608-0A04-F228-264719CD92D6}"/>
              </a:ext>
            </a:extLst>
          </p:cNvPr>
          <p:cNvCxnSpPr>
            <a:cxnSpLocks/>
          </p:cNvCxnSpPr>
          <p:nvPr/>
        </p:nvCxnSpPr>
        <p:spPr>
          <a:xfrm flipV="1">
            <a:off x="4297473" y="2669964"/>
            <a:ext cx="0" cy="720000"/>
          </a:xfrm>
          <a:prstGeom prst="straightConnector1">
            <a:avLst/>
          </a:prstGeom>
          <a:ln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文本框 9">
            <a:extLst>
              <a:ext uri="{FF2B5EF4-FFF2-40B4-BE49-F238E27FC236}">
                <a16:creationId xmlns:a16="http://schemas.microsoft.com/office/drawing/2014/main" id="{C5E71E6F-325B-2A14-5E4E-1395D52281F3}"/>
              </a:ext>
            </a:extLst>
          </p:cNvPr>
          <p:cNvSpPr txBox="1"/>
          <p:nvPr/>
        </p:nvSpPr>
        <p:spPr>
          <a:xfrm>
            <a:off x="4297473" y="2032965"/>
            <a:ext cx="47641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200">
                <a:solidFill>
                  <a:schemeClr val="bg1"/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40%</a:t>
            </a:r>
            <a:endParaRPr lang="zh-CN" altLang="en-US" sz="1200">
              <a:solidFill>
                <a:schemeClr val="bg1"/>
              </a:solidFill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C9F9923D-AFA4-284D-4A8D-B50E40DAF137}"/>
              </a:ext>
            </a:extLst>
          </p:cNvPr>
          <p:cNvSpPr txBox="1"/>
          <p:nvPr/>
        </p:nvSpPr>
        <p:spPr>
          <a:xfrm>
            <a:off x="4297473" y="2669964"/>
            <a:ext cx="47641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200">
                <a:solidFill>
                  <a:schemeClr val="bg1"/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40%</a:t>
            </a:r>
            <a:endParaRPr lang="zh-CN" altLang="en-US" sz="1200">
              <a:solidFill>
                <a:schemeClr val="bg1"/>
              </a:solidFill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19383381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187E6D-B3DE-AE31-532F-2364AF89DD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: 圆角 1">
            <a:extLst>
              <a:ext uri="{FF2B5EF4-FFF2-40B4-BE49-F238E27FC236}">
                <a16:creationId xmlns:a16="http://schemas.microsoft.com/office/drawing/2014/main" id="{90D5ACD7-8DEB-F532-5054-52B2E8FDCBE1}"/>
              </a:ext>
            </a:extLst>
          </p:cNvPr>
          <p:cNvSpPr/>
          <p:nvPr/>
        </p:nvSpPr>
        <p:spPr>
          <a:xfrm>
            <a:off x="5267696" y="2929254"/>
            <a:ext cx="1080000" cy="216000"/>
          </a:xfrm>
          <a:prstGeom prst="roundRect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  <a:ea typeface="微软雅黑" panose="020B0503020204020204" pitchFamily="34" charset="-122"/>
              </a:rPr>
              <a:t>Function</a:t>
            </a:r>
            <a:endParaRPr lang="zh-CN" altLang="en-US" sz="800">
              <a:latin typeface="Quicksand Light" panose="00000400000000000000" pitchFamily="2" charset="0"/>
              <a:ea typeface="微软雅黑" panose="020B0503020204020204" pitchFamily="34" charset="-122"/>
            </a:endParaRPr>
          </a:p>
        </p:txBody>
      </p:sp>
      <p:sp>
        <p:nvSpPr>
          <p:cNvPr id="4" name="矩形: 圆角 3">
            <a:extLst>
              <a:ext uri="{FF2B5EF4-FFF2-40B4-BE49-F238E27FC236}">
                <a16:creationId xmlns:a16="http://schemas.microsoft.com/office/drawing/2014/main" id="{F3816BFA-195B-D53D-12A6-6B1BC0C35D7E}"/>
              </a:ext>
            </a:extLst>
          </p:cNvPr>
          <p:cNvSpPr/>
          <p:nvPr/>
        </p:nvSpPr>
        <p:spPr>
          <a:xfrm>
            <a:off x="6583823" y="2562564"/>
            <a:ext cx="900000" cy="216000"/>
          </a:xfrm>
          <a:prstGeom prst="roundRect">
            <a:avLst/>
          </a:prstGeom>
          <a:solidFill>
            <a:srgbClr val="EB3B5A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Arrow function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sp>
        <p:nvSpPr>
          <p:cNvPr id="5" name="矩形: 圆角 4">
            <a:extLst>
              <a:ext uri="{FF2B5EF4-FFF2-40B4-BE49-F238E27FC236}">
                <a16:creationId xmlns:a16="http://schemas.microsoft.com/office/drawing/2014/main" id="{BBBEFDE6-F553-FC40-55BE-4476D7C63A4D}"/>
              </a:ext>
            </a:extLst>
          </p:cNvPr>
          <p:cNvSpPr/>
          <p:nvPr/>
        </p:nvSpPr>
        <p:spPr>
          <a:xfrm>
            <a:off x="6583823" y="2807024"/>
            <a:ext cx="900000" cy="216000"/>
          </a:xfrm>
          <a:prstGeom prst="roundRect">
            <a:avLst/>
          </a:prstGeom>
          <a:solidFill>
            <a:srgbClr val="FA8231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Recursion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sp>
        <p:nvSpPr>
          <p:cNvPr id="6" name="矩形: 圆角 5">
            <a:extLst>
              <a:ext uri="{FF2B5EF4-FFF2-40B4-BE49-F238E27FC236}">
                <a16:creationId xmlns:a16="http://schemas.microsoft.com/office/drawing/2014/main" id="{A58460DC-7CCA-CDEE-7248-74E48FBAF8AB}"/>
              </a:ext>
            </a:extLst>
          </p:cNvPr>
          <p:cNvSpPr/>
          <p:nvPr/>
        </p:nvSpPr>
        <p:spPr>
          <a:xfrm>
            <a:off x="6583823" y="3295944"/>
            <a:ext cx="900000" cy="216000"/>
          </a:xfrm>
          <a:prstGeom prst="roundRect">
            <a:avLst/>
          </a:prstGeom>
          <a:solidFill>
            <a:srgbClr val="F78FB3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Pure function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cxnSp>
        <p:nvCxnSpPr>
          <p:cNvPr id="14" name="连接符: 曲线 13">
            <a:extLst>
              <a:ext uri="{FF2B5EF4-FFF2-40B4-BE49-F238E27FC236}">
                <a16:creationId xmlns:a16="http://schemas.microsoft.com/office/drawing/2014/main" id="{570C4A1D-CF7F-4EE7-B0A4-9848FADB86AE}"/>
              </a:ext>
            </a:extLst>
          </p:cNvPr>
          <p:cNvCxnSpPr>
            <a:stCxn id="2" idx="3"/>
            <a:endCxn id="5" idx="1"/>
          </p:cNvCxnSpPr>
          <p:nvPr/>
        </p:nvCxnSpPr>
        <p:spPr>
          <a:xfrm flipV="1">
            <a:off x="6347696" y="2915024"/>
            <a:ext cx="236127" cy="122230"/>
          </a:xfrm>
          <a:prstGeom prst="curvedConnector3">
            <a:avLst/>
          </a:prstGeom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连接符: 曲线 14">
            <a:extLst>
              <a:ext uri="{FF2B5EF4-FFF2-40B4-BE49-F238E27FC236}">
                <a16:creationId xmlns:a16="http://schemas.microsoft.com/office/drawing/2014/main" id="{91DC933B-A853-1C23-B785-2737BC9E8536}"/>
              </a:ext>
            </a:extLst>
          </p:cNvPr>
          <p:cNvCxnSpPr>
            <a:stCxn id="2" idx="3"/>
            <a:endCxn id="6" idx="1"/>
          </p:cNvCxnSpPr>
          <p:nvPr/>
        </p:nvCxnSpPr>
        <p:spPr>
          <a:xfrm>
            <a:off x="6347696" y="3037254"/>
            <a:ext cx="236127" cy="366690"/>
          </a:xfrm>
          <a:prstGeom prst="curvedConnector3">
            <a:avLst/>
          </a:prstGeom>
          <a:ln>
            <a:solidFill>
              <a:srgbClr val="F78FB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连接符: 曲线 15">
            <a:extLst>
              <a:ext uri="{FF2B5EF4-FFF2-40B4-BE49-F238E27FC236}">
                <a16:creationId xmlns:a16="http://schemas.microsoft.com/office/drawing/2014/main" id="{E4D42452-D266-5D64-8E62-6552D0FB66D4}"/>
              </a:ext>
            </a:extLst>
          </p:cNvPr>
          <p:cNvCxnSpPr>
            <a:stCxn id="4" idx="1"/>
            <a:endCxn id="2" idx="3"/>
          </p:cNvCxnSpPr>
          <p:nvPr/>
        </p:nvCxnSpPr>
        <p:spPr>
          <a:xfrm rot="10800000" flipV="1">
            <a:off x="6347697" y="2670564"/>
            <a:ext cx="236127" cy="366690"/>
          </a:xfrm>
          <a:prstGeom prst="curvedConnector3">
            <a:avLst/>
          </a:prstGeom>
          <a:ln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矩形: 圆角 11">
            <a:extLst>
              <a:ext uri="{FF2B5EF4-FFF2-40B4-BE49-F238E27FC236}">
                <a16:creationId xmlns:a16="http://schemas.microsoft.com/office/drawing/2014/main" id="{634F1C5B-0AAF-CE3B-1836-05B26C63496B}"/>
              </a:ext>
            </a:extLst>
          </p:cNvPr>
          <p:cNvSpPr/>
          <p:nvPr/>
        </p:nvSpPr>
        <p:spPr>
          <a:xfrm>
            <a:off x="6583823" y="3051484"/>
            <a:ext cx="900000" cy="216000"/>
          </a:xfrm>
          <a:prstGeom prst="roundRect">
            <a:avLst/>
          </a:prstGeom>
          <a:solidFill>
            <a:srgbClr val="8854D0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 IIFE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cxnSp>
        <p:nvCxnSpPr>
          <p:cNvPr id="21" name="连接符: 曲线 20">
            <a:extLst>
              <a:ext uri="{FF2B5EF4-FFF2-40B4-BE49-F238E27FC236}">
                <a16:creationId xmlns:a16="http://schemas.microsoft.com/office/drawing/2014/main" id="{CEB82067-B41C-8C96-92BB-57B122338D0D}"/>
              </a:ext>
            </a:extLst>
          </p:cNvPr>
          <p:cNvCxnSpPr>
            <a:cxnSpLocks/>
            <a:stCxn id="2" idx="3"/>
            <a:endCxn id="12" idx="1"/>
          </p:cNvCxnSpPr>
          <p:nvPr/>
        </p:nvCxnSpPr>
        <p:spPr>
          <a:xfrm>
            <a:off x="6347696" y="3037254"/>
            <a:ext cx="236127" cy="122230"/>
          </a:xfrm>
          <a:prstGeom prst="curvedConnector3">
            <a:avLst>
              <a:gd name="adj1" fmla="val 50000"/>
            </a:avLst>
          </a:prstGeom>
          <a:ln>
            <a:solidFill>
              <a:srgbClr val="8854D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矩形: 圆角 8">
            <a:extLst>
              <a:ext uri="{FF2B5EF4-FFF2-40B4-BE49-F238E27FC236}">
                <a16:creationId xmlns:a16="http://schemas.microsoft.com/office/drawing/2014/main" id="{C4BCA514-95ED-A47F-946F-383B4F08D628}"/>
              </a:ext>
            </a:extLst>
          </p:cNvPr>
          <p:cNvSpPr/>
          <p:nvPr/>
        </p:nvSpPr>
        <p:spPr>
          <a:xfrm>
            <a:off x="4392891" y="3430561"/>
            <a:ext cx="792000" cy="216000"/>
          </a:xfrm>
          <a:prstGeom prst="roundRect">
            <a:avLst/>
          </a:prstGeom>
          <a:solidFill>
            <a:schemeClr val="accent5">
              <a:lumMod val="75000"/>
              <a:alpha val="80000"/>
            </a:scheme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Expression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cxnSp>
        <p:nvCxnSpPr>
          <p:cNvPr id="11" name="连接符: 曲线 10">
            <a:extLst>
              <a:ext uri="{FF2B5EF4-FFF2-40B4-BE49-F238E27FC236}">
                <a16:creationId xmlns:a16="http://schemas.microsoft.com/office/drawing/2014/main" id="{6680F40B-40ED-6A3C-25A0-51998059B011}"/>
              </a:ext>
            </a:extLst>
          </p:cNvPr>
          <p:cNvCxnSpPr>
            <a:cxnSpLocks/>
            <a:stCxn id="2" idx="1"/>
            <a:endCxn id="9" idx="3"/>
          </p:cNvCxnSpPr>
          <p:nvPr/>
        </p:nvCxnSpPr>
        <p:spPr>
          <a:xfrm rot="10800000" flipV="1">
            <a:off x="5184892" y="3037253"/>
            <a:ext cx="82805" cy="501307"/>
          </a:xfrm>
          <a:prstGeom prst="curvedConnector3">
            <a:avLst>
              <a:gd name="adj1" fmla="val 50000"/>
            </a:avLst>
          </a:prstGeom>
          <a:ln>
            <a:solidFill>
              <a:srgbClr val="3DC1D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矩形: 圆角 27">
            <a:extLst>
              <a:ext uri="{FF2B5EF4-FFF2-40B4-BE49-F238E27FC236}">
                <a16:creationId xmlns:a16="http://schemas.microsoft.com/office/drawing/2014/main" id="{522FC084-AB3E-233A-465A-B3CA622C58D2}"/>
              </a:ext>
            </a:extLst>
          </p:cNvPr>
          <p:cNvSpPr/>
          <p:nvPr/>
        </p:nvSpPr>
        <p:spPr>
          <a:xfrm>
            <a:off x="4392891" y="2454614"/>
            <a:ext cx="792000" cy="216000"/>
          </a:xfrm>
          <a:prstGeom prst="roundRect">
            <a:avLst/>
          </a:prstGeom>
          <a:solidFill>
            <a:srgbClr val="20BF6B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Declaration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cxnSp>
        <p:nvCxnSpPr>
          <p:cNvPr id="29" name="连接符: 曲线 28">
            <a:extLst>
              <a:ext uri="{FF2B5EF4-FFF2-40B4-BE49-F238E27FC236}">
                <a16:creationId xmlns:a16="http://schemas.microsoft.com/office/drawing/2014/main" id="{BC875AE7-1B90-E613-8D2B-170A6BADFD08}"/>
              </a:ext>
            </a:extLst>
          </p:cNvPr>
          <p:cNvCxnSpPr>
            <a:cxnSpLocks/>
            <a:stCxn id="28" idx="3"/>
            <a:endCxn id="2" idx="1"/>
          </p:cNvCxnSpPr>
          <p:nvPr/>
        </p:nvCxnSpPr>
        <p:spPr>
          <a:xfrm>
            <a:off x="5184891" y="2562614"/>
            <a:ext cx="82805" cy="474640"/>
          </a:xfrm>
          <a:prstGeom prst="curvedConnector3">
            <a:avLst/>
          </a:prstGeom>
          <a:ln>
            <a:solidFill>
              <a:srgbClr val="20BF6B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矩形: 圆角 31">
            <a:extLst>
              <a:ext uri="{FF2B5EF4-FFF2-40B4-BE49-F238E27FC236}">
                <a16:creationId xmlns:a16="http://schemas.microsoft.com/office/drawing/2014/main" id="{DB9727F5-4CEB-8A33-1CF1-B921AE950746}"/>
              </a:ext>
            </a:extLst>
          </p:cNvPr>
          <p:cNvSpPr/>
          <p:nvPr/>
        </p:nvSpPr>
        <p:spPr>
          <a:xfrm>
            <a:off x="3308639" y="1963800"/>
            <a:ext cx="900000" cy="216000"/>
          </a:xfrm>
          <a:prstGeom prst="roundRect">
            <a:avLst/>
          </a:prstGeom>
          <a:solidFill>
            <a:srgbClr val="20BF6B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function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sp>
        <p:nvSpPr>
          <p:cNvPr id="33" name="矩形: 圆角 32">
            <a:extLst>
              <a:ext uri="{FF2B5EF4-FFF2-40B4-BE49-F238E27FC236}">
                <a16:creationId xmlns:a16="http://schemas.microsoft.com/office/drawing/2014/main" id="{C21C8AF3-4C06-12C3-7443-A3E4860153EE}"/>
              </a:ext>
            </a:extLst>
          </p:cNvPr>
          <p:cNvSpPr/>
          <p:nvPr/>
        </p:nvSpPr>
        <p:spPr>
          <a:xfrm>
            <a:off x="3308639" y="2209207"/>
            <a:ext cx="900000" cy="216000"/>
          </a:xfrm>
          <a:prstGeom prst="roundRect">
            <a:avLst/>
          </a:prstGeom>
          <a:solidFill>
            <a:srgbClr val="20BF6B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name 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sp>
        <p:nvSpPr>
          <p:cNvPr id="34" name="矩形: 圆角 33">
            <a:extLst>
              <a:ext uri="{FF2B5EF4-FFF2-40B4-BE49-F238E27FC236}">
                <a16:creationId xmlns:a16="http://schemas.microsoft.com/office/drawing/2014/main" id="{030A6692-22F1-5DE2-7E1C-E0C25BC64D41}"/>
              </a:ext>
            </a:extLst>
          </p:cNvPr>
          <p:cNvSpPr/>
          <p:nvPr/>
        </p:nvSpPr>
        <p:spPr>
          <a:xfrm>
            <a:off x="3308639" y="2454614"/>
            <a:ext cx="900000" cy="216000"/>
          </a:xfrm>
          <a:prstGeom prst="roundRect">
            <a:avLst/>
          </a:prstGeom>
          <a:solidFill>
            <a:srgbClr val="20BF6B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parameters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sp>
        <p:nvSpPr>
          <p:cNvPr id="35" name="矩形: 圆角 34">
            <a:extLst>
              <a:ext uri="{FF2B5EF4-FFF2-40B4-BE49-F238E27FC236}">
                <a16:creationId xmlns:a16="http://schemas.microsoft.com/office/drawing/2014/main" id="{A06A15AB-3AEA-20F5-33C9-86AA3CA9EB7D}"/>
              </a:ext>
            </a:extLst>
          </p:cNvPr>
          <p:cNvSpPr/>
          <p:nvPr/>
        </p:nvSpPr>
        <p:spPr>
          <a:xfrm>
            <a:off x="3308639" y="2700021"/>
            <a:ext cx="900000" cy="216000"/>
          </a:xfrm>
          <a:prstGeom prst="roundRect">
            <a:avLst/>
          </a:prstGeom>
          <a:solidFill>
            <a:srgbClr val="20BF6B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fn_body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sp>
        <p:nvSpPr>
          <p:cNvPr id="36" name="矩形: 圆角 35">
            <a:extLst>
              <a:ext uri="{FF2B5EF4-FFF2-40B4-BE49-F238E27FC236}">
                <a16:creationId xmlns:a16="http://schemas.microsoft.com/office/drawing/2014/main" id="{6501A8F2-FCB8-3D44-0560-011C5AE26B95}"/>
              </a:ext>
            </a:extLst>
          </p:cNvPr>
          <p:cNvSpPr/>
          <p:nvPr/>
        </p:nvSpPr>
        <p:spPr>
          <a:xfrm>
            <a:off x="3308639" y="2945427"/>
            <a:ext cx="900000" cy="216000"/>
          </a:xfrm>
          <a:prstGeom prst="roundRect">
            <a:avLst/>
          </a:prstGeom>
          <a:solidFill>
            <a:srgbClr val="20BF6B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return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cxnSp>
        <p:nvCxnSpPr>
          <p:cNvPr id="40" name="连接符: 曲线 39">
            <a:extLst>
              <a:ext uri="{FF2B5EF4-FFF2-40B4-BE49-F238E27FC236}">
                <a16:creationId xmlns:a16="http://schemas.microsoft.com/office/drawing/2014/main" id="{2959A02B-8A88-9619-2E73-97478F1E1A17}"/>
              </a:ext>
            </a:extLst>
          </p:cNvPr>
          <p:cNvCxnSpPr>
            <a:cxnSpLocks/>
            <a:stCxn id="32" idx="3"/>
            <a:endCxn id="28" idx="1"/>
          </p:cNvCxnSpPr>
          <p:nvPr/>
        </p:nvCxnSpPr>
        <p:spPr>
          <a:xfrm>
            <a:off x="4208639" y="2071800"/>
            <a:ext cx="184252" cy="490814"/>
          </a:xfrm>
          <a:prstGeom prst="curvedConnector3">
            <a:avLst/>
          </a:prstGeom>
          <a:ln>
            <a:solidFill>
              <a:srgbClr val="1AC388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连接符: 曲线 18">
            <a:extLst>
              <a:ext uri="{FF2B5EF4-FFF2-40B4-BE49-F238E27FC236}">
                <a16:creationId xmlns:a16="http://schemas.microsoft.com/office/drawing/2014/main" id="{83BD3AE6-477E-7F86-4CD0-535E21467C14}"/>
              </a:ext>
            </a:extLst>
          </p:cNvPr>
          <p:cNvCxnSpPr>
            <a:cxnSpLocks/>
            <a:stCxn id="36" idx="3"/>
            <a:endCxn id="28" idx="1"/>
          </p:cNvCxnSpPr>
          <p:nvPr/>
        </p:nvCxnSpPr>
        <p:spPr>
          <a:xfrm flipV="1">
            <a:off x="4208639" y="2562614"/>
            <a:ext cx="184252" cy="490813"/>
          </a:xfrm>
          <a:prstGeom prst="curvedConnector3">
            <a:avLst>
              <a:gd name="adj1" fmla="val 50000"/>
            </a:avLst>
          </a:prstGeom>
          <a:ln>
            <a:solidFill>
              <a:srgbClr val="1AC388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矩形: 圆角 29">
            <a:extLst>
              <a:ext uri="{FF2B5EF4-FFF2-40B4-BE49-F238E27FC236}">
                <a16:creationId xmlns:a16="http://schemas.microsoft.com/office/drawing/2014/main" id="{E02C2D44-8086-2D29-35B3-41CF950C1D12}"/>
              </a:ext>
            </a:extLst>
          </p:cNvPr>
          <p:cNvSpPr/>
          <p:nvPr/>
        </p:nvSpPr>
        <p:spPr>
          <a:xfrm>
            <a:off x="3308639" y="3430561"/>
            <a:ext cx="900000" cy="216000"/>
          </a:xfrm>
          <a:prstGeom prst="roundRect">
            <a:avLst/>
          </a:prstGeom>
          <a:solidFill>
            <a:schemeClr val="accent5">
              <a:lumMod val="75000"/>
              <a:alpha val="80000"/>
            </a:scheme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const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cxnSp>
        <p:nvCxnSpPr>
          <p:cNvPr id="42" name="直接连接符 41">
            <a:extLst>
              <a:ext uri="{FF2B5EF4-FFF2-40B4-BE49-F238E27FC236}">
                <a16:creationId xmlns:a16="http://schemas.microsoft.com/office/drawing/2014/main" id="{3973D89E-FF8E-8103-D1E0-660B6873DBB9}"/>
              </a:ext>
            </a:extLst>
          </p:cNvPr>
          <p:cNvCxnSpPr>
            <a:stCxn id="30" idx="3"/>
            <a:endCxn id="9" idx="1"/>
          </p:cNvCxnSpPr>
          <p:nvPr/>
        </p:nvCxnSpPr>
        <p:spPr>
          <a:xfrm>
            <a:off x="4208639" y="3538561"/>
            <a:ext cx="184252" cy="0"/>
          </a:xfrm>
          <a:prstGeom prst="line">
            <a:avLst/>
          </a:prstGeom>
          <a:ln>
            <a:solidFill>
              <a:srgbClr val="3DC1D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05729434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: 圆角 1">
            <a:extLst>
              <a:ext uri="{FF2B5EF4-FFF2-40B4-BE49-F238E27FC236}">
                <a16:creationId xmlns:a16="http://schemas.microsoft.com/office/drawing/2014/main" id="{634E8FE2-D635-D1A4-F363-34DFADAB4955}"/>
              </a:ext>
            </a:extLst>
          </p:cNvPr>
          <p:cNvSpPr/>
          <p:nvPr/>
        </p:nvSpPr>
        <p:spPr>
          <a:xfrm>
            <a:off x="5831820" y="3594417"/>
            <a:ext cx="1440000" cy="360000"/>
          </a:xfrm>
          <a:prstGeom prst="roundRect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latin typeface="Quicksand Light" panose="00000400000000000000" pitchFamily="2" charset="0"/>
                <a:ea typeface="微软雅黑" panose="020B0503020204020204" pitchFamily="34" charset="-122"/>
              </a:rPr>
              <a:t>Operators</a:t>
            </a:r>
            <a:endParaRPr lang="zh-CN" altLang="en-US" sz="1200">
              <a:latin typeface="Quicksand Light" panose="00000400000000000000" pitchFamily="2" charset="0"/>
              <a:ea typeface="微软雅黑" panose="020B0503020204020204" pitchFamily="34" charset="-122"/>
            </a:endParaRPr>
          </a:p>
        </p:txBody>
      </p:sp>
      <p:sp>
        <p:nvSpPr>
          <p:cNvPr id="3" name="矩形: 圆角 2">
            <a:extLst>
              <a:ext uri="{FF2B5EF4-FFF2-40B4-BE49-F238E27FC236}">
                <a16:creationId xmlns:a16="http://schemas.microsoft.com/office/drawing/2014/main" id="{D618FE73-0DBB-FD80-A94F-E674A0CCF743}"/>
              </a:ext>
            </a:extLst>
          </p:cNvPr>
          <p:cNvSpPr/>
          <p:nvPr/>
        </p:nvSpPr>
        <p:spPr>
          <a:xfrm>
            <a:off x="7545848" y="2523825"/>
            <a:ext cx="1440000" cy="360000"/>
          </a:xfrm>
          <a:prstGeom prst="roundRect">
            <a:avLst/>
          </a:prstGeom>
          <a:solidFill>
            <a:srgbClr val="EB3B5A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latin typeface="Quicksand Light" panose="00000400000000000000" pitchFamily="2" charset="0"/>
              </a:rPr>
              <a:t>Relational</a:t>
            </a:r>
            <a:endParaRPr lang="zh-CN" altLang="en-US" sz="1200">
              <a:latin typeface="Quicksand Light" panose="00000400000000000000" pitchFamily="2" charset="0"/>
            </a:endParaRPr>
          </a:p>
        </p:txBody>
      </p:sp>
      <p:sp>
        <p:nvSpPr>
          <p:cNvPr id="4" name="矩形: 圆角 3">
            <a:extLst>
              <a:ext uri="{FF2B5EF4-FFF2-40B4-BE49-F238E27FC236}">
                <a16:creationId xmlns:a16="http://schemas.microsoft.com/office/drawing/2014/main" id="{83651A97-AD29-FDF3-B8D2-1A6EAE40FD56}"/>
              </a:ext>
            </a:extLst>
          </p:cNvPr>
          <p:cNvSpPr/>
          <p:nvPr/>
        </p:nvSpPr>
        <p:spPr>
          <a:xfrm>
            <a:off x="7545848" y="2941011"/>
            <a:ext cx="1440000" cy="360000"/>
          </a:xfrm>
          <a:prstGeom prst="roundRect">
            <a:avLst/>
          </a:prstGeom>
          <a:solidFill>
            <a:srgbClr val="FA8231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latin typeface="Quicksand Light" panose="00000400000000000000" pitchFamily="2" charset="0"/>
              </a:rPr>
              <a:t>Logical</a:t>
            </a:r>
            <a:endParaRPr lang="zh-CN" altLang="en-US" sz="1200">
              <a:latin typeface="Quicksand Light" panose="00000400000000000000" pitchFamily="2" charset="0"/>
            </a:endParaRPr>
          </a:p>
        </p:txBody>
      </p:sp>
      <p:sp>
        <p:nvSpPr>
          <p:cNvPr id="5" name="矩形: 圆角 4">
            <a:extLst>
              <a:ext uri="{FF2B5EF4-FFF2-40B4-BE49-F238E27FC236}">
                <a16:creationId xmlns:a16="http://schemas.microsoft.com/office/drawing/2014/main" id="{552CC350-4BF1-F591-D3FB-A873FC816A10}"/>
              </a:ext>
            </a:extLst>
          </p:cNvPr>
          <p:cNvSpPr/>
          <p:nvPr/>
        </p:nvSpPr>
        <p:spPr>
          <a:xfrm>
            <a:off x="7545848" y="3802036"/>
            <a:ext cx="1440000" cy="360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CN" sz="12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…</a:t>
            </a:r>
            <a:endParaRPr lang="zh-CN" altLang="en-US" sz="120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cxnSp>
        <p:nvCxnSpPr>
          <p:cNvPr id="6" name="连接符: 曲线 5">
            <a:extLst>
              <a:ext uri="{FF2B5EF4-FFF2-40B4-BE49-F238E27FC236}">
                <a16:creationId xmlns:a16="http://schemas.microsoft.com/office/drawing/2014/main" id="{7C72FFE7-5562-6517-9080-EC1136B768FB}"/>
              </a:ext>
            </a:extLst>
          </p:cNvPr>
          <p:cNvCxnSpPr>
            <a:stCxn id="2" idx="3"/>
            <a:endCxn id="4" idx="1"/>
          </p:cNvCxnSpPr>
          <p:nvPr/>
        </p:nvCxnSpPr>
        <p:spPr>
          <a:xfrm flipV="1">
            <a:off x="7271820" y="3121011"/>
            <a:ext cx="274028" cy="653406"/>
          </a:xfrm>
          <a:prstGeom prst="curvedConnector3">
            <a:avLst>
              <a:gd name="adj1" fmla="val 50000"/>
            </a:avLst>
          </a:prstGeom>
          <a:ln w="127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连接符: 曲线 6">
            <a:extLst>
              <a:ext uri="{FF2B5EF4-FFF2-40B4-BE49-F238E27FC236}">
                <a16:creationId xmlns:a16="http://schemas.microsoft.com/office/drawing/2014/main" id="{F47B7E08-6D5E-58E3-3A20-A440F21583E4}"/>
              </a:ext>
            </a:extLst>
          </p:cNvPr>
          <p:cNvCxnSpPr>
            <a:stCxn id="2" idx="3"/>
            <a:endCxn id="5" idx="1"/>
          </p:cNvCxnSpPr>
          <p:nvPr/>
        </p:nvCxnSpPr>
        <p:spPr>
          <a:xfrm>
            <a:off x="7271820" y="3774417"/>
            <a:ext cx="274028" cy="207619"/>
          </a:xfrm>
          <a:prstGeom prst="curvedConnector3">
            <a:avLst>
              <a:gd name="adj1" fmla="val 50000"/>
            </a:avLst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连接符: 曲线 7">
            <a:extLst>
              <a:ext uri="{FF2B5EF4-FFF2-40B4-BE49-F238E27FC236}">
                <a16:creationId xmlns:a16="http://schemas.microsoft.com/office/drawing/2014/main" id="{07F2AA59-8A00-FA90-6F4B-E7EA90F5BB6C}"/>
              </a:ext>
            </a:extLst>
          </p:cNvPr>
          <p:cNvCxnSpPr>
            <a:stCxn id="3" idx="1"/>
            <a:endCxn id="2" idx="3"/>
          </p:cNvCxnSpPr>
          <p:nvPr/>
        </p:nvCxnSpPr>
        <p:spPr>
          <a:xfrm rot="10800000" flipV="1">
            <a:off x="7271820" y="2703825"/>
            <a:ext cx="274028" cy="1070592"/>
          </a:xfrm>
          <a:prstGeom prst="curvedConnector3">
            <a:avLst>
              <a:gd name="adj1" fmla="val 50000"/>
            </a:avLst>
          </a:prstGeom>
          <a:ln w="12700"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矩形: 圆角 8">
            <a:extLst>
              <a:ext uri="{FF2B5EF4-FFF2-40B4-BE49-F238E27FC236}">
                <a16:creationId xmlns:a16="http://schemas.microsoft.com/office/drawing/2014/main" id="{4449CE99-469D-501A-35ED-E89D24E50463}"/>
              </a:ext>
            </a:extLst>
          </p:cNvPr>
          <p:cNvSpPr/>
          <p:nvPr/>
        </p:nvSpPr>
        <p:spPr>
          <a:xfrm>
            <a:off x="7545848" y="3371523"/>
            <a:ext cx="1440000" cy="360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CN" sz="12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?:</a:t>
            </a:r>
            <a:endParaRPr lang="zh-CN" altLang="en-US" sz="120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cxnSp>
        <p:nvCxnSpPr>
          <p:cNvPr id="10" name="连接符: 曲线 9">
            <a:extLst>
              <a:ext uri="{FF2B5EF4-FFF2-40B4-BE49-F238E27FC236}">
                <a16:creationId xmlns:a16="http://schemas.microsoft.com/office/drawing/2014/main" id="{9B4A48AD-800C-19A4-0C08-13530326CEA7}"/>
              </a:ext>
            </a:extLst>
          </p:cNvPr>
          <p:cNvCxnSpPr>
            <a:cxnSpLocks/>
            <a:stCxn id="2" idx="3"/>
            <a:endCxn id="9" idx="1"/>
          </p:cNvCxnSpPr>
          <p:nvPr/>
        </p:nvCxnSpPr>
        <p:spPr>
          <a:xfrm flipV="1">
            <a:off x="7271820" y="3551523"/>
            <a:ext cx="274028" cy="222894"/>
          </a:xfrm>
          <a:prstGeom prst="curvedConnector3">
            <a:avLst>
              <a:gd name="adj1" fmla="val 50000"/>
            </a:avLst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矩形: 圆角 10">
            <a:extLst>
              <a:ext uri="{FF2B5EF4-FFF2-40B4-BE49-F238E27FC236}">
                <a16:creationId xmlns:a16="http://schemas.microsoft.com/office/drawing/2014/main" id="{A424BBF2-9B91-552C-B029-95E13C51D5B8}"/>
              </a:ext>
            </a:extLst>
          </p:cNvPr>
          <p:cNvSpPr/>
          <p:nvPr/>
        </p:nvSpPr>
        <p:spPr>
          <a:xfrm>
            <a:off x="4117792" y="4024929"/>
            <a:ext cx="1440000" cy="360000"/>
          </a:xfrm>
          <a:prstGeom prst="roundRect">
            <a:avLst/>
          </a:prstGeom>
          <a:solidFill>
            <a:schemeClr val="accent5">
              <a:lumMod val="75000"/>
              <a:alpha val="80000"/>
            </a:scheme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latin typeface="Quicksand Light" panose="00000400000000000000" pitchFamily="2" charset="0"/>
              </a:rPr>
              <a:t>Arithmetic</a:t>
            </a:r>
            <a:endParaRPr lang="zh-CN" altLang="en-US" sz="1200">
              <a:latin typeface="Quicksand Light" panose="00000400000000000000" pitchFamily="2" charset="0"/>
            </a:endParaRPr>
          </a:p>
        </p:txBody>
      </p:sp>
      <p:cxnSp>
        <p:nvCxnSpPr>
          <p:cNvPr id="12" name="连接符: 曲线 11">
            <a:extLst>
              <a:ext uri="{FF2B5EF4-FFF2-40B4-BE49-F238E27FC236}">
                <a16:creationId xmlns:a16="http://schemas.microsoft.com/office/drawing/2014/main" id="{AB980C1E-AB8C-3095-4D21-1F5830FB0803}"/>
              </a:ext>
            </a:extLst>
          </p:cNvPr>
          <p:cNvCxnSpPr>
            <a:cxnSpLocks/>
            <a:stCxn id="2" idx="1"/>
            <a:endCxn id="11" idx="3"/>
          </p:cNvCxnSpPr>
          <p:nvPr/>
        </p:nvCxnSpPr>
        <p:spPr>
          <a:xfrm rot="10800000" flipV="1">
            <a:off x="5557792" y="3774417"/>
            <a:ext cx="274028" cy="430512"/>
          </a:xfrm>
          <a:prstGeom prst="curvedConnector3">
            <a:avLst>
              <a:gd name="adj1" fmla="val 50000"/>
            </a:avLst>
          </a:prstGeom>
          <a:ln w="12700">
            <a:solidFill>
              <a:srgbClr val="3DC1D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矩形: 圆角 12">
            <a:extLst>
              <a:ext uri="{FF2B5EF4-FFF2-40B4-BE49-F238E27FC236}">
                <a16:creationId xmlns:a16="http://schemas.microsoft.com/office/drawing/2014/main" id="{F3577F6F-B6B1-21BC-8E87-63291A058F93}"/>
              </a:ext>
            </a:extLst>
          </p:cNvPr>
          <p:cNvSpPr/>
          <p:nvPr/>
        </p:nvSpPr>
        <p:spPr>
          <a:xfrm>
            <a:off x="4117792" y="3163905"/>
            <a:ext cx="1440000" cy="360000"/>
          </a:xfrm>
          <a:prstGeom prst="roundRect">
            <a:avLst/>
          </a:prstGeom>
          <a:solidFill>
            <a:srgbClr val="20BF6B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latin typeface="Quicksand Light" panose="00000400000000000000" pitchFamily="2" charset="0"/>
              </a:rPr>
              <a:t>Assignment</a:t>
            </a:r>
            <a:endParaRPr lang="zh-CN" altLang="en-US" sz="1200">
              <a:latin typeface="Quicksand Light" panose="00000400000000000000" pitchFamily="2" charset="0"/>
            </a:endParaRPr>
          </a:p>
        </p:txBody>
      </p:sp>
      <p:cxnSp>
        <p:nvCxnSpPr>
          <p:cNvPr id="14" name="连接符: 曲线 13">
            <a:extLst>
              <a:ext uri="{FF2B5EF4-FFF2-40B4-BE49-F238E27FC236}">
                <a16:creationId xmlns:a16="http://schemas.microsoft.com/office/drawing/2014/main" id="{0975120A-C7F0-B4CE-A984-3C43441CF2F6}"/>
              </a:ext>
            </a:extLst>
          </p:cNvPr>
          <p:cNvCxnSpPr>
            <a:cxnSpLocks/>
            <a:stCxn id="13" idx="3"/>
            <a:endCxn id="2" idx="1"/>
          </p:cNvCxnSpPr>
          <p:nvPr/>
        </p:nvCxnSpPr>
        <p:spPr>
          <a:xfrm>
            <a:off x="5557792" y="3343905"/>
            <a:ext cx="274028" cy="430512"/>
          </a:xfrm>
          <a:prstGeom prst="curvedConnector3">
            <a:avLst>
              <a:gd name="adj1" fmla="val 50000"/>
            </a:avLst>
          </a:prstGeom>
          <a:ln w="12700">
            <a:solidFill>
              <a:srgbClr val="20BF6B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矩形: 圆角 15">
            <a:extLst>
              <a:ext uri="{FF2B5EF4-FFF2-40B4-BE49-F238E27FC236}">
                <a16:creationId xmlns:a16="http://schemas.microsoft.com/office/drawing/2014/main" id="{83CB156F-BF7C-2A1B-5E9E-B5FBA8236F1C}"/>
              </a:ext>
            </a:extLst>
          </p:cNvPr>
          <p:cNvSpPr/>
          <p:nvPr/>
        </p:nvSpPr>
        <p:spPr>
          <a:xfrm>
            <a:off x="2403764" y="2518137"/>
            <a:ext cx="1440000" cy="360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endParaRPr lang="zh-CN" altLang="en-US" sz="1200">
              <a:solidFill>
                <a:schemeClr val="tx1"/>
              </a:solidFill>
              <a:latin typeface="Quicksand Light" panose="00000400000000000000" pitchFamily="2" charset="0"/>
            </a:endParaRPr>
          </a:p>
        </p:txBody>
      </p:sp>
      <p:sp>
        <p:nvSpPr>
          <p:cNvPr id="17" name="矩形: 圆角 16">
            <a:extLst>
              <a:ext uri="{FF2B5EF4-FFF2-40B4-BE49-F238E27FC236}">
                <a16:creationId xmlns:a16="http://schemas.microsoft.com/office/drawing/2014/main" id="{BBFA6601-E040-6F4E-928E-A0155D0C1A09}"/>
              </a:ext>
            </a:extLst>
          </p:cNvPr>
          <p:cNvSpPr/>
          <p:nvPr/>
        </p:nvSpPr>
        <p:spPr>
          <a:xfrm>
            <a:off x="2403764" y="2948649"/>
            <a:ext cx="1440000" cy="360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US" altLang="zh-CN" sz="1200">
                <a:solidFill>
                  <a:schemeClr val="tx1"/>
                </a:solidFill>
                <a:latin typeface="Quicksand Light" panose="00000400000000000000" pitchFamily="2" charset="0"/>
              </a:rPr>
              <a:t>=  +=  -=  *=  /=  %=</a:t>
            </a:r>
            <a:endParaRPr lang="zh-CN" altLang="en-US" sz="1200">
              <a:solidFill>
                <a:schemeClr val="tx1"/>
              </a:solidFill>
              <a:latin typeface="Quicksand Light" panose="00000400000000000000" pitchFamily="2" charset="0"/>
            </a:endParaRPr>
          </a:p>
        </p:txBody>
      </p:sp>
      <p:sp>
        <p:nvSpPr>
          <p:cNvPr id="18" name="矩形: 圆角 17">
            <a:extLst>
              <a:ext uri="{FF2B5EF4-FFF2-40B4-BE49-F238E27FC236}">
                <a16:creationId xmlns:a16="http://schemas.microsoft.com/office/drawing/2014/main" id="{FED7A42E-1B36-26D9-F1F1-C99177C47FC1}"/>
              </a:ext>
            </a:extLst>
          </p:cNvPr>
          <p:cNvSpPr/>
          <p:nvPr/>
        </p:nvSpPr>
        <p:spPr>
          <a:xfrm>
            <a:off x="2403764" y="3379161"/>
            <a:ext cx="1440000" cy="360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US" altLang="zh-CN" sz="1200">
                <a:solidFill>
                  <a:schemeClr val="tx1"/>
                </a:solidFill>
                <a:latin typeface="Quicksand Light" panose="00000400000000000000" pitchFamily="2" charset="0"/>
              </a:rPr>
              <a:t>==  !=  ===  !== </a:t>
            </a:r>
            <a:endParaRPr lang="zh-CN" altLang="en-US" sz="1200">
              <a:solidFill>
                <a:schemeClr val="tx1"/>
              </a:solidFill>
              <a:latin typeface="Quicksand Light" panose="00000400000000000000" pitchFamily="2" charset="0"/>
            </a:endParaRPr>
          </a:p>
        </p:txBody>
      </p:sp>
      <p:sp>
        <p:nvSpPr>
          <p:cNvPr id="19" name="矩形: 圆角 18">
            <a:extLst>
              <a:ext uri="{FF2B5EF4-FFF2-40B4-BE49-F238E27FC236}">
                <a16:creationId xmlns:a16="http://schemas.microsoft.com/office/drawing/2014/main" id="{40CB5302-960F-933E-A403-D35ABAB4693C}"/>
              </a:ext>
            </a:extLst>
          </p:cNvPr>
          <p:cNvSpPr/>
          <p:nvPr/>
        </p:nvSpPr>
        <p:spPr>
          <a:xfrm>
            <a:off x="2403764" y="3809673"/>
            <a:ext cx="1440000" cy="360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US" altLang="zh-CN" sz="1200">
                <a:solidFill>
                  <a:schemeClr val="tx1"/>
                </a:solidFill>
                <a:latin typeface="Quicksand Light" panose="00000400000000000000" pitchFamily="2" charset="0"/>
              </a:rPr>
              <a:t>+  -  *  /  %</a:t>
            </a:r>
            <a:endParaRPr lang="zh-CN" altLang="en-US" sz="1200">
              <a:solidFill>
                <a:schemeClr val="tx1"/>
              </a:solidFill>
              <a:latin typeface="Quicksand Light" panose="00000400000000000000" pitchFamily="2" charset="0"/>
            </a:endParaRPr>
          </a:p>
        </p:txBody>
      </p:sp>
      <p:cxnSp>
        <p:nvCxnSpPr>
          <p:cNvPr id="20" name="连接符: 曲线 19">
            <a:extLst>
              <a:ext uri="{FF2B5EF4-FFF2-40B4-BE49-F238E27FC236}">
                <a16:creationId xmlns:a16="http://schemas.microsoft.com/office/drawing/2014/main" id="{91A87062-3FE8-5D85-C91B-216EE05868A0}"/>
              </a:ext>
            </a:extLst>
          </p:cNvPr>
          <p:cNvCxnSpPr>
            <a:cxnSpLocks/>
            <a:stCxn id="17" idx="3"/>
            <a:endCxn id="13" idx="1"/>
          </p:cNvCxnSpPr>
          <p:nvPr/>
        </p:nvCxnSpPr>
        <p:spPr>
          <a:xfrm>
            <a:off x="3843764" y="3128649"/>
            <a:ext cx="274028" cy="215256"/>
          </a:xfrm>
          <a:prstGeom prst="curvedConnector3">
            <a:avLst/>
          </a:prstGeom>
          <a:ln w="63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连接符: 曲线 20">
            <a:extLst>
              <a:ext uri="{FF2B5EF4-FFF2-40B4-BE49-F238E27FC236}">
                <a16:creationId xmlns:a16="http://schemas.microsoft.com/office/drawing/2014/main" id="{91F28CC5-C590-887A-0630-FF3180F60239}"/>
              </a:ext>
            </a:extLst>
          </p:cNvPr>
          <p:cNvCxnSpPr>
            <a:cxnSpLocks/>
            <a:stCxn id="19" idx="3"/>
            <a:endCxn id="11" idx="1"/>
          </p:cNvCxnSpPr>
          <p:nvPr/>
        </p:nvCxnSpPr>
        <p:spPr>
          <a:xfrm>
            <a:off x="3843764" y="3989673"/>
            <a:ext cx="274028" cy="215256"/>
          </a:xfrm>
          <a:prstGeom prst="curvedConnector3">
            <a:avLst>
              <a:gd name="adj1" fmla="val 50000"/>
            </a:avLst>
          </a:prstGeom>
          <a:ln w="63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矩形: 圆角 21">
            <a:extLst>
              <a:ext uri="{FF2B5EF4-FFF2-40B4-BE49-F238E27FC236}">
                <a16:creationId xmlns:a16="http://schemas.microsoft.com/office/drawing/2014/main" id="{954DFB43-097D-94B7-7B72-ED658C0642A0}"/>
              </a:ext>
            </a:extLst>
          </p:cNvPr>
          <p:cNvSpPr/>
          <p:nvPr/>
        </p:nvSpPr>
        <p:spPr>
          <a:xfrm>
            <a:off x="2403764" y="4240186"/>
            <a:ext cx="1440000" cy="360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US" altLang="zh-CN" sz="1200">
                <a:solidFill>
                  <a:schemeClr val="tx1"/>
                </a:solidFill>
                <a:latin typeface="Quicksand Light" panose="00000400000000000000" pitchFamily="2" charset="0"/>
              </a:rPr>
              <a:t>++  --</a:t>
            </a:r>
            <a:endParaRPr lang="zh-CN" altLang="en-US" sz="1200">
              <a:solidFill>
                <a:schemeClr val="tx1"/>
              </a:solidFill>
              <a:latin typeface="Quicksand Light" panose="00000400000000000000" pitchFamily="2" charset="0"/>
            </a:endParaRPr>
          </a:p>
        </p:txBody>
      </p:sp>
      <p:sp>
        <p:nvSpPr>
          <p:cNvPr id="24" name="矩形: 圆角 23">
            <a:extLst>
              <a:ext uri="{FF2B5EF4-FFF2-40B4-BE49-F238E27FC236}">
                <a16:creationId xmlns:a16="http://schemas.microsoft.com/office/drawing/2014/main" id="{576FA863-D9F5-BAE6-8C25-979BB6538F92}"/>
              </a:ext>
            </a:extLst>
          </p:cNvPr>
          <p:cNvSpPr/>
          <p:nvPr/>
        </p:nvSpPr>
        <p:spPr>
          <a:xfrm>
            <a:off x="7545848" y="4232549"/>
            <a:ext cx="1440000" cy="360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CN" sz="12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instanceOf</a:t>
            </a:r>
            <a:endParaRPr lang="zh-CN" altLang="en-US" sz="120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cxnSp>
        <p:nvCxnSpPr>
          <p:cNvPr id="25" name="连接符: 曲线 24">
            <a:extLst>
              <a:ext uri="{FF2B5EF4-FFF2-40B4-BE49-F238E27FC236}">
                <a16:creationId xmlns:a16="http://schemas.microsoft.com/office/drawing/2014/main" id="{078EA255-9C01-A5B8-1591-7D79FD7F467F}"/>
              </a:ext>
            </a:extLst>
          </p:cNvPr>
          <p:cNvCxnSpPr>
            <a:cxnSpLocks/>
            <a:stCxn id="2" idx="3"/>
            <a:endCxn id="24" idx="1"/>
          </p:cNvCxnSpPr>
          <p:nvPr/>
        </p:nvCxnSpPr>
        <p:spPr>
          <a:xfrm>
            <a:off x="7271820" y="3774417"/>
            <a:ext cx="274028" cy="638132"/>
          </a:xfrm>
          <a:prstGeom prst="curvedConnector3">
            <a:avLst>
              <a:gd name="adj1" fmla="val 50000"/>
            </a:avLst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矩形: 圆角 27">
            <a:extLst>
              <a:ext uri="{FF2B5EF4-FFF2-40B4-BE49-F238E27FC236}">
                <a16:creationId xmlns:a16="http://schemas.microsoft.com/office/drawing/2014/main" id="{F481DFCC-398B-CD20-5E79-D19AA46FE113}"/>
              </a:ext>
            </a:extLst>
          </p:cNvPr>
          <p:cNvSpPr/>
          <p:nvPr/>
        </p:nvSpPr>
        <p:spPr>
          <a:xfrm>
            <a:off x="7545848" y="4663062"/>
            <a:ext cx="1440000" cy="360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CN" sz="12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typeOf</a:t>
            </a:r>
            <a:endParaRPr lang="zh-CN" altLang="en-US" sz="120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cxnSp>
        <p:nvCxnSpPr>
          <p:cNvPr id="29" name="连接符: 曲线 28">
            <a:extLst>
              <a:ext uri="{FF2B5EF4-FFF2-40B4-BE49-F238E27FC236}">
                <a16:creationId xmlns:a16="http://schemas.microsoft.com/office/drawing/2014/main" id="{C28FFC84-AC6E-748D-569A-3357FBAEE38F}"/>
              </a:ext>
            </a:extLst>
          </p:cNvPr>
          <p:cNvCxnSpPr>
            <a:cxnSpLocks/>
            <a:stCxn id="2" idx="3"/>
            <a:endCxn id="28" idx="1"/>
          </p:cNvCxnSpPr>
          <p:nvPr/>
        </p:nvCxnSpPr>
        <p:spPr>
          <a:xfrm>
            <a:off x="7271820" y="3774417"/>
            <a:ext cx="274028" cy="1068645"/>
          </a:xfrm>
          <a:prstGeom prst="curvedConnector3">
            <a:avLst>
              <a:gd name="adj1" fmla="val 50000"/>
            </a:avLst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矩形: 圆角 31">
            <a:extLst>
              <a:ext uri="{FF2B5EF4-FFF2-40B4-BE49-F238E27FC236}">
                <a16:creationId xmlns:a16="http://schemas.microsoft.com/office/drawing/2014/main" id="{34AEBBDB-BA5B-C006-5766-25AE5F4A7A63}"/>
              </a:ext>
            </a:extLst>
          </p:cNvPr>
          <p:cNvSpPr/>
          <p:nvPr/>
        </p:nvSpPr>
        <p:spPr>
          <a:xfrm>
            <a:off x="9259876" y="2523825"/>
            <a:ext cx="1440000" cy="360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CN" sz="12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&lt;  &lt;=  &gt;  &gt;=</a:t>
            </a:r>
            <a:endParaRPr lang="zh-CN" altLang="en-US" sz="120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sp>
        <p:nvSpPr>
          <p:cNvPr id="34" name="矩形: 圆角 33">
            <a:extLst>
              <a:ext uri="{FF2B5EF4-FFF2-40B4-BE49-F238E27FC236}">
                <a16:creationId xmlns:a16="http://schemas.microsoft.com/office/drawing/2014/main" id="{0302CD4B-A2D8-F678-AAC6-954CF94B4AA9}"/>
              </a:ext>
            </a:extLst>
          </p:cNvPr>
          <p:cNvSpPr/>
          <p:nvPr/>
        </p:nvSpPr>
        <p:spPr>
          <a:xfrm>
            <a:off x="9259876" y="2941011"/>
            <a:ext cx="1440000" cy="360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CN" sz="12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&amp;&amp;  ||  !</a:t>
            </a:r>
            <a:endParaRPr lang="zh-CN" altLang="en-US" sz="120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cxnSp>
        <p:nvCxnSpPr>
          <p:cNvPr id="35" name="连接符: 曲线 34">
            <a:extLst>
              <a:ext uri="{FF2B5EF4-FFF2-40B4-BE49-F238E27FC236}">
                <a16:creationId xmlns:a16="http://schemas.microsoft.com/office/drawing/2014/main" id="{4A0BB9E3-3DFD-7642-A46F-3B63D7898C5A}"/>
              </a:ext>
            </a:extLst>
          </p:cNvPr>
          <p:cNvCxnSpPr>
            <a:cxnSpLocks/>
            <a:stCxn id="22" idx="3"/>
            <a:endCxn id="11" idx="1"/>
          </p:cNvCxnSpPr>
          <p:nvPr/>
        </p:nvCxnSpPr>
        <p:spPr>
          <a:xfrm flipV="1">
            <a:off x="3843764" y="4204929"/>
            <a:ext cx="274028" cy="215257"/>
          </a:xfrm>
          <a:prstGeom prst="curvedConnector3">
            <a:avLst>
              <a:gd name="adj1" fmla="val 50000"/>
            </a:avLst>
          </a:prstGeom>
          <a:ln w="63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连接符: 曲线 38">
            <a:extLst>
              <a:ext uri="{FF2B5EF4-FFF2-40B4-BE49-F238E27FC236}">
                <a16:creationId xmlns:a16="http://schemas.microsoft.com/office/drawing/2014/main" id="{DF1E8885-D54A-2619-4CE0-0A58A96F63C3}"/>
              </a:ext>
            </a:extLst>
          </p:cNvPr>
          <p:cNvCxnSpPr>
            <a:cxnSpLocks/>
            <a:stCxn id="18" idx="3"/>
            <a:endCxn id="13" idx="1"/>
          </p:cNvCxnSpPr>
          <p:nvPr/>
        </p:nvCxnSpPr>
        <p:spPr>
          <a:xfrm flipV="1">
            <a:off x="3843764" y="3343905"/>
            <a:ext cx="274028" cy="215256"/>
          </a:xfrm>
          <a:prstGeom prst="curvedConnector3">
            <a:avLst>
              <a:gd name="adj1" fmla="val 50000"/>
            </a:avLst>
          </a:prstGeom>
          <a:ln w="63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直接连接符 45">
            <a:extLst>
              <a:ext uri="{FF2B5EF4-FFF2-40B4-BE49-F238E27FC236}">
                <a16:creationId xmlns:a16="http://schemas.microsoft.com/office/drawing/2014/main" id="{7FB5121F-CF40-86A0-E8CF-D9B45049AF30}"/>
              </a:ext>
            </a:extLst>
          </p:cNvPr>
          <p:cNvCxnSpPr>
            <a:stCxn id="3" idx="3"/>
            <a:endCxn id="32" idx="1"/>
          </p:cNvCxnSpPr>
          <p:nvPr/>
        </p:nvCxnSpPr>
        <p:spPr>
          <a:xfrm>
            <a:off x="8985848" y="2703825"/>
            <a:ext cx="274028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" name="直接连接符 47">
            <a:extLst>
              <a:ext uri="{FF2B5EF4-FFF2-40B4-BE49-F238E27FC236}">
                <a16:creationId xmlns:a16="http://schemas.microsoft.com/office/drawing/2014/main" id="{04EEDF4C-47E4-08FE-0BEB-97D8611533D4}"/>
              </a:ext>
            </a:extLst>
          </p:cNvPr>
          <p:cNvCxnSpPr>
            <a:stCxn id="4" idx="3"/>
            <a:endCxn id="34" idx="1"/>
          </p:cNvCxnSpPr>
          <p:nvPr/>
        </p:nvCxnSpPr>
        <p:spPr>
          <a:xfrm>
            <a:off x="8985848" y="3121011"/>
            <a:ext cx="274028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442043771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DD9AA4-B815-414D-AA86-615930DA74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: 圆角 1">
            <a:extLst>
              <a:ext uri="{FF2B5EF4-FFF2-40B4-BE49-F238E27FC236}">
                <a16:creationId xmlns:a16="http://schemas.microsoft.com/office/drawing/2014/main" id="{010A144C-BF9E-88A6-1774-3754E473ED22}"/>
              </a:ext>
            </a:extLst>
          </p:cNvPr>
          <p:cNvSpPr/>
          <p:nvPr/>
        </p:nvSpPr>
        <p:spPr>
          <a:xfrm>
            <a:off x="5831820" y="3080067"/>
            <a:ext cx="1440000" cy="360000"/>
          </a:xfrm>
          <a:prstGeom prst="roundRect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latin typeface="Quicksand Light" panose="00000400000000000000" pitchFamily="2" charset="0"/>
                <a:ea typeface="微软雅黑" panose="020B0503020204020204" pitchFamily="34" charset="-122"/>
              </a:rPr>
              <a:t>Function</a:t>
            </a:r>
            <a:endParaRPr lang="zh-CN" altLang="en-US" sz="1200">
              <a:latin typeface="Quicksand Light" panose="00000400000000000000" pitchFamily="2" charset="0"/>
              <a:ea typeface="微软雅黑" panose="020B0503020204020204" pitchFamily="34" charset="-122"/>
            </a:endParaRPr>
          </a:p>
        </p:txBody>
      </p:sp>
      <p:sp>
        <p:nvSpPr>
          <p:cNvPr id="3" name="矩形: 圆角 2">
            <a:extLst>
              <a:ext uri="{FF2B5EF4-FFF2-40B4-BE49-F238E27FC236}">
                <a16:creationId xmlns:a16="http://schemas.microsoft.com/office/drawing/2014/main" id="{CCCDF567-265B-465F-6B3C-21679D49E614}"/>
              </a:ext>
            </a:extLst>
          </p:cNvPr>
          <p:cNvSpPr/>
          <p:nvPr/>
        </p:nvSpPr>
        <p:spPr>
          <a:xfrm>
            <a:off x="7545848" y="2434299"/>
            <a:ext cx="1440000" cy="360000"/>
          </a:xfrm>
          <a:prstGeom prst="roundRect">
            <a:avLst/>
          </a:prstGeom>
          <a:solidFill>
            <a:srgbClr val="EB3B5A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latin typeface="Quicksand Light" panose="00000400000000000000" pitchFamily="2" charset="0"/>
              </a:rPr>
              <a:t>Arrow function</a:t>
            </a:r>
            <a:endParaRPr lang="zh-CN" altLang="en-US" sz="1200">
              <a:latin typeface="Quicksand Light" panose="00000400000000000000" pitchFamily="2" charset="0"/>
            </a:endParaRPr>
          </a:p>
        </p:txBody>
      </p:sp>
      <p:sp>
        <p:nvSpPr>
          <p:cNvPr id="4" name="矩形: 圆角 3">
            <a:extLst>
              <a:ext uri="{FF2B5EF4-FFF2-40B4-BE49-F238E27FC236}">
                <a16:creationId xmlns:a16="http://schemas.microsoft.com/office/drawing/2014/main" id="{975FAEDC-1573-21E6-B78B-724285A43BC6}"/>
              </a:ext>
            </a:extLst>
          </p:cNvPr>
          <p:cNvSpPr/>
          <p:nvPr/>
        </p:nvSpPr>
        <p:spPr>
          <a:xfrm>
            <a:off x="7545848" y="2864811"/>
            <a:ext cx="1440000" cy="360000"/>
          </a:xfrm>
          <a:prstGeom prst="roundRect">
            <a:avLst/>
          </a:prstGeom>
          <a:solidFill>
            <a:srgbClr val="FA8231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latin typeface="Quicksand Light" panose="00000400000000000000" pitchFamily="2" charset="0"/>
              </a:rPr>
              <a:t>Recursion</a:t>
            </a:r>
            <a:endParaRPr lang="zh-CN" altLang="en-US" sz="1200">
              <a:latin typeface="Quicksand Light" panose="00000400000000000000" pitchFamily="2" charset="0"/>
            </a:endParaRPr>
          </a:p>
        </p:txBody>
      </p:sp>
      <p:sp>
        <p:nvSpPr>
          <p:cNvPr id="5" name="矩形: 圆角 4">
            <a:extLst>
              <a:ext uri="{FF2B5EF4-FFF2-40B4-BE49-F238E27FC236}">
                <a16:creationId xmlns:a16="http://schemas.microsoft.com/office/drawing/2014/main" id="{8D448EB8-0D58-1DB1-2A56-2B90607E190F}"/>
              </a:ext>
            </a:extLst>
          </p:cNvPr>
          <p:cNvSpPr/>
          <p:nvPr/>
        </p:nvSpPr>
        <p:spPr>
          <a:xfrm>
            <a:off x="7545848" y="3725836"/>
            <a:ext cx="1440000" cy="360000"/>
          </a:xfrm>
          <a:prstGeom prst="roundRect">
            <a:avLst/>
          </a:prstGeom>
          <a:solidFill>
            <a:srgbClr val="F78FB3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latin typeface="Quicksand Light" panose="00000400000000000000" pitchFamily="2" charset="0"/>
              </a:rPr>
              <a:t>Pure function</a:t>
            </a:r>
            <a:endParaRPr lang="zh-CN" altLang="en-US" sz="1200">
              <a:latin typeface="Quicksand Light" panose="00000400000000000000" pitchFamily="2" charset="0"/>
            </a:endParaRPr>
          </a:p>
        </p:txBody>
      </p:sp>
      <p:cxnSp>
        <p:nvCxnSpPr>
          <p:cNvPr id="6" name="连接符: 曲线 5">
            <a:extLst>
              <a:ext uri="{FF2B5EF4-FFF2-40B4-BE49-F238E27FC236}">
                <a16:creationId xmlns:a16="http://schemas.microsoft.com/office/drawing/2014/main" id="{3E0E9ABF-6E01-E9A6-4536-E11B7E4E2F7E}"/>
              </a:ext>
            </a:extLst>
          </p:cNvPr>
          <p:cNvCxnSpPr>
            <a:stCxn id="2" idx="3"/>
            <a:endCxn id="4" idx="1"/>
          </p:cNvCxnSpPr>
          <p:nvPr/>
        </p:nvCxnSpPr>
        <p:spPr>
          <a:xfrm flipV="1">
            <a:off x="7271820" y="3044811"/>
            <a:ext cx="274028" cy="215256"/>
          </a:xfrm>
          <a:prstGeom prst="curvedConnector3">
            <a:avLst>
              <a:gd name="adj1" fmla="val 50000"/>
            </a:avLst>
          </a:prstGeom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连接符: 曲线 6">
            <a:extLst>
              <a:ext uri="{FF2B5EF4-FFF2-40B4-BE49-F238E27FC236}">
                <a16:creationId xmlns:a16="http://schemas.microsoft.com/office/drawing/2014/main" id="{7F0CD408-56E4-E023-C01F-B0A0E5BEE479}"/>
              </a:ext>
            </a:extLst>
          </p:cNvPr>
          <p:cNvCxnSpPr>
            <a:stCxn id="2" idx="3"/>
            <a:endCxn id="5" idx="1"/>
          </p:cNvCxnSpPr>
          <p:nvPr/>
        </p:nvCxnSpPr>
        <p:spPr>
          <a:xfrm>
            <a:off x="7271820" y="3260067"/>
            <a:ext cx="274028" cy="645769"/>
          </a:xfrm>
          <a:prstGeom prst="curvedConnector3">
            <a:avLst>
              <a:gd name="adj1" fmla="val 50000"/>
            </a:avLst>
          </a:prstGeom>
          <a:ln>
            <a:solidFill>
              <a:srgbClr val="F78FB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连接符: 曲线 7">
            <a:extLst>
              <a:ext uri="{FF2B5EF4-FFF2-40B4-BE49-F238E27FC236}">
                <a16:creationId xmlns:a16="http://schemas.microsoft.com/office/drawing/2014/main" id="{73378C62-36C4-BC90-A553-EFE96E0235AA}"/>
              </a:ext>
            </a:extLst>
          </p:cNvPr>
          <p:cNvCxnSpPr>
            <a:stCxn id="3" idx="1"/>
            <a:endCxn id="2" idx="3"/>
          </p:cNvCxnSpPr>
          <p:nvPr/>
        </p:nvCxnSpPr>
        <p:spPr>
          <a:xfrm rot="10800000" flipV="1">
            <a:off x="7271820" y="2614299"/>
            <a:ext cx="274028" cy="645768"/>
          </a:xfrm>
          <a:prstGeom prst="curvedConnector3">
            <a:avLst>
              <a:gd name="adj1" fmla="val 50000"/>
            </a:avLst>
          </a:prstGeom>
          <a:ln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矩形: 圆角 8">
            <a:extLst>
              <a:ext uri="{FF2B5EF4-FFF2-40B4-BE49-F238E27FC236}">
                <a16:creationId xmlns:a16="http://schemas.microsoft.com/office/drawing/2014/main" id="{4F736F5F-BB97-6D37-C3B9-B87ABF175165}"/>
              </a:ext>
            </a:extLst>
          </p:cNvPr>
          <p:cNvSpPr/>
          <p:nvPr/>
        </p:nvSpPr>
        <p:spPr>
          <a:xfrm>
            <a:off x="7545848" y="3295323"/>
            <a:ext cx="1440000" cy="360000"/>
          </a:xfrm>
          <a:prstGeom prst="roundRect">
            <a:avLst/>
          </a:prstGeom>
          <a:solidFill>
            <a:srgbClr val="8854D0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latin typeface="Quicksand Light" panose="00000400000000000000" pitchFamily="2" charset="0"/>
              </a:rPr>
              <a:t> IIFE</a:t>
            </a:r>
            <a:endParaRPr lang="zh-CN" altLang="en-US" sz="1200">
              <a:latin typeface="Quicksand Light" panose="00000400000000000000" pitchFamily="2" charset="0"/>
            </a:endParaRPr>
          </a:p>
        </p:txBody>
      </p:sp>
      <p:cxnSp>
        <p:nvCxnSpPr>
          <p:cNvPr id="10" name="连接符: 曲线 9">
            <a:extLst>
              <a:ext uri="{FF2B5EF4-FFF2-40B4-BE49-F238E27FC236}">
                <a16:creationId xmlns:a16="http://schemas.microsoft.com/office/drawing/2014/main" id="{20401C2F-072C-B750-AD28-E3073F92F738}"/>
              </a:ext>
            </a:extLst>
          </p:cNvPr>
          <p:cNvCxnSpPr>
            <a:cxnSpLocks/>
            <a:stCxn id="2" idx="3"/>
            <a:endCxn id="9" idx="1"/>
          </p:cNvCxnSpPr>
          <p:nvPr/>
        </p:nvCxnSpPr>
        <p:spPr>
          <a:xfrm>
            <a:off x="7271820" y="3260067"/>
            <a:ext cx="274028" cy="215256"/>
          </a:xfrm>
          <a:prstGeom prst="curvedConnector3">
            <a:avLst>
              <a:gd name="adj1" fmla="val 50000"/>
            </a:avLst>
          </a:prstGeom>
          <a:ln>
            <a:solidFill>
              <a:srgbClr val="8854D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矩形: 圆角 10">
            <a:extLst>
              <a:ext uri="{FF2B5EF4-FFF2-40B4-BE49-F238E27FC236}">
                <a16:creationId xmlns:a16="http://schemas.microsoft.com/office/drawing/2014/main" id="{F3F947A2-8256-E018-9B57-36F633134D78}"/>
              </a:ext>
            </a:extLst>
          </p:cNvPr>
          <p:cNvSpPr/>
          <p:nvPr/>
        </p:nvSpPr>
        <p:spPr>
          <a:xfrm>
            <a:off x="4117792" y="3725836"/>
            <a:ext cx="1440000" cy="360000"/>
          </a:xfrm>
          <a:prstGeom prst="roundRect">
            <a:avLst/>
          </a:prstGeom>
          <a:solidFill>
            <a:schemeClr val="accent5">
              <a:lumMod val="75000"/>
              <a:alpha val="80000"/>
            </a:scheme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latin typeface="Quicksand Light" panose="00000400000000000000" pitchFamily="2" charset="0"/>
              </a:rPr>
              <a:t>Expression</a:t>
            </a:r>
            <a:endParaRPr lang="zh-CN" altLang="en-US" sz="1200">
              <a:latin typeface="Quicksand Light" panose="00000400000000000000" pitchFamily="2" charset="0"/>
            </a:endParaRPr>
          </a:p>
        </p:txBody>
      </p:sp>
      <p:cxnSp>
        <p:nvCxnSpPr>
          <p:cNvPr id="12" name="连接符: 曲线 11">
            <a:extLst>
              <a:ext uri="{FF2B5EF4-FFF2-40B4-BE49-F238E27FC236}">
                <a16:creationId xmlns:a16="http://schemas.microsoft.com/office/drawing/2014/main" id="{727F40A0-E314-2D06-031F-4C608FCC162F}"/>
              </a:ext>
            </a:extLst>
          </p:cNvPr>
          <p:cNvCxnSpPr>
            <a:cxnSpLocks/>
            <a:stCxn id="2" idx="1"/>
            <a:endCxn id="11" idx="3"/>
          </p:cNvCxnSpPr>
          <p:nvPr/>
        </p:nvCxnSpPr>
        <p:spPr>
          <a:xfrm rot="10800000" flipV="1">
            <a:off x="5557792" y="3260066"/>
            <a:ext cx="274028" cy="645769"/>
          </a:xfrm>
          <a:prstGeom prst="curvedConnector3">
            <a:avLst>
              <a:gd name="adj1" fmla="val 50000"/>
            </a:avLst>
          </a:prstGeom>
          <a:ln>
            <a:solidFill>
              <a:srgbClr val="3DC1D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矩形: 圆角 12">
            <a:extLst>
              <a:ext uri="{FF2B5EF4-FFF2-40B4-BE49-F238E27FC236}">
                <a16:creationId xmlns:a16="http://schemas.microsoft.com/office/drawing/2014/main" id="{2ED28F3A-E0D6-F725-F635-3C5653121E8F}"/>
              </a:ext>
            </a:extLst>
          </p:cNvPr>
          <p:cNvSpPr/>
          <p:nvPr/>
        </p:nvSpPr>
        <p:spPr>
          <a:xfrm>
            <a:off x="4117792" y="2454614"/>
            <a:ext cx="1440000" cy="360000"/>
          </a:xfrm>
          <a:prstGeom prst="roundRect">
            <a:avLst/>
          </a:prstGeom>
          <a:solidFill>
            <a:srgbClr val="20BF6B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latin typeface="Quicksand Light" panose="00000400000000000000" pitchFamily="2" charset="0"/>
              </a:rPr>
              <a:t>Declaration</a:t>
            </a:r>
            <a:endParaRPr lang="zh-CN" altLang="en-US" sz="1200">
              <a:latin typeface="Quicksand Light" panose="00000400000000000000" pitchFamily="2" charset="0"/>
            </a:endParaRPr>
          </a:p>
        </p:txBody>
      </p:sp>
      <p:cxnSp>
        <p:nvCxnSpPr>
          <p:cNvPr id="14" name="连接符: 曲线 13">
            <a:extLst>
              <a:ext uri="{FF2B5EF4-FFF2-40B4-BE49-F238E27FC236}">
                <a16:creationId xmlns:a16="http://schemas.microsoft.com/office/drawing/2014/main" id="{59241F83-70E0-CCA3-9070-0F3FD617232F}"/>
              </a:ext>
            </a:extLst>
          </p:cNvPr>
          <p:cNvCxnSpPr>
            <a:cxnSpLocks/>
            <a:stCxn id="13" idx="3"/>
            <a:endCxn id="2" idx="1"/>
          </p:cNvCxnSpPr>
          <p:nvPr/>
        </p:nvCxnSpPr>
        <p:spPr>
          <a:xfrm>
            <a:off x="5557792" y="2634614"/>
            <a:ext cx="274028" cy="625453"/>
          </a:xfrm>
          <a:prstGeom prst="curvedConnector3">
            <a:avLst>
              <a:gd name="adj1" fmla="val 50000"/>
            </a:avLst>
          </a:prstGeom>
          <a:ln>
            <a:solidFill>
              <a:srgbClr val="20BF6B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矩形: 圆角 14">
            <a:extLst>
              <a:ext uri="{FF2B5EF4-FFF2-40B4-BE49-F238E27FC236}">
                <a16:creationId xmlns:a16="http://schemas.microsoft.com/office/drawing/2014/main" id="{E454B736-D8D8-03E4-1B0F-311E40C8BEA5}"/>
              </a:ext>
            </a:extLst>
          </p:cNvPr>
          <p:cNvSpPr/>
          <p:nvPr/>
        </p:nvSpPr>
        <p:spPr>
          <a:xfrm>
            <a:off x="2403764" y="1573275"/>
            <a:ext cx="1440000" cy="360000"/>
          </a:xfrm>
          <a:prstGeom prst="roundRect">
            <a:avLst/>
          </a:prstGeom>
          <a:solidFill>
            <a:srgbClr val="20BF6B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latin typeface="Quicksand Light" panose="00000400000000000000" pitchFamily="2" charset="0"/>
              </a:rPr>
              <a:t>function</a:t>
            </a:r>
            <a:endParaRPr lang="zh-CN" altLang="en-US" sz="1200">
              <a:latin typeface="Quicksand Light" panose="00000400000000000000" pitchFamily="2" charset="0"/>
            </a:endParaRPr>
          </a:p>
        </p:txBody>
      </p:sp>
      <p:sp>
        <p:nvSpPr>
          <p:cNvPr id="16" name="矩形: 圆角 15">
            <a:extLst>
              <a:ext uri="{FF2B5EF4-FFF2-40B4-BE49-F238E27FC236}">
                <a16:creationId xmlns:a16="http://schemas.microsoft.com/office/drawing/2014/main" id="{0C8DAB47-E6E2-0AAF-CB8C-48FBE959E12B}"/>
              </a:ext>
            </a:extLst>
          </p:cNvPr>
          <p:cNvSpPr/>
          <p:nvPr/>
        </p:nvSpPr>
        <p:spPr>
          <a:xfrm>
            <a:off x="2403764" y="2003787"/>
            <a:ext cx="1440000" cy="360000"/>
          </a:xfrm>
          <a:prstGeom prst="roundRect">
            <a:avLst/>
          </a:prstGeom>
          <a:solidFill>
            <a:srgbClr val="20BF6B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latin typeface="Quicksand Light" panose="00000400000000000000" pitchFamily="2" charset="0"/>
              </a:rPr>
              <a:t>name </a:t>
            </a:r>
            <a:endParaRPr lang="zh-CN" altLang="en-US" sz="1200">
              <a:latin typeface="Quicksand Light" panose="00000400000000000000" pitchFamily="2" charset="0"/>
            </a:endParaRPr>
          </a:p>
        </p:txBody>
      </p:sp>
      <p:sp>
        <p:nvSpPr>
          <p:cNvPr id="17" name="矩形: 圆角 16">
            <a:extLst>
              <a:ext uri="{FF2B5EF4-FFF2-40B4-BE49-F238E27FC236}">
                <a16:creationId xmlns:a16="http://schemas.microsoft.com/office/drawing/2014/main" id="{327808B2-A4CA-44EC-8804-500B0010A5E8}"/>
              </a:ext>
            </a:extLst>
          </p:cNvPr>
          <p:cNvSpPr/>
          <p:nvPr/>
        </p:nvSpPr>
        <p:spPr>
          <a:xfrm>
            <a:off x="2403764" y="2434299"/>
            <a:ext cx="1440000" cy="360000"/>
          </a:xfrm>
          <a:prstGeom prst="roundRect">
            <a:avLst/>
          </a:prstGeom>
          <a:solidFill>
            <a:srgbClr val="20BF6B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latin typeface="Quicksand Light" panose="00000400000000000000" pitchFamily="2" charset="0"/>
              </a:rPr>
              <a:t>parameters</a:t>
            </a:r>
            <a:endParaRPr lang="zh-CN" altLang="en-US" sz="1200">
              <a:latin typeface="Quicksand Light" panose="00000400000000000000" pitchFamily="2" charset="0"/>
            </a:endParaRPr>
          </a:p>
        </p:txBody>
      </p:sp>
      <p:sp>
        <p:nvSpPr>
          <p:cNvPr id="18" name="矩形: 圆角 17">
            <a:extLst>
              <a:ext uri="{FF2B5EF4-FFF2-40B4-BE49-F238E27FC236}">
                <a16:creationId xmlns:a16="http://schemas.microsoft.com/office/drawing/2014/main" id="{D4DC65E0-32D9-D055-B092-32D1EB1232B1}"/>
              </a:ext>
            </a:extLst>
          </p:cNvPr>
          <p:cNvSpPr/>
          <p:nvPr/>
        </p:nvSpPr>
        <p:spPr>
          <a:xfrm>
            <a:off x="2403764" y="2864811"/>
            <a:ext cx="1440000" cy="360000"/>
          </a:xfrm>
          <a:prstGeom prst="roundRect">
            <a:avLst/>
          </a:prstGeom>
          <a:solidFill>
            <a:srgbClr val="20BF6B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latin typeface="Quicksand Light" panose="00000400000000000000" pitchFamily="2" charset="0"/>
              </a:rPr>
              <a:t>fn_body</a:t>
            </a:r>
            <a:endParaRPr lang="zh-CN" altLang="en-US" sz="1200">
              <a:latin typeface="Quicksand Light" panose="00000400000000000000" pitchFamily="2" charset="0"/>
            </a:endParaRPr>
          </a:p>
        </p:txBody>
      </p:sp>
      <p:sp>
        <p:nvSpPr>
          <p:cNvPr id="19" name="矩形: 圆角 18">
            <a:extLst>
              <a:ext uri="{FF2B5EF4-FFF2-40B4-BE49-F238E27FC236}">
                <a16:creationId xmlns:a16="http://schemas.microsoft.com/office/drawing/2014/main" id="{8EBA411E-6225-DAEF-602A-0046F234A747}"/>
              </a:ext>
            </a:extLst>
          </p:cNvPr>
          <p:cNvSpPr/>
          <p:nvPr/>
        </p:nvSpPr>
        <p:spPr>
          <a:xfrm>
            <a:off x="2403764" y="3295323"/>
            <a:ext cx="1440000" cy="360000"/>
          </a:xfrm>
          <a:prstGeom prst="roundRect">
            <a:avLst/>
          </a:prstGeom>
          <a:solidFill>
            <a:srgbClr val="20BF6B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latin typeface="Quicksand Light" panose="00000400000000000000" pitchFamily="2" charset="0"/>
              </a:rPr>
              <a:t>return</a:t>
            </a:r>
            <a:endParaRPr lang="zh-CN" altLang="en-US" sz="1200">
              <a:latin typeface="Quicksand Light" panose="00000400000000000000" pitchFamily="2" charset="0"/>
            </a:endParaRPr>
          </a:p>
        </p:txBody>
      </p:sp>
      <p:cxnSp>
        <p:nvCxnSpPr>
          <p:cNvPr id="20" name="连接符: 曲线 19">
            <a:extLst>
              <a:ext uri="{FF2B5EF4-FFF2-40B4-BE49-F238E27FC236}">
                <a16:creationId xmlns:a16="http://schemas.microsoft.com/office/drawing/2014/main" id="{4C9EB533-6D86-9E00-FD62-2196893A0B2C}"/>
              </a:ext>
            </a:extLst>
          </p:cNvPr>
          <p:cNvCxnSpPr>
            <a:cxnSpLocks/>
            <a:stCxn id="15" idx="3"/>
            <a:endCxn id="13" idx="1"/>
          </p:cNvCxnSpPr>
          <p:nvPr/>
        </p:nvCxnSpPr>
        <p:spPr>
          <a:xfrm>
            <a:off x="3843764" y="1753275"/>
            <a:ext cx="274028" cy="881339"/>
          </a:xfrm>
          <a:prstGeom prst="curvedConnector3">
            <a:avLst/>
          </a:prstGeom>
          <a:ln>
            <a:solidFill>
              <a:srgbClr val="1AC388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连接符: 曲线 20">
            <a:extLst>
              <a:ext uri="{FF2B5EF4-FFF2-40B4-BE49-F238E27FC236}">
                <a16:creationId xmlns:a16="http://schemas.microsoft.com/office/drawing/2014/main" id="{A1039E0D-199F-CDDA-C638-BABC05A7BA95}"/>
              </a:ext>
            </a:extLst>
          </p:cNvPr>
          <p:cNvCxnSpPr>
            <a:cxnSpLocks/>
            <a:stCxn id="19" idx="3"/>
            <a:endCxn id="13" idx="1"/>
          </p:cNvCxnSpPr>
          <p:nvPr/>
        </p:nvCxnSpPr>
        <p:spPr>
          <a:xfrm flipV="1">
            <a:off x="3843764" y="2634614"/>
            <a:ext cx="274028" cy="840709"/>
          </a:xfrm>
          <a:prstGeom prst="curvedConnector3">
            <a:avLst>
              <a:gd name="adj1" fmla="val 50000"/>
            </a:avLst>
          </a:prstGeom>
          <a:ln>
            <a:solidFill>
              <a:srgbClr val="1AC388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矩形: 圆角 21">
            <a:extLst>
              <a:ext uri="{FF2B5EF4-FFF2-40B4-BE49-F238E27FC236}">
                <a16:creationId xmlns:a16="http://schemas.microsoft.com/office/drawing/2014/main" id="{03C28179-AB04-2797-6559-7195850511F0}"/>
              </a:ext>
            </a:extLst>
          </p:cNvPr>
          <p:cNvSpPr/>
          <p:nvPr/>
        </p:nvSpPr>
        <p:spPr>
          <a:xfrm>
            <a:off x="2403764" y="3725836"/>
            <a:ext cx="1440000" cy="360000"/>
          </a:xfrm>
          <a:prstGeom prst="roundRect">
            <a:avLst/>
          </a:prstGeom>
          <a:solidFill>
            <a:schemeClr val="accent5">
              <a:lumMod val="75000"/>
              <a:alpha val="80000"/>
            </a:scheme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latin typeface="Quicksand Light" panose="00000400000000000000" pitchFamily="2" charset="0"/>
              </a:rPr>
              <a:t>const</a:t>
            </a:r>
            <a:endParaRPr lang="zh-CN" altLang="en-US" sz="1200">
              <a:latin typeface="Quicksand Light" panose="00000400000000000000" pitchFamily="2" charset="0"/>
            </a:endParaRPr>
          </a:p>
        </p:txBody>
      </p:sp>
      <p:cxnSp>
        <p:nvCxnSpPr>
          <p:cNvPr id="23" name="直接连接符 22">
            <a:extLst>
              <a:ext uri="{FF2B5EF4-FFF2-40B4-BE49-F238E27FC236}">
                <a16:creationId xmlns:a16="http://schemas.microsoft.com/office/drawing/2014/main" id="{C49BBAEA-26EF-51EB-0157-ACD3985273FE}"/>
              </a:ext>
            </a:extLst>
          </p:cNvPr>
          <p:cNvCxnSpPr>
            <a:cxnSpLocks/>
            <a:stCxn id="22" idx="3"/>
            <a:endCxn id="11" idx="1"/>
          </p:cNvCxnSpPr>
          <p:nvPr/>
        </p:nvCxnSpPr>
        <p:spPr>
          <a:xfrm>
            <a:off x="3843764" y="3905836"/>
            <a:ext cx="274028" cy="0"/>
          </a:xfrm>
          <a:prstGeom prst="line">
            <a:avLst/>
          </a:prstGeom>
          <a:ln>
            <a:solidFill>
              <a:srgbClr val="3DC1D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907116056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F565DE-F379-3157-A2D4-5758D2FC43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: 圆角 1">
            <a:extLst>
              <a:ext uri="{FF2B5EF4-FFF2-40B4-BE49-F238E27FC236}">
                <a16:creationId xmlns:a16="http://schemas.microsoft.com/office/drawing/2014/main" id="{61E3DD96-B906-3752-E1A5-AD3C1DC690DB}"/>
              </a:ext>
            </a:extLst>
          </p:cNvPr>
          <p:cNvSpPr/>
          <p:nvPr/>
        </p:nvSpPr>
        <p:spPr>
          <a:xfrm>
            <a:off x="3268617" y="3071006"/>
            <a:ext cx="1440000" cy="360000"/>
          </a:xfrm>
          <a:prstGeom prst="roundRect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latin typeface="Quicksand Light" panose="00000400000000000000" pitchFamily="2" charset="0"/>
                <a:ea typeface="微软雅黑" panose="020B0503020204020204" pitchFamily="34" charset="-122"/>
              </a:rPr>
              <a:t>Event</a:t>
            </a:r>
            <a:endParaRPr lang="zh-CN" altLang="en-US" sz="1200">
              <a:latin typeface="Quicksand Light" panose="00000400000000000000" pitchFamily="2" charset="0"/>
              <a:ea typeface="微软雅黑" panose="020B0503020204020204" pitchFamily="34" charset="-122"/>
            </a:endParaRPr>
          </a:p>
        </p:txBody>
      </p:sp>
      <p:sp>
        <p:nvSpPr>
          <p:cNvPr id="3" name="矩形: 圆角 2">
            <a:extLst>
              <a:ext uri="{FF2B5EF4-FFF2-40B4-BE49-F238E27FC236}">
                <a16:creationId xmlns:a16="http://schemas.microsoft.com/office/drawing/2014/main" id="{CD390D7D-755E-F6F0-097F-A196B7F589D9}"/>
              </a:ext>
            </a:extLst>
          </p:cNvPr>
          <p:cNvSpPr/>
          <p:nvPr/>
        </p:nvSpPr>
        <p:spPr>
          <a:xfrm>
            <a:off x="5031248" y="2638488"/>
            <a:ext cx="1440000" cy="360000"/>
          </a:xfrm>
          <a:prstGeom prst="roundRect">
            <a:avLst/>
          </a:prstGeom>
          <a:solidFill>
            <a:srgbClr val="EB3B5A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latin typeface="Quicksand Light" panose="00000400000000000000" pitchFamily="2" charset="0"/>
              </a:rPr>
              <a:t>mouse</a:t>
            </a:r>
            <a:endParaRPr lang="zh-CN" altLang="en-US" sz="1200">
              <a:latin typeface="Quicksand Light" panose="00000400000000000000" pitchFamily="2" charset="0"/>
            </a:endParaRPr>
          </a:p>
        </p:txBody>
      </p:sp>
      <p:sp>
        <p:nvSpPr>
          <p:cNvPr id="4" name="矩形: 圆角 3">
            <a:extLst>
              <a:ext uri="{FF2B5EF4-FFF2-40B4-BE49-F238E27FC236}">
                <a16:creationId xmlns:a16="http://schemas.microsoft.com/office/drawing/2014/main" id="{240C10CC-1E88-563A-36B4-F1F89E0872EC}"/>
              </a:ext>
            </a:extLst>
          </p:cNvPr>
          <p:cNvSpPr/>
          <p:nvPr/>
        </p:nvSpPr>
        <p:spPr>
          <a:xfrm>
            <a:off x="5031248" y="3069000"/>
            <a:ext cx="1440000" cy="360000"/>
          </a:xfrm>
          <a:prstGeom prst="roundRect">
            <a:avLst/>
          </a:prstGeom>
          <a:solidFill>
            <a:srgbClr val="FA8231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latin typeface="Quicksand Light" panose="00000400000000000000" pitchFamily="2" charset="0"/>
              </a:rPr>
              <a:t>window</a:t>
            </a:r>
            <a:endParaRPr lang="zh-CN" altLang="en-US" sz="1200">
              <a:latin typeface="Quicksand Light" panose="00000400000000000000" pitchFamily="2" charset="0"/>
            </a:endParaRPr>
          </a:p>
        </p:txBody>
      </p:sp>
      <p:sp>
        <p:nvSpPr>
          <p:cNvPr id="5" name="矩形: 圆角 4">
            <a:extLst>
              <a:ext uri="{FF2B5EF4-FFF2-40B4-BE49-F238E27FC236}">
                <a16:creationId xmlns:a16="http://schemas.microsoft.com/office/drawing/2014/main" id="{EC6D92BE-0B56-F99F-073B-422C56768BEF}"/>
              </a:ext>
            </a:extLst>
          </p:cNvPr>
          <p:cNvSpPr/>
          <p:nvPr/>
        </p:nvSpPr>
        <p:spPr>
          <a:xfrm>
            <a:off x="5031248" y="3930025"/>
            <a:ext cx="1440000" cy="360000"/>
          </a:xfrm>
          <a:prstGeom prst="roundRect">
            <a:avLst/>
          </a:prstGeom>
          <a:solidFill>
            <a:srgbClr val="F78FB3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latin typeface="Quicksand Light" panose="00000400000000000000" pitchFamily="2" charset="0"/>
              </a:rPr>
              <a:t>audio</a:t>
            </a:r>
            <a:endParaRPr lang="zh-CN" altLang="en-US" sz="1200">
              <a:latin typeface="Quicksand Light" panose="00000400000000000000" pitchFamily="2" charset="0"/>
            </a:endParaRPr>
          </a:p>
        </p:txBody>
      </p:sp>
      <p:cxnSp>
        <p:nvCxnSpPr>
          <p:cNvPr id="7" name="连接符: 曲线 6">
            <a:extLst>
              <a:ext uri="{FF2B5EF4-FFF2-40B4-BE49-F238E27FC236}">
                <a16:creationId xmlns:a16="http://schemas.microsoft.com/office/drawing/2014/main" id="{E99C4279-22C9-AC1D-E409-513421842A1B}"/>
              </a:ext>
            </a:extLst>
          </p:cNvPr>
          <p:cNvCxnSpPr>
            <a:stCxn id="2" idx="3"/>
            <a:endCxn id="5" idx="1"/>
          </p:cNvCxnSpPr>
          <p:nvPr/>
        </p:nvCxnSpPr>
        <p:spPr>
          <a:xfrm>
            <a:off x="4708617" y="3251006"/>
            <a:ext cx="322631" cy="859019"/>
          </a:xfrm>
          <a:prstGeom prst="curvedConnector3">
            <a:avLst>
              <a:gd name="adj1" fmla="val 50000"/>
            </a:avLst>
          </a:prstGeom>
          <a:ln>
            <a:solidFill>
              <a:srgbClr val="F78FB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连接符: 曲线 7">
            <a:extLst>
              <a:ext uri="{FF2B5EF4-FFF2-40B4-BE49-F238E27FC236}">
                <a16:creationId xmlns:a16="http://schemas.microsoft.com/office/drawing/2014/main" id="{0A27EF11-7AE2-0E74-7C20-2D7B5225F61D}"/>
              </a:ext>
            </a:extLst>
          </p:cNvPr>
          <p:cNvCxnSpPr>
            <a:stCxn id="3" idx="1"/>
            <a:endCxn id="2" idx="3"/>
          </p:cNvCxnSpPr>
          <p:nvPr/>
        </p:nvCxnSpPr>
        <p:spPr>
          <a:xfrm rot="10800000" flipV="1">
            <a:off x="4708618" y="2818488"/>
            <a:ext cx="322631" cy="432518"/>
          </a:xfrm>
          <a:prstGeom prst="curvedConnector3">
            <a:avLst>
              <a:gd name="adj1" fmla="val 50000"/>
            </a:avLst>
          </a:prstGeom>
          <a:ln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矩形: 圆角 8">
            <a:extLst>
              <a:ext uri="{FF2B5EF4-FFF2-40B4-BE49-F238E27FC236}">
                <a16:creationId xmlns:a16="http://schemas.microsoft.com/office/drawing/2014/main" id="{2F077FD2-F00D-75FC-B9C8-FEE26FE3E285}"/>
              </a:ext>
            </a:extLst>
          </p:cNvPr>
          <p:cNvSpPr/>
          <p:nvPr/>
        </p:nvSpPr>
        <p:spPr>
          <a:xfrm>
            <a:off x="5031248" y="3499512"/>
            <a:ext cx="1440000" cy="360000"/>
          </a:xfrm>
          <a:prstGeom prst="roundRect">
            <a:avLst/>
          </a:prstGeom>
          <a:solidFill>
            <a:srgbClr val="8854D0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latin typeface="Quicksand Light" panose="00000400000000000000" pitchFamily="2" charset="0"/>
              </a:rPr>
              <a:t>document/element</a:t>
            </a:r>
            <a:endParaRPr lang="zh-CN" altLang="en-US" sz="1200" dirty="0">
              <a:latin typeface="Quicksand Light" panose="00000400000000000000" pitchFamily="2" charset="0"/>
            </a:endParaRPr>
          </a:p>
        </p:txBody>
      </p:sp>
      <p:cxnSp>
        <p:nvCxnSpPr>
          <p:cNvPr id="10" name="连接符: 曲线 9">
            <a:extLst>
              <a:ext uri="{FF2B5EF4-FFF2-40B4-BE49-F238E27FC236}">
                <a16:creationId xmlns:a16="http://schemas.microsoft.com/office/drawing/2014/main" id="{87A11491-5042-2A38-24F1-A017CBE9F7EE}"/>
              </a:ext>
            </a:extLst>
          </p:cNvPr>
          <p:cNvCxnSpPr>
            <a:cxnSpLocks/>
            <a:stCxn id="2" idx="3"/>
            <a:endCxn id="9" idx="1"/>
          </p:cNvCxnSpPr>
          <p:nvPr/>
        </p:nvCxnSpPr>
        <p:spPr>
          <a:xfrm>
            <a:off x="4708617" y="3251006"/>
            <a:ext cx="322631" cy="428506"/>
          </a:xfrm>
          <a:prstGeom prst="curvedConnector3">
            <a:avLst>
              <a:gd name="adj1" fmla="val 50000"/>
            </a:avLst>
          </a:prstGeom>
          <a:ln>
            <a:solidFill>
              <a:srgbClr val="8854D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矩形: 圆角 10">
            <a:extLst>
              <a:ext uri="{FF2B5EF4-FFF2-40B4-BE49-F238E27FC236}">
                <a16:creationId xmlns:a16="http://schemas.microsoft.com/office/drawing/2014/main" id="{1DDD31F3-F289-A0FA-C458-13203F3B0437}"/>
              </a:ext>
            </a:extLst>
          </p:cNvPr>
          <p:cNvSpPr/>
          <p:nvPr/>
        </p:nvSpPr>
        <p:spPr>
          <a:xfrm>
            <a:off x="5031248" y="1781474"/>
            <a:ext cx="1440000" cy="360000"/>
          </a:xfrm>
          <a:prstGeom prst="roundRect">
            <a:avLst/>
          </a:prstGeom>
          <a:solidFill>
            <a:schemeClr val="accent5">
              <a:lumMod val="75000"/>
              <a:alpha val="80000"/>
            </a:scheme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latin typeface="Quicksand Light" panose="00000400000000000000" pitchFamily="2" charset="0"/>
              </a:rPr>
              <a:t>form</a:t>
            </a:r>
            <a:endParaRPr lang="zh-CN" altLang="en-US" sz="1200">
              <a:latin typeface="Quicksand Light" panose="00000400000000000000" pitchFamily="2" charset="0"/>
            </a:endParaRPr>
          </a:p>
        </p:txBody>
      </p:sp>
      <p:cxnSp>
        <p:nvCxnSpPr>
          <p:cNvPr id="12" name="连接符: 曲线 11">
            <a:extLst>
              <a:ext uri="{FF2B5EF4-FFF2-40B4-BE49-F238E27FC236}">
                <a16:creationId xmlns:a16="http://schemas.microsoft.com/office/drawing/2014/main" id="{25D92516-9BF3-A49B-C7DE-F00455CB05C4}"/>
              </a:ext>
            </a:extLst>
          </p:cNvPr>
          <p:cNvCxnSpPr>
            <a:cxnSpLocks/>
            <a:stCxn id="2" idx="3"/>
            <a:endCxn id="11" idx="1"/>
          </p:cNvCxnSpPr>
          <p:nvPr/>
        </p:nvCxnSpPr>
        <p:spPr>
          <a:xfrm flipV="1">
            <a:off x="4708617" y="1961474"/>
            <a:ext cx="322631" cy="1289532"/>
          </a:xfrm>
          <a:prstGeom prst="curvedConnector3">
            <a:avLst>
              <a:gd name="adj1" fmla="val 50000"/>
            </a:avLst>
          </a:prstGeom>
          <a:ln>
            <a:solidFill>
              <a:srgbClr val="3DC1D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矩形: 圆角 12">
            <a:extLst>
              <a:ext uri="{FF2B5EF4-FFF2-40B4-BE49-F238E27FC236}">
                <a16:creationId xmlns:a16="http://schemas.microsoft.com/office/drawing/2014/main" id="{D13DE909-D72B-E725-F1D7-C70F7051FB5B}"/>
              </a:ext>
            </a:extLst>
          </p:cNvPr>
          <p:cNvSpPr/>
          <p:nvPr/>
        </p:nvSpPr>
        <p:spPr>
          <a:xfrm>
            <a:off x="5031248" y="2211987"/>
            <a:ext cx="1440000" cy="360000"/>
          </a:xfrm>
          <a:prstGeom prst="roundRect">
            <a:avLst/>
          </a:prstGeom>
          <a:solidFill>
            <a:srgbClr val="92D050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latin typeface="Quicksand Light" panose="00000400000000000000" pitchFamily="2" charset="0"/>
                <a:ea typeface="微软雅黑" panose="020B0503020204020204" pitchFamily="34" charset="-122"/>
              </a:rPr>
              <a:t>key</a:t>
            </a:r>
            <a:endParaRPr lang="zh-CN" altLang="en-US" sz="1200">
              <a:latin typeface="Quicksand Light" panose="00000400000000000000" pitchFamily="2" charset="0"/>
              <a:ea typeface="微软雅黑" panose="020B0503020204020204" pitchFamily="34" charset="-122"/>
            </a:endParaRPr>
          </a:p>
        </p:txBody>
      </p:sp>
      <p:cxnSp>
        <p:nvCxnSpPr>
          <p:cNvPr id="14" name="连接符: 曲线 13">
            <a:extLst>
              <a:ext uri="{FF2B5EF4-FFF2-40B4-BE49-F238E27FC236}">
                <a16:creationId xmlns:a16="http://schemas.microsoft.com/office/drawing/2014/main" id="{81B97D3E-3F0F-9315-5C86-A1CE53171127}"/>
              </a:ext>
            </a:extLst>
          </p:cNvPr>
          <p:cNvCxnSpPr>
            <a:cxnSpLocks/>
            <a:stCxn id="13" idx="1"/>
            <a:endCxn id="2" idx="3"/>
          </p:cNvCxnSpPr>
          <p:nvPr/>
        </p:nvCxnSpPr>
        <p:spPr>
          <a:xfrm rot="10800000" flipV="1">
            <a:off x="4708618" y="2391986"/>
            <a:ext cx="322631" cy="859019"/>
          </a:xfrm>
          <a:prstGeom prst="curvedConnector3">
            <a:avLst>
              <a:gd name="adj1" fmla="val 50000"/>
            </a:avLst>
          </a:prstGeom>
          <a:ln>
            <a:solidFill>
              <a:srgbClr val="20BF6B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矩形: 圆角 23">
            <a:extLst>
              <a:ext uri="{FF2B5EF4-FFF2-40B4-BE49-F238E27FC236}">
                <a16:creationId xmlns:a16="http://schemas.microsoft.com/office/drawing/2014/main" id="{41963216-5012-4C34-2063-FC02AFC8F9C5}"/>
              </a:ext>
            </a:extLst>
          </p:cNvPr>
          <p:cNvSpPr/>
          <p:nvPr/>
        </p:nvSpPr>
        <p:spPr>
          <a:xfrm>
            <a:off x="5031248" y="4360538"/>
            <a:ext cx="1440000" cy="360000"/>
          </a:xfrm>
          <a:prstGeom prst="roundRect">
            <a:avLst/>
          </a:prstGeom>
          <a:solidFill>
            <a:srgbClr val="3DC1D3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latin typeface="Quicksand Light" panose="00000400000000000000" pitchFamily="2" charset="0"/>
              </a:rPr>
              <a:t>video</a:t>
            </a:r>
            <a:endParaRPr lang="zh-CN" altLang="en-US" sz="1200">
              <a:latin typeface="Quicksand Light" panose="00000400000000000000" pitchFamily="2" charset="0"/>
            </a:endParaRPr>
          </a:p>
        </p:txBody>
      </p:sp>
      <p:cxnSp>
        <p:nvCxnSpPr>
          <p:cNvPr id="25" name="连接符: 曲线 24">
            <a:extLst>
              <a:ext uri="{FF2B5EF4-FFF2-40B4-BE49-F238E27FC236}">
                <a16:creationId xmlns:a16="http://schemas.microsoft.com/office/drawing/2014/main" id="{449E66CE-5372-6BF2-29CD-F827162879E5}"/>
              </a:ext>
            </a:extLst>
          </p:cNvPr>
          <p:cNvCxnSpPr>
            <a:cxnSpLocks/>
            <a:stCxn id="2" idx="3"/>
            <a:endCxn id="24" idx="1"/>
          </p:cNvCxnSpPr>
          <p:nvPr/>
        </p:nvCxnSpPr>
        <p:spPr>
          <a:xfrm>
            <a:off x="4708617" y="3251006"/>
            <a:ext cx="322631" cy="1289532"/>
          </a:xfrm>
          <a:prstGeom prst="curvedConnector3">
            <a:avLst>
              <a:gd name="adj1" fmla="val 50000"/>
            </a:avLst>
          </a:prstGeom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直接连接符 34">
            <a:extLst>
              <a:ext uri="{FF2B5EF4-FFF2-40B4-BE49-F238E27FC236}">
                <a16:creationId xmlns:a16="http://schemas.microsoft.com/office/drawing/2014/main" id="{ED5B20C1-5C3F-47E4-2D5B-3E7AA166B4DB}"/>
              </a:ext>
            </a:extLst>
          </p:cNvPr>
          <p:cNvCxnSpPr>
            <a:stCxn id="2" idx="3"/>
            <a:endCxn id="4" idx="1"/>
          </p:cNvCxnSpPr>
          <p:nvPr/>
        </p:nvCxnSpPr>
        <p:spPr>
          <a:xfrm flipV="1">
            <a:off x="4708617" y="3249000"/>
            <a:ext cx="322631" cy="2006"/>
          </a:xfrm>
          <a:prstGeom prst="line">
            <a:avLst/>
          </a:prstGeom>
          <a:ln>
            <a:solidFill>
              <a:srgbClr val="FB9B5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矩形: 圆角 35">
            <a:extLst>
              <a:ext uri="{FF2B5EF4-FFF2-40B4-BE49-F238E27FC236}">
                <a16:creationId xmlns:a16="http://schemas.microsoft.com/office/drawing/2014/main" id="{A93A01CC-564F-558C-C678-769DB4777A89}"/>
              </a:ext>
            </a:extLst>
          </p:cNvPr>
          <p:cNvSpPr/>
          <p:nvPr/>
        </p:nvSpPr>
        <p:spPr>
          <a:xfrm>
            <a:off x="1145987" y="3072847"/>
            <a:ext cx="1800000" cy="360000"/>
          </a:xfrm>
          <a:prstGeom prst="roundRect">
            <a:avLst/>
          </a:prstGeom>
          <a:solidFill>
            <a:srgbClr val="20BF6B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latin typeface="Quicksand Light" panose="00000400000000000000" pitchFamily="2" charset="0"/>
              </a:rPr>
              <a:t>Instance Properties</a:t>
            </a:r>
            <a:endParaRPr lang="zh-CN" altLang="en-US" sz="1200">
              <a:latin typeface="Quicksand Light" panose="00000400000000000000" pitchFamily="2" charset="0"/>
            </a:endParaRPr>
          </a:p>
        </p:txBody>
      </p:sp>
      <p:sp>
        <p:nvSpPr>
          <p:cNvPr id="37" name="矩形: 圆角 36">
            <a:extLst>
              <a:ext uri="{FF2B5EF4-FFF2-40B4-BE49-F238E27FC236}">
                <a16:creationId xmlns:a16="http://schemas.microsoft.com/office/drawing/2014/main" id="{F1D64D4B-BCA0-38E8-272B-12DB979E5E64}"/>
              </a:ext>
            </a:extLst>
          </p:cNvPr>
          <p:cNvSpPr/>
          <p:nvPr/>
        </p:nvSpPr>
        <p:spPr>
          <a:xfrm>
            <a:off x="1145987" y="2648013"/>
            <a:ext cx="1800000" cy="360000"/>
          </a:xfrm>
          <a:prstGeom prst="roundRect">
            <a:avLst/>
          </a:prstGeom>
          <a:solidFill>
            <a:srgbClr val="20BF6B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latin typeface="Quicksand Light" panose="00000400000000000000" pitchFamily="2" charset="0"/>
              </a:rPr>
              <a:t>Tag Attribute</a:t>
            </a:r>
            <a:endParaRPr lang="zh-CN" altLang="en-US" sz="1200">
              <a:latin typeface="Quicksand Light" panose="00000400000000000000" pitchFamily="2" charset="0"/>
            </a:endParaRPr>
          </a:p>
        </p:txBody>
      </p:sp>
      <p:sp>
        <p:nvSpPr>
          <p:cNvPr id="38" name="矩形: 圆角 37">
            <a:extLst>
              <a:ext uri="{FF2B5EF4-FFF2-40B4-BE49-F238E27FC236}">
                <a16:creationId xmlns:a16="http://schemas.microsoft.com/office/drawing/2014/main" id="{BF4DA6F8-83A2-123E-DC81-FEA11079B6D9}"/>
              </a:ext>
            </a:extLst>
          </p:cNvPr>
          <p:cNvSpPr/>
          <p:nvPr/>
        </p:nvSpPr>
        <p:spPr>
          <a:xfrm>
            <a:off x="1145987" y="3499512"/>
            <a:ext cx="1800000" cy="360000"/>
          </a:xfrm>
          <a:prstGeom prst="roundRect">
            <a:avLst/>
          </a:prstGeom>
          <a:solidFill>
            <a:srgbClr val="20BF6B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latin typeface="Quicksand Light" panose="00000400000000000000" pitchFamily="2" charset="0"/>
              </a:rPr>
              <a:t>Event AddEventListene</a:t>
            </a:r>
            <a:endParaRPr lang="zh-CN" altLang="en-US" sz="1200">
              <a:latin typeface="Quicksand Light" panose="00000400000000000000" pitchFamily="2" charset="0"/>
            </a:endParaRPr>
          </a:p>
        </p:txBody>
      </p:sp>
      <p:cxnSp>
        <p:nvCxnSpPr>
          <p:cNvPr id="39" name="连接符: 曲线 38">
            <a:extLst>
              <a:ext uri="{FF2B5EF4-FFF2-40B4-BE49-F238E27FC236}">
                <a16:creationId xmlns:a16="http://schemas.microsoft.com/office/drawing/2014/main" id="{1AB01209-46E2-F700-8F6D-27ED8B52C337}"/>
              </a:ext>
            </a:extLst>
          </p:cNvPr>
          <p:cNvCxnSpPr>
            <a:cxnSpLocks/>
            <a:stCxn id="2" idx="1"/>
            <a:endCxn id="37" idx="3"/>
          </p:cNvCxnSpPr>
          <p:nvPr/>
        </p:nvCxnSpPr>
        <p:spPr>
          <a:xfrm rot="10800000">
            <a:off x="2945987" y="2828014"/>
            <a:ext cx="322630" cy="422993"/>
          </a:xfrm>
          <a:prstGeom prst="curvedConnector3">
            <a:avLst>
              <a:gd name="adj1" fmla="val 50000"/>
            </a:avLst>
          </a:prstGeom>
          <a:ln>
            <a:solidFill>
              <a:srgbClr val="3DC1D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连接符: 曲线 41">
            <a:extLst>
              <a:ext uri="{FF2B5EF4-FFF2-40B4-BE49-F238E27FC236}">
                <a16:creationId xmlns:a16="http://schemas.microsoft.com/office/drawing/2014/main" id="{251BD332-FBF8-B009-5696-755AFCBF71CE}"/>
              </a:ext>
            </a:extLst>
          </p:cNvPr>
          <p:cNvCxnSpPr>
            <a:cxnSpLocks/>
            <a:stCxn id="38" idx="3"/>
            <a:endCxn id="2" idx="1"/>
          </p:cNvCxnSpPr>
          <p:nvPr/>
        </p:nvCxnSpPr>
        <p:spPr>
          <a:xfrm flipV="1">
            <a:off x="2945987" y="3251006"/>
            <a:ext cx="322630" cy="428506"/>
          </a:xfrm>
          <a:prstGeom prst="curvedConnector3">
            <a:avLst>
              <a:gd name="adj1" fmla="val 50000"/>
            </a:avLst>
          </a:prstGeom>
          <a:ln>
            <a:solidFill>
              <a:srgbClr val="3DC1D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130144264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5AAE47-927B-F5A5-CAFA-AC16AF4FF7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: 圆角 1">
            <a:extLst>
              <a:ext uri="{FF2B5EF4-FFF2-40B4-BE49-F238E27FC236}">
                <a16:creationId xmlns:a16="http://schemas.microsoft.com/office/drawing/2014/main" id="{82B52CCE-8130-3B49-1962-12950FC9907F}"/>
              </a:ext>
            </a:extLst>
          </p:cNvPr>
          <p:cNvSpPr/>
          <p:nvPr/>
        </p:nvSpPr>
        <p:spPr>
          <a:xfrm>
            <a:off x="3268617" y="3071006"/>
            <a:ext cx="1440000" cy="360000"/>
          </a:xfrm>
          <a:prstGeom prst="roundRect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latin typeface="Quicksand Light" panose="00000400000000000000" pitchFamily="2" charset="0"/>
                <a:ea typeface="微软雅黑" panose="020B0503020204020204" pitchFamily="34" charset="-122"/>
              </a:rPr>
              <a:t>Event</a:t>
            </a:r>
            <a:endParaRPr lang="zh-CN" altLang="en-US" sz="1200">
              <a:latin typeface="Quicksand Light" panose="00000400000000000000" pitchFamily="2" charset="0"/>
              <a:ea typeface="微软雅黑" panose="020B0503020204020204" pitchFamily="34" charset="-122"/>
            </a:endParaRPr>
          </a:p>
        </p:txBody>
      </p:sp>
      <p:sp>
        <p:nvSpPr>
          <p:cNvPr id="3" name="矩形: 圆角 2">
            <a:extLst>
              <a:ext uri="{FF2B5EF4-FFF2-40B4-BE49-F238E27FC236}">
                <a16:creationId xmlns:a16="http://schemas.microsoft.com/office/drawing/2014/main" id="{58425A87-1473-CA69-8DD6-FE442DA26B63}"/>
              </a:ext>
            </a:extLst>
          </p:cNvPr>
          <p:cNvSpPr/>
          <p:nvPr/>
        </p:nvSpPr>
        <p:spPr>
          <a:xfrm>
            <a:off x="5031248" y="2638488"/>
            <a:ext cx="1440000" cy="360000"/>
          </a:xfrm>
          <a:prstGeom prst="roundRect">
            <a:avLst/>
          </a:prstGeom>
          <a:solidFill>
            <a:srgbClr val="EB3B5A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latin typeface="Quicksand Light" panose="00000400000000000000" pitchFamily="2" charset="0"/>
              </a:rPr>
              <a:t>mouse</a:t>
            </a:r>
            <a:endParaRPr lang="zh-CN" altLang="en-US" sz="1200">
              <a:latin typeface="Quicksand Light" panose="00000400000000000000" pitchFamily="2" charset="0"/>
            </a:endParaRPr>
          </a:p>
        </p:txBody>
      </p:sp>
      <p:sp>
        <p:nvSpPr>
          <p:cNvPr id="4" name="矩形: 圆角 3">
            <a:extLst>
              <a:ext uri="{FF2B5EF4-FFF2-40B4-BE49-F238E27FC236}">
                <a16:creationId xmlns:a16="http://schemas.microsoft.com/office/drawing/2014/main" id="{77DF7501-FB3A-ECF4-553E-AD543710128D}"/>
              </a:ext>
            </a:extLst>
          </p:cNvPr>
          <p:cNvSpPr/>
          <p:nvPr/>
        </p:nvSpPr>
        <p:spPr>
          <a:xfrm>
            <a:off x="5031248" y="3069000"/>
            <a:ext cx="1440000" cy="360000"/>
          </a:xfrm>
          <a:prstGeom prst="roundRect">
            <a:avLst/>
          </a:prstGeom>
          <a:solidFill>
            <a:srgbClr val="FA8231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latin typeface="Quicksand Light" panose="00000400000000000000" pitchFamily="2" charset="0"/>
              </a:rPr>
              <a:t>window</a:t>
            </a:r>
            <a:endParaRPr lang="zh-CN" altLang="en-US" sz="1200">
              <a:latin typeface="Quicksand Light" panose="00000400000000000000" pitchFamily="2" charset="0"/>
            </a:endParaRPr>
          </a:p>
        </p:txBody>
      </p:sp>
      <p:sp>
        <p:nvSpPr>
          <p:cNvPr id="5" name="矩形: 圆角 4">
            <a:extLst>
              <a:ext uri="{FF2B5EF4-FFF2-40B4-BE49-F238E27FC236}">
                <a16:creationId xmlns:a16="http://schemas.microsoft.com/office/drawing/2014/main" id="{61E2C1FE-98C0-9878-FC69-9D5E164F8FBA}"/>
              </a:ext>
            </a:extLst>
          </p:cNvPr>
          <p:cNvSpPr/>
          <p:nvPr/>
        </p:nvSpPr>
        <p:spPr>
          <a:xfrm>
            <a:off x="5031248" y="3930025"/>
            <a:ext cx="1440000" cy="360000"/>
          </a:xfrm>
          <a:prstGeom prst="roundRect">
            <a:avLst/>
          </a:prstGeom>
          <a:solidFill>
            <a:srgbClr val="F78FB3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latin typeface="Quicksand Light" panose="00000400000000000000" pitchFamily="2" charset="0"/>
              </a:rPr>
              <a:t>audio</a:t>
            </a:r>
            <a:endParaRPr lang="zh-CN" altLang="en-US" sz="1200">
              <a:latin typeface="Quicksand Light" panose="00000400000000000000" pitchFamily="2" charset="0"/>
            </a:endParaRPr>
          </a:p>
        </p:txBody>
      </p:sp>
      <p:cxnSp>
        <p:nvCxnSpPr>
          <p:cNvPr id="7" name="连接符: 曲线 6">
            <a:extLst>
              <a:ext uri="{FF2B5EF4-FFF2-40B4-BE49-F238E27FC236}">
                <a16:creationId xmlns:a16="http://schemas.microsoft.com/office/drawing/2014/main" id="{A409D3D7-E7E4-DA0F-9599-D31C982DC01C}"/>
              </a:ext>
            </a:extLst>
          </p:cNvPr>
          <p:cNvCxnSpPr>
            <a:stCxn id="2" idx="3"/>
            <a:endCxn id="5" idx="1"/>
          </p:cNvCxnSpPr>
          <p:nvPr/>
        </p:nvCxnSpPr>
        <p:spPr>
          <a:xfrm>
            <a:off x="4708617" y="3251006"/>
            <a:ext cx="322631" cy="859019"/>
          </a:xfrm>
          <a:prstGeom prst="curvedConnector3">
            <a:avLst>
              <a:gd name="adj1" fmla="val 50000"/>
            </a:avLst>
          </a:prstGeom>
          <a:ln>
            <a:solidFill>
              <a:srgbClr val="F78FB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连接符: 曲线 7">
            <a:extLst>
              <a:ext uri="{FF2B5EF4-FFF2-40B4-BE49-F238E27FC236}">
                <a16:creationId xmlns:a16="http://schemas.microsoft.com/office/drawing/2014/main" id="{7D1627B6-E45C-D12D-D6C5-6775F9760FAD}"/>
              </a:ext>
            </a:extLst>
          </p:cNvPr>
          <p:cNvCxnSpPr>
            <a:stCxn id="3" idx="1"/>
            <a:endCxn id="2" idx="3"/>
          </p:cNvCxnSpPr>
          <p:nvPr/>
        </p:nvCxnSpPr>
        <p:spPr>
          <a:xfrm rot="10800000" flipV="1">
            <a:off x="4708618" y="2818488"/>
            <a:ext cx="322631" cy="432518"/>
          </a:xfrm>
          <a:prstGeom prst="curvedConnector3">
            <a:avLst>
              <a:gd name="adj1" fmla="val 50000"/>
            </a:avLst>
          </a:prstGeom>
          <a:ln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矩形: 圆角 8">
            <a:extLst>
              <a:ext uri="{FF2B5EF4-FFF2-40B4-BE49-F238E27FC236}">
                <a16:creationId xmlns:a16="http://schemas.microsoft.com/office/drawing/2014/main" id="{C0944126-5FB5-2507-E68B-9739238E8EB5}"/>
              </a:ext>
            </a:extLst>
          </p:cNvPr>
          <p:cNvSpPr/>
          <p:nvPr/>
        </p:nvSpPr>
        <p:spPr>
          <a:xfrm>
            <a:off x="5031248" y="3499512"/>
            <a:ext cx="1440000" cy="360000"/>
          </a:xfrm>
          <a:prstGeom prst="roundRect">
            <a:avLst/>
          </a:prstGeom>
          <a:solidFill>
            <a:srgbClr val="8854D0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latin typeface="Quicksand Light" panose="00000400000000000000" pitchFamily="2" charset="0"/>
              </a:rPr>
              <a:t>document/element</a:t>
            </a:r>
            <a:endParaRPr lang="zh-CN" altLang="en-US" sz="1200" dirty="0">
              <a:latin typeface="Quicksand Light" panose="00000400000000000000" pitchFamily="2" charset="0"/>
            </a:endParaRPr>
          </a:p>
        </p:txBody>
      </p:sp>
      <p:cxnSp>
        <p:nvCxnSpPr>
          <p:cNvPr id="10" name="连接符: 曲线 9">
            <a:extLst>
              <a:ext uri="{FF2B5EF4-FFF2-40B4-BE49-F238E27FC236}">
                <a16:creationId xmlns:a16="http://schemas.microsoft.com/office/drawing/2014/main" id="{B01049DC-8D3F-3178-D251-DA8C42BFC03F}"/>
              </a:ext>
            </a:extLst>
          </p:cNvPr>
          <p:cNvCxnSpPr>
            <a:cxnSpLocks/>
            <a:stCxn id="2" idx="3"/>
            <a:endCxn id="9" idx="1"/>
          </p:cNvCxnSpPr>
          <p:nvPr/>
        </p:nvCxnSpPr>
        <p:spPr>
          <a:xfrm>
            <a:off x="4708617" y="3251006"/>
            <a:ext cx="322631" cy="428506"/>
          </a:xfrm>
          <a:prstGeom prst="curvedConnector3">
            <a:avLst>
              <a:gd name="adj1" fmla="val 50000"/>
            </a:avLst>
          </a:prstGeom>
          <a:ln>
            <a:solidFill>
              <a:srgbClr val="8854D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矩形: 圆角 10">
            <a:extLst>
              <a:ext uri="{FF2B5EF4-FFF2-40B4-BE49-F238E27FC236}">
                <a16:creationId xmlns:a16="http://schemas.microsoft.com/office/drawing/2014/main" id="{08E46C2E-163E-1439-2DF8-FFDDD4640EEA}"/>
              </a:ext>
            </a:extLst>
          </p:cNvPr>
          <p:cNvSpPr/>
          <p:nvPr/>
        </p:nvSpPr>
        <p:spPr>
          <a:xfrm>
            <a:off x="5031248" y="1781474"/>
            <a:ext cx="1440000" cy="360000"/>
          </a:xfrm>
          <a:prstGeom prst="roundRect">
            <a:avLst/>
          </a:prstGeom>
          <a:solidFill>
            <a:schemeClr val="accent5">
              <a:lumMod val="75000"/>
              <a:alpha val="80000"/>
            </a:scheme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latin typeface="Quicksand Light" panose="00000400000000000000" pitchFamily="2" charset="0"/>
              </a:rPr>
              <a:t>form</a:t>
            </a:r>
            <a:endParaRPr lang="zh-CN" altLang="en-US" sz="1200">
              <a:latin typeface="Quicksand Light" panose="00000400000000000000" pitchFamily="2" charset="0"/>
            </a:endParaRPr>
          </a:p>
        </p:txBody>
      </p:sp>
      <p:cxnSp>
        <p:nvCxnSpPr>
          <p:cNvPr id="12" name="连接符: 曲线 11">
            <a:extLst>
              <a:ext uri="{FF2B5EF4-FFF2-40B4-BE49-F238E27FC236}">
                <a16:creationId xmlns:a16="http://schemas.microsoft.com/office/drawing/2014/main" id="{B38AA8FE-3C11-184B-9D0F-5FA3A82D4A9F}"/>
              </a:ext>
            </a:extLst>
          </p:cNvPr>
          <p:cNvCxnSpPr>
            <a:cxnSpLocks/>
            <a:stCxn id="2" idx="3"/>
            <a:endCxn id="11" idx="1"/>
          </p:cNvCxnSpPr>
          <p:nvPr/>
        </p:nvCxnSpPr>
        <p:spPr>
          <a:xfrm flipV="1">
            <a:off x="4708617" y="1961474"/>
            <a:ext cx="322631" cy="1289532"/>
          </a:xfrm>
          <a:prstGeom prst="curvedConnector3">
            <a:avLst>
              <a:gd name="adj1" fmla="val 50000"/>
            </a:avLst>
          </a:prstGeom>
          <a:ln>
            <a:solidFill>
              <a:srgbClr val="3DC1D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矩形: 圆角 12">
            <a:extLst>
              <a:ext uri="{FF2B5EF4-FFF2-40B4-BE49-F238E27FC236}">
                <a16:creationId xmlns:a16="http://schemas.microsoft.com/office/drawing/2014/main" id="{79D8125B-2580-7918-B99E-E0392B0ABC11}"/>
              </a:ext>
            </a:extLst>
          </p:cNvPr>
          <p:cNvSpPr/>
          <p:nvPr/>
        </p:nvSpPr>
        <p:spPr>
          <a:xfrm>
            <a:off x="5031248" y="2211987"/>
            <a:ext cx="1440000" cy="360000"/>
          </a:xfrm>
          <a:prstGeom prst="roundRect">
            <a:avLst/>
          </a:prstGeom>
          <a:solidFill>
            <a:srgbClr val="92D050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latin typeface="Quicksand Light" panose="00000400000000000000" pitchFamily="2" charset="0"/>
                <a:ea typeface="微软雅黑" panose="020B0503020204020204" pitchFamily="34" charset="-122"/>
              </a:rPr>
              <a:t>key</a:t>
            </a:r>
            <a:endParaRPr lang="zh-CN" altLang="en-US" sz="1200">
              <a:latin typeface="Quicksand Light" panose="00000400000000000000" pitchFamily="2" charset="0"/>
              <a:ea typeface="微软雅黑" panose="020B0503020204020204" pitchFamily="34" charset="-122"/>
            </a:endParaRPr>
          </a:p>
        </p:txBody>
      </p:sp>
      <p:cxnSp>
        <p:nvCxnSpPr>
          <p:cNvPr id="14" name="连接符: 曲线 13">
            <a:extLst>
              <a:ext uri="{FF2B5EF4-FFF2-40B4-BE49-F238E27FC236}">
                <a16:creationId xmlns:a16="http://schemas.microsoft.com/office/drawing/2014/main" id="{6C1AB90B-B13F-6571-439B-47462EF8AC89}"/>
              </a:ext>
            </a:extLst>
          </p:cNvPr>
          <p:cNvCxnSpPr>
            <a:cxnSpLocks/>
            <a:stCxn id="13" idx="1"/>
            <a:endCxn id="2" idx="3"/>
          </p:cNvCxnSpPr>
          <p:nvPr/>
        </p:nvCxnSpPr>
        <p:spPr>
          <a:xfrm rot="10800000" flipV="1">
            <a:off x="4708618" y="2391986"/>
            <a:ext cx="322631" cy="859019"/>
          </a:xfrm>
          <a:prstGeom prst="curvedConnector3">
            <a:avLst>
              <a:gd name="adj1" fmla="val 50000"/>
            </a:avLst>
          </a:prstGeom>
          <a:ln>
            <a:solidFill>
              <a:srgbClr val="20BF6B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矩形: 圆角 23">
            <a:extLst>
              <a:ext uri="{FF2B5EF4-FFF2-40B4-BE49-F238E27FC236}">
                <a16:creationId xmlns:a16="http://schemas.microsoft.com/office/drawing/2014/main" id="{26F832C2-D827-51B2-8CC7-784EB1D3B38C}"/>
              </a:ext>
            </a:extLst>
          </p:cNvPr>
          <p:cNvSpPr/>
          <p:nvPr/>
        </p:nvSpPr>
        <p:spPr>
          <a:xfrm>
            <a:off x="5031248" y="4360538"/>
            <a:ext cx="1440000" cy="360000"/>
          </a:xfrm>
          <a:prstGeom prst="roundRect">
            <a:avLst/>
          </a:prstGeom>
          <a:solidFill>
            <a:srgbClr val="3DC1D3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latin typeface="Quicksand Light" panose="00000400000000000000" pitchFamily="2" charset="0"/>
              </a:rPr>
              <a:t>video</a:t>
            </a:r>
            <a:endParaRPr lang="zh-CN" altLang="en-US" sz="1200">
              <a:latin typeface="Quicksand Light" panose="00000400000000000000" pitchFamily="2" charset="0"/>
            </a:endParaRPr>
          </a:p>
        </p:txBody>
      </p:sp>
      <p:cxnSp>
        <p:nvCxnSpPr>
          <p:cNvPr id="25" name="连接符: 曲线 24">
            <a:extLst>
              <a:ext uri="{FF2B5EF4-FFF2-40B4-BE49-F238E27FC236}">
                <a16:creationId xmlns:a16="http://schemas.microsoft.com/office/drawing/2014/main" id="{1E91EABC-CC33-1534-AA85-D2F14FFCD505}"/>
              </a:ext>
            </a:extLst>
          </p:cNvPr>
          <p:cNvCxnSpPr>
            <a:cxnSpLocks/>
            <a:stCxn id="2" idx="3"/>
            <a:endCxn id="24" idx="1"/>
          </p:cNvCxnSpPr>
          <p:nvPr/>
        </p:nvCxnSpPr>
        <p:spPr>
          <a:xfrm>
            <a:off x="4708617" y="3251006"/>
            <a:ext cx="322631" cy="1289532"/>
          </a:xfrm>
          <a:prstGeom prst="curvedConnector3">
            <a:avLst>
              <a:gd name="adj1" fmla="val 50000"/>
            </a:avLst>
          </a:prstGeom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直接连接符 34">
            <a:extLst>
              <a:ext uri="{FF2B5EF4-FFF2-40B4-BE49-F238E27FC236}">
                <a16:creationId xmlns:a16="http://schemas.microsoft.com/office/drawing/2014/main" id="{1F897BB2-B122-6EFE-AB4F-EBE978B1F67C}"/>
              </a:ext>
            </a:extLst>
          </p:cNvPr>
          <p:cNvCxnSpPr>
            <a:stCxn id="2" idx="3"/>
            <a:endCxn id="4" idx="1"/>
          </p:cNvCxnSpPr>
          <p:nvPr/>
        </p:nvCxnSpPr>
        <p:spPr>
          <a:xfrm flipV="1">
            <a:off x="4708617" y="3249000"/>
            <a:ext cx="322631" cy="2006"/>
          </a:xfrm>
          <a:prstGeom prst="line">
            <a:avLst/>
          </a:prstGeom>
          <a:ln>
            <a:solidFill>
              <a:srgbClr val="FB9B5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矩形: 圆角 35">
            <a:extLst>
              <a:ext uri="{FF2B5EF4-FFF2-40B4-BE49-F238E27FC236}">
                <a16:creationId xmlns:a16="http://schemas.microsoft.com/office/drawing/2014/main" id="{C7EA5793-673C-0056-BD53-017078764D5B}"/>
              </a:ext>
            </a:extLst>
          </p:cNvPr>
          <p:cNvSpPr/>
          <p:nvPr/>
        </p:nvSpPr>
        <p:spPr>
          <a:xfrm>
            <a:off x="1145987" y="3072847"/>
            <a:ext cx="1800000" cy="360000"/>
          </a:xfrm>
          <a:prstGeom prst="roundRect">
            <a:avLst/>
          </a:prstGeom>
          <a:solidFill>
            <a:srgbClr val="20BF6B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latin typeface="Quicksand Light" panose="00000400000000000000" pitchFamily="2" charset="0"/>
              </a:rPr>
              <a:t>Instance Properties</a:t>
            </a:r>
            <a:endParaRPr lang="zh-CN" altLang="en-US" sz="1200">
              <a:latin typeface="Quicksand Light" panose="00000400000000000000" pitchFamily="2" charset="0"/>
            </a:endParaRPr>
          </a:p>
        </p:txBody>
      </p:sp>
      <p:sp>
        <p:nvSpPr>
          <p:cNvPr id="37" name="矩形: 圆角 36">
            <a:extLst>
              <a:ext uri="{FF2B5EF4-FFF2-40B4-BE49-F238E27FC236}">
                <a16:creationId xmlns:a16="http://schemas.microsoft.com/office/drawing/2014/main" id="{08925D5E-3469-3CFC-F4A1-CC2E940D6670}"/>
              </a:ext>
            </a:extLst>
          </p:cNvPr>
          <p:cNvSpPr/>
          <p:nvPr/>
        </p:nvSpPr>
        <p:spPr>
          <a:xfrm>
            <a:off x="1145987" y="2648013"/>
            <a:ext cx="1800000" cy="360000"/>
          </a:xfrm>
          <a:prstGeom prst="roundRect">
            <a:avLst/>
          </a:prstGeom>
          <a:solidFill>
            <a:srgbClr val="20BF6B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latin typeface="Quicksand Light" panose="00000400000000000000" pitchFamily="2" charset="0"/>
              </a:rPr>
              <a:t>Tag Attribute</a:t>
            </a:r>
            <a:endParaRPr lang="zh-CN" altLang="en-US" sz="1200">
              <a:latin typeface="Quicksand Light" panose="00000400000000000000" pitchFamily="2" charset="0"/>
            </a:endParaRPr>
          </a:p>
        </p:txBody>
      </p:sp>
      <p:sp>
        <p:nvSpPr>
          <p:cNvPr id="38" name="矩形: 圆角 37">
            <a:extLst>
              <a:ext uri="{FF2B5EF4-FFF2-40B4-BE49-F238E27FC236}">
                <a16:creationId xmlns:a16="http://schemas.microsoft.com/office/drawing/2014/main" id="{5FF63853-34F3-F503-06EF-1A4EFCBC7016}"/>
              </a:ext>
            </a:extLst>
          </p:cNvPr>
          <p:cNvSpPr/>
          <p:nvPr/>
        </p:nvSpPr>
        <p:spPr>
          <a:xfrm>
            <a:off x="1145987" y="3499512"/>
            <a:ext cx="1800000" cy="360000"/>
          </a:xfrm>
          <a:prstGeom prst="roundRect">
            <a:avLst/>
          </a:prstGeom>
          <a:solidFill>
            <a:srgbClr val="20BF6B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latin typeface="Quicksand Light" panose="00000400000000000000" pitchFamily="2" charset="0"/>
              </a:rPr>
              <a:t>Event AddEventListene</a:t>
            </a:r>
            <a:endParaRPr lang="zh-CN" altLang="en-US" sz="1200">
              <a:latin typeface="Quicksand Light" panose="00000400000000000000" pitchFamily="2" charset="0"/>
            </a:endParaRPr>
          </a:p>
        </p:txBody>
      </p:sp>
      <p:cxnSp>
        <p:nvCxnSpPr>
          <p:cNvPr id="39" name="连接符: 曲线 38">
            <a:extLst>
              <a:ext uri="{FF2B5EF4-FFF2-40B4-BE49-F238E27FC236}">
                <a16:creationId xmlns:a16="http://schemas.microsoft.com/office/drawing/2014/main" id="{4A95C584-0549-55D1-E407-C026569F15E4}"/>
              </a:ext>
            </a:extLst>
          </p:cNvPr>
          <p:cNvCxnSpPr>
            <a:cxnSpLocks/>
            <a:stCxn id="2" idx="1"/>
            <a:endCxn id="37" idx="3"/>
          </p:cNvCxnSpPr>
          <p:nvPr/>
        </p:nvCxnSpPr>
        <p:spPr>
          <a:xfrm rot="10800000">
            <a:off x="2945987" y="2828014"/>
            <a:ext cx="322630" cy="422993"/>
          </a:xfrm>
          <a:prstGeom prst="curvedConnector3">
            <a:avLst>
              <a:gd name="adj1" fmla="val 50000"/>
            </a:avLst>
          </a:prstGeom>
          <a:ln>
            <a:solidFill>
              <a:srgbClr val="3DC1D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连接符: 曲线 41">
            <a:extLst>
              <a:ext uri="{FF2B5EF4-FFF2-40B4-BE49-F238E27FC236}">
                <a16:creationId xmlns:a16="http://schemas.microsoft.com/office/drawing/2014/main" id="{4A34405E-4816-5E33-B97D-003FD8338F5F}"/>
              </a:ext>
            </a:extLst>
          </p:cNvPr>
          <p:cNvCxnSpPr>
            <a:cxnSpLocks/>
            <a:stCxn id="38" idx="3"/>
            <a:endCxn id="2" idx="1"/>
          </p:cNvCxnSpPr>
          <p:nvPr/>
        </p:nvCxnSpPr>
        <p:spPr>
          <a:xfrm flipV="1">
            <a:off x="2945987" y="3251006"/>
            <a:ext cx="322630" cy="428506"/>
          </a:xfrm>
          <a:prstGeom prst="curvedConnector3">
            <a:avLst>
              <a:gd name="adj1" fmla="val 50000"/>
            </a:avLst>
          </a:prstGeom>
          <a:ln>
            <a:solidFill>
              <a:srgbClr val="3DC1D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矩形: 圆角 5">
            <a:extLst>
              <a:ext uri="{FF2B5EF4-FFF2-40B4-BE49-F238E27FC236}">
                <a16:creationId xmlns:a16="http://schemas.microsoft.com/office/drawing/2014/main" id="{D39DD1A4-0B06-81AD-266E-8FE06A9D57C5}"/>
              </a:ext>
            </a:extLst>
          </p:cNvPr>
          <p:cNvSpPr/>
          <p:nvPr/>
        </p:nvSpPr>
        <p:spPr>
          <a:xfrm>
            <a:off x="6750424" y="1873624"/>
            <a:ext cx="5047129" cy="3576917"/>
          </a:xfrm>
          <a:prstGeom prst="roundRect">
            <a:avLst>
              <a:gd name="adj" fmla="val 3133"/>
            </a:avLst>
          </a:prstGeom>
          <a:noFill/>
          <a:ln w="12700">
            <a:solidFill>
              <a:srgbClr val="20BF6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lang="en-US" altLang="zh-CN" sz="1200">
                <a:solidFill>
                  <a:srgbClr val="20BF6B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bind:tap=</a:t>
            </a:r>
            <a:r>
              <a:rPr lang="zh-CN" altLang="en-US" sz="1200">
                <a:solidFill>
                  <a:srgbClr val="20BF6B"/>
                </a:solidFill>
                <a:latin typeface="Roboto" panose="02000000000000000000" pitchFamily="2" charset="0"/>
              </a:rPr>
              <a:t>‘</a:t>
            </a:r>
            <a:r>
              <a:rPr lang="en-US" altLang="zh-CN" sz="1200">
                <a:solidFill>
                  <a:srgbClr val="20BF6B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closeModal’</a:t>
            </a:r>
            <a:endParaRPr lang="zh-CN" altLang="en-US" sz="1200">
              <a:solidFill>
                <a:srgbClr val="20BF6B"/>
              </a:solidFill>
              <a:latin typeface="Roboto" panose="02000000000000000000" pitchFamily="2" charset="0"/>
            </a:endParaRPr>
          </a:p>
        </p:txBody>
      </p:sp>
      <p:sp>
        <p:nvSpPr>
          <p:cNvPr id="15" name="矩形: 圆角 14">
            <a:extLst>
              <a:ext uri="{FF2B5EF4-FFF2-40B4-BE49-F238E27FC236}">
                <a16:creationId xmlns:a16="http://schemas.microsoft.com/office/drawing/2014/main" id="{9C890D3C-4652-4282-E773-A99EB937E6A3}"/>
              </a:ext>
            </a:extLst>
          </p:cNvPr>
          <p:cNvSpPr/>
          <p:nvPr/>
        </p:nvSpPr>
        <p:spPr>
          <a:xfrm>
            <a:off x="6750423" y="3116027"/>
            <a:ext cx="5047128" cy="2334514"/>
          </a:xfrm>
          <a:prstGeom prst="roundRect">
            <a:avLst>
              <a:gd name="adj" fmla="val 3133"/>
            </a:avLst>
          </a:prstGeom>
          <a:noFill/>
          <a:ln w="12700">
            <a:solidFill>
              <a:srgbClr val="20BF6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lang="en-US" altLang="zh-CN" sz="1200">
                <a:solidFill>
                  <a:srgbClr val="20BF6B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catch:tap=‘NULL’</a:t>
            </a:r>
            <a:endParaRPr lang="zh-CN" altLang="en-US" sz="1200">
              <a:solidFill>
                <a:srgbClr val="20BF6B"/>
              </a:solidFill>
              <a:latin typeface="Roboto" panose="02000000000000000000" pitchFamily="2" charset="0"/>
            </a:endParaRPr>
          </a:p>
        </p:txBody>
      </p:sp>
      <p:sp>
        <p:nvSpPr>
          <p:cNvPr id="17" name="文本框 16">
            <a:extLst>
              <a:ext uri="{FF2B5EF4-FFF2-40B4-BE49-F238E27FC236}">
                <a16:creationId xmlns:a16="http://schemas.microsoft.com/office/drawing/2014/main" id="{E98F2205-107F-0D61-B3CF-179046CD8A54}"/>
              </a:ext>
            </a:extLst>
          </p:cNvPr>
          <p:cNvSpPr txBox="1"/>
          <p:nvPr/>
        </p:nvSpPr>
        <p:spPr>
          <a:xfrm>
            <a:off x="11383595" y="3095927"/>
            <a:ext cx="28565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>
                <a:solidFill>
                  <a:srgbClr val="20BF6B"/>
                </a:solidFill>
              </a:rPr>
              <a:t>x</a:t>
            </a:r>
            <a:endParaRPr lang="zh-CN" altLang="en-US">
              <a:solidFill>
                <a:srgbClr val="20BF6B"/>
              </a:solidFill>
            </a:endParaRPr>
          </a:p>
        </p:txBody>
      </p:sp>
      <p:sp>
        <p:nvSpPr>
          <p:cNvPr id="18" name="文本框 17">
            <a:extLst>
              <a:ext uri="{FF2B5EF4-FFF2-40B4-BE49-F238E27FC236}">
                <a16:creationId xmlns:a16="http://schemas.microsoft.com/office/drawing/2014/main" id="{F9B7D640-BE0E-86E7-7FCE-00C462E0FE01}"/>
              </a:ext>
            </a:extLst>
          </p:cNvPr>
          <p:cNvSpPr txBox="1"/>
          <p:nvPr/>
        </p:nvSpPr>
        <p:spPr>
          <a:xfrm>
            <a:off x="9403976" y="1407459"/>
            <a:ext cx="1678665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200">
                <a:solidFill>
                  <a:srgbClr val="20BF6B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bind:tap=‘closeModal’</a:t>
            </a:r>
          </a:p>
        </p:txBody>
      </p:sp>
    </p:spTree>
    <p:extLst>
      <p:ext uri="{BB962C8B-B14F-4D97-AF65-F5344CB8AC3E}">
        <p14:creationId xmlns:p14="http://schemas.microsoft.com/office/powerpoint/2010/main" val="3434537094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EBD8EE-BB6B-B1A6-37A6-AB9C93F5A3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: 圆角 1">
            <a:extLst>
              <a:ext uri="{FF2B5EF4-FFF2-40B4-BE49-F238E27FC236}">
                <a16:creationId xmlns:a16="http://schemas.microsoft.com/office/drawing/2014/main" id="{FD722D15-6144-EFA7-2DE0-74B1FEE530AC}"/>
              </a:ext>
            </a:extLst>
          </p:cNvPr>
          <p:cNvSpPr/>
          <p:nvPr/>
        </p:nvSpPr>
        <p:spPr>
          <a:xfrm>
            <a:off x="3307693" y="3015669"/>
            <a:ext cx="1440000" cy="360000"/>
          </a:xfrm>
          <a:prstGeom prst="roundRect">
            <a:avLst/>
          </a:prstGeom>
          <a:solidFill>
            <a:srgbClr val="EB3B5A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latin typeface="Quicksand Light" panose="00000400000000000000" pitchFamily="2" charset="0"/>
              </a:rPr>
              <a:t>Creational</a:t>
            </a:r>
            <a:endParaRPr lang="zh-CN" altLang="en-US" sz="1200" dirty="0">
              <a:latin typeface="Quicksand Light" panose="00000400000000000000" pitchFamily="2" charset="0"/>
            </a:endParaRPr>
          </a:p>
        </p:txBody>
      </p:sp>
      <p:sp>
        <p:nvSpPr>
          <p:cNvPr id="3" name="矩形: 圆角 2">
            <a:extLst>
              <a:ext uri="{FF2B5EF4-FFF2-40B4-BE49-F238E27FC236}">
                <a16:creationId xmlns:a16="http://schemas.microsoft.com/office/drawing/2014/main" id="{0BF046F7-7610-2181-40D9-E549363C7D3C}"/>
              </a:ext>
            </a:extLst>
          </p:cNvPr>
          <p:cNvSpPr/>
          <p:nvPr/>
        </p:nvSpPr>
        <p:spPr>
          <a:xfrm>
            <a:off x="5031248" y="2800413"/>
            <a:ext cx="1440000" cy="360000"/>
          </a:xfrm>
          <a:prstGeom prst="roundRect">
            <a:avLst/>
          </a:prstGeom>
          <a:noFill/>
          <a:ln w="12700">
            <a:solidFill>
              <a:schemeClr val="tx2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Abstract Factory</a:t>
            </a:r>
            <a:endParaRPr lang="zh-CN" altLang="en-US" sz="1200" dirty="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sp>
        <p:nvSpPr>
          <p:cNvPr id="4" name="矩形: 圆角 3">
            <a:extLst>
              <a:ext uri="{FF2B5EF4-FFF2-40B4-BE49-F238E27FC236}">
                <a16:creationId xmlns:a16="http://schemas.microsoft.com/office/drawing/2014/main" id="{0BC01D88-4E70-515D-5852-C37F63A049E6}"/>
              </a:ext>
            </a:extLst>
          </p:cNvPr>
          <p:cNvSpPr/>
          <p:nvPr/>
        </p:nvSpPr>
        <p:spPr>
          <a:xfrm>
            <a:off x="5031248" y="3230925"/>
            <a:ext cx="1440000" cy="360000"/>
          </a:xfrm>
          <a:prstGeom prst="roundRect">
            <a:avLst/>
          </a:prstGeom>
          <a:noFill/>
          <a:ln w="12700">
            <a:solidFill>
              <a:schemeClr val="tx2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Builder</a:t>
            </a:r>
            <a:endParaRPr lang="zh-CN" altLang="en-US" sz="1200" dirty="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sp>
        <p:nvSpPr>
          <p:cNvPr id="5" name="矩形: 圆角 4">
            <a:extLst>
              <a:ext uri="{FF2B5EF4-FFF2-40B4-BE49-F238E27FC236}">
                <a16:creationId xmlns:a16="http://schemas.microsoft.com/office/drawing/2014/main" id="{38130057-6A75-A691-40DC-763087E4EBF6}"/>
              </a:ext>
            </a:extLst>
          </p:cNvPr>
          <p:cNvSpPr/>
          <p:nvPr/>
        </p:nvSpPr>
        <p:spPr>
          <a:xfrm>
            <a:off x="5031248" y="4091950"/>
            <a:ext cx="1440000" cy="360000"/>
          </a:xfrm>
          <a:prstGeom prst="roundRect">
            <a:avLst/>
          </a:prstGeom>
          <a:noFill/>
          <a:ln w="12700">
            <a:solidFill>
              <a:schemeClr val="tx2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Prototype</a:t>
            </a:r>
            <a:endParaRPr lang="zh-CN" altLang="en-US" sz="1200" dirty="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cxnSp>
        <p:nvCxnSpPr>
          <p:cNvPr id="7" name="连接符: 曲线 6">
            <a:extLst>
              <a:ext uri="{FF2B5EF4-FFF2-40B4-BE49-F238E27FC236}">
                <a16:creationId xmlns:a16="http://schemas.microsoft.com/office/drawing/2014/main" id="{31BF8420-70AD-71EE-1F80-7957C5599660}"/>
              </a:ext>
            </a:extLst>
          </p:cNvPr>
          <p:cNvCxnSpPr>
            <a:stCxn id="2" idx="3"/>
            <a:endCxn id="5" idx="1"/>
          </p:cNvCxnSpPr>
          <p:nvPr/>
        </p:nvCxnSpPr>
        <p:spPr>
          <a:xfrm>
            <a:off x="4747693" y="3195669"/>
            <a:ext cx="283555" cy="1076281"/>
          </a:xfrm>
          <a:prstGeom prst="curvedConnector3">
            <a:avLst>
              <a:gd name="adj1" fmla="val 50000"/>
            </a:avLst>
          </a:prstGeom>
          <a:ln w="635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连接符: 曲线 7">
            <a:extLst>
              <a:ext uri="{FF2B5EF4-FFF2-40B4-BE49-F238E27FC236}">
                <a16:creationId xmlns:a16="http://schemas.microsoft.com/office/drawing/2014/main" id="{E91BBDB8-A3E7-F260-872E-980C4D3B9C04}"/>
              </a:ext>
            </a:extLst>
          </p:cNvPr>
          <p:cNvCxnSpPr>
            <a:stCxn id="3" idx="1"/>
            <a:endCxn id="2" idx="3"/>
          </p:cNvCxnSpPr>
          <p:nvPr/>
        </p:nvCxnSpPr>
        <p:spPr>
          <a:xfrm rot="10800000" flipV="1">
            <a:off x="4747694" y="2980413"/>
            <a:ext cx="283555" cy="215256"/>
          </a:xfrm>
          <a:prstGeom prst="curvedConnector3">
            <a:avLst>
              <a:gd name="adj1" fmla="val 50000"/>
            </a:avLst>
          </a:prstGeom>
          <a:ln w="635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矩形: 圆角 8">
            <a:extLst>
              <a:ext uri="{FF2B5EF4-FFF2-40B4-BE49-F238E27FC236}">
                <a16:creationId xmlns:a16="http://schemas.microsoft.com/office/drawing/2014/main" id="{5995B0DB-60EC-0C4C-4617-C54BC2980551}"/>
              </a:ext>
            </a:extLst>
          </p:cNvPr>
          <p:cNvSpPr/>
          <p:nvPr/>
        </p:nvSpPr>
        <p:spPr>
          <a:xfrm>
            <a:off x="5031248" y="3661437"/>
            <a:ext cx="1440000" cy="360000"/>
          </a:xfrm>
          <a:prstGeom prst="roundRect">
            <a:avLst/>
          </a:prstGeom>
          <a:noFill/>
          <a:ln w="12700">
            <a:solidFill>
              <a:schemeClr val="tx2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document/element</a:t>
            </a:r>
            <a:endParaRPr lang="zh-CN" altLang="en-US" sz="1200" dirty="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cxnSp>
        <p:nvCxnSpPr>
          <p:cNvPr id="10" name="连接符: 曲线 9">
            <a:extLst>
              <a:ext uri="{FF2B5EF4-FFF2-40B4-BE49-F238E27FC236}">
                <a16:creationId xmlns:a16="http://schemas.microsoft.com/office/drawing/2014/main" id="{6D378F06-1519-E041-41CF-BE87EC285C65}"/>
              </a:ext>
            </a:extLst>
          </p:cNvPr>
          <p:cNvCxnSpPr>
            <a:cxnSpLocks/>
            <a:stCxn id="2" idx="3"/>
            <a:endCxn id="9" idx="1"/>
          </p:cNvCxnSpPr>
          <p:nvPr/>
        </p:nvCxnSpPr>
        <p:spPr>
          <a:xfrm>
            <a:off x="4747693" y="3195669"/>
            <a:ext cx="283555" cy="645768"/>
          </a:xfrm>
          <a:prstGeom prst="curvedConnector3">
            <a:avLst>
              <a:gd name="adj1" fmla="val 50000"/>
            </a:avLst>
          </a:prstGeom>
          <a:ln w="635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矩形: 圆角 10">
            <a:extLst>
              <a:ext uri="{FF2B5EF4-FFF2-40B4-BE49-F238E27FC236}">
                <a16:creationId xmlns:a16="http://schemas.microsoft.com/office/drawing/2014/main" id="{E65F3440-C982-1FC3-8191-862F5C57D0EE}"/>
              </a:ext>
            </a:extLst>
          </p:cNvPr>
          <p:cNvSpPr/>
          <p:nvPr/>
        </p:nvSpPr>
        <p:spPr>
          <a:xfrm>
            <a:off x="5031248" y="1943399"/>
            <a:ext cx="1440000" cy="360000"/>
          </a:xfrm>
          <a:prstGeom prst="roundRect">
            <a:avLst/>
          </a:prstGeom>
          <a:noFill/>
          <a:ln w="12700">
            <a:solidFill>
              <a:srgbClr val="EB3B5A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rgbClr val="EB3B5A"/>
                </a:solidFill>
                <a:latin typeface="Quicksand Light" panose="00000400000000000000" pitchFamily="2" charset="0"/>
              </a:rPr>
              <a:t>Singleton</a:t>
            </a:r>
            <a:endParaRPr lang="zh-CN" altLang="en-US" sz="1200" dirty="0">
              <a:solidFill>
                <a:srgbClr val="EB3B5A"/>
              </a:solidFill>
              <a:latin typeface="Quicksand Light" panose="00000400000000000000" pitchFamily="2" charset="0"/>
            </a:endParaRPr>
          </a:p>
        </p:txBody>
      </p:sp>
      <p:cxnSp>
        <p:nvCxnSpPr>
          <p:cNvPr id="12" name="连接符: 曲线 11">
            <a:extLst>
              <a:ext uri="{FF2B5EF4-FFF2-40B4-BE49-F238E27FC236}">
                <a16:creationId xmlns:a16="http://schemas.microsoft.com/office/drawing/2014/main" id="{9D61C454-9202-1B09-8240-C337ABEB495C}"/>
              </a:ext>
            </a:extLst>
          </p:cNvPr>
          <p:cNvCxnSpPr>
            <a:cxnSpLocks/>
            <a:stCxn id="2" idx="3"/>
            <a:endCxn id="11" idx="1"/>
          </p:cNvCxnSpPr>
          <p:nvPr/>
        </p:nvCxnSpPr>
        <p:spPr>
          <a:xfrm flipV="1">
            <a:off x="4747693" y="2123399"/>
            <a:ext cx="283555" cy="1072270"/>
          </a:xfrm>
          <a:prstGeom prst="curvedConnector3">
            <a:avLst>
              <a:gd name="adj1" fmla="val 50000"/>
            </a:avLst>
          </a:prstGeom>
          <a:ln w="635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矩形: 圆角 12">
            <a:extLst>
              <a:ext uri="{FF2B5EF4-FFF2-40B4-BE49-F238E27FC236}">
                <a16:creationId xmlns:a16="http://schemas.microsoft.com/office/drawing/2014/main" id="{31D9845A-AE02-0033-70D7-30BCD4CD46E8}"/>
              </a:ext>
            </a:extLst>
          </p:cNvPr>
          <p:cNvSpPr/>
          <p:nvPr/>
        </p:nvSpPr>
        <p:spPr>
          <a:xfrm>
            <a:off x="5031248" y="2373912"/>
            <a:ext cx="1440000" cy="360000"/>
          </a:xfrm>
          <a:prstGeom prst="roundRect">
            <a:avLst/>
          </a:prstGeom>
          <a:noFill/>
          <a:ln w="12700">
            <a:solidFill>
              <a:schemeClr val="tx2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Factory Method</a:t>
            </a:r>
            <a:endParaRPr lang="zh-CN" altLang="en-US" sz="1200" dirty="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cxnSp>
        <p:nvCxnSpPr>
          <p:cNvPr id="14" name="连接符: 曲线 13">
            <a:extLst>
              <a:ext uri="{FF2B5EF4-FFF2-40B4-BE49-F238E27FC236}">
                <a16:creationId xmlns:a16="http://schemas.microsoft.com/office/drawing/2014/main" id="{14C59D97-02FE-0B11-7BA5-15A703FADA6C}"/>
              </a:ext>
            </a:extLst>
          </p:cNvPr>
          <p:cNvCxnSpPr>
            <a:cxnSpLocks/>
            <a:stCxn id="13" idx="1"/>
            <a:endCxn id="2" idx="3"/>
          </p:cNvCxnSpPr>
          <p:nvPr/>
        </p:nvCxnSpPr>
        <p:spPr>
          <a:xfrm rot="10800000" flipV="1">
            <a:off x="4747694" y="2553911"/>
            <a:ext cx="283555" cy="641757"/>
          </a:xfrm>
          <a:prstGeom prst="curvedConnector3">
            <a:avLst>
              <a:gd name="adj1" fmla="val 50000"/>
            </a:avLst>
          </a:prstGeom>
          <a:ln w="635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矩形: 圆角 35">
            <a:extLst>
              <a:ext uri="{FF2B5EF4-FFF2-40B4-BE49-F238E27FC236}">
                <a16:creationId xmlns:a16="http://schemas.microsoft.com/office/drawing/2014/main" id="{708EEE8E-7CF0-B242-32F3-BDA58B9024F6}"/>
              </a:ext>
            </a:extLst>
          </p:cNvPr>
          <p:cNvSpPr/>
          <p:nvPr/>
        </p:nvSpPr>
        <p:spPr>
          <a:xfrm>
            <a:off x="1584137" y="3446181"/>
            <a:ext cx="1440000" cy="360000"/>
          </a:xfrm>
          <a:prstGeom prst="roundRect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latin typeface="Quicksand Light" panose="00000400000000000000" pitchFamily="2" charset="0"/>
                <a:ea typeface="微软雅黑" panose="020B0503020204020204" pitchFamily="34" charset="-122"/>
              </a:rPr>
              <a:t>Pattern</a:t>
            </a:r>
            <a:endParaRPr lang="zh-CN" altLang="en-US" sz="1200" dirty="0">
              <a:latin typeface="Quicksand Light" panose="00000400000000000000" pitchFamily="2" charset="0"/>
              <a:ea typeface="微软雅黑" panose="020B0503020204020204" pitchFamily="34" charset="-122"/>
            </a:endParaRPr>
          </a:p>
        </p:txBody>
      </p:sp>
      <p:cxnSp>
        <p:nvCxnSpPr>
          <p:cNvPr id="42" name="连接符: 曲线 41">
            <a:extLst>
              <a:ext uri="{FF2B5EF4-FFF2-40B4-BE49-F238E27FC236}">
                <a16:creationId xmlns:a16="http://schemas.microsoft.com/office/drawing/2014/main" id="{5E757A30-527F-B35A-ED9C-6AF596A8F036}"/>
              </a:ext>
            </a:extLst>
          </p:cNvPr>
          <p:cNvCxnSpPr>
            <a:cxnSpLocks/>
            <a:stCxn id="36" idx="3"/>
            <a:endCxn id="2" idx="1"/>
          </p:cNvCxnSpPr>
          <p:nvPr/>
        </p:nvCxnSpPr>
        <p:spPr>
          <a:xfrm flipV="1">
            <a:off x="3024137" y="3195669"/>
            <a:ext cx="283556" cy="430512"/>
          </a:xfrm>
          <a:prstGeom prst="curvedConnector3">
            <a:avLst>
              <a:gd name="adj1" fmla="val 50000"/>
            </a:avLst>
          </a:prstGeom>
          <a:ln>
            <a:solidFill>
              <a:srgbClr val="20BF6B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矩形: 圆角 15">
            <a:extLst>
              <a:ext uri="{FF2B5EF4-FFF2-40B4-BE49-F238E27FC236}">
                <a16:creationId xmlns:a16="http://schemas.microsoft.com/office/drawing/2014/main" id="{073A534C-2219-72F1-ED9B-CD8BCBA6296C}"/>
              </a:ext>
            </a:extLst>
          </p:cNvPr>
          <p:cNvSpPr/>
          <p:nvPr/>
        </p:nvSpPr>
        <p:spPr>
          <a:xfrm>
            <a:off x="3307693" y="3446181"/>
            <a:ext cx="1440000" cy="360000"/>
          </a:xfrm>
          <a:prstGeom prst="roundRect">
            <a:avLst/>
          </a:prstGeom>
          <a:solidFill>
            <a:srgbClr val="3DC1D3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latin typeface="Quicksand Light" panose="00000400000000000000" pitchFamily="2" charset="0"/>
              </a:rPr>
              <a:t>Structural</a:t>
            </a:r>
            <a:endParaRPr lang="zh-CN" altLang="en-US" sz="1200" dirty="0">
              <a:latin typeface="Quicksand Light" panose="00000400000000000000" pitchFamily="2" charset="0"/>
            </a:endParaRPr>
          </a:p>
        </p:txBody>
      </p:sp>
      <p:sp>
        <p:nvSpPr>
          <p:cNvPr id="19" name="矩形: 圆角 18">
            <a:extLst>
              <a:ext uri="{FF2B5EF4-FFF2-40B4-BE49-F238E27FC236}">
                <a16:creationId xmlns:a16="http://schemas.microsoft.com/office/drawing/2014/main" id="{FE3C2D4B-BFC1-DF37-9DFB-71FCD188F137}"/>
              </a:ext>
            </a:extLst>
          </p:cNvPr>
          <p:cNvSpPr/>
          <p:nvPr/>
        </p:nvSpPr>
        <p:spPr>
          <a:xfrm>
            <a:off x="3307693" y="3876693"/>
            <a:ext cx="1440000" cy="360000"/>
          </a:xfrm>
          <a:prstGeom prst="roundRect">
            <a:avLst/>
          </a:prstGeom>
          <a:solidFill>
            <a:srgbClr val="20BF6B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latin typeface="Quicksand Light" panose="00000400000000000000" pitchFamily="2" charset="0"/>
              </a:rPr>
              <a:t>Behavioral</a:t>
            </a:r>
            <a:endParaRPr lang="zh-CN" altLang="en-US" sz="1200" dirty="0">
              <a:latin typeface="Quicksand Light" panose="00000400000000000000" pitchFamily="2" charset="0"/>
            </a:endParaRPr>
          </a:p>
        </p:txBody>
      </p:sp>
      <p:cxnSp>
        <p:nvCxnSpPr>
          <p:cNvPr id="22" name="连接符: 曲线 21">
            <a:extLst>
              <a:ext uri="{FF2B5EF4-FFF2-40B4-BE49-F238E27FC236}">
                <a16:creationId xmlns:a16="http://schemas.microsoft.com/office/drawing/2014/main" id="{878892AE-C66F-92CF-1780-29895604761C}"/>
              </a:ext>
            </a:extLst>
          </p:cNvPr>
          <p:cNvCxnSpPr>
            <a:cxnSpLocks/>
            <a:stCxn id="36" idx="3"/>
            <a:endCxn id="19" idx="1"/>
          </p:cNvCxnSpPr>
          <p:nvPr/>
        </p:nvCxnSpPr>
        <p:spPr>
          <a:xfrm>
            <a:off x="3024137" y="3626181"/>
            <a:ext cx="283556" cy="430512"/>
          </a:xfrm>
          <a:prstGeom prst="curvedConnector3">
            <a:avLst>
              <a:gd name="adj1" fmla="val 50000"/>
            </a:avLst>
          </a:prstGeom>
          <a:ln>
            <a:solidFill>
              <a:srgbClr val="20BF6B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直接连接符 27">
            <a:extLst>
              <a:ext uri="{FF2B5EF4-FFF2-40B4-BE49-F238E27FC236}">
                <a16:creationId xmlns:a16="http://schemas.microsoft.com/office/drawing/2014/main" id="{0F721C4A-805F-6837-0CA1-1D71033EE9DE}"/>
              </a:ext>
            </a:extLst>
          </p:cNvPr>
          <p:cNvCxnSpPr>
            <a:stCxn id="16" idx="1"/>
            <a:endCxn id="36" idx="3"/>
          </p:cNvCxnSpPr>
          <p:nvPr/>
        </p:nvCxnSpPr>
        <p:spPr>
          <a:xfrm flipH="1">
            <a:off x="3024137" y="3626181"/>
            <a:ext cx="283556" cy="0"/>
          </a:xfrm>
          <a:prstGeom prst="line">
            <a:avLst/>
          </a:prstGeom>
          <a:ln>
            <a:solidFill>
              <a:srgbClr val="20BF6B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连接符: 曲线 28">
            <a:extLst>
              <a:ext uri="{FF2B5EF4-FFF2-40B4-BE49-F238E27FC236}">
                <a16:creationId xmlns:a16="http://schemas.microsoft.com/office/drawing/2014/main" id="{9EE7CC89-0809-B9AF-0E47-0023000E8E2F}"/>
              </a:ext>
            </a:extLst>
          </p:cNvPr>
          <p:cNvCxnSpPr>
            <a:cxnSpLocks/>
            <a:stCxn id="4" idx="1"/>
            <a:endCxn id="2" idx="3"/>
          </p:cNvCxnSpPr>
          <p:nvPr/>
        </p:nvCxnSpPr>
        <p:spPr>
          <a:xfrm rot="10800000">
            <a:off x="4747694" y="3195669"/>
            <a:ext cx="283555" cy="215256"/>
          </a:xfrm>
          <a:prstGeom prst="curvedConnector3">
            <a:avLst>
              <a:gd name="adj1" fmla="val 50000"/>
            </a:avLst>
          </a:prstGeom>
          <a:ln w="635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文本框 32">
            <a:extLst>
              <a:ext uri="{FF2B5EF4-FFF2-40B4-BE49-F238E27FC236}">
                <a16:creationId xmlns:a16="http://schemas.microsoft.com/office/drawing/2014/main" id="{6543DDD5-F96F-EC15-6834-22235FAA5FCD}"/>
              </a:ext>
            </a:extLst>
          </p:cNvPr>
          <p:cNvSpPr txBox="1"/>
          <p:nvPr/>
        </p:nvSpPr>
        <p:spPr>
          <a:xfrm>
            <a:off x="6851826" y="1953032"/>
            <a:ext cx="1515287" cy="11717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zh-CN" sz="1200" dirty="0">
                <a:latin typeface="Quicksand Light" panose="00000400000000000000"/>
              </a:rPr>
              <a:t>1. Feature</a:t>
            </a:r>
          </a:p>
          <a:p>
            <a:pPr>
              <a:lnSpc>
                <a:spcPct val="150000"/>
              </a:lnSpc>
            </a:pPr>
            <a:r>
              <a:rPr lang="en-US" altLang="zh-CN" sz="1200" dirty="0">
                <a:latin typeface="Quicksand Light" panose="00000400000000000000"/>
              </a:rPr>
              <a:t>2. Application</a:t>
            </a:r>
          </a:p>
          <a:p>
            <a:pPr>
              <a:lnSpc>
                <a:spcPct val="150000"/>
              </a:lnSpc>
            </a:pPr>
            <a:r>
              <a:rPr lang="en-US" altLang="zh-CN" sz="1200" dirty="0">
                <a:latin typeface="Quicksand Light" panose="00000400000000000000"/>
              </a:rPr>
              <a:t>3. Implementation </a:t>
            </a:r>
            <a:r>
              <a:rPr lang="zh-CN" altLang="en-US" sz="1200" b="1" dirty="0">
                <a:solidFill>
                  <a:srgbClr val="EB3B5A"/>
                </a:solidFill>
                <a:latin typeface="Quicksand Light" panose="00000400000000000000"/>
              </a:rPr>
              <a:t>→</a:t>
            </a:r>
            <a:endParaRPr lang="en-US" altLang="zh-CN" sz="1200" b="1" dirty="0">
              <a:solidFill>
                <a:srgbClr val="EB3B5A"/>
              </a:solidFill>
              <a:latin typeface="Quicksand Light" panose="00000400000000000000"/>
            </a:endParaRPr>
          </a:p>
          <a:p>
            <a:pPr>
              <a:lnSpc>
                <a:spcPct val="150000"/>
              </a:lnSpc>
            </a:pPr>
            <a:r>
              <a:rPr lang="en-US" altLang="zh-CN" sz="1200" dirty="0">
                <a:latin typeface="Quicksand Light" panose="00000400000000000000"/>
              </a:rPr>
              <a:t>4. Case </a:t>
            </a:r>
            <a:r>
              <a:rPr lang="zh-CN" altLang="en-US" sz="1200" b="1" dirty="0">
                <a:solidFill>
                  <a:srgbClr val="EB3B5A"/>
                </a:solidFill>
                <a:latin typeface="Quicksand Light" panose="00000400000000000000"/>
              </a:rPr>
              <a:t>→</a:t>
            </a:r>
            <a:r>
              <a:rPr lang="zh-CN" altLang="en-US" sz="1200" dirty="0">
                <a:latin typeface="Quicksand Light" panose="00000400000000000000"/>
              </a:rPr>
              <a:t> </a:t>
            </a:r>
            <a:r>
              <a:rPr lang="en-US" altLang="zh-CN" sz="1200" dirty="0">
                <a:latin typeface="Quicksand Light" panose="00000400000000000000"/>
              </a:rPr>
              <a:t>Modal</a:t>
            </a:r>
          </a:p>
        </p:txBody>
      </p:sp>
      <p:sp>
        <p:nvSpPr>
          <p:cNvPr id="34" name="文本框 33">
            <a:extLst>
              <a:ext uri="{FF2B5EF4-FFF2-40B4-BE49-F238E27FC236}">
                <a16:creationId xmlns:a16="http://schemas.microsoft.com/office/drawing/2014/main" id="{1BDF2696-DAE3-B481-B1D3-B161D689F660}"/>
              </a:ext>
            </a:extLst>
          </p:cNvPr>
          <p:cNvSpPr txBox="1"/>
          <p:nvPr/>
        </p:nvSpPr>
        <p:spPr>
          <a:xfrm>
            <a:off x="8230035" y="2516193"/>
            <a:ext cx="1625317" cy="8947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zh-CN" sz="1200" dirty="0">
                <a:latin typeface="Quicksand Light" panose="00000400000000000000"/>
              </a:rPr>
              <a:t>. Basic </a:t>
            </a:r>
            <a:r>
              <a:rPr lang="zh-CN" altLang="en-US" sz="1200" dirty="0">
                <a:latin typeface="Quicksand Light" panose="00000400000000000000"/>
              </a:rPr>
              <a:t>→</a:t>
            </a:r>
            <a:r>
              <a:rPr lang="en-US" altLang="zh-CN" sz="1200" dirty="0">
                <a:latin typeface="Quicksand Light" panose="00000400000000000000"/>
              </a:rPr>
              <a:t> Closure + IIFE</a:t>
            </a:r>
            <a:endParaRPr lang="en-US" altLang="zh-CN" sz="1200" dirty="0">
              <a:solidFill>
                <a:srgbClr val="EB3B5A"/>
              </a:solidFill>
              <a:latin typeface="Quicksand Light" panose="00000400000000000000"/>
            </a:endParaRPr>
          </a:p>
          <a:p>
            <a:pPr>
              <a:lnSpc>
                <a:spcPct val="150000"/>
              </a:lnSpc>
            </a:pPr>
            <a:r>
              <a:rPr lang="en-US" altLang="zh-CN" sz="1200" dirty="0">
                <a:latin typeface="Quicksand Light" panose="00000400000000000000"/>
              </a:rPr>
              <a:t>. Advance </a:t>
            </a:r>
            <a:r>
              <a:rPr lang="zh-CN" altLang="en-US" sz="1200" dirty="0">
                <a:latin typeface="Quicksand Light" panose="00000400000000000000"/>
              </a:rPr>
              <a:t>→</a:t>
            </a:r>
            <a:r>
              <a:rPr lang="en-US" altLang="zh-CN" sz="1200" dirty="0">
                <a:latin typeface="Quicksand Light" panose="00000400000000000000"/>
              </a:rPr>
              <a:t> Class</a:t>
            </a:r>
          </a:p>
          <a:p>
            <a:pPr>
              <a:lnSpc>
                <a:spcPct val="150000"/>
              </a:lnSpc>
            </a:pPr>
            <a:r>
              <a:rPr lang="en-US" altLang="zh-CN" sz="1200" dirty="0">
                <a:latin typeface="Quicksand Light" panose="00000400000000000000"/>
              </a:rPr>
              <a:t>. Experts </a:t>
            </a:r>
            <a:r>
              <a:rPr lang="zh-CN" altLang="en-US" sz="1200" dirty="0">
                <a:latin typeface="Quicksand Light" panose="00000400000000000000"/>
              </a:rPr>
              <a:t>→</a:t>
            </a:r>
            <a:r>
              <a:rPr lang="en-US" altLang="zh-CN" sz="1200" dirty="0">
                <a:latin typeface="Quicksand Light" panose="00000400000000000000"/>
              </a:rPr>
              <a:t> Module</a:t>
            </a:r>
          </a:p>
        </p:txBody>
      </p:sp>
      <p:sp>
        <p:nvSpPr>
          <p:cNvPr id="40" name="文本框 39">
            <a:extLst>
              <a:ext uri="{FF2B5EF4-FFF2-40B4-BE49-F238E27FC236}">
                <a16:creationId xmlns:a16="http://schemas.microsoft.com/office/drawing/2014/main" id="{DDCDA7CB-0AA1-BBC5-F116-890CCB86D39F}"/>
              </a:ext>
            </a:extLst>
          </p:cNvPr>
          <p:cNvSpPr txBox="1"/>
          <p:nvPr/>
        </p:nvSpPr>
        <p:spPr>
          <a:xfrm>
            <a:off x="6499473" y="1953032"/>
            <a:ext cx="324128" cy="34073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zh-CN" altLang="en-US" sz="1200" b="1" dirty="0">
                <a:solidFill>
                  <a:srgbClr val="EB3B5A"/>
                </a:solidFill>
                <a:latin typeface="Quicksand"/>
              </a:rPr>
              <a:t>→</a:t>
            </a:r>
            <a:endParaRPr lang="en-US" altLang="zh-CN" sz="1200" b="1" dirty="0">
              <a:solidFill>
                <a:srgbClr val="EB3B5A"/>
              </a:solidFill>
              <a:latin typeface="Quicksand"/>
            </a:endParaRPr>
          </a:p>
        </p:txBody>
      </p:sp>
    </p:spTree>
    <p:extLst>
      <p:ext uri="{BB962C8B-B14F-4D97-AF65-F5344CB8AC3E}">
        <p14:creationId xmlns:p14="http://schemas.microsoft.com/office/powerpoint/2010/main" val="2316391152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: 圆角 1">
            <a:extLst>
              <a:ext uri="{FF2B5EF4-FFF2-40B4-BE49-F238E27FC236}">
                <a16:creationId xmlns:a16="http://schemas.microsoft.com/office/drawing/2014/main" id="{7CE4D4CF-0466-1DC3-08B4-9C28D4A64E27}"/>
              </a:ext>
            </a:extLst>
          </p:cNvPr>
          <p:cNvSpPr/>
          <p:nvPr/>
        </p:nvSpPr>
        <p:spPr>
          <a:xfrm>
            <a:off x="2622449" y="3094613"/>
            <a:ext cx="1440000" cy="360000"/>
          </a:xfrm>
          <a:prstGeom prst="roundRect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latin typeface="Quicksand Light" panose="00000400000000000000" pitchFamily="2" charset="0"/>
                <a:ea typeface="仿宋" panose="02010609060101010101" pitchFamily="49" charset="-122"/>
              </a:rPr>
              <a:t>&lt;scroll-view&gt;</a:t>
            </a:r>
            <a:endParaRPr lang="zh-CN" altLang="en-US" sz="1200">
              <a:latin typeface="Quicksand Light" panose="00000400000000000000" pitchFamily="2" charset="0"/>
              <a:ea typeface="仿宋" panose="02010609060101010101" pitchFamily="49" charset="-122"/>
            </a:endParaRPr>
          </a:p>
        </p:txBody>
      </p:sp>
      <p:sp>
        <p:nvSpPr>
          <p:cNvPr id="3" name="矩形: 圆角 2">
            <a:extLst>
              <a:ext uri="{FF2B5EF4-FFF2-40B4-BE49-F238E27FC236}">
                <a16:creationId xmlns:a16="http://schemas.microsoft.com/office/drawing/2014/main" id="{6EE8E41B-FB18-64FF-0539-7D9127F8FC67}"/>
              </a:ext>
            </a:extLst>
          </p:cNvPr>
          <p:cNvSpPr/>
          <p:nvPr/>
        </p:nvSpPr>
        <p:spPr>
          <a:xfrm>
            <a:off x="5806701" y="2901283"/>
            <a:ext cx="1620000" cy="360000"/>
          </a:xfrm>
          <a:prstGeom prst="roundRect">
            <a:avLst/>
          </a:prstGeom>
          <a:noFill/>
          <a:ln w="12700">
            <a:solidFill>
              <a:srgbClr val="EB3B5A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200">
                <a:solidFill>
                  <a:sysClr val="windowText" lastClr="000000"/>
                </a:solidFill>
                <a:latin typeface="Quicksand Light" panose="00000400000000000000" pitchFamily="2" charset="0"/>
                <a:ea typeface="仿宋" panose="02010609060101010101" pitchFamily="49" charset="-122"/>
              </a:rPr>
              <a:t>行内 </a:t>
            </a:r>
            <a:r>
              <a:rPr lang="en-US" altLang="zh-CN" sz="1200">
                <a:solidFill>
                  <a:sysClr val="windowText" lastClr="000000"/>
                </a:solidFill>
                <a:latin typeface="Quicksand Light" panose="00000400000000000000" pitchFamily="2" charset="0"/>
                <a:ea typeface="仿宋" panose="02010609060101010101" pitchFamily="49" charset="-122"/>
              </a:rPr>
              <a:t>inline</a:t>
            </a:r>
            <a:endParaRPr lang="zh-CN" altLang="en-US" sz="1200">
              <a:solidFill>
                <a:sysClr val="windowText" lastClr="000000"/>
              </a:solidFill>
              <a:latin typeface="Quicksand Light" panose="00000400000000000000" pitchFamily="2" charset="0"/>
              <a:ea typeface="仿宋" panose="02010609060101010101" pitchFamily="49" charset="-122"/>
            </a:endParaRPr>
          </a:p>
        </p:txBody>
      </p:sp>
      <p:sp>
        <p:nvSpPr>
          <p:cNvPr id="8" name="矩形: 圆角 7">
            <a:extLst>
              <a:ext uri="{FF2B5EF4-FFF2-40B4-BE49-F238E27FC236}">
                <a16:creationId xmlns:a16="http://schemas.microsoft.com/office/drawing/2014/main" id="{06699B4A-F636-A7C1-FB1E-69E3110ACB30}"/>
              </a:ext>
            </a:extLst>
          </p:cNvPr>
          <p:cNvSpPr/>
          <p:nvPr/>
        </p:nvSpPr>
        <p:spPr>
          <a:xfrm>
            <a:off x="4394575" y="4241749"/>
            <a:ext cx="1080000" cy="360000"/>
          </a:xfrm>
          <a:prstGeom prst="roundRect">
            <a:avLst/>
          </a:prstGeom>
          <a:solidFill>
            <a:srgbClr val="3DC1D3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200">
                <a:latin typeface="Quicksand Light" panose="00000400000000000000" pitchFamily="2" charset="0"/>
                <a:ea typeface="仿宋" panose="02010609060101010101" pitchFamily="49" charset="-122"/>
              </a:rPr>
              <a:t>垂直滚动</a:t>
            </a:r>
          </a:p>
        </p:txBody>
      </p:sp>
      <p:sp>
        <p:nvSpPr>
          <p:cNvPr id="9" name="矩形: 圆角 8">
            <a:extLst>
              <a:ext uri="{FF2B5EF4-FFF2-40B4-BE49-F238E27FC236}">
                <a16:creationId xmlns:a16="http://schemas.microsoft.com/office/drawing/2014/main" id="{63EC0026-3C9E-C410-1B1D-25D54ACB2F10}"/>
              </a:ext>
            </a:extLst>
          </p:cNvPr>
          <p:cNvSpPr/>
          <p:nvPr/>
        </p:nvSpPr>
        <p:spPr>
          <a:xfrm>
            <a:off x="4394575" y="3094613"/>
            <a:ext cx="1080000" cy="360000"/>
          </a:xfrm>
          <a:prstGeom prst="roundRect">
            <a:avLst/>
          </a:prstGeom>
          <a:solidFill>
            <a:srgbClr val="EB3B5A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200" dirty="0">
                <a:latin typeface="Quicksand Light" panose="00000400000000000000" pitchFamily="2" charset="0"/>
                <a:ea typeface="仿宋" panose="02010609060101010101" pitchFamily="49" charset="-122"/>
              </a:rPr>
              <a:t>水平滚动</a:t>
            </a:r>
          </a:p>
        </p:txBody>
      </p:sp>
      <p:cxnSp>
        <p:nvCxnSpPr>
          <p:cNvPr id="10" name="连接符: 曲线 9">
            <a:extLst>
              <a:ext uri="{FF2B5EF4-FFF2-40B4-BE49-F238E27FC236}">
                <a16:creationId xmlns:a16="http://schemas.microsoft.com/office/drawing/2014/main" id="{89376DA1-2871-7B3F-3D7E-34DF204828CA}"/>
              </a:ext>
            </a:extLst>
          </p:cNvPr>
          <p:cNvCxnSpPr>
            <a:cxnSpLocks/>
            <a:stCxn id="9" idx="3"/>
            <a:endCxn id="17" idx="1"/>
          </p:cNvCxnSpPr>
          <p:nvPr/>
        </p:nvCxnSpPr>
        <p:spPr>
          <a:xfrm flipV="1">
            <a:off x="5474575" y="2104829"/>
            <a:ext cx="332126" cy="1169784"/>
          </a:xfrm>
          <a:prstGeom prst="curvedConnector3">
            <a:avLst>
              <a:gd name="adj1" fmla="val 50000"/>
            </a:avLst>
          </a:prstGeom>
          <a:ln>
            <a:solidFill>
              <a:srgbClr val="EB3B5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直接连接符 14">
            <a:extLst>
              <a:ext uri="{FF2B5EF4-FFF2-40B4-BE49-F238E27FC236}">
                <a16:creationId xmlns:a16="http://schemas.microsoft.com/office/drawing/2014/main" id="{B3AF8529-84E5-3299-2E12-01B446E0607B}"/>
              </a:ext>
            </a:extLst>
          </p:cNvPr>
          <p:cNvCxnSpPr>
            <a:cxnSpLocks/>
            <a:stCxn id="2" idx="3"/>
            <a:endCxn id="9" idx="1"/>
          </p:cNvCxnSpPr>
          <p:nvPr/>
        </p:nvCxnSpPr>
        <p:spPr>
          <a:xfrm>
            <a:off x="4062449" y="3274613"/>
            <a:ext cx="332126" cy="0"/>
          </a:xfrm>
          <a:prstGeom prst="line">
            <a:avLst/>
          </a:prstGeom>
          <a:ln>
            <a:solidFill>
              <a:srgbClr val="EB3B5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矩形: 圆角 15">
            <a:extLst>
              <a:ext uri="{FF2B5EF4-FFF2-40B4-BE49-F238E27FC236}">
                <a16:creationId xmlns:a16="http://schemas.microsoft.com/office/drawing/2014/main" id="{FA81A049-32C6-0464-CB2F-FE666FC0CCAF}"/>
              </a:ext>
            </a:extLst>
          </p:cNvPr>
          <p:cNvSpPr/>
          <p:nvPr/>
        </p:nvSpPr>
        <p:spPr>
          <a:xfrm>
            <a:off x="5806701" y="2413056"/>
            <a:ext cx="1620000" cy="360000"/>
          </a:xfrm>
          <a:prstGeom prst="roundRect">
            <a:avLst/>
          </a:prstGeom>
          <a:noFill/>
          <a:ln w="12700">
            <a:solidFill>
              <a:srgbClr val="EB3B5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200">
                <a:solidFill>
                  <a:sysClr val="windowText" lastClr="000000"/>
                </a:solidFill>
                <a:latin typeface="Quicksand Light" panose="00000400000000000000" pitchFamily="2" charset="0"/>
                <a:ea typeface="仿宋" panose="02010609060101010101" pitchFamily="49" charset="-122"/>
              </a:rPr>
              <a:t>容器 </a:t>
            </a:r>
            <a:r>
              <a:rPr lang="en-US" altLang="zh-CN" sz="1200">
                <a:solidFill>
                  <a:sysClr val="windowText" lastClr="000000"/>
                </a:solidFill>
                <a:latin typeface="Quicksand Light" panose="00000400000000000000" pitchFamily="2" charset="0"/>
                <a:ea typeface="仿宋" panose="02010609060101010101" pitchFamily="49" charset="-122"/>
              </a:rPr>
              <a:t>wrap</a:t>
            </a:r>
            <a:endParaRPr lang="zh-CN" altLang="en-US" sz="1200">
              <a:solidFill>
                <a:sysClr val="windowText" lastClr="000000"/>
              </a:solidFill>
              <a:latin typeface="Quicksand Light" panose="00000400000000000000" pitchFamily="2" charset="0"/>
              <a:ea typeface="仿宋" panose="02010609060101010101" pitchFamily="49" charset="-122"/>
            </a:endParaRPr>
          </a:p>
        </p:txBody>
      </p:sp>
      <p:sp>
        <p:nvSpPr>
          <p:cNvPr id="17" name="矩形: 圆角 16">
            <a:extLst>
              <a:ext uri="{FF2B5EF4-FFF2-40B4-BE49-F238E27FC236}">
                <a16:creationId xmlns:a16="http://schemas.microsoft.com/office/drawing/2014/main" id="{DF07C0A6-7F4B-674A-E488-85EB77ABE14F}"/>
              </a:ext>
            </a:extLst>
          </p:cNvPr>
          <p:cNvSpPr/>
          <p:nvPr/>
        </p:nvSpPr>
        <p:spPr>
          <a:xfrm>
            <a:off x="5806701" y="1924829"/>
            <a:ext cx="1620000" cy="360000"/>
          </a:xfrm>
          <a:prstGeom prst="roundRect">
            <a:avLst/>
          </a:prstGeom>
          <a:noFill/>
          <a:ln w="12700">
            <a:solidFill>
              <a:srgbClr val="EB3B5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solidFill>
                  <a:sysClr val="windowText" lastClr="000000"/>
                </a:solidFill>
                <a:latin typeface="Quicksand Light" panose="00000400000000000000" pitchFamily="2" charset="0"/>
                <a:ea typeface="仿宋" panose="02010609060101010101" pitchFamily="49" charset="-122"/>
              </a:rPr>
              <a:t>enable-flex</a:t>
            </a:r>
            <a:endParaRPr lang="zh-CN" altLang="en-US" sz="1200">
              <a:solidFill>
                <a:sysClr val="windowText" lastClr="000000"/>
              </a:solidFill>
              <a:latin typeface="Quicksand Light" panose="00000400000000000000" pitchFamily="2" charset="0"/>
              <a:ea typeface="仿宋" panose="02010609060101010101" pitchFamily="49" charset="-122"/>
            </a:endParaRPr>
          </a:p>
        </p:txBody>
      </p:sp>
      <p:sp>
        <p:nvSpPr>
          <p:cNvPr id="18" name="矩形: 圆角 17">
            <a:extLst>
              <a:ext uri="{FF2B5EF4-FFF2-40B4-BE49-F238E27FC236}">
                <a16:creationId xmlns:a16="http://schemas.microsoft.com/office/drawing/2014/main" id="{79DE23DA-ADA0-B751-DD89-7669F999E79D}"/>
              </a:ext>
            </a:extLst>
          </p:cNvPr>
          <p:cNvSpPr/>
          <p:nvPr/>
        </p:nvSpPr>
        <p:spPr>
          <a:xfrm>
            <a:off x="5806701" y="3389510"/>
            <a:ext cx="1620000" cy="360000"/>
          </a:xfrm>
          <a:prstGeom prst="roundRect">
            <a:avLst/>
          </a:prstGeom>
          <a:noFill/>
          <a:ln w="12700">
            <a:solidFill>
              <a:srgbClr val="EB3B5A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200">
                <a:solidFill>
                  <a:sysClr val="windowText" lastClr="000000"/>
                </a:solidFill>
                <a:latin typeface="Quicksand Light" panose="00000400000000000000" pitchFamily="2" charset="0"/>
                <a:ea typeface="仿宋" panose="02010609060101010101" pitchFamily="49" charset="-122"/>
              </a:rPr>
              <a:t>行内块 </a:t>
            </a:r>
            <a:r>
              <a:rPr lang="en-US" altLang="zh-CN" sz="1200">
                <a:solidFill>
                  <a:sysClr val="windowText" lastClr="000000"/>
                </a:solidFill>
                <a:latin typeface="Quicksand Light" panose="00000400000000000000" pitchFamily="2" charset="0"/>
                <a:ea typeface="仿宋" panose="02010609060101010101" pitchFamily="49" charset="-122"/>
              </a:rPr>
              <a:t>inline-block</a:t>
            </a:r>
            <a:endParaRPr lang="zh-CN" altLang="en-US" sz="1200">
              <a:solidFill>
                <a:sysClr val="windowText" lastClr="000000"/>
              </a:solidFill>
              <a:latin typeface="Quicksand Light" panose="00000400000000000000" pitchFamily="2" charset="0"/>
              <a:ea typeface="仿宋" panose="02010609060101010101" pitchFamily="49" charset="-122"/>
            </a:endParaRPr>
          </a:p>
        </p:txBody>
      </p:sp>
      <p:sp>
        <p:nvSpPr>
          <p:cNvPr id="19" name="矩形: 圆角 18">
            <a:extLst>
              <a:ext uri="{FF2B5EF4-FFF2-40B4-BE49-F238E27FC236}">
                <a16:creationId xmlns:a16="http://schemas.microsoft.com/office/drawing/2014/main" id="{03E4ED18-20DE-9A2D-F3D6-31F089C7D92C}"/>
              </a:ext>
            </a:extLst>
          </p:cNvPr>
          <p:cNvSpPr/>
          <p:nvPr/>
        </p:nvSpPr>
        <p:spPr>
          <a:xfrm>
            <a:off x="5806701" y="3877737"/>
            <a:ext cx="1620000" cy="360000"/>
          </a:xfrm>
          <a:prstGeom prst="roundRect">
            <a:avLst/>
          </a:prstGeom>
          <a:noFill/>
          <a:ln w="12700">
            <a:solidFill>
              <a:schemeClr val="bg1">
                <a:lumMod val="50000"/>
              </a:schemeClr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200">
                <a:solidFill>
                  <a:sysClr val="windowText" lastClr="000000"/>
                </a:solidFill>
                <a:latin typeface="Quicksand Light" panose="00000400000000000000" pitchFamily="2" charset="0"/>
                <a:ea typeface="仿宋" panose="02010609060101010101" pitchFamily="49" charset="-122"/>
              </a:rPr>
              <a:t>网格 </a:t>
            </a:r>
            <a:r>
              <a:rPr lang="en-US" altLang="zh-CN" sz="1200">
                <a:solidFill>
                  <a:sysClr val="windowText" lastClr="000000"/>
                </a:solidFill>
                <a:latin typeface="Quicksand Light" panose="00000400000000000000" pitchFamily="2" charset="0"/>
                <a:ea typeface="仿宋" panose="02010609060101010101" pitchFamily="49" charset="-122"/>
              </a:rPr>
              <a:t>grid</a:t>
            </a:r>
            <a:endParaRPr lang="zh-CN" altLang="en-US" sz="1200">
              <a:solidFill>
                <a:sysClr val="windowText" lastClr="000000"/>
              </a:solidFill>
              <a:latin typeface="Quicksand Light" panose="00000400000000000000" pitchFamily="2" charset="0"/>
              <a:ea typeface="仿宋" panose="02010609060101010101" pitchFamily="49" charset="-122"/>
            </a:endParaRPr>
          </a:p>
        </p:txBody>
      </p:sp>
      <p:cxnSp>
        <p:nvCxnSpPr>
          <p:cNvPr id="22" name="连接符: 曲线 21">
            <a:extLst>
              <a:ext uri="{FF2B5EF4-FFF2-40B4-BE49-F238E27FC236}">
                <a16:creationId xmlns:a16="http://schemas.microsoft.com/office/drawing/2014/main" id="{D99A8B47-6D7E-2EA4-8359-4BD4F43E0B70}"/>
              </a:ext>
            </a:extLst>
          </p:cNvPr>
          <p:cNvCxnSpPr>
            <a:cxnSpLocks/>
            <a:stCxn id="9" idx="3"/>
            <a:endCxn id="7" idx="1"/>
          </p:cNvCxnSpPr>
          <p:nvPr/>
        </p:nvCxnSpPr>
        <p:spPr>
          <a:xfrm>
            <a:off x="5474575" y="3274613"/>
            <a:ext cx="332126" cy="1271351"/>
          </a:xfrm>
          <a:prstGeom prst="curvedConnector3">
            <a:avLst>
              <a:gd name="adj1" fmla="val 50000"/>
            </a:avLst>
          </a:prstGeom>
          <a:ln>
            <a:solidFill>
              <a:srgbClr val="EB3B5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连接符: 曲线 25">
            <a:extLst>
              <a:ext uri="{FF2B5EF4-FFF2-40B4-BE49-F238E27FC236}">
                <a16:creationId xmlns:a16="http://schemas.microsoft.com/office/drawing/2014/main" id="{46C1E541-71B5-21B2-7273-4EAC0DC70F03}"/>
              </a:ext>
            </a:extLst>
          </p:cNvPr>
          <p:cNvCxnSpPr>
            <a:cxnSpLocks/>
            <a:stCxn id="8" idx="1"/>
            <a:endCxn id="2" idx="3"/>
          </p:cNvCxnSpPr>
          <p:nvPr/>
        </p:nvCxnSpPr>
        <p:spPr>
          <a:xfrm rot="10800000">
            <a:off x="4062449" y="3274613"/>
            <a:ext cx="332126" cy="1147136"/>
          </a:xfrm>
          <a:prstGeom prst="curvedConnector3">
            <a:avLst>
              <a:gd name="adj1" fmla="val 50000"/>
            </a:avLst>
          </a:prstGeom>
          <a:ln>
            <a:solidFill>
              <a:srgbClr val="3DC1D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矩形: 圆角 30">
            <a:extLst>
              <a:ext uri="{FF2B5EF4-FFF2-40B4-BE49-F238E27FC236}">
                <a16:creationId xmlns:a16="http://schemas.microsoft.com/office/drawing/2014/main" id="{E8C9255D-9B6B-1495-9667-75E062A30160}"/>
              </a:ext>
            </a:extLst>
          </p:cNvPr>
          <p:cNvSpPr/>
          <p:nvPr/>
        </p:nvSpPr>
        <p:spPr>
          <a:xfrm>
            <a:off x="4394575" y="5388885"/>
            <a:ext cx="1080000" cy="360000"/>
          </a:xfrm>
          <a:prstGeom prst="roundRect">
            <a:avLst/>
          </a:prstGeom>
          <a:solidFill>
            <a:schemeClr val="accent6">
              <a:lumMod val="60000"/>
              <a:lumOff val="40000"/>
            </a:scheme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200">
                <a:latin typeface="Quicksand Light" panose="00000400000000000000" pitchFamily="2" charset="0"/>
                <a:ea typeface="仿宋" panose="02010609060101010101" pitchFamily="49" charset="-122"/>
              </a:rPr>
              <a:t>导航</a:t>
            </a:r>
          </a:p>
        </p:txBody>
      </p:sp>
      <p:cxnSp>
        <p:nvCxnSpPr>
          <p:cNvPr id="32" name="连接符: 曲线 31">
            <a:extLst>
              <a:ext uri="{FF2B5EF4-FFF2-40B4-BE49-F238E27FC236}">
                <a16:creationId xmlns:a16="http://schemas.microsoft.com/office/drawing/2014/main" id="{77355C97-960E-5F33-1A9D-C89E64984730}"/>
              </a:ext>
            </a:extLst>
          </p:cNvPr>
          <p:cNvCxnSpPr>
            <a:cxnSpLocks/>
            <a:stCxn id="31" idx="1"/>
            <a:endCxn id="2" idx="3"/>
          </p:cNvCxnSpPr>
          <p:nvPr/>
        </p:nvCxnSpPr>
        <p:spPr>
          <a:xfrm rot="10800000">
            <a:off x="4062449" y="3274613"/>
            <a:ext cx="332126" cy="2294272"/>
          </a:xfrm>
          <a:prstGeom prst="curvedConnector3">
            <a:avLst>
              <a:gd name="adj1" fmla="val 50000"/>
            </a:avLst>
          </a:prstGeom>
          <a:ln>
            <a:solidFill>
              <a:srgbClr val="A9D18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矩形: 圆角 3">
            <a:extLst>
              <a:ext uri="{FF2B5EF4-FFF2-40B4-BE49-F238E27FC236}">
                <a16:creationId xmlns:a16="http://schemas.microsoft.com/office/drawing/2014/main" id="{F804F753-E482-E059-B0E0-437F4CB1E50C}"/>
              </a:ext>
            </a:extLst>
          </p:cNvPr>
          <p:cNvSpPr/>
          <p:nvPr/>
        </p:nvSpPr>
        <p:spPr>
          <a:xfrm>
            <a:off x="5806701" y="5164768"/>
            <a:ext cx="1620000" cy="360000"/>
          </a:xfrm>
          <a:prstGeom prst="roundRect">
            <a:avLst/>
          </a:prstGeom>
          <a:noFill/>
          <a:ln w="12700">
            <a:solidFill>
              <a:schemeClr val="accent6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200">
                <a:solidFill>
                  <a:sysClr val="windowText" lastClr="000000"/>
                </a:solidFill>
                <a:latin typeface="Quicksand Light" panose="00000400000000000000" pitchFamily="2" charset="0"/>
                <a:ea typeface="仿宋" panose="02010609060101010101" pitchFamily="49" charset="-122"/>
              </a:rPr>
              <a:t>一个滚动视图</a:t>
            </a:r>
          </a:p>
        </p:txBody>
      </p:sp>
      <p:sp>
        <p:nvSpPr>
          <p:cNvPr id="5" name="矩形: 圆角 4">
            <a:extLst>
              <a:ext uri="{FF2B5EF4-FFF2-40B4-BE49-F238E27FC236}">
                <a16:creationId xmlns:a16="http://schemas.microsoft.com/office/drawing/2014/main" id="{2F218F90-1527-32EF-A4D6-D219CF5B8F16}"/>
              </a:ext>
            </a:extLst>
          </p:cNvPr>
          <p:cNvSpPr/>
          <p:nvPr/>
        </p:nvSpPr>
        <p:spPr>
          <a:xfrm>
            <a:off x="5806701" y="5613003"/>
            <a:ext cx="1620000" cy="360000"/>
          </a:xfrm>
          <a:prstGeom prst="roundRect">
            <a:avLst/>
          </a:prstGeom>
          <a:noFill/>
          <a:ln w="12700">
            <a:solidFill>
              <a:schemeClr val="accent6">
                <a:lumMod val="60000"/>
                <a:lumOff val="40000"/>
              </a:schemeClr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200">
                <a:solidFill>
                  <a:sysClr val="windowText" lastClr="000000"/>
                </a:solidFill>
                <a:latin typeface="Quicksand Light" panose="00000400000000000000" pitchFamily="2" charset="0"/>
                <a:ea typeface="仿宋" panose="02010609060101010101" pitchFamily="49" charset="-122"/>
              </a:rPr>
              <a:t>二个滚动视图</a:t>
            </a:r>
          </a:p>
        </p:txBody>
      </p:sp>
      <p:cxnSp>
        <p:nvCxnSpPr>
          <p:cNvPr id="6" name="连接符: 曲线 5">
            <a:extLst>
              <a:ext uri="{FF2B5EF4-FFF2-40B4-BE49-F238E27FC236}">
                <a16:creationId xmlns:a16="http://schemas.microsoft.com/office/drawing/2014/main" id="{A07E7128-4DE2-E2DD-961D-C1575C1BBE3A}"/>
              </a:ext>
            </a:extLst>
          </p:cNvPr>
          <p:cNvCxnSpPr>
            <a:cxnSpLocks/>
            <a:stCxn id="31" idx="3"/>
            <a:endCxn id="4" idx="1"/>
          </p:cNvCxnSpPr>
          <p:nvPr/>
        </p:nvCxnSpPr>
        <p:spPr>
          <a:xfrm flipV="1">
            <a:off x="5474575" y="5344768"/>
            <a:ext cx="332126" cy="224117"/>
          </a:xfrm>
          <a:prstGeom prst="curvedConnector3">
            <a:avLst>
              <a:gd name="adj1" fmla="val 50000"/>
            </a:avLst>
          </a:prstGeom>
          <a:ln>
            <a:solidFill>
              <a:schemeClr val="accent6">
                <a:lumMod val="60000"/>
                <a:lumOff val="4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连接符: 曲线 11">
            <a:extLst>
              <a:ext uri="{FF2B5EF4-FFF2-40B4-BE49-F238E27FC236}">
                <a16:creationId xmlns:a16="http://schemas.microsoft.com/office/drawing/2014/main" id="{5FD7AEAF-CD97-C450-BBC1-2641DC43007D}"/>
              </a:ext>
            </a:extLst>
          </p:cNvPr>
          <p:cNvCxnSpPr>
            <a:cxnSpLocks/>
            <a:stCxn id="31" idx="3"/>
            <a:endCxn id="5" idx="1"/>
          </p:cNvCxnSpPr>
          <p:nvPr/>
        </p:nvCxnSpPr>
        <p:spPr>
          <a:xfrm>
            <a:off x="5474575" y="5568885"/>
            <a:ext cx="332126" cy="224118"/>
          </a:xfrm>
          <a:prstGeom prst="curvedConnector3">
            <a:avLst>
              <a:gd name="adj1" fmla="val 50000"/>
            </a:avLst>
          </a:prstGeom>
          <a:ln>
            <a:solidFill>
              <a:schemeClr val="accent6">
                <a:lumMod val="60000"/>
                <a:lumOff val="4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矩形: 圆角 6">
            <a:extLst>
              <a:ext uri="{FF2B5EF4-FFF2-40B4-BE49-F238E27FC236}">
                <a16:creationId xmlns:a16="http://schemas.microsoft.com/office/drawing/2014/main" id="{383E7043-36AC-CBD4-DF24-A727B7D0B0BD}"/>
              </a:ext>
            </a:extLst>
          </p:cNvPr>
          <p:cNvSpPr/>
          <p:nvPr/>
        </p:nvSpPr>
        <p:spPr>
          <a:xfrm>
            <a:off x="5806701" y="4365964"/>
            <a:ext cx="1620000" cy="360000"/>
          </a:xfrm>
          <a:prstGeom prst="roundRect">
            <a:avLst/>
          </a:prstGeom>
          <a:noFill/>
          <a:ln w="12700">
            <a:solidFill>
              <a:schemeClr val="bg1">
                <a:lumMod val="50000"/>
              </a:schemeClr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200">
                <a:solidFill>
                  <a:sysClr val="windowText" lastClr="000000"/>
                </a:solidFill>
                <a:latin typeface="Quicksand Light" panose="00000400000000000000" pitchFamily="2" charset="0"/>
                <a:ea typeface="仿宋" panose="02010609060101010101" pitchFamily="49" charset="-122"/>
              </a:rPr>
              <a:t>浮动 </a:t>
            </a:r>
            <a:r>
              <a:rPr lang="en-US" altLang="zh-CN" sz="1200">
                <a:solidFill>
                  <a:sysClr val="windowText" lastClr="000000"/>
                </a:solidFill>
                <a:latin typeface="Quicksand Light" panose="00000400000000000000" pitchFamily="2" charset="0"/>
                <a:ea typeface="仿宋" panose="02010609060101010101" pitchFamily="49" charset="-122"/>
              </a:rPr>
              <a:t>float</a:t>
            </a:r>
            <a:endParaRPr lang="zh-CN" altLang="en-US" sz="1200">
              <a:solidFill>
                <a:sysClr val="windowText" lastClr="000000"/>
              </a:solidFill>
              <a:latin typeface="Quicksand Light" panose="00000400000000000000" pitchFamily="2" charset="0"/>
              <a:ea typeface="仿宋" panose="02010609060101010101" pitchFamily="49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2483548129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图片 2">
            <a:extLst>
              <a:ext uri="{FF2B5EF4-FFF2-40B4-BE49-F238E27FC236}">
                <a16:creationId xmlns:a16="http://schemas.microsoft.com/office/drawing/2014/main" id="{7ECC09FE-D9D2-2E76-0948-E1F27A08CD3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43340" y="1842866"/>
            <a:ext cx="2105319" cy="31722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72122669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: 圆角 1">
            <a:extLst>
              <a:ext uri="{FF2B5EF4-FFF2-40B4-BE49-F238E27FC236}">
                <a16:creationId xmlns:a16="http://schemas.microsoft.com/office/drawing/2014/main" id="{DE06BA0C-6283-91C4-F4BA-E09E7F3139E7}"/>
              </a:ext>
            </a:extLst>
          </p:cNvPr>
          <p:cNvSpPr/>
          <p:nvPr/>
        </p:nvSpPr>
        <p:spPr>
          <a:xfrm>
            <a:off x="3681691" y="2836100"/>
            <a:ext cx="648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solidFill>
                  <a:sysClr val="windowText" lastClr="000000"/>
                </a:solidFill>
                <a:latin typeface="Quicksand Medium" panose="00000600000000000000" pitchFamily="2" charset="0"/>
              </a:rPr>
              <a:t>property</a:t>
            </a:r>
            <a:endParaRPr lang="zh-CN" altLang="en-US" sz="800">
              <a:solidFill>
                <a:sysClr val="windowText" lastClr="000000"/>
              </a:solidFill>
              <a:latin typeface="Quicksand Medium" panose="00000600000000000000" pitchFamily="2" charset="0"/>
            </a:endParaRPr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1BF4DFA0-A45B-A793-3635-62C2BCB7B7E5}"/>
              </a:ext>
            </a:extLst>
          </p:cNvPr>
          <p:cNvSpPr txBox="1"/>
          <p:nvPr/>
        </p:nvSpPr>
        <p:spPr>
          <a:xfrm>
            <a:off x="3733800" y="2152650"/>
            <a:ext cx="120417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200">
                <a:latin typeface="Quicksand Medium" panose="00000600000000000000" pitchFamily="2" charset="0"/>
              </a:rPr>
              <a:t>width : 1024px</a:t>
            </a:r>
            <a:endParaRPr lang="zh-CN" altLang="en-US" sz="1200">
              <a:latin typeface="Quicksand Medium" panose="00000600000000000000" pitchFamily="2" charset="0"/>
            </a:endParaRPr>
          </a:p>
        </p:txBody>
      </p:sp>
      <p:sp>
        <p:nvSpPr>
          <p:cNvPr id="4" name="矩形: 圆角 3">
            <a:extLst>
              <a:ext uri="{FF2B5EF4-FFF2-40B4-BE49-F238E27FC236}">
                <a16:creationId xmlns:a16="http://schemas.microsoft.com/office/drawing/2014/main" id="{C7735414-9923-6A1B-5E08-61B1E5335642}"/>
              </a:ext>
            </a:extLst>
          </p:cNvPr>
          <p:cNvSpPr/>
          <p:nvPr/>
        </p:nvSpPr>
        <p:spPr>
          <a:xfrm>
            <a:off x="4265891" y="2836100"/>
            <a:ext cx="504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solidFill>
                  <a:sysClr val="windowText" lastClr="000000"/>
                </a:solidFill>
                <a:latin typeface="Quicksand Medium" panose="00000600000000000000" pitchFamily="2" charset="0"/>
              </a:rPr>
              <a:t>value</a:t>
            </a:r>
            <a:endParaRPr lang="zh-CN" altLang="en-US" sz="800">
              <a:solidFill>
                <a:sysClr val="windowText" lastClr="000000"/>
              </a:solidFill>
              <a:latin typeface="Quicksand Medium" panose="00000600000000000000" pitchFamily="2" charset="0"/>
            </a:endParaRPr>
          </a:p>
        </p:txBody>
      </p:sp>
      <p:sp>
        <p:nvSpPr>
          <p:cNvPr id="5" name="矩形: 圆角 4">
            <a:extLst>
              <a:ext uri="{FF2B5EF4-FFF2-40B4-BE49-F238E27FC236}">
                <a16:creationId xmlns:a16="http://schemas.microsoft.com/office/drawing/2014/main" id="{F7AAF0E5-DEEE-811D-1957-33B4BEA1BE4F}"/>
              </a:ext>
            </a:extLst>
          </p:cNvPr>
          <p:cNvSpPr/>
          <p:nvPr/>
        </p:nvSpPr>
        <p:spPr>
          <a:xfrm>
            <a:off x="4513541" y="2836100"/>
            <a:ext cx="504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solidFill>
                  <a:sysClr val="windowText" lastClr="000000"/>
                </a:solidFill>
                <a:latin typeface="Quicksand Medium" panose="00000600000000000000" pitchFamily="2" charset="0"/>
              </a:rPr>
              <a:t>unit</a:t>
            </a:r>
            <a:endParaRPr lang="zh-CN" altLang="en-US" sz="800">
              <a:solidFill>
                <a:sysClr val="windowText" lastClr="000000"/>
              </a:solidFill>
              <a:latin typeface="Quicksand Medium" panose="00000600000000000000" pitchFamily="2" charset="0"/>
            </a:endParaRPr>
          </a:p>
        </p:txBody>
      </p:sp>
      <p:cxnSp>
        <p:nvCxnSpPr>
          <p:cNvPr id="9" name="直接箭头连接符 8">
            <a:extLst>
              <a:ext uri="{FF2B5EF4-FFF2-40B4-BE49-F238E27FC236}">
                <a16:creationId xmlns:a16="http://schemas.microsoft.com/office/drawing/2014/main" id="{43AA0F72-759C-7EAB-A6C6-60FEE7FFD186}"/>
              </a:ext>
            </a:extLst>
          </p:cNvPr>
          <p:cNvCxnSpPr>
            <a:cxnSpLocks/>
          </p:cNvCxnSpPr>
          <p:nvPr/>
        </p:nvCxnSpPr>
        <p:spPr>
          <a:xfrm flipV="1">
            <a:off x="4003541" y="2432050"/>
            <a:ext cx="0" cy="360000"/>
          </a:xfrm>
          <a:prstGeom prst="straightConnector1">
            <a:avLst/>
          </a:prstGeom>
          <a:ln>
            <a:solidFill>
              <a:schemeClr val="tx1">
                <a:lumMod val="65000"/>
                <a:lumOff val="3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直接箭头连接符 9">
            <a:extLst>
              <a:ext uri="{FF2B5EF4-FFF2-40B4-BE49-F238E27FC236}">
                <a16:creationId xmlns:a16="http://schemas.microsoft.com/office/drawing/2014/main" id="{FA908F67-2343-A19C-6EA2-70D4CBB6210B}"/>
              </a:ext>
            </a:extLst>
          </p:cNvPr>
          <p:cNvCxnSpPr>
            <a:cxnSpLocks/>
          </p:cNvCxnSpPr>
          <p:nvPr/>
        </p:nvCxnSpPr>
        <p:spPr>
          <a:xfrm flipV="1">
            <a:off x="4517891" y="2432050"/>
            <a:ext cx="0" cy="360000"/>
          </a:xfrm>
          <a:prstGeom prst="straightConnector1">
            <a:avLst/>
          </a:prstGeom>
          <a:ln>
            <a:solidFill>
              <a:schemeClr val="tx1">
                <a:lumMod val="65000"/>
                <a:lumOff val="3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直接箭头连接符 10">
            <a:extLst>
              <a:ext uri="{FF2B5EF4-FFF2-40B4-BE49-F238E27FC236}">
                <a16:creationId xmlns:a16="http://schemas.microsoft.com/office/drawing/2014/main" id="{F2B6BAE4-E058-A8A3-0AAE-176FEB20EE1B}"/>
              </a:ext>
            </a:extLst>
          </p:cNvPr>
          <p:cNvCxnSpPr>
            <a:cxnSpLocks/>
          </p:cNvCxnSpPr>
          <p:nvPr/>
        </p:nvCxnSpPr>
        <p:spPr>
          <a:xfrm flipV="1">
            <a:off x="4765541" y="2432050"/>
            <a:ext cx="0" cy="360000"/>
          </a:xfrm>
          <a:prstGeom prst="straightConnector1">
            <a:avLst/>
          </a:prstGeom>
          <a:ln>
            <a:solidFill>
              <a:schemeClr val="tx1">
                <a:lumMod val="65000"/>
                <a:lumOff val="3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79191356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>
            <a:extLst>
              <a:ext uri="{FF2B5EF4-FFF2-40B4-BE49-F238E27FC236}">
                <a16:creationId xmlns:a16="http://schemas.microsoft.com/office/drawing/2014/main" id="{5481C25A-EE58-E557-3B67-41F01624207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953125" y="0"/>
            <a:ext cx="285750" cy="6858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aphicFrame>
        <p:nvGraphicFramePr>
          <p:cNvPr id="4" name="表格 3">
            <a:extLst>
              <a:ext uri="{FF2B5EF4-FFF2-40B4-BE49-F238E27FC236}">
                <a16:creationId xmlns:a16="http://schemas.microsoft.com/office/drawing/2014/main" id="{C03401AF-CDFA-3EC0-CE8F-7BD432B8661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92529966"/>
              </p:ext>
            </p:extLst>
          </p:nvPr>
        </p:nvGraphicFramePr>
        <p:xfrm>
          <a:off x="6429983" y="-1"/>
          <a:ext cx="1934088" cy="6858000"/>
        </p:xfrm>
        <a:graphic>
          <a:graphicData uri="http://schemas.openxmlformats.org/drawingml/2006/table">
            <a:tbl>
              <a:tblPr firstRow="1" bandRow="1"/>
              <a:tblGrid>
                <a:gridCol w="644696">
                  <a:extLst>
                    <a:ext uri="{9D8B030D-6E8A-4147-A177-3AD203B41FA5}">
                      <a16:colId xmlns:a16="http://schemas.microsoft.com/office/drawing/2014/main" val="2989342476"/>
                    </a:ext>
                  </a:extLst>
                </a:gridCol>
                <a:gridCol w="644696">
                  <a:extLst>
                    <a:ext uri="{9D8B030D-6E8A-4147-A177-3AD203B41FA5}">
                      <a16:colId xmlns:a16="http://schemas.microsoft.com/office/drawing/2014/main" val="228720094"/>
                    </a:ext>
                  </a:extLst>
                </a:gridCol>
                <a:gridCol w="644696">
                  <a:extLst>
                    <a:ext uri="{9D8B030D-6E8A-4147-A177-3AD203B41FA5}">
                      <a16:colId xmlns:a16="http://schemas.microsoft.com/office/drawing/2014/main" val="3621712086"/>
                    </a:ext>
                  </a:extLst>
                </a:gridCol>
              </a:tblGrid>
              <a:tr h="28575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1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0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rowSpan="24"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150*3600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440831346"/>
                  </a:ext>
                </a:extLst>
              </a:tr>
              <a:tr h="28575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2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1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pPr algn="ctr"/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678524774"/>
                  </a:ext>
                </a:extLst>
              </a:tr>
              <a:tr h="28575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3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2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pPr algn="ctr"/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469704775"/>
                  </a:ext>
                </a:extLst>
              </a:tr>
              <a:tr h="28575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4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3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pPr algn="ctr"/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896830582"/>
                  </a:ext>
                </a:extLst>
              </a:tr>
              <a:tr h="28575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5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4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pPr algn="ctr"/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534954455"/>
                  </a:ext>
                </a:extLst>
              </a:tr>
              <a:tr h="28575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6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5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pPr algn="ctr"/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54701876"/>
                  </a:ext>
                </a:extLst>
              </a:tr>
              <a:tr h="28575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7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6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pPr algn="ctr"/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321303940"/>
                  </a:ext>
                </a:extLst>
              </a:tr>
              <a:tr h="28575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8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7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pPr algn="ctr"/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0794932"/>
                  </a:ext>
                </a:extLst>
              </a:tr>
              <a:tr h="28575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9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8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pPr algn="ctr"/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705207695"/>
                  </a:ext>
                </a:extLst>
              </a:tr>
              <a:tr h="28575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10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9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pPr algn="ctr"/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201538168"/>
                  </a:ext>
                </a:extLst>
              </a:tr>
              <a:tr h="28575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11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10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pPr algn="ctr"/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094789380"/>
                  </a:ext>
                </a:extLst>
              </a:tr>
              <a:tr h="28575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12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11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pPr algn="ctr"/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192026103"/>
                  </a:ext>
                </a:extLst>
              </a:tr>
              <a:tr h="28575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13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12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pPr algn="ctr"/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475720464"/>
                  </a:ext>
                </a:extLst>
              </a:tr>
              <a:tr h="28575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14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13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pPr algn="ctr"/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278255923"/>
                  </a:ext>
                </a:extLst>
              </a:tr>
              <a:tr h="28575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15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14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pPr algn="ctr"/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250037952"/>
                  </a:ext>
                </a:extLst>
              </a:tr>
              <a:tr h="28575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16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15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pPr algn="ctr"/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892927865"/>
                  </a:ext>
                </a:extLst>
              </a:tr>
              <a:tr h="28575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17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16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pPr algn="ctr"/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209020074"/>
                  </a:ext>
                </a:extLst>
              </a:tr>
              <a:tr h="28575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18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17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pPr algn="ctr"/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082181379"/>
                  </a:ext>
                </a:extLst>
              </a:tr>
              <a:tr h="28575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19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18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pPr algn="ctr"/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476450432"/>
                  </a:ext>
                </a:extLst>
              </a:tr>
              <a:tr h="28575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20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19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pPr algn="ctr"/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81677510"/>
                  </a:ext>
                </a:extLst>
              </a:tr>
              <a:tr h="28575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21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20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pPr algn="ctr"/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38406497"/>
                  </a:ext>
                </a:extLst>
              </a:tr>
              <a:tr h="28575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22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21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pPr algn="ctr"/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46620328"/>
                  </a:ext>
                </a:extLst>
              </a:tr>
              <a:tr h="28575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23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22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pPr algn="ctr"/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760416159"/>
                  </a:ext>
                </a:extLst>
              </a:tr>
              <a:tr h="28575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24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23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pPr algn="ctr"/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24139055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6866868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txDef>
      <a:spPr>
        <a:noFill/>
      </a:spPr>
      <a:bodyPr wrap="none" rtlCol="0">
        <a:spAutoFit/>
      </a:bodyPr>
      <a:lstStyle>
        <a:defPPr algn="l">
          <a:defRPr sz="1200" dirty="0" smtClean="0">
            <a:latin typeface="Courier New" panose="02070309020205020404" pitchFamily="49" charset="0"/>
            <a:ea typeface="微软雅黑" panose="020B0503020204020204" pitchFamily="34" charset="-122"/>
            <a:cs typeface="Courier New" panose="02070309020205020404" pitchFamily="49" charset="0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2660</TotalTime>
  <Words>652</Words>
  <Application>Microsoft Office PowerPoint</Application>
  <PresentationFormat>宽屏</PresentationFormat>
  <Paragraphs>405</Paragraphs>
  <Slides>31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12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31</vt:i4>
      </vt:variant>
    </vt:vector>
  </HeadingPairs>
  <TitlesOfParts>
    <vt:vector size="44" baseType="lpstr">
      <vt:lpstr>Great Vibes</vt:lpstr>
      <vt:lpstr>Quicksand</vt:lpstr>
      <vt:lpstr>Quicksand Light</vt:lpstr>
      <vt:lpstr>Quicksand Medium</vt:lpstr>
      <vt:lpstr>等线</vt:lpstr>
      <vt:lpstr>等线 Light</vt:lpstr>
      <vt:lpstr>微软雅黑</vt:lpstr>
      <vt:lpstr>禹卫行书字体</vt:lpstr>
      <vt:lpstr>Arial</vt:lpstr>
      <vt:lpstr>Montserrat</vt:lpstr>
      <vt:lpstr>Poppins</vt:lpstr>
      <vt:lpstr>Roboto</vt:lpstr>
      <vt:lpstr>Office 主题​​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Manager>PLA</Manager>
  <Company>54414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glpla.github.io</dc:creator>
  <cp:lastModifiedBy>cn plaman</cp:lastModifiedBy>
  <cp:revision>230</cp:revision>
  <dcterms:created xsi:type="dcterms:W3CDTF">2024-09-22T03:10:12Z</dcterms:created>
  <dcterms:modified xsi:type="dcterms:W3CDTF">2026-01-29T02:13:01Z</dcterms:modified>
</cp:coreProperties>
</file>
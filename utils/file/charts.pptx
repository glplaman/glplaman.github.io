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97" r:id="rId3"/>
    <p:sldId id="296" r:id="rId4"/>
    <p:sldId id="295" r:id="rId5"/>
    <p:sldId id="292" r:id="rId6"/>
    <p:sldId id="293" r:id="rId7"/>
    <p:sldId id="294" r:id="rId8"/>
    <p:sldId id="291" r:id="rId9"/>
    <p:sldId id="289" r:id="rId10"/>
    <p:sldId id="290" r:id="rId11"/>
    <p:sldId id="258" r:id="rId12"/>
    <p:sldId id="259" r:id="rId13"/>
    <p:sldId id="260" r:id="rId14"/>
    <p:sldId id="269" r:id="rId15"/>
    <p:sldId id="261" r:id="rId16"/>
    <p:sldId id="262" r:id="rId17"/>
    <p:sldId id="263" r:id="rId18"/>
    <p:sldId id="265" r:id="rId19"/>
    <p:sldId id="266" r:id="rId20"/>
    <p:sldId id="267" r:id="rId21"/>
    <p:sldId id="273" r:id="rId22"/>
    <p:sldId id="271" r:id="rId23"/>
    <p:sldId id="268" r:id="rId24"/>
    <p:sldId id="281" r:id="rId25"/>
    <p:sldId id="282" r:id="rId26"/>
    <p:sldId id="283" r:id="rId27"/>
    <p:sldId id="284" r:id="rId28"/>
    <p:sldId id="274" r:id="rId29"/>
    <p:sldId id="276" r:id="rId30"/>
    <p:sldId id="277" r:id="rId31"/>
    <p:sldId id="278" r:id="rId32"/>
    <p:sldId id="279" r:id="rId33"/>
    <p:sldId id="285" r:id="rId34"/>
    <p:sldId id="280" r:id="rId35"/>
    <p:sldId id="264" r:id="rId36"/>
    <p:sldId id="272" r:id="rId37"/>
    <p:sldId id="256" r:id="rId3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C63FF"/>
    <a:srgbClr val="8854D0"/>
    <a:srgbClr val="FFFFFF"/>
    <a:srgbClr val="3CBFD1"/>
    <a:srgbClr val="E53A58"/>
    <a:srgbClr val="20BD6A"/>
    <a:srgbClr val="EB3B5A"/>
    <a:srgbClr val="20BF6B"/>
    <a:srgbClr val="3DC0D2"/>
    <a:srgbClr val="5891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554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6902498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6416313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794DCE2B-FBB6-22BE-732E-5FEF7F491B65}"/>
              </a:ext>
            </a:extLst>
          </p:cNvPr>
          <p:cNvGrpSpPr/>
          <p:nvPr/>
        </p:nvGrpSpPr>
        <p:grpSpPr>
          <a:xfrm>
            <a:off x="2870263" y="552591"/>
            <a:ext cx="5760000" cy="3240000"/>
            <a:chOff x="2870263" y="552591"/>
            <a:chExt cx="5760000" cy="3240000"/>
          </a:xfrm>
        </p:grpSpPr>
        <p:sp>
          <p:nvSpPr>
            <p:cNvPr id="368" name="矩形 367">
              <a:extLst>
                <a:ext uri="{FF2B5EF4-FFF2-40B4-BE49-F238E27FC236}">
                  <a16:creationId xmlns:a16="http://schemas.microsoft.com/office/drawing/2014/main" id="{A5CE8599-FC3A-F595-A546-E77C7991EB68}"/>
                </a:ext>
              </a:extLst>
            </p:cNvPr>
            <p:cNvSpPr/>
            <p:nvPr/>
          </p:nvSpPr>
          <p:spPr>
            <a:xfrm>
              <a:off x="2870263" y="552591"/>
              <a:ext cx="5760000" cy="324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9" name="文本框 368">
              <a:extLst>
                <a:ext uri="{FF2B5EF4-FFF2-40B4-BE49-F238E27FC236}">
                  <a16:creationId xmlns:a16="http://schemas.microsoft.com/office/drawing/2014/main" id="{4074ED3E-44F8-DEE4-8E23-DCE38C06235A}"/>
                </a:ext>
              </a:extLst>
            </p:cNvPr>
            <p:cNvSpPr txBox="1"/>
            <p:nvPr/>
          </p:nvSpPr>
          <p:spPr>
            <a:xfrm>
              <a:off x="3360887" y="850063"/>
              <a:ext cx="15696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6C63FF"/>
                  </a:solidFill>
                  <a:latin typeface="Roboto Mono Medium" pitchFamily="2" charset="0"/>
                  <a:ea typeface="Roboto Mono Medium" pitchFamily="2" charset="0"/>
                  <a:cs typeface="Courier New" panose="02070309020205020404" pitchFamily="49" charset="0"/>
                </a:rPr>
                <a:t>Histogram</a:t>
              </a:r>
              <a:endParaRPr lang="zh-CN" altLang="en-US" sz="2000" dirty="0">
                <a:solidFill>
                  <a:srgbClr val="6C63FF"/>
                </a:solidFill>
                <a:latin typeface="Roboto Mono Medium" pitchFamily="2" charset="0"/>
                <a:ea typeface="隶书" panose="02010509060101010101" pitchFamily="49" charset="-122"/>
                <a:cs typeface="Courier New" panose="02070309020205020404" pitchFamily="49" charset="0"/>
              </a:endParaRPr>
            </a:p>
          </p:txBody>
        </p:sp>
        <p:pic>
          <p:nvPicPr>
            <p:cNvPr id="3" name="图形 2">
              <a:extLst>
                <a:ext uri="{FF2B5EF4-FFF2-40B4-BE49-F238E27FC236}">
                  <a16:creationId xmlns:a16="http://schemas.microsoft.com/office/drawing/2014/main" id="{B99D43DB-733B-62F4-D587-70434A0957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936000" y="1050118"/>
              <a:ext cx="4320000" cy="25898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430095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4FA254B2-DF6F-65C5-038C-56AF3AF6012B}"/>
              </a:ext>
            </a:extLst>
          </p:cNvPr>
          <p:cNvSpPr/>
          <p:nvPr/>
        </p:nvSpPr>
        <p:spPr>
          <a:xfrm>
            <a:off x="2152650" y="1654549"/>
            <a:ext cx="1800000" cy="72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远程仓库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Remote repository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1F824CF-1C6F-AB23-F85C-59EF881F101E}"/>
              </a:ext>
            </a:extLst>
          </p:cNvPr>
          <p:cNvSpPr/>
          <p:nvPr/>
        </p:nvSpPr>
        <p:spPr>
          <a:xfrm>
            <a:off x="4168700" y="1654549"/>
            <a:ext cx="1800000" cy="7200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本地仓库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Local repository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2EC85EC-04C8-5A30-1B1D-5F9BCFC4B1C8}"/>
              </a:ext>
            </a:extLst>
          </p:cNvPr>
          <p:cNvSpPr/>
          <p:nvPr/>
        </p:nvSpPr>
        <p:spPr>
          <a:xfrm>
            <a:off x="6184750" y="1654549"/>
            <a:ext cx="1800000" cy="72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暂存区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Stage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A7EF0B-22C8-AC2B-D4C8-95CB189A5235}"/>
              </a:ext>
            </a:extLst>
          </p:cNvPr>
          <p:cNvSpPr/>
          <p:nvPr/>
        </p:nvSpPr>
        <p:spPr>
          <a:xfrm>
            <a:off x="8200800" y="1654549"/>
            <a:ext cx="1800000" cy="720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工作区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Workspace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614723E8-64C3-86F1-04CC-58F031AB4931}"/>
              </a:ext>
            </a:extLst>
          </p:cNvPr>
          <p:cNvCxnSpPr>
            <a:cxnSpLocks/>
          </p:cNvCxnSpPr>
          <p:nvPr/>
        </p:nvCxnSpPr>
        <p:spPr>
          <a:xfrm rot="16200000" flipV="1">
            <a:off x="8101000" y="1095499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C20840ED-7C90-1E0D-47E0-868236626BCB}"/>
              </a:ext>
            </a:extLst>
          </p:cNvPr>
          <p:cNvCxnSpPr>
            <a:cxnSpLocks/>
          </p:cNvCxnSpPr>
          <p:nvPr/>
        </p:nvCxnSpPr>
        <p:spPr>
          <a:xfrm rot="16200000" flipV="1">
            <a:off x="6052713" y="1095499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2CA56D1C-B9BB-1F1C-46C3-5228D82E954F}"/>
              </a:ext>
            </a:extLst>
          </p:cNvPr>
          <p:cNvCxnSpPr>
            <a:cxnSpLocks/>
          </p:cNvCxnSpPr>
          <p:nvPr/>
        </p:nvCxnSpPr>
        <p:spPr>
          <a:xfrm rot="16200000" flipV="1">
            <a:off x="4004425" y="1095498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2E1F63E5-4279-0999-D23B-30A63FFB1876}"/>
              </a:ext>
            </a:extLst>
          </p:cNvPr>
          <p:cNvCxnSpPr>
            <a:cxnSpLocks/>
          </p:cNvCxnSpPr>
          <p:nvPr/>
        </p:nvCxnSpPr>
        <p:spPr>
          <a:xfrm rot="16200000" flipH="1">
            <a:off x="6322713" y="1572498"/>
            <a:ext cx="12700" cy="162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肘形 12">
            <a:extLst>
              <a:ext uri="{FF2B5EF4-FFF2-40B4-BE49-F238E27FC236}">
                <a16:creationId xmlns:a16="http://schemas.microsoft.com/office/drawing/2014/main" id="{3C362290-23AE-95C4-F0E4-8DA62DAB0F1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26325" y="1320497"/>
            <a:ext cx="12700" cy="2124000"/>
          </a:xfrm>
          <a:prstGeom prst="bentConnector3">
            <a:avLst>
              <a:gd name="adj1" fmla="val 174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C6CB0C37-8EB1-494A-B9C2-9171AC707CB4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84425" y="-1217503"/>
            <a:ext cx="12700" cy="7200000"/>
          </a:xfrm>
          <a:prstGeom prst="bentConnector3">
            <a:avLst>
              <a:gd name="adj1" fmla="val 202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D8A06C78-C0A3-15E3-F4D5-62A3679C1B97}"/>
              </a:ext>
            </a:extLst>
          </p:cNvPr>
          <p:cNvSpPr txBox="1"/>
          <p:nvPr/>
        </p:nvSpPr>
        <p:spPr>
          <a:xfrm>
            <a:off x="7675031" y="1123950"/>
            <a:ext cx="8354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add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51A013D-BD2D-0349-6358-E129FEBD409C}"/>
              </a:ext>
            </a:extLst>
          </p:cNvPr>
          <p:cNvSpPr txBox="1"/>
          <p:nvPr/>
        </p:nvSpPr>
        <p:spPr>
          <a:xfrm>
            <a:off x="5519522" y="1123950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commit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4BCB32B-C7C2-6F58-103D-8FCB5CC6085A}"/>
              </a:ext>
            </a:extLst>
          </p:cNvPr>
          <p:cNvSpPr txBox="1"/>
          <p:nvPr/>
        </p:nvSpPr>
        <p:spPr>
          <a:xfrm>
            <a:off x="3596446" y="112395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push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B3E4D4E-3E88-5CA4-01E7-35882A7C805B}"/>
              </a:ext>
            </a:extLst>
          </p:cNvPr>
          <p:cNvSpPr txBox="1"/>
          <p:nvPr/>
        </p:nvSpPr>
        <p:spPr>
          <a:xfrm>
            <a:off x="5594833" y="495300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pull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875E8EB-9EC1-9513-D107-B99B0048F483}"/>
              </a:ext>
            </a:extLst>
          </p:cNvPr>
          <p:cNvSpPr txBox="1"/>
          <p:nvPr/>
        </p:nvSpPr>
        <p:spPr>
          <a:xfrm>
            <a:off x="5383739" y="2608892"/>
            <a:ext cx="2230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–-soft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7B6E21F-CD11-008B-DA01-EC77F9DE77AF}"/>
              </a:ext>
            </a:extLst>
          </p:cNvPr>
          <p:cNvSpPr txBox="1"/>
          <p:nvPr/>
        </p:nvSpPr>
        <p:spPr>
          <a:xfrm>
            <a:off x="2806807" y="4589698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Clone/fetch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23" name="连接符: 肘形 22">
            <a:extLst>
              <a:ext uri="{FF2B5EF4-FFF2-40B4-BE49-F238E27FC236}">
                <a16:creationId xmlns:a16="http://schemas.microsoft.com/office/drawing/2014/main" id="{C1250DC5-291B-E51E-E3DC-915D8787475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978213" y="726498"/>
            <a:ext cx="12700" cy="3312000"/>
          </a:xfrm>
          <a:prstGeom prst="bentConnector3">
            <a:avLst>
              <a:gd name="adj1" fmla="val 5925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E8A9FFB1-D2E4-D594-112B-46DD20B093EB}"/>
              </a:ext>
            </a:extLst>
          </p:cNvPr>
          <p:cNvSpPr txBox="1"/>
          <p:nvPr/>
        </p:nvSpPr>
        <p:spPr>
          <a:xfrm>
            <a:off x="6221798" y="3137037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F2E1E59-0C55-65D1-1CB8-7AF1E222A2E5}"/>
              </a:ext>
            </a:extLst>
          </p:cNvPr>
          <p:cNvSpPr txBox="1"/>
          <p:nvPr/>
        </p:nvSpPr>
        <p:spPr>
          <a:xfrm>
            <a:off x="5896389" y="3586455"/>
            <a:ext cx="2230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–-hard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7AC2373A-FE4F-ADD2-D96C-173A5AD94508}"/>
              </a:ext>
            </a:extLst>
          </p:cNvPr>
          <p:cNvCxnSpPr>
            <a:cxnSpLocks/>
            <a:stCxn id="4" idx="2"/>
            <a:endCxn id="35" idx="1"/>
          </p:cNvCxnSpPr>
          <p:nvPr/>
        </p:nvCxnSpPr>
        <p:spPr>
          <a:xfrm rot="16200000" flipH="1">
            <a:off x="6525417" y="917832"/>
            <a:ext cx="1211907" cy="4125340"/>
          </a:xfrm>
          <a:prstGeom prst="bentConnector2">
            <a:avLst/>
          </a:prstGeom>
          <a:ln>
            <a:solidFill>
              <a:srgbClr val="FF0000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ECDEB9B5-CFEB-6B7D-8E07-1CB817D447BF}"/>
              </a:ext>
            </a:extLst>
          </p:cNvPr>
          <p:cNvSpPr txBox="1"/>
          <p:nvPr/>
        </p:nvSpPr>
        <p:spPr>
          <a:xfrm>
            <a:off x="9194040" y="3447956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x</a:t>
            </a:r>
            <a:endParaRPr lang="zh-CN" altLang="en-US" sz="1200" dirty="0">
              <a:solidFill>
                <a:srgbClr val="FF0000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DDC5126F-A1C1-2E7E-E29B-DDC59FAA963A}"/>
              </a:ext>
            </a:extLst>
          </p:cNvPr>
          <p:cNvCxnSpPr>
            <a:cxnSpLocks/>
          </p:cNvCxnSpPr>
          <p:nvPr/>
        </p:nvCxnSpPr>
        <p:spPr>
          <a:xfrm rot="5400000">
            <a:off x="4004425" y="1842497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6552E25F-030C-C8EF-40C2-AD77E1CEAB20}"/>
              </a:ext>
            </a:extLst>
          </p:cNvPr>
          <p:cNvSpPr txBox="1"/>
          <p:nvPr/>
        </p:nvSpPr>
        <p:spPr>
          <a:xfrm>
            <a:off x="3503473" y="2614041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revert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6165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A9DAFF89-2A5B-6F62-2947-ED464254C3FB}"/>
              </a:ext>
            </a:extLst>
          </p:cNvPr>
          <p:cNvSpPr/>
          <p:nvPr/>
        </p:nvSpPr>
        <p:spPr>
          <a:xfrm>
            <a:off x="4589929" y="2698376"/>
            <a:ext cx="144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Mailings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038BA52A-675B-832C-F0C2-0A51D00B135F}"/>
              </a:ext>
            </a:extLst>
          </p:cNvPr>
          <p:cNvCxnSpPr>
            <a:cxnSpLocks/>
            <a:stCxn id="26" idx="3"/>
            <a:endCxn id="4" idx="1"/>
          </p:cNvCxnSpPr>
          <p:nvPr/>
        </p:nvCxnSpPr>
        <p:spPr>
          <a:xfrm>
            <a:off x="3731400" y="24697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AD752D0D-BA82-9978-3A4B-57900722CFD2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 flipV="1">
            <a:off x="3731400" y="29143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3D542CAC-6A2C-2F55-BABF-9F2196B6A02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>
            <a:off x="6029929" y="2914376"/>
            <a:ext cx="4013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图片 25">
            <a:extLst>
              <a:ext uri="{FF2B5EF4-FFF2-40B4-BE49-F238E27FC236}">
                <a16:creationId xmlns:a16="http://schemas.microsoft.com/office/drawing/2014/main" id="{2FA317D2-D86F-E2D0-2072-6FC72633F7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2241176"/>
            <a:ext cx="457200" cy="457200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EF00ADA3-3EF0-42FB-9BB6-D0B754AC4F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3130376"/>
            <a:ext cx="457200" cy="45720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D4F9FA3D-8868-4BAF-1578-F1254595F0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258" y="2685776"/>
            <a:ext cx="457200" cy="457200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DB08FEFE-A2FD-22C8-C6BE-E517082D70A8}"/>
              </a:ext>
            </a:extLst>
          </p:cNvPr>
          <p:cNvSpPr txBox="1"/>
          <p:nvPr/>
        </p:nvSpPr>
        <p:spPr>
          <a:xfrm>
            <a:off x="4852111" y="3142976"/>
            <a:ext cx="9156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/>
              <a:t>域</a:t>
            </a:r>
            <a:r>
              <a:rPr lang="en-US" altLang="zh-CN" sz="1200" dirty="0"/>
              <a:t>/Domain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0832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3F35F682-416F-8FE2-1601-09CDCBA6A513}"/>
              </a:ext>
            </a:extLst>
          </p:cNvPr>
          <p:cNvSpPr/>
          <p:nvPr/>
        </p:nvSpPr>
        <p:spPr>
          <a:xfrm>
            <a:off x="22681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excel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17133600-51C5-3145-5CFF-F597777D4F6C}"/>
              </a:ext>
            </a:extLst>
          </p:cNvPr>
          <p:cNvSpPr/>
          <p:nvPr/>
        </p:nvSpPr>
        <p:spPr>
          <a:xfrm>
            <a:off x="3584237" y="1719172"/>
            <a:ext cx="1224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工作簿 </a:t>
            </a:r>
            <a:r>
              <a:rPr lang="en-US" altLang="zh-CN" sz="900" dirty="0">
                <a:latin typeface="Montserrat" panose="00000500000000000000" pitchFamily="2" charset="0"/>
              </a:rPr>
              <a:t>workbook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73FAA5A-03F7-3F68-88A4-61C3587E95D3}"/>
              </a:ext>
            </a:extLst>
          </p:cNvPr>
          <p:cNvSpPr/>
          <p:nvPr/>
        </p:nvSpPr>
        <p:spPr>
          <a:xfrm>
            <a:off x="3584237" y="2445946"/>
            <a:ext cx="1224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工作表 </a:t>
            </a:r>
            <a:r>
              <a:rPr lang="en-US" altLang="zh-CN" sz="900" dirty="0">
                <a:latin typeface="Montserrat" panose="00000500000000000000" pitchFamily="2" charset="0"/>
              </a:rPr>
              <a:t>sheet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3A3AB91-AC26-2FFD-65B3-9EB9227179E8}"/>
              </a:ext>
            </a:extLst>
          </p:cNvPr>
          <p:cNvSpPr/>
          <p:nvPr/>
        </p:nvSpPr>
        <p:spPr>
          <a:xfrm>
            <a:off x="3584237" y="4105636"/>
            <a:ext cx="1224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</a:t>
            </a:r>
            <a:r>
              <a:rPr lang="en-US" altLang="zh-CN" sz="900" dirty="0" err="1">
                <a:latin typeface="Montserrat" panose="00000500000000000000" pitchFamily="2" charset="0"/>
              </a:rPr>
              <a:t>textarea</a:t>
            </a:r>
            <a:r>
              <a:rPr lang="en-US" altLang="zh-CN" sz="900" dirty="0">
                <a:latin typeface="Montserrat" panose="00000500000000000000" pitchFamily="2" charset="0"/>
              </a:rPr>
              <a:t>&gt;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358273BD-AE83-9B1A-86AC-3A6CA8E3CE46}"/>
              </a:ext>
            </a:extLst>
          </p:cNvPr>
          <p:cNvSpPr/>
          <p:nvPr/>
        </p:nvSpPr>
        <p:spPr>
          <a:xfrm>
            <a:off x="3584237" y="5101450"/>
            <a:ext cx="1224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latin typeface="Montserrat" panose="00000500000000000000" pitchFamily="2" charset="0"/>
              </a:rPr>
              <a:t>&lt;button&gt;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255C1FA-62F2-E397-0DEE-A9BDCB424E6B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行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Row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9925D6F-A85C-7366-C2D7-2375D3F7EAC7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列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Column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4F63EF4-F2FE-F9BA-6D33-2AC335D1BBE3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B43B395-70FD-0C05-476B-F14D1AA5A0DB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4701C58-67BD-7F6D-9F62-1723878AD867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FE8973A-0F68-C63B-7C4A-81875FF6C309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348110" y="1863172"/>
            <a:ext cx="236127" cy="188855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3C3115-025C-7C90-D0B2-BA0D9FE6A45A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3481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1A086D2-9E23-E168-0A2A-544BE875A2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3481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F6BAE6E1-4F15-1A84-7543-53BD62FC8F6D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3481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6AD432E9-ABB9-9B94-4704-E4D9DB87117B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08237" y="2258008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8FF9654D-EB5B-78C8-2529-68BFDB0B103C}"/>
              </a:ext>
            </a:extLst>
          </p:cNvPr>
          <p:cNvCxnSpPr>
            <a:cxnSpLocks/>
            <a:stCxn id="19" idx="1"/>
            <a:endCxn id="4" idx="3"/>
          </p:cNvCxnSpPr>
          <p:nvPr/>
        </p:nvCxnSpPr>
        <p:spPr>
          <a:xfrm rot="10800000">
            <a:off x="4808238" y="2589946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17CB694-0B33-B701-C227-F43820473BE0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08237" y="3585760"/>
            <a:ext cx="3032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8B1EF9F-3757-F5B7-A0D3-5481ED497825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地址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Address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B6EE27-6AAB-D952-1208-9C026C989A9A}"/>
              </a:ext>
            </a:extLst>
          </p:cNvPr>
          <p:cNvSpPr/>
          <p:nvPr/>
        </p:nvSpPr>
        <p:spPr>
          <a:xfrm>
            <a:off x="5111512" y="171917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382311C8-DACB-8F37-994B-EF52E759E93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08237" y="5245450"/>
            <a:ext cx="3032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0FE454-3A8F-85FE-4234-AA00D3496B19}"/>
              </a:ext>
            </a:extLst>
          </p:cNvPr>
          <p:cNvCxnSpPr>
            <a:cxnSpLocks/>
            <a:stCxn id="3" idx="3"/>
            <a:endCxn id="20" idx="1"/>
          </p:cNvCxnSpPr>
          <p:nvPr/>
        </p:nvCxnSpPr>
        <p:spPr>
          <a:xfrm>
            <a:off x="4808237" y="1863172"/>
            <a:ext cx="3032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44D920D-5ACD-BC38-1204-2832BBC5BC2A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08237" y="2589946"/>
            <a:ext cx="3032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80FA3558-3EF3-89F7-3AF9-B677E8500461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F350B9B-B5FD-3F7C-8D75-77A721D6F43E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6B41DC2-C13C-B17F-D948-9FA7A8491174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C68CA3AA-3D86-20C6-BB13-EB754AC0BBFA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C8DB58F3-DF8F-E015-DC4B-5FEBF3EFC2CC}"/>
              </a:ext>
            </a:extLst>
          </p:cNvPr>
          <p:cNvCxnSpPr>
            <a:cxnSpLocks/>
            <a:stCxn id="25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22A65F53-0CF0-AAE6-CF3C-50B66FBA0924}"/>
              </a:ext>
            </a:extLst>
          </p:cNvPr>
          <p:cNvCxnSpPr>
            <a:cxnSpLocks/>
            <a:stCxn id="27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2CA7A95-C5B7-BD03-C5AE-FEF50445B61E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E195896E-8770-F275-EAB9-E327D34C8BCB}"/>
              </a:ext>
            </a:extLst>
          </p:cNvPr>
          <p:cNvCxnSpPr>
            <a:cxnSpLocks/>
            <a:stCxn id="35" idx="1"/>
            <a:endCxn id="5" idx="3"/>
          </p:cNvCxnSpPr>
          <p:nvPr/>
        </p:nvCxnSpPr>
        <p:spPr>
          <a:xfrm rot="10800000">
            <a:off x="4808237" y="4249636"/>
            <a:ext cx="3032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558EA67-26B1-C33E-01C9-9BC27C25E346}"/>
              </a:ext>
            </a:extLst>
          </p:cNvPr>
          <p:cNvSpPr/>
          <p:nvPr/>
        </p:nvSpPr>
        <p:spPr>
          <a:xfrm>
            <a:off x="3584236" y="5765326"/>
            <a:ext cx="1224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&lt;select&gt;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7D86E48D-A128-6386-3BB3-A00ABBDE35E8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49AB752A-5073-F9D8-BF11-FD11BC661347}"/>
              </a:ext>
            </a:extLst>
          </p:cNvPr>
          <p:cNvCxnSpPr>
            <a:cxnSpLocks/>
            <a:stCxn id="2" idx="3"/>
            <a:endCxn id="32" idx="1"/>
          </p:cNvCxnSpPr>
          <p:nvPr/>
        </p:nvCxnSpPr>
        <p:spPr>
          <a:xfrm>
            <a:off x="33481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D067716A-B3B6-BA85-AC3D-DF09B5693456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42ED4429-D150-0B9B-EFB2-49F34F9534E2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D39A1C8C-6A25-5207-3C4C-0CBA1495A427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76C52C10-D0B8-D830-3481-45575E20F65F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521ED606-D017-FA67-B645-8A40B27A0A2E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A6BD5B9E-599E-CE89-1F05-A111FA59C4CA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DD089054-AF86-9DA7-4CA9-35DE38739E57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515673C-55B3-5ED3-2548-E0C38451DC4F}"/>
              </a:ext>
            </a:extLst>
          </p:cNvPr>
          <p:cNvCxnSpPr>
            <a:cxnSpLocks/>
            <a:stCxn id="44" idx="3"/>
            <a:endCxn id="4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F461077B-F065-47C7-76A7-FC4E43217EAA}"/>
              </a:ext>
            </a:extLst>
          </p:cNvPr>
          <p:cNvCxnSpPr>
            <a:cxnSpLocks/>
            <a:stCxn id="45" idx="3"/>
            <a:endCxn id="37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E8FC427-BD56-13A9-9B48-0FAAD7BFE197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32FC70B9-7586-D937-7D15-60F6AA4E0236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02EEF0AF-9555-AF8B-E8DB-C1C6154E6C2D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620B0595-717B-4F8B-C92E-A5E88A3D2AE1}"/>
              </a:ext>
            </a:extLst>
          </p:cNvPr>
          <p:cNvCxnSpPr>
            <a:cxnSpLocks/>
            <a:stCxn id="7" idx="3"/>
            <a:endCxn id="44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F389EC6E-BF13-69AC-E0A5-B4A8CCE376A4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9" name="连接符: 曲线 48">
            <a:extLst>
              <a:ext uri="{FF2B5EF4-FFF2-40B4-BE49-F238E27FC236}">
                <a16:creationId xmlns:a16="http://schemas.microsoft.com/office/drawing/2014/main" id="{E6194C25-37DF-8493-0E5B-3B34EA72C514}"/>
              </a:ext>
            </a:extLst>
          </p:cNvPr>
          <p:cNvCxnSpPr>
            <a:cxnSpLocks/>
            <a:stCxn id="7" idx="3"/>
            <a:endCxn id="4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54C7AB3-0B33-BBA6-5EC1-6DA78E02DE13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8A75EA52-04DA-AD95-A077-0B3831AAAB4C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1276A78-2913-16B1-E9A7-8FDE054F281C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9078D752-56E3-4E41-3511-0A026657DF28}"/>
              </a:ext>
            </a:extLst>
          </p:cNvPr>
          <p:cNvCxnSpPr>
            <a:cxnSpLocks/>
            <a:stCxn id="33" idx="1"/>
            <a:endCxn id="32" idx="3"/>
          </p:cNvCxnSpPr>
          <p:nvPr/>
        </p:nvCxnSpPr>
        <p:spPr>
          <a:xfrm rot="10800000" flipV="1">
            <a:off x="4808237" y="5577388"/>
            <a:ext cx="3032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曲线 53">
            <a:extLst>
              <a:ext uri="{FF2B5EF4-FFF2-40B4-BE49-F238E27FC236}">
                <a16:creationId xmlns:a16="http://schemas.microsoft.com/office/drawing/2014/main" id="{33163A2A-6EDC-F600-3FFC-A0DE97D320FD}"/>
              </a:ext>
            </a:extLst>
          </p:cNvPr>
          <p:cNvCxnSpPr>
            <a:cxnSpLocks/>
            <a:stCxn id="52" idx="1"/>
            <a:endCxn id="32" idx="3"/>
          </p:cNvCxnSpPr>
          <p:nvPr/>
        </p:nvCxnSpPr>
        <p:spPr>
          <a:xfrm rot="10800000">
            <a:off x="4808237" y="5909326"/>
            <a:ext cx="3032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EDD8701-615B-F447-4BA7-BD7FD91C487D}"/>
              </a:ext>
            </a:extLst>
          </p:cNvPr>
          <p:cNvCxnSpPr>
            <a:cxnSpLocks/>
            <a:stCxn id="46" idx="3"/>
            <a:endCxn id="3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曲线 55">
            <a:extLst>
              <a:ext uri="{FF2B5EF4-FFF2-40B4-BE49-F238E27FC236}">
                <a16:creationId xmlns:a16="http://schemas.microsoft.com/office/drawing/2014/main" id="{72DC1DDC-9C68-F83D-EE52-E33FA7EB248C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2559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12C7D-F68B-CA58-4875-AE2C780B3051}"/>
              </a:ext>
            </a:extLst>
          </p:cNvPr>
          <p:cNvSpPr/>
          <p:nvPr/>
        </p:nvSpPr>
        <p:spPr>
          <a:xfrm>
            <a:off x="3615140" y="2017059"/>
            <a:ext cx="2160000" cy="21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0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801932-B3EB-1A09-C534-9ED77F95F272}"/>
              </a:ext>
            </a:extLst>
          </p:cNvPr>
          <p:cNvSpPr/>
          <p:nvPr/>
        </p:nvSpPr>
        <p:spPr>
          <a:xfrm>
            <a:off x="3759140" y="2171305"/>
            <a:ext cx="1872000" cy="126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1"/>
          <a:lstStyle/>
          <a:p>
            <a:pPr algn="ctr"/>
            <a:r>
              <a:rPr lang="en-US" altLang="zh-CN" sz="1100" dirty="0">
                <a:solidFill>
                  <a:sysClr val="windowText" lastClr="000000"/>
                </a:solidFill>
              </a:rPr>
              <a:t>Central Processing Unit</a:t>
            </a:r>
            <a:endParaRPr lang="zh-CN" altLang="en-US" sz="1100" dirty="0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B1C121-C2AA-3E04-ECCD-2A88E3CFB26F}"/>
              </a:ext>
            </a:extLst>
          </p:cNvPr>
          <p:cNvSpPr/>
          <p:nvPr/>
        </p:nvSpPr>
        <p:spPr>
          <a:xfrm>
            <a:off x="6006352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Output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174731-C03D-CA78-2D3F-EC2B19BC4C5C}"/>
              </a:ext>
            </a:extLst>
          </p:cNvPr>
          <p:cNvSpPr/>
          <p:nvPr/>
        </p:nvSpPr>
        <p:spPr>
          <a:xfrm>
            <a:off x="2303930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Input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C9E9F3-E511-AE9D-39FA-A12B50CFACB9}"/>
              </a:ext>
            </a:extLst>
          </p:cNvPr>
          <p:cNvSpPr/>
          <p:nvPr/>
        </p:nvSpPr>
        <p:spPr>
          <a:xfrm>
            <a:off x="3759140" y="370030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Memory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B82838-C769-D58C-6347-F5F5F48A7163}"/>
              </a:ext>
            </a:extLst>
          </p:cNvPr>
          <p:cNvSpPr/>
          <p:nvPr/>
        </p:nvSpPr>
        <p:spPr>
          <a:xfrm>
            <a:off x="3903140" y="2485059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Control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8D81D9-D68C-5FBE-D029-91546B30F511}"/>
              </a:ext>
            </a:extLst>
          </p:cNvPr>
          <p:cNvSpPr/>
          <p:nvPr/>
        </p:nvSpPr>
        <p:spPr>
          <a:xfrm>
            <a:off x="3903140" y="2933293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Arithmetic/logic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5D3B23A6-89A8-0D2E-F56D-5F3779B39A06}"/>
              </a:ext>
            </a:extLst>
          </p:cNvPr>
          <p:cNvSpPr/>
          <p:nvPr/>
        </p:nvSpPr>
        <p:spPr>
          <a:xfrm>
            <a:off x="4063834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E40FD98B-41C7-EBB6-0BF1-6A4815957987}"/>
              </a:ext>
            </a:extLst>
          </p:cNvPr>
          <p:cNvSpPr/>
          <p:nvPr/>
        </p:nvSpPr>
        <p:spPr>
          <a:xfrm flipV="1">
            <a:off x="5274071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79D884D9-0474-FFBA-2A48-0B577B9CBE57}"/>
              </a:ext>
            </a:extLst>
          </p:cNvPr>
          <p:cNvSpPr/>
          <p:nvPr/>
        </p:nvSpPr>
        <p:spPr>
          <a:xfrm rot="16200000">
            <a:off x="344553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846FA69-307F-5A83-E1E9-F29E60B8C491}"/>
              </a:ext>
            </a:extLst>
          </p:cNvPr>
          <p:cNvSpPr/>
          <p:nvPr/>
        </p:nvSpPr>
        <p:spPr>
          <a:xfrm rot="16200000">
            <a:off x="583674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4051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14CB8A-DE11-C6A1-BE4F-F5B2BFE1A9B0}"/>
              </a:ext>
            </a:extLst>
          </p:cNvPr>
          <p:cNvSpPr/>
          <p:nvPr/>
        </p:nvSpPr>
        <p:spPr>
          <a:xfrm>
            <a:off x="2713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ADD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3C70C0-ED23-DD52-11D1-8C29576DD271}"/>
              </a:ext>
            </a:extLst>
          </p:cNvPr>
          <p:cNvSpPr/>
          <p:nvPr/>
        </p:nvSpPr>
        <p:spPr>
          <a:xfrm>
            <a:off x="3505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D1B2634-787B-5341-D692-C278DCFE8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3676916"/>
              </p:ext>
            </p:extLst>
          </p:nvPr>
        </p:nvGraphicFramePr>
        <p:xfrm>
          <a:off x="5725460" y="3434926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#104ADB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89EA4E1-A71C-6548-3698-9141B119F719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4297205" y="3173259"/>
            <a:ext cx="633390" cy="81579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794430DF-6763-07ED-ACBB-2503D8C2CE7C}"/>
              </a:ext>
            </a:extLst>
          </p:cNvPr>
          <p:cNvSpPr/>
          <p:nvPr/>
        </p:nvSpPr>
        <p:spPr>
          <a:xfrm>
            <a:off x="4930595" y="3809049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1E8CAD-612A-2514-10F5-D534C8F6E13D}"/>
              </a:ext>
            </a:extLst>
          </p:cNvPr>
          <p:cNvSpPr/>
          <p:nvPr/>
        </p:nvSpPr>
        <p:spPr>
          <a:xfrm>
            <a:off x="4930595" y="2536066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#104ADB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C9211CA-D5A1-CAA5-C53D-B4210371D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065668"/>
              </p:ext>
            </p:extLst>
          </p:nvPr>
        </p:nvGraphicFramePr>
        <p:xfrm>
          <a:off x="5725460" y="2161937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10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0A4DF6F5-4388-1516-BCA0-8F2E83043755}"/>
              </a:ext>
            </a:extLst>
          </p:cNvPr>
          <p:cNvSpPr/>
          <p:nvPr/>
        </p:nvSpPr>
        <p:spPr>
          <a:xfrm>
            <a:off x="2022918" y="5427177"/>
            <a:ext cx="144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操作码 </a:t>
            </a:r>
            <a:r>
              <a:rPr lang="en-US" altLang="zh-CN" sz="1000" dirty="0">
                <a:solidFill>
                  <a:schemeClr val="tx1"/>
                </a:solidFill>
              </a:rPr>
              <a:t>OpCode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B3D4D2-9E86-A505-D457-B6E633E3F03F}"/>
              </a:ext>
            </a:extLst>
          </p:cNvPr>
          <p:cNvSpPr/>
          <p:nvPr/>
        </p:nvSpPr>
        <p:spPr>
          <a:xfrm>
            <a:off x="3505205" y="5216506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内存地址 </a:t>
            </a:r>
            <a:r>
              <a:rPr lang="en-US" altLang="zh-CN" sz="1000" dirty="0">
                <a:solidFill>
                  <a:schemeClr val="tx1"/>
                </a:solidFill>
              </a:rPr>
              <a:t>Memory Address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B35BFE-E9DA-4118-FA31-C5D4931A5E70}"/>
              </a:ext>
            </a:extLst>
          </p:cNvPr>
          <p:cNvSpPr/>
          <p:nvPr/>
        </p:nvSpPr>
        <p:spPr>
          <a:xfrm>
            <a:off x="3505205" y="563784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寄存器 </a:t>
            </a:r>
            <a:r>
              <a:rPr lang="en-US" altLang="zh-CN" sz="1000" dirty="0">
                <a:solidFill>
                  <a:schemeClr val="tx1"/>
                </a:solidFill>
              </a:rPr>
              <a:t>Register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13931A-5C26-B0C3-C48A-1556006AE29F}"/>
              </a:ext>
            </a:extLst>
          </p:cNvPr>
          <p:cNvSpPr/>
          <p:nvPr/>
        </p:nvSpPr>
        <p:spPr>
          <a:xfrm>
            <a:off x="3505205" y="4795165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立即数 </a:t>
            </a:r>
            <a:r>
              <a:rPr lang="en-US" altLang="zh-CN" sz="1000" dirty="0">
                <a:solidFill>
                  <a:schemeClr val="tx1"/>
                </a:solidFill>
              </a:rPr>
              <a:t>Immediate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763E9B-09C5-DE63-4AA3-381867E5160E}"/>
              </a:ext>
            </a:extLst>
          </p:cNvPr>
          <p:cNvSpPr/>
          <p:nvPr/>
        </p:nvSpPr>
        <p:spPr>
          <a:xfrm>
            <a:off x="3505205" y="6059189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堆栈 </a:t>
            </a:r>
            <a:r>
              <a:rPr lang="en-US" altLang="zh-CN" sz="1000" dirty="0">
                <a:solidFill>
                  <a:schemeClr val="tx1"/>
                </a:solidFill>
              </a:rPr>
              <a:t>Stack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5044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827E5AD-8286-83D4-C6ED-155E9C880C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732688"/>
              </p:ext>
            </p:extLst>
          </p:nvPr>
        </p:nvGraphicFramePr>
        <p:xfrm>
          <a:off x="2032000" y="2503642"/>
          <a:ext cx="3348000" cy="900000"/>
        </p:xfrm>
        <a:graphic>
          <a:graphicData uri="http://schemas.openxmlformats.org/drawingml/2006/table">
            <a:tbl>
              <a:tblPr firstRow="1" bandRow="1"/>
              <a:tblGrid>
                <a:gridCol w="418500">
                  <a:extLst>
                    <a:ext uri="{9D8B030D-6E8A-4147-A177-3AD203B41FA5}">
                      <a16:colId xmlns:a16="http://schemas.microsoft.com/office/drawing/2014/main" val="1036622043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7930507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640503298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411688004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602322577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33389478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65958921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527640167"/>
                    </a:ext>
                  </a:extLst>
                </a:gridCol>
              </a:tblGrid>
              <a:tr h="300000">
                <a:tc gridSpan="8"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byte</a:t>
                      </a:r>
                      <a:endParaRPr lang="zh-CN" altLang="en-US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386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bit</a:t>
                      </a:r>
                      <a:endParaRPr lang="zh-CN" altLang="en-US" sz="9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3780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7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6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5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4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3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2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0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4073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88978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第十八天 PPPoE原理和配置_当用户希望建立pppoe连接时,首先会发送什么类型的ppp报文-CSDN博客">
            <a:extLst>
              <a:ext uri="{FF2B5EF4-FFF2-40B4-BE49-F238E27FC236}">
                <a16:creationId xmlns:a16="http://schemas.microsoft.com/office/drawing/2014/main" id="{C6C94040-E0BC-6343-0359-493FEFBAA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182" y="1407458"/>
            <a:ext cx="6480000" cy="382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9D45507-CD22-C66C-A849-86CD58600BEF}"/>
              </a:ext>
            </a:extLst>
          </p:cNvPr>
          <p:cNvSpPr/>
          <p:nvPr/>
        </p:nvSpPr>
        <p:spPr>
          <a:xfrm>
            <a:off x="6938682" y="4421023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8204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&lt;table&gt;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&lt;caption&gt;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&lt;thead&gt;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&lt;tbody&gt;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&lt;tfoot&gt;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&lt;th&gt;</a:t>
            </a:r>
            <a:endParaRPr lang="zh-CN" altLang="en-US" sz="1000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4205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&lt;form&gt;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736637" y="3109822"/>
            <a:ext cx="1152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&lt;label&gt;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736637" y="2445946"/>
            <a:ext cx="1152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&lt;input&gt;</a:t>
            </a:r>
            <a:endParaRPr lang="zh-CN" altLang="en-US" sz="10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736637" y="4105636"/>
            <a:ext cx="1152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&lt;textarea&gt;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736637" y="5101450"/>
            <a:ext cx="1152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&lt;button&gt;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500510" y="3253822"/>
            <a:ext cx="236127" cy="49790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5005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5005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5005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88637" y="2258008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88638" y="2589946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88637" y="3585760"/>
            <a:ext cx="2228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5111512" y="310982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88637" y="5245450"/>
            <a:ext cx="2228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88637" y="3253822"/>
            <a:ext cx="2228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88637" y="2589946"/>
            <a:ext cx="2228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cxnSpLocks/>
            <a:stCxn id="62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cxnSpLocks/>
            <a:stCxn id="64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88637" y="4249636"/>
            <a:ext cx="2228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736636" y="5765326"/>
            <a:ext cx="1152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&lt;select&gt;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5005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017E8C98-3AEA-3BDC-A2AF-A5B7738F38BD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B9B008D8-2E43-55E2-A92D-6B300AF369AF}"/>
              </a:ext>
            </a:extLst>
          </p:cNvPr>
          <p:cNvCxnSpPr>
            <a:cxnSpLocks/>
            <a:stCxn id="26" idx="3"/>
            <a:endCxn id="72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FA91C42-0C1D-D552-8917-E136786023C6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D9CCC73-F1FA-B7EC-7203-AF0E587DA98B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7BE3A41-3B4F-AB86-EECA-6B51C6B6C1A0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633C67E8-D028-C85A-E972-73CEA836F621}"/>
              </a:ext>
            </a:extLst>
          </p:cNvPr>
          <p:cNvCxnSpPr>
            <a:cxnSpLocks/>
            <a:stCxn id="21" idx="1"/>
            <a:endCxn id="12" idx="3"/>
          </p:cNvCxnSpPr>
          <p:nvPr/>
        </p:nvCxnSpPr>
        <p:spPr>
          <a:xfrm rot="10800000" flipV="1">
            <a:off x="4888637" y="5577388"/>
            <a:ext cx="2228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曲线 37">
            <a:extLst>
              <a:ext uri="{FF2B5EF4-FFF2-40B4-BE49-F238E27FC236}">
                <a16:creationId xmlns:a16="http://schemas.microsoft.com/office/drawing/2014/main" id="{684D6285-3A23-E778-92CA-15C9A5FA20BC}"/>
              </a:ext>
            </a:extLst>
          </p:cNvPr>
          <p:cNvCxnSpPr>
            <a:cxnSpLocks/>
            <a:stCxn id="31" idx="1"/>
            <a:endCxn id="12" idx="3"/>
          </p:cNvCxnSpPr>
          <p:nvPr/>
        </p:nvCxnSpPr>
        <p:spPr>
          <a:xfrm rot="10800000">
            <a:off x="4888637" y="5909326"/>
            <a:ext cx="2228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BA78BC2D-F1BE-EC17-3127-EB52F68FD4C2}"/>
              </a:ext>
            </a:extLst>
          </p:cNvPr>
          <p:cNvCxnSpPr>
            <a:cxnSpLocks/>
            <a:stCxn id="27" idx="3"/>
            <a:endCxn id="9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曲线 50">
            <a:extLst>
              <a:ext uri="{FF2B5EF4-FFF2-40B4-BE49-F238E27FC236}">
                <a16:creationId xmlns:a16="http://schemas.microsoft.com/office/drawing/2014/main" id="{0E54F35F-B766-BD4C-814C-CFF23033B849}"/>
              </a:ext>
            </a:extLst>
          </p:cNvPr>
          <p:cNvCxnSpPr>
            <a:cxnSpLocks/>
            <a:stCxn id="108" idx="3"/>
            <a:endCxn id="9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Multimedia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&lt;svg</a:t>
            </a:r>
            <a:r>
              <a:rPr lang="en-US" altLang="zh-CN" sz="1000" dirty="0"/>
              <a:t>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&lt;figure&gt;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&lt;picture&gt;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alt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&lt;figcaption&gt;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title</a:t>
            </a:r>
            <a:endParaRPr lang="zh-CN" altLang="en-US" sz="1000"/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&lt;Img&gt;…</a:t>
            </a:r>
            <a:endParaRPr lang="zh-CN" altLang="en-US" sz="1000"/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&lt;source&gt;</a:t>
            </a:r>
            <a:endParaRPr lang="zh-CN" altLang="en-US" sz="1000"/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&lt;canvas&gt;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&lt;video&gt;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&lt;audio&gt;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autoplay</a:t>
            </a:r>
            <a:endParaRPr lang="zh-CN" altLang="en-US" sz="1000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controls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loop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muted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preload</a:t>
            </a:r>
            <a:endParaRPr lang="zh-CN" altLang="en-US" sz="1000"/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hidden</a:t>
            </a:r>
            <a:endParaRPr lang="zh-CN" altLang="en-US" sz="1000"/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poster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872000" cy="360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background-repeat</a:t>
            </a:r>
            <a:endParaRPr lang="zh-CN" altLang="en-US" sz="100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872000" cy="360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background-color</a:t>
            </a:r>
            <a:endParaRPr lang="zh-CN" altLang="en-US" sz="1000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872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background-img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872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background-position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209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268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645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92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872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background-size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3021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872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background-clip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209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872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background-origin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209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872000" cy="360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background-attachment</a:t>
            </a:r>
            <a:endParaRPr lang="zh-CN" altLang="en-US" sz="1000"/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209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718159" y="3563330"/>
            <a:ext cx="1224000" cy="360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cartsView.vue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718159" y="1758192"/>
            <a:ext cx="1224000" cy="360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detailsView.vue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5128757" y="2761047"/>
            <a:ext cx="1152000" cy="360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cart.js</a:t>
            </a:r>
            <a:endParaRPr lang="zh-CN" altLang="en-US" sz="1000"/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942159" y="2941046"/>
            <a:ext cx="186598" cy="80228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942159" y="1938192"/>
            <a:ext cx="186598" cy="100285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467355" y="2159334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467355" y="2560476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getLists()</a:t>
            </a:r>
            <a:endParaRPr lang="zh-CN" altLang="en-US" sz="1000"/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80757" y="2339334"/>
            <a:ext cx="18659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6280757" y="2941047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434725" y="1537050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459225" y="3362760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clearCarts</a:t>
            </a:r>
            <a:r>
              <a:rPr lang="en-US" altLang="zh-CN" sz="1000" dirty="0"/>
              <a:t>()</a:t>
            </a:r>
            <a:endParaRPr lang="zh-CN" altLang="en-US" sz="1000" dirty="0"/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6280757" y="2740476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80757" y="2941047"/>
            <a:ext cx="17846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467355" y="2961618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282725" y="1357050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282725" y="1758192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goodSelected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282725" y="2159334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434725" y="1938192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434725" y="1938192"/>
            <a:ext cx="28343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282725" y="2560476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282725" y="2961618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selectedLists</a:t>
            </a:r>
            <a:endParaRPr lang="zh-CN" altLang="en-US" sz="1000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282725" y="3362760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isAll</a:t>
            </a:r>
            <a:endParaRPr lang="zh-CN" altLang="en-US" sz="1000"/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282725" y="3763902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count</a:t>
            </a:r>
            <a:endParaRPr lang="zh-CN" altLang="en-US" sz="1000"/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282725" y="416504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totalPrice</a:t>
            </a:r>
            <a:endParaRPr lang="zh-CN" altLang="en-US" sz="1000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282725" y="456618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discountPrice</a:t>
            </a:r>
            <a:endParaRPr lang="zh-CN" altLang="en-US" sz="1000"/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434725" y="2740476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434725" y="3141618"/>
            <a:ext cx="283434" cy="60171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434725" y="3743330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434725" y="3542760"/>
            <a:ext cx="283434" cy="20057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434725" y="3743330"/>
            <a:ext cx="283434" cy="60171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434725" y="3743330"/>
            <a:ext cx="283434" cy="20057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Array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Normal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Iterator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Subtotal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Sort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static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instance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Data type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Primitives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Reference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Object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Function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Array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Conversion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lpla">
      <a:majorFont>
        <a:latin typeface="Montserrat"/>
        <a:ea typeface="微软雅黑"/>
        <a:cs typeface=""/>
      </a:majorFont>
      <a:minorFont>
        <a:latin typeface="Montserra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3319</TotalTime>
  <Words>787</Words>
  <Application>Microsoft Office PowerPoint</Application>
  <PresentationFormat>宽屏</PresentationFormat>
  <Paragraphs>476</Paragraphs>
  <Slides>37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37</vt:i4>
      </vt:variant>
    </vt:vector>
  </HeadingPairs>
  <TitlesOfParts>
    <vt:vector size="50" baseType="lpstr">
      <vt:lpstr>Great Vibes</vt:lpstr>
      <vt:lpstr>Quicksand</vt:lpstr>
      <vt:lpstr>Quicksand Light</vt:lpstr>
      <vt:lpstr>Quicksand Medium</vt:lpstr>
      <vt:lpstr>禹卫行书字体</vt:lpstr>
      <vt:lpstr>Arial</vt:lpstr>
      <vt:lpstr>Courier New</vt:lpstr>
      <vt:lpstr>Montserrat</vt:lpstr>
      <vt:lpstr>Poppins</vt:lpstr>
      <vt:lpstr>Roboto</vt:lpstr>
      <vt:lpstr>Roboto Mono Medium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258</cp:revision>
  <dcterms:created xsi:type="dcterms:W3CDTF">2024-09-22T03:10:12Z</dcterms:created>
  <dcterms:modified xsi:type="dcterms:W3CDTF">2026-05-15T15:03:26Z</dcterms:modified>
</cp:coreProperties>
</file>
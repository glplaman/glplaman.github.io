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86" r:id="rId5"/>
    <p:sldId id="258" r:id="rId6"/>
    <p:sldId id="259" r:id="rId7"/>
    <p:sldId id="260" r:id="rId8"/>
    <p:sldId id="269" r:id="rId9"/>
    <p:sldId id="261" r:id="rId10"/>
    <p:sldId id="262" r:id="rId11"/>
    <p:sldId id="263" r:id="rId12"/>
    <p:sldId id="265" r:id="rId13"/>
    <p:sldId id="266" r:id="rId14"/>
    <p:sldId id="267" r:id="rId15"/>
    <p:sldId id="273" r:id="rId16"/>
    <p:sldId id="271" r:id="rId17"/>
    <p:sldId id="268" r:id="rId18"/>
    <p:sldId id="281" r:id="rId19"/>
    <p:sldId id="282" r:id="rId20"/>
    <p:sldId id="283" r:id="rId21"/>
    <p:sldId id="284" r:id="rId22"/>
    <p:sldId id="274" r:id="rId23"/>
    <p:sldId id="276" r:id="rId24"/>
    <p:sldId id="277" r:id="rId25"/>
    <p:sldId id="278" r:id="rId26"/>
    <p:sldId id="279" r:id="rId27"/>
    <p:sldId id="285" r:id="rId28"/>
    <p:sldId id="280" r:id="rId29"/>
    <p:sldId id="264" r:id="rId30"/>
    <p:sldId id="272" r:id="rId31"/>
    <p:sldId id="256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2617</TotalTime>
  <Words>636</Words>
  <Application>Microsoft Office PowerPoint</Application>
  <PresentationFormat>宽屏</PresentationFormat>
  <Paragraphs>394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3" baseType="lpstr">
      <vt:lpstr>Great Vibes</vt:lpstr>
      <vt:lpstr>Quicksand</vt:lpstr>
      <vt:lpstr>Quicksand Light</vt:lpstr>
      <vt:lpstr>Quicksand Medium</vt:lpstr>
      <vt:lpstr>等线</vt:lpstr>
      <vt:lpstr>等线 Light</vt:lpstr>
      <vt:lpstr>禹卫行书字体</vt:lpstr>
      <vt:lpstr>Arial</vt:lpstr>
      <vt:lpstr>Poppins</vt:lpstr>
      <vt:lpstr>Roboto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222</cp:revision>
  <dcterms:created xsi:type="dcterms:W3CDTF">2024-09-22T03:10:12Z</dcterms:created>
  <dcterms:modified xsi:type="dcterms:W3CDTF">2025-11-15T14:22:37Z</dcterms:modified>
</cp:coreProperties>
</file>
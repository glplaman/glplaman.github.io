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99" r:id="rId3"/>
    <p:sldId id="297" r:id="rId4"/>
    <p:sldId id="298" r:id="rId5"/>
    <p:sldId id="296" r:id="rId6"/>
    <p:sldId id="295" r:id="rId7"/>
    <p:sldId id="292" r:id="rId8"/>
    <p:sldId id="293" r:id="rId9"/>
    <p:sldId id="294" r:id="rId10"/>
    <p:sldId id="291" r:id="rId11"/>
    <p:sldId id="289" r:id="rId12"/>
    <p:sldId id="290" r:id="rId13"/>
    <p:sldId id="258" r:id="rId14"/>
    <p:sldId id="259" r:id="rId15"/>
    <p:sldId id="260" r:id="rId16"/>
    <p:sldId id="269" r:id="rId17"/>
    <p:sldId id="261" r:id="rId18"/>
    <p:sldId id="262" r:id="rId19"/>
    <p:sldId id="263" r:id="rId20"/>
    <p:sldId id="265" r:id="rId21"/>
    <p:sldId id="266" r:id="rId22"/>
    <p:sldId id="267" r:id="rId23"/>
    <p:sldId id="273" r:id="rId24"/>
    <p:sldId id="271" r:id="rId25"/>
    <p:sldId id="268" r:id="rId26"/>
    <p:sldId id="281" r:id="rId27"/>
    <p:sldId id="282" r:id="rId28"/>
    <p:sldId id="283" r:id="rId29"/>
    <p:sldId id="284" r:id="rId30"/>
    <p:sldId id="274" r:id="rId31"/>
    <p:sldId id="276" r:id="rId32"/>
    <p:sldId id="277" r:id="rId33"/>
    <p:sldId id="278" r:id="rId34"/>
    <p:sldId id="279" r:id="rId35"/>
    <p:sldId id="285" r:id="rId36"/>
    <p:sldId id="280" r:id="rId37"/>
    <p:sldId id="264" r:id="rId38"/>
    <p:sldId id="272" r:id="rId39"/>
    <p:sldId id="256" r:id="rId4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BD6A"/>
    <a:srgbClr val="9D1918"/>
    <a:srgbClr val="F2B411"/>
    <a:srgbClr val="1F2580"/>
    <a:srgbClr val="1FACE4"/>
    <a:srgbClr val="6C63FF"/>
    <a:srgbClr val="8854D0"/>
    <a:srgbClr val="FFFFFF"/>
    <a:srgbClr val="3CBFD1"/>
    <a:srgbClr val="E53A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0E6B6D-B76B-D13E-5473-293AE34EF2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6D327F-0A4D-18A3-BC99-19D93ED6F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6C525C-07FF-2E8C-E035-A94A6854E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E42403-2107-C55C-1C42-96233D3DC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0E4844-7027-DD17-83EF-29797F1AA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7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C6F887-4487-734B-E5A6-0B0F114E7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74FB60-F004-BD42-45B3-07C812A59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6E2B9B-017C-09EA-2A92-C6D26D116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CCBA40-6CE3-34BB-6C30-B39CE07FA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6EC0E6-3CD0-16C9-7624-756F7088D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277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F168BB-2EA1-53F8-511C-07E45271C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F2B671-B88D-EECB-9082-48BB30B20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2BB892-60F3-285C-7CF5-E5CB45B4A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D71AD8-AC28-DA47-5A93-1292752A6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259E66-5EC8-6089-133E-7556D36CD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348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19BB76-94A5-8E58-8547-09B952D35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5DD233-1FE3-F6D3-9BE1-9720F20E47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AA8855-3109-4F72-9FFD-5DC0EE20C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EF70AC-A1BD-6F21-2EE4-7B29DC5A9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9BC63A9-835C-37CF-B510-7F9FA9B44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BE42F3-34F2-1992-6847-44F14CE7B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998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D1147-3BF0-9C4C-4A38-516A67392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7B3A2D-B41B-18DB-C6B2-0ACE1771F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4E02BA8-F0F5-5835-CC2F-357D6BE16A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97A5EAD-DDB8-8C19-69BB-52016F95A1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6D1E676-2137-D336-5F87-2FA6574E61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DDEC01A-CD8B-8FF9-289C-F2AC382E7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E88FEA-06FE-D372-DF46-9DBAB0B8D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F6D071C-1098-BABD-1C8A-7FCBC28DFA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75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D5350F-B4DB-8F9B-61A6-E2E2D4E75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F00984C-F300-E399-4A81-DF344BC8B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DF9071-8CD6-9DEE-DDB0-D027C4D36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2E7E231-A77F-7548-4D2F-901C947B4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426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754C35-C979-F8D3-22F1-448B64E13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C43663-8007-F702-0DE9-4508E059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5DAB64-8041-01EF-5568-20B9B5EBB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64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26BA8-E9B5-025D-DF38-BCF860355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2E322F-B544-1178-865A-3CC1FFDC5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2487D3F-2F31-706E-8E3C-8AD60D22E4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169F79-C3AE-BCEC-6F71-A87C4B12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9F4CDD-A3FE-86C8-CDC4-8CA346023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87D74B-C679-9EA2-AE28-00CA6036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92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53D81-0822-55E9-8779-20E2EDB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674929-61B1-50F9-54B7-17255E475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03FF46-59E0-574A-3482-D028B475F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806E19-AB71-0701-D9D7-32B4C60BC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2FC6AF-A091-FB70-71D2-6C41C253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FAC0AC-694C-77B4-6003-3C2CCE78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5881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9750C0-A656-9420-227E-66AB0F72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66349C-AD81-146C-8D84-E2F8EDEBB6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AD680C-769C-89A8-2EE2-C6739DE41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5AD39F-8A7B-B959-59DB-C3335ED07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D26745-2D59-59EC-4ED9-2FC63D058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74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DA09CF3-E9C7-AE4A-28EE-C414BA2C7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C68C99-E6BE-EA61-5F5B-FDD112042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FDE8E9-BFE1-192F-7573-C04A6542D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D2D03A-C687-EF3A-1BC4-2590A09BD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B79896-41C6-F272-8ED1-36C6B3BB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2590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B5545B7-D665-8B15-3261-DA2BC205C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CA85D5-9F97-C96A-A67A-CC316A27C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7337F7-3985-E411-5696-DD6F08143F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7C65B-F23F-479A-8AFF-E7E0FC962F06}" type="datetimeFigureOut">
              <a:rPr lang="zh-CN" altLang="en-US" smtClean="0"/>
              <a:t>2026/6/9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937700-EEEE-2C99-E439-6C5E620BA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6C2C7B-BF2E-AB5B-87ED-03CFA5A0E8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72A92-AE56-449F-941E-9483E4948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640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784C53-BFA5-5113-457B-3F9CFE009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225" y="0"/>
            <a:ext cx="3856892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B6DCC9-8EA6-6763-1964-406022EB4852}"/>
              </a:ext>
            </a:extLst>
          </p:cNvPr>
          <p:cNvSpPr txBox="1"/>
          <p:nvPr/>
        </p:nvSpPr>
        <p:spPr>
          <a:xfrm>
            <a:off x="9018169" y="4498950"/>
            <a:ext cx="1005403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32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禹卫行书字体" panose="02000603000000000000" pitchFamily="2" charset="-122"/>
                <a:ea typeface="禹卫行书字体" panose="02000603000000000000" pitchFamily="2" charset="-122"/>
              </a:rPr>
              <a:t>夏至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10FF4D-EE92-3A21-3B40-7E1C70EE290E}"/>
              </a:ext>
            </a:extLst>
          </p:cNvPr>
          <p:cNvSpPr txBox="1"/>
          <p:nvPr/>
        </p:nvSpPr>
        <p:spPr>
          <a:xfrm>
            <a:off x="8531984" y="4771710"/>
            <a:ext cx="16081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chemeClr val="bg1"/>
                </a:solidFill>
                <a:latin typeface="Great Vibes" panose="02000507080000020002" pitchFamily="2" charset="0"/>
                <a:cs typeface="Poppins" panose="00000500000000000000" pitchFamily="2" charset="0"/>
              </a:rPr>
              <a:t>Summer</a:t>
            </a:r>
            <a:endParaRPr lang="zh-CN" altLang="en-US" sz="4000" dirty="0">
              <a:solidFill>
                <a:schemeClr val="bg1"/>
              </a:solidFill>
              <a:latin typeface="Great Vibes" panose="02000507080000020002" pitchFamily="2" charset="0"/>
              <a:cs typeface="Poppins" panose="00000500000000000000" pitchFamily="2" charset="0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746C88D4-E2D2-3DC0-E590-AAD4897F1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915502"/>
              </p:ext>
            </p:extLst>
          </p:nvPr>
        </p:nvGraphicFramePr>
        <p:xfrm>
          <a:off x="291353" y="2532875"/>
          <a:ext cx="4307541" cy="2346960"/>
        </p:xfrm>
        <a:graphic>
          <a:graphicData uri="http://schemas.openxmlformats.org/drawingml/2006/table">
            <a:tbl>
              <a:tblPr/>
              <a:tblGrid>
                <a:gridCol w="1435847">
                  <a:extLst>
                    <a:ext uri="{9D8B030D-6E8A-4147-A177-3AD203B41FA5}">
                      <a16:colId xmlns:a16="http://schemas.microsoft.com/office/drawing/2014/main" val="1449949620"/>
                    </a:ext>
                  </a:extLst>
                </a:gridCol>
                <a:gridCol w="1435847">
                  <a:extLst>
                    <a:ext uri="{9D8B030D-6E8A-4147-A177-3AD203B41FA5}">
                      <a16:colId xmlns:a16="http://schemas.microsoft.com/office/drawing/2014/main" val="1164384257"/>
                    </a:ext>
                  </a:extLst>
                </a:gridCol>
                <a:gridCol w="1435847">
                  <a:extLst>
                    <a:ext uri="{9D8B030D-6E8A-4147-A177-3AD203B41FA5}">
                      <a16:colId xmlns:a16="http://schemas.microsoft.com/office/drawing/2014/main" val="24012867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中文字号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对应磅值 (pt)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对应像素 (px)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8699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三号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21.3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934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小三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186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四号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18.7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63732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小四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219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五号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10.5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8663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小五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sz="1600" dirty="0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807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89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88E8A904-CFE4-9CF3-BBB8-830F6A2C881D}"/>
              </a:ext>
            </a:extLst>
          </p:cNvPr>
          <p:cNvGrpSpPr>
            <a:grpSpLocks noChangeAspect="1"/>
          </p:cNvGrpSpPr>
          <p:nvPr/>
        </p:nvGrpSpPr>
        <p:grpSpPr>
          <a:xfrm>
            <a:off x="1189491" y="2295410"/>
            <a:ext cx="1800000" cy="1946711"/>
            <a:chOff x="5372370" y="1629000"/>
            <a:chExt cx="3328690" cy="3600000"/>
          </a:xfrm>
        </p:grpSpPr>
        <p:sp>
          <p:nvSpPr>
            <p:cNvPr id="12" name="平行四边形 11">
              <a:extLst>
                <a:ext uri="{FF2B5EF4-FFF2-40B4-BE49-F238E27FC236}">
                  <a16:creationId xmlns:a16="http://schemas.microsoft.com/office/drawing/2014/main" id="{8ABEF998-7D73-92B7-AA65-892A6FDC117B}"/>
                </a:ext>
              </a:extLst>
            </p:cNvPr>
            <p:cNvSpPr/>
            <p:nvPr/>
          </p:nvSpPr>
          <p:spPr>
            <a:xfrm rot="14400000" flipV="1">
              <a:off x="6433380" y="3287264"/>
              <a:ext cx="3328690" cy="554782"/>
            </a:xfrm>
            <a:prstGeom prst="parallelogram">
              <a:avLst>
                <a:gd name="adj" fmla="val 57166"/>
              </a:avLst>
            </a:prstGeom>
            <a:gradFill>
              <a:gsLst>
                <a:gs pos="0">
                  <a:srgbClr val="20BD6A"/>
                </a:gs>
                <a:gs pos="100000">
                  <a:srgbClr val="92D05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  <p:sp>
          <p:nvSpPr>
            <p:cNvPr id="13" name="平行四边形 12">
              <a:extLst>
                <a:ext uri="{FF2B5EF4-FFF2-40B4-BE49-F238E27FC236}">
                  <a16:creationId xmlns:a16="http://schemas.microsoft.com/office/drawing/2014/main" id="{ABEF7A44-A89E-2B8C-BF06-495FDF2FFD50}"/>
                </a:ext>
              </a:extLst>
            </p:cNvPr>
            <p:cNvSpPr/>
            <p:nvPr/>
          </p:nvSpPr>
          <p:spPr>
            <a:xfrm flipV="1">
              <a:off x="5372370" y="4602095"/>
              <a:ext cx="3328690" cy="554782"/>
            </a:xfrm>
            <a:prstGeom prst="parallelogram">
              <a:avLst>
                <a:gd name="adj" fmla="val 57166"/>
              </a:avLst>
            </a:prstGeom>
            <a:gradFill>
              <a:gsLst>
                <a:gs pos="0">
                  <a:srgbClr val="9D1918"/>
                </a:gs>
                <a:gs pos="100000">
                  <a:srgbClr val="F2B41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/>
            </a:p>
          </p:txBody>
        </p:sp>
        <p:sp>
          <p:nvSpPr>
            <p:cNvPr id="9" name="平行四边形 8">
              <a:extLst>
                <a:ext uri="{FF2B5EF4-FFF2-40B4-BE49-F238E27FC236}">
                  <a16:creationId xmlns:a16="http://schemas.microsoft.com/office/drawing/2014/main" id="{B92B5F28-2383-FB57-DFD4-57A0952ABA3F}"/>
                </a:ext>
              </a:extLst>
            </p:cNvPr>
            <p:cNvSpPr/>
            <p:nvPr/>
          </p:nvSpPr>
          <p:spPr>
            <a:xfrm rot="7200000" flipV="1">
              <a:off x="4780425" y="3015954"/>
              <a:ext cx="3328690" cy="554782"/>
            </a:xfrm>
            <a:prstGeom prst="parallelogram">
              <a:avLst>
                <a:gd name="adj" fmla="val 57166"/>
              </a:avLst>
            </a:prstGeom>
            <a:gradFill>
              <a:gsLst>
                <a:gs pos="0">
                  <a:srgbClr val="1F2580"/>
                </a:gs>
                <a:gs pos="100000">
                  <a:srgbClr val="1FACE4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800" dirty="0"/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5A3D17C1-4363-2385-F34C-31BE43814234}"/>
              </a:ext>
            </a:extLst>
          </p:cNvPr>
          <p:cNvSpPr txBox="1"/>
          <p:nvPr/>
        </p:nvSpPr>
        <p:spPr>
          <a:xfrm rot="17820000">
            <a:off x="1497772" y="3202176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800" dirty="0">
                <a:solidFill>
                  <a:schemeClr val="bg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Time</a:t>
            </a:r>
            <a:endParaRPr lang="zh-CN" altLang="en-US" sz="800" dirty="0">
              <a:solidFill>
                <a:schemeClr val="bg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0917809-6CE4-D1D2-327C-FAB40F60907A}"/>
              </a:ext>
            </a:extLst>
          </p:cNvPr>
          <p:cNvSpPr txBox="1"/>
          <p:nvPr/>
        </p:nvSpPr>
        <p:spPr>
          <a:xfrm rot="3360000">
            <a:off x="2449074" y="3202176"/>
            <a:ext cx="4283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800" dirty="0">
                <a:solidFill>
                  <a:schemeClr val="bg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Cost</a:t>
            </a:r>
            <a:endParaRPr lang="zh-CN" altLang="en-US" sz="800" dirty="0">
              <a:solidFill>
                <a:schemeClr val="bg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5BEB50B-9821-2497-FE04-61B6493886B6}"/>
              </a:ext>
            </a:extLst>
          </p:cNvPr>
          <p:cNvSpPr txBox="1"/>
          <p:nvPr/>
        </p:nvSpPr>
        <p:spPr>
          <a:xfrm>
            <a:off x="1908875" y="3949424"/>
            <a:ext cx="48923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800" dirty="0">
                <a:solidFill>
                  <a:schemeClr val="bg1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Scope</a:t>
            </a:r>
            <a:endParaRPr lang="zh-CN" altLang="en-US" sz="800" dirty="0">
              <a:solidFill>
                <a:schemeClr val="bg1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247BB99-6B36-7D1A-2B88-2F2FC4EB045B}"/>
              </a:ext>
            </a:extLst>
          </p:cNvPr>
          <p:cNvSpPr txBox="1"/>
          <p:nvPr/>
        </p:nvSpPr>
        <p:spPr>
          <a:xfrm>
            <a:off x="1847961" y="3365435"/>
            <a:ext cx="6110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zh-CN" sz="8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Quality</a:t>
            </a:r>
            <a:endParaRPr lang="zh-CN" altLang="en-US" sz="8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421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矩形 367">
            <a:extLst>
              <a:ext uri="{FF2B5EF4-FFF2-40B4-BE49-F238E27FC236}">
                <a16:creationId xmlns:a16="http://schemas.microsoft.com/office/drawing/2014/main" id="{A5CE8599-FC3A-F595-A546-E77C7991EB68}"/>
              </a:ext>
            </a:extLst>
          </p:cNvPr>
          <p:cNvSpPr/>
          <p:nvPr/>
        </p:nvSpPr>
        <p:spPr>
          <a:xfrm>
            <a:off x="4322546" y="1067723"/>
            <a:ext cx="5760000" cy="324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B3360CC-7B7E-BD39-0B93-F2A8B658E107}"/>
              </a:ext>
            </a:extLst>
          </p:cNvPr>
          <p:cNvGrpSpPr/>
          <p:nvPr/>
        </p:nvGrpSpPr>
        <p:grpSpPr>
          <a:xfrm>
            <a:off x="4478724" y="2743229"/>
            <a:ext cx="395049" cy="1371541"/>
            <a:chOff x="3049432" y="1420419"/>
            <a:chExt cx="395049" cy="1371541"/>
          </a:xfrm>
        </p:grpSpPr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4FED8FC2-ABE7-7755-0B2C-D04AC620001E}"/>
                </a:ext>
              </a:extLst>
            </p:cNvPr>
            <p:cNvSpPr/>
            <p:nvPr/>
          </p:nvSpPr>
          <p:spPr>
            <a:xfrm>
              <a:off x="3049432" y="1420419"/>
              <a:ext cx="395049" cy="395049"/>
            </a:xfrm>
            <a:custGeom>
              <a:avLst/>
              <a:gdLst>
                <a:gd name="csX0" fmla="*/ 110807 w 395049"/>
                <a:gd name="csY0" fmla="*/ 0 h 395049"/>
                <a:gd name="csX1" fmla="*/ 0 w 395049"/>
                <a:gd name="csY1" fmla="*/ 110807 h 395049"/>
                <a:gd name="csX2" fmla="*/ 0 w 395049"/>
                <a:gd name="csY2" fmla="*/ 284243 h 395049"/>
                <a:gd name="csX3" fmla="*/ 110807 w 395049"/>
                <a:gd name="csY3" fmla="*/ 395049 h 395049"/>
                <a:gd name="csX4" fmla="*/ 284243 w 395049"/>
                <a:gd name="csY4" fmla="*/ 395049 h 395049"/>
                <a:gd name="csX5" fmla="*/ 395050 w 395049"/>
                <a:gd name="csY5" fmla="*/ 284243 h 395049"/>
                <a:gd name="csX6" fmla="*/ 395050 w 395049"/>
                <a:gd name="csY6" fmla="*/ 110807 h 395049"/>
                <a:gd name="csX7" fmla="*/ 284243 w 395049"/>
                <a:gd name="csY7" fmla="*/ 0 h 395049"/>
                <a:gd name="csX8" fmla="*/ 110807 w 395049"/>
                <a:gd name="csY8" fmla="*/ 0 h 395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049" h="395049">
                  <a:moveTo>
                    <a:pt x="110807" y="0"/>
                  </a:moveTo>
                  <a:cubicBezTo>
                    <a:pt x="49706" y="0"/>
                    <a:pt x="0" y="49706"/>
                    <a:pt x="0" y="110807"/>
                  </a:cubicBezTo>
                  <a:lnTo>
                    <a:pt x="0" y="284243"/>
                  </a:lnTo>
                  <a:cubicBezTo>
                    <a:pt x="0" y="345344"/>
                    <a:pt x="49706" y="395049"/>
                    <a:pt x="110807" y="395049"/>
                  </a:cubicBezTo>
                  <a:lnTo>
                    <a:pt x="284243" y="395049"/>
                  </a:lnTo>
                  <a:cubicBezTo>
                    <a:pt x="345344" y="395049"/>
                    <a:pt x="395050" y="345344"/>
                    <a:pt x="395050" y="284243"/>
                  </a:cubicBezTo>
                  <a:lnTo>
                    <a:pt x="395050" y="110807"/>
                  </a:lnTo>
                  <a:cubicBezTo>
                    <a:pt x="395050" y="49706"/>
                    <a:pt x="345344" y="0"/>
                    <a:pt x="284243" y="0"/>
                  </a:cubicBezTo>
                  <a:lnTo>
                    <a:pt x="110807" y="0"/>
                  </a:lnTo>
                  <a:close/>
                </a:path>
              </a:pathLst>
            </a:custGeom>
            <a:solidFill>
              <a:srgbClr val="F2F2F2"/>
            </a:solidFill>
            <a:ln w="6494" cap="flat">
              <a:noFill/>
              <a:prstDash val="solid"/>
              <a:miter/>
            </a:ln>
          </p:spPr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AFEF885D-D5CB-CE66-CB3A-87D2D64A9CAF}"/>
                </a:ext>
              </a:extLst>
            </p:cNvPr>
            <p:cNvSpPr/>
            <p:nvPr/>
          </p:nvSpPr>
          <p:spPr>
            <a:xfrm>
              <a:off x="3049432" y="1908665"/>
              <a:ext cx="395049" cy="395049"/>
            </a:xfrm>
            <a:custGeom>
              <a:avLst/>
              <a:gdLst>
                <a:gd name="csX0" fmla="*/ 110807 w 395049"/>
                <a:gd name="csY0" fmla="*/ 0 h 395049"/>
                <a:gd name="csX1" fmla="*/ 0 w 395049"/>
                <a:gd name="csY1" fmla="*/ 110807 h 395049"/>
                <a:gd name="csX2" fmla="*/ 0 w 395049"/>
                <a:gd name="csY2" fmla="*/ 284243 h 395049"/>
                <a:gd name="csX3" fmla="*/ 110807 w 395049"/>
                <a:gd name="csY3" fmla="*/ 395050 h 395049"/>
                <a:gd name="csX4" fmla="*/ 284243 w 395049"/>
                <a:gd name="csY4" fmla="*/ 395050 h 395049"/>
                <a:gd name="csX5" fmla="*/ 395050 w 395049"/>
                <a:gd name="csY5" fmla="*/ 284243 h 395049"/>
                <a:gd name="csX6" fmla="*/ 395050 w 395049"/>
                <a:gd name="csY6" fmla="*/ 110807 h 395049"/>
                <a:gd name="csX7" fmla="*/ 284243 w 395049"/>
                <a:gd name="csY7" fmla="*/ 0 h 395049"/>
                <a:gd name="csX8" fmla="*/ 110807 w 395049"/>
                <a:gd name="csY8" fmla="*/ 0 h 395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049" h="395049">
                  <a:moveTo>
                    <a:pt x="110807" y="0"/>
                  </a:moveTo>
                  <a:cubicBezTo>
                    <a:pt x="49706" y="0"/>
                    <a:pt x="0" y="49706"/>
                    <a:pt x="0" y="110807"/>
                  </a:cubicBezTo>
                  <a:lnTo>
                    <a:pt x="0" y="284243"/>
                  </a:lnTo>
                  <a:cubicBezTo>
                    <a:pt x="0" y="345344"/>
                    <a:pt x="49706" y="395050"/>
                    <a:pt x="110807" y="395050"/>
                  </a:cubicBezTo>
                  <a:lnTo>
                    <a:pt x="284243" y="395050"/>
                  </a:lnTo>
                  <a:cubicBezTo>
                    <a:pt x="345344" y="395050"/>
                    <a:pt x="395050" y="345344"/>
                    <a:pt x="395050" y="284243"/>
                  </a:cubicBezTo>
                  <a:lnTo>
                    <a:pt x="395050" y="110807"/>
                  </a:lnTo>
                  <a:cubicBezTo>
                    <a:pt x="395050" y="49706"/>
                    <a:pt x="345344" y="0"/>
                    <a:pt x="284243" y="0"/>
                  </a:cubicBezTo>
                  <a:lnTo>
                    <a:pt x="110807" y="0"/>
                  </a:lnTo>
                  <a:close/>
                </a:path>
              </a:pathLst>
            </a:custGeom>
            <a:solidFill>
              <a:srgbClr val="F2F2F2"/>
            </a:solidFill>
            <a:ln w="6494" cap="flat">
              <a:noFill/>
              <a:prstDash val="solid"/>
              <a:miter/>
            </a:ln>
          </p:spPr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5C233566-0F7B-0740-C032-0C4A300FF6A2}"/>
                </a:ext>
              </a:extLst>
            </p:cNvPr>
            <p:cNvSpPr/>
            <p:nvPr/>
          </p:nvSpPr>
          <p:spPr>
            <a:xfrm>
              <a:off x="3049432" y="2396911"/>
              <a:ext cx="395049" cy="395049"/>
            </a:xfrm>
            <a:custGeom>
              <a:avLst/>
              <a:gdLst>
                <a:gd name="csX0" fmla="*/ 110807 w 395049"/>
                <a:gd name="csY0" fmla="*/ 0 h 395049"/>
                <a:gd name="csX1" fmla="*/ 0 w 395049"/>
                <a:gd name="csY1" fmla="*/ 110807 h 395049"/>
                <a:gd name="csX2" fmla="*/ 0 w 395049"/>
                <a:gd name="csY2" fmla="*/ 284243 h 395049"/>
                <a:gd name="csX3" fmla="*/ 110807 w 395049"/>
                <a:gd name="csY3" fmla="*/ 395049 h 395049"/>
                <a:gd name="csX4" fmla="*/ 284243 w 395049"/>
                <a:gd name="csY4" fmla="*/ 395049 h 395049"/>
                <a:gd name="csX5" fmla="*/ 395050 w 395049"/>
                <a:gd name="csY5" fmla="*/ 284243 h 395049"/>
                <a:gd name="csX6" fmla="*/ 395050 w 395049"/>
                <a:gd name="csY6" fmla="*/ 110807 h 395049"/>
                <a:gd name="csX7" fmla="*/ 284243 w 395049"/>
                <a:gd name="csY7" fmla="*/ 0 h 395049"/>
                <a:gd name="csX8" fmla="*/ 110807 w 395049"/>
                <a:gd name="csY8" fmla="*/ 0 h 395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049" h="395049">
                  <a:moveTo>
                    <a:pt x="110807" y="0"/>
                  </a:moveTo>
                  <a:cubicBezTo>
                    <a:pt x="49706" y="0"/>
                    <a:pt x="0" y="49706"/>
                    <a:pt x="0" y="110807"/>
                  </a:cubicBezTo>
                  <a:lnTo>
                    <a:pt x="0" y="284243"/>
                  </a:lnTo>
                  <a:cubicBezTo>
                    <a:pt x="0" y="345344"/>
                    <a:pt x="49706" y="395049"/>
                    <a:pt x="110807" y="395049"/>
                  </a:cubicBezTo>
                  <a:lnTo>
                    <a:pt x="284243" y="395049"/>
                  </a:lnTo>
                  <a:cubicBezTo>
                    <a:pt x="345344" y="395049"/>
                    <a:pt x="395050" y="345344"/>
                    <a:pt x="395050" y="284243"/>
                  </a:cubicBezTo>
                  <a:lnTo>
                    <a:pt x="395050" y="110807"/>
                  </a:lnTo>
                  <a:cubicBezTo>
                    <a:pt x="395050" y="49706"/>
                    <a:pt x="345344" y="0"/>
                    <a:pt x="284243" y="0"/>
                  </a:cubicBezTo>
                  <a:lnTo>
                    <a:pt x="110807" y="0"/>
                  </a:lnTo>
                  <a:close/>
                </a:path>
              </a:pathLst>
            </a:custGeom>
            <a:solidFill>
              <a:srgbClr val="F2F2F2"/>
            </a:solidFill>
            <a:ln w="6494" cap="flat">
              <a:noFill/>
              <a:prstDash val="solid"/>
              <a:miter/>
            </a:ln>
          </p:spPr>
        </p:sp>
      </p:grpSp>
      <p:sp>
        <p:nvSpPr>
          <p:cNvPr id="369" name="文本框 368">
            <a:extLst>
              <a:ext uri="{FF2B5EF4-FFF2-40B4-BE49-F238E27FC236}">
                <a16:creationId xmlns:a16="http://schemas.microsoft.com/office/drawing/2014/main" id="{4074ED3E-44F8-DEE4-8E23-DCE38C06235A}"/>
              </a:ext>
            </a:extLst>
          </p:cNvPr>
          <p:cNvSpPr txBox="1"/>
          <p:nvPr/>
        </p:nvSpPr>
        <p:spPr>
          <a:xfrm>
            <a:off x="4478724" y="1135860"/>
            <a:ext cx="26468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0" dirty="0">
                <a:solidFill>
                  <a:srgbClr val="6C63FF"/>
                </a:solidFill>
                <a:latin typeface="Roboto Mono Medium" pitchFamily="2" charset="0"/>
                <a:ea typeface="Roboto Mono Medium" pitchFamily="2" charset="0"/>
                <a:cs typeface="Courier New" panose="02070309020205020404" pitchFamily="49" charset="0"/>
              </a:rPr>
              <a:t>Animation &amp; Ring</a:t>
            </a:r>
            <a:endParaRPr lang="zh-CN" altLang="en-US" sz="2000" dirty="0">
              <a:solidFill>
                <a:srgbClr val="6C63FF"/>
              </a:solidFill>
              <a:latin typeface="Roboto Mono Medium" pitchFamily="2" charset="0"/>
              <a:ea typeface="隶书" panose="02010509060101010101" pitchFamily="49" charset="-122"/>
              <a:cs typeface="Courier New" panose="02070309020205020404" pitchFamily="49" charset="0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E5C119BA-1A0F-538F-B1DC-4F1E665AE0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06593" y="1416600"/>
            <a:ext cx="4320000" cy="2844426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384A2213-DC37-CC2A-7D3C-59C1874FE65C}"/>
              </a:ext>
            </a:extLst>
          </p:cNvPr>
          <p:cNvSpPr/>
          <p:nvPr/>
        </p:nvSpPr>
        <p:spPr>
          <a:xfrm>
            <a:off x="6842546" y="1604107"/>
            <a:ext cx="720000" cy="720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2AA8711-D83C-85F7-00D5-E8637CC33D30}"/>
              </a:ext>
            </a:extLst>
          </p:cNvPr>
          <p:cNvGrpSpPr/>
          <p:nvPr/>
        </p:nvGrpSpPr>
        <p:grpSpPr>
          <a:xfrm>
            <a:off x="4992658" y="1942075"/>
            <a:ext cx="395049" cy="1371541"/>
            <a:chOff x="3049432" y="1420419"/>
            <a:chExt cx="395049" cy="1371541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8ECF8642-16AB-2541-1B10-EC2F3EB278B0}"/>
                </a:ext>
              </a:extLst>
            </p:cNvPr>
            <p:cNvSpPr/>
            <p:nvPr/>
          </p:nvSpPr>
          <p:spPr>
            <a:xfrm>
              <a:off x="3049432" y="1420419"/>
              <a:ext cx="395049" cy="395049"/>
            </a:xfrm>
            <a:custGeom>
              <a:avLst/>
              <a:gdLst>
                <a:gd name="csX0" fmla="*/ 110807 w 395049"/>
                <a:gd name="csY0" fmla="*/ 0 h 395049"/>
                <a:gd name="csX1" fmla="*/ 0 w 395049"/>
                <a:gd name="csY1" fmla="*/ 110807 h 395049"/>
                <a:gd name="csX2" fmla="*/ 0 w 395049"/>
                <a:gd name="csY2" fmla="*/ 284243 h 395049"/>
                <a:gd name="csX3" fmla="*/ 110807 w 395049"/>
                <a:gd name="csY3" fmla="*/ 395049 h 395049"/>
                <a:gd name="csX4" fmla="*/ 284243 w 395049"/>
                <a:gd name="csY4" fmla="*/ 395049 h 395049"/>
                <a:gd name="csX5" fmla="*/ 395050 w 395049"/>
                <a:gd name="csY5" fmla="*/ 284243 h 395049"/>
                <a:gd name="csX6" fmla="*/ 395050 w 395049"/>
                <a:gd name="csY6" fmla="*/ 110807 h 395049"/>
                <a:gd name="csX7" fmla="*/ 284243 w 395049"/>
                <a:gd name="csY7" fmla="*/ 0 h 395049"/>
                <a:gd name="csX8" fmla="*/ 110807 w 395049"/>
                <a:gd name="csY8" fmla="*/ 0 h 395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049" h="395049">
                  <a:moveTo>
                    <a:pt x="110807" y="0"/>
                  </a:moveTo>
                  <a:cubicBezTo>
                    <a:pt x="49706" y="0"/>
                    <a:pt x="0" y="49706"/>
                    <a:pt x="0" y="110807"/>
                  </a:cubicBezTo>
                  <a:lnTo>
                    <a:pt x="0" y="284243"/>
                  </a:lnTo>
                  <a:cubicBezTo>
                    <a:pt x="0" y="345344"/>
                    <a:pt x="49706" y="395049"/>
                    <a:pt x="110807" y="395049"/>
                  </a:cubicBezTo>
                  <a:lnTo>
                    <a:pt x="284243" y="395049"/>
                  </a:lnTo>
                  <a:cubicBezTo>
                    <a:pt x="345344" y="395049"/>
                    <a:pt x="395050" y="345344"/>
                    <a:pt x="395050" y="284243"/>
                  </a:cubicBezTo>
                  <a:lnTo>
                    <a:pt x="395050" y="110807"/>
                  </a:lnTo>
                  <a:cubicBezTo>
                    <a:pt x="395050" y="49706"/>
                    <a:pt x="345344" y="0"/>
                    <a:pt x="284243" y="0"/>
                  </a:cubicBezTo>
                  <a:lnTo>
                    <a:pt x="110807" y="0"/>
                  </a:lnTo>
                  <a:close/>
                </a:path>
              </a:pathLst>
            </a:custGeom>
            <a:solidFill>
              <a:srgbClr val="F2F2F2"/>
            </a:solidFill>
            <a:ln w="6494" cap="flat">
              <a:noFill/>
              <a:prstDash val="solid"/>
              <a:miter/>
            </a:ln>
          </p:spPr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F6C0392B-6312-4D81-1AB4-2D51F7E21631}"/>
                </a:ext>
              </a:extLst>
            </p:cNvPr>
            <p:cNvSpPr/>
            <p:nvPr/>
          </p:nvSpPr>
          <p:spPr>
            <a:xfrm>
              <a:off x="3049432" y="1908665"/>
              <a:ext cx="395049" cy="395049"/>
            </a:xfrm>
            <a:custGeom>
              <a:avLst/>
              <a:gdLst>
                <a:gd name="csX0" fmla="*/ 110807 w 395049"/>
                <a:gd name="csY0" fmla="*/ 0 h 395049"/>
                <a:gd name="csX1" fmla="*/ 0 w 395049"/>
                <a:gd name="csY1" fmla="*/ 110807 h 395049"/>
                <a:gd name="csX2" fmla="*/ 0 w 395049"/>
                <a:gd name="csY2" fmla="*/ 284243 h 395049"/>
                <a:gd name="csX3" fmla="*/ 110807 w 395049"/>
                <a:gd name="csY3" fmla="*/ 395050 h 395049"/>
                <a:gd name="csX4" fmla="*/ 284243 w 395049"/>
                <a:gd name="csY4" fmla="*/ 395050 h 395049"/>
                <a:gd name="csX5" fmla="*/ 395050 w 395049"/>
                <a:gd name="csY5" fmla="*/ 284243 h 395049"/>
                <a:gd name="csX6" fmla="*/ 395050 w 395049"/>
                <a:gd name="csY6" fmla="*/ 110807 h 395049"/>
                <a:gd name="csX7" fmla="*/ 284243 w 395049"/>
                <a:gd name="csY7" fmla="*/ 0 h 395049"/>
                <a:gd name="csX8" fmla="*/ 110807 w 395049"/>
                <a:gd name="csY8" fmla="*/ 0 h 395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049" h="395049">
                  <a:moveTo>
                    <a:pt x="110807" y="0"/>
                  </a:moveTo>
                  <a:cubicBezTo>
                    <a:pt x="49706" y="0"/>
                    <a:pt x="0" y="49706"/>
                    <a:pt x="0" y="110807"/>
                  </a:cubicBezTo>
                  <a:lnTo>
                    <a:pt x="0" y="284243"/>
                  </a:lnTo>
                  <a:cubicBezTo>
                    <a:pt x="0" y="345344"/>
                    <a:pt x="49706" y="395050"/>
                    <a:pt x="110807" y="395050"/>
                  </a:cubicBezTo>
                  <a:lnTo>
                    <a:pt x="284243" y="395050"/>
                  </a:lnTo>
                  <a:cubicBezTo>
                    <a:pt x="345344" y="395050"/>
                    <a:pt x="395050" y="345344"/>
                    <a:pt x="395050" y="284243"/>
                  </a:cubicBezTo>
                  <a:lnTo>
                    <a:pt x="395050" y="110807"/>
                  </a:lnTo>
                  <a:cubicBezTo>
                    <a:pt x="395050" y="49706"/>
                    <a:pt x="345344" y="0"/>
                    <a:pt x="284243" y="0"/>
                  </a:cubicBezTo>
                  <a:lnTo>
                    <a:pt x="110807" y="0"/>
                  </a:lnTo>
                  <a:close/>
                </a:path>
              </a:pathLst>
            </a:custGeom>
            <a:solidFill>
              <a:srgbClr val="F2F2F2"/>
            </a:solidFill>
            <a:ln w="6494" cap="flat">
              <a:noFill/>
              <a:prstDash val="solid"/>
              <a:miter/>
            </a:ln>
          </p:spPr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E8E78938-68AC-3F20-7496-2DAC888E667C}"/>
                </a:ext>
              </a:extLst>
            </p:cNvPr>
            <p:cNvSpPr/>
            <p:nvPr/>
          </p:nvSpPr>
          <p:spPr>
            <a:xfrm>
              <a:off x="3049432" y="2396911"/>
              <a:ext cx="395049" cy="395049"/>
            </a:xfrm>
            <a:custGeom>
              <a:avLst/>
              <a:gdLst>
                <a:gd name="csX0" fmla="*/ 110807 w 395049"/>
                <a:gd name="csY0" fmla="*/ 0 h 395049"/>
                <a:gd name="csX1" fmla="*/ 0 w 395049"/>
                <a:gd name="csY1" fmla="*/ 110807 h 395049"/>
                <a:gd name="csX2" fmla="*/ 0 w 395049"/>
                <a:gd name="csY2" fmla="*/ 284243 h 395049"/>
                <a:gd name="csX3" fmla="*/ 110807 w 395049"/>
                <a:gd name="csY3" fmla="*/ 395049 h 395049"/>
                <a:gd name="csX4" fmla="*/ 284243 w 395049"/>
                <a:gd name="csY4" fmla="*/ 395049 h 395049"/>
                <a:gd name="csX5" fmla="*/ 395050 w 395049"/>
                <a:gd name="csY5" fmla="*/ 284243 h 395049"/>
                <a:gd name="csX6" fmla="*/ 395050 w 395049"/>
                <a:gd name="csY6" fmla="*/ 110807 h 395049"/>
                <a:gd name="csX7" fmla="*/ 284243 w 395049"/>
                <a:gd name="csY7" fmla="*/ 0 h 395049"/>
                <a:gd name="csX8" fmla="*/ 110807 w 395049"/>
                <a:gd name="csY8" fmla="*/ 0 h 3950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95049" h="395049">
                  <a:moveTo>
                    <a:pt x="110807" y="0"/>
                  </a:moveTo>
                  <a:cubicBezTo>
                    <a:pt x="49706" y="0"/>
                    <a:pt x="0" y="49706"/>
                    <a:pt x="0" y="110807"/>
                  </a:cubicBezTo>
                  <a:lnTo>
                    <a:pt x="0" y="284243"/>
                  </a:lnTo>
                  <a:cubicBezTo>
                    <a:pt x="0" y="345344"/>
                    <a:pt x="49706" y="395049"/>
                    <a:pt x="110807" y="395049"/>
                  </a:cubicBezTo>
                  <a:lnTo>
                    <a:pt x="284243" y="395049"/>
                  </a:lnTo>
                  <a:cubicBezTo>
                    <a:pt x="345344" y="395049"/>
                    <a:pt x="395050" y="345344"/>
                    <a:pt x="395050" y="284243"/>
                  </a:cubicBezTo>
                  <a:lnTo>
                    <a:pt x="395050" y="110807"/>
                  </a:lnTo>
                  <a:cubicBezTo>
                    <a:pt x="395050" y="49706"/>
                    <a:pt x="345344" y="0"/>
                    <a:pt x="284243" y="0"/>
                  </a:cubicBezTo>
                  <a:lnTo>
                    <a:pt x="110807" y="0"/>
                  </a:lnTo>
                  <a:close/>
                </a:path>
              </a:pathLst>
            </a:custGeom>
            <a:solidFill>
              <a:srgbClr val="F2F2F2"/>
            </a:solidFill>
            <a:ln w="6494" cap="flat">
              <a:noFill/>
              <a:prstDash val="solid"/>
              <a:miter/>
            </a:ln>
          </p:spPr>
        </p:sp>
      </p:grpSp>
    </p:spTree>
    <p:extLst>
      <p:ext uri="{BB962C8B-B14F-4D97-AF65-F5344CB8AC3E}">
        <p14:creationId xmlns:p14="http://schemas.microsoft.com/office/powerpoint/2010/main" val="2143009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B00BD637-0C2A-7EF2-2EFC-F3DE87DBB7AF}"/>
              </a:ext>
            </a:extLst>
          </p:cNvPr>
          <p:cNvSpPr/>
          <p:nvPr/>
        </p:nvSpPr>
        <p:spPr>
          <a:xfrm>
            <a:off x="5376000" y="2709000"/>
            <a:ext cx="1440000" cy="1440000"/>
          </a:xfrm>
          <a:custGeom>
            <a:avLst/>
            <a:gdLst>
              <a:gd name="csX0" fmla="*/ 720000 w 1440000"/>
              <a:gd name="csY0" fmla="*/ 0 h 1440000"/>
              <a:gd name="csX1" fmla="*/ 793616 w 1440000"/>
              <a:gd name="csY1" fmla="*/ 3717 h 1440000"/>
              <a:gd name="csX2" fmla="*/ 832793 w 1440000"/>
              <a:gd name="csY2" fmla="*/ 9696 h 1440000"/>
              <a:gd name="csX3" fmla="*/ 909743 w 1440000"/>
              <a:gd name="csY3" fmla="*/ 261914 h 1440000"/>
              <a:gd name="csX4" fmla="*/ 1141443 w 1440000"/>
              <a:gd name="csY4" fmla="*/ 138546 h 1440000"/>
              <a:gd name="csX5" fmla="*/ 1229117 w 1440000"/>
              <a:gd name="csY5" fmla="*/ 210883 h 1440000"/>
              <a:gd name="csX6" fmla="*/ 1301455 w 1440000"/>
              <a:gd name="csY6" fmla="*/ 298557 h 1440000"/>
              <a:gd name="csX7" fmla="*/ 1178086 w 1440000"/>
              <a:gd name="csY7" fmla="*/ 530257 h 1440000"/>
              <a:gd name="csX8" fmla="*/ 1430304 w 1440000"/>
              <a:gd name="csY8" fmla="*/ 607208 h 1440000"/>
              <a:gd name="csX9" fmla="*/ 1436283 w 1440000"/>
              <a:gd name="csY9" fmla="*/ 646384 h 1440000"/>
              <a:gd name="csX10" fmla="*/ 1440000 w 1440000"/>
              <a:gd name="csY10" fmla="*/ 720000 h 1440000"/>
              <a:gd name="csX11" fmla="*/ 1436283 w 1440000"/>
              <a:gd name="csY11" fmla="*/ 793616 h 1440000"/>
              <a:gd name="csX12" fmla="*/ 1430304 w 1440000"/>
              <a:gd name="csY12" fmla="*/ 832793 h 1440000"/>
              <a:gd name="csX13" fmla="*/ 1178086 w 1440000"/>
              <a:gd name="csY13" fmla="*/ 909743 h 1440000"/>
              <a:gd name="csX14" fmla="*/ 1301455 w 1440000"/>
              <a:gd name="csY14" fmla="*/ 1141443 h 1440000"/>
              <a:gd name="csX15" fmla="*/ 1229117 w 1440000"/>
              <a:gd name="csY15" fmla="*/ 1229117 h 1440000"/>
              <a:gd name="csX16" fmla="*/ 1141443 w 1440000"/>
              <a:gd name="csY16" fmla="*/ 1301454 h 1440000"/>
              <a:gd name="csX17" fmla="*/ 909743 w 1440000"/>
              <a:gd name="csY17" fmla="*/ 1178086 h 1440000"/>
              <a:gd name="csX18" fmla="*/ 832793 w 1440000"/>
              <a:gd name="csY18" fmla="*/ 1430304 h 1440000"/>
              <a:gd name="csX19" fmla="*/ 793616 w 1440000"/>
              <a:gd name="csY19" fmla="*/ 1436283 h 1440000"/>
              <a:gd name="csX20" fmla="*/ 720000 w 1440000"/>
              <a:gd name="csY20" fmla="*/ 1440000 h 1440000"/>
              <a:gd name="csX21" fmla="*/ 646384 w 1440000"/>
              <a:gd name="csY21" fmla="*/ 1436283 h 1440000"/>
              <a:gd name="csX22" fmla="*/ 607208 w 1440000"/>
              <a:gd name="csY22" fmla="*/ 1430304 h 1440000"/>
              <a:gd name="csX23" fmla="*/ 530257 w 1440000"/>
              <a:gd name="csY23" fmla="*/ 1178086 h 1440000"/>
              <a:gd name="csX24" fmla="*/ 298557 w 1440000"/>
              <a:gd name="csY24" fmla="*/ 1301454 h 1440000"/>
              <a:gd name="csX25" fmla="*/ 210883 w 1440000"/>
              <a:gd name="csY25" fmla="*/ 1229117 h 1440000"/>
              <a:gd name="csX26" fmla="*/ 138546 w 1440000"/>
              <a:gd name="csY26" fmla="*/ 1141443 h 1440000"/>
              <a:gd name="csX27" fmla="*/ 261914 w 1440000"/>
              <a:gd name="csY27" fmla="*/ 909743 h 1440000"/>
              <a:gd name="csX28" fmla="*/ 9697 w 1440000"/>
              <a:gd name="csY28" fmla="*/ 832793 h 1440000"/>
              <a:gd name="csX29" fmla="*/ 3717 w 1440000"/>
              <a:gd name="csY29" fmla="*/ 793616 h 1440000"/>
              <a:gd name="csX30" fmla="*/ 0 w 1440000"/>
              <a:gd name="csY30" fmla="*/ 720000 h 1440000"/>
              <a:gd name="csX31" fmla="*/ 3717 w 1440000"/>
              <a:gd name="csY31" fmla="*/ 646384 h 1440000"/>
              <a:gd name="csX32" fmla="*/ 9697 w 1440000"/>
              <a:gd name="csY32" fmla="*/ 607208 h 1440000"/>
              <a:gd name="csX33" fmla="*/ 261914 w 1440000"/>
              <a:gd name="csY33" fmla="*/ 530257 h 1440000"/>
              <a:gd name="csX34" fmla="*/ 138546 w 1440000"/>
              <a:gd name="csY34" fmla="*/ 298557 h 1440000"/>
              <a:gd name="csX35" fmla="*/ 210883 w 1440000"/>
              <a:gd name="csY35" fmla="*/ 210883 h 1440000"/>
              <a:gd name="csX36" fmla="*/ 298557 w 1440000"/>
              <a:gd name="csY36" fmla="*/ 138546 h 1440000"/>
              <a:gd name="csX37" fmla="*/ 530257 w 1440000"/>
              <a:gd name="csY37" fmla="*/ 261914 h 1440000"/>
              <a:gd name="csX38" fmla="*/ 607208 w 1440000"/>
              <a:gd name="csY38" fmla="*/ 9696 h 1440000"/>
              <a:gd name="csX39" fmla="*/ 646384 w 1440000"/>
              <a:gd name="csY39" fmla="*/ 3717 h 1440000"/>
              <a:gd name="csX40" fmla="*/ 720000 w 1440000"/>
              <a:gd name="csY40" fmla="*/ 0 h 1440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</a:cxnLst>
            <a:rect l="l" t="t" r="r" b="b"/>
            <a:pathLst>
              <a:path w="1440000" h="1440000">
                <a:moveTo>
                  <a:pt x="720000" y="0"/>
                </a:moveTo>
                <a:cubicBezTo>
                  <a:pt x="744853" y="0"/>
                  <a:pt x="769412" y="1259"/>
                  <a:pt x="793616" y="3717"/>
                </a:cubicBezTo>
                <a:lnTo>
                  <a:pt x="832793" y="9696"/>
                </a:lnTo>
                <a:lnTo>
                  <a:pt x="909743" y="261914"/>
                </a:lnTo>
                <a:lnTo>
                  <a:pt x="1141443" y="138546"/>
                </a:lnTo>
                <a:lnTo>
                  <a:pt x="1229117" y="210883"/>
                </a:lnTo>
                <a:lnTo>
                  <a:pt x="1301455" y="298557"/>
                </a:lnTo>
                <a:lnTo>
                  <a:pt x="1178086" y="530257"/>
                </a:lnTo>
                <a:lnTo>
                  <a:pt x="1430304" y="607208"/>
                </a:lnTo>
                <a:lnTo>
                  <a:pt x="1436283" y="646384"/>
                </a:lnTo>
                <a:cubicBezTo>
                  <a:pt x="1438741" y="670589"/>
                  <a:pt x="1440000" y="695147"/>
                  <a:pt x="1440000" y="720000"/>
                </a:cubicBezTo>
                <a:cubicBezTo>
                  <a:pt x="1440000" y="744853"/>
                  <a:pt x="1438741" y="769412"/>
                  <a:pt x="1436283" y="793616"/>
                </a:cubicBezTo>
                <a:lnTo>
                  <a:pt x="1430304" y="832793"/>
                </a:lnTo>
                <a:lnTo>
                  <a:pt x="1178086" y="909743"/>
                </a:lnTo>
                <a:lnTo>
                  <a:pt x="1301455" y="1141443"/>
                </a:lnTo>
                <a:lnTo>
                  <a:pt x="1229117" y="1229117"/>
                </a:lnTo>
                <a:lnTo>
                  <a:pt x="1141443" y="1301454"/>
                </a:lnTo>
                <a:lnTo>
                  <a:pt x="909743" y="1178086"/>
                </a:lnTo>
                <a:lnTo>
                  <a:pt x="832793" y="1430304"/>
                </a:lnTo>
                <a:lnTo>
                  <a:pt x="793616" y="1436283"/>
                </a:lnTo>
                <a:cubicBezTo>
                  <a:pt x="769412" y="1438741"/>
                  <a:pt x="744853" y="1440000"/>
                  <a:pt x="720000" y="1440000"/>
                </a:cubicBezTo>
                <a:cubicBezTo>
                  <a:pt x="695147" y="1440000"/>
                  <a:pt x="670589" y="1438741"/>
                  <a:pt x="646384" y="1436283"/>
                </a:cubicBezTo>
                <a:lnTo>
                  <a:pt x="607208" y="1430304"/>
                </a:lnTo>
                <a:lnTo>
                  <a:pt x="530257" y="1178086"/>
                </a:lnTo>
                <a:lnTo>
                  <a:pt x="298557" y="1301454"/>
                </a:lnTo>
                <a:lnTo>
                  <a:pt x="210883" y="1229117"/>
                </a:lnTo>
                <a:lnTo>
                  <a:pt x="138546" y="1141443"/>
                </a:lnTo>
                <a:lnTo>
                  <a:pt x="261914" y="909743"/>
                </a:lnTo>
                <a:lnTo>
                  <a:pt x="9697" y="832793"/>
                </a:lnTo>
                <a:lnTo>
                  <a:pt x="3717" y="793616"/>
                </a:lnTo>
                <a:cubicBezTo>
                  <a:pt x="1259" y="769412"/>
                  <a:pt x="0" y="744853"/>
                  <a:pt x="0" y="720000"/>
                </a:cubicBezTo>
                <a:cubicBezTo>
                  <a:pt x="0" y="695147"/>
                  <a:pt x="1259" y="670589"/>
                  <a:pt x="3717" y="646384"/>
                </a:cubicBezTo>
                <a:lnTo>
                  <a:pt x="9697" y="607208"/>
                </a:lnTo>
                <a:lnTo>
                  <a:pt x="261914" y="530257"/>
                </a:lnTo>
                <a:lnTo>
                  <a:pt x="138546" y="298557"/>
                </a:lnTo>
                <a:lnTo>
                  <a:pt x="210883" y="210883"/>
                </a:lnTo>
                <a:lnTo>
                  <a:pt x="298557" y="138546"/>
                </a:lnTo>
                <a:lnTo>
                  <a:pt x="530257" y="261914"/>
                </a:lnTo>
                <a:lnTo>
                  <a:pt x="607208" y="9696"/>
                </a:lnTo>
                <a:lnTo>
                  <a:pt x="646384" y="3717"/>
                </a:lnTo>
                <a:cubicBezTo>
                  <a:pt x="670589" y="1259"/>
                  <a:pt x="695147" y="0"/>
                  <a:pt x="72000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70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repeatCount="2000" autoRev="1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9" grpId="2" animBg="1"/>
      <p:bldP spid="9" grpId="3" animBg="1"/>
      <p:bldP spid="9" grpId="4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4FA254B2-DF6F-65C5-038C-56AF3AF6012B}"/>
              </a:ext>
            </a:extLst>
          </p:cNvPr>
          <p:cNvSpPr/>
          <p:nvPr/>
        </p:nvSpPr>
        <p:spPr>
          <a:xfrm>
            <a:off x="2152650" y="1654549"/>
            <a:ext cx="1800000" cy="72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远程仓库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Remote repository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E1F824CF-1C6F-AB23-F85C-59EF881F101E}"/>
              </a:ext>
            </a:extLst>
          </p:cNvPr>
          <p:cNvSpPr/>
          <p:nvPr/>
        </p:nvSpPr>
        <p:spPr>
          <a:xfrm>
            <a:off x="4168700" y="1654549"/>
            <a:ext cx="1800000" cy="7200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本地仓库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Local repository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2EC85EC-04C8-5A30-1B1D-5F9BCFC4B1C8}"/>
              </a:ext>
            </a:extLst>
          </p:cNvPr>
          <p:cNvSpPr/>
          <p:nvPr/>
        </p:nvSpPr>
        <p:spPr>
          <a:xfrm>
            <a:off x="6184750" y="1654549"/>
            <a:ext cx="1800000" cy="72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暂存区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Stage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A7EF0B-22C8-AC2B-D4C8-95CB189A5235}"/>
              </a:ext>
            </a:extLst>
          </p:cNvPr>
          <p:cNvSpPr/>
          <p:nvPr/>
        </p:nvSpPr>
        <p:spPr>
          <a:xfrm>
            <a:off x="8200800" y="1654549"/>
            <a:ext cx="1800000" cy="7200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工作区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Workspace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614723E8-64C3-86F1-04CC-58F031AB4931}"/>
              </a:ext>
            </a:extLst>
          </p:cNvPr>
          <p:cNvCxnSpPr>
            <a:cxnSpLocks/>
          </p:cNvCxnSpPr>
          <p:nvPr/>
        </p:nvCxnSpPr>
        <p:spPr>
          <a:xfrm rot="16200000" flipV="1">
            <a:off x="8101000" y="1095499"/>
            <a:ext cx="12700" cy="1080000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C20840ED-7C90-1E0D-47E0-868236626BCB}"/>
              </a:ext>
            </a:extLst>
          </p:cNvPr>
          <p:cNvCxnSpPr>
            <a:cxnSpLocks/>
          </p:cNvCxnSpPr>
          <p:nvPr/>
        </p:nvCxnSpPr>
        <p:spPr>
          <a:xfrm rot="16200000" flipV="1">
            <a:off x="6052713" y="1095499"/>
            <a:ext cx="12700" cy="1080000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2CA56D1C-B9BB-1F1C-46C3-5228D82E95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04425" y="1095498"/>
            <a:ext cx="12700" cy="1080000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2E1F63E5-4279-0999-D23B-30A63FFB18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22713" y="1572498"/>
            <a:ext cx="12700" cy="1620000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3C362290-23AE-95C4-F0E4-8DA62DAB0F14}"/>
              </a:ext>
            </a:extLst>
          </p:cNvPr>
          <p:cNvCxnSpPr>
            <a:cxnSpLocks/>
          </p:cNvCxnSpPr>
          <p:nvPr/>
        </p:nvCxnSpPr>
        <p:spPr>
          <a:xfrm rot="16200000" flipH="1">
            <a:off x="3726325" y="1320497"/>
            <a:ext cx="12700" cy="2124000"/>
          </a:xfrm>
          <a:prstGeom prst="bentConnector3">
            <a:avLst>
              <a:gd name="adj1" fmla="val 174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肘形 13">
            <a:extLst>
              <a:ext uri="{FF2B5EF4-FFF2-40B4-BE49-F238E27FC236}">
                <a16:creationId xmlns:a16="http://schemas.microsoft.com/office/drawing/2014/main" id="{C6CB0C37-8EB1-494A-B9C2-9171AC707CB4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84425" y="-1217503"/>
            <a:ext cx="12700" cy="7200000"/>
          </a:xfrm>
          <a:prstGeom prst="bentConnector3">
            <a:avLst>
              <a:gd name="adj1" fmla="val 202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8A06C78-C0A3-15E3-F4D5-62A3679C1B97}"/>
              </a:ext>
            </a:extLst>
          </p:cNvPr>
          <p:cNvSpPr txBox="1"/>
          <p:nvPr/>
        </p:nvSpPr>
        <p:spPr>
          <a:xfrm>
            <a:off x="7675031" y="1123950"/>
            <a:ext cx="835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git add</a:t>
            </a:r>
            <a:endParaRPr lang="zh-CN" altLang="en-US" sz="12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51A013D-BD2D-0349-6358-E129FEBD409C}"/>
              </a:ext>
            </a:extLst>
          </p:cNvPr>
          <p:cNvSpPr txBox="1"/>
          <p:nvPr/>
        </p:nvSpPr>
        <p:spPr>
          <a:xfrm>
            <a:off x="5519522" y="1123950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git commit</a:t>
            </a:r>
            <a:endParaRPr lang="zh-CN" altLang="en-US" sz="12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4BCB32B-C7C2-6F58-103D-8FCB5CC6085A}"/>
              </a:ext>
            </a:extLst>
          </p:cNvPr>
          <p:cNvSpPr txBox="1"/>
          <p:nvPr/>
        </p:nvSpPr>
        <p:spPr>
          <a:xfrm>
            <a:off x="3596446" y="1123950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git push</a:t>
            </a:r>
            <a:endParaRPr lang="zh-CN" altLang="en-US" sz="12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3E4D4E-3E88-5CA4-01E7-35882A7C805B}"/>
              </a:ext>
            </a:extLst>
          </p:cNvPr>
          <p:cNvSpPr txBox="1"/>
          <p:nvPr/>
        </p:nvSpPr>
        <p:spPr>
          <a:xfrm>
            <a:off x="5594833" y="4953000"/>
            <a:ext cx="928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git pull</a:t>
            </a:r>
            <a:endParaRPr lang="zh-CN" altLang="en-US" sz="12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875E8EB-9EC1-9513-D107-B99B0048F483}"/>
              </a:ext>
            </a:extLst>
          </p:cNvPr>
          <p:cNvSpPr txBox="1"/>
          <p:nvPr/>
        </p:nvSpPr>
        <p:spPr>
          <a:xfrm>
            <a:off x="5383739" y="2608892"/>
            <a:ext cx="2230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git reset –-soft HEAD^</a:t>
            </a:r>
            <a:endParaRPr lang="zh-CN" altLang="en-US" sz="12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B6E21F-CD11-008B-DA01-EC77F9DE77AF}"/>
              </a:ext>
            </a:extLst>
          </p:cNvPr>
          <p:cNvSpPr txBox="1"/>
          <p:nvPr/>
        </p:nvSpPr>
        <p:spPr>
          <a:xfrm>
            <a:off x="2806807" y="4589698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git Clone/fetch</a:t>
            </a:r>
            <a:endParaRPr lang="zh-CN" altLang="en-US" sz="12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C1250DC5-291B-E51E-E3DC-915D8787475B}"/>
              </a:ext>
            </a:extLst>
          </p:cNvPr>
          <p:cNvCxnSpPr>
            <a:cxnSpLocks/>
          </p:cNvCxnSpPr>
          <p:nvPr/>
        </p:nvCxnSpPr>
        <p:spPr>
          <a:xfrm rot="16200000" flipH="1">
            <a:off x="6978213" y="726498"/>
            <a:ext cx="12700" cy="3312000"/>
          </a:xfrm>
          <a:prstGeom prst="bentConnector3">
            <a:avLst>
              <a:gd name="adj1" fmla="val 5925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E8A9FFB1-D2E4-D594-112B-46DD20B093EB}"/>
              </a:ext>
            </a:extLst>
          </p:cNvPr>
          <p:cNvSpPr txBox="1"/>
          <p:nvPr/>
        </p:nvSpPr>
        <p:spPr>
          <a:xfrm>
            <a:off x="6221798" y="3137037"/>
            <a:ext cx="15792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git reset HEAD^</a:t>
            </a:r>
            <a:endParaRPr lang="zh-CN" altLang="en-US" sz="12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F2E1E59-0C55-65D1-1CB8-7AF1E222A2E5}"/>
              </a:ext>
            </a:extLst>
          </p:cNvPr>
          <p:cNvSpPr txBox="1"/>
          <p:nvPr/>
        </p:nvSpPr>
        <p:spPr>
          <a:xfrm>
            <a:off x="5896389" y="3586455"/>
            <a:ext cx="22300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git reset –-hard HEAD^</a:t>
            </a:r>
            <a:endParaRPr lang="zh-CN" altLang="en-US" sz="12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cxnSp>
        <p:nvCxnSpPr>
          <p:cNvPr id="33" name="连接符: 肘形 32">
            <a:extLst>
              <a:ext uri="{FF2B5EF4-FFF2-40B4-BE49-F238E27FC236}">
                <a16:creationId xmlns:a16="http://schemas.microsoft.com/office/drawing/2014/main" id="{7AC2373A-FE4F-ADD2-D96C-173A5AD94508}"/>
              </a:ext>
            </a:extLst>
          </p:cNvPr>
          <p:cNvCxnSpPr>
            <a:cxnSpLocks/>
            <a:stCxn id="4" idx="2"/>
            <a:endCxn id="35" idx="1"/>
          </p:cNvCxnSpPr>
          <p:nvPr/>
        </p:nvCxnSpPr>
        <p:spPr>
          <a:xfrm rot="16200000" flipH="1">
            <a:off x="6525417" y="917832"/>
            <a:ext cx="1211907" cy="4125340"/>
          </a:xfrm>
          <a:prstGeom prst="bentConnector2">
            <a:avLst/>
          </a:prstGeom>
          <a:ln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ECDEB9B5-CFEB-6B7D-8E07-1CB817D447BF}"/>
              </a:ext>
            </a:extLst>
          </p:cNvPr>
          <p:cNvSpPr txBox="1"/>
          <p:nvPr/>
        </p:nvSpPr>
        <p:spPr>
          <a:xfrm>
            <a:off x="9194040" y="3447956"/>
            <a:ext cx="2776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FF0000"/>
                </a:solidFill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x</a:t>
            </a:r>
            <a:endParaRPr lang="zh-CN" altLang="en-US" sz="1200" dirty="0">
              <a:solidFill>
                <a:srgbClr val="FF0000"/>
              </a:solidFill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DDC5126F-A1C1-2E7E-E29B-DDC59FAA963A}"/>
              </a:ext>
            </a:extLst>
          </p:cNvPr>
          <p:cNvCxnSpPr>
            <a:cxnSpLocks/>
          </p:cNvCxnSpPr>
          <p:nvPr/>
        </p:nvCxnSpPr>
        <p:spPr>
          <a:xfrm rot="5400000">
            <a:off x="4004425" y="1842497"/>
            <a:ext cx="12700" cy="1080000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6552E25F-030C-C8EF-40C2-AD77E1CEAB20}"/>
              </a:ext>
            </a:extLst>
          </p:cNvPr>
          <p:cNvSpPr txBox="1"/>
          <p:nvPr/>
        </p:nvSpPr>
        <p:spPr>
          <a:xfrm>
            <a:off x="3503473" y="2614041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dirty="0">
                <a:latin typeface="Courier New" panose="02070309020205020404" pitchFamily="49" charset="0"/>
                <a:ea typeface="微软雅黑" panose="020B0503020204020204" pitchFamily="34" charset="-122"/>
                <a:cs typeface="Courier New" panose="02070309020205020404" pitchFamily="49" charset="0"/>
              </a:rPr>
              <a:t>git revert</a:t>
            </a:r>
            <a:endParaRPr lang="zh-CN" altLang="en-US" sz="1200" dirty="0">
              <a:latin typeface="Courier New" panose="02070309020205020404" pitchFamily="49" charset="0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6165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A9DAFF89-2A5B-6F62-2947-ED464254C3FB}"/>
              </a:ext>
            </a:extLst>
          </p:cNvPr>
          <p:cNvSpPr/>
          <p:nvPr/>
        </p:nvSpPr>
        <p:spPr>
          <a:xfrm>
            <a:off x="4589929" y="2698376"/>
            <a:ext cx="1440000" cy="432000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ysClr val="windowText" lastClr="000000"/>
                </a:solidFill>
              </a:rPr>
              <a:t>Mailings</a:t>
            </a:r>
            <a:endParaRPr lang="zh-CN" altLang="en-US" sz="1400" dirty="0">
              <a:solidFill>
                <a:sysClr val="windowText" lastClr="000000"/>
              </a:solidFill>
            </a:endParaRPr>
          </a:p>
        </p:txBody>
      </p:sp>
      <p:cxnSp>
        <p:nvCxnSpPr>
          <p:cNvPr id="10" name="连接符: 肘形 9">
            <a:extLst>
              <a:ext uri="{FF2B5EF4-FFF2-40B4-BE49-F238E27FC236}">
                <a16:creationId xmlns:a16="http://schemas.microsoft.com/office/drawing/2014/main" id="{038BA52A-675B-832C-F0C2-0A51D00B135F}"/>
              </a:ext>
            </a:extLst>
          </p:cNvPr>
          <p:cNvCxnSpPr>
            <a:cxnSpLocks/>
            <a:stCxn id="26" idx="3"/>
            <a:endCxn id="4" idx="1"/>
          </p:cNvCxnSpPr>
          <p:nvPr/>
        </p:nvCxnSpPr>
        <p:spPr>
          <a:xfrm>
            <a:off x="3731400" y="2469776"/>
            <a:ext cx="858529" cy="44460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肘形 11">
            <a:extLst>
              <a:ext uri="{FF2B5EF4-FFF2-40B4-BE49-F238E27FC236}">
                <a16:creationId xmlns:a16="http://schemas.microsoft.com/office/drawing/2014/main" id="{AD752D0D-BA82-9978-3A4B-57900722CFD2}"/>
              </a:ext>
            </a:extLst>
          </p:cNvPr>
          <p:cNvCxnSpPr>
            <a:cxnSpLocks/>
            <a:stCxn id="28" idx="3"/>
            <a:endCxn id="4" idx="1"/>
          </p:cNvCxnSpPr>
          <p:nvPr/>
        </p:nvCxnSpPr>
        <p:spPr>
          <a:xfrm flipV="1">
            <a:off x="3731400" y="2914376"/>
            <a:ext cx="858529" cy="44460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D542CAC-6A2C-2F55-BABF-9F2196B6A02C}"/>
              </a:ext>
            </a:extLst>
          </p:cNvPr>
          <p:cNvCxnSpPr>
            <a:cxnSpLocks/>
            <a:stCxn id="4" idx="3"/>
            <a:endCxn id="30" idx="1"/>
          </p:cNvCxnSpPr>
          <p:nvPr/>
        </p:nvCxnSpPr>
        <p:spPr>
          <a:xfrm>
            <a:off x="6029929" y="2914376"/>
            <a:ext cx="4013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2FA317D2-D86F-E2D0-2072-6FC72633F7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200" y="2241176"/>
            <a:ext cx="457200" cy="457200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EF00ADA3-3EF0-42FB-9BB6-D0B754AC4F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200" y="3130376"/>
            <a:ext cx="457200" cy="45720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4F9FA3D-8868-4BAF-1578-F1254595F0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258" y="2685776"/>
            <a:ext cx="457200" cy="4572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DB08FEFE-A2FD-22C8-C6BE-E517082D70A8}"/>
              </a:ext>
            </a:extLst>
          </p:cNvPr>
          <p:cNvSpPr txBox="1"/>
          <p:nvPr/>
        </p:nvSpPr>
        <p:spPr>
          <a:xfrm>
            <a:off x="4852111" y="3142976"/>
            <a:ext cx="9156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200" dirty="0"/>
              <a:t>域</a:t>
            </a:r>
            <a:r>
              <a:rPr lang="en-US" altLang="zh-CN" sz="1200" dirty="0"/>
              <a:t>/Domain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083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3F35F682-416F-8FE2-1601-09CDCBA6A513}"/>
              </a:ext>
            </a:extLst>
          </p:cNvPr>
          <p:cNvSpPr/>
          <p:nvPr/>
        </p:nvSpPr>
        <p:spPr>
          <a:xfrm>
            <a:off x="2268110" y="3607729"/>
            <a:ext cx="1080000" cy="288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Montserrat" panose="00000500000000000000" pitchFamily="2" charset="0"/>
              </a:rPr>
              <a:t>excel</a:t>
            </a:r>
            <a:endParaRPr lang="zh-CN" altLang="en-US" sz="900" dirty="0">
              <a:latin typeface="Montserrat" panose="00000500000000000000" pitchFamily="2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7133600-51C5-3145-5CFF-F597777D4F6C}"/>
              </a:ext>
            </a:extLst>
          </p:cNvPr>
          <p:cNvSpPr/>
          <p:nvPr/>
        </p:nvSpPr>
        <p:spPr>
          <a:xfrm>
            <a:off x="3584237" y="1719172"/>
            <a:ext cx="1224000" cy="288000"/>
          </a:xfrm>
          <a:prstGeom prst="roundRect">
            <a:avLst/>
          </a:prstGeom>
          <a:solidFill>
            <a:srgbClr val="4472C4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Montserrat" panose="00000500000000000000" pitchFamily="2" charset="0"/>
              </a:rPr>
              <a:t>工作簿 </a:t>
            </a:r>
            <a:r>
              <a:rPr lang="en-US" altLang="zh-CN" sz="900" dirty="0">
                <a:latin typeface="Montserrat" panose="00000500000000000000" pitchFamily="2" charset="0"/>
              </a:rPr>
              <a:t>workbook</a:t>
            </a:r>
            <a:endParaRPr lang="zh-CN" altLang="en-US" sz="900" dirty="0">
              <a:latin typeface="Montserrat" panose="000005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373FAA5A-03F7-3F68-88A4-61C3587E95D3}"/>
              </a:ext>
            </a:extLst>
          </p:cNvPr>
          <p:cNvSpPr/>
          <p:nvPr/>
        </p:nvSpPr>
        <p:spPr>
          <a:xfrm>
            <a:off x="3584237" y="2445946"/>
            <a:ext cx="1224000" cy="288000"/>
          </a:xfrm>
          <a:prstGeom prst="roundRect">
            <a:avLst/>
          </a:prstGeom>
          <a:solidFill>
            <a:srgbClr val="F6A04D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latin typeface="Montserrat" panose="00000500000000000000" pitchFamily="2" charset="0"/>
              </a:rPr>
              <a:t>工作表 </a:t>
            </a:r>
            <a:r>
              <a:rPr lang="en-US" altLang="zh-CN" sz="900" dirty="0">
                <a:latin typeface="Montserrat" panose="00000500000000000000" pitchFamily="2" charset="0"/>
              </a:rPr>
              <a:t>sheet</a:t>
            </a:r>
            <a:endParaRPr lang="zh-CN" altLang="en-US" sz="900" dirty="0">
              <a:latin typeface="Montserrat" panose="000005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3A3AB91-AC26-2FFD-65B3-9EB9227179E8}"/>
              </a:ext>
            </a:extLst>
          </p:cNvPr>
          <p:cNvSpPr/>
          <p:nvPr/>
        </p:nvSpPr>
        <p:spPr>
          <a:xfrm>
            <a:off x="3584237" y="4105636"/>
            <a:ext cx="1224000" cy="288000"/>
          </a:xfrm>
          <a:prstGeom prst="roundRect">
            <a:avLst/>
          </a:prstGeom>
          <a:solidFill>
            <a:srgbClr val="F9423A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Montserrat" panose="00000500000000000000" pitchFamily="2" charset="0"/>
              </a:rPr>
              <a:t>&lt;</a:t>
            </a:r>
            <a:r>
              <a:rPr lang="en-US" altLang="zh-CN" sz="900" dirty="0" err="1">
                <a:latin typeface="Montserrat" panose="00000500000000000000" pitchFamily="2" charset="0"/>
              </a:rPr>
              <a:t>textarea</a:t>
            </a:r>
            <a:r>
              <a:rPr lang="en-US" altLang="zh-CN" sz="900" dirty="0">
                <a:latin typeface="Montserrat" panose="00000500000000000000" pitchFamily="2" charset="0"/>
              </a:rPr>
              <a:t>&gt;</a:t>
            </a:r>
            <a:endParaRPr lang="zh-CN" altLang="en-US" sz="900" dirty="0">
              <a:latin typeface="Montserrat" panose="00000500000000000000" pitchFamily="2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58273BD-AE83-9B1A-86AC-3A6CA8E3CE46}"/>
              </a:ext>
            </a:extLst>
          </p:cNvPr>
          <p:cNvSpPr/>
          <p:nvPr/>
        </p:nvSpPr>
        <p:spPr>
          <a:xfrm>
            <a:off x="3584237" y="5101450"/>
            <a:ext cx="1224000" cy="288000"/>
          </a:xfrm>
          <a:prstGeom prst="roundRect">
            <a:avLst/>
          </a:prstGeom>
          <a:solidFill>
            <a:srgbClr val="00BC7B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latin typeface="Montserrat" panose="00000500000000000000" pitchFamily="2" charset="0"/>
              </a:rPr>
              <a:t>&lt;button&gt;</a:t>
            </a:r>
            <a:endParaRPr lang="zh-CN" altLang="en-US" sz="900">
              <a:latin typeface="Montserrat" panose="00000500000000000000" pitchFamily="2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255C1FA-62F2-E397-0DEE-A9BDCB424E6B}"/>
              </a:ext>
            </a:extLst>
          </p:cNvPr>
          <p:cNvSpPr/>
          <p:nvPr/>
        </p:nvSpPr>
        <p:spPr>
          <a:xfrm>
            <a:off x="5111512" y="2114008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行 </a:t>
            </a:r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Row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9925D6F-A85C-7366-C2D7-2375D3F7EAC7}"/>
              </a:ext>
            </a:extLst>
          </p:cNvPr>
          <p:cNvSpPr/>
          <p:nvPr/>
        </p:nvSpPr>
        <p:spPr>
          <a:xfrm>
            <a:off x="5111512" y="2445946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列 </a:t>
            </a:r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Column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4F63EF4-F2FE-F9BA-6D33-2AC335D1BBE3}"/>
              </a:ext>
            </a:extLst>
          </p:cNvPr>
          <p:cNvSpPr/>
          <p:nvPr/>
        </p:nvSpPr>
        <p:spPr>
          <a:xfrm>
            <a:off x="5111512" y="3441760"/>
            <a:ext cx="1152000" cy="288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ysClr val="windowText" lastClr="000000"/>
                </a:solidFill>
                <a:latin typeface="Montserrat" panose="00000500000000000000" pitchFamily="2" charset="0"/>
              </a:rPr>
              <a:t>name</a:t>
            </a:r>
            <a:endParaRPr lang="zh-CN" altLang="en-US" sz="9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B43B395-70FD-0C05-476B-F14D1AA5A0DB}"/>
              </a:ext>
            </a:extLst>
          </p:cNvPr>
          <p:cNvSpPr/>
          <p:nvPr/>
        </p:nvSpPr>
        <p:spPr>
          <a:xfrm>
            <a:off x="5111512" y="3773698"/>
            <a:ext cx="1152000" cy="288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ysClr val="windowText" lastClr="000000"/>
                </a:solidFill>
                <a:latin typeface="Montserrat" panose="00000500000000000000" pitchFamily="2" charset="0"/>
              </a:rPr>
              <a:t>id</a:t>
            </a:r>
            <a:endParaRPr lang="zh-CN" altLang="en-US" sz="9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4701C58-67BD-7F6D-9F62-1723878AD867}"/>
              </a:ext>
            </a:extLst>
          </p:cNvPr>
          <p:cNvSpPr/>
          <p:nvPr/>
        </p:nvSpPr>
        <p:spPr>
          <a:xfrm>
            <a:off x="5111512" y="5101450"/>
            <a:ext cx="1152000" cy="288000"/>
          </a:xfrm>
          <a:prstGeom prst="roundRect">
            <a:avLst/>
          </a:prstGeom>
          <a:solidFill>
            <a:srgbClr val="CCF2E5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ysClr val="windowText" lastClr="000000"/>
                </a:solidFill>
                <a:latin typeface="Montserrat" panose="00000500000000000000" pitchFamily="2" charset="0"/>
              </a:rPr>
              <a:t>type</a:t>
            </a:r>
            <a:endParaRPr lang="zh-CN" altLang="en-US" sz="9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9FE8973A-0F68-C63B-7C4A-81875FF6C309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3348110" y="1863172"/>
            <a:ext cx="236127" cy="1888557"/>
          </a:xfrm>
          <a:prstGeom prst="curvedConnector3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243C3115-025C-7C90-D0B2-BA0D9FE6A45A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3348110" y="3751729"/>
            <a:ext cx="236127" cy="497907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F1A086D2-9E23-E168-0A2A-544BE875A236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3348110" y="3751729"/>
            <a:ext cx="236127" cy="1493721"/>
          </a:xfrm>
          <a:prstGeom prst="curvedConnector3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F6BAE6E1-4F15-1A84-7543-53BD62FC8F6D}"/>
              </a:ext>
            </a:extLst>
          </p:cNvPr>
          <p:cNvCxnSpPr>
            <a:stCxn id="4" idx="1"/>
            <a:endCxn id="2" idx="3"/>
          </p:cNvCxnSpPr>
          <p:nvPr/>
        </p:nvCxnSpPr>
        <p:spPr>
          <a:xfrm rot="10800000" flipV="1">
            <a:off x="3348111" y="2589945"/>
            <a:ext cx="236127" cy="1161783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6AD432E9-ABB9-9B94-4704-E4D9DB87117B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4808237" y="2258008"/>
            <a:ext cx="303275" cy="331938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8FF9654D-EB5B-78C8-2529-68BFDB0B103C}"/>
              </a:ext>
            </a:extLst>
          </p:cNvPr>
          <p:cNvCxnSpPr>
            <a:cxnSpLocks/>
            <a:stCxn id="19" idx="1"/>
            <a:endCxn id="4" idx="3"/>
          </p:cNvCxnSpPr>
          <p:nvPr/>
        </p:nvCxnSpPr>
        <p:spPr>
          <a:xfrm rot="10800000">
            <a:off x="4808238" y="2589946"/>
            <a:ext cx="303275" cy="331938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817CB694-0B33-B701-C227-F43820473BE0}"/>
              </a:ext>
            </a:extLst>
          </p:cNvPr>
          <p:cNvCxnSpPr>
            <a:stCxn id="5" idx="3"/>
            <a:endCxn id="9" idx="1"/>
          </p:cNvCxnSpPr>
          <p:nvPr/>
        </p:nvCxnSpPr>
        <p:spPr>
          <a:xfrm flipV="1">
            <a:off x="4808237" y="3585760"/>
            <a:ext cx="303275" cy="663876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8B1EF9F-3757-F5B7-A0D3-5481ED497825}"/>
              </a:ext>
            </a:extLst>
          </p:cNvPr>
          <p:cNvSpPr/>
          <p:nvPr/>
        </p:nvSpPr>
        <p:spPr>
          <a:xfrm>
            <a:off x="5111512" y="2777884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地址 </a:t>
            </a:r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Address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0B6EE27-6AAB-D952-1208-9C026C989A9A}"/>
              </a:ext>
            </a:extLst>
          </p:cNvPr>
          <p:cNvSpPr/>
          <p:nvPr/>
        </p:nvSpPr>
        <p:spPr>
          <a:xfrm>
            <a:off x="5111512" y="1719172"/>
            <a:ext cx="1152000" cy="288000"/>
          </a:xfrm>
          <a:prstGeom prst="roundRect">
            <a:avLst/>
          </a:prstGeom>
          <a:solidFill>
            <a:srgbClr val="A2B9E2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ysClr val="windowText" lastClr="000000"/>
                </a:solidFill>
                <a:latin typeface="Montserrat" panose="00000500000000000000" pitchFamily="2" charset="0"/>
              </a:rPr>
              <a:t>for</a:t>
            </a:r>
            <a:endParaRPr lang="zh-CN" altLang="en-US" sz="9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82311C8-DACB-8F37-994B-EF52E759E93D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4808237" y="5245450"/>
            <a:ext cx="303275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000FE454-3A8F-85FE-4234-AA00D3496B19}"/>
              </a:ext>
            </a:extLst>
          </p:cNvPr>
          <p:cNvCxnSpPr>
            <a:cxnSpLocks/>
            <a:stCxn id="3" idx="3"/>
            <a:endCxn id="20" idx="1"/>
          </p:cNvCxnSpPr>
          <p:nvPr/>
        </p:nvCxnSpPr>
        <p:spPr>
          <a:xfrm>
            <a:off x="4808237" y="1863172"/>
            <a:ext cx="30327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E44D920D-5ACD-BC38-1204-2832BBC5BC2A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4808237" y="2589946"/>
            <a:ext cx="30327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0FA3558-3EF3-89F7-3AF9-B677E8500461}"/>
              </a:ext>
            </a:extLst>
          </p:cNvPr>
          <p:cNvSpPr/>
          <p:nvPr/>
        </p:nvSpPr>
        <p:spPr>
          <a:xfrm>
            <a:off x="5111512" y="4105636"/>
            <a:ext cx="1152000" cy="288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ysClr val="windowText" lastClr="000000"/>
                </a:solidFill>
                <a:latin typeface="Montserrat" panose="00000500000000000000" pitchFamily="2" charset="0"/>
              </a:rPr>
              <a:t>placeholder</a:t>
            </a:r>
            <a:endParaRPr lang="zh-CN" altLang="en-US" sz="9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F350B9B-B5FD-3F7C-8D75-77A721D6F43E}"/>
              </a:ext>
            </a:extLst>
          </p:cNvPr>
          <p:cNvSpPr/>
          <p:nvPr/>
        </p:nvSpPr>
        <p:spPr>
          <a:xfrm>
            <a:off x="6418143" y="4769512"/>
            <a:ext cx="1152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submit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6B41DC2-C13C-B17F-D948-9FA7A8491174}"/>
              </a:ext>
            </a:extLst>
          </p:cNvPr>
          <p:cNvSpPr/>
          <p:nvPr/>
        </p:nvSpPr>
        <p:spPr>
          <a:xfrm>
            <a:off x="6418143" y="5101450"/>
            <a:ext cx="1152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reset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68CA3AA-3D86-20C6-BB13-EB754AC0BBFA}"/>
              </a:ext>
            </a:extLst>
          </p:cNvPr>
          <p:cNvSpPr/>
          <p:nvPr/>
        </p:nvSpPr>
        <p:spPr>
          <a:xfrm>
            <a:off x="6418143" y="5433389"/>
            <a:ext cx="1152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button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C8DB58F3-DF8F-E015-DC4B-5FEBF3EFC2CC}"/>
              </a:ext>
            </a:extLst>
          </p:cNvPr>
          <p:cNvCxnSpPr>
            <a:cxnSpLocks/>
            <a:stCxn id="25" idx="1"/>
            <a:endCxn id="11" idx="3"/>
          </p:cNvCxnSpPr>
          <p:nvPr/>
        </p:nvCxnSpPr>
        <p:spPr>
          <a:xfrm rot="10800000" flipV="1">
            <a:off x="6263513" y="4913512"/>
            <a:ext cx="154631" cy="331938"/>
          </a:xfrm>
          <a:prstGeom prst="curvedConnector3">
            <a:avLst>
              <a:gd name="adj1" fmla="val 50000"/>
            </a:avLst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22A65F53-0CF0-AAE6-CF3C-50B66FBA0924}"/>
              </a:ext>
            </a:extLst>
          </p:cNvPr>
          <p:cNvCxnSpPr>
            <a:cxnSpLocks/>
            <a:stCxn id="27" idx="1"/>
            <a:endCxn id="11" idx="3"/>
          </p:cNvCxnSpPr>
          <p:nvPr/>
        </p:nvCxnSpPr>
        <p:spPr>
          <a:xfrm rot="10800000">
            <a:off x="6263513" y="5245451"/>
            <a:ext cx="154631" cy="331939"/>
          </a:xfrm>
          <a:prstGeom prst="curvedConnector3">
            <a:avLst>
              <a:gd name="adj1" fmla="val 50000"/>
            </a:avLst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2CA7A95-C5B7-BD03-C5AE-FEF50445B61E}"/>
              </a:ext>
            </a:extLst>
          </p:cNvPr>
          <p:cNvSpPr/>
          <p:nvPr/>
        </p:nvSpPr>
        <p:spPr>
          <a:xfrm>
            <a:off x="5111511" y="4437574"/>
            <a:ext cx="1152000" cy="288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maxlength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E195896E-8770-F275-EAB9-E327D34C8BCB}"/>
              </a:ext>
            </a:extLst>
          </p:cNvPr>
          <p:cNvCxnSpPr>
            <a:cxnSpLocks/>
            <a:stCxn id="35" idx="1"/>
            <a:endCxn id="5" idx="3"/>
          </p:cNvCxnSpPr>
          <p:nvPr/>
        </p:nvCxnSpPr>
        <p:spPr>
          <a:xfrm rot="10800000">
            <a:off x="4808237" y="4249636"/>
            <a:ext cx="303274" cy="663876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1558EA67-26B1-C33E-01C9-9BC27C25E346}"/>
              </a:ext>
            </a:extLst>
          </p:cNvPr>
          <p:cNvSpPr/>
          <p:nvPr/>
        </p:nvSpPr>
        <p:spPr>
          <a:xfrm>
            <a:off x="3584236" y="5765326"/>
            <a:ext cx="1224000" cy="288000"/>
          </a:xfrm>
          <a:prstGeom prst="roundRect">
            <a:avLst/>
          </a:prstGeom>
          <a:solidFill>
            <a:srgbClr val="8854D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Montserrat" panose="00000500000000000000" pitchFamily="2" charset="0"/>
              </a:rPr>
              <a:t>&lt;select&gt;</a:t>
            </a:r>
            <a:endParaRPr lang="zh-CN" altLang="en-US" sz="900">
              <a:latin typeface="Montserrat" panose="00000500000000000000" pitchFamily="2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7D86E48D-A128-6386-3BB3-A00ABBDE35E8}"/>
              </a:ext>
            </a:extLst>
          </p:cNvPr>
          <p:cNvSpPr/>
          <p:nvPr/>
        </p:nvSpPr>
        <p:spPr>
          <a:xfrm>
            <a:off x="5111511" y="5433389"/>
            <a:ext cx="1152000" cy="288000"/>
          </a:xfrm>
          <a:prstGeom prst="roundRect">
            <a:avLst/>
          </a:prstGeom>
          <a:solidFill>
            <a:srgbClr val="C7ADE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name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34" name="连接符: 曲线 33">
            <a:extLst>
              <a:ext uri="{FF2B5EF4-FFF2-40B4-BE49-F238E27FC236}">
                <a16:creationId xmlns:a16="http://schemas.microsoft.com/office/drawing/2014/main" id="{49AB752A-5073-F9D8-BF11-FD11BC661347}"/>
              </a:ext>
            </a:extLst>
          </p:cNvPr>
          <p:cNvCxnSpPr>
            <a:cxnSpLocks/>
            <a:stCxn id="2" idx="3"/>
            <a:endCxn id="32" idx="1"/>
          </p:cNvCxnSpPr>
          <p:nvPr/>
        </p:nvCxnSpPr>
        <p:spPr>
          <a:xfrm>
            <a:off x="3348110" y="3751729"/>
            <a:ext cx="236126" cy="2157597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D067716A-B3B6-BA85-AC3D-DF09B5693456}"/>
              </a:ext>
            </a:extLst>
          </p:cNvPr>
          <p:cNvSpPr/>
          <p:nvPr/>
        </p:nvSpPr>
        <p:spPr>
          <a:xfrm>
            <a:off x="5111511" y="4769512"/>
            <a:ext cx="1152000" cy="288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required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42ED4429-D150-0B9B-EFB2-49F34F9534E2}"/>
              </a:ext>
            </a:extLst>
          </p:cNvPr>
          <p:cNvSpPr/>
          <p:nvPr/>
        </p:nvSpPr>
        <p:spPr>
          <a:xfrm>
            <a:off x="7673757" y="1620063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ysClr val="windowText" lastClr="000000"/>
                </a:solidFill>
                <a:latin typeface="Montserrat" panose="00000500000000000000" pitchFamily="2" charset="0"/>
              </a:rPr>
              <a:t>placeholder</a:t>
            </a:r>
            <a:endParaRPr lang="zh-CN" altLang="en-US" sz="9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39A1C8C-6A25-5207-3C4C-0CBA1495A427}"/>
              </a:ext>
            </a:extLst>
          </p:cNvPr>
          <p:cNvSpPr/>
          <p:nvPr/>
        </p:nvSpPr>
        <p:spPr>
          <a:xfrm>
            <a:off x="7673757" y="2246839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value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76C52C10-D0B8-D830-3481-45575E20F65F}"/>
              </a:ext>
            </a:extLst>
          </p:cNvPr>
          <p:cNvSpPr/>
          <p:nvPr/>
        </p:nvSpPr>
        <p:spPr>
          <a:xfrm>
            <a:off x="7673757" y="2560226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>
                <a:solidFill>
                  <a:sysClr val="windowText" lastClr="000000"/>
                </a:solidFill>
                <a:latin typeface="Montserrat" panose="00000500000000000000" pitchFamily="2" charset="0"/>
              </a:rPr>
              <a:t>hidden</a:t>
            </a:r>
            <a:endParaRPr lang="zh-CN" altLang="en-US" sz="9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521ED606-D017-FA67-B645-8A40B27A0A2E}"/>
              </a:ext>
            </a:extLst>
          </p:cNvPr>
          <p:cNvSpPr/>
          <p:nvPr/>
        </p:nvSpPr>
        <p:spPr>
          <a:xfrm>
            <a:off x="7673757" y="2873614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checked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A6BD5B9E-599E-CE89-1F05-A111FA59C4CA}"/>
              </a:ext>
            </a:extLst>
          </p:cNvPr>
          <p:cNvSpPr/>
          <p:nvPr/>
        </p:nvSpPr>
        <p:spPr>
          <a:xfrm>
            <a:off x="7673757" y="1306675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maxlength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DD089054-AF86-9DA7-4CA9-35DE38739E57}"/>
              </a:ext>
            </a:extLst>
          </p:cNvPr>
          <p:cNvSpPr/>
          <p:nvPr/>
        </p:nvSpPr>
        <p:spPr>
          <a:xfrm>
            <a:off x="7673757" y="1933451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required</a:t>
            </a:r>
            <a:endParaRPr lang="zh-CN" altLang="en-US" sz="9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5515673C-55B3-5ED3-2548-E0C38451DC4F}"/>
              </a:ext>
            </a:extLst>
          </p:cNvPr>
          <p:cNvCxnSpPr>
            <a:cxnSpLocks/>
            <a:stCxn id="44" idx="3"/>
            <a:endCxn id="40" idx="1"/>
          </p:cNvCxnSpPr>
          <p:nvPr/>
        </p:nvCxnSpPr>
        <p:spPr>
          <a:xfrm flipV="1">
            <a:off x="7434273" y="1450675"/>
            <a:ext cx="239484" cy="335735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F461077B-F065-47C7-76A7-FC4E43217EAA}"/>
              </a:ext>
            </a:extLst>
          </p:cNvPr>
          <p:cNvCxnSpPr>
            <a:cxnSpLocks/>
            <a:stCxn id="45" idx="3"/>
            <a:endCxn id="37" idx="1"/>
          </p:cNvCxnSpPr>
          <p:nvPr/>
        </p:nvCxnSpPr>
        <p:spPr>
          <a:xfrm>
            <a:off x="7434273" y="2056304"/>
            <a:ext cx="239484" cy="334535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7E8FC427-BD56-13A9-9B48-0FAAD7BFE197}"/>
              </a:ext>
            </a:extLst>
          </p:cNvPr>
          <p:cNvSpPr/>
          <p:nvPr/>
        </p:nvSpPr>
        <p:spPr>
          <a:xfrm>
            <a:off x="6426273" y="1642410"/>
            <a:ext cx="1008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text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32FC70B9-7586-D937-7D15-60F6AA4E0236}"/>
              </a:ext>
            </a:extLst>
          </p:cNvPr>
          <p:cNvSpPr/>
          <p:nvPr/>
        </p:nvSpPr>
        <p:spPr>
          <a:xfrm>
            <a:off x="6426273" y="1912304"/>
            <a:ext cx="1008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password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02EEF0AF-9555-AF8B-E8DB-C1C6154E6C2D}"/>
              </a:ext>
            </a:extLst>
          </p:cNvPr>
          <p:cNvSpPr/>
          <p:nvPr/>
        </p:nvSpPr>
        <p:spPr>
          <a:xfrm>
            <a:off x="6426273" y="2744173"/>
            <a:ext cx="1008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radio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47" name="连接符: 曲线 46">
            <a:extLst>
              <a:ext uri="{FF2B5EF4-FFF2-40B4-BE49-F238E27FC236}">
                <a16:creationId xmlns:a16="http://schemas.microsoft.com/office/drawing/2014/main" id="{620B0595-717B-4F8B-C92E-A5E88A3D2AE1}"/>
              </a:ext>
            </a:extLst>
          </p:cNvPr>
          <p:cNvCxnSpPr>
            <a:cxnSpLocks/>
            <a:stCxn id="7" idx="3"/>
            <a:endCxn id="44" idx="1"/>
          </p:cNvCxnSpPr>
          <p:nvPr/>
        </p:nvCxnSpPr>
        <p:spPr>
          <a:xfrm flipV="1">
            <a:off x="6263512" y="1786410"/>
            <a:ext cx="162761" cy="471598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F389EC6E-BF13-69AC-E0A5-B4A8CCE376A4}"/>
              </a:ext>
            </a:extLst>
          </p:cNvPr>
          <p:cNvSpPr/>
          <p:nvPr/>
        </p:nvSpPr>
        <p:spPr>
          <a:xfrm>
            <a:off x="6418143" y="3014067"/>
            <a:ext cx="1008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checkbox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49" name="连接符: 曲线 48">
            <a:extLst>
              <a:ext uri="{FF2B5EF4-FFF2-40B4-BE49-F238E27FC236}">
                <a16:creationId xmlns:a16="http://schemas.microsoft.com/office/drawing/2014/main" id="{E6194C25-37DF-8493-0E5B-3B34EA72C514}"/>
              </a:ext>
            </a:extLst>
          </p:cNvPr>
          <p:cNvCxnSpPr>
            <a:cxnSpLocks/>
            <a:stCxn id="7" idx="3"/>
            <a:endCxn id="48" idx="1"/>
          </p:cNvCxnSpPr>
          <p:nvPr/>
        </p:nvCxnSpPr>
        <p:spPr>
          <a:xfrm>
            <a:off x="6263512" y="2258008"/>
            <a:ext cx="154631" cy="900059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854C7AB3-0B33-BBA6-5EC1-6DA78E02DE13}"/>
              </a:ext>
            </a:extLst>
          </p:cNvPr>
          <p:cNvSpPr/>
          <p:nvPr/>
        </p:nvSpPr>
        <p:spPr>
          <a:xfrm>
            <a:off x="6418143" y="2369561"/>
            <a:ext cx="1008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button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8A75EA52-04DA-AD95-A077-0B3831AAAB4C}"/>
              </a:ext>
            </a:extLst>
          </p:cNvPr>
          <p:cNvSpPr/>
          <p:nvPr/>
        </p:nvSpPr>
        <p:spPr>
          <a:xfrm>
            <a:off x="5111511" y="5765326"/>
            <a:ext cx="1152000" cy="288000"/>
          </a:xfrm>
          <a:prstGeom prst="roundRect">
            <a:avLst/>
          </a:prstGeom>
          <a:solidFill>
            <a:srgbClr val="C7ADE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id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91276A78-2913-16B1-E9A7-8FDE054F281C}"/>
              </a:ext>
            </a:extLst>
          </p:cNvPr>
          <p:cNvSpPr/>
          <p:nvPr/>
        </p:nvSpPr>
        <p:spPr>
          <a:xfrm>
            <a:off x="5111511" y="6097264"/>
            <a:ext cx="1152000" cy="288000"/>
          </a:xfrm>
          <a:prstGeom prst="roundRect">
            <a:avLst/>
          </a:prstGeom>
          <a:solidFill>
            <a:srgbClr val="C7ADE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&lt;option&gt;</a:t>
            </a:r>
            <a:endParaRPr lang="zh-CN" altLang="en-US" sz="9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53" name="连接符: 曲线 52">
            <a:extLst>
              <a:ext uri="{FF2B5EF4-FFF2-40B4-BE49-F238E27FC236}">
                <a16:creationId xmlns:a16="http://schemas.microsoft.com/office/drawing/2014/main" id="{9078D752-56E3-4E41-3511-0A026657DF28}"/>
              </a:ext>
            </a:extLst>
          </p:cNvPr>
          <p:cNvCxnSpPr>
            <a:cxnSpLocks/>
            <a:stCxn id="33" idx="1"/>
            <a:endCxn id="32" idx="3"/>
          </p:cNvCxnSpPr>
          <p:nvPr/>
        </p:nvCxnSpPr>
        <p:spPr>
          <a:xfrm rot="10800000" flipV="1">
            <a:off x="4808237" y="5577388"/>
            <a:ext cx="303275" cy="331937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曲线 53">
            <a:extLst>
              <a:ext uri="{FF2B5EF4-FFF2-40B4-BE49-F238E27FC236}">
                <a16:creationId xmlns:a16="http://schemas.microsoft.com/office/drawing/2014/main" id="{33163A2A-6EDC-F600-3FFC-A0DE97D320FD}"/>
              </a:ext>
            </a:extLst>
          </p:cNvPr>
          <p:cNvCxnSpPr>
            <a:cxnSpLocks/>
            <a:stCxn id="52" idx="1"/>
            <a:endCxn id="32" idx="3"/>
          </p:cNvCxnSpPr>
          <p:nvPr/>
        </p:nvCxnSpPr>
        <p:spPr>
          <a:xfrm rot="10800000">
            <a:off x="4808237" y="5909326"/>
            <a:ext cx="303275" cy="331938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1EDD8701-615B-F447-4BA7-BD7FD91C487D}"/>
              </a:ext>
            </a:extLst>
          </p:cNvPr>
          <p:cNvCxnSpPr>
            <a:cxnSpLocks/>
            <a:stCxn id="46" idx="3"/>
            <a:endCxn id="39" idx="1"/>
          </p:cNvCxnSpPr>
          <p:nvPr/>
        </p:nvCxnSpPr>
        <p:spPr>
          <a:xfrm>
            <a:off x="7434273" y="2888173"/>
            <a:ext cx="239484" cy="129441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曲线 55">
            <a:extLst>
              <a:ext uri="{FF2B5EF4-FFF2-40B4-BE49-F238E27FC236}">
                <a16:creationId xmlns:a16="http://schemas.microsoft.com/office/drawing/2014/main" id="{72DC1DDC-9C68-F83D-EE52-E33FA7EB248C}"/>
              </a:ext>
            </a:extLst>
          </p:cNvPr>
          <p:cNvCxnSpPr>
            <a:cxnSpLocks/>
            <a:stCxn id="48" idx="3"/>
            <a:endCxn id="39" idx="1"/>
          </p:cNvCxnSpPr>
          <p:nvPr/>
        </p:nvCxnSpPr>
        <p:spPr>
          <a:xfrm flipV="1">
            <a:off x="7426143" y="3017614"/>
            <a:ext cx="247614" cy="140453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255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312C7D-F68B-CA58-4875-AE2C780B3051}"/>
              </a:ext>
            </a:extLst>
          </p:cNvPr>
          <p:cNvSpPr/>
          <p:nvPr/>
        </p:nvSpPr>
        <p:spPr>
          <a:xfrm>
            <a:off x="3615140" y="2017059"/>
            <a:ext cx="2160000" cy="21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801932-B3EB-1A09-C534-9ED77F95F272}"/>
              </a:ext>
            </a:extLst>
          </p:cNvPr>
          <p:cNvSpPr/>
          <p:nvPr/>
        </p:nvSpPr>
        <p:spPr>
          <a:xfrm>
            <a:off x="3759140" y="2171305"/>
            <a:ext cx="1872000" cy="12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ctr"/>
            <a:r>
              <a:rPr lang="en-US" altLang="zh-CN" sz="1100" dirty="0">
                <a:solidFill>
                  <a:sysClr val="windowText" lastClr="000000"/>
                </a:solidFill>
              </a:rPr>
              <a:t>Central Processing Unit</a:t>
            </a:r>
            <a:endParaRPr lang="zh-CN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B1C121-C2AA-3E04-ECCD-2A88E3CFB26F}"/>
              </a:ext>
            </a:extLst>
          </p:cNvPr>
          <p:cNvSpPr/>
          <p:nvPr/>
        </p:nvSpPr>
        <p:spPr>
          <a:xfrm>
            <a:off x="6006352" y="2917059"/>
            <a:ext cx="1080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Output Unit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74731-C03D-CA78-2D3F-EC2B19BC4C5C}"/>
              </a:ext>
            </a:extLst>
          </p:cNvPr>
          <p:cNvSpPr/>
          <p:nvPr/>
        </p:nvSpPr>
        <p:spPr>
          <a:xfrm>
            <a:off x="2303930" y="2917059"/>
            <a:ext cx="1080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Input Unit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C9E9F3-E511-AE9D-39FA-A12B50CFACB9}"/>
              </a:ext>
            </a:extLst>
          </p:cNvPr>
          <p:cNvSpPr/>
          <p:nvPr/>
        </p:nvSpPr>
        <p:spPr>
          <a:xfrm>
            <a:off x="3759140" y="3700307"/>
            <a:ext cx="1872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Memory Unit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B82838-C769-D58C-6347-F5F5F48A7163}"/>
              </a:ext>
            </a:extLst>
          </p:cNvPr>
          <p:cNvSpPr/>
          <p:nvPr/>
        </p:nvSpPr>
        <p:spPr>
          <a:xfrm>
            <a:off x="3903140" y="2485059"/>
            <a:ext cx="1584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Control Unit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8D81D9-D68C-5FBE-D029-91546B30F511}"/>
              </a:ext>
            </a:extLst>
          </p:cNvPr>
          <p:cNvSpPr/>
          <p:nvPr/>
        </p:nvSpPr>
        <p:spPr>
          <a:xfrm>
            <a:off x="3903140" y="2933293"/>
            <a:ext cx="1584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Arithmetic/logic Unit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D3B23A6-89A8-0D2E-F56D-5F3779B39A06}"/>
              </a:ext>
            </a:extLst>
          </p:cNvPr>
          <p:cNvSpPr/>
          <p:nvPr/>
        </p:nvSpPr>
        <p:spPr>
          <a:xfrm>
            <a:off x="4063834" y="3455678"/>
            <a:ext cx="89648" cy="2160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E40FD98B-41C7-EBB6-0BF1-6A4815957987}"/>
              </a:ext>
            </a:extLst>
          </p:cNvPr>
          <p:cNvSpPr/>
          <p:nvPr/>
        </p:nvSpPr>
        <p:spPr>
          <a:xfrm flipV="1">
            <a:off x="5274071" y="3455678"/>
            <a:ext cx="89648" cy="2160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79D884D9-0474-FFBA-2A48-0B577B9CBE57}"/>
              </a:ext>
            </a:extLst>
          </p:cNvPr>
          <p:cNvSpPr/>
          <p:nvPr/>
        </p:nvSpPr>
        <p:spPr>
          <a:xfrm rot="16200000">
            <a:off x="3445535" y="2989059"/>
            <a:ext cx="108000" cy="2160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F846FA69-307F-5A83-E1E9-F29E60B8C491}"/>
              </a:ext>
            </a:extLst>
          </p:cNvPr>
          <p:cNvSpPr/>
          <p:nvPr/>
        </p:nvSpPr>
        <p:spPr>
          <a:xfrm rot="16200000">
            <a:off x="5836745" y="2989059"/>
            <a:ext cx="108000" cy="216000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051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14CB8A-DE11-C6A1-BE4F-F5B2BFE1A9B0}"/>
              </a:ext>
            </a:extLst>
          </p:cNvPr>
          <p:cNvSpPr/>
          <p:nvPr/>
        </p:nvSpPr>
        <p:spPr>
          <a:xfrm>
            <a:off x="2713205" y="2993259"/>
            <a:ext cx="792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ADD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3C70C0-ED23-DD52-11D1-8C29576DD271}"/>
              </a:ext>
            </a:extLst>
          </p:cNvPr>
          <p:cNvSpPr/>
          <p:nvPr/>
        </p:nvSpPr>
        <p:spPr>
          <a:xfrm>
            <a:off x="3505205" y="2993259"/>
            <a:ext cx="792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#3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D1B2634-787B-5341-D692-C278DCFE8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676916"/>
              </p:ext>
            </p:extLst>
          </p:nvPr>
        </p:nvGraphicFramePr>
        <p:xfrm>
          <a:off x="5725460" y="3434926"/>
          <a:ext cx="10800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976974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7967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#104ADB</a:t>
                      </a:r>
                      <a:endParaRPr lang="zh-CN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5220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61474"/>
                  </a:ext>
                </a:extLst>
              </a:tr>
            </a:tbl>
          </a:graphicData>
        </a:graphic>
      </p:graphicFrame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89EA4E1-A71C-6548-3698-9141B119F719}"/>
              </a:ext>
            </a:extLst>
          </p:cNvPr>
          <p:cNvCxnSpPr>
            <a:cxnSpLocks/>
            <a:stCxn id="3" idx="3"/>
            <a:endCxn id="9" idx="1"/>
          </p:cNvCxnSpPr>
          <p:nvPr/>
        </p:nvCxnSpPr>
        <p:spPr>
          <a:xfrm>
            <a:off x="4297205" y="3173259"/>
            <a:ext cx="633390" cy="815790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794430DF-6763-07ED-ACBB-2503D8C2CE7C}"/>
              </a:ext>
            </a:extLst>
          </p:cNvPr>
          <p:cNvSpPr/>
          <p:nvPr/>
        </p:nvSpPr>
        <p:spPr>
          <a:xfrm>
            <a:off x="4930595" y="3809049"/>
            <a:ext cx="792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#3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1E8CAD-612A-2514-10F5-D534C8F6E13D}"/>
              </a:ext>
            </a:extLst>
          </p:cNvPr>
          <p:cNvSpPr/>
          <p:nvPr/>
        </p:nvSpPr>
        <p:spPr>
          <a:xfrm>
            <a:off x="4930595" y="2536066"/>
            <a:ext cx="792000" cy="36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#104ADB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C9211CA-D5A1-CAA5-C53D-B4210371D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065668"/>
              </p:ext>
            </p:extLst>
          </p:nvPr>
        </p:nvGraphicFramePr>
        <p:xfrm>
          <a:off x="5725460" y="2161937"/>
          <a:ext cx="1080000" cy="1112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9769744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7967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/>
                        <a:t>10</a:t>
                      </a:r>
                      <a:endParaRPr lang="zh-CN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220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000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61474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A4DF6F5-4388-1516-BCA0-8F2E83043755}"/>
              </a:ext>
            </a:extLst>
          </p:cNvPr>
          <p:cNvSpPr/>
          <p:nvPr/>
        </p:nvSpPr>
        <p:spPr>
          <a:xfrm>
            <a:off x="2022918" y="5427177"/>
            <a:ext cx="1440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操作码 </a:t>
            </a:r>
            <a:r>
              <a:rPr lang="en-US" altLang="zh-CN" sz="1000" dirty="0">
                <a:solidFill>
                  <a:schemeClr val="tx1"/>
                </a:solidFill>
              </a:rPr>
              <a:t>OpCode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B3D4D2-9E86-A505-D457-B6E633E3F03F}"/>
              </a:ext>
            </a:extLst>
          </p:cNvPr>
          <p:cNvSpPr/>
          <p:nvPr/>
        </p:nvSpPr>
        <p:spPr>
          <a:xfrm>
            <a:off x="3505205" y="5216506"/>
            <a:ext cx="1872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内存地址 </a:t>
            </a:r>
            <a:r>
              <a:rPr lang="en-US" altLang="zh-CN" sz="1000" dirty="0">
                <a:solidFill>
                  <a:schemeClr val="tx1"/>
                </a:solidFill>
              </a:rPr>
              <a:t>Memory Address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B35BFE-E9DA-4118-FA31-C5D4931A5E70}"/>
              </a:ext>
            </a:extLst>
          </p:cNvPr>
          <p:cNvSpPr/>
          <p:nvPr/>
        </p:nvSpPr>
        <p:spPr>
          <a:xfrm>
            <a:off x="3505205" y="5637847"/>
            <a:ext cx="1872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寄存器 </a:t>
            </a:r>
            <a:r>
              <a:rPr lang="en-US" altLang="zh-CN" sz="1000" dirty="0">
                <a:solidFill>
                  <a:schemeClr val="tx1"/>
                </a:solidFill>
              </a:rPr>
              <a:t>Register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13931A-5C26-B0C3-C48A-1556006AE29F}"/>
              </a:ext>
            </a:extLst>
          </p:cNvPr>
          <p:cNvSpPr/>
          <p:nvPr/>
        </p:nvSpPr>
        <p:spPr>
          <a:xfrm>
            <a:off x="3505205" y="4795165"/>
            <a:ext cx="1872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立即数 </a:t>
            </a:r>
            <a:r>
              <a:rPr lang="en-US" altLang="zh-CN" sz="1000" dirty="0">
                <a:solidFill>
                  <a:schemeClr val="tx1"/>
                </a:solidFill>
              </a:rPr>
              <a:t>Immediate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763E9B-09C5-DE63-4AA3-381867E5160E}"/>
              </a:ext>
            </a:extLst>
          </p:cNvPr>
          <p:cNvSpPr/>
          <p:nvPr/>
        </p:nvSpPr>
        <p:spPr>
          <a:xfrm>
            <a:off x="3505205" y="6059189"/>
            <a:ext cx="1872000" cy="360000"/>
          </a:xfrm>
          <a:prstGeom prst="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堆栈 </a:t>
            </a:r>
            <a:r>
              <a:rPr lang="en-US" altLang="zh-CN" sz="1000" dirty="0">
                <a:solidFill>
                  <a:schemeClr val="tx1"/>
                </a:solidFill>
              </a:rPr>
              <a:t>Stack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044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827E5AD-8286-83D4-C6ED-155E9C880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5732688"/>
              </p:ext>
            </p:extLst>
          </p:nvPr>
        </p:nvGraphicFramePr>
        <p:xfrm>
          <a:off x="2032000" y="2503642"/>
          <a:ext cx="3348000" cy="900000"/>
        </p:xfrm>
        <a:graphic>
          <a:graphicData uri="http://schemas.openxmlformats.org/drawingml/2006/table">
            <a:tbl>
              <a:tblPr firstRow="1" bandRow="1"/>
              <a:tblGrid>
                <a:gridCol w="418500">
                  <a:extLst>
                    <a:ext uri="{9D8B030D-6E8A-4147-A177-3AD203B41FA5}">
                      <a16:colId xmlns:a16="http://schemas.microsoft.com/office/drawing/2014/main" val="1036622043"/>
                    </a:ext>
                  </a:extLst>
                </a:gridCol>
                <a:gridCol w="418500">
                  <a:extLst>
                    <a:ext uri="{9D8B030D-6E8A-4147-A177-3AD203B41FA5}">
                      <a16:colId xmlns:a16="http://schemas.microsoft.com/office/drawing/2014/main" val="1479305070"/>
                    </a:ext>
                  </a:extLst>
                </a:gridCol>
                <a:gridCol w="418500">
                  <a:extLst>
                    <a:ext uri="{9D8B030D-6E8A-4147-A177-3AD203B41FA5}">
                      <a16:colId xmlns:a16="http://schemas.microsoft.com/office/drawing/2014/main" val="2640503298"/>
                    </a:ext>
                  </a:extLst>
                </a:gridCol>
                <a:gridCol w="418500">
                  <a:extLst>
                    <a:ext uri="{9D8B030D-6E8A-4147-A177-3AD203B41FA5}">
                      <a16:colId xmlns:a16="http://schemas.microsoft.com/office/drawing/2014/main" val="2411688004"/>
                    </a:ext>
                  </a:extLst>
                </a:gridCol>
                <a:gridCol w="418500">
                  <a:extLst>
                    <a:ext uri="{9D8B030D-6E8A-4147-A177-3AD203B41FA5}">
                      <a16:colId xmlns:a16="http://schemas.microsoft.com/office/drawing/2014/main" val="3602322577"/>
                    </a:ext>
                  </a:extLst>
                </a:gridCol>
                <a:gridCol w="418500">
                  <a:extLst>
                    <a:ext uri="{9D8B030D-6E8A-4147-A177-3AD203B41FA5}">
                      <a16:colId xmlns:a16="http://schemas.microsoft.com/office/drawing/2014/main" val="2333894780"/>
                    </a:ext>
                  </a:extLst>
                </a:gridCol>
                <a:gridCol w="418500">
                  <a:extLst>
                    <a:ext uri="{9D8B030D-6E8A-4147-A177-3AD203B41FA5}">
                      <a16:colId xmlns:a16="http://schemas.microsoft.com/office/drawing/2014/main" val="1465958921"/>
                    </a:ext>
                  </a:extLst>
                </a:gridCol>
                <a:gridCol w="418500">
                  <a:extLst>
                    <a:ext uri="{9D8B030D-6E8A-4147-A177-3AD203B41FA5}">
                      <a16:colId xmlns:a16="http://schemas.microsoft.com/office/drawing/2014/main" val="3527640167"/>
                    </a:ext>
                  </a:extLst>
                </a:gridCol>
              </a:tblGrid>
              <a:tr h="300000">
                <a:tc gridSpan="8"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 byte</a:t>
                      </a:r>
                      <a:endParaRPr lang="zh-CN" altLang="en-US" sz="9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38626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1 bit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1 bit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1 bit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1 bit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1 bit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1 bit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等线" panose="020F0502020204030204"/>
                          <a:ea typeface="等线" panose="02010600030101010101" pitchFamily="2" charset="-122"/>
                          <a:cs typeface="+mn-cs"/>
                        </a:rPr>
                        <a:t>1 bit</a:t>
                      </a:r>
                      <a:endParaRPr kumimoji="0" lang="zh-CN" altLang="en-US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等线" panose="020F0502020204030204"/>
                        <a:ea typeface="等线" panose="02010600030101010101" pitchFamily="2" charset="-122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 bit</a:t>
                      </a:r>
                      <a:endParaRPr lang="zh-CN" altLang="en-US" sz="900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3780269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7</a:t>
                      </a:r>
                      <a:endParaRPr lang="zh-CN" altLang="en-US" sz="9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6</a:t>
                      </a:r>
                      <a:endParaRPr lang="zh-CN" altLang="en-US" sz="9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5</a:t>
                      </a:r>
                      <a:endParaRPr lang="zh-CN" altLang="en-US" sz="9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4</a:t>
                      </a:r>
                      <a:endParaRPr lang="zh-CN" altLang="en-US" sz="9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3</a:t>
                      </a:r>
                      <a:endParaRPr lang="zh-CN" altLang="en-US" sz="9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2</a:t>
                      </a:r>
                      <a:endParaRPr lang="zh-CN" altLang="en-US" sz="9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1</a:t>
                      </a:r>
                      <a:endParaRPr lang="zh-CN" altLang="en-US" sz="9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/>
                        <a:t>0</a:t>
                      </a:r>
                      <a:endParaRPr lang="zh-CN" altLang="en-US" sz="900" dirty="0"/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40739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8897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2D4B95B-4837-314F-E44F-1B9886845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8100" y="1943100"/>
            <a:ext cx="44958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82FB5D9D-1EED-E402-9A5B-9D01D36FAD12}"/>
              </a:ext>
            </a:extLst>
          </p:cNvPr>
          <p:cNvSpPr/>
          <p:nvPr/>
        </p:nvSpPr>
        <p:spPr>
          <a:xfrm>
            <a:off x="6409765" y="4312024"/>
            <a:ext cx="2393576" cy="779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511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第十八天 PPPoE原理和配置_当用户希望建立pppoe连接时,首先会发送什么类型的ppp报文-CSDN博客">
            <a:extLst>
              <a:ext uri="{FF2B5EF4-FFF2-40B4-BE49-F238E27FC236}">
                <a16:creationId xmlns:a16="http://schemas.microsoft.com/office/drawing/2014/main" id="{C6C94040-E0BC-6343-0359-493FEFBAA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1182" y="1407458"/>
            <a:ext cx="6480000" cy="382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9D45507-CD22-C66C-A849-86CD58600BEF}"/>
              </a:ext>
            </a:extLst>
          </p:cNvPr>
          <p:cNvSpPr/>
          <p:nvPr/>
        </p:nvSpPr>
        <p:spPr>
          <a:xfrm>
            <a:off x="6938682" y="4421023"/>
            <a:ext cx="2393576" cy="779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204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97F6B51-F2A4-1F52-B525-B119B11E43B7}"/>
              </a:ext>
            </a:extLst>
          </p:cNvPr>
          <p:cNvSpPr/>
          <p:nvPr/>
        </p:nvSpPr>
        <p:spPr>
          <a:xfrm>
            <a:off x="2611582" y="3142550"/>
            <a:ext cx="1080000" cy="216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&lt;table&gt;</a:t>
            </a:r>
            <a:endParaRPr lang="zh-CN" altLang="en-US" sz="100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73B3E66-69AB-3336-40D5-F3BEDEE3263A}"/>
              </a:ext>
            </a:extLst>
          </p:cNvPr>
          <p:cNvSpPr/>
          <p:nvPr/>
        </p:nvSpPr>
        <p:spPr>
          <a:xfrm>
            <a:off x="3927709" y="2217112"/>
            <a:ext cx="900000" cy="216000"/>
          </a:xfrm>
          <a:prstGeom prst="roundRect">
            <a:avLst/>
          </a:prstGeom>
          <a:solidFill>
            <a:srgbClr val="4472C4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&lt;caption&gt;</a:t>
            </a:r>
            <a:endParaRPr lang="zh-CN" altLang="en-US" sz="1000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596E695-765B-68B5-C900-FFE2E7915C23}"/>
              </a:ext>
            </a:extLst>
          </p:cNvPr>
          <p:cNvSpPr/>
          <p:nvPr/>
        </p:nvSpPr>
        <p:spPr>
          <a:xfrm>
            <a:off x="3927709" y="2855550"/>
            <a:ext cx="900000" cy="216000"/>
          </a:xfrm>
          <a:prstGeom prst="roundRect">
            <a:avLst/>
          </a:prstGeom>
          <a:solidFill>
            <a:srgbClr val="F6A04D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&lt;thead&gt;</a:t>
            </a:r>
            <a:endParaRPr lang="zh-CN" altLang="en-US" sz="10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2EB47C9-057A-4EF8-A2BF-4D0134159B27}"/>
              </a:ext>
            </a:extLst>
          </p:cNvPr>
          <p:cNvSpPr/>
          <p:nvPr/>
        </p:nvSpPr>
        <p:spPr>
          <a:xfrm>
            <a:off x="3927709" y="3429550"/>
            <a:ext cx="900000" cy="216000"/>
          </a:xfrm>
          <a:prstGeom prst="roundRect">
            <a:avLst/>
          </a:prstGeom>
          <a:solidFill>
            <a:srgbClr val="F9423A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&lt;tbody&gt;</a:t>
            </a:r>
            <a:endParaRPr lang="zh-CN" altLang="en-US" sz="100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A98E275-1E96-FAB7-F617-AE6834538469}"/>
              </a:ext>
            </a:extLst>
          </p:cNvPr>
          <p:cNvSpPr/>
          <p:nvPr/>
        </p:nvSpPr>
        <p:spPr>
          <a:xfrm>
            <a:off x="3927709" y="3992950"/>
            <a:ext cx="900000" cy="216000"/>
          </a:xfrm>
          <a:prstGeom prst="roundRect">
            <a:avLst/>
          </a:prstGeom>
          <a:solidFill>
            <a:srgbClr val="00BC7B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&lt;tfoot&gt;</a:t>
            </a:r>
            <a:endParaRPr lang="zh-CN" altLang="en-US" sz="100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364CE8F-F9FF-ED29-6F39-C09735082C89}"/>
              </a:ext>
            </a:extLst>
          </p:cNvPr>
          <p:cNvSpPr/>
          <p:nvPr/>
        </p:nvSpPr>
        <p:spPr>
          <a:xfrm>
            <a:off x="4988680" y="2729550"/>
            <a:ext cx="720000" cy="216000"/>
          </a:xfrm>
          <a:prstGeom prst="roundRect">
            <a:avLst/>
          </a:prstGeom>
          <a:solidFill>
            <a:srgbClr val="FDECDB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&lt;tr&gt;</a:t>
            </a:r>
            <a:endParaRPr lang="zh-CN" altLang="en-US" sz="100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1E16CF2-21EE-CCD8-6CF8-C9DF7E974007}"/>
              </a:ext>
            </a:extLst>
          </p:cNvPr>
          <p:cNvSpPr/>
          <p:nvPr/>
        </p:nvSpPr>
        <p:spPr>
          <a:xfrm>
            <a:off x="4988680" y="2981550"/>
            <a:ext cx="720000" cy="216000"/>
          </a:xfrm>
          <a:prstGeom prst="roundRect">
            <a:avLst/>
          </a:prstGeom>
          <a:solidFill>
            <a:srgbClr val="FDECDB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&lt;th&gt;</a:t>
            </a:r>
            <a:endParaRPr lang="zh-CN" altLang="en-US" sz="1000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36CB3ED-C818-AA5A-27A7-5D321CF65E6F}"/>
              </a:ext>
            </a:extLst>
          </p:cNvPr>
          <p:cNvSpPr/>
          <p:nvPr/>
        </p:nvSpPr>
        <p:spPr>
          <a:xfrm>
            <a:off x="4988680" y="3303550"/>
            <a:ext cx="720000" cy="216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&lt;tr&gt;</a:t>
            </a:r>
            <a:endParaRPr lang="zh-CN" altLang="en-US" sz="100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DF699C5-ADF4-C7BA-0E33-FD433133C491}"/>
              </a:ext>
            </a:extLst>
          </p:cNvPr>
          <p:cNvSpPr/>
          <p:nvPr/>
        </p:nvSpPr>
        <p:spPr>
          <a:xfrm>
            <a:off x="4988680" y="3555550"/>
            <a:ext cx="720000" cy="216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&lt;td&gt;</a:t>
            </a:r>
            <a:endParaRPr lang="zh-CN" altLang="en-US" sz="100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A7CBB2E-7A46-5370-A481-60C05098B4F7}"/>
              </a:ext>
            </a:extLst>
          </p:cNvPr>
          <p:cNvSpPr/>
          <p:nvPr/>
        </p:nvSpPr>
        <p:spPr>
          <a:xfrm>
            <a:off x="4988680" y="3866950"/>
            <a:ext cx="720000" cy="216000"/>
          </a:xfrm>
          <a:prstGeom prst="roundRect">
            <a:avLst/>
          </a:prstGeom>
          <a:solidFill>
            <a:srgbClr val="CCF2E5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&lt;tr&gt;</a:t>
            </a:r>
            <a:endParaRPr lang="zh-CN" altLang="en-US" sz="100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4779CBA-FFDD-895A-53AD-886208DEAA4A}"/>
              </a:ext>
            </a:extLst>
          </p:cNvPr>
          <p:cNvSpPr/>
          <p:nvPr/>
        </p:nvSpPr>
        <p:spPr>
          <a:xfrm>
            <a:off x="4988680" y="4118950"/>
            <a:ext cx="720000" cy="216000"/>
          </a:xfrm>
          <a:prstGeom prst="roundRect">
            <a:avLst/>
          </a:prstGeom>
          <a:solidFill>
            <a:srgbClr val="CCF2E5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&lt;td&gt;</a:t>
            </a:r>
            <a:endParaRPr lang="zh-CN" altLang="en-US" sz="1000"/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298359A6-17E1-0350-06F2-6B8C8E407376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3691582" y="2325112"/>
            <a:ext cx="236127" cy="925438"/>
          </a:xfrm>
          <a:prstGeom prst="curvedConnector3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06C5FD35-9516-24EE-5628-FB328882111E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3691582" y="3250550"/>
            <a:ext cx="236127" cy="287000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91DC556E-624C-A24F-4281-CC2AD6C86AA9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3691582" y="3250550"/>
            <a:ext cx="236127" cy="850400"/>
          </a:xfrm>
          <a:prstGeom prst="curvedConnector3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2CF8CB28-1C39-C7E8-6324-ADA008E9F11F}"/>
              </a:ext>
            </a:extLst>
          </p:cNvPr>
          <p:cNvCxnSpPr>
            <a:stCxn id="4" idx="1"/>
            <a:endCxn id="2" idx="3"/>
          </p:cNvCxnSpPr>
          <p:nvPr/>
        </p:nvCxnSpPr>
        <p:spPr>
          <a:xfrm rot="10800000" flipV="1">
            <a:off x="3691583" y="2963550"/>
            <a:ext cx="236127" cy="287000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114D0B9D-2E4E-56E2-D1E7-E651846577ED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4827709" y="2837550"/>
            <a:ext cx="160971" cy="126000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3C59A80E-8E6B-72B2-C1E1-4C880C4C93DD}"/>
              </a:ext>
            </a:extLst>
          </p:cNvPr>
          <p:cNvCxnSpPr>
            <a:stCxn id="8" idx="1"/>
            <a:endCxn id="4" idx="3"/>
          </p:cNvCxnSpPr>
          <p:nvPr/>
        </p:nvCxnSpPr>
        <p:spPr>
          <a:xfrm rot="10800000">
            <a:off x="4827710" y="2963550"/>
            <a:ext cx="160971" cy="126000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041D7C9F-7D99-7824-58C7-2BA40BC232D6}"/>
              </a:ext>
            </a:extLst>
          </p:cNvPr>
          <p:cNvCxnSpPr>
            <a:stCxn id="5" idx="3"/>
            <a:endCxn id="9" idx="1"/>
          </p:cNvCxnSpPr>
          <p:nvPr/>
        </p:nvCxnSpPr>
        <p:spPr>
          <a:xfrm flipV="1">
            <a:off x="4827709" y="3411550"/>
            <a:ext cx="160971" cy="126000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B2D7C8F8-E42C-083D-F9F9-50E9DF89B11D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rot="10800000">
            <a:off x="4827710" y="3537550"/>
            <a:ext cx="160971" cy="126000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F1E01BA5-8E56-BB2F-4CFB-53C05DABA25C}"/>
              </a:ext>
            </a:extLst>
          </p:cNvPr>
          <p:cNvCxnSpPr>
            <a:stCxn id="6" idx="3"/>
            <a:endCxn id="11" idx="1"/>
          </p:cNvCxnSpPr>
          <p:nvPr/>
        </p:nvCxnSpPr>
        <p:spPr>
          <a:xfrm flipV="1">
            <a:off x="4827709" y="3974950"/>
            <a:ext cx="160971" cy="126000"/>
          </a:xfrm>
          <a:prstGeom prst="curvedConnector3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01E3F578-BCED-37BC-DA99-F6F310A81E84}"/>
              </a:ext>
            </a:extLst>
          </p:cNvPr>
          <p:cNvCxnSpPr>
            <a:stCxn id="12" idx="1"/>
            <a:endCxn id="6" idx="3"/>
          </p:cNvCxnSpPr>
          <p:nvPr/>
        </p:nvCxnSpPr>
        <p:spPr>
          <a:xfrm rot="10800000">
            <a:off x="4827710" y="4100950"/>
            <a:ext cx="160971" cy="126000"/>
          </a:xfrm>
          <a:prstGeom prst="curvedConnector3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4662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9F5B7-2CBC-2543-883A-EE7F72EB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5A1246F4-27E9-D5A7-C132-F43C94906336}"/>
              </a:ext>
            </a:extLst>
          </p:cNvPr>
          <p:cNvSpPr/>
          <p:nvPr/>
        </p:nvSpPr>
        <p:spPr>
          <a:xfrm>
            <a:off x="2420510" y="3607729"/>
            <a:ext cx="1080000" cy="288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Montserrat" panose="00000500000000000000" pitchFamily="2" charset="0"/>
              </a:rPr>
              <a:t>&lt;form&gt;</a:t>
            </a:r>
            <a:endParaRPr lang="zh-CN" altLang="en-US" sz="1000">
              <a:latin typeface="Montserrat" panose="00000500000000000000" pitchFamily="2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6A13AB4-DA0A-2FD4-33B4-83FF5DA08C63}"/>
              </a:ext>
            </a:extLst>
          </p:cNvPr>
          <p:cNvSpPr/>
          <p:nvPr/>
        </p:nvSpPr>
        <p:spPr>
          <a:xfrm>
            <a:off x="3736637" y="3109822"/>
            <a:ext cx="1152000" cy="288000"/>
          </a:xfrm>
          <a:prstGeom prst="roundRect">
            <a:avLst/>
          </a:prstGeom>
          <a:solidFill>
            <a:srgbClr val="4472C4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Montserrat" panose="00000500000000000000" pitchFamily="2" charset="0"/>
              </a:rPr>
              <a:t>&lt;label&gt;</a:t>
            </a:r>
            <a:endParaRPr lang="zh-CN" altLang="en-US" sz="1000">
              <a:latin typeface="Montserrat" panose="000005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F18D81F-4EEB-52C9-DDAB-2A9A2FD3E4C4}"/>
              </a:ext>
            </a:extLst>
          </p:cNvPr>
          <p:cNvSpPr/>
          <p:nvPr/>
        </p:nvSpPr>
        <p:spPr>
          <a:xfrm>
            <a:off x="3736637" y="2445946"/>
            <a:ext cx="1152000" cy="288000"/>
          </a:xfrm>
          <a:prstGeom prst="roundRect">
            <a:avLst/>
          </a:prstGeom>
          <a:solidFill>
            <a:srgbClr val="F6A04D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Montserrat" panose="00000500000000000000" pitchFamily="2" charset="0"/>
              </a:rPr>
              <a:t>&lt;input&gt;</a:t>
            </a:r>
            <a:endParaRPr lang="zh-CN" altLang="en-US" sz="1000" dirty="0">
              <a:latin typeface="Montserrat" panose="000005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B97BDCC-6E4E-184D-6DAB-20819D700092}"/>
              </a:ext>
            </a:extLst>
          </p:cNvPr>
          <p:cNvSpPr/>
          <p:nvPr/>
        </p:nvSpPr>
        <p:spPr>
          <a:xfrm>
            <a:off x="3736637" y="4105636"/>
            <a:ext cx="1152000" cy="288000"/>
          </a:xfrm>
          <a:prstGeom prst="roundRect">
            <a:avLst/>
          </a:prstGeom>
          <a:solidFill>
            <a:srgbClr val="F9423A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Montserrat" panose="00000500000000000000" pitchFamily="2" charset="0"/>
              </a:rPr>
              <a:t>&lt;textarea&gt;</a:t>
            </a:r>
            <a:endParaRPr lang="zh-CN" altLang="en-US" sz="1000">
              <a:latin typeface="Montserrat" panose="00000500000000000000" pitchFamily="2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ED5A50-2641-F93A-FD3B-FE30FDC9AD06}"/>
              </a:ext>
            </a:extLst>
          </p:cNvPr>
          <p:cNvSpPr/>
          <p:nvPr/>
        </p:nvSpPr>
        <p:spPr>
          <a:xfrm>
            <a:off x="3736637" y="5101450"/>
            <a:ext cx="1152000" cy="288000"/>
          </a:xfrm>
          <a:prstGeom prst="roundRect">
            <a:avLst/>
          </a:prstGeom>
          <a:solidFill>
            <a:srgbClr val="00BC7B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Montserrat" panose="00000500000000000000" pitchFamily="2" charset="0"/>
              </a:rPr>
              <a:t>&lt;button&gt;</a:t>
            </a:r>
            <a:endParaRPr lang="zh-CN" altLang="en-US" sz="1000">
              <a:latin typeface="Montserrat" panose="00000500000000000000" pitchFamily="2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9023D7C-4400-F241-9043-70269C89E310}"/>
              </a:ext>
            </a:extLst>
          </p:cNvPr>
          <p:cNvSpPr/>
          <p:nvPr/>
        </p:nvSpPr>
        <p:spPr>
          <a:xfrm>
            <a:off x="5111512" y="2114008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Montserrat" panose="00000500000000000000" pitchFamily="2" charset="0"/>
              </a:rPr>
              <a:t>type</a:t>
            </a:r>
            <a:endParaRPr lang="zh-CN" altLang="en-US" sz="10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CEBD5C65-BB3D-F7B1-F562-80F4CF29D81A}"/>
              </a:ext>
            </a:extLst>
          </p:cNvPr>
          <p:cNvSpPr/>
          <p:nvPr/>
        </p:nvSpPr>
        <p:spPr>
          <a:xfrm>
            <a:off x="5111512" y="2445946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Montserrat" panose="00000500000000000000" pitchFamily="2" charset="0"/>
              </a:rPr>
              <a:t>name</a:t>
            </a:r>
            <a:endParaRPr lang="zh-CN" altLang="en-US" sz="10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598EE33-8D20-139F-ECAE-DDAACAEF26BC}"/>
              </a:ext>
            </a:extLst>
          </p:cNvPr>
          <p:cNvSpPr/>
          <p:nvPr/>
        </p:nvSpPr>
        <p:spPr>
          <a:xfrm>
            <a:off x="5111512" y="3441760"/>
            <a:ext cx="1152000" cy="288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Montserrat" panose="00000500000000000000" pitchFamily="2" charset="0"/>
              </a:rPr>
              <a:t>name</a:t>
            </a:r>
            <a:endParaRPr lang="zh-CN" altLang="en-US" sz="10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9936E24-4268-54FD-68C7-167CEFD776C1}"/>
              </a:ext>
            </a:extLst>
          </p:cNvPr>
          <p:cNvSpPr/>
          <p:nvPr/>
        </p:nvSpPr>
        <p:spPr>
          <a:xfrm>
            <a:off x="5111512" y="3773698"/>
            <a:ext cx="1152000" cy="288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Montserrat" panose="00000500000000000000" pitchFamily="2" charset="0"/>
              </a:rPr>
              <a:t>id</a:t>
            </a:r>
            <a:endParaRPr lang="zh-CN" altLang="en-US" sz="10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978A593-2965-942C-7422-00DB49F1DE93}"/>
              </a:ext>
            </a:extLst>
          </p:cNvPr>
          <p:cNvSpPr/>
          <p:nvPr/>
        </p:nvSpPr>
        <p:spPr>
          <a:xfrm>
            <a:off x="5111512" y="5101450"/>
            <a:ext cx="1152000" cy="288000"/>
          </a:xfrm>
          <a:prstGeom prst="roundRect">
            <a:avLst/>
          </a:prstGeom>
          <a:solidFill>
            <a:srgbClr val="CCF2E5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Montserrat" panose="00000500000000000000" pitchFamily="2" charset="0"/>
              </a:rPr>
              <a:t>type</a:t>
            </a:r>
            <a:endParaRPr lang="zh-CN" altLang="en-US" sz="10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8B5B2614-7486-4CF8-A249-681946253CBB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3500510" y="3253822"/>
            <a:ext cx="236127" cy="497907"/>
          </a:xfrm>
          <a:prstGeom prst="curvedConnector3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A2CA93E7-3ACB-2AE1-2338-905444F039C2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3500510" y="3751729"/>
            <a:ext cx="236127" cy="497907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A72B5DF3-A433-D7D9-2476-9B575D397825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3500510" y="3751729"/>
            <a:ext cx="236127" cy="1493721"/>
          </a:xfrm>
          <a:prstGeom prst="curvedConnector3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C58DDE9E-18EF-7C53-E85C-41285081569F}"/>
              </a:ext>
            </a:extLst>
          </p:cNvPr>
          <p:cNvCxnSpPr>
            <a:stCxn id="4" idx="1"/>
            <a:endCxn id="2" idx="3"/>
          </p:cNvCxnSpPr>
          <p:nvPr/>
        </p:nvCxnSpPr>
        <p:spPr>
          <a:xfrm rot="10800000" flipV="1">
            <a:off x="3500511" y="2589945"/>
            <a:ext cx="236127" cy="1161783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E69FC54E-13DD-B71F-9D98-126846B73463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4888637" y="2258008"/>
            <a:ext cx="222875" cy="331938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9AD3C269-EF46-F38A-17FD-4520302749B1}"/>
              </a:ext>
            </a:extLst>
          </p:cNvPr>
          <p:cNvCxnSpPr>
            <a:cxnSpLocks/>
            <a:stCxn id="23" idx="1"/>
            <a:endCxn id="4" idx="3"/>
          </p:cNvCxnSpPr>
          <p:nvPr/>
        </p:nvCxnSpPr>
        <p:spPr>
          <a:xfrm rot="10800000">
            <a:off x="4888638" y="2589946"/>
            <a:ext cx="222875" cy="331938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E380FCC4-9B98-7472-E252-8A68662EA21E}"/>
              </a:ext>
            </a:extLst>
          </p:cNvPr>
          <p:cNvCxnSpPr>
            <a:stCxn id="5" idx="3"/>
            <a:endCxn id="9" idx="1"/>
          </p:cNvCxnSpPr>
          <p:nvPr/>
        </p:nvCxnSpPr>
        <p:spPr>
          <a:xfrm flipV="1">
            <a:off x="4888637" y="3585760"/>
            <a:ext cx="222875" cy="663876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C28DCA0B-E729-C9E5-DCEB-AAC0337C77BE}"/>
              </a:ext>
            </a:extLst>
          </p:cNvPr>
          <p:cNvSpPr/>
          <p:nvPr/>
        </p:nvSpPr>
        <p:spPr>
          <a:xfrm>
            <a:off x="5111512" y="2777884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Montserrat" panose="00000500000000000000" pitchFamily="2" charset="0"/>
              </a:rPr>
              <a:t>id</a:t>
            </a:r>
            <a:endParaRPr lang="zh-CN" altLang="en-US" sz="10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6E359F64-DB7D-CF56-6D69-7CDD668C0618}"/>
              </a:ext>
            </a:extLst>
          </p:cNvPr>
          <p:cNvSpPr/>
          <p:nvPr/>
        </p:nvSpPr>
        <p:spPr>
          <a:xfrm>
            <a:off x="5111512" y="3109822"/>
            <a:ext cx="1152000" cy="288000"/>
          </a:xfrm>
          <a:prstGeom prst="roundRect">
            <a:avLst/>
          </a:prstGeom>
          <a:solidFill>
            <a:srgbClr val="A2B9E2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Montserrat" panose="00000500000000000000" pitchFamily="2" charset="0"/>
              </a:rPr>
              <a:t>for</a:t>
            </a:r>
            <a:endParaRPr lang="zh-CN" altLang="en-US" sz="10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D1CE9601-FA08-0404-FE7A-A37A7AA55BD0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4888637" y="5245450"/>
            <a:ext cx="222875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7A91A333-0123-02A2-969D-4DA8DABDA848}"/>
              </a:ext>
            </a:extLst>
          </p:cNvPr>
          <p:cNvCxnSpPr>
            <a:cxnSpLocks/>
            <a:stCxn id="3" idx="3"/>
            <a:endCxn id="24" idx="1"/>
          </p:cNvCxnSpPr>
          <p:nvPr/>
        </p:nvCxnSpPr>
        <p:spPr>
          <a:xfrm>
            <a:off x="4888637" y="3253822"/>
            <a:ext cx="222875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6F1E01D-F6DC-49FF-56A7-FCFB2D5AF116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4888637" y="2589946"/>
            <a:ext cx="222875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BCD0C830-E273-C6A9-558C-7D736BFE7434}"/>
              </a:ext>
            </a:extLst>
          </p:cNvPr>
          <p:cNvSpPr/>
          <p:nvPr/>
        </p:nvSpPr>
        <p:spPr>
          <a:xfrm>
            <a:off x="5111512" y="4105636"/>
            <a:ext cx="1152000" cy="288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Montserrat" panose="00000500000000000000" pitchFamily="2" charset="0"/>
              </a:rPr>
              <a:t>placeholder</a:t>
            </a:r>
            <a:endParaRPr lang="zh-CN" altLang="en-US" sz="10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E710C501-2527-BEFC-0FFE-66EFB498E50B}"/>
              </a:ext>
            </a:extLst>
          </p:cNvPr>
          <p:cNvSpPr/>
          <p:nvPr/>
        </p:nvSpPr>
        <p:spPr>
          <a:xfrm>
            <a:off x="6418143" y="4769512"/>
            <a:ext cx="1152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submit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1AA6DD07-0405-4ABD-10F2-00C7B376C54E}"/>
              </a:ext>
            </a:extLst>
          </p:cNvPr>
          <p:cNvSpPr/>
          <p:nvPr/>
        </p:nvSpPr>
        <p:spPr>
          <a:xfrm>
            <a:off x="6418143" y="5101450"/>
            <a:ext cx="1152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reset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41143DFE-6D50-8DDF-E467-6A1AAF27FFE5}"/>
              </a:ext>
            </a:extLst>
          </p:cNvPr>
          <p:cNvSpPr/>
          <p:nvPr/>
        </p:nvSpPr>
        <p:spPr>
          <a:xfrm>
            <a:off x="6418143" y="5433389"/>
            <a:ext cx="1152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button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69" name="连接符: 曲线 68">
            <a:extLst>
              <a:ext uri="{FF2B5EF4-FFF2-40B4-BE49-F238E27FC236}">
                <a16:creationId xmlns:a16="http://schemas.microsoft.com/office/drawing/2014/main" id="{C3880AB9-44DB-574E-16DF-557B03E0D9EB}"/>
              </a:ext>
            </a:extLst>
          </p:cNvPr>
          <p:cNvCxnSpPr>
            <a:cxnSpLocks/>
            <a:stCxn id="62" idx="1"/>
            <a:endCxn id="11" idx="3"/>
          </p:cNvCxnSpPr>
          <p:nvPr/>
        </p:nvCxnSpPr>
        <p:spPr>
          <a:xfrm rot="10800000" flipV="1">
            <a:off x="6263513" y="4913512"/>
            <a:ext cx="154631" cy="331938"/>
          </a:xfrm>
          <a:prstGeom prst="curvedConnector3">
            <a:avLst>
              <a:gd name="adj1" fmla="val 50000"/>
            </a:avLst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曲线 70">
            <a:extLst>
              <a:ext uri="{FF2B5EF4-FFF2-40B4-BE49-F238E27FC236}">
                <a16:creationId xmlns:a16="http://schemas.microsoft.com/office/drawing/2014/main" id="{42E1D754-A645-B651-5F08-3F63927D9AAD}"/>
              </a:ext>
            </a:extLst>
          </p:cNvPr>
          <p:cNvCxnSpPr>
            <a:cxnSpLocks/>
            <a:stCxn id="64" idx="1"/>
            <a:endCxn id="11" idx="3"/>
          </p:cNvCxnSpPr>
          <p:nvPr/>
        </p:nvCxnSpPr>
        <p:spPr>
          <a:xfrm rot="10800000">
            <a:off x="6263513" y="5245451"/>
            <a:ext cx="154631" cy="331939"/>
          </a:xfrm>
          <a:prstGeom prst="curvedConnector3">
            <a:avLst>
              <a:gd name="adj1" fmla="val 50000"/>
            </a:avLst>
          </a:prstGeom>
          <a:ln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D042B669-9AEC-6AE8-865E-8330BC6EABEB}"/>
              </a:ext>
            </a:extLst>
          </p:cNvPr>
          <p:cNvSpPr/>
          <p:nvPr/>
        </p:nvSpPr>
        <p:spPr>
          <a:xfrm>
            <a:off x="5111511" y="4437574"/>
            <a:ext cx="1152000" cy="288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maxlength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102" name="连接符: 曲线 101">
            <a:extLst>
              <a:ext uri="{FF2B5EF4-FFF2-40B4-BE49-F238E27FC236}">
                <a16:creationId xmlns:a16="http://schemas.microsoft.com/office/drawing/2014/main" id="{21CAC279-FD73-B868-1362-35C4428B07C3}"/>
              </a:ext>
            </a:extLst>
          </p:cNvPr>
          <p:cNvCxnSpPr>
            <a:cxnSpLocks/>
            <a:stCxn id="53" idx="1"/>
            <a:endCxn id="5" idx="3"/>
          </p:cNvCxnSpPr>
          <p:nvPr/>
        </p:nvCxnSpPr>
        <p:spPr>
          <a:xfrm rot="10800000">
            <a:off x="4888637" y="4249636"/>
            <a:ext cx="222874" cy="663876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4AC0C05-156D-C5D0-C545-BF157792D2B0}"/>
              </a:ext>
            </a:extLst>
          </p:cNvPr>
          <p:cNvSpPr/>
          <p:nvPr/>
        </p:nvSpPr>
        <p:spPr>
          <a:xfrm>
            <a:off x="3736636" y="5765326"/>
            <a:ext cx="1152000" cy="288000"/>
          </a:xfrm>
          <a:prstGeom prst="roundRect">
            <a:avLst/>
          </a:prstGeom>
          <a:solidFill>
            <a:srgbClr val="8854D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latin typeface="Montserrat" panose="00000500000000000000" pitchFamily="2" charset="0"/>
              </a:rPr>
              <a:t>&lt;select&gt;</a:t>
            </a:r>
            <a:endParaRPr lang="zh-CN" altLang="en-US" sz="1000">
              <a:latin typeface="Montserrat" panose="00000500000000000000" pitchFamily="2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F226371-3586-C9B9-645E-F5F23E0FBA5A}"/>
              </a:ext>
            </a:extLst>
          </p:cNvPr>
          <p:cNvSpPr/>
          <p:nvPr/>
        </p:nvSpPr>
        <p:spPr>
          <a:xfrm>
            <a:off x="5111511" y="5433389"/>
            <a:ext cx="1152000" cy="288000"/>
          </a:xfrm>
          <a:prstGeom prst="roundRect">
            <a:avLst/>
          </a:prstGeom>
          <a:solidFill>
            <a:srgbClr val="C7ADE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name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560BCEDC-8BB8-2E4F-60F6-1ED7C6624D55}"/>
              </a:ext>
            </a:extLst>
          </p:cNvPr>
          <p:cNvCxnSpPr>
            <a:cxnSpLocks/>
            <a:stCxn id="2" idx="3"/>
            <a:endCxn id="12" idx="1"/>
          </p:cNvCxnSpPr>
          <p:nvPr/>
        </p:nvCxnSpPr>
        <p:spPr>
          <a:xfrm>
            <a:off x="3500510" y="3751729"/>
            <a:ext cx="236126" cy="2157597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85D068B9-591C-C95F-AABD-776BB23EA30C}"/>
              </a:ext>
            </a:extLst>
          </p:cNvPr>
          <p:cNvSpPr/>
          <p:nvPr/>
        </p:nvSpPr>
        <p:spPr>
          <a:xfrm>
            <a:off x="5111511" y="4769512"/>
            <a:ext cx="1152000" cy="288000"/>
          </a:xfrm>
          <a:prstGeom prst="roundRect">
            <a:avLst/>
          </a:prstGeom>
          <a:solidFill>
            <a:srgbClr val="FED9D8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required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58AAABB9-3154-4A0D-0375-6856BBE16E89}"/>
              </a:ext>
            </a:extLst>
          </p:cNvPr>
          <p:cNvSpPr/>
          <p:nvPr/>
        </p:nvSpPr>
        <p:spPr>
          <a:xfrm>
            <a:off x="7673757" y="1620063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Montserrat" panose="00000500000000000000" pitchFamily="2" charset="0"/>
              </a:rPr>
              <a:t>placeholder</a:t>
            </a:r>
            <a:endParaRPr lang="zh-CN" altLang="en-US" sz="10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903E92A5-949C-FBA0-49E2-DEA3E21FC78D}"/>
              </a:ext>
            </a:extLst>
          </p:cNvPr>
          <p:cNvSpPr/>
          <p:nvPr/>
        </p:nvSpPr>
        <p:spPr>
          <a:xfrm>
            <a:off x="7673757" y="2246839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value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B2A026AB-1FE7-E13C-3690-2D59A7DC0E76}"/>
              </a:ext>
            </a:extLst>
          </p:cNvPr>
          <p:cNvSpPr/>
          <p:nvPr/>
        </p:nvSpPr>
        <p:spPr>
          <a:xfrm>
            <a:off x="7673757" y="2560226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ysClr val="windowText" lastClr="000000"/>
                </a:solidFill>
                <a:latin typeface="Montserrat" panose="00000500000000000000" pitchFamily="2" charset="0"/>
              </a:rPr>
              <a:t>hidden</a:t>
            </a:r>
            <a:endParaRPr lang="zh-CN" altLang="en-US" sz="10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E65A18CE-ACBE-A555-CD25-C5D31C3EF1F8}"/>
              </a:ext>
            </a:extLst>
          </p:cNvPr>
          <p:cNvSpPr/>
          <p:nvPr/>
        </p:nvSpPr>
        <p:spPr>
          <a:xfrm>
            <a:off x="7673757" y="2873614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checked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7379FF89-A584-320C-1B6B-9E2F4C8E96E1}"/>
              </a:ext>
            </a:extLst>
          </p:cNvPr>
          <p:cNvSpPr/>
          <p:nvPr/>
        </p:nvSpPr>
        <p:spPr>
          <a:xfrm>
            <a:off x="7673757" y="1306675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maxlength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116" name="矩形: 圆角 115">
            <a:extLst>
              <a:ext uri="{FF2B5EF4-FFF2-40B4-BE49-F238E27FC236}">
                <a16:creationId xmlns:a16="http://schemas.microsoft.com/office/drawing/2014/main" id="{382A6B3C-89BA-D66E-6C26-AC690B438335}"/>
              </a:ext>
            </a:extLst>
          </p:cNvPr>
          <p:cNvSpPr/>
          <p:nvPr/>
        </p:nvSpPr>
        <p:spPr>
          <a:xfrm>
            <a:off x="7673757" y="1933451"/>
            <a:ext cx="1152000" cy="288000"/>
          </a:xfrm>
          <a:prstGeom prst="roundRect">
            <a:avLst/>
          </a:prstGeom>
          <a:solidFill>
            <a:srgbClr val="FDECD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required</a:t>
            </a:r>
            <a:endParaRPr lang="zh-CN" altLang="en-US" sz="100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017E8C98-3AEA-3BDC-A2AF-A5B7738F38BD}"/>
              </a:ext>
            </a:extLst>
          </p:cNvPr>
          <p:cNvCxnSpPr>
            <a:cxnSpLocks/>
            <a:stCxn id="25" idx="3"/>
            <a:endCxn id="100" idx="1"/>
          </p:cNvCxnSpPr>
          <p:nvPr/>
        </p:nvCxnSpPr>
        <p:spPr>
          <a:xfrm flipV="1">
            <a:off x="7434273" y="1450675"/>
            <a:ext cx="239484" cy="335735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B9B008D8-2E43-55E2-A92D-6B300AF369AF}"/>
              </a:ext>
            </a:extLst>
          </p:cNvPr>
          <p:cNvCxnSpPr>
            <a:cxnSpLocks/>
            <a:stCxn id="26" idx="3"/>
            <a:endCxn id="72" idx="1"/>
          </p:cNvCxnSpPr>
          <p:nvPr/>
        </p:nvCxnSpPr>
        <p:spPr>
          <a:xfrm>
            <a:off x="7434273" y="2056304"/>
            <a:ext cx="239484" cy="334535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C604421-37C1-756C-7B73-6463DCFA65A5}"/>
              </a:ext>
            </a:extLst>
          </p:cNvPr>
          <p:cNvSpPr/>
          <p:nvPr/>
        </p:nvSpPr>
        <p:spPr>
          <a:xfrm>
            <a:off x="6426273" y="1642410"/>
            <a:ext cx="1008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text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0038D7F-385D-2345-2DBA-32B639EF5D3A}"/>
              </a:ext>
            </a:extLst>
          </p:cNvPr>
          <p:cNvSpPr/>
          <p:nvPr/>
        </p:nvSpPr>
        <p:spPr>
          <a:xfrm>
            <a:off x="6426273" y="1912304"/>
            <a:ext cx="1008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password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C58B27E-9EDF-2603-8A2C-88C8201B54FE}"/>
              </a:ext>
            </a:extLst>
          </p:cNvPr>
          <p:cNvSpPr/>
          <p:nvPr/>
        </p:nvSpPr>
        <p:spPr>
          <a:xfrm>
            <a:off x="6426273" y="2744173"/>
            <a:ext cx="1008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radio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7DFA1551-73F5-4C28-AE50-579B119B5BF0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 flipV="1">
            <a:off x="6263512" y="1786410"/>
            <a:ext cx="162761" cy="471598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354794C5-9D47-890A-B8D7-2D43D24E339E}"/>
              </a:ext>
            </a:extLst>
          </p:cNvPr>
          <p:cNvSpPr/>
          <p:nvPr/>
        </p:nvSpPr>
        <p:spPr>
          <a:xfrm>
            <a:off x="6418143" y="3014067"/>
            <a:ext cx="1008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checkbox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121" name="连接符: 曲线 120">
            <a:extLst>
              <a:ext uri="{FF2B5EF4-FFF2-40B4-BE49-F238E27FC236}">
                <a16:creationId xmlns:a16="http://schemas.microsoft.com/office/drawing/2014/main" id="{797AFADC-9137-9041-E1A2-1D81B311B42C}"/>
              </a:ext>
            </a:extLst>
          </p:cNvPr>
          <p:cNvCxnSpPr>
            <a:cxnSpLocks/>
            <a:stCxn id="7" idx="3"/>
            <a:endCxn id="108" idx="1"/>
          </p:cNvCxnSpPr>
          <p:nvPr/>
        </p:nvCxnSpPr>
        <p:spPr>
          <a:xfrm>
            <a:off x="6263512" y="2258008"/>
            <a:ext cx="154631" cy="900059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FA91C42-0C1D-D552-8917-E136786023C6}"/>
              </a:ext>
            </a:extLst>
          </p:cNvPr>
          <p:cNvSpPr/>
          <p:nvPr/>
        </p:nvSpPr>
        <p:spPr>
          <a:xfrm>
            <a:off x="6418143" y="2369561"/>
            <a:ext cx="1008000" cy="288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button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D9CCC73-F1FA-B7EC-7203-AF0E587DA98B}"/>
              </a:ext>
            </a:extLst>
          </p:cNvPr>
          <p:cNvSpPr/>
          <p:nvPr/>
        </p:nvSpPr>
        <p:spPr>
          <a:xfrm>
            <a:off x="5111511" y="5765326"/>
            <a:ext cx="1152000" cy="288000"/>
          </a:xfrm>
          <a:prstGeom prst="roundRect">
            <a:avLst/>
          </a:prstGeom>
          <a:solidFill>
            <a:srgbClr val="C7ADE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id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57BE3A41-3B4F-AB86-EECA-6B51C6B6C1A0}"/>
              </a:ext>
            </a:extLst>
          </p:cNvPr>
          <p:cNvSpPr/>
          <p:nvPr/>
        </p:nvSpPr>
        <p:spPr>
          <a:xfrm>
            <a:off x="5111511" y="6097264"/>
            <a:ext cx="1152000" cy="288000"/>
          </a:xfrm>
          <a:prstGeom prst="roundRect">
            <a:avLst/>
          </a:prstGeom>
          <a:solidFill>
            <a:srgbClr val="C7ADE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latin typeface="Montserrat" panose="00000500000000000000" pitchFamily="2" charset="0"/>
              </a:rPr>
              <a:t>&lt;option&gt;</a:t>
            </a:r>
            <a:endParaRPr lang="zh-CN" altLang="en-US" sz="1000" dirty="0">
              <a:solidFill>
                <a:sysClr val="windowText" lastClr="000000"/>
              </a:solidFill>
              <a:latin typeface="Montserrat" panose="00000500000000000000" pitchFamily="2" charset="0"/>
            </a:endParaRPr>
          </a:p>
        </p:txBody>
      </p:sp>
      <p:cxnSp>
        <p:nvCxnSpPr>
          <p:cNvPr id="34" name="连接符: 曲线 33">
            <a:extLst>
              <a:ext uri="{FF2B5EF4-FFF2-40B4-BE49-F238E27FC236}">
                <a16:creationId xmlns:a16="http://schemas.microsoft.com/office/drawing/2014/main" id="{633C67E8-D028-C85A-E972-73CEA836F621}"/>
              </a:ext>
            </a:extLst>
          </p:cNvPr>
          <p:cNvCxnSpPr>
            <a:cxnSpLocks/>
            <a:stCxn id="21" idx="1"/>
            <a:endCxn id="12" idx="3"/>
          </p:cNvCxnSpPr>
          <p:nvPr/>
        </p:nvCxnSpPr>
        <p:spPr>
          <a:xfrm rot="10800000" flipV="1">
            <a:off x="4888637" y="5577388"/>
            <a:ext cx="222875" cy="331937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曲线 37">
            <a:extLst>
              <a:ext uri="{FF2B5EF4-FFF2-40B4-BE49-F238E27FC236}">
                <a16:creationId xmlns:a16="http://schemas.microsoft.com/office/drawing/2014/main" id="{684D6285-3A23-E778-92CA-15C9A5FA20BC}"/>
              </a:ext>
            </a:extLst>
          </p:cNvPr>
          <p:cNvCxnSpPr>
            <a:cxnSpLocks/>
            <a:stCxn id="31" idx="1"/>
            <a:endCxn id="12" idx="3"/>
          </p:cNvCxnSpPr>
          <p:nvPr/>
        </p:nvCxnSpPr>
        <p:spPr>
          <a:xfrm rot="10800000">
            <a:off x="4888637" y="5909326"/>
            <a:ext cx="222875" cy="331938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曲线 46">
            <a:extLst>
              <a:ext uri="{FF2B5EF4-FFF2-40B4-BE49-F238E27FC236}">
                <a16:creationId xmlns:a16="http://schemas.microsoft.com/office/drawing/2014/main" id="{BA78BC2D-F1BE-EC17-3127-EB52F68FD4C2}"/>
              </a:ext>
            </a:extLst>
          </p:cNvPr>
          <p:cNvCxnSpPr>
            <a:cxnSpLocks/>
            <a:stCxn id="27" idx="3"/>
            <a:endCxn id="99" idx="1"/>
          </p:cNvCxnSpPr>
          <p:nvPr/>
        </p:nvCxnSpPr>
        <p:spPr>
          <a:xfrm>
            <a:off x="7434273" y="2888173"/>
            <a:ext cx="239484" cy="129441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曲线 50">
            <a:extLst>
              <a:ext uri="{FF2B5EF4-FFF2-40B4-BE49-F238E27FC236}">
                <a16:creationId xmlns:a16="http://schemas.microsoft.com/office/drawing/2014/main" id="{0E54F35F-B766-BD4C-814C-CFF23033B849}"/>
              </a:ext>
            </a:extLst>
          </p:cNvPr>
          <p:cNvCxnSpPr>
            <a:cxnSpLocks/>
            <a:stCxn id="108" idx="3"/>
            <a:endCxn id="99" idx="1"/>
          </p:cNvCxnSpPr>
          <p:nvPr/>
        </p:nvCxnSpPr>
        <p:spPr>
          <a:xfrm flipV="1">
            <a:off x="7426143" y="3017614"/>
            <a:ext cx="247614" cy="140453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4344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7DBE5-2863-17D1-1869-555ABE7CB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2D3A605-C61A-1177-72EC-2BC80E57FEE8}"/>
              </a:ext>
            </a:extLst>
          </p:cNvPr>
          <p:cNvSpPr/>
          <p:nvPr/>
        </p:nvSpPr>
        <p:spPr>
          <a:xfrm>
            <a:off x="5267696" y="3303000"/>
            <a:ext cx="1080000" cy="216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Multimedia</a:t>
            </a:r>
            <a:endParaRPr lang="zh-CN" altLang="en-US" sz="100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0C21524-2DB6-C471-8E67-E68F4D0CB134}"/>
              </a:ext>
            </a:extLst>
          </p:cNvPr>
          <p:cNvSpPr/>
          <p:nvPr/>
        </p:nvSpPr>
        <p:spPr>
          <a:xfrm>
            <a:off x="6583823" y="4502554"/>
            <a:ext cx="720000" cy="216000"/>
          </a:xfrm>
          <a:prstGeom prst="roundRect">
            <a:avLst/>
          </a:prstGeom>
          <a:solidFill>
            <a:srgbClr val="6D214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&lt;svg</a:t>
            </a:r>
            <a:r>
              <a:rPr lang="en-US" altLang="zh-CN" sz="1000" dirty="0"/>
              <a:t>&gt;</a:t>
            </a:r>
            <a:endParaRPr lang="zh-CN" altLang="en-US" sz="1000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3E8D753-4583-0E7D-9076-510D39432E21}"/>
              </a:ext>
            </a:extLst>
          </p:cNvPr>
          <p:cNvSpPr/>
          <p:nvPr/>
        </p:nvSpPr>
        <p:spPr>
          <a:xfrm>
            <a:off x="6583823" y="1712260"/>
            <a:ext cx="720000" cy="216000"/>
          </a:xfrm>
          <a:prstGeom prst="roundRect">
            <a:avLst/>
          </a:prstGeom>
          <a:solidFill>
            <a:srgbClr val="FA823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&lt;img&gt;</a:t>
            </a:r>
            <a:endParaRPr lang="zh-CN" altLang="en-US" sz="100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47BB1F8-F855-5E24-A11E-97AE59DD3F22}"/>
              </a:ext>
            </a:extLst>
          </p:cNvPr>
          <p:cNvSpPr/>
          <p:nvPr/>
        </p:nvSpPr>
        <p:spPr>
          <a:xfrm>
            <a:off x="6583823" y="2386347"/>
            <a:ext cx="720000" cy="216000"/>
          </a:xfrm>
          <a:prstGeom prst="roundRect">
            <a:avLst/>
          </a:prstGeom>
          <a:solidFill>
            <a:srgbClr val="EB3B5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&lt;figure&gt;</a:t>
            </a:r>
            <a:endParaRPr lang="zh-CN" altLang="en-US" sz="100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81BBC49-DE44-FD44-6818-83512F01F19A}"/>
              </a:ext>
            </a:extLst>
          </p:cNvPr>
          <p:cNvSpPr/>
          <p:nvPr/>
        </p:nvSpPr>
        <p:spPr>
          <a:xfrm>
            <a:off x="6583823" y="2928911"/>
            <a:ext cx="720000" cy="216000"/>
          </a:xfrm>
          <a:prstGeom prst="roundRect">
            <a:avLst/>
          </a:prstGeom>
          <a:solidFill>
            <a:srgbClr val="F78FB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&lt;picture&gt;</a:t>
            </a:r>
            <a:endParaRPr lang="zh-CN" altLang="en-US" sz="100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FDE3763-9113-B586-4911-A44954F157C5}"/>
              </a:ext>
            </a:extLst>
          </p:cNvPr>
          <p:cNvSpPr/>
          <p:nvPr/>
        </p:nvSpPr>
        <p:spPr>
          <a:xfrm>
            <a:off x="7466994" y="1711755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alt</a:t>
            </a:r>
            <a:endParaRPr lang="zh-CN" altLang="en-US" sz="1000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09EA356-77BB-0AAB-B381-169E5F06423E}"/>
              </a:ext>
            </a:extLst>
          </p:cNvPr>
          <p:cNvSpPr/>
          <p:nvPr/>
        </p:nvSpPr>
        <p:spPr>
          <a:xfrm>
            <a:off x="7466994" y="1460731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src</a:t>
            </a:r>
            <a:endParaRPr lang="zh-CN" altLang="en-US" sz="100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D424EEB-ADC0-022D-2BAE-E497610FEB3D}"/>
              </a:ext>
            </a:extLst>
          </p:cNvPr>
          <p:cNvSpPr/>
          <p:nvPr/>
        </p:nvSpPr>
        <p:spPr>
          <a:xfrm>
            <a:off x="7466994" y="2261087"/>
            <a:ext cx="900000" cy="216000"/>
          </a:xfrm>
          <a:prstGeom prst="roundRect">
            <a:avLst/>
          </a:prstGeom>
          <a:solidFill>
            <a:srgbClr val="EB3B5A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&lt;figcaption&gt;</a:t>
            </a:r>
            <a:endParaRPr lang="zh-CN" altLang="en-US" sz="1000"/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5AE72974-B45F-00B7-1395-A426C56B9E0D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6347696" y="3411000"/>
            <a:ext cx="236127" cy="1199554"/>
          </a:xfrm>
          <a:prstGeom prst="curvedConnector3">
            <a:avLst>
              <a:gd name="adj1" fmla="val 50000"/>
            </a:avLst>
          </a:prstGeom>
          <a:ln>
            <a:solidFill>
              <a:srgbClr val="6D21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E22DD4A7-1E61-7C1F-5D98-EAB24CAAEB4A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6347696" y="2494347"/>
            <a:ext cx="236127" cy="916653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E3E6A24A-FF74-0DFA-A2BF-5E50614F8516}"/>
              </a:ext>
            </a:extLst>
          </p:cNvPr>
          <p:cNvCxnSpPr>
            <a:stCxn id="2" idx="3"/>
            <a:endCxn id="6" idx="1"/>
          </p:cNvCxnSpPr>
          <p:nvPr/>
        </p:nvCxnSpPr>
        <p:spPr>
          <a:xfrm flipV="1">
            <a:off x="6347696" y="3036911"/>
            <a:ext cx="236127" cy="374089"/>
          </a:xfrm>
          <a:prstGeom prst="curvedConnector3">
            <a:avLst/>
          </a:prstGeom>
          <a:ln>
            <a:solidFill>
              <a:srgbClr val="F78F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004008D1-A284-074B-0CF2-7B88A789C5FB}"/>
              </a:ext>
            </a:extLst>
          </p:cNvPr>
          <p:cNvCxnSpPr>
            <a:stCxn id="4" idx="1"/>
            <a:endCxn id="2" idx="3"/>
          </p:cNvCxnSpPr>
          <p:nvPr/>
        </p:nvCxnSpPr>
        <p:spPr>
          <a:xfrm rot="10800000" flipV="1">
            <a:off x="6347697" y="1820260"/>
            <a:ext cx="236127" cy="1590740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0B5BF09C-BA86-7B04-6023-54F00EB078E5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7303823" y="1819755"/>
            <a:ext cx="163171" cy="505"/>
          </a:xfrm>
          <a:prstGeom prst="curvedConnector3">
            <a:avLst/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EADEB818-31A1-5900-A713-7385F5AD5CC5}"/>
              </a:ext>
            </a:extLst>
          </p:cNvPr>
          <p:cNvCxnSpPr>
            <a:cxnSpLocks/>
            <a:stCxn id="23" idx="1"/>
            <a:endCxn id="4" idx="3"/>
          </p:cNvCxnSpPr>
          <p:nvPr/>
        </p:nvCxnSpPr>
        <p:spPr>
          <a:xfrm rot="10800000">
            <a:off x="7303824" y="1820260"/>
            <a:ext cx="163171" cy="250520"/>
          </a:xfrm>
          <a:prstGeom prst="curvedConnector3">
            <a:avLst/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D84F5621-D44E-ED4E-6C6E-8F59C3EA50CA}"/>
              </a:ext>
            </a:extLst>
          </p:cNvPr>
          <p:cNvCxnSpPr>
            <a:cxnSpLocks/>
            <a:stCxn id="58" idx="1"/>
            <a:endCxn id="5" idx="3"/>
          </p:cNvCxnSpPr>
          <p:nvPr/>
        </p:nvCxnSpPr>
        <p:spPr>
          <a:xfrm rot="10800000">
            <a:off x="7303824" y="2494347"/>
            <a:ext cx="163171" cy="125260"/>
          </a:xfrm>
          <a:prstGeom prst="curvedConnector3">
            <a:avLst/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53B755B-29EF-932B-04BB-7D49084827F2}"/>
              </a:ext>
            </a:extLst>
          </p:cNvPr>
          <p:cNvSpPr/>
          <p:nvPr/>
        </p:nvSpPr>
        <p:spPr>
          <a:xfrm>
            <a:off x="7466994" y="1962780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title</a:t>
            </a:r>
            <a:endParaRPr lang="zh-CN" altLang="en-US" sz="1000"/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741AE713-414D-63CD-931D-279A096AC489}"/>
              </a:ext>
            </a:extLst>
          </p:cNvPr>
          <p:cNvSpPr/>
          <p:nvPr/>
        </p:nvSpPr>
        <p:spPr>
          <a:xfrm>
            <a:off x="7466994" y="2511607"/>
            <a:ext cx="900000" cy="216000"/>
          </a:xfrm>
          <a:prstGeom prst="roundRect">
            <a:avLst/>
          </a:prstGeom>
          <a:solidFill>
            <a:srgbClr val="EB3B5A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&lt;Img&gt;…</a:t>
            </a:r>
            <a:endParaRPr lang="zh-CN" altLang="en-US" sz="1000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FC49AD26-AEBA-63FF-6CC9-F04A16EB6490}"/>
              </a:ext>
            </a:extLst>
          </p:cNvPr>
          <p:cNvSpPr/>
          <p:nvPr/>
        </p:nvSpPr>
        <p:spPr>
          <a:xfrm>
            <a:off x="7466994" y="2803651"/>
            <a:ext cx="900000" cy="216000"/>
          </a:xfrm>
          <a:prstGeom prst="roundRect">
            <a:avLst/>
          </a:prstGeom>
          <a:solidFill>
            <a:srgbClr val="F78FB3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&lt;source&gt;</a:t>
            </a:r>
            <a:endParaRPr lang="zh-CN" altLang="en-US" sz="1000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01287920-BE36-EF1D-0EAC-9B385D294CAE}"/>
              </a:ext>
            </a:extLst>
          </p:cNvPr>
          <p:cNvSpPr/>
          <p:nvPr/>
        </p:nvSpPr>
        <p:spPr>
          <a:xfrm>
            <a:off x="7466994" y="3054171"/>
            <a:ext cx="900000" cy="216000"/>
          </a:xfrm>
          <a:prstGeom prst="roundRect">
            <a:avLst/>
          </a:prstGeom>
          <a:solidFill>
            <a:srgbClr val="F78FB3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&lt;img&gt;</a:t>
            </a:r>
            <a:endParaRPr lang="zh-CN" altLang="en-US" sz="1000"/>
          </a:p>
        </p:txBody>
      </p:sp>
      <p:cxnSp>
        <p:nvCxnSpPr>
          <p:cNvPr id="69" name="连接符: 曲线 68">
            <a:extLst>
              <a:ext uri="{FF2B5EF4-FFF2-40B4-BE49-F238E27FC236}">
                <a16:creationId xmlns:a16="http://schemas.microsoft.com/office/drawing/2014/main" id="{8BDD0A78-6AC5-D4FD-25ED-608B37905FFB}"/>
              </a:ext>
            </a:extLst>
          </p:cNvPr>
          <p:cNvCxnSpPr>
            <a:cxnSpLocks/>
            <a:stCxn id="62" idx="1"/>
            <a:endCxn id="6" idx="3"/>
          </p:cNvCxnSpPr>
          <p:nvPr/>
        </p:nvCxnSpPr>
        <p:spPr>
          <a:xfrm rot="10800000" flipV="1">
            <a:off x="7303824" y="2911651"/>
            <a:ext cx="163171" cy="125260"/>
          </a:xfrm>
          <a:prstGeom prst="curvedConnector3">
            <a:avLst>
              <a:gd name="adj1" fmla="val 50000"/>
            </a:avLst>
          </a:prstGeom>
          <a:ln>
            <a:solidFill>
              <a:srgbClr val="F78F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曲线 70">
            <a:extLst>
              <a:ext uri="{FF2B5EF4-FFF2-40B4-BE49-F238E27FC236}">
                <a16:creationId xmlns:a16="http://schemas.microsoft.com/office/drawing/2014/main" id="{5A5335C1-AF95-7C07-1B49-1C0CEBAD69C5}"/>
              </a:ext>
            </a:extLst>
          </p:cNvPr>
          <p:cNvCxnSpPr>
            <a:cxnSpLocks/>
            <a:stCxn id="63" idx="1"/>
            <a:endCxn id="6" idx="3"/>
          </p:cNvCxnSpPr>
          <p:nvPr/>
        </p:nvCxnSpPr>
        <p:spPr>
          <a:xfrm rot="10800000">
            <a:off x="7303824" y="3036911"/>
            <a:ext cx="163171" cy="125260"/>
          </a:xfrm>
          <a:prstGeom prst="curvedConnector3">
            <a:avLst/>
          </a:prstGeom>
          <a:ln>
            <a:solidFill>
              <a:srgbClr val="F78F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曲线 104">
            <a:extLst>
              <a:ext uri="{FF2B5EF4-FFF2-40B4-BE49-F238E27FC236}">
                <a16:creationId xmlns:a16="http://schemas.microsoft.com/office/drawing/2014/main" id="{50CBC0DE-7888-C256-C58D-47E3950BCE00}"/>
              </a:ext>
            </a:extLst>
          </p:cNvPr>
          <p:cNvCxnSpPr>
            <a:cxnSpLocks/>
            <a:stCxn id="10" idx="1"/>
            <a:endCxn id="5" idx="3"/>
          </p:cNvCxnSpPr>
          <p:nvPr/>
        </p:nvCxnSpPr>
        <p:spPr>
          <a:xfrm rot="10800000" flipV="1">
            <a:off x="7303824" y="2369087"/>
            <a:ext cx="163171" cy="125260"/>
          </a:xfrm>
          <a:prstGeom prst="curvedConnector3">
            <a:avLst>
              <a:gd name="adj1" fmla="val 50000"/>
            </a:avLst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907286D-9FE6-16FB-D8C7-CF57F02AF814}"/>
              </a:ext>
            </a:extLst>
          </p:cNvPr>
          <p:cNvSpPr/>
          <p:nvPr/>
        </p:nvSpPr>
        <p:spPr>
          <a:xfrm>
            <a:off x="6583823" y="3797151"/>
            <a:ext cx="720000" cy="216000"/>
          </a:xfrm>
          <a:prstGeom prst="roundRect">
            <a:avLst/>
          </a:prstGeom>
          <a:solidFill>
            <a:srgbClr val="8854D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&lt;canvas&gt;</a:t>
            </a:r>
            <a:endParaRPr lang="zh-CN" altLang="en-US" sz="1000"/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C40DB89B-E657-2776-2D27-3B9930D10B13}"/>
              </a:ext>
            </a:extLst>
          </p:cNvPr>
          <p:cNvCxnSpPr>
            <a:cxnSpLocks/>
            <a:stCxn id="2" idx="3"/>
            <a:endCxn id="12" idx="1"/>
          </p:cNvCxnSpPr>
          <p:nvPr/>
        </p:nvCxnSpPr>
        <p:spPr>
          <a:xfrm>
            <a:off x="6347696" y="3411000"/>
            <a:ext cx="236127" cy="494151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EC316819-B231-05D4-7AA3-F40030F8859C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rot="10800000" flipV="1">
            <a:off x="7303824" y="1568730"/>
            <a:ext cx="163171" cy="251529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EABFEE3-D313-D266-5887-251AEA0E60C5}"/>
              </a:ext>
            </a:extLst>
          </p:cNvPr>
          <p:cNvSpPr/>
          <p:nvPr/>
        </p:nvSpPr>
        <p:spPr>
          <a:xfrm>
            <a:off x="4392891" y="3681000"/>
            <a:ext cx="720000" cy="216000"/>
          </a:xfrm>
          <a:prstGeom prst="roundRect">
            <a:avLst/>
          </a:prstGeom>
          <a:solidFill>
            <a:srgbClr val="3DC1D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&lt;video&gt;</a:t>
            </a:r>
            <a:endParaRPr lang="zh-CN" altLang="en-US" sz="1000"/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AAEBC88E-B008-9BD5-2BBD-400C41D46017}"/>
              </a:ext>
            </a:extLst>
          </p:cNvPr>
          <p:cNvCxnSpPr>
            <a:cxnSpLocks/>
            <a:stCxn id="2" idx="1"/>
            <a:endCxn id="9" idx="3"/>
          </p:cNvCxnSpPr>
          <p:nvPr/>
        </p:nvCxnSpPr>
        <p:spPr>
          <a:xfrm rot="10800000" flipV="1">
            <a:off x="5112892" y="3411000"/>
            <a:ext cx="154805" cy="378000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08ED0E9-3CB5-9218-9DE1-058353240D7F}"/>
              </a:ext>
            </a:extLst>
          </p:cNvPr>
          <p:cNvSpPr/>
          <p:nvPr/>
        </p:nvSpPr>
        <p:spPr>
          <a:xfrm>
            <a:off x="4392891" y="2925000"/>
            <a:ext cx="720000" cy="216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&lt;audio&gt;</a:t>
            </a:r>
            <a:endParaRPr lang="zh-CN" altLang="en-US" sz="1000"/>
          </a:p>
        </p:txBody>
      </p: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6B99C505-3E27-3C10-6583-3E14A1E39DE5}"/>
              </a:ext>
            </a:extLst>
          </p:cNvPr>
          <p:cNvCxnSpPr>
            <a:cxnSpLocks/>
            <a:stCxn id="28" idx="3"/>
            <a:endCxn id="2" idx="1"/>
          </p:cNvCxnSpPr>
          <p:nvPr/>
        </p:nvCxnSpPr>
        <p:spPr>
          <a:xfrm>
            <a:off x="5112891" y="3033000"/>
            <a:ext cx="154805" cy="378000"/>
          </a:xfrm>
          <a:prstGeom prst="curvedConnector3">
            <a:avLst/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C999404-A965-6CE9-AAE6-453BC9738865}"/>
              </a:ext>
            </a:extLst>
          </p:cNvPr>
          <p:cNvSpPr/>
          <p:nvPr/>
        </p:nvSpPr>
        <p:spPr>
          <a:xfrm>
            <a:off x="3308639" y="2421000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src</a:t>
            </a:r>
            <a:endParaRPr lang="zh-CN" altLang="en-US" sz="100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7CAABC6-FB16-5C23-FDBA-654D3FCC7E90}"/>
              </a:ext>
            </a:extLst>
          </p:cNvPr>
          <p:cNvSpPr/>
          <p:nvPr/>
        </p:nvSpPr>
        <p:spPr>
          <a:xfrm>
            <a:off x="3308639" y="2673000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autoplay</a:t>
            </a:r>
            <a:endParaRPr lang="zh-CN" altLang="en-US" sz="1000"/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153815A7-01D1-5ABE-4A6C-57D03E75E7BA}"/>
              </a:ext>
            </a:extLst>
          </p:cNvPr>
          <p:cNvSpPr/>
          <p:nvPr/>
        </p:nvSpPr>
        <p:spPr>
          <a:xfrm>
            <a:off x="3308639" y="2925000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controls</a:t>
            </a:r>
            <a:endParaRPr lang="zh-CN" altLang="en-US" sz="10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E6EBE6CC-A422-3042-8F40-506F5F6D8770}"/>
              </a:ext>
            </a:extLst>
          </p:cNvPr>
          <p:cNvSpPr/>
          <p:nvPr/>
        </p:nvSpPr>
        <p:spPr>
          <a:xfrm>
            <a:off x="3308639" y="3177000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loop</a:t>
            </a:r>
            <a:endParaRPr lang="zh-CN" altLang="en-US" sz="1000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931B0513-BA9A-015F-C877-DAFB69386148}"/>
              </a:ext>
            </a:extLst>
          </p:cNvPr>
          <p:cNvSpPr/>
          <p:nvPr/>
        </p:nvSpPr>
        <p:spPr>
          <a:xfrm>
            <a:off x="3308639" y="3429000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muted</a:t>
            </a:r>
            <a:endParaRPr lang="zh-CN" altLang="en-US" sz="100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464B33B3-1F58-7C84-85E7-7EA4951B463F}"/>
              </a:ext>
            </a:extLst>
          </p:cNvPr>
          <p:cNvSpPr/>
          <p:nvPr/>
        </p:nvSpPr>
        <p:spPr>
          <a:xfrm>
            <a:off x="3308639" y="3681000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preload</a:t>
            </a:r>
            <a:endParaRPr lang="zh-CN" altLang="en-US" sz="1000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8E76EB2E-4689-1F1A-D30C-85FE11038F4F}"/>
              </a:ext>
            </a:extLst>
          </p:cNvPr>
          <p:cNvSpPr/>
          <p:nvPr/>
        </p:nvSpPr>
        <p:spPr>
          <a:xfrm>
            <a:off x="3308639" y="3933000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hidden</a:t>
            </a:r>
            <a:endParaRPr lang="zh-CN" altLang="en-US" sz="1000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2403F235-A94D-3860-89DF-E5DD4F06A9D7}"/>
              </a:ext>
            </a:extLst>
          </p:cNvPr>
          <p:cNvSpPr/>
          <p:nvPr/>
        </p:nvSpPr>
        <p:spPr>
          <a:xfrm>
            <a:off x="3308639" y="4184333"/>
            <a:ext cx="900000" cy="216000"/>
          </a:xfrm>
          <a:prstGeom prst="roundRect">
            <a:avLst/>
          </a:prstGeom>
          <a:solidFill>
            <a:srgbClr val="3DC1D3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poster</a:t>
            </a:r>
            <a:endParaRPr lang="zh-CN" altLang="en-US" sz="1000"/>
          </a:p>
        </p:txBody>
      </p: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3B0F319E-8A5C-97B3-C777-5CDFF32AF057}"/>
              </a:ext>
            </a:extLst>
          </p:cNvPr>
          <p:cNvCxnSpPr>
            <a:cxnSpLocks/>
            <a:stCxn id="32" idx="3"/>
            <a:endCxn id="28" idx="1"/>
          </p:cNvCxnSpPr>
          <p:nvPr/>
        </p:nvCxnSpPr>
        <p:spPr>
          <a:xfrm>
            <a:off x="4208639" y="2529000"/>
            <a:ext cx="184252" cy="504000"/>
          </a:xfrm>
          <a:prstGeom prst="curvedConnector3">
            <a:avLst/>
          </a:prstGeom>
          <a:ln>
            <a:solidFill>
              <a:srgbClr val="1AC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DA05F0B0-E9D0-7190-5279-0E0A6DF454F6}"/>
              </a:ext>
            </a:extLst>
          </p:cNvPr>
          <p:cNvCxnSpPr>
            <a:cxnSpLocks/>
            <a:stCxn id="39" idx="3"/>
            <a:endCxn id="9" idx="1"/>
          </p:cNvCxnSpPr>
          <p:nvPr/>
        </p:nvCxnSpPr>
        <p:spPr>
          <a:xfrm flipV="1">
            <a:off x="4208639" y="3789000"/>
            <a:ext cx="184252" cy="503333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278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44D37-27F9-6B4C-6ADE-230014C32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8C5F840-463F-A4D0-84A1-63E21E233D5E}"/>
              </a:ext>
            </a:extLst>
          </p:cNvPr>
          <p:cNvSpPr/>
          <p:nvPr/>
        </p:nvSpPr>
        <p:spPr>
          <a:xfrm>
            <a:off x="5267696" y="3029934"/>
            <a:ext cx="1080000" cy="360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background</a:t>
            </a:r>
            <a:endParaRPr lang="zh-CN" altLang="en-US" sz="1000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4DE9355-3EFB-8606-FA1A-6D56D6950A98}"/>
              </a:ext>
            </a:extLst>
          </p:cNvPr>
          <p:cNvSpPr/>
          <p:nvPr/>
        </p:nvSpPr>
        <p:spPr>
          <a:xfrm>
            <a:off x="6583823" y="3218172"/>
            <a:ext cx="1872000" cy="360000"/>
          </a:xfrm>
          <a:prstGeom prst="roundRect">
            <a:avLst/>
          </a:prstGeom>
          <a:solidFill>
            <a:srgbClr val="6D214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background-repeat</a:t>
            </a:r>
            <a:endParaRPr lang="zh-CN" altLang="en-US" sz="100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18A25FE-C1B9-F539-4E02-CEFFCB9D0003}"/>
              </a:ext>
            </a:extLst>
          </p:cNvPr>
          <p:cNvSpPr/>
          <p:nvPr/>
        </p:nvSpPr>
        <p:spPr>
          <a:xfrm>
            <a:off x="6583823" y="1712260"/>
            <a:ext cx="1872000" cy="360000"/>
          </a:xfrm>
          <a:prstGeom prst="roundRect">
            <a:avLst/>
          </a:prstGeom>
          <a:solidFill>
            <a:srgbClr val="FA823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background-color</a:t>
            </a:r>
            <a:endParaRPr lang="zh-CN" altLang="en-US" sz="1000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7A792D5-D640-E90C-F6FA-DE21142430A7}"/>
              </a:ext>
            </a:extLst>
          </p:cNvPr>
          <p:cNvSpPr/>
          <p:nvPr/>
        </p:nvSpPr>
        <p:spPr>
          <a:xfrm>
            <a:off x="6583823" y="2088738"/>
            <a:ext cx="1872000" cy="360000"/>
          </a:xfrm>
          <a:prstGeom prst="roundRect">
            <a:avLst/>
          </a:prstGeom>
          <a:solidFill>
            <a:srgbClr val="EB3B5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background-img</a:t>
            </a:r>
            <a:endParaRPr lang="zh-CN" altLang="en-US" sz="100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001F596-A9BC-961B-AB7F-13C5672DF725}"/>
              </a:ext>
            </a:extLst>
          </p:cNvPr>
          <p:cNvSpPr/>
          <p:nvPr/>
        </p:nvSpPr>
        <p:spPr>
          <a:xfrm>
            <a:off x="6583823" y="2465216"/>
            <a:ext cx="1872000" cy="360000"/>
          </a:xfrm>
          <a:prstGeom prst="roundRect">
            <a:avLst/>
          </a:prstGeom>
          <a:solidFill>
            <a:srgbClr val="F78FB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background-position</a:t>
            </a:r>
            <a:endParaRPr lang="zh-CN" altLang="en-US" sz="1000"/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D857022F-FD57-CB9F-109D-F0FEA004375B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6347696" y="3209934"/>
            <a:ext cx="236127" cy="188238"/>
          </a:xfrm>
          <a:prstGeom prst="curvedConnector3">
            <a:avLst>
              <a:gd name="adj1" fmla="val 50000"/>
            </a:avLst>
          </a:prstGeom>
          <a:ln>
            <a:solidFill>
              <a:srgbClr val="6D21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DF152018-D11C-FF19-7282-EC631DB77FDB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6347696" y="2268738"/>
            <a:ext cx="236127" cy="941196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D776544B-8805-064E-FB86-8357089F4115}"/>
              </a:ext>
            </a:extLst>
          </p:cNvPr>
          <p:cNvCxnSpPr>
            <a:stCxn id="2" idx="3"/>
            <a:endCxn id="6" idx="1"/>
          </p:cNvCxnSpPr>
          <p:nvPr/>
        </p:nvCxnSpPr>
        <p:spPr>
          <a:xfrm flipV="1">
            <a:off x="6347696" y="2645216"/>
            <a:ext cx="236127" cy="564718"/>
          </a:xfrm>
          <a:prstGeom prst="curvedConnector3">
            <a:avLst/>
          </a:prstGeom>
          <a:ln>
            <a:solidFill>
              <a:srgbClr val="F78F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5530CC53-CE6B-A691-48F9-E0FE20C352A0}"/>
              </a:ext>
            </a:extLst>
          </p:cNvPr>
          <p:cNvCxnSpPr>
            <a:stCxn id="4" idx="1"/>
            <a:endCxn id="2" idx="3"/>
          </p:cNvCxnSpPr>
          <p:nvPr/>
        </p:nvCxnSpPr>
        <p:spPr>
          <a:xfrm rot="10800000" flipV="1">
            <a:off x="6347697" y="1892260"/>
            <a:ext cx="236127" cy="1317674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A690FCB-6050-34A5-12AA-227C0F7253CA}"/>
              </a:ext>
            </a:extLst>
          </p:cNvPr>
          <p:cNvSpPr/>
          <p:nvPr/>
        </p:nvSpPr>
        <p:spPr>
          <a:xfrm>
            <a:off x="6583823" y="2841694"/>
            <a:ext cx="1872000" cy="360000"/>
          </a:xfrm>
          <a:prstGeom prst="roundRect">
            <a:avLst/>
          </a:prstGeom>
          <a:solidFill>
            <a:srgbClr val="8854D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background-size</a:t>
            </a:r>
            <a:endParaRPr lang="zh-CN" altLang="en-US" sz="1000"/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B1FC38B2-3763-8A0C-56A4-C088C18DDBC2}"/>
              </a:ext>
            </a:extLst>
          </p:cNvPr>
          <p:cNvCxnSpPr>
            <a:cxnSpLocks/>
            <a:stCxn id="2" idx="3"/>
            <a:endCxn id="12" idx="1"/>
          </p:cNvCxnSpPr>
          <p:nvPr/>
        </p:nvCxnSpPr>
        <p:spPr>
          <a:xfrm flipV="1">
            <a:off x="6347696" y="3021694"/>
            <a:ext cx="236127" cy="188240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704B543-A087-6258-53B2-3382506CB5CB}"/>
              </a:ext>
            </a:extLst>
          </p:cNvPr>
          <p:cNvSpPr/>
          <p:nvPr/>
        </p:nvSpPr>
        <p:spPr>
          <a:xfrm>
            <a:off x="6583823" y="3971128"/>
            <a:ext cx="1872000" cy="360000"/>
          </a:xfrm>
          <a:prstGeom prst="roundRect">
            <a:avLst/>
          </a:prstGeom>
          <a:solidFill>
            <a:srgbClr val="3DC1D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background-clip</a:t>
            </a:r>
            <a:endParaRPr lang="zh-CN" altLang="en-US" sz="1000"/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EADC1F19-9641-15F6-3ECE-3B5E53A4B1CD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6347696" y="3209934"/>
            <a:ext cx="236127" cy="941194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2D76B52C-A377-4760-EE4D-8E1F7250DC8F}"/>
              </a:ext>
            </a:extLst>
          </p:cNvPr>
          <p:cNvSpPr/>
          <p:nvPr/>
        </p:nvSpPr>
        <p:spPr>
          <a:xfrm>
            <a:off x="6583823" y="3594650"/>
            <a:ext cx="1872000" cy="360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background-origin</a:t>
            </a:r>
            <a:endParaRPr lang="zh-CN" altLang="en-US" sz="1000"/>
          </a:p>
        </p:txBody>
      </p: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EF08E3E2-D366-FE1C-85A8-77605DB967B3}"/>
              </a:ext>
            </a:extLst>
          </p:cNvPr>
          <p:cNvCxnSpPr>
            <a:cxnSpLocks/>
            <a:stCxn id="28" idx="1"/>
            <a:endCxn id="2" idx="3"/>
          </p:cNvCxnSpPr>
          <p:nvPr/>
        </p:nvCxnSpPr>
        <p:spPr>
          <a:xfrm rot="10800000">
            <a:off x="6347697" y="3209934"/>
            <a:ext cx="236127" cy="564716"/>
          </a:xfrm>
          <a:prstGeom prst="curvedConnector3">
            <a:avLst>
              <a:gd name="adj1" fmla="val 50000"/>
            </a:avLst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8">
            <a:extLst>
              <a:ext uri="{FF2B5EF4-FFF2-40B4-BE49-F238E27FC236}">
                <a16:creationId xmlns:a16="http://schemas.microsoft.com/office/drawing/2014/main" id="{A6C27A23-18E4-76C2-DEF7-34D22EC06C21}"/>
              </a:ext>
            </a:extLst>
          </p:cNvPr>
          <p:cNvSpPr/>
          <p:nvPr/>
        </p:nvSpPr>
        <p:spPr>
          <a:xfrm>
            <a:off x="6583823" y="4347608"/>
            <a:ext cx="1872000" cy="360000"/>
          </a:xfrm>
          <a:prstGeom prst="roundRect">
            <a:avLst/>
          </a:prstGeom>
          <a:solidFill>
            <a:srgbClr val="0070C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background-attachment</a:t>
            </a:r>
            <a:endParaRPr lang="zh-CN" altLang="en-US" sz="1000"/>
          </a:p>
        </p:txBody>
      </p:sp>
      <p:cxnSp>
        <p:nvCxnSpPr>
          <p:cNvPr id="46" name="连接符: 曲线 10">
            <a:extLst>
              <a:ext uri="{FF2B5EF4-FFF2-40B4-BE49-F238E27FC236}">
                <a16:creationId xmlns:a16="http://schemas.microsoft.com/office/drawing/2014/main" id="{32E5C4EC-C977-10C6-8D74-4BEFAAD30A4E}"/>
              </a:ext>
            </a:extLst>
          </p:cNvPr>
          <p:cNvCxnSpPr>
            <a:cxnSpLocks/>
            <a:stCxn id="2" idx="3"/>
            <a:endCxn id="24" idx="1"/>
          </p:cNvCxnSpPr>
          <p:nvPr/>
        </p:nvCxnSpPr>
        <p:spPr>
          <a:xfrm>
            <a:off x="6347696" y="3209934"/>
            <a:ext cx="236127" cy="1317674"/>
          </a:xfrm>
          <a:prstGeom prst="curvedConnector3">
            <a:avLst>
              <a:gd name="adj1" fmla="val 50000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0771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2CAE3-A1AC-3F4E-935C-0F5B86F0E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3F6BEB13-BC5C-76A7-70B4-5704F9D6A0AC}"/>
              </a:ext>
            </a:extLst>
          </p:cNvPr>
          <p:cNvSpPr/>
          <p:nvPr/>
        </p:nvSpPr>
        <p:spPr>
          <a:xfrm>
            <a:off x="3718159" y="3563330"/>
            <a:ext cx="1224000" cy="360000"/>
          </a:xfrm>
          <a:prstGeom prst="roundRect">
            <a:avLst/>
          </a:prstGeom>
          <a:solidFill>
            <a:srgbClr val="335BA3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/>
              <a:t>cartsView.vue</a:t>
            </a:r>
            <a:endParaRPr lang="zh-CN" altLang="en-US" sz="1000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865B1BF-2668-EBE3-9A2F-76B4ADFC7BD3}"/>
              </a:ext>
            </a:extLst>
          </p:cNvPr>
          <p:cNvSpPr/>
          <p:nvPr/>
        </p:nvSpPr>
        <p:spPr>
          <a:xfrm>
            <a:off x="3718159" y="1758192"/>
            <a:ext cx="1224000" cy="360000"/>
          </a:xfrm>
          <a:prstGeom prst="roundRect">
            <a:avLst/>
          </a:prstGeom>
          <a:solidFill>
            <a:srgbClr val="00BC7B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detailsView.vue</a:t>
            </a:r>
            <a:endParaRPr lang="zh-CN" altLang="en-US" sz="100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F1F7419-7D34-C865-9FD3-CEF01F2784E0}"/>
              </a:ext>
            </a:extLst>
          </p:cNvPr>
          <p:cNvSpPr/>
          <p:nvPr/>
        </p:nvSpPr>
        <p:spPr>
          <a:xfrm>
            <a:off x="5128757" y="2761047"/>
            <a:ext cx="1152000" cy="360000"/>
          </a:xfrm>
          <a:prstGeom prst="roundRect">
            <a:avLst/>
          </a:prstGeom>
          <a:solidFill>
            <a:srgbClr val="F9423A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cart.js</a:t>
            </a:r>
            <a:endParaRPr lang="zh-CN" altLang="en-US" sz="1000"/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8CA54037-8AE4-360B-D22C-AE9D102A0F28}"/>
              </a:ext>
            </a:extLst>
          </p:cNvPr>
          <p:cNvCxnSpPr>
            <a:cxnSpLocks/>
            <a:stCxn id="7" idx="1"/>
            <a:endCxn id="3" idx="3"/>
          </p:cNvCxnSpPr>
          <p:nvPr/>
        </p:nvCxnSpPr>
        <p:spPr>
          <a:xfrm rot="10800000" flipV="1">
            <a:off x="4942159" y="2941046"/>
            <a:ext cx="186598" cy="802283"/>
          </a:xfrm>
          <a:prstGeom prst="curvedConnector3">
            <a:avLst>
              <a:gd name="adj1" fmla="val 50000"/>
            </a:avLst>
          </a:prstGeom>
          <a:ln>
            <a:solidFill>
              <a:srgbClr val="6D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5D7F2DC2-788D-E15F-2B93-BEC9E5020321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4942159" y="1938192"/>
            <a:ext cx="186598" cy="1002855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206292A-CFFA-EDEE-0CE6-0FCE7626F683}"/>
              </a:ext>
            </a:extLst>
          </p:cNvPr>
          <p:cNvSpPr/>
          <p:nvPr/>
        </p:nvSpPr>
        <p:spPr>
          <a:xfrm>
            <a:off x="6467355" y="2159334"/>
            <a:ext cx="1152000" cy="360000"/>
          </a:xfrm>
          <a:prstGeom prst="roundRect">
            <a:avLst/>
          </a:prstGeom>
          <a:solidFill>
            <a:srgbClr val="FB837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lists</a:t>
            </a:r>
            <a:endParaRPr lang="zh-CN" altLang="en-US" sz="1000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A4A212-0D66-8B59-6229-1091271BAD62}"/>
              </a:ext>
            </a:extLst>
          </p:cNvPr>
          <p:cNvSpPr/>
          <p:nvPr/>
        </p:nvSpPr>
        <p:spPr>
          <a:xfrm>
            <a:off x="6467355" y="2560476"/>
            <a:ext cx="1152000" cy="360000"/>
          </a:xfrm>
          <a:prstGeom prst="roundRect">
            <a:avLst/>
          </a:prstGeom>
          <a:solidFill>
            <a:srgbClr val="FB837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getLists()</a:t>
            </a:r>
            <a:endParaRPr lang="zh-CN" altLang="en-US" sz="1000"/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309BB0B0-6F0E-C24E-3004-E1132211C2A4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 flipV="1">
            <a:off x="6280757" y="2339334"/>
            <a:ext cx="186598" cy="601713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曲线 33">
            <a:extLst>
              <a:ext uri="{FF2B5EF4-FFF2-40B4-BE49-F238E27FC236}">
                <a16:creationId xmlns:a16="http://schemas.microsoft.com/office/drawing/2014/main" id="{AAE83631-A7F6-E02C-6D38-BABF5CA86FCF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6280757" y="2941047"/>
            <a:ext cx="186598" cy="200571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连接符: 曲线 68">
            <a:extLst>
              <a:ext uri="{FF2B5EF4-FFF2-40B4-BE49-F238E27FC236}">
                <a16:creationId xmlns:a16="http://schemas.microsoft.com/office/drawing/2014/main" id="{3C11272C-4991-936E-0304-646EE0728FD5}"/>
              </a:ext>
            </a:extLst>
          </p:cNvPr>
          <p:cNvCxnSpPr>
            <a:cxnSpLocks/>
            <a:stCxn id="35" idx="3"/>
            <a:endCxn id="4" idx="1"/>
          </p:cNvCxnSpPr>
          <p:nvPr/>
        </p:nvCxnSpPr>
        <p:spPr>
          <a:xfrm>
            <a:off x="3434725" y="1537050"/>
            <a:ext cx="283434" cy="401142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FAC0BED9-67F3-89B3-6AB2-8DA4ED4A93BE}"/>
              </a:ext>
            </a:extLst>
          </p:cNvPr>
          <p:cNvSpPr/>
          <p:nvPr/>
        </p:nvSpPr>
        <p:spPr>
          <a:xfrm>
            <a:off x="6459225" y="3362760"/>
            <a:ext cx="1152000" cy="360000"/>
          </a:xfrm>
          <a:prstGeom prst="roundRect">
            <a:avLst/>
          </a:prstGeom>
          <a:solidFill>
            <a:srgbClr val="FB837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/>
              <a:t>clearCarts</a:t>
            </a:r>
            <a:r>
              <a:rPr lang="en-US" altLang="zh-CN" sz="1000" dirty="0"/>
              <a:t>()</a:t>
            </a:r>
            <a:endParaRPr lang="zh-CN" altLang="en-US" sz="1000" dirty="0"/>
          </a:p>
        </p:txBody>
      </p:sp>
      <p:cxnSp>
        <p:nvCxnSpPr>
          <p:cNvPr id="118" name="连接符: 曲线 117">
            <a:extLst>
              <a:ext uri="{FF2B5EF4-FFF2-40B4-BE49-F238E27FC236}">
                <a16:creationId xmlns:a16="http://schemas.microsoft.com/office/drawing/2014/main" id="{10E5DD0E-A687-963B-1415-3F7429B9EB3A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6280757" y="2740476"/>
            <a:ext cx="186598" cy="200571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连接符: 曲线 120">
            <a:extLst>
              <a:ext uri="{FF2B5EF4-FFF2-40B4-BE49-F238E27FC236}">
                <a16:creationId xmlns:a16="http://schemas.microsoft.com/office/drawing/2014/main" id="{5E6615E3-8D72-AC02-8F82-0C0E07C8A063}"/>
              </a:ext>
            </a:extLst>
          </p:cNvPr>
          <p:cNvCxnSpPr>
            <a:cxnSpLocks/>
            <a:stCxn id="7" idx="3"/>
            <a:endCxn id="108" idx="1"/>
          </p:cNvCxnSpPr>
          <p:nvPr/>
        </p:nvCxnSpPr>
        <p:spPr>
          <a:xfrm>
            <a:off x="6280757" y="2941047"/>
            <a:ext cx="178468" cy="601713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20E96D7-080F-5915-CFE3-F48B6E4FAB2E}"/>
              </a:ext>
            </a:extLst>
          </p:cNvPr>
          <p:cNvSpPr/>
          <p:nvPr/>
        </p:nvSpPr>
        <p:spPr>
          <a:xfrm>
            <a:off x="6467355" y="2961618"/>
            <a:ext cx="1152000" cy="360000"/>
          </a:xfrm>
          <a:prstGeom prst="roundRect">
            <a:avLst/>
          </a:prstGeom>
          <a:solidFill>
            <a:srgbClr val="FB837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addToCarts()</a:t>
            </a:r>
            <a:endParaRPr lang="zh-CN" altLang="en-US" sz="1000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2560AFC3-5502-019C-04F5-A2B3EC196CEB}"/>
              </a:ext>
            </a:extLst>
          </p:cNvPr>
          <p:cNvSpPr/>
          <p:nvPr/>
        </p:nvSpPr>
        <p:spPr>
          <a:xfrm>
            <a:off x="2282725" y="1357050"/>
            <a:ext cx="1152000" cy="360000"/>
          </a:xfrm>
          <a:prstGeom prst="roundRect">
            <a:avLst/>
          </a:prstGeom>
          <a:solidFill>
            <a:srgbClr val="CCF2E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good</a:t>
            </a:r>
            <a:endParaRPr lang="zh-CN" altLang="en-US" sz="1000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EA05F83-9848-938F-5765-BDA46419BE99}"/>
              </a:ext>
            </a:extLst>
          </p:cNvPr>
          <p:cNvSpPr/>
          <p:nvPr/>
        </p:nvSpPr>
        <p:spPr>
          <a:xfrm>
            <a:off x="2282725" y="1758192"/>
            <a:ext cx="1152000" cy="360000"/>
          </a:xfrm>
          <a:prstGeom prst="roundRect">
            <a:avLst/>
          </a:prstGeom>
          <a:solidFill>
            <a:srgbClr val="CCF2E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goodSelected</a:t>
            </a:r>
            <a:endParaRPr lang="zh-CN" altLang="en-US" sz="100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1EF7C50-FB8D-FA1D-20B6-85409306F50D}"/>
              </a:ext>
            </a:extLst>
          </p:cNvPr>
          <p:cNvSpPr/>
          <p:nvPr/>
        </p:nvSpPr>
        <p:spPr>
          <a:xfrm>
            <a:off x="2282725" y="2159334"/>
            <a:ext cx="1152000" cy="360000"/>
          </a:xfrm>
          <a:prstGeom prst="roundRect">
            <a:avLst/>
          </a:prstGeom>
          <a:solidFill>
            <a:srgbClr val="CCF2E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addToCarts()</a:t>
            </a:r>
            <a:endParaRPr lang="zh-CN" altLang="en-US" sz="1000"/>
          </a:p>
        </p:txBody>
      </p: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4AC6721A-6244-50EC-47B3-5478511DF02F}"/>
              </a:ext>
            </a:extLst>
          </p:cNvPr>
          <p:cNvCxnSpPr>
            <a:cxnSpLocks/>
            <a:stCxn id="37" idx="3"/>
            <a:endCxn id="4" idx="1"/>
          </p:cNvCxnSpPr>
          <p:nvPr/>
        </p:nvCxnSpPr>
        <p:spPr>
          <a:xfrm flipV="1">
            <a:off x="3434725" y="1938192"/>
            <a:ext cx="283434" cy="401142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64FC7AF9-BB31-5588-9F23-4B97028C7A12}"/>
              </a:ext>
            </a:extLst>
          </p:cNvPr>
          <p:cNvCxnSpPr>
            <a:stCxn id="36" idx="3"/>
            <a:endCxn id="4" idx="1"/>
          </p:cNvCxnSpPr>
          <p:nvPr/>
        </p:nvCxnSpPr>
        <p:spPr>
          <a:xfrm>
            <a:off x="3434725" y="1938192"/>
            <a:ext cx="28343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A46905A7-222F-AF3F-81E8-3E43C3A2AFC0}"/>
              </a:ext>
            </a:extLst>
          </p:cNvPr>
          <p:cNvSpPr/>
          <p:nvPr/>
        </p:nvSpPr>
        <p:spPr>
          <a:xfrm>
            <a:off x="2282725" y="2560476"/>
            <a:ext cx="1152000" cy="360000"/>
          </a:xfrm>
          <a:prstGeom prst="roundRect">
            <a:avLst/>
          </a:prstGeom>
          <a:solidFill>
            <a:srgbClr val="5C84CC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lists</a:t>
            </a:r>
            <a:endParaRPr lang="zh-CN" altLang="en-US" sz="1000"/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1B69FB84-588C-3B6F-29DC-0D207F19217B}"/>
              </a:ext>
            </a:extLst>
          </p:cNvPr>
          <p:cNvSpPr/>
          <p:nvPr/>
        </p:nvSpPr>
        <p:spPr>
          <a:xfrm>
            <a:off x="2282725" y="2961618"/>
            <a:ext cx="1152000" cy="360000"/>
          </a:xfrm>
          <a:prstGeom prst="roundRect">
            <a:avLst/>
          </a:prstGeom>
          <a:solidFill>
            <a:srgbClr val="5C84CC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selectedLists</a:t>
            </a:r>
            <a:endParaRPr lang="zh-CN" altLang="en-US" sz="1000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1761FC9C-89B8-41A0-8F5C-43B5E16AA3C1}"/>
              </a:ext>
            </a:extLst>
          </p:cNvPr>
          <p:cNvSpPr/>
          <p:nvPr/>
        </p:nvSpPr>
        <p:spPr>
          <a:xfrm>
            <a:off x="2282725" y="3362760"/>
            <a:ext cx="1152000" cy="360000"/>
          </a:xfrm>
          <a:prstGeom prst="roundRect">
            <a:avLst/>
          </a:prstGeom>
          <a:solidFill>
            <a:srgbClr val="5C84CC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isAll</a:t>
            </a:r>
            <a:endParaRPr lang="zh-CN" altLang="en-US" sz="1000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83DCAFDE-14F9-6845-DB80-8B8F839510C3}"/>
              </a:ext>
            </a:extLst>
          </p:cNvPr>
          <p:cNvSpPr/>
          <p:nvPr/>
        </p:nvSpPr>
        <p:spPr>
          <a:xfrm>
            <a:off x="2282725" y="3763902"/>
            <a:ext cx="1152000" cy="360000"/>
          </a:xfrm>
          <a:prstGeom prst="roundRect">
            <a:avLst/>
          </a:prstGeom>
          <a:solidFill>
            <a:srgbClr val="5C84CC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count</a:t>
            </a:r>
            <a:endParaRPr lang="zh-CN" altLang="en-US" sz="1000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D7B3F34F-6627-658C-A744-FBC9FDD8AF91}"/>
              </a:ext>
            </a:extLst>
          </p:cNvPr>
          <p:cNvSpPr/>
          <p:nvPr/>
        </p:nvSpPr>
        <p:spPr>
          <a:xfrm>
            <a:off x="2282725" y="4165044"/>
            <a:ext cx="1152000" cy="360000"/>
          </a:xfrm>
          <a:prstGeom prst="roundRect">
            <a:avLst/>
          </a:prstGeom>
          <a:solidFill>
            <a:srgbClr val="5C84CC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totalPrice</a:t>
            </a:r>
            <a:endParaRPr lang="zh-CN" altLang="en-US" sz="1000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69FD48F7-D13B-8DD4-D4AA-42DDEE93B189}"/>
              </a:ext>
            </a:extLst>
          </p:cNvPr>
          <p:cNvSpPr/>
          <p:nvPr/>
        </p:nvSpPr>
        <p:spPr>
          <a:xfrm>
            <a:off x="2282725" y="4566184"/>
            <a:ext cx="1152000" cy="360000"/>
          </a:xfrm>
          <a:prstGeom prst="roundRect">
            <a:avLst/>
          </a:prstGeom>
          <a:solidFill>
            <a:srgbClr val="5C84CC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/>
              <a:t>discountPrice</a:t>
            </a:r>
            <a:endParaRPr lang="zh-CN" altLang="en-US" sz="1000"/>
          </a:p>
        </p:txBody>
      </p:sp>
      <p:cxnSp>
        <p:nvCxnSpPr>
          <p:cNvPr id="61" name="连接符: 曲线 60">
            <a:extLst>
              <a:ext uri="{FF2B5EF4-FFF2-40B4-BE49-F238E27FC236}">
                <a16:creationId xmlns:a16="http://schemas.microsoft.com/office/drawing/2014/main" id="{BD5BA532-7EB2-08C6-9059-CA4E846D5684}"/>
              </a:ext>
            </a:extLst>
          </p:cNvPr>
          <p:cNvCxnSpPr>
            <a:cxnSpLocks/>
            <a:stCxn id="54" idx="3"/>
            <a:endCxn id="3" idx="1"/>
          </p:cNvCxnSpPr>
          <p:nvPr/>
        </p:nvCxnSpPr>
        <p:spPr>
          <a:xfrm>
            <a:off x="3434725" y="2740476"/>
            <a:ext cx="283434" cy="1002854"/>
          </a:xfrm>
          <a:prstGeom prst="curvedConnector3">
            <a:avLst>
              <a:gd name="adj1" fmla="val 50000"/>
            </a:avLst>
          </a:prstGeom>
          <a:ln>
            <a:solidFill>
              <a:srgbClr val="6D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连接符: 曲线 67">
            <a:extLst>
              <a:ext uri="{FF2B5EF4-FFF2-40B4-BE49-F238E27FC236}">
                <a16:creationId xmlns:a16="http://schemas.microsoft.com/office/drawing/2014/main" id="{16E326BD-B4AE-1641-E70A-A6BFE4509A70}"/>
              </a:ext>
            </a:extLst>
          </p:cNvPr>
          <p:cNvCxnSpPr>
            <a:cxnSpLocks/>
            <a:stCxn id="55" idx="3"/>
            <a:endCxn id="3" idx="1"/>
          </p:cNvCxnSpPr>
          <p:nvPr/>
        </p:nvCxnSpPr>
        <p:spPr>
          <a:xfrm>
            <a:off x="3434725" y="3141618"/>
            <a:ext cx="283434" cy="601712"/>
          </a:xfrm>
          <a:prstGeom prst="curvedConnector3">
            <a:avLst>
              <a:gd name="adj1" fmla="val 50000"/>
            </a:avLst>
          </a:prstGeom>
          <a:ln>
            <a:solidFill>
              <a:srgbClr val="6D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曲线 74">
            <a:extLst>
              <a:ext uri="{FF2B5EF4-FFF2-40B4-BE49-F238E27FC236}">
                <a16:creationId xmlns:a16="http://schemas.microsoft.com/office/drawing/2014/main" id="{B5A66737-652E-D3AD-C2BA-7A64BF6D2DB4}"/>
              </a:ext>
            </a:extLst>
          </p:cNvPr>
          <p:cNvCxnSpPr>
            <a:cxnSpLocks/>
            <a:stCxn id="60" idx="3"/>
            <a:endCxn id="3" idx="1"/>
          </p:cNvCxnSpPr>
          <p:nvPr/>
        </p:nvCxnSpPr>
        <p:spPr>
          <a:xfrm flipV="1">
            <a:off x="3434725" y="3743330"/>
            <a:ext cx="283434" cy="1002854"/>
          </a:xfrm>
          <a:prstGeom prst="curvedConnector3">
            <a:avLst>
              <a:gd name="adj1" fmla="val 50000"/>
            </a:avLst>
          </a:prstGeom>
          <a:ln>
            <a:solidFill>
              <a:srgbClr val="6D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曲线 77">
            <a:extLst>
              <a:ext uri="{FF2B5EF4-FFF2-40B4-BE49-F238E27FC236}">
                <a16:creationId xmlns:a16="http://schemas.microsoft.com/office/drawing/2014/main" id="{9C49D303-6593-4078-0C50-F1465C52AB10}"/>
              </a:ext>
            </a:extLst>
          </p:cNvPr>
          <p:cNvCxnSpPr>
            <a:cxnSpLocks/>
            <a:stCxn id="56" idx="3"/>
            <a:endCxn id="3" idx="1"/>
          </p:cNvCxnSpPr>
          <p:nvPr/>
        </p:nvCxnSpPr>
        <p:spPr>
          <a:xfrm>
            <a:off x="3434725" y="3542760"/>
            <a:ext cx="283434" cy="200570"/>
          </a:xfrm>
          <a:prstGeom prst="curvedConnector3">
            <a:avLst>
              <a:gd name="adj1" fmla="val 50000"/>
            </a:avLst>
          </a:prstGeom>
          <a:ln>
            <a:solidFill>
              <a:srgbClr val="6D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连接符: 曲线 80">
            <a:extLst>
              <a:ext uri="{FF2B5EF4-FFF2-40B4-BE49-F238E27FC236}">
                <a16:creationId xmlns:a16="http://schemas.microsoft.com/office/drawing/2014/main" id="{96EB5F84-D1BD-20B5-2777-AB306C14B03E}"/>
              </a:ext>
            </a:extLst>
          </p:cNvPr>
          <p:cNvCxnSpPr>
            <a:cxnSpLocks/>
            <a:stCxn id="59" idx="3"/>
            <a:endCxn id="3" idx="1"/>
          </p:cNvCxnSpPr>
          <p:nvPr/>
        </p:nvCxnSpPr>
        <p:spPr>
          <a:xfrm flipV="1">
            <a:off x="3434725" y="3743330"/>
            <a:ext cx="283434" cy="601714"/>
          </a:xfrm>
          <a:prstGeom prst="curvedConnector3">
            <a:avLst>
              <a:gd name="adj1" fmla="val 50000"/>
            </a:avLst>
          </a:prstGeom>
          <a:ln>
            <a:solidFill>
              <a:srgbClr val="6D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连接符: 曲线 85">
            <a:extLst>
              <a:ext uri="{FF2B5EF4-FFF2-40B4-BE49-F238E27FC236}">
                <a16:creationId xmlns:a16="http://schemas.microsoft.com/office/drawing/2014/main" id="{698C2E92-6E21-B7A7-AAAB-69046DD82A44}"/>
              </a:ext>
            </a:extLst>
          </p:cNvPr>
          <p:cNvCxnSpPr>
            <a:cxnSpLocks/>
            <a:stCxn id="57" idx="3"/>
            <a:endCxn id="3" idx="1"/>
          </p:cNvCxnSpPr>
          <p:nvPr/>
        </p:nvCxnSpPr>
        <p:spPr>
          <a:xfrm flipV="1">
            <a:off x="3434725" y="3743330"/>
            <a:ext cx="283434" cy="200572"/>
          </a:xfrm>
          <a:prstGeom prst="curvedConnector3">
            <a:avLst>
              <a:gd name="adj1" fmla="val 50000"/>
            </a:avLst>
          </a:prstGeom>
          <a:ln>
            <a:solidFill>
              <a:srgbClr val="6D91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024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2C4C-DE35-8F5D-FAA3-1F45B914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E9167702-BFB3-0DB3-BB79-C1FC75427EA0}"/>
              </a:ext>
            </a:extLst>
          </p:cNvPr>
          <p:cNvSpPr/>
          <p:nvPr/>
        </p:nvSpPr>
        <p:spPr>
          <a:xfrm>
            <a:off x="4988680" y="2930400"/>
            <a:ext cx="900000" cy="216000"/>
          </a:xfrm>
          <a:prstGeom prst="roundRect">
            <a:avLst/>
          </a:prstGeom>
          <a:solidFill>
            <a:srgbClr val="335BA3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" panose="00000500000000000000" pitchFamily="2" charset="0"/>
              </a:rPr>
              <a:t>::before</a:t>
            </a:r>
            <a:endParaRPr lang="zh-CN" altLang="en-US" sz="800">
              <a:latin typeface="Quicksand" panose="00000500000000000000" pitchFamily="2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B29B0F0-7681-C319-D905-61DFC9EA1742}"/>
              </a:ext>
            </a:extLst>
          </p:cNvPr>
          <p:cNvSpPr/>
          <p:nvPr/>
        </p:nvSpPr>
        <p:spPr>
          <a:xfrm>
            <a:off x="6057780" y="2534400"/>
            <a:ext cx="900000" cy="216000"/>
          </a:xfrm>
          <a:prstGeom prst="roundRect">
            <a:avLst/>
          </a:prstGeom>
          <a:solidFill>
            <a:srgbClr val="F9423A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" panose="00000500000000000000" pitchFamily="2" charset="0"/>
              </a:rPr>
              <a:t>String of text</a:t>
            </a:r>
            <a:endParaRPr lang="zh-CN" altLang="en-US" sz="800">
              <a:latin typeface="Quicksand" panose="00000500000000000000" pitchFamily="2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362D5C7-ED9E-7876-9B3A-5E7694F2029B}"/>
              </a:ext>
            </a:extLst>
          </p:cNvPr>
          <p:cNvSpPr/>
          <p:nvPr/>
        </p:nvSpPr>
        <p:spPr>
          <a:xfrm>
            <a:off x="6057780" y="2798400"/>
            <a:ext cx="900000" cy="216000"/>
          </a:xfrm>
          <a:prstGeom prst="roundRect">
            <a:avLst/>
          </a:prstGeom>
          <a:solidFill>
            <a:srgbClr val="F6A04D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" panose="00000500000000000000" pitchFamily="2" charset="0"/>
              </a:rPr>
              <a:t>Entity</a:t>
            </a:r>
            <a:endParaRPr lang="zh-CN" altLang="en-US" sz="800">
              <a:latin typeface="Quicksand" panose="00000500000000000000" pitchFamily="2" charset="0"/>
            </a:endParaRPr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3CC45C27-5C3D-1BF1-5E05-EB880994D1C9}"/>
              </a:ext>
            </a:extLst>
          </p:cNvPr>
          <p:cNvCxnSpPr>
            <a:cxnSpLocks/>
            <a:stCxn id="7" idx="3"/>
            <a:endCxn id="25" idx="1"/>
          </p:cNvCxnSpPr>
          <p:nvPr/>
        </p:nvCxnSpPr>
        <p:spPr>
          <a:xfrm flipV="1">
            <a:off x="5888680" y="2642400"/>
            <a:ext cx="169100" cy="396000"/>
          </a:xfrm>
          <a:prstGeom prst="curvedConnector3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连接符: 曲线 33">
            <a:extLst>
              <a:ext uri="{FF2B5EF4-FFF2-40B4-BE49-F238E27FC236}">
                <a16:creationId xmlns:a16="http://schemas.microsoft.com/office/drawing/2014/main" id="{D6AAD16A-0663-8D07-DC16-C4F0A658F0A3}"/>
              </a:ext>
            </a:extLst>
          </p:cNvPr>
          <p:cNvCxnSpPr>
            <a:cxnSpLocks/>
            <a:stCxn id="7" idx="3"/>
            <a:endCxn id="12" idx="1"/>
          </p:cNvCxnSpPr>
          <p:nvPr/>
        </p:nvCxnSpPr>
        <p:spPr>
          <a:xfrm>
            <a:off x="5888680" y="3038400"/>
            <a:ext cx="169100" cy="132000"/>
          </a:xfrm>
          <a:prstGeom prst="curvedConnector3">
            <a:avLst>
              <a:gd name="adj1" fmla="val 50000"/>
            </a:avLst>
          </a:prstGeom>
          <a:ln>
            <a:solidFill>
              <a:srgbClr val="99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509F35E6-BC71-27B6-AB68-9D6D8641D9DE}"/>
              </a:ext>
            </a:extLst>
          </p:cNvPr>
          <p:cNvSpPr/>
          <p:nvPr/>
        </p:nvSpPr>
        <p:spPr>
          <a:xfrm>
            <a:off x="6049650" y="3326400"/>
            <a:ext cx="900000" cy="216000"/>
          </a:xfrm>
          <a:prstGeom prst="roundRect">
            <a:avLst/>
          </a:prstGeom>
          <a:solidFill>
            <a:srgbClr val="FB837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" panose="00000500000000000000" pitchFamily="2" charset="0"/>
              </a:rPr>
              <a:t>counter</a:t>
            </a:r>
            <a:endParaRPr lang="zh-CN" altLang="en-US" sz="800">
              <a:latin typeface="Quicksand" panose="00000500000000000000" pitchFamily="2" charset="0"/>
            </a:endParaRPr>
          </a:p>
        </p:txBody>
      </p:sp>
      <p:cxnSp>
        <p:nvCxnSpPr>
          <p:cNvPr id="118" name="连接符: 曲线 117">
            <a:extLst>
              <a:ext uri="{FF2B5EF4-FFF2-40B4-BE49-F238E27FC236}">
                <a16:creationId xmlns:a16="http://schemas.microsoft.com/office/drawing/2014/main" id="{DC5EF390-7693-C62F-379C-E8944F075A72}"/>
              </a:ext>
            </a:extLst>
          </p:cNvPr>
          <p:cNvCxnSpPr>
            <a:cxnSpLocks/>
            <a:stCxn id="7" idx="3"/>
            <a:endCxn id="26" idx="1"/>
          </p:cNvCxnSpPr>
          <p:nvPr/>
        </p:nvCxnSpPr>
        <p:spPr>
          <a:xfrm flipV="1">
            <a:off x="5888680" y="2906400"/>
            <a:ext cx="169100" cy="132000"/>
          </a:xfrm>
          <a:prstGeom prst="curvedConnector3">
            <a:avLst>
              <a:gd name="adj1" fmla="val 50000"/>
            </a:avLst>
          </a:prstGeom>
          <a:ln>
            <a:solidFill>
              <a:srgbClr val="F7AA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连接符: 曲线 120">
            <a:extLst>
              <a:ext uri="{FF2B5EF4-FFF2-40B4-BE49-F238E27FC236}">
                <a16:creationId xmlns:a16="http://schemas.microsoft.com/office/drawing/2014/main" id="{1D3BCEB4-577A-2C82-5900-26B41E83F91D}"/>
              </a:ext>
            </a:extLst>
          </p:cNvPr>
          <p:cNvCxnSpPr>
            <a:cxnSpLocks/>
            <a:stCxn id="7" idx="3"/>
            <a:endCxn id="108" idx="1"/>
          </p:cNvCxnSpPr>
          <p:nvPr/>
        </p:nvCxnSpPr>
        <p:spPr>
          <a:xfrm>
            <a:off x="5888680" y="3038400"/>
            <a:ext cx="160970" cy="396000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4023AE0-10C4-EDDD-C931-D3E49B6AC7C9}"/>
              </a:ext>
            </a:extLst>
          </p:cNvPr>
          <p:cNvSpPr/>
          <p:nvPr/>
        </p:nvSpPr>
        <p:spPr>
          <a:xfrm>
            <a:off x="6057780" y="3062400"/>
            <a:ext cx="900000" cy="216000"/>
          </a:xfrm>
          <a:prstGeom prst="roundRect">
            <a:avLst/>
          </a:prstGeom>
          <a:solidFill>
            <a:srgbClr val="9966FF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Quicksand Light" panose="00000400000000000000" pitchFamily="2" charset="0"/>
              </a:rPr>
              <a:t>Iconfont</a:t>
            </a:r>
            <a:endParaRPr lang="zh-CN" altLang="en-US" sz="800">
              <a:solidFill>
                <a:schemeClr val="bg1"/>
              </a:solidFill>
              <a:latin typeface="Quicksand Light" panose="00000400000000000000" pitchFamily="2" charset="0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3E28516-AB33-28C4-44B6-24DE28D98661}"/>
              </a:ext>
            </a:extLst>
          </p:cNvPr>
          <p:cNvSpPr/>
          <p:nvPr/>
        </p:nvSpPr>
        <p:spPr>
          <a:xfrm>
            <a:off x="7126880" y="2798400"/>
            <a:ext cx="900000" cy="216000"/>
          </a:xfrm>
          <a:prstGeom prst="roundRect">
            <a:avLst/>
          </a:prstGeom>
          <a:solidFill>
            <a:srgbClr val="CCF2E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Unicode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9DFEFA-DE6D-C382-23DE-033158234380}"/>
              </a:ext>
            </a:extLst>
          </p:cNvPr>
          <p:cNvSpPr/>
          <p:nvPr/>
        </p:nvSpPr>
        <p:spPr>
          <a:xfrm>
            <a:off x="7126880" y="3062400"/>
            <a:ext cx="900000" cy="216000"/>
          </a:xfrm>
          <a:prstGeom prst="roundRect">
            <a:avLst/>
          </a:prstGeom>
          <a:solidFill>
            <a:srgbClr val="CCF2E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Unicode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C72856E-D2DA-7E17-A337-C4361ABDE71E}"/>
              </a:ext>
            </a:extLst>
          </p:cNvPr>
          <p:cNvCxnSpPr>
            <a:stCxn id="26" idx="3"/>
            <a:endCxn id="2" idx="1"/>
          </p:cNvCxnSpPr>
          <p:nvPr/>
        </p:nvCxnSpPr>
        <p:spPr>
          <a:xfrm>
            <a:off x="6957780" y="2906400"/>
            <a:ext cx="169100" cy="0"/>
          </a:xfrm>
          <a:prstGeom prst="line">
            <a:avLst/>
          </a:prstGeom>
          <a:ln>
            <a:solidFill>
              <a:srgbClr val="F7AA5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E671B0F8-4EB3-1F8A-06EB-35F88593DCA1}"/>
              </a:ext>
            </a:extLst>
          </p:cNvPr>
          <p:cNvCxnSpPr>
            <a:stCxn id="12" idx="3"/>
            <a:endCxn id="5" idx="1"/>
          </p:cNvCxnSpPr>
          <p:nvPr/>
        </p:nvCxnSpPr>
        <p:spPr>
          <a:xfrm>
            <a:off x="6957780" y="3170400"/>
            <a:ext cx="169100" cy="0"/>
          </a:xfrm>
          <a:prstGeom prst="line">
            <a:avLst/>
          </a:prstGeom>
          <a:ln>
            <a:solidFill>
              <a:srgbClr val="99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3064634-CD22-075E-68B9-962F834B311B}"/>
              </a:ext>
            </a:extLst>
          </p:cNvPr>
          <p:cNvSpPr/>
          <p:nvPr/>
        </p:nvSpPr>
        <p:spPr>
          <a:xfrm>
            <a:off x="3927709" y="3179700"/>
            <a:ext cx="900000" cy="216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Medium" panose="00000600000000000000" pitchFamily="2" charset="0"/>
              </a:rPr>
              <a:t>&lt;li&gt;</a:t>
            </a:r>
            <a:endParaRPr lang="zh-CN" altLang="en-US" sz="800">
              <a:latin typeface="Quicksand Medium" panose="000006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464FB6F-32E1-97B7-CAC2-14F5345557D4}"/>
              </a:ext>
            </a:extLst>
          </p:cNvPr>
          <p:cNvSpPr/>
          <p:nvPr/>
        </p:nvSpPr>
        <p:spPr>
          <a:xfrm>
            <a:off x="4988679" y="3429000"/>
            <a:ext cx="900000" cy="216000"/>
          </a:xfrm>
          <a:prstGeom prst="roundRect">
            <a:avLst/>
          </a:prstGeom>
          <a:solidFill>
            <a:srgbClr val="335BA3">
              <a:alpha val="89804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" panose="00000500000000000000" pitchFamily="2" charset="0"/>
              </a:rPr>
              <a:t>::after</a:t>
            </a:r>
            <a:endParaRPr lang="zh-CN" altLang="en-US" sz="800">
              <a:latin typeface="Quicksand" panose="00000500000000000000" pitchFamily="2" charset="0"/>
            </a:endParaRPr>
          </a:p>
        </p:txBody>
      </p: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A49DEFA1-8658-B2E8-502E-F97718CFD37A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4827709" y="3038400"/>
            <a:ext cx="160971" cy="249300"/>
          </a:xfrm>
          <a:prstGeom prst="curvedConnector3">
            <a:avLst/>
          </a:prstGeom>
          <a:ln>
            <a:solidFill>
              <a:srgbClr val="486C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24C1CA78-5496-27AF-13AD-7BE3E7DD4AE2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827709" y="3287700"/>
            <a:ext cx="160970" cy="249300"/>
          </a:xfrm>
          <a:prstGeom prst="curvedConnector3">
            <a:avLst/>
          </a:prstGeom>
          <a:ln>
            <a:solidFill>
              <a:srgbClr val="486CA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5264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FA66E-600A-88EF-A518-DADE5F3B4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id="{D57F20E4-ECAC-3C69-D946-92C688878A43}"/>
              </a:ext>
            </a:extLst>
          </p:cNvPr>
          <p:cNvSpPr/>
          <p:nvPr/>
        </p:nvSpPr>
        <p:spPr>
          <a:xfrm>
            <a:off x="3953609" y="1817217"/>
            <a:ext cx="1260000" cy="216000"/>
          </a:xfrm>
          <a:prstGeom prst="roundRect">
            <a:avLst/>
          </a:prstGeom>
          <a:solidFill>
            <a:srgbClr val="00BC7B"/>
          </a:solidFill>
          <a:ln w="6350">
            <a:solidFill>
              <a:srgbClr val="00B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Quicksand" panose="00000500000000000000" pitchFamily="2" charset="0"/>
              </a:rPr>
              <a:t>Requirement Analysis</a:t>
            </a:r>
            <a:endParaRPr lang="zh-CN" altLang="en-US" sz="800">
              <a:solidFill>
                <a:schemeClr val="bg1"/>
              </a:solidFill>
              <a:latin typeface="Quicksand" panose="00000500000000000000" pitchFamily="2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597D093-6974-ED06-D730-7114EA069376}"/>
              </a:ext>
            </a:extLst>
          </p:cNvPr>
          <p:cNvSpPr/>
          <p:nvPr/>
        </p:nvSpPr>
        <p:spPr>
          <a:xfrm>
            <a:off x="3953609" y="2105368"/>
            <a:ext cx="1260000" cy="216000"/>
          </a:xfrm>
          <a:prstGeom prst="roundRect">
            <a:avLst/>
          </a:prstGeom>
          <a:solidFill>
            <a:srgbClr val="00BC7B">
              <a:alpha val="89804"/>
            </a:srgbClr>
          </a:solidFill>
          <a:ln w="6350">
            <a:solidFill>
              <a:srgbClr val="00B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Quicksand" panose="00000500000000000000" pitchFamily="2" charset="0"/>
              </a:rPr>
              <a:t>Design</a:t>
            </a:r>
            <a:endParaRPr lang="zh-CN" altLang="en-US" sz="800">
              <a:solidFill>
                <a:schemeClr val="bg1"/>
              </a:solidFill>
              <a:latin typeface="Quicksand" panose="00000500000000000000" pitchFamily="2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361E683-1693-04EF-E70F-E35AA21CF2C3}"/>
              </a:ext>
            </a:extLst>
          </p:cNvPr>
          <p:cNvSpPr/>
          <p:nvPr/>
        </p:nvSpPr>
        <p:spPr>
          <a:xfrm>
            <a:off x="3953609" y="2393519"/>
            <a:ext cx="1260000" cy="216000"/>
          </a:xfrm>
          <a:prstGeom prst="roundRect">
            <a:avLst/>
          </a:prstGeom>
          <a:solidFill>
            <a:srgbClr val="00BC7B">
              <a:alpha val="80000"/>
            </a:srgbClr>
          </a:solidFill>
          <a:ln w="6350">
            <a:solidFill>
              <a:srgbClr val="00B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Quicksand" panose="00000500000000000000" pitchFamily="2" charset="0"/>
              </a:rPr>
              <a:t>Implementation</a:t>
            </a:r>
            <a:endParaRPr lang="zh-CN" altLang="en-US" sz="800">
              <a:solidFill>
                <a:schemeClr val="bg1"/>
              </a:solidFill>
              <a:latin typeface="Quicksand" panose="00000500000000000000" pitchFamily="2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6076773-2B44-CA3D-7678-FDF5C69A883C}"/>
              </a:ext>
            </a:extLst>
          </p:cNvPr>
          <p:cNvSpPr/>
          <p:nvPr/>
        </p:nvSpPr>
        <p:spPr>
          <a:xfrm>
            <a:off x="3953609" y="2681670"/>
            <a:ext cx="1260000" cy="216000"/>
          </a:xfrm>
          <a:prstGeom prst="roundRect">
            <a:avLst/>
          </a:prstGeom>
          <a:solidFill>
            <a:srgbClr val="00BC7B">
              <a:alpha val="69804"/>
            </a:srgbClr>
          </a:solidFill>
          <a:ln w="6350">
            <a:solidFill>
              <a:srgbClr val="00B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Quicksand" panose="00000500000000000000" pitchFamily="2" charset="0"/>
              </a:rPr>
              <a:t>Registration</a:t>
            </a:r>
            <a:endParaRPr lang="zh-CN" altLang="en-US" sz="800">
              <a:solidFill>
                <a:schemeClr val="bg1"/>
              </a:solidFill>
              <a:latin typeface="Quicksand" panose="00000500000000000000" pitchFamily="2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61091DA-005D-6AFD-E428-0A9DFA171857}"/>
              </a:ext>
            </a:extLst>
          </p:cNvPr>
          <p:cNvSpPr/>
          <p:nvPr/>
        </p:nvSpPr>
        <p:spPr>
          <a:xfrm>
            <a:off x="3953609" y="2969821"/>
            <a:ext cx="1260000" cy="216000"/>
          </a:xfrm>
          <a:prstGeom prst="roundRect">
            <a:avLst/>
          </a:prstGeom>
          <a:solidFill>
            <a:srgbClr val="00BC7B">
              <a:alpha val="60000"/>
            </a:srgbClr>
          </a:solidFill>
          <a:ln w="6350">
            <a:solidFill>
              <a:srgbClr val="00B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Quicksand" panose="00000500000000000000" pitchFamily="2" charset="0"/>
              </a:rPr>
              <a:t>Usage</a:t>
            </a:r>
            <a:endParaRPr lang="zh-CN" altLang="en-US" sz="800">
              <a:solidFill>
                <a:schemeClr val="bg1"/>
              </a:solidFill>
              <a:latin typeface="Quicksand" panose="00000500000000000000" pitchFamily="2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CE0235D-565A-3452-E27C-103902C81866}"/>
              </a:ext>
            </a:extLst>
          </p:cNvPr>
          <p:cNvSpPr/>
          <p:nvPr/>
        </p:nvSpPr>
        <p:spPr>
          <a:xfrm>
            <a:off x="3953609" y="3257972"/>
            <a:ext cx="1260000" cy="216000"/>
          </a:xfrm>
          <a:prstGeom prst="roundRect">
            <a:avLst/>
          </a:prstGeom>
          <a:solidFill>
            <a:srgbClr val="00BC7B">
              <a:alpha val="50196"/>
            </a:srgbClr>
          </a:solidFill>
          <a:ln w="6350">
            <a:solidFill>
              <a:srgbClr val="00B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Quicksand" panose="00000500000000000000" pitchFamily="2" charset="0"/>
              </a:rPr>
              <a:t>Testing</a:t>
            </a:r>
            <a:endParaRPr lang="zh-CN" altLang="en-US" sz="800">
              <a:solidFill>
                <a:schemeClr val="bg1"/>
              </a:solidFill>
              <a:latin typeface="Quicksand" panose="00000500000000000000" pitchFamily="2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9306ADC-F827-C894-8106-892A4AA114F9}"/>
              </a:ext>
            </a:extLst>
          </p:cNvPr>
          <p:cNvSpPr/>
          <p:nvPr/>
        </p:nvSpPr>
        <p:spPr>
          <a:xfrm>
            <a:off x="3953609" y="3546123"/>
            <a:ext cx="1260000" cy="216000"/>
          </a:xfrm>
          <a:prstGeom prst="roundRect">
            <a:avLst/>
          </a:prstGeom>
          <a:solidFill>
            <a:srgbClr val="00BC7B">
              <a:alpha val="40000"/>
            </a:srgbClr>
          </a:solidFill>
          <a:ln w="6350">
            <a:solidFill>
              <a:srgbClr val="00B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Quicksand" panose="00000500000000000000" pitchFamily="2" charset="0"/>
              </a:rPr>
              <a:t>Optimization</a:t>
            </a:r>
            <a:endParaRPr lang="zh-CN" altLang="en-US" sz="800">
              <a:solidFill>
                <a:schemeClr val="bg1"/>
              </a:solidFill>
              <a:latin typeface="Quicksand" panose="00000500000000000000" pitchFamily="2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358B77B1-B7DD-B732-DF56-A31D0F6B7361}"/>
              </a:ext>
            </a:extLst>
          </p:cNvPr>
          <p:cNvSpPr/>
          <p:nvPr/>
        </p:nvSpPr>
        <p:spPr>
          <a:xfrm>
            <a:off x="3953609" y="3834275"/>
            <a:ext cx="1260000" cy="216000"/>
          </a:xfrm>
          <a:prstGeom prst="roundRect">
            <a:avLst/>
          </a:prstGeom>
          <a:solidFill>
            <a:srgbClr val="00BC7B">
              <a:alpha val="30196"/>
            </a:srgbClr>
          </a:solidFill>
          <a:ln w="6350">
            <a:solidFill>
              <a:srgbClr val="00BC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chemeClr val="bg1"/>
                </a:solidFill>
                <a:latin typeface="Quicksand" panose="00000500000000000000" pitchFamily="2" charset="0"/>
              </a:rPr>
              <a:t>Documentation</a:t>
            </a:r>
            <a:endParaRPr lang="zh-CN" altLang="en-US" sz="800">
              <a:solidFill>
                <a:schemeClr val="bg1"/>
              </a:solidFill>
              <a:latin typeface="Quicksan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715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AAA57-B553-5F1C-4D65-1E79FB976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D4EA705-5174-8245-8002-349F657D0713}"/>
              </a:ext>
            </a:extLst>
          </p:cNvPr>
          <p:cNvSpPr/>
          <p:nvPr/>
        </p:nvSpPr>
        <p:spPr>
          <a:xfrm>
            <a:off x="2090611" y="2661218"/>
            <a:ext cx="1080000" cy="216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  <a:ea typeface="微软雅黑" panose="020B0503020204020204" pitchFamily="34" charset="-122"/>
              </a:rPr>
              <a:t>Layout</a:t>
            </a:r>
            <a:endParaRPr lang="zh-CN" altLang="en-US" sz="800">
              <a:latin typeface="Quicksand Light" panose="00000400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8F3B212-F555-E712-B5B8-41305619F497}"/>
              </a:ext>
            </a:extLst>
          </p:cNvPr>
          <p:cNvSpPr/>
          <p:nvPr/>
        </p:nvSpPr>
        <p:spPr>
          <a:xfrm>
            <a:off x="3406738" y="2075905"/>
            <a:ext cx="720000" cy="216000"/>
          </a:xfrm>
          <a:prstGeom prst="roundRect">
            <a:avLst/>
          </a:prstGeom>
          <a:solidFill>
            <a:srgbClr val="FA823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position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67F1D8B-280F-2594-90A0-29B391D6D312}"/>
              </a:ext>
            </a:extLst>
          </p:cNvPr>
          <p:cNvSpPr/>
          <p:nvPr/>
        </p:nvSpPr>
        <p:spPr>
          <a:xfrm>
            <a:off x="3406738" y="3246531"/>
            <a:ext cx="720000" cy="216000"/>
          </a:xfrm>
          <a:prstGeom prst="roundRect">
            <a:avLst/>
          </a:prstGeom>
          <a:solidFill>
            <a:srgbClr val="EB3B5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flex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020C692-61F4-4651-0309-79F4B0DD2BA7}"/>
              </a:ext>
            </a:extLst>
          </p:cNvPr>
          <p:cNvSpPr/>
          <p:nvPr/>
        </p:nvSpPr>
        <p:spPr>
          <a:xfrm>
            <a:off x="3406738" y="4159673"/>
            <a:ext cx="720000" cy="216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grid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FF4957B6-3878-F6DF-0879-5C3A8577CFEA}"/>
              </a:ext>
            </a:extLst>
          </p:cNvPr>
          <p:cNvSpPr/>
          <p:nvPr/>
        </p:nvSpPr>
        <p:spPr>
          <a:xfrm>
            <a:off x="4239109" y="1950392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absolute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E16E48C-B600-ABC4-2C20-6606AACD024D}"/>
              </a:ext>
            </a:extLst>
          </p:cNvPr>
          <p:cNvSpPr/>
          <p:nvPr/>
        </p:nvSpPr>
        <p:spPr>
          <a:xfrm>
            <a:off x="4239109" y="1699368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relative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486B7F5-2E2E-EEBB-FAAE-2ACF160A479E}"/>
              </a:ext>
            </a:extLst>
          </p:cNvPr>
          <p:cNvSpPr/>
          <p:nvPr/>
        </p:nvSpPr>
        <p:spPr>
          <a:xfrm>
            <a:off x="4239109" y="3119562"/>
            <a:ext cx="900000" cy="216000"/>
          </a:xfrm>
          <a:prstGeom prst="roundRect">
            <a:avLst/>
          </a:prstGeom>
          <a:solidFill>
            <a:srgbClr val="EB3B5A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container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F2A50E26-D48C-510E-3480-59C12B164901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3170611" y="2769218"/>
            <a:ext cx="236127" cy="585313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0385AD8A-C066-8ECA-A0E6-DBD92B1E646B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3170611" y="2769218"/>
            <a:ext cx="236127" cy="1498455"/>
          </a:xfrm>
          <a:prstGeom prst="curvedConnector3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E9615C0A-1B10-A361-DA3B-398D4617E803}"/>
              </a:ext>
            </a:extLst>
          </p:cNvPr>
          <p:cNvCxnSpPr>
            <a:stCxn id="4" idx="1"/>
            <a:endCxn id="2" idx="3"/>
          </p:cNvCxnSpPr>
          <p:nvPr/>
        </p:nvCxnSpPr>
        <p:spPr>
          <a:xfrm rot="10800000" flipV="1">
            <a:off x="3170612" y="2183904"/>
            <a:ext cx="236127" cy="585313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7A52DFF8-6BD7-33B1-D329-8ABB045A4364}"/>
              </a:ext>
            </a:extLst>
          </p:cNvPr>
          <p:cNvCxnSpPr>
            <a:cxnSpLocks/>
            <a:stCxn id="58" idx="1"/>
            <a:endCxn id="5" idx="3"/>
          </p:cNvCxnSpPr>
          <p:nvPr/>
        </p:nvCxnSpPr>
        <p:spPr>
          <a:xfrm rot="10800000">
            <a:off x="4126739" y="3354532"/>
            <a:ext cx="112371" cy="126969"/>
          </a:xfrm>
          <a:prstGeom prst="curvedConnector3">
            <a:avLst/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E5197BF-0549-0222-6C0A-D724EC12BF46}"/>
              </a:ext>
            </a:extLst>
          </p:cNvPr>
          <p:cNvSpPr/>
          <p:nvPr/>
        </p:nvSpPr>
        <p:spPr>
          <a:xfrm>
            <a:off x="4239109" y="2201417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fixed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F45CE655-14AF-9AF2-7E1C-F50D79AA1DEA}"/>
              </a:ext>
            </a:extLst>
          </p:cNvPr>
          <p:cNvSpPr/>
          <p:nvPr/>
        </p:nvSpPr>
        <p:spPr>
          <a:xfrm>
            <a:off x="4239109" y="3373500"/>
            <a:ext cx="900000" cy="216000"/>
          </a:xfrm>
          <a:prstGeom prst="roundRect">
            <a:avLst/>
          </a:prstGeom>
          <a:solidFill>
            <a:srgbClr val="EB3B5A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item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52B805A2-6475-FEF8-3EBE-F7C225261AB6}"/>
              </a:ext>
            </a:extLst>
          </p:cNvPr>
          <p:cNvSpPr/>
          <p:nvPr/>
        </p:nvSpPr>
        <p:spPr>
          <a:xfrm>
            <a:off x="4239109" y="4034413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container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5D20FC7C-8293-188E-7DE6-2A941ACBB8F1}"/>
              </a:ext>
            </a:extLst>
          </p:cNvPr>
          <p:cNvSpPr/>
          <p:nvPr/>
        </p:nvSpPr>
        <p:spPr>
          <a:xfrm>
            <a:off x="4239109" y="4284933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item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69" name="连接符: 曲线 68">
            <a:extLst>
              <a:ext uri="{FF2B5EF4-FFF2-40B4-BE49-F238E27FC236}">
                <a16:creationId xmlns:a16="http://schemas.microsoft.com/office/drawing/2014/main" id="{EA90F4B6-C0E2-89BC-3A98-6E136E0FAADC}"/>
              </a:ext>
            </a:extLst>
          </p:cNvPr>
          <p:cNvCxnSpPr>
            <a:cxnSpLocks/>
            <a:stCxn id="62" idx="1"/>
            <a:endCxn id="6" idx="3"/>
          </p:cNvCxnSpPr>
          <p:nvPr/>
        </p:nvCxnSpPr>
        <p:spPr>
          <a:xfrm rot="10800000" flipV="1">
            <a:off x="4126739" y="4142413"/>
            <a:ext cx="112371" cy="125260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曲线 70">
            <a:extLst>
              <a:ext uri="{FF2B5EF4-FFF2-40B4-BE49-F238E27FC236}">
                <a16:creationId xmlns:a16="http://schemas.microsoft.com/office/drawing/2014/main" id="{59AED3F8-6E6C-BEAB-3537-82451B3301FB}"/>
              </a:ext>
            </a:extLst>
          </p:cNvPr>
          <p:cNvCxnSpPr>
            <a:cxnSpLocks/>
            <a:stCxn id="63" idx="1"/>
            <a:endCxn id="6" idx="3"/>
          </p:cNvCxnSpPr>
          <p:nvPr/>
        </p:nvCxnSpPr>
        <p:spPr>
          <a:xfrm rot="10800000">
            <a:off x="4126739" y="4267673"/>
            <a:ext cx="112371" cy="125260"/>
          </a:xfrm>
          <a:prstGeom prst="curvedConnector3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曲线 104">
            <a:extLst>
              <a:ext uri="{FF2B5EF4-FFF2-40B4-BE49-F238E27FC236}">
                <a16:creationId xmlns:a16="http://schemas.microsoft.com/office/drawing/2014/main" id="{A79BA916-6511-600B-13E2-031DA7AA0847}"/>
              </a:ext>
            </a:extLst>
          </p:cNvPr>
          <p:cNvCxnSpPr>
            <a:cxnSpLocks/>
            <a:stCxn id="10" idx="1"/>
            <a:endCxn id="5" idx="3"/>
          </p:cNvCxnSpPr>
          <p:nvPr/>
        </p:nvCxnSpPr>
        <p:spPr>
          <a:xfrm rot="10800000" flipV="1">
            <a:off x="4126739" y="3227561"/>
            <a:ext cx="112371" cy="126969"/>
          </a:xfrm>
          <a:prstGeom prst="curvedConnector3">
            <a:avLst>
              <a:gd name="adj1" fmla="val 50000"/>
            </a:avLst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5B887BA2-DF6E-1C01-5B0A-327FBD21DB39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rot="10800000" flipV="1">
            <a:off x="4126739" y="1807367"/>
            <a:ext cx="112371" cy="376537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A5BFD18-3F0A-0B88-9E93-D681631AD653}"/>
              </a:ext>
            </a:extLst>
          </p:cNvPr>
          <p:cNvSpPr/>
          <p:nvPr/>
        </p:nvSpPr>
        <p:spPr>
          <a:xfrm>
            <a:off x="3387785" y="1034132"/>
            <a:ext cx="720000" cy="216000"/>
          </a:xfrm>
          <a:prstGeom prst="roundRect">
            <a:avLst/>
          </a:prstGeom>
          <a:solidFill>
            <a:srgbClr val="3DC1D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float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12C1BC09-E865-098F-5BAE-63A7A32A9546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 flipV="1">
            <a:off x="3170611" y="1142132"/>
            <a:ext cx="217174" cy="1627086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0261F30-DBBF-5D93-5986-F9EE4CB1BA50}"/>
              </a:ext>
            </a:extLst>
          </p:cNvPr>
          <p:cNvSpPr/>
          <p:nvPr/>
        </p:nvSpPr>
        <p:spPr>
          <a:xfrm>
            <a:off x="1215806" y="2661218"/>
            <a:ext cx="720000" cy="2160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&lt;table&gt;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BD9A8334-5C18-94A4-AFC5-0D74D84342A8}"/>
              </a:ext>
            </a:extLst>
          </p:cNvPr>
          <p:cNvSpPr/>
          <p:nvPr/>
        </p:nvSpPr>
        <p:spPr>
          <a:xfrm>
            <a:off x="4259333" y="908132"/>
            <a:ext cx="900000" cy="216000"/>
          </a:xfrm>
          <a:prstGeom prst="roundRect">
            <a:avLst/>
          </a:prstGeom>
          <a:solidFill>
            <a:srgbClr val="3DC1D3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left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ACD804F7-FB58-7B00-5250-2702E2994115}"/>
              </a:ext>
            </a:extLst>
          </p:cNvPr>
          <p:cNvSpPr/>
          <p:nvPr/>
        </p:nvSpPr>
        <p:spPr>
          <a:xfrm>
            <a:off x="4259333" y="1160132"/>
            <a:ext cx="900000" cy="216000"/>
          </a:xfrm>
          <a:prstGeom prst="roundRect">
            <a:avLst/>
          </a:prstGeom>
          <a:solidFill>
            <a:srgbClr val="3DC1D3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right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B6B9BBC4-CF09-0551-912F-B4C7FF077045}"/>
              </a:ext>
            </a:extLst>
          </p:cNvPr>
          <p:cNvCxnSpPr>
            <a:cxnSpLocks/>
            <a:stCxn id="36" idx="1"/>
            <a:endCxn id="9" idx="3"/>
          </p:cNvCxnSpPr>
          <p:nvPr/>
        </p:nvCxnSpPr>
        <p:spPr>
          <a:xfrm rot="10800000" flipV="1">
            <a:off x="4107785" y="1016132"/>
            <a:ext cx="151548" cy="126000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3AD679D9-CC1F-87F2-3A12-D9F7CDCA572D}"/>
              </a:ext>
            </a:extLst>
          </p:cNvPr>
          <p:cNvCxnSpPr>
            <a:cxnSpLocks/>
            <a:stCxn id="37" idx="1"/>
            <a:endCxn id="9" idx="3"/>
          </p:cNvCxnSpPr>
          <p:nvPr/>
        </p:nvCxnSpPr>
        <p:spPr>
          <a:xfrm rot="10800000">
            <a:off x="4107785" y="1142132"/>
            <a:ext cx="151548" cy="126000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0A9D18DF-9A6B-CD33-9AC4-6C23FB28C794}"/>
              </a:ext>
            </a:extLst>
          </p:cNvPr>
          <p:cNvSpPr/>
          <p:nvPr/>
        </p:nvSpPr>
        <p:spPr>
          <a:xfrm>
            <a:off x="4239109" y="2452637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sticky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93586063-DD3C-DF6A-2FA6-91892C24FB03}"/>
              </a:ext>
            </a:extLst>
          </p:cNvPr>
          <p:cNvCxnSpPr>
            <a:cxnSpLocks/>
            <a:stCxn id="4" idx="3"/>
            <a:endCxn id="24" idx="1"/>
          </p:cNvCxnSpPr>
          <p:nvPr/>
        </p:nvCxnSpPr>
        <p:spPr>
          <a:xfrm>
            <a:off x="4126738" y="2183905"/>
            <a:ext cx="112371" cy="376732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FFEEF4DE-E402-3583-6D8E-C4532D630FDC}"/>
              </a:ext>
            </a:extLst>
          </p:cNvPr>
          <p:cNvCxnSpPr>
            <a:stCxn id="28" idx="3"/>
            <a:endCxn id="2" idx="1"/>
          </p:cNvCxnSpPr>
          <p:nvPr/>
        </p:nvCxnSpPr>
        <p:spPr>
          <a:xfrm>
            <a:off x="1935806" y="2769218"/>
            <a:ext cx="154805" cy="0"/>
          </a:xfrm>
          <a:prstGeom prst="line">
            <a:avLst/>
          </a:prstGeom>
          <a:ln>
            <a:solidFill>
              <a:srgbClr val="AFAB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1257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A24F8-E1BD-9189-C324-9C5F7116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67D5E69-AA2E-FC32-F5B1-466612F9DAEA}"/>
              </a:ext>
            </a:extLst>
          </p:cNvPr>
          <p:cNvSpPr/>
          <p:nvPr/>
        </p:nvSpPr>
        <p:spPr>
          <a:xfrm>
            <a:off x="2090611" y="2642816"/>
            <a:ext cx="1080000" cy="216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  <a:ea typeface="微软雅黑" panose="020B0503020204020204" pitchFamily="34" charset="-122"/>
              </a:rPr>
              <a:t>Layout</a:t>
            </a:r>
            <a:endParaRPr lang="zh-CN" altLang="en-US" sz="800">
              <a:latin typeface="Quicksand Light" panose="00000400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7ABAD30-24EB-82E6-AF2D-59F60775339C}"/>
              </a:ext>
            </a:extLst>
          </p:cNvPr>
          <p:cNvSpPr/>
          <p:nvPr/>
        </p:nvSpPr>
        <p:spPr>
          <a:xfrm>
            <a:off x="3406738" y="1669505"/>
            <a:ext cx="720000" cy="216000"/>
          </a:xfrm>
          <a:prstGeom prst="roundRect">
            <a:avLst/>
          </a:prstGeom>
          <a:solidFill>
            <a:srgbClr val="FA823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position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AA6A6D1-D7B3-992A-1FAD-9F693A49BEC6}"/>
              </a:ext>
            </a:extLst>
          </p:cNvPr>
          <p:cNvSpPr/>
          <p:nvPr/>
        </p:nvSpPr>
        <p:spPr>
          <a:xfrm>
            <a:off x="3406738" y="3616127"/>
            <a:ext cx="720000" cy="216000"/>
          </a:xfrm>
          <a:prstGeom prst="roundRect">
            <a:avLst/>
          </a:prstGeom>
          <a:solidFill>
            <a:srgbClr val="EB3B5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flex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6C42CB4E-5C44-7042-49A8-6E7C64C23FF1}"/>
              </a:ext>
            </a:extLst>
          </p:cNvPr>
          <p:cNvSpPr/>
          <p:nvPr/>
        </p:nvSpPr>
        <p:spPr>
          <a:xfrm>
            <a:off x="3406738" y="5639223"/>
            <a:ext cx="720000" cy="216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grid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B393F4E-D343-21EE-8EB7-F6279D93491C}"/>
              </a:ext>
            </a:extLst>
          </p:cNvPr>
          <p:cNvSpPr/>
          <p:nvPr/>
        </p:nvSpPr>
        <p:spPr>
          <a:xfrm>
            <a:off x="4239109" y="1543992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absolute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35EF32C5-5CD8-2361-E4BA-17E8BD8F84C4}"/>
              </a:ext>
            </a:extLst>
          </p:cNvPr>
          <p:cNvSpPr/>
          <p:nvPr/>
        </p:nvSpPr>
        <p:spPr>
          <a:xfrm>
            <a:off x="4239109" y="1292968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relative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46706059-CEF5-0406-0DE9-CE356B0DB39C}"/>
              </a:ext>
            </a:extLst>
          </p:cNvPr>
          <p:cNvSpPr/>
          <p:nvPr/>
        </p:nvSpPr>
        <p:spPr>
          <a:xfrm>
            <a:off x="4239109" y="3017962"/>
            <a:ext cx="900000" cy="216000"/>
          </a:xfrm>
          <a:prstGeom prst="roundRect">
            <a:avLst/>
          </a:prstGeom>
          <a:solidFill>
            <a:srgbClr val="EB3B5A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container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790A38DE-9A2B-5F8D-ED2A-6B8A26FD3E39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3170611" y="2750816"/>
            <a:ext cx="236127" cy="973311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535BF5A3-8481-B09F-E621-2DAEFDB577F2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>
            <a:off x="3170611" y="2750816"/>
            <a:ext cx="236127" cy="2996407"/>
          </a:xfrm>
          <a:prstGeom prst="curvedConnector3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95B4C45D-2215-D351-EBD0-9C11C2A0EE8F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rot="10800000" flipV="1">
            <a:off x="3170612" y="1777504"/>
            <a:ext cx="236127" cy="973311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ED494AB0-430F-92D5-9EC0-4C90DF974118}"/>
              </a:ext>
            </a:extLst>
          </p:cNvPr>
          <p:cNvCxnSpPr>
            <a:cxnSpLocks/>
            <a:stCxn id="58" idx="1"/>
            <a:endCxn id="5" idx="3"/>
          </p:cNvCxnSpPr>
          <p:nvPr/>
        </p:nvCxnSpPr>
        <p:spPr>
          <a:xfrm rot="10800000">
            <a:off x="4126739" y="3724128"/>
            <a:ext cx="112371" cy="598165"/>
          </a:xfrm>
          <a:prstGeom prst="curvedConnector3">
            <a:avLst/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54CE68F-1AD7-3B27-C278-53D0FBDE0973}"/>
              </a:ext>
            </a:extLst>
          </p:cNvPr>
          <p:cNvSpPr/>
          <p:nvPr/>
        </p:nvSpPr>
        <p:spPr>
          <a:xfrm>
            <a:off x="4239109" y="1795017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fixed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74C9951C-382C-0B59-1E2F-16537D777D39}"/>
              </a:ext>
            </a:extLst>
          </p:cNvPr>
          <p:cNvSpPr/>
          <p:nvPr/>
        </p:nvSpPr>
        <p:spPr>
          <a:xfrm>
            <a:off x="4239109" y="4214292"/>
            <a:ext cx="900000" cy="216000"/>
          </a:xfrm>
          <a:prstGeom prst="roundRect">
            <a:avLst/>
          </a:prstGeom>
          <a:solidFill>
            <a:srgbClr val="EB3B5A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item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9392F884-1D99-06E6-073E-84586A266AE6}"/>
              </a:ext>
            </a:extLst>
          </p:cNvPr>
          <p:cNvSpPr/>
          <p:nvPr/>
        </p:nvSpPr>
        <p:spPr>
          <a:xfrm>
            <a:off x="4239109" y="5513963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container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A917F5E3-9109-56D4-33BF-FB69E8ADD0D1}"/>
              </a:ext>
            </a:extLst>
          </p:cNvPr>
          <p:cNvSpPr/>
          <p:nvPr/>
        </p:nvSpPr>
        <p:spPr>
          <a:xfrm>
            <a:off x="4239109" y="5764483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item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69" name="连接符: 曲线 68">
            <a:extLst>
              <a:ext uri="{FF2B5EF4-FFF2-40B4-BE49-F238E27FC236}">
                <a16:creationId xmlns:a16="http://schemas.microsoft.com/office/drawing/2014/main" id="{E3955310-D40B-9A50-04A8-3D315ACB8252}"/>
              </a:ext>
            </a:extLst>
          </p:cNvPr>
          <p:cNvCxnSpPr>
            <a:cxnSpLocks/>
            <a:stCxn id="62" idx="1"/>
            <a:endCxn id="6" idx="3"/>
          </p:cNvCxnSpPr>
          <p:nvPr/>
        </p:nvCxnSpPr>
        <p:spPr>
          <a:xfrm rot="10800000" flipV="1">
            <a:off x="4126739" y="5621963"/>
            <a:ext cx="112371" cy="125260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连接符: 曲线 70">
            <a:extLst>
              <a:ext uri="{FF2B5EF4-FFF2-40B4-BE49-F238E27FC236}">
                <a16:creationId xmlns:a16="http://schemas.microsoft.com/office/drawing/2014/main" id="{04BA7244-C215-E779-E744-80CFC8B32938}"/>
              </a:ext>
            </a:extLst>
          </p:cNvPr>
          <p:cNvCxnSpPr>
            <a:cxnSpLocks/>
            <a:stCxn id="63" idx="1"/>
            <a:endCxn id="6" idx="3"/>
          </p:cNvCxnSpPr>
          <p:nvPr/>
        </p:nvCxnSpPr>
        <p:spPr>
          <a:xfrm rot="10800000">
            <a:off x="4126739" y="5747223"/>
            <a:ext cx="112371" cy="125260"/>
          </a:xfrm>
          <a:prstGeom prst="curvedConnector3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连接符: 曲线 104">
            <a:extLst>
              <a:ext uri="{FF2B5EF4-FFF2-40B4-BE49-F238E27FC236}">
                <a16:creationId xmlns:a16="http://schemas.microsoft.com/office/drawing/2014/main" id="{F1F59178-FEC1-F67E-09E0-8ADE07BA4BE8}"/>
              </a:ext>
            </a:extLst>
          </p:cNvPr>
          <p:cNvCxnSpPr>
            <a:cxnSpLocks/>
            <a:stCxn id="10" idx="1"/>
            <a:endCxn id="5" idx="3"/>
          </p:cNvCxnSpPr>
          <p:nvPr/>
        </p:nvCxnSpPr>
        <p:spPr>
          <a:xfrm rot="10800000" flipV="1">
            <a:off x="4126739" y="3125961"/>
            <a:ext cx="112371" cy="598165"/>
          </a:xfrm>
          <a:prstGeom prst="curvedConnector3">
            <a:avLst>
              <a:gd name="adj1" fmla="val 50000"/>
            </a:avLst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8D0C0C64-A215-B478-822D-5B9D37BEED0F}"/>
              </a:ext>
            </a:extLst>
          </p:cNvPr>
          <p:cNvCxnSpPr>
            <a:cxnSpLocks/>
            <a:stCxn id="8" idx="1"/>
            <a:endCxn id="4" idx="3"/>
          </p:cNvCxnSpPr>
          <p:nvPr/>
        </p:nvCxnSpPr>
        <p:spPr>
          <a:xfrm rot="10800000" flipV="1">
            <a:off x="4126739" y="1400967"/>
            <a:ext cx="112371" cy="376537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61D15B4-1EF0-74EB-C00D-40E69113C461}"/>
              </a:ext>
            </a:extLst>
          </p:cNvPr>
          <p:cNvSpPr/>
          <p:nvPr/>
        </p:nvSpPr>
        <p:spPr>
          <a:xfrm>
            <a:off x="3387785" y="627732"/>
            <a:ext cx="720000" cy="216000"/>
          </a:xfrm>
          <a:prstGeom prst="roundRect">
            <a:avLst/>
          </a:prstGeom>
          <a:solidFill>
            <a:srgbClr val="3DC1D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float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E1639D91-96C2-1EA8-A787-5B43DB710761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 flipV="1">
            <a:off x="3170611" y="735732"/>
            <a:ext cx="217174" cy="2015084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820E203-3D93-2EA9-8908-FBE10695325D}"/>
              </a:ext>
            </a:extLst>
          </p:cNvPr>
          <p:cNvSpPr/>
          <p:nvPr/>
        </p:nvSpPr>
        <p:spPr>
          <a:xfrm>
            <a:off x="1215806" y="2642816"/>
            <a:ext cx="720000" cy="21600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&lt;table&gt;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C8E297E-9902-7EFB-E7B5-DED56A221B49}"/>
              </a:ext>
            </a:extLst>
          </p:cNvPr>
          <p:cNvSpPr/>
          <p:nvPr/>
        </p:nvSpPr>
        <p:spPr>
          <a:xfrm>
            <a:off x="4259333" y="501732"/>
            <a:ext cx="900000" cy="216000"/>
          </a:xfrm>
          <a:prstGeom prst="roundRect">
            <a:avLst/>
          </a:prstGeom>
          <a:solidFill>
            <a:srgbClr val="3DC1D3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left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51D0028F-EC94-2526-F176-862BC2AE41D6}"/>
              </a:ext>
            </a:extLst>
          </p:cNvPr>
          <p:cNvSpPr/>
          <p:nvPr/>
        </p:nvSpPr>
        <p:spPr>
          <a:xfrm>
            <a:off x="4259333" y="753732"/>
            <a:ext cx="900000" cy="216000"/>
          </a:xfrm>
          <a:prstGeom prst="roundRect">
            <a:avLst/>
          </a:prstGeom>
          <a:solidFill>
            <a:srgbClr val="3DC1D3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right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3CA0FFF3-D7B3-A46D-CED6-A015419A04C7}"/>
              </a:ext>
            </a:extLst>
          </p:cNvPr>
          <p:cNvSpPr/>
          <p:nvPr/>
        </p:nvSpPr>
        <p:spPr>
          <a:xfrm>
            <a:off x="5306324" y="375732"/>
            <a:ext cx="1260000" cy="720000"/>
          </a:xfrm>
          <a:prstGeom prst="roundRect">
            <a:avLst/>
          </a:prstGeom>
          <a:noFill/>
          <a:ln w="12700">
            <a:solidFill>
              <a:srgbClr val="3DC1D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.clear::after {</a:t>
            </a:r>
          </a:p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    content: '';</a:t>
            </a:r>
          </a:p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    display: block;</a:t>
            </a:r>
          </a:p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    clear: both;</a:t>
            </a:r>
          </a:p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}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FB7AA72D-FFCB-BD68-906B-23E70E95D3EE}"/>
              </a:ext>
            </a:extLst>
          </p:cNvPr>
          <p:cNvCxnSpPr>
            <a:cxnSpLocks/>
            <a:stCxn id="36" idx="1"/>
            <a:endCxn id="9" idx="3"/>
          </p:cNvCxnSpPr>
          <p:nvPr/>
        </p:nvCxnSpPr>
        <p:spPr>
          <a:xfrm rot="10800000" flipV="1">
            <a:off x="4107785" y="609732"/>
            <a:ext cx="151548" cy="126000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94316C27-D904-2B7E-78AE-183533596ED1}"/>
              </a:ext>
            </a:extLst>
          </p:cNvPr>
          <p:cNvCxnSpPr>
            <a:cxnSpLocks/>
            <a:stCxn id="37" idx="1"/>
            <a:endCxn id="9" idx="3"/>
          </p:cNvCxnSpPr>
          <p:nvPr/>
        </p:nvCxnSpPr>
        <p:spPr>
          <a:xfrm rot="10800000">
            <a:off x="4107785" y="735732"/>
            <a:ext cx="151548" cy="126000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F199458-83C1-EF95-A883-F817515A8F61}"/>
              </a:ext>
            </a:extLst>
          </p:cNvPr>
          <p:cNvSpPr/>
          <p:nvPr/>
        </p:nvSpPr>
        <p:spPr>
          <a:xfrm>
            <a:off x="4239109" y="2046237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sticky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6A82AC47-0A34-F22D-CB63-1001B28D59BB}"/>
              </a:ext>
            </a:extLst>
          </p:cNvPr>
          <p:cNvCxnSpPr>
            <a:cxnSpLocks/>
            <a:stCxn id="4" idx="3"/>
            <a:endCxn id="24" idx="1"/>
          </p:cNvCxnSpPr>
          <p:nvPr/>
        </p:nvCxnSpPr>
        <p:spPr>
          <a:xfrm>
            <a:off x="4126738" y="1777505"/>
            <a:ext cx="112371" cy="376732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B3CF9839-8CC9-3CA9-A81C-6244845B2B9D}"/>
              </a:ext>
            </a:extLst>
          </p:cNvPr>
          <p:cNvSpPr/>
          <p:nvPr/>
        </p:nvSpPr>
        <p:spPr>
          <a:xfrm>
            <a:off x="5255524" y="1669505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z-index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B8648CF6-42FB-369B-2B6C-BC879631CFA8}"/>
              </a:ext>
            </a:extLst>
          </p:cNvPr>
          <p:cNvCxnSpPr>
            <a:cxnSpLocks/>
            <a:stCxn id="8" idx="3"/>
            <a:endCxn id="30" idx="1"/>
          </p:cNvCxnSpPr>
          <p:nvPr/>
        </p:nvCxnSpPr>
        <p:spPr>
          <a:xfrm>
            <a:off x="5139109" y="1400968"/>
            <a:ext cx="116415" cy="376537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连接符: 曲线 43">
            <a:extLst>
              <a:ext uri="{FF2B5EF4-FFF2-40B4-BE49-F238E27FC236}">
                <a16:creationId xmlns:a16="http://schemas.microsoft.com/office/drawing/2014/main" id="{D143F896-9E47-0144-A43A-F064BC94F769}"/>
              </a:ext>
            </a:extLst>
          </p:cNvPr>
          <p:cNvCxnSpPr>
            <a:cxnSpLocks/>
            <a:stCxn id="24" idx="3"/>
            <a:endCxn id="30" idx="1"/>
          </p:cNvCxnSpPr>
          <p:nvPr/>
        </p:nvCxnSpPr>
        <p:spPr>
          <a:xfrm flipV="1">
            <a:off x="5139109" y="1777505"/>
            <a:ext cx="116415" cy="376732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3AFF6F1D-82F0-A130-42F5-68BC54B1CD8B}"/>
              </a:ext>
            </a:extLst>
          </p:cNvPr>
          <p:cNvCxnSpPr>
            <a:cxnSpLocks/>
            <a:stCxn id="28" idx="3"/>
            <a:endCxn id="2" idx="1"/>
          </p:cNvCxnSpPr>
          <p:nvPr/>
        </p:nvCxnSpPr>
        <p:spPr>
          <a:xfrm>
            <a:off x="1935806" y="2750816"/>
            <a:ext cx="154805" cy="0"/>
          </a:xfrm>
          <a:prstGeom prst="line">
            <a:avLst/>
          </a:prstGeom>
          <a:ln>
            <a:solidFill>
              <a:srgbClr val="AFAB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曲线 71">
            <a:extLst>
              <a:ext uri="{FF2B5EF4-FFF2-40B4-BE49-F238E27FC236}">
                <a16:creationId xmlns:a16="http://schemas.microsoft.com/office/drawing/2014/main" id="{CD9B6E0C-9F75-365E-F8A8-85C4344BE035}"/>
              </a:ext>
            </a:extLst>
          </p:cNvPr>
          <p:cNvCxnSpPr>
            <a:cxnSpLocks/>
            <a:stCxn id="36" idx="3"/>
            <a:endCxn id="39" idx="1"/>
          </p:cNvCxnSpPr>
          <p:nvPr/>
        </p:nvCxnSpPr>
        <p:spPr>
          <a:xfrm>
            <a:off x="5159333" y="609732"/>
            <a:ext cx="146991" cy="126000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连接符: 曲线 74">
            <a:extLst>
              <a:ext uri="{FF2B5EF4-FFF2-40B4-BE49-F238E27FC236}">
                <a16:creationId xmlns:a16="http://schemas.microsoft.com/office/drawing/2014/main" id="{6D19163B-D2F5-8871-E03C-BE29DC738EBB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 flipV="1">
            <a:off x="5159333" y="735732"/>
            <a:ext cx="146991" cy="126000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CCDD3B2A-467A-A3F5-2899-7C14090D296F}"/>
              </a:ext>
            </a:extLst>
          </p:cNvPr>
          <p:cNvSpPr/>
          <p:nvPr/>
        </p:nvSpPr>
        <p:spPr>
          <a:xfrm>
            <a:off x="5255524" y="2517898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flex-direction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80" name="矩形: 圆角 79">
            <a:extLst>
              <a:ext uri="{FF2B5EF4-FFF2-40B4-BE49-F238E27FC236}">
                <a16:creationId xmlns:a16="http://schemas.microsoft.com/office/drawing/2014/main" id="{8C7F3F4D-0106-2336-F6B1-8A5F6FE264B5}"/>
              </a:ext>
            </a:extLst>
          </p:cNvPr>
          <p:cNvSpPr/>
          <p:nvPr/>
        </p:nvSpPr>
        <p:spPr>
          <a:xfrm>
            <a:off x="5255524" y="2769562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justify-content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7FFF15F6-8DED-678E-4516-116F88EFEFC1}"/>
              </a:ext>
            </a:extLst>
          </p:cNvPr>
          <p:cNvSpPr/>
          <p:nvPr/>
        </p:nvSpPr>
        <p:spPr>
          <a:xfrm>
            <a:off x="5255524" y="3017962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align-items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82" name="矩形: 圆角 81">
            <a:extLst>
              <a:ext uri="{FF2B5EF4-FFF2-40B4-BE49-F238E27FC236}">
                <a16:creationId xmlns:a16="http://schemas.microsoft.com/office/drawing/2014/main" id="{385115E1-35AF-7B3F-9B0C-0FED5EC97188}"/>
              </a:ext>
            </a:extLst>
          </p:cNvPr>
          <p:cNvSpPr/>
          <p:nvPr/>
        </p:nvSpPr>
        <p:spPr>
          <a:xfrm>
            <a:off x="5255524" y="3262762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flex-wrap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83" name="矩形: 圆角 82">
            <a:extLst>
              <a:ext uri="{FF2B5EF4-FFF2-40B4-BE49-F238E27FC236}">
                <a16:creationId xmlns:a16="http://schemas.microsoft.com/office/drawing/2014/main" id="{98C1AB6B-3AEB-B12E-4601-AACDB8A84ABA}"/>
              </a:ext>
            </a:extLst>
          </p:cNvPr>
          <p:cNvSpPr/>
          <p:nvPr/>
        </p:nvSpPr>
        <p:spPr>
          <a:xfrm>
            <a:off x="5255524" y="3514762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gap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84" name="连接符: 曲线 83">
            <a:extLst>
              <a:ext uri="{FF2B5EF4-FFF2-40B4-BE49-F238E27FC236}">
                <a16:creationId xmlns:a16="http://schemas.microsoft.com/office/drawing/2014/main" id="{FF8EA186-1DF7-FC73-CAB9-920EC48094D4}"/>
              </a:ext>
            </a:extLst>
          </p:cNvPr>
          <p:cNvCxnSpPr>
            <a:cxnSpLocks/>
            <a:stCxn id="79" idx="1"/>
            <a:endCxn id="10" idx="3"/>
          </p:cNvCxnSpPr>
          <p:nvPr/>
        </p:nvCxnSpPr>
        <p:spPr>
          <a:xfrm rot="10800000" flipV="1">
            <a:off x="5139110" y="2625898"/>
            <a:ext cx="116415" cy="500064"/>
          </a:xfrm>
          <a:prstGeom prst="curvedConnector3">
            <a:avLst>
              <a:gd name="adj1" fmla="val 50000"/>
            </a:avLst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连接符: 曲线 87">
            <a:extLst>
              <a:ext uri="{FF2B5EF4-FFF2-40B4-BE49-F238E27FC236}">
                <a16:creationId xmlns:a16="http://schemas.microsoft.com/office/drawing/2014/main" id="{556E41C7-376D-225E-7226-3864909BE88F}"/>
              </a:ext>
            </a:extLst>
          </p:cNvPr>
          <p:cNvCxnSpPr>
            <a:cxnSpLocks/>
            <a:stCxn id="83" idx="1"/>
            <a:endCxn id="10" idx="3"/>
          </p:cNvCxnSpPr>
          <p:nvPr/>
        </p:nvCxnSpPr>
        <p:spPr>
          <a:xfrm rot="10800000">
            <a:off x="5139110" y="3125962"/>
            <a:ext cx="116415" cy="496800"/>
          </a:xfrm>
          <a:prstGeom prst="curvedConnector3">
            <a:avLst>
              <a:gd name="adj1" fmla="val 50000"/>
            </a:avLst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C2FE5135-03AC-6E02-7A45-AE1490355D0E}"/>
              </a:ext>
            </a:extLst>
          </p:cNvPr>
          <p:cNvSpPr/>
          <p:nvPr/>
        </p:nvSpPr>
        <p:spPr>
          <a:xfrm>
            <a:off x="5255524" y="3838428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flex-basis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52363A63-825D-F240-6EA0-B128399A9159}"/>
              </a:ext>
            </a:extLst>
          </p:cNvPr>
          <p:cNvSpPr/>
          <p:nvPr/>
        </p:nvSpPr>
        <p:spPr>
          <a:xfrm>
            <a:off x="5255524" y="4090092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flex-grow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4CA7F7F6-E7D5-9DAD-DE36-4F5550246268}"/>
              </a:ext>
            </a:extLst>
          </p:cNvPr>
          <p:cNvSpPr/>
          <p:nvPr/>
        </p:nvSpPr>
        <p:spPr>
          <a:xfrm>
            <a:off x="5255524" y="4338492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flex-shrink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94" name="矩形: 圆角 93">
            <a:extLst>
              <a:ext uri="{FF2B5EF4-FFF2-40B4-BE49-F238E27FC236}">
                <a16:creationId xmlns:a16="http://schemas.microsoft.com/office/drawing/2014/main" id="{B5CA0E07-097C-29F7-7997-8EF996EC89DA}"/>
              </a:ext>
            </a:extLst>
          </p:cNvPr>
          <p:cNvSpPr/>
          <p:nvPr/>
        </p:nvSpPr>
        <p:spPr>
          <a:xfrm>
            <a:off x="5255524" y="4583292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order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96" name="连接符: 曲线 95">
            <a:extLst>
              <a:ext uri="{FF2B5EF4-FFF2-40B4-BE49-F238E27FC236}">
                <a16:creationId xmlns:a16="http://schemas.microsoft.com/office/drawing/2014/main" id="{15F772AA-ED96-A648-62C4-CAE545578DC1}"/>
              </a:ext>
            </a:extLst>
          </p:cNvPr>
          <p:cNvCxnSpPr>
            <a:cxnSpLocks/>
            <a:stCxn id="91" idx="1"/>
            <a:endCxn id="58" idx="3"/>
          </p:cNvCxnSpPr>
          <p:nvPr/>
        </p:nvCxnSpPr>
        <p:spPr>
          <a:xfrm rot="10800000" flipV="1">
            <a:off x="5139110" y="3946428"/>
            <a:ext cx="116415" cy="375864"/>
          </a:xfrm>
          <a:prstGeom prst="curvedConnector3">
            <a:avLst>
              <a:gd name="adj1" fmla="val 50000"/>
            </a:avLst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连接符: 曲线 98">
            <a:extLst>
              <a:ext uri="{FF2B5EF4-FFF2-40B4-BE49-F238E27FC236}">
                <a16:creationId xmlns:a16="http://schemas.microsoft.com/office/drawing/2014/main" id="{BA98A774-9247-564E-74E9-DAA4A9BFA6AB}"/>
              </a:ext>
            </a:extLst>
          </p:cNvPr>
          <p:cNvCxnSpPr>
            <a:cxnSpLocks/>
            <a:stCxn id="94" idx="1"/>
            <a:endCxn id="58" idx="3"/>
          </p:cNvCxnSpPr>
          <p:nvPr/>
        </p:nvCxnSpPr>
        <p:spPr>
          <a:xfrm rot="10800000">
            <a:off x="5139110" y="4322292"/>
            <a:ext cx="116415" cy="369000"/>
          </a:xfrm>
          <a:prstGeom prst="curvedConnector3">
            <a:avLst>
              <a:gd name="adj1" fmla="val 50000"/>
            </a:avLst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ADFDF415-2E45-7615-C710-A34E668FF872}"/>
              </a:ext>
            </a:extLst>
          </p:cNvPr>
          <p:cNvSpPr/>
          <p:nvPr/>
        </p:nvSpPr>
        <p:spPr>
          <a:xfrm>
            <a:off x="5255524" y="5127620"/>
            <a:ext cx="144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grid-template-columns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445B2E54-C1E9-4178-F708-1D4F19FA3239}"/>
              </a:ext>
            </a:extLst>
          </p:cNvPr>
          <p:cNvSpPr/>
          <p:nvPr/>
        </p:nvSpPr>
        <p:spPr>
          <a:xfrm>
            <a:off x="5255524" y="5379284"/>
            <a:ext cx="144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grid-template-rows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6D07C76A-000A-6148-C257-84637EECBD9B}"/>
              </a:ext>
            </a:extLst>
          </p:cNvPr>
          <p:cNvSpPr/>
          <p:nvPr/>
        </p:nvSpPr>
        <p:spPr>
          <a:xfrm>
            <a:off x="5255524" y="5627684"/>
            <a:ext cx="144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grid-template-areas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35D10F1B-4183-29FB-3543-DB9662DE3B23}"/>
              </a:ext>
            </a:extLst>
          </p:cNvPr>
          <p:cNvSpPr/>
          <p:nvPr/>
        </p:nvSpPr>
        <p:spPr>
          <a:xfrm>
            <a:off x="5255524" y="5872484"/>
            <a:ext cx="144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order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288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B4ED021-0865-33C8-DDD1-E2284E485441}"/>
              </a:ext>
            </a:extLst>
          </p:cNvPr>
          <p:cNvSpPr/>
          <p:nvPr/>
        </p:nvSpPr>
        <p:spPr>
          <a:xfrm>
            <a:off x="3603322" y="2971648"/>
            <a:ext cx="540000" cy="216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Quicksand Light" panose="00000400000000000000" pitchFamily="2" charset="0"/>
              </a:rPr>
              <a:t>Array</a:t>
            </a:r>
            <a:endParaRPr lang="zh-CN" altLang="en-US" sz="1000">
              <a:latin typeface="Quicksand Light" panose="00000400000000000000" pitchFamily="2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1F53804-1978-3549-2A00-F2BEE89A5F08}"/>
              </a:ext>
            </a:extLst>
          </p:cNvPr>
          <p:cNvSpPr/>
          <p:nvPr/>
        </p:nvSpPr>
        <p:spPr>
          <a:xfrm>
            <a:off x="5205706" y="1568488"/>
            <a:ext cx="900000" cy="216000"/>
          </a:xfrm>
          <a:prstGeom prst="roundRect">
            <a:avLst/>
          </a:prstGeom>
          <a:solidFill>
            <a:srgbClr val="FA823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Quicksand Light" panose="00000400000000000000" pitchFamily="2" charset="0"/>
              </a:rPr>
              <a:t>properties</a:t>
            </a:r>
            <a:endParaRPr lang="zh-CN" altLang="en-US" sz="1000">
              <a:latin typeface="Quicksand Light" panose="000004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1F9D61A7-6BE5-7501-7B6E-50DDFBFEC31E}"/>
              </a:ext>
            </a:extLst>
          </p:cNvPr>
          <p:cNvSpPr/>
          <p:nvPr/>
        </p:nvSpPr>
        <p:spPr>
          <a:xfrm>
            <a:off x="5205706" y="4931142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Quicksand Light" panose="00000400000000000000" pitchFamily="2" charset="0"/>
              </a:rPr>
              <a:t>methods</a:t>
            </a:r>
            <a:endParaRPr lang="zh-CN" altLang="en-US" sz="1000">
              <a:latin typeface="Quicksand" panose="00000500000000000000" pitchFamily="2" charset="0"/>
            </a:endParaRPr>
          </a:p>
        </p:txBody>
      </p: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8ADE194A-02E4-68D3-0947-04F857CE5FBB}"/>
              </a:ext>
            </a:extLst>
          </p:cNvPr>
          <p:cNvCxnSpPr>
            <a:cxnSpLocks/>
            <a:stCxn id="4" idx="1"/>
            <a:endCxn id="58" idx="3"/>
          </p:cNvCxnSpPr>
          <p:nvPr/>
        </p:nvCxnSpPr>
        <p:spPr>
          <a:xfrm rot="10800000">
            <a:off x="5031340" y="4029936"/>
            <a:ext cx="174367" cy="1009207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9B80305-9B15-D2EE-3DF1-CEE7D6394074}"/>
              </a:ext>
            </a:extLst>
          </p:cNvPr>
          <p:cNvSpPr/>
          <p:nvPr/>
        </p:nvSpPr>
        <p:spPr>
          <a:xfrm>
            <a:off x="6271524" y="3492809"/>
            <a:ext cx="72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Quicksand" panose="00000500000000000000" pitchFamily="2" charset="0"/>
              </a:rPr>
              <a:t>Normal</a:t>
            </a:r>
            <a:endParaRPr lang="zh-CN" altLang="en-US" sz="1000">
              <a:latin typeface="Quicksand" panose="00000500000000000000" pitchFamily="2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82DC8B9-FD3F-F1F8-44EE-89DB48E293DE}"/>
              </a:ext>
            </a:extLst>
          </p:cNvPr>
          <p:cNvSpPr/>
          <p:nvPr/>
        </p:nvSpPr>
        <p:spPr>
          <a:xfrm>
            <a:off x="6271524" y="4567062"/>
            <a:ext cx="72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Quicksand" panose="00000500000000000000" pitchFamily="2" charset="0"/>
              </a:rPr>
              <a:t>Iterator</a:t>
            </a:r>
            <a:endParaRPr lang="zh-CN" altLang="en-US" sz="1000">
              <a:latin typeface="Quicksand" panose="00000500000000000000" pitchFamily="2" charset="0"/>
            </a:endParaRPr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3A6BBE73-4BE6-5B24-F2A7-73612F1CC1B0}"/>
              </a:ext>
            </a:extLst>
          </p:cNvPr>
          <p:cNvCxnSpPr>
            <a:cxnSpLocks/>
            <a:stCxn id="3" idx="1"/>
            <a:endCxn id="32" idx="3"/>
          </p:cNvCxnSpPr>
          <p:nvPr/>
        </p:nvCxnSpPr>
        <p:spPr>
          <a:xfrm rot="10800000" flipV="1">
            <a:off x="5031340" y="1676488"/>
            <a:ext cx="174367" cy="452874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5784A573-8A5F-3AB6-E006-03DCCD9AD2FD}"/>
              </a:ext>
            </a:extLst>
          </p:cNvPr>
          <p:cNvSpPr/>
          <p:nvPr/>
        </p:nvSpPr>
        <p:spPr>
          <a:xfrm>
            <a:off x="6271524" y="5238469"/>
            <a:ext cx="72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Quicksand" panose="00000500000000000000" pitchFamily="2" charset="0"/>
              </a:rPr>
              <a:t>Subtotal</a:t>
            </a:r>
            <a:endParaRPr lang="zh-CN" altLang="en-US" sz="1000">
              <a:latin typeface="Quicksand" panose="00000500000000000000" pitchFamily="2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3E03E94-0B5A-158F-A4AF-89464ED65D83}"/>
              </a:ext>
            </a:extLst>
          </p:cNvPr>
          <p:cNvSpPr/>
          <p:nvPr/>
        </p:nvSpPr>
        <p:spPr>
          <a:xfrm>
            <a:off x="6271524" y="5507034"/>
            <a:ext cx="72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Quicksand" panose="00000500000000000000" pitchFamily="2" charset="0"/>
              </a:rPr>
              <a:t>Sort</a:t>
            </a:r>
            <a:endParaRPr lang="zh-CN" altLang="en-US" sz="1000">
              <a:latin typeface="Quicksand" panose="00000500000000000000" pitchFamily="2" charset="0"/>
            </a:endParaRPr>
          </a:p>
        </p:txBody>
      </p:sp>
      <p:cxnSp>
        <p:nvCxnSpPr>
          <p:cNvPr id="44" name="连接符: 曲线 43">
            <a:extLst>
              <a:ext uri="{FF2B5EF4-FFF2-40B4-BE49-F238E27FC236}">
                <a16:creationId xmlns:a16="http://schemas.microsoft.com/office/drawing/2014/main" id="{03E7BB68-66AE-0142-D985-87D40F381ABF}"/>
              </a:ext>
            </a:extLst>
          </p:cNvPr>
          <p:cNvCxnSpPr>
            <a:cxnSpLocks/>
            <a:stCxn id="37" idx="1"/>
            <a:endCxn id="4" idx="3"/>
          </p:cNvCxnSpPr>
          <p:nvPr/>
        </p:nvCxnSpPr>
        <p:spPr>
          <a:xfrm rot="10800000">
            <a:off x="6105706" y="5039142"/>
            <a:ext cx="165818" cy="575892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曲线 44">
            <a:extLst>
              <a:ext uri="{FF2B5EF4-FFF2-40B4-BE49-F238E27FC236}">
                <a16:creationId xmlns:a16="http://schemas.microsoft.com/office/drawing/2014/main" id="{5D3F8CFE-DBCF-046F-664F-113FAF52BAEB}"/>
              </a:ext>
            </a:extLst>
          </p:cNvPr>
          <p:cNvCxnSpPr>
            <a:cxnSpLocks/>
            <a:stCxn id="9" idx="1"/>
            <a:endCxn id="4" idx="3"/>
          </p:cNvCxnSpPr>
          <p:nvPr/>
        </p:nvCxnSpPr>
        <p:spPr>
          <a:xfrm rot="10800000" flipV="1">
            <a:off x="6105706" y="3600808"/>
            <a:ext cx="165818" cy="1438333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361CBBA-7A93-F9FB-0BDA-6ADB034B7718}"/>
              </a:ext>
            </a:extLst>
          </p:cNvPr>
          <p:cNvSpPr/>
          <p:nvPr/>
        </p:nvSpPr>
        <p:spPr>
          <a:xfrm>
            <a:off x="7160939" y="3089965"/>
            <a:ext cx="108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push() unshift()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60B231C-BBD4-F1C3-C0D1-4C848E474DFD}"/>
              </a:ext>
            </a:extLst>
          </p:cNvPr>
          <p:cNvSpPr/>
          <p:nvPr/>
        </p:nvSpPr>
        <p:spPr>
          <a:xfrm>
            <a:off x="7160939" y="3358528"/>
            <a:ext cx="108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pop() shift()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5129B4E-713A-DFA9-D44D-5A41B199CDE7}"/>
              </a:ext>
            </a:extLst>
          </p:cNvPr>
          <p:cNvSpPr/>
          <p:nvPr/>
        </p:nvSpPr>
        <p:spPr>
          <a:xfrm>
            <a:off x="7160939" y="3627091"/>
            <a:ext cx="108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join() concat()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CB474EB0-114A-1BD7-2807-3C49B5F5FE9B}"/>
              </a:ext>
            </a:extLst>
          </p:cNvPr>
          <p:cNvSpPr/>
          <p:nvPr/>
        </p:nvSpPr>
        <p:spPr>
          <a:xfrm>
            <a:off x="7160939" y="3895654"/>
            <a:ext cx="108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slice() splice()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ECD4749A-1BA0-CEA7-CBDC-595133A87915}"/>
              </a:ext>
            </a:extLst>
          </p:cNvPr>
          <p:cNvCxnSpPr>
            <a:cxnSpLocks/>
            <a:stCxn id="11" idx="1"/>
            <a:endCxn id="9" idx="3"/>
          </p:cNvCxnSpPr>
          <p:nvPr/>
        </p:nvCxnSpPr>
        <p:spPr>
          <a:xfrm rot="10800000" flipV="1">
            <a:off x="6991525" y="3197965"/>
            <a:ext cx="169415" cy="402844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8C60F32B-47DC-8CC3-4A68-644C0673D502}"/>
              </a:ext>
            </a:extLst>
          </p:cNvPr>
          <p:cNvCxnSpPr>
            <a:cxnSpLocks/>
            <a:stCxn id="14" idx="1"/>
            <a:endCxn id="9" idx="3"/>
          </p:cNvCxnSpPr>
          <p:nvPr/>
        </p:nvCxnSpPr>
        <p:spPr>
          <a:xfrm rot="10800000">
            <a:off x="6991525" y="3600810"/>
            <a:ext cx="169415" cy="402845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08F08A0-78E2-316A-D402-DF73814964C6}"/>
              </a:ext>
            </a:extLst>
          </p:cNvPr>
          <p:cNvSpPr/>
          <p:nvPr/>
        </p:nvSpPr>
        <p:spPr>
          <a:xfrm>
            <a:off x="7160939" y="4164217"/>
            <a:ext cx="108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forEach() map()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73A0C3E9-D389-2B01-1893-420ADE43C5CE}"/>
              </a:ext>
            </a:extLst>
          </p:cNvPr>
          <p:cNvSpPr/>
          <p:nvPr/>
        </p:nvSpPr>
        <p:spPr>
          <a:xfrm>
            <a:off x="7160939" y="4432780"/>
            <a:ext cx="108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some() every()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3EB2613A-78D2-446B-E08E-63AF57F20029}"/>
              </a:ext>
            </a:extLst>
          </p:cNvPr>
          <p:cNvSpPr/>
          <p:nvPr/>
        </p:nvSpPr>
        <p:spPr>
          <a:xfrm>
            <a:off x="7160939" y="4701343"/>
            <a:ext cx="108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filter()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2136078-EB5F-134C-7B99-D85ADFDDC7E5}"/>
              </a:ext>
            </a:extLst>
          </p:cNvPr>
          <p:cNvSpPr/>
          <p:nvPr/>
        </p:nvSpPr>
        <p:spPr>
          <a:xfrm>
            <a:off x="7160939" y="4969906"/>
            <a:ext cx="108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find() findIndex()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677108C6-01FE-16EC-DE7F-531C4BC9EEBA}"/>
              </a:ext>
            </a:extLst>
          </p:cNvPr>
          <p:cNvCxnSpPr>
            <a:cxnSpLocks/>
            <a:stCxn id="24" idx="1"/>
            <a:endCxn id="10" idx="3"/>
          </p:cNvCxnSpPr>
          <p:nvPr/>
        </p:nvCxnSpPr>
        <p:spPr>
          <a:xfrm rot="10800000" flipV="1">
            <a:off x="6991525" y="4272216"/>
            <a:ext cx="169415" cy="402845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45ABE7D5-0100-A190-75A5-803385505FF0}"/>
              </a:ext>
            </a:extLst>
          </p:cNvPr>
          <p:cNvCxnSpPr>
            <a:cxnSpLocks/>
            <a:stCxn id="29" idx="1"/>
            <a:endCxn id="10" idx="3"/>
          </p:cNvCxnSpPr>
          <p:nvPr/>
        </p:nvCxnSpPr>
        <p:spPr>
          <a:xfrm rot="10800000">
            <a:off x="6991525" y="4675062"/>
            <a:ext cx="169415" cy="402844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连接符: 曲线 40">
            <a:extLst>
              <a:ext uri="{FF2B5EF4-FFF2-40B4-BE49-F238E27FC236}">
                <a16:creationId xmlns:a16="http://schemas.microsoft.com/office/drawing/2014/main" id="{D0FE560A-052C-272B-2F77-D574CD538209}"/>
              </a:ext>
            </a:extLst>
          </p:cNvPr>
          <p:cNvCxnSpPr>
            <a:cxnSpLocks/>
            <a:stCxn id="10" idx="1"/>
            <a:endCxn id="4" idx="3"/>
          </p:cNvCxnSpPr>
          <p:nvPr/>
        </p:nvCxnSpPr>
        <p:spPr>
          <a:xfrm rot="10800000" flipV="1">
            <a:off x="6105706" y="4675062"/>
            <a:ext cx="165818" cy="364080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191E5BA1-10DF-EDDB-22CE-238EF4C22252}"/>
              </a:ext>
            </a:extLst>
          </p:cNvPr>
          <p:cNvSpPr/>
          <p:nvPr/>
        </p:nvSpPr>
        <p:spPr>
          <a:xfrm>
            <a:off x="7160938" y="5238469"/>
            <a:ext cx="1367111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reduce() reduceRight()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3949EF53-4625-E430-07C1-4C0ADF6139EF}"/>
              </a:ext>
            </a:extLst>
          </p:cNvPr>
          <p:cNvSpPr/>
          <p:nvPr/>
        </p:nvSpPr>
        <p:spPr>
          <a:xfrm>
            <a:off x="7160939" y="5337300"/>
            <a:ext cx="108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D0C39F3A-608A-61EE-66EA-A2C11F82B694}"/>
              </a:ext>
            </a:extLst>
          </p:cNvPr>
          <p:cNvSpPr/>
          <p:nvPr/>
        </p:nvSpPr>
        <p:spPr>
          <a:xfrm>
            <a:off x="7160939" y="5507034"/>
            <a:ext cx="108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sort()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7CADC9DC-FB7A-DF7C-87F1-32C18472BE8A}"/>
              </a:ext>
            </a:extLst>
          </p:cNvPr>
          <p:cNvCxnSpPr>
            <a:cxnSpLocks/>
            <a:stCxn id="36" idx="1"/>
            <a:endCxn id="4" idx="3"/>
          </p:cNvCxnSpPr>
          <p:nvPr/>
        </p:nvCxnSpPr>
        <p:spPr>
          <a:xfrm rot="10800000">
            <a:off x="6105706" y="5039143"/>
            <a:ext cx="165818" cy="307327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3524A867-CF26-C91E-5F54-249666BEB6F9}"/>
              </a:ext>
            </a:extLst>
          </p:cNvPr>
          <p:cNvCxnSpPr>
            <a:stCxn id="37" idx="3"/>
            <a:endCxn id="51" idx="1"/>
          </p:cNvCxnSpPr>
          <p:nvPr/>
        </p:nvCxnSpPr>
        <p:spPr>
          <a:xfrm>
            <a:off x="6991524" y="5615034"/>
            <a:ext cx="16941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FEA3AA0E-9D12-4381-DD33-93A31478C1B3}"/>
              </a:ext>
            </a:extLst>
          </p:cNvPr>
          <p:cNvCxnSpPr>
            <a:cxnSpLocks/>
            <a:stCxn id="36" idx="3"/>
            <a:endCxn id="46" idx="1"/>
          </p:cNvCxnSpPr>
          <p:nvPr/>
        </p:nvCxnSpPr>
        <p:spPr>
          <a:xfrm>
            <a:off x="6991524" y="5346469"/>
            <a:ext cx="16941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F008B86B-805F-0752-C005-4ED03CB4841F}"/>
              </a:ext>
            </a:extLst>
          </p:cNvPr>
          <p:cNvCxnSpPr>
            <a:cxnSpLocks/>
            <a:stCxn id="77" idx="1"/>
            <a:endCxn id="3" idx="3"/>
          </p:cNvCxnSpPr>
          <p:nvPr/>
        </p:nvCxnSpPr>
        <p:spPr>
          <a:xfrm flipH="1">
            <a:off x="6105706" y="1676488"/>
            <a:ext cx="165818" cy="0"/>
          </a:xfrm>
          <a:prstGeom prst="line">
            <a:avLst/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245AABB2-FFDD-5B95-9B98-2E44393B5327}"/>
              </a:ext>
            </a:extLst>
          </p:cNvPr>
          <p:cNvSpPr/>
          <p:nvPr/>
        </p:nvSpPr>
        <p:spPr>
          <a:xfrm>
            <a:off x="4311339" y="2021362"/>
            <a:ext cx="720000" cy="216000"/>
          </a:xfrm>
          <a:prstGeom prst="roundRect">
            <a:avLst/>
          </a:prstGeom>
          <a:solidFill>
            <a:srgbClr val="FA823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Quicksand Light" panose="00000400000000000000" pitchFamily="2" charset="0"/>
              </a:rPr>
              <a:t>static</a:t>
            </a:r>
            <a:endParaRPr lang="zh-CN" altLang="en-US" sz="1000">
              <a:latin typeface="Quicksand Light" panose="00000400000000000000" pitchFamily="2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A94CAA5A-352C-57E4-CFB8-40C44E1A0FA1}"/>
              </a:ext>
            </a:extLst>
          </p:cNvPr>
          <p:cNvSpPr/>
          <p:nvPr/>
        </p:nvSpPr>
        <p:spPr>
          <a:xfrm>
            <a:off x="5205706" y="2431787"/>
            <a:ext cx="900000" cy="216000"/>
          </a:xfrm>
          <a:prstGeom prst="roundRect">
            <a:avLst/>
          </a:prstGeom>
          <a:solidFill>
            <a:srgbClr val="FA823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Quicksand Light" panose="00000400000000000000" pitchFamily="2" charset="0"/>
              </a:rPr>
              <a:t>methods</a:t>
            </a:r>
            <a:endParaRPr lang="zh-CN" altLang="en-US" sz="1000">
              <a:latin typeface="Quicksand Light" panose="00000400000000000000" pitchFamily="2" charset="0"/>
            </a:endParaRPr>
          </a:p>
        </p:txBody>
      </p: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B5C2BBAB-EBC0-8C5C-0A75-EF3F79D37BD7}"/>
              </a:ext>
            </a:extLst>
          </p:cNvPr>
          <p:cNvCxnSpPr>
            <a:cxnSpLocks/>
            <a:stCxn id="32" idx="3"/>
            <a:endCxn id="39" idx="1"/>
          </p:cNvCxnSpPr>
          <p:nvPr/>
        </p:nvCxnSpPr>
        <p:spPr>
          <a:xfrm>
            <a:off x="5031339" y="2129362"/>
            <a:ext cx="174367" cy="410425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2D1CCAA0-AD3C-F2CA-1BD1-ABE880D6A2CC}"/>
              </a:ext>
            </a:extLst>
          </p:cNvPr>
          <p:cNvSpPr/>
          <p:nvPr/>
        </p:nvSpPr>
        <p:spPr>
          <a:xfrm>
            <a:off x="6271524" y="2285737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from()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01BF7B91-C346-6ED2-DC17-73E38EA8984C}"/>
              </a:ext>
            </a:extLst>
          </p:cNvPr>
          <p:cNvSpPr/>
          <p:nvPr/>
        </p:nvSpPr>
        <p:spPr>
          <a:xfrm>
            <a:off x="6271524" y="2584187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isArray()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A3C7C83C-FA9C-5080-5A45-81279A971B32}"/>
              </a:ext>
            </a:extLst>
          </p:cNvPr>
          <p:cNvCxnSpPr>
            <a:cxnSpLocks/>
            <a:stCxn id="49" idx="1"/>
            <a:endCxn id="39" idx="3"/>
          </p:cNvCxnSpPr>
          <p:nvPr/>
        </p:nvCxnSpPr>
        <p:spPr>
          <a:xfrm rot="10800000">
            <a:off x="6105706" y="2539787"/>
            <a:ext cx="165818" cy="152400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连接符: 曲线 54">
            <a:extLst>
              <a:ext uri="{FF2B5EF4-FFF2-40B4-BE49-F238E27FC236}">
                <a16:creationId xmlns:a16="http://schemas.microsoft.com/office/drawing/2014/main" id="{1022ADF4-B4DA-C841-DB76-45ED12B32E1A}"/>
              </a:ext>
            </a:extLst>
          </p:cNvPr>
          <p:cNvCxnSpPr>
            <a:cxnSpLocks/>
            <a:stCxn id="48" idx="1"/>
            <a:endCxn id="39" idx="3"/>
          </p:cNvCxnSpPr>
          <p:nvPr/>
        </p:nvCxnSpPr>
        <p:spPr>
          <a:xfrm rot="10800000" flipV="1">
            <a:off x="6105706" y="2393737"/>
            <a:ext cx="165818" cy="146050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609E8BED-A712-4ADC-E49A-2EB05EB413B0}"/>
              </a:ext>
            </a:extLst>
          </p:cNvPr>
          <p:cNvSpPr/>
          <p:nvPr/>
        </p:nvSpPr>
        <p:spPr>
          <a:xfrm>
            <a:off x="4311339" y="3921935"/>
            <a:ext cx="72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Quicksand" panose="00000500000000000000" pitchFamily="2" charset="0"/>
              </a:rPr>
              <a:t>instance</a:t>
            </a:r>
            <a:endParaRPr lang="zh-CN" altLang="en-US" sz="1000">
              <a:latin typeface="Quicksand" panose="00000500000000000000" pitchFamily="2" charset="0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7452F5DF-F19C-A2CC-1939-E1A7C640E6A7}"/>
              </a:ext>
            </a:extLst>
          </p:cNvPr>
          <p:cNvSpPr/>
          <p:nvPr/>
        </p:nvSpPr>
        <p:spPr>
          <a:xfrm>
            <a:off x="5205706" y="3089965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latin typeface="Quicksand Light" panose="00000400000000000000" pitchFamily="2" charset="0"/>
              </a:rPr>
              <a:t>properties</a:t>
            </a:r>
            <a:endParaRPr lang="zh-CN" altLang="en-US" sz="1000">
              <a:latin typeface="Quicksand Light" panose="00000400000000000000" pitchFamily="2" charset="0"/>
            </a:endParaRPr>
          </a:p>
        </p:txBody>
      </p:sp>
      <p:cxnSp>
        <p:nvCxnSpPr>
          <p:cNvPr id="67" name="连接符: 曲线 66">
            <a:extLst>
              <a:ext uri="{FF2B5EF4-FFF2-40B4-BE49-F238E27FC236}">
                <a16:creationId xmlns:a16="http://schemas.microsoft.com/office/drawing/2014/main" id="{AD389F6D-312F-8B06-3E80-7D4DF80B04E4}"/>
              </a:ext>
            </a:extLst>
          </p:cNvPr>
          <p:cNvCxnSpPr>
            <a:cxnSpLocks/>
            <a:stCxn id="66" idx="1"/>
            <a:endCxn id="58" idx="3"/>
          </p:cNvCxnSpPr>
          <p:nvPr/>
        </p:nvCxnSpPr>
        <p:spPr>
          <a:xfrm rot="10800000" flipV="1">
            <a:off x="5031340" y="3197965"/>
            <a:ext cx="174367" cy="831970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831D289F-1FDB-145C-CED1-72A0553D985F}"/>
              </a:ext>
            </a:extLst>
          </p:cNvPr>
          <p:cNvSpPr/>
          <p:nvPr/>
        </p:nvSpPr>
        <p:spPr>
          <a:xfrm>
            <a:off x="6271524" y="3089965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lenghth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ACC48F50-D187-349A-2BAC-7ECD52D21D3B}"/>
              </a:ext>
            </a:extLst>
          </p:cNvPr>
          <p:cNvCxnSpPr>
            <a:cxnSpLocks/>
            <a:stCxn id="66" idx="3"/>
            <a:endCxn id="70" idx="1"/>
          </p:cNvCxnSpPr>
          <p:nvPr/>
        </p:nvCxnSpPr>
        <p:spPr>
          <a:xfrm>
            <a:off x="6105706" y="3197965"/>
            <a:ext cx="16581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: 圆角 76">
            <a:extLst>
              <a:ext uri="{FF2B5EF4-FFF2-40B4-BE49-F238E27FC236}">
                <a16:creationId xmlns:a16="http://schemas.microsoft.com/office/drawing/2014/main" id="{B7AA2A7F-EB37-9026-4CC7-F28DD7B9F0F1}"/>
              </a:ext>
            </a:extLst>
          </p:cNvPr>
          <p:cNvSpPr/>
          <p:nvPr/>
        </p:nvSpPr>
        <p:spPr>
          <a:xfrm>
            <a:off x="6271524" y="1568488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000">
                <a:solidFill>
                  <a:sysClr val="windowText" lastClr="000000"/>
                </a:solidFill>
                <a:latin typeface="Quicksand" panose="00000500000000000000" pitchFamily="2" charset="0"/>
              </a:rPr>
              <a:t>Array</a:t>
            </a:r>
            <a:endParaRPr lang="zh-CN" altLang="en-US" sz="1000">
              <a:solidFill>
                <a:sysClr val="windowText" lastClr="000000"/>
              </a:solidFill>
              <a:latin typeface="Quicksand" panose="00000500000000000000" pitchFamily="2" charset="0"/>
            </a:endParaRPr>
          </a:p>
        </p:txBody>
      </p:sp>
      <p:cxnSp>
        <p:nvCxnSpPr>
          <p:cNvPr id="85" name="连接符: 曲线 84">
            <a:extLst>
              <a:ext uri="{FF2B5EF4-FFF2-40B4-BE49-F238E27FC236}">
                <a16:creationId xmlns:a16="http://schemas.microsoft.com/office/drawing/2014/main" id="{79AC8A27-84AF-3635-942F-D5185D355146}"/>
              </a:ext>
            </a:extLst>
          </p:cNvPr>
          <p:cNvCxnSpPr>
            <a:cxnSpLocks/>
            <a:stCxn id="32" idx="1"/>
            <a:endCxn id="2" idx="3"/>
          </p:cNvCxnSpPr>
          <p:nvPr/>
        </p:nvCxnSpPr>
        <p:spPr>
          <a:xfrm rot="10800000" flipV="1">
            <a:off x="4143323" y="2129362"/>
            <a:ext cx="168017" cy="950286"/>
          </a:xfrm>
          <a:prstGeom prst="curvedConnector3">
            <a:avLst>
              <a:gd name="adj1" fmla="val 50000"/>
            </a:avLst>
          </a:prstGeom>
          <a:ln w="12700"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曲线 95">
            <a:extLst>
              <a:ext uri="{FF2B5EF4-FFF2-40B4-BE49-F238E27FC236}">
                <a16:creationId xmlns:a16="http://schemas.microsoft.com/office/drawing/2014/main" id="{33893C53-421E-7A61-D10B-B6870484FB46}"/>
              </a:ext>
            </a:extLst>
          </p:cNvPr>
          <p:cNvCxnSpPr>
            <a:cxnSpLocks/>
            <a:stCxn id="2" idx="3"/>
            <a:endCxn id="58" idx="1"/>
          </p:cNvCxnSpPr>
          <p:nvPr/>
        </p:nvCxnSpPr>
        <p:spPr>
          <a:xfrm>
            <a:off x="4143322" y="3079648"/>
            <a:ext cx="168017" cy="950287"/>
          </a:xfrm>
          <a:prstGeom prst="curvedConnector3">
            <a:avLst>
              <a:gd name="adj1" fmla="val 50000"/>
            </a:avLst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19312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615E-5F97-22DA-CB6D-4D080E035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8CD23AEF-0DEB-DBF7-07C7-2BCC069B81FE}"/>
              </a:ext>
            </a:extLst>
          </p:cNvPr>
          <p:cNvSpPr/>
          <p:nvPr/>
        </p:nvSpPr>
        <p:spPr>
          <a:xfrm>
            <a:off x="3304872" y="2708066"/>
            <a:ext cx="720000" cy="216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Poppins" panose="00000500000000000000" pitchFamily="2" charset="0"/>
              </a:rPr>
              <a:t>Data type</a:t>
            </a:r>
            <a:endParaRPr lang="zh-CN" altLang="en-US" sz="800">
              <a:latin typeface="Poppins" panose="00000500000000000000" pitchFamily="2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B0760923-4EE6-A665-AA3B-C98E574D4CB7}"/>
              </a:ext>
            </a:extLst>
          </p:cNvPr>
          <p:cNvSpPr/>
          <p:nvPr/>
        </p:nvSpPr>
        <p:spPr>
          <a:xfrm>
            <a:off x="5205706" y="1568488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ysClr val="windowText" lastClr="000000"/>
                </a:solidFill>
                <a:latin typeface="Poppins" panose="00000500000000000000" pitchFamily="2" charset="0"/>
              </a:rPr>
              <a:t>Number</a:t>
            </a:r>
            <a:endParaRPr lang="zh-CN" altLang="en-US" sz="80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D478093-2AF8-A15A-1534-625A5540AC56}"/>
              </a:ext>
            </a:extLst>
          </p:cNvPr>
          <p:cNvSpPr/>
          <p:nvPr/>
        </p:nvSpPr>
        <p:spPr>
          <a:xfrm>
            <a:off x="5205706" y="4054842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ysClr val="windowText" lastClr="000000"/>
                </a:solidFill>
                <a:latin typeface="Poppins" panose="00000500000000000000" pitchFamily="2" charset="0"/>
              </a:rPr>
              <a:t>Class</a:t>
            </a:r>
            <a:endParaRPr lang="zh-CN" altLang="en-US" sz="80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C766FBB2-9E67-2072-671F-16F708E48EDB}"/>
              </a:ext>
            </a:extLst>
          </p:cNvPr>
          <p:cNvCxnSpPr>
            <a:cxnSpLocks/>
            <a:stCxn id="4" idx="1"/>
            <a:endCxn id="58" idx="3"/>
          </p:cNvCxnSpPr>
          <p:nvPr/>
        </p:nvCxnSpPr>
        <p:spPr>
          <a:xfrm rot="10800000">
            <a:off x="5031340" y="3541252"/>
            <a:ext cx="174367" cy="621590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F01278BE-0A55-DE84-5F44-9616764464ED}"/>
              </a:ext>
            </a:extLst>
          </p:cNvPr>
          <p:cNvCxnSpPr>
            <a:cxnSpLocks/>
            <a:stCxn id="3" idx="1"/>
            <a:endCxn id="32" idx="3"/>
          </p:cNvCxnSpPr>
          <p:nvPr/>
        </p:nvCxnSpPr>
        <p:spPr>
          <a:xfrm rot="10800000" flipV="1">
            <a:off x="5031340" y="1676488"/>
            <a:ext cx="174367" cy="414392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5A20763-23BA-D084-944C-24343AD77B4F}"/>
              </a:ext>
            </a:extLst>
          </p:cNvPr>
          <p:cNvSpPr/>
          <p:nvPr/>
        </p:nvSpPr>
        <p:spPr>
          <a:xfrm>
            <a:off x="4311339" y="1982880"/>
            <a:ext cx="720000" cy="216000"/>
          </a:xfrm>
          <a:prstGeom prst="roundRect">
            <a:avLst/>
          </a:prstGeom>
          <a:solidFill>
            <a:srgbClr val="FA823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Poppins" panose="00000500000000000000" pitchFamily="2" charset="0"/>
              </a:rPr>
              <a:t>Primitives</a:t>
            </a:r>
            <a:endParaRPr lang="zh-CN" altLang="en-US" sz="800">
              <a:latin typeface="Poppins" panose="00000500000000000000" pitchFamily="2" charset="0"/>
            </a:endParaRP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C1BA683F-7690-5607-3B4C-51BFF6401047}"/>
              </a:ext>
            </a:extLst>
          </p:cNvPr>
          <p:cNvSpPr/>
          <p:nvPr/>
        </p:nvSpPr>
        <p:spPr>
          <a:xfrm>
            <a:off x="5205706" y="2397272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ysClr val="windowText" lastClr="000000"/>
                </a:solidFill>
                <a:latin typeface="Poppins" panose="00000500000000000000" pitchFamily="2" charset="0"/>
              </a:rPr>
              <a:t>null</a:t>
            </a:r>
            <a:endParaRPr lang="zh-CN" altLang="en-US" sz="80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48749145-0E64-F25C-03E5-07F09DED944B}"/>
              </a:ext>
            </a:extLst>
          </p:cNvPr>
          <p:cNvCxnSpPr>
            <a:cxnSpLocks/>
            <a:stCxn id="32" idx="3"/>
            <a:endCxn id="39" idx="1"/>
          </p:cNvCxnSpPr>
          <p:nvPr/>
        </p:nvCxnSpPr>
        <p:spPr>
          <a:xfrm>
            <a:off x="5031339" y="2090880"/>
            <a:ext cx="174367" cy="414392"/>
          </a:xfrm>
          <a:prstGeom prst="curvedConnector3">
            <a:avLst>
              <a:gd name="adj1" fmla="val 50000"/>
            </a:avLst>
          </a:prstGeom>
          <a:ln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23908256-C785-ACB0-FD75-514C7E1A0589}"/>
              </a:ext>
            </a:extLst>
          </p:cNvPr>
          <p:cNvSpPr/>
          <p:nvPr/>
        </p:nvSpPr>
        <p:spPr>
          <a:xfrm>
            <a:off x="4311339" y="3433252"/>
            <a:ext cx="72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Poppins" panose="00000500000000000000" pitchFamily="2" charset="0"/>
              </a:rPr>
              <a:t>Reference</a:t>
            </a:r>
            <a:endParaRPr lang="zh-CN" altLang="en-US" sz="800">
              <a:latin typeface="Poppins" panose="00000500000000000000" pitchFamily="2" charset="0"/>
            </a:endParaRP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DD40F80C-B7A3-E95E-CF0A-6E30DD679F1C}"/>
              </a:ext>
            </a:extLst>
          </p:cNvPr>
          <p:cNvSpPr/>
          <p:nvPr/>
        </p:nvSpPr>
        <p:spPr>
          <a:xfrm>
            <a:off x="5205706" y="2811664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ysClr val="windowText" lastClr="000000"/>
                </a:solidFill>
                <a:latin typeface="Poppins" panose="00000500000000000000" pitchFamily="2" charset="0"/>
              </a:rPr>
              <a:t>Object</a:t>
            </a:r>
            <a:endParaRPr lang="zh-CN" altLang="en-US" sz="800" dirty="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cxnSp>
        <p:nvCxnSpPr>
          <p:cNvPr id="67" name="连接符: 曲线 66">
            <a:extLst>
              <a:ext uri="{FF2B5EF4-FFF2-40B4-BE49-F238E27FC236}">
                <a16:creationId xmlns:a16="http://schemas.microsoft.com/office/drawing/2014/main" id="{68217129-545F-175C-2C2A-CD2EB245A1B2}"/>
              </a:ext>
            </a:extLst>
          </p:cNvPr>
          <p:cNvCxnSpPr>
            <a:cxnSpLocks/>
            <a:stCxn id="66" idx="1"/>
            <a:endCxn id="58" idx="3"/>
          </p:cNvCxnSpPr>
          <p:nvPr/>
        </p:nvCxnSpPr>
        <p:spPr>
          <a:xfrm rot="10800000" flipV="1">
            <a:off x="5031340" y="2919664"/>
            <a:ext cx="174367" cy="621588"/>
          </a:xfrm>
          <a:prstGeom prst="curvedConnector3">
            <a:avLst>
              <a:gd name="adj1" fmla="val 50000"/>
            </a:avLst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连接符: 曲线 84">
            <a:extLst>
              <a:ext uri="{FF2B5EF4-FFF2-40B4-BE49-F238E27FC236}">
                <a16:creationId xmlns:a16="http://schemas.microsoft.com/office/drawing/2014/main" id="{6CEB3CC4-1089-8C8F-25CF-62229F4671C6}"/>
              </a:ext>
            </a:extLst>
          </p:cNvPr>
          <p:cNvCxnSpPr>
            <a:cxnSpLocks/>
            <a:stCxn id="32" idx="1"/>
            <a:endCxn id="2" idx="3"/>
          </p:cNvCxnSpPr>
          <p:nvPr/>
        </p:nvCxnSpPr>
        <p:spPr>
          <a:xfrm rot="10800000" flipV="1">
            <a:off x="4024873" y="2090880"/>
            <a:ext cx="286467" cy="725186"/>
          </a:xfrm>
          <a:prstGeom prst="curvedConnector3">
            <a:avLst>
              <a:gd name="adj1" fmla="val 50000"/>
            </a:avLst>
          </a:prstGeom>
          <a:ln w="12700">
            <a:solidFill>
              <a:srgbClr val="FA82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连接符: 曲线 95">
            <a:extLst>
              <a:ext uri="{FF2B5EF4-FFF2-40B4-BE49-F238E27FC236}">
                <a16:creationId xmlns:a16="http://schemas.microsoft.com/office/drawing/2014/main" id="{AA892194-34E3-00E5-1988-FE22ADAA4F0D}"/>
              </a:ext>
            </a:extLst>
          </p:cNvPr>
          <p:cNvCxnSpPr>
            <a:cxnSpLocks/>
            <a:stCxn id="2" idx="3"/>
            <a:endCxn id="58" idx="1"/>
          </p:cNvCxnSpPr>
          <p:nvPr/>
        </p:nvCxnSpPr>
        <p:spPr>
          <a:xfrm>
            <a:off x="4024872" y="2816066"/>
            <a:ext cx="286467" cy="725186"/>
          </a:xfrm>
          <a:prstGeom prst="curvedConnector3">
            <a:avLst>
              <a:gd name="adj1" fmla="val 50000"/>
            </a:avLst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6BF7386-8295-6BC1-B584-CBE7269E9400}"/>
              </a:ext>
            </a:extLst>
          </p:cNvPr>
          <p:cNvSpPr/>
          <p:nvPr/>
        </p:nvSpPr>
        <p:spPr>
          <a:xfrm>
            <a:off x="5205706" y="1775684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ysClr val="windowText" lastClr="000000"/>
                </a:solidFill>
                <a:latin typeface="Poppins" panose="00000500000000000000" pitchFamily="2" charset="0"/>
              </a:rPr>
              <a:t>String</a:t>
            </a:r>
            <a:endParaRPr lang="zh-CN" altLang="en-US" sz="80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A20850-A9E3-0BA4-878E-EB84C8132D96}"/>
              </a:ext>
            </a:extLst>
          </p:cNvPr>
          <p:cNvSpPr/>
          <p:nvPr/>
        </p:nvSpPr>
        <p:spPr>
          <a:xfrm>
            <a:off x="5205706" y="1982880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ysClr val="windowText" lastClr="000000"/>
                </a:solidFill>
                <a:latin typeface="Poppins" panose="00000500000000000000" pitchFamily="2" charset="0"/>
              </a:rPr>
              <a:t>Boolean</a:t>
            </a:r>
            <a:endParaRPr lang="zh-CN" altLang="en-US" sz="80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167EC40-D6BD-67FD-EBE3-088502B43367}"/>
              </a:ext>
            </a:extLst>
          </p:cNvPr>
          <p:cNvSpPr/>
          <p:nvPr/>
        </p:nvSpPr>
        <p:spPr>
          <a:xfrm>
            <a:off x="5205706" y="2190076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ysClr val="windowText" lastClr="000000"/>
                </a:solidFill>
                <a:latin typeface="Poppins" panose="00000500000000000000" pitchFamily="2" charset="0"/>
              </a:rPr>
              <a:t>Undefined</a:t>
            </a:r>
            <a:endParaRPr lang="zh-CN" altLang="en-US" sz="80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D5B361E-80C5-58E0-179C-EE2E4B508299}"/>
              </a:ext>
            </a:extLst>
          </p:cNvPr>
          <p:cNvSpPr/>
          <p:nvPr/>
        </p:nvSpPr>
        <p:spPr>
          <a:xfrm>
            <a:off x="5205706" y="3018860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ysClr val="windowText" lastClr="000000"/>
                </a:solidFill>
                <a:latin typeface="Poppins" panose="00000500000000000000" pitchFamily="2" charset="0"/>
              </a:rPr>
              <a:t>Function</a:t>
            </a:r>
            <a:endParaRPr lang="zh-CN" altLang="en-US" sz="800" dirty="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C3EB421E-BD9C-2D5C-5E42-BD839753F4BB}"/>
              </a:ext>
            </a:extLst>
          </p:cNvPr>
          <p:cNvSpPr/>
          <p:nvPr/>
        </p:nvSpPr>
        <p:spPr>
          <a:xfrm>
            <a:off x="5205706" y="3226056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 dirty="0">
                <a:solidFill>
                  <a:sysClr val="windowText" lastClr="000000"/>
                </a:solidFill>
                <a:latin typeface="Poppins" panose="00000500000000000000" pitchFamily="2" charset="0"/>
              </a:rPr>
              <a:t>Array</a:t>
            </a:r>
            <a:endParaRPr lang="zh-CN" altLang="en-US" sz="800" dirty="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E4C071A-DF18-10A8-A9D7-252A4CFD7AC1}"/>
              </a:ext>
            </a:extLst>
          </p:cNvPr>
          <p:cNvSpPr/>
          <p:nvPr/>
        </p:nvSpPr>
        <p:spPr>
          <a:xfrm>
            <a:off x="5205706" y="3433252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ysClr val="windowText" lastClr="000000"/>
                </a:solidFill>
                <a:latin typeface="Poppins" panose="00000500000000000000" pitchFamily="2" charset="0"/>
              </a:rPr>
              <a:t>Map</a:t>
            </a:r>
            <a:endParaRPr lang="zh-CN" altLang="en-US" sz="80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D775F13-0370-C7DD-01D0-67C8C030B281}"/>
              </a:ext>
            </a:extLst>
          </p:cNvPr>
          <p:cNvSpPr/>
          <p:nvPr/>
        </p:nvSpPr>
        <p:spPr>
          <a:xfrm>
            <a:off x="5205706" y="3640448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ysClr val="windowText" lastClr="000000"/>
                </a:solidFill>
                <a:latin typeface="Poppins" panose="00000500000000000000" pitchFamily="2" charset="0"/>
              </a:rPr>
              <a:t>Set</a:t>
            </a:r>
            <a:endParaRPr lang="zh-CN" altLang="en-US" sz="80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42FBD25-FBAC-38D9-710A-452DD5AC01C2}"/>
              </a:ext>
            </a:extLst>
          </p:cNvPr>
          <p:cNvSpPr/>
          <p:nvPr/>
        </p:nvSpPr>
        <p:spPr>
          <a:xfrm>
            <a:off x="5205706" y="3847644"/>
            <a:ext cx="72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800">
                <a:solidFill>
                  <a:sysClr val="windowText" lastClr="000000"/>
                </a:solidFill>
                <a:latin typeface="Poppins" panose="00000500000000000000" pitchFamily="2" charset="0"/>
              </a:rPr>
              <a:t>RegExp</a:t>
            </a:r>
            <a:endParaRPr lang="zh-CN" altLang="en-US" sz="800">
              <a:solidFill>
                <a:sysClr val="windowText" lastClr="000000"/>
              </a:solidFill>
              <a:latin typeface="Poppins" panose="00000500000000000000" pitchFamily="2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C515247-A5DE-6253-B26F-5CF09B584353}"/>
              </a:ext>
            </a:extLst>
          </p:cNvPr>
          <p:cNvSpPr/>
          <p:nvPr/>
        </p:nvSpPr>
        <p:spPr>
          <a:xfrm>
            <a:off x="6378635" y="2708066"/>
            <a:ext cx="792000" cy="216000"/>
          </a:xfrm>
          <a:prstGeom prst="roundRect">
            <a:avLst/>
          </a:prstGeom>
          <a:solidFill>
            <a:srgbClr val="3DC1D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Poppins" panose="00000500000000000000" pitchFamily="2" charset="0"/>
              </a:rPr>
              <a:t>Conversion</a:t>
            </a:r>
            <a:endParaRPr lang="zh-CN" altLang="en-US" sz="800">
              <a:latin typeface="Poppins" panose="00000500000000000000" pitchFamily="2" charset="0"/>
            </a:endParaRP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8BD26FD6-64C3-B0EC-7D01-98BCC782F466}"/>
              </a:ext>
            </a:extLst>
          </p:cNvPr>
          <p:cNvCxnSpPr>
            <a:stCxn id="3" idx="3"/>
            <a:endCxn id="25" idx="0"/>
          </p:cNvCxnSpPr>
          <p:nvPr/>
        </p:nvCxnSpPr>
        <p:spPr>
          <a:xfrm>
            <a:off x="5925706" y="1676488"/>
            <a:ext cx="848929" cy="1031578"/>
          </a:xfrm>
          <a:prstGeom prst="bentConnector2">
            <a:avLst/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8BC38B19-1308-FCA6-8CA1-4A97D6C1591F}"/>
              </a:ext>
            </a:extLst>
          </p:cNvPr>
          <p:cNvCxnSpPr>
            <a:cxnSpLocks/>
            <a:stCxn id="4" idx="3"/>
            <a:endCxn id="25" idx="2"/>
          </p:cNvCxnSpPr>
          <p:nvPr/>
        </p:nvCxnSpPr>
        <p:spPr>
          <a:xfrm flipV="1">
            <a:off x="5925706" y="2924066"/>
            <a:ext cx="848929" cy="1238776"/>
          </a:xfrm>
          <a:prstGeom prst="bentConnector2">
            <a:avLst/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367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F9F13-DBAB-685B-D1B5-961E77B6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F868E4CC-F7F1-EB0B-6B78-C083E5CFDD16}"/>
              </a:ext>
            </a:extLst>
          </p:cNvPr>
          <p:cNvSpPr/>
          <p:nvPr/>
        </p:nvSpPr>
        <p:spPr>
          <a:xfrm>
            <a:off x="4988680" y="2003300"/>
            <a:ext cx="900000" cy="216000"/>
          </a:xfrm>
          <a:prstGeom prst="roundRect">
            <a:avLst/>
          </a:prstGeom>
          <a:solidFill>
            <a:srgbClr val="F9423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href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57BAADA-647B-0026-713C-19D98348E920}"/>
              </a:ext>
            </a:extLst>
          </p:cNvPr>
          <p:cNvSpPr/>
          <p:nvPr/>
        </p:nvSpPr>
        <p:spPr>
          <a:xfrm>
            <a:off x="7126880" y="1607300"/>
            <a:ext cx="792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chemeClr val="tx1"/>
                </a:solidFill>
                <a:latin typeface="Quicksand Light" panose="00000400000000000000" pitchFamily="2" charset="0"/>
              </a:rPr>
              <a:t>html</a:t>
            </a:r>
            <a:endParaRPr lang="zh-CN" altLang="en-US" sz="800">
              <a:solidFill>
                <a:schemeClr val="tx1"/>
              </a:solidFill>
              <a:latin typeface="Quicksand Light" panose="00000400000000000000" pitchFamily="2" charset="0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BA830DB-8C10-2D47-A591-B5A8B816B0B1}"/>
              </a:ext>
            </a:extLst>
          </p:cNvPr>
          <p:cNvSpPr/>
          <p:nvPr/>
        </p:nvSpPr>
        <p:spPr>
          <a:xfrm>
            <a:off x="6057780" y="2003300"/>
            <a:ext cx="900000" cy="216000"/>
          </a:xfrm>
          <a:prstGeom prst="roundRect">
            <a:avLst/>
          </a:prstGeom>
          <a:solidFill>
            <a:srgbClr val="FDB8B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URL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28" name="连接符: 曲线 27">
            <a:extLst>
              <a:ext uri="{FF2B5EF4-FFF2-40B4-BE49-F238E27FC236}">
                <a16:creationId xmlns:a16="http://schemas.microsoft.com/office/drawing/2014/main" id="{02ED209C-345D-4F5F-AAB7-CA706FBCA778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 flipV="1">
            <a:off x="6957780" y="1715300"/>
            <a:ext cx="169100" cy="396000"/>
          </a:xfrm>
          <a:prstGeom prst="curvedConnector3">
            <a:avLst/>
          </a:prstGeom>
          <a:ln>
            <a:solidFill>
              <a:srgbClr val="FA5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: 圆角 107">
            <a:extLst>
              <a:ext uri="{FF2B5EF4-FFF2-40B4-BE49-F238E27FC236}">
                <a16:creationId xmlns:a16="http://schemas.microsoft.com/office/drawing/2014/main" id="{90AF6EF7-53CF-A524-331E-456686B2C086}"/>
              </a:ext>
            </a:extLst>
          </p:cNvPr>
          <p:cNvSpPr/>
          <p:nvPr/>
        </p:nvSpPr>
        <p:spPr>
          <a:xfrm>
            <a:off x="7126880" y="2399300"/>
            <a:ext cx="792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chemeClr val="tx1"/>
                </a:solidFill>
                <a:latin typeface="Quicksand Light" panose="00000400000000000000" pitchFamily="2" charset="0"/>
              </a:rPr>
              <a:t>multimedia</a:t>
            </a:r>
            <a:endParaRPr lang="zh-CN" altLang="en-US" sz="800">
              <a:solidFill>
                <a:schemeClr val="tx1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121" name="连接符: 曲线 120">
            <a:extLst>
              <a:ext uri="{FF2B5EF4-FFF2-40B4-BE49-F238E27FC236}">
                <a16:creationId xmlns:a16="http://schemas.microsoft.com/office/drawing/2014/main" id="{BA119F6E-0FAD-DF64-6D44-09811AB9893A}"/>
              </a:ext>
            </a:extLst>
          </p:cNvPr>
          <p:cNvCxnSpPr>
            <a:cxnSpLocks/>
            <a:stCxn id="26" idx="3"/>
            <a:endCxn id="108" idx="1"/>
          </p:cNvCxnSpPr>
          <p:nvPr/>
        </p:nvCxnSpPr>
        <p:spPr>
          <a:xfrm>
            <a:off x="6957780" y="2111300"/>
            <a:ext cx="169100" cy="396000"/>
          </a:xfrm>
          <a:prstGeom prst="curvedConnector3">
            <a:avLst>
              <a:gd name="adj1" fmla="val 50000"/>
            </a:avLst>
          </a:prstGeom>
          <a:ln>
            <a:solidFill>
              <a:srgbClr val="FA5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94E736D0-484B-E0CA-ACC9-FB4F83E60EB2}"/>
              </a:ext>
            </a:extLst>
          </p:cNvPr>
          <p:cNvSpPr/>
          <p:nvPr/>
        </p:nvSpPr>
        <p:spPr>
          <a:xfrm>
            <a:off x="7126880" y="1871300"/>
            <a:ext cx="792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chemeClr val="tx1"/>
                </a:solidFill>
                <a:latin typeface="Quicksand Light" panose="00000400000000000000" pitchFamily="2" charset="0"/>
              </a:rPr>
              <a:t>image</a:t>
            </a:r>
            <a:endParaRPr lang="zh-CN" altLang="en-US" sz="800">
              <a:solidFill>
                <a:schemeClr val="tx1"/>
              </a:solidFill>
              <a:latin typeface="Quicksand Light" panose="000004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566CF62-4ABB-8C46-F1F1-DF9BBE08EB5C}"/>
              </a:ext>
            </a:extLst>
          </p:cNvPr>
          <p:cNvSpPr/>
          <p:nvPr/>
        </p:nvSpPr>
        <p:spPr>
          <a:xfrm>
            <a:off x="7126880" y="2135300"/>
            <a:ext cx="792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chemeClr val="tx1"/>
                </a:solidFill>
                <a:latin typeface="Quicksand Light" panose="00000400000000000000" pitchFamily="2" charset="0"/>
              </a:rPr>
              <a:t>document</a:t>
            </a:r>
            <a:endParaRPr lang="zh-CN" altLang="en-US" sz="800">
              <a:solidFill>
                <a:schemeClr val="tx1"/>
              </a:solidFill>
              <a:latin typeface="Quicksand Light" panose="00000400000000000000" pitchFamily="2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700F627-A64C-E1BB-E92B-BB2800C93682}"/>
              </a:ext>
            </a:extLst>
          </p:cNvPr>
          <p:cNvSpPr/>
          <p:nvPr/>
        </p:nvSpPr>
        <p:spPr>
          <a:xfrm>
            <a:off x="3927709" y="2716150"/>
            <a:ext cx="900000" cy="216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&lt;a&gt;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B33C22E-5A27-D8B0-69FB-D8E7042F698A}"/>
              </a:ext>
            </a:extLst>
          </p:cNvPr>
          <p:cNvSpPr/>
          <p:nvPr/>
        </p:nvSpPr>
        <p:spPr>
          <a:xfrm>
            <a:off x="4988679" y="3458550"/>
            <a:ext cx="900000" cy="216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target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988A9D9D-B0C5-3301-4A7E-5991653E9741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 flipV="1">
            <a:off x="4827709" y="2111300"/>
            <a:ext cx="160971" cy="712850"/>
          </a:xfrm>
          <a:prstGeom prst="curvedConnector3">
            <a:avLst/>
          </a:prstGeom>
          <a:ln>
            <a:solidFill>
              <a:srgbClr val="FA5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2367766C-CC35-B272-7FB8-E59515D169D3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827709" y="2824150"/>
            <a:ext cx="160970" cy="742400"/>
          </a:xfrm>
          <a:prstGeom prst="curvedConnector3">
            <a:avLst/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8B48571-E03E-32ED-08C4-56450543AAF0}"/>
              </a:ext>
            </a:extLst>
          </p:cNvPr>
          <p:cNvSpPr/>
          <p:nvPr/>
        </p:nvSpPr>
        <p:spPr>
          <a:xfrm>
            <a:off x="6049650" y="3326550"/>
            <a:ext cx="900000" cy="216000"/>
          </a:xfrm>
          <a:prstGeom prst="roundRect">
            <a:avLst/>
          </a:prstGeom>
          <a:solidFill>
            <a:srgbClr val="CCF2E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_self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6DEF6C5-2681-D90B-F652-E91E85D8331F}"/>
              </a:ext>
            </a:extLst>
          </p:cNvPr>
          <p:cNvSpPr/>
          <p:nvPr/>
        </p:nvSpPr>
        <p:spPr>
          <a:xfrm>
            <a:off x="6049650" y="3590550"/>
            <a:ext cx="900000" cy="216000"/>
          </a:xfrm>
          <a:prstGeom prst="roundRect">
            <a:avLst/>
          </a:prstGeom>
          <a:solidFill>
            <a:srgbClr val="CCF2E5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_blank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D512F3E2-7708-097A-CFDF-4572EE28B491}"/>
              </a:ext>
            </a:extLst>
          </p:cNvPr>
          <p:cNvCxnSpPr>
            <a:cxnSpLocks/>
            <a:stCxn id="4" idx="3"/>
            <a:endCxn id="9" idx="1"/>
          </p:cNvCxnSpPr>
          <p:nvPr/>
        </p:nvCxnSpPr>
        <p:spPr>
          <a:xfrm flipV="1">
            <a:off x="5888679" y="3434550"/>
            <a:ext cx="160971" cy="132000"/>
          </a:xfrm>
          <a:prstGeom prst="curvedConnector3">
            <a:avLst>
              <a:gd name="adj1" fmla="val 50000"/>
            </a:avLst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曲线 17">
            <a:extLst>
              <a:ext uri="{FF2B5EF4-FFF2-40B4-BE49-F238E27FC236}">
                <a16:creationId xmlns:a16="http://schemas.microsoft.com/office/drawing/2014/main" id="{5226A2A6-1B86-E4B9-B9CB-2CA1E5FD66FF}"/>
              </a:ext>
            </a:extLst>
          </p:cNvPr>
          <p:cNvCxnSpPr>
            <a:cxnSpLocks/>
            <a:stCxn id="4" idx="3"/>
            <a:endCxn id="14" idx="1"/>
          </p:cNvCxnSpPr>
          <p:nvPr/>
        </p:nvCxnSpPr>
        <p:spPr>
          <a:xfrm>
            <a:off x="5888679" y="3566550"/>
            <a:ext cx="160971" cy="132000"/>
          </a:xfrm>
          <a:prstGeom prst="curvedConnector3">
            <a:avLst>
              <a:gd name="adj1" fmla="val 50000"/>
            </a:avLst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F9CA73D-B169-EF8D-190F-64A1033F62F1}"/>
              </a:ext>
            </a:extLst>
          </p:cNvPr>
          <p:cNvCxnSpPr>
            <a:stCxn id="7" idx="3"/>
            <a:endCxn id="26" idx="1"/>
          </p:cNvCxnSpPr>
          <p:nvPr/>
        </p:nvCxnSpPr>
        <p:spPr>
          <a:xfrm>
            <a:off x="5888680" y="2111300"/>
            <a:ext cx="169100" cy="0"/>
          </a:xfrm>
          <a:prstGeom prst="line">
            <a:avLst/>
          </a:prstGeom>
          <a:ln>
            <a:solidFill>
              <a:srgbClr val="FA5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5940B801-CFDC-0CA4-2642-8484312789E7}"/>
              </a:ext>
            </a:extLst>
          </p:cNvPr>
          <p:cNvSpPr/>
          <p:nvPr/>
        </p:nvSpPr>
        <p:spPr>
          <a:xfrm>
            <a:off x="8037230" y="1480300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local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986B4C0-CD0C-54D2-F99B-C52C648B5E43}"/>
              </a:ext>
            </a:extLst>
          </p:cNvPr>
          <p:cNvSpPr/>
          <p:nvPr/>
        </p:nvSpPr>
        <p:spPr>
          <a:xfrm>
            <a:off x="8037230" y="1744300"/>
            <a:ext cx="900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8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remote</a:t>
            </a:r>
            <a:endParaRPr lang="zh-CN" altLang="en-US" sz="8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0BF61FC3-590B-F511-9A8D-B7329B46B1ED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 flipV="1">
            <a:off x="7918880" y="1588300"/>
            <a:ext cx="118350" cy="127000"/>
          </a:xfrm>
          <a:prstGeom prst="curvedConnector3">
            <a:avLst/>
          </a:prstGeom>
          <a:ln>
            <a:solidFill>
              <a:srgbClr val="FA5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E5D83A58-D9DB-1E62-FFBF-3B7E2E97483D}"/>
              </a:ext>
            </a:extLst>
          </p:cNvPr>
          <p:cNvCxnSpPr>
            <a:cxnSpLocks/>
            <a:stCxn id="25" idx="3"/>
            <a:endCxn id="30" idx="1"/>
          </p:cNvCxnSpPr>
          <p:nvPr/>
        </p:nvCxnSpPr>
        <p:spPr>
          <a:xfrm>
            <a:off x="7918880" y="1715300"/>
            <a:ext cx="118350" cy="137000"/>
          </a:xfrm>
          <a:prstGeom prst="curvedConnector3">
            <a:avLst/>
          </a:prstGeom>
          <a:ln>
            <a:solidFill>
              <a:srgbClr val="FA55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5344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82F9C713-6855-4AD7-314A-2E0908DD2B4A}"/>
              </a:ext>
            </a:extLst>
          </p:cNvPr>
          <p:cNvSpPr/>
          <p:nvPr/>
        </p:nvSpPr>
        <p:spPr>
          <a:xfrm>
            <a:off x="3757723" y="1589964"/>
            <a:ext cx="36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4710F97-0B37-36DA-6BD8-9A0E3D93E29B}"/>
              </a:ext>
            </a:extLst>
          </p:cNvPr>
          <p:cNvSpPr/>
          <p:nvPr/>
        </p:nvSpPr>
        <p:spPr>
          <a:xfrm>
            <a:off x="3757723" y="1589964"/>
            <a:ext cx="3600000" cy="36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200">
                <a:latin typeface="Poppins" panose="00000500000000000000" pitchFamily="2" charset="0"/>
                <a:cs typeface="Poppins" panose="00000500000000000000" pitchFamily="2" charset="0"/>
              </a:rPr>
              <a:t>start</a:t>
            </a:r>
            <a:endParaRPr lang="zh-CN" alt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854DC7C-8D81-D5EC-8723-53BC1A05AD2B}"/>
              </a:ext>
            </a:extLst>
          </p:cNvPr>
          <p:cNvSpPr/>
          <p:nvPr/>
        </p:nvSpPr>
        <p:spPr>
          <a:xfrm>
            <a:off x="3757723" y="3029964"/>
            <a:ext cx="3600000" cy="36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1200">
                <a:latin typeface="Poppins" panose="00000500000000000000" pitchFamily="2" charset="0"/>
                <a:cs typeface="Poppins" panose="00000500000000000000" pitchFamily="2" charset="0"/>
              </a:rPr>
              <a:t>end</a:t>
            </a:r>
            <a:endParaRPr lang="zh-CN" alt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10" name="Straight Arrow Connector 5">
            <a:extLst>
              <a:ext uri="{FF2B5EF4-FFF2-40B4-BE49-F238E27FC236}">
                <a16:creationId xmlns:a16="http://schemas.microsoft.com/office/drawing/2014/main" id="{3E2FCB9B-E6A2-5203-506C-DC20F4535659}"/>
              </a:ext>
            </a:extLst>
          </p:cNvPr>
          <p:cNvCxnSpPr>
            <a:cxnSpLocks/>
          </p:cNvCxnSpPr>
          <p:nvPr/>
        </p:nvCxnSpPr>
        <p:spPr>
          <a:xfrm>
            <a:off x="4297473" y="1589964"/>
            <a:ext cx="0" cy="360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7">
            <a:extLst>
              <a:ext uri="{FF2B5EF4-FFF2-40B4-BE49-F238E27FC236}">
                <a16:creationId xmlns:a16="http://schemas.microsoft.com/office/drawing/2014/main" id="{15E202B4-FD25-36B6-6C68-2EB0265CDD9E}"/>
              </a:ext>
            </a:extLst>
          </p:cNvPr>
          <p:cNvCxnSpPr>
            <a:cxnSpLocks/>
          </p:cNvCxnSpPr>
          <p:nvPr/>
        </p:nvCxnSpPr>
        <p:spPr>
          <a:xfrm flipV="1">
            <a:off x="4297473" y="3029964"/>
            <a:ext cx="0" cy="360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544E5629-7B8D-0279-0116-7743DB1D6B6D}"/>
              </a:ext>
            </a:extLst>
          </p:cNvPr>
          <p:cNvSpPr txBox="1"/>
          <p:nvPr/>
        </p:nvSpPr>
        <p:spPr>
          <a:xfrm>
            <a:off x="4991100" y="2336076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Poppins" panose="00000500000000000000" pitchFamily="2" charset="0"/>
                <a:cs typeface="Poppins" panose="00000500000000000000" pitchFamily="2" charset="0"/>
              </a:rPr>
              <a:t>Animation Zone</a:t>
            </a:r>
            <a:endParaRPr lang="zh-CN" altLang="en-US" sz="14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4572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8A674-4B20-52FC-4D14-C7C25881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2D05D8-3AED-74C1-0CE8-D5D7495EB663}"/>
              </a:ext>
            </a:extLst>
          </p:cNvPr>
          <p:cNvSpPr/>
          <p:nvPr/>
        </p:nvSpPr>
        <p:spPr>
          <a:xfrm>
            <a:off x="3757723" y="1589964"/>
            <a:ext cx="36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930297-9DE3-3DCF-AABF-29D8326193C9}"/>
              </a:ext>
            </a:extLst>
          </p:cNvPr>
          <p:cNvSpPr/>
          <p:nvPr/>
        </p:nvSpPr>
        <p:spPr>
          <a:xfrm>
            <a:off x="3757723" y="1589964"/>
            <a:ext cx="3600000" cy="90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200">
                <a:latin typeface="Poppins" panose="00000500000000000000" pitchFamily="2" charset="0"/>
                <a:cs typeface="Poppins" panose="00000500000000000000" pitchFamily="2" charset="0"/>
              </a:rPr>
              <a:t>start</a:t>
            </a:r>
            <a:endParaRPr lang="zh-CN" alt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00528E-40A9-8D7F-7992-8A0D03F1FC6B}"/>
              </a:ext>
            </a:extLst>
          </p:cNvPr>
          <p:cNvSpPr/>
          <p:nvPr/>
        </p:nvSpPr>
        <p:spPr>
          <a:xfrm>
            <a:off x="3757723" y="3029964"/>
            <a:ext cx="3600000" cy="36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1200">
                <a:latin typeface="Poppins" panose="00000500000000000000" pitchFamily="2" charset="0"/>
                <a:cs typeface="Poppins" panose="00000500000000000000" pitchFamily="2" charset="0"/>
              </a:rPr>
              <a:t>end</a:t>
            </a:r>
            <a:endParaRPr lang="zh-CN" alt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68FFE8-572C-8F4A-4B0C-2CDAEEE869B6}"/>
              </a:ext>
            </a:extLst>
          </p:cNvPr>
          <p:cNvSpPr txBox="1"/>
          <p:nvPr/>
        </p:nvSpPr>
        <p:spPr>
          <a:xfrm>
            <a:off x="4991100" y="2575298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Poppins" panose="00000500000000000000" pitchFamily="2" charset="0"/>
                <a:cs typeface="Poppins" panose="00000500000000000000" pitchFamily="2" charset="0"/>
              </a:rPr>
              <a:t>Animation Zone</a:t>
            </a:r>
            <a:endParaRPr lang="zh-CN" altLang="en-US" sz="14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7" name="Straight Arrow Connector 5">
            <a:extLst>
              <a:ext uri="{FF2B5EF4-FFF2-40B4-BE49-F238E27FC236}">
                <a16:creationId xmlns:a16="http://schemas.microsoft.com/office/drawing/2014/main" id="{974D8CA4-5773-A2C8-7760-C668032AB677}"/>
              </a:ext>
            </a:extLst>
          </p:cNvPr>
          <p:cNvCxnSpPr>
            <a:cxnSpLocks/>
          </p:cNvCxnSpPr>
          <p:nvPr/>
        </p:nvCxnSpPr>
        <p:spPr>
          <a:xfrm>
            <a:off x="4297473" y="1589964"/>
            <a:ext cx="0" cy="900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7">
            <a:extLst>
              <a:ext uri="{FF2B5EF4-FFF2-40B4-BE49-F238E27FC236}">
                <a16:creationId xmlns:a16="http://schemas.microsoft.com/office/drawing/2014/main" id="{8E99497E-3A18-FE20-0D3E-38950FC6DD0B}"/>
              </a:ext>
            </a:extLst>
          </p:cNvPr>
          <p:cNvCxnSpPr>
            <a:cxnSpLocks/>
          </p:cNvCxnSpPr>
          <p:nvPr/>
        </p:nvCxnSpPr>
        <p:spPr>
          <a:xfrm flipV="1">
            <a:off x="4297473" y="3029964"/>
            <a:ext cx="0" cy="360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A858028-96BD-C8FB-F9FA-D1B94A3ACF82}"/>
              </a:ext>
            </a:extLst>
          </p:cNvPr>
          <p:cNvSpPr txBox="1"/>
          <p:nvPr/>
        </p:nvSpPr>
        <p:spPr>
          <a:xfrm>
            <a:off x="4297473" y="2212965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50%</a:t>
            </a:r>
            <a:endParaRPr lang="zh-CN" altLang="en-US" sz="1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1B1507-C034-E622-893C-D7A632BF8E33}"/>
              </a:ext>
            </a:extLst>
          </p:cNvPr>
          <p:cNvSpPr txBox="1"/>
          <p:nvPr/>
        </p:nvSpPr>
        <p:spPr>
          <a:xfrm>
            <a:off x="4297473" y="3029964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  <a:endParaRPr lang="zh-CN" altLang="en-US" sz="1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0404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AC346-4E87-BA38-8EDB-AEACB42C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D07D2F-5702-0123-4A31-FE31E2DEE13E}"/>
              </a:ext>
            </a:extLst>
          </p:cNvPr>
          <p:cNvSpPr/>
          <p:nvPr/>
        </p:nvSpPr>
        <p:spPr>
          <a:xfrm>
            <a:off x="3757723" y="1589964"/>
            <a:ext cx="36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D7BA39-5A4D-7118-2793-ED308937A067}"/>
              </a:ext>
            </a:extLst>
          </p:cNvPr>
          <p:cNvSpPr/>
          <p:nvPr/>
        </p:nvSpPr>
        <p:spPr>
          <a:xfrm>
            <a:off x="3757723" y="1589964"/>
            <a:ext cx="3600000" cy="36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200">
                <a:latin typeface="Poppins" panose="00000500000000000000" pitchFamily="2" charset="0"/>
                <a:cs typeface="Poppins" panose="00000500000000000000" pitchFamily="2" charset="0"/>
              </a:rPr>
              <a:t>start</a:t>
            </a:r>
            <a:endParaRPr lang="zh-CN" alt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6A81E6-0BFB-6220-4559-C23808FBFBF6}"/>
              </a:ext>
            </a:extLst>
          </p:cNvPr>
          <p:cNvSpPr/>
          <p:nvPr/>
        </p:nvSpPr>
        <p:spPr>
          <a:xfrm>
            <a:off x="3757723" y="2489964"/>
            <a:ext cx="3600000" cy="90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1200">
                <a:latin typeface="Poppins" panose="00000500000000000000" pitchFamily="2" charset="0"/>
                <a:cs typeface="Poppins" panose="00000500000000000000" pitchFamily="2" charset="0"/>
              </a:rPr>
              <a:t>end</a:t>
            </a:r>
            <a:endParaRPr lang="zh-CN" alt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322448-C665-DAC9-E5D7-05E311A5FE63}"/>
              </a:ext>
            </a:extLst>
          </p:cNvPr>
          <p:cNvSpPr txBox="1"/>
          <p:nvPr/>
        </p:nvSpPr>
        <p:spPr>
          <a:xfrm>
            <a:off x="4991100" y="2079998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Poppins" panose="00000500000000000000" pitchFamily="2" charset="0"/>
                <a:cs typeface="Poppins" panose="00000500000000000000" pitchFamily="2" charset="0"/>
              </a:rPr>
              <a:t>Animation Zone</a:t>
            </a:r>
            <a:endParaRPr lang="zh-CN" altLang="en-US" sz="14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7" name="Straight Arrow Connector 5">
            <a:extLst>
              <a:ext uri="{FF2B5EF4-FFF2-40B4-BE49-F238E27FC236}">
                <a16:creationId xmlns:a16="http://schemas.microsoft.com/office/drawing/2014/main" id="{B1CE2327-E1DE-7108-E3FA-E277EA72E1E7}"/>
              </a:ext>
            </a:extLst>
          </p:cNvPr>
          <p:cNvCxnSpPr>
            <a:cxnSpLocks/>
          </p:cNvCxnSpPr>
          <p:nvPr/>
        </p:nvCxnSpPr>
        <p:spPr>
          <a:xfrm>
            <a:off x="4297473" y="1589964"/>
            <a:ext cx="0" cy="360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7">
            <a:extLst>
              <a:ext uri="{FF2B5EF4-FFF2-40B4-BE49-F238E27FC236}">
                <a16:creationId xmlns:a16="http://schemas.microsoft.com/office/drawing/2014/main" id="{BBC8D8F5-BCF1-9AAE-79FA-15942B01F4CE}"/>
              </a:ext>
            </a:extLst>
          </p:cNvPr>
          <p:cNvCxnSpPr>
            <a:cxnSpLocks/>
          </p:cNvCxnSpPr>
          <p:nvPr/>
        </p:nvCxnSpPr>
        <p:spPr>
          <a:xfrm flipV="1">
            <a:off x="4297473" y="2489964"/>
            <a:ext cx="0" cy="900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A8678E7-DC4B-23B5-0230-727D59E575E5}"/>
              </a:ext>
            </a:extLst>
          </p:cNvPr>
          <p:cNvSpPr txBox="1"/>
          <p:nvPr/>
        </p:nvSpPr>
        <p:spPr>
          <a:xfrm>
            <a:off x="4297473" y="1672965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10%</a:t>
            </a:r>
            <a:endParaRPr lang="zh-CN" altLang="en-US" sz="1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FFD686-6AFA-CC8B-5C86-8FC3FE0C7291}"/>
              </a:ext>
            </a:extLst>
          </p:cNvPr>
          <p:cNvSpPr txBox="1"/>
          <p:nvPr/>
        </p:nvSpPr>
        <p:spPr>
          <a:xfrm>
            <a:off x="4297473" y="2489964"/>
            <a:ext cx="47481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50%</a:t>
            </a:r>
            <a:endParaRPr lang="zh-CN" altLang="en-US" sz="1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3754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4E89A-BF29-AF5A-ED21-08479844B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4514FD-593B-5957-478B-81363107123A}"/>
              </a:ext>
            </a:extLst>
          </p:cNvPr>
          <p:cNvSpPr/>
          <p:nvPr/>
        </p:nvSpPr>
        <p:spPr>
          <a:xfrm>
            <a:off x="3757723" y="1589964"/>
            <a:ext cx="36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8D48D4-E1F3-B266-9AE0-9C5665BBD6F5}"/>
              </a:ext>
            </a:extLst>
          </p:cNvPr>
          <p:cNvSpPr/>
          <p:nvPr/>
        </p:nvSpPr>
        <p:spPr>
          <a:xfrm>
            <a:off x="3757723" y="1589964"/>
            <a:ext cx="360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200">
                <a:latin typeface="Poppins" panose="00000500000000000000" pitchFamily="2" charset="0"/>
                <a:cs typeface="Poppins" panose="00000500000000000000" pitchFamily="2" charset="0"/>
              </a:rPr>
              <a:t>start</a:t>
            </a:r>
            <a:endParaRPr lang="zh-CN" alt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131CE1-6587-9E1B-DBD4-384409634CF3}"/>
              </a:ext>
            </a:extLst>
          </p:cNvPr>
          <p:cNvSpPr/>
          <p:nvPr/>
        </p:nvSpPr>
        <p:spPr>
          <a:xfrm>
            <a:off x="3757723" y="2309964"/>
            <a:ext cx="3600000" cy="108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1200">
                <a:latin typeface="Poppins" panose="00000500000000000000" pitchFamily="2" charset="0"/>
                <a:cs typeface="Poppins" panose="00000500000000000000" pitchFamily="2" charset="0"/>
              </a:rPr>
              <a:t>end</a:t>
            </a:r>
            <a:endParaRPr lang="zh-CN" alt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D18331-4F10-66C6-2CC3-6214413856F0}"/>
              </a:ext>
            </a:extLst>
          </p:cNvPr>
          <p:cNvSpPr txBox="1"/>
          <p:nvPr/>
        </p:nvSpPr>
        <p:spPr>
          <a:xfrm>
            <a:off x="4991100" y="2089523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Poppins" panose="00000500000000000000" pitchFamily="2" charset="0"/>
                <a:cs typeface="Poppins" panose="00000500000000000000" pitchFamily="2" charset="0"/>
              </a:rPr>
              <a:t>Animation Zone</a:t>
            </a:r>
            <a:endParaRPr lang="zh-CN" altLang="en-US" sz="14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7" name="Straight Arrow Connector 5">
            <a:extLst>
              <a:ext uri="{FF2B5EF4-FFF2-40B4-BE49-F238E27FC236}">
                <a16:creationId xmlns:a16="http://schemas.microsoft.com/office/drawing/2014/main" id="{835AD99D-1E1D-3323-3899-83DE42EDA003}"/>
              </a:ext>
            </a:extLst>
          </p:cNvPr>
          <p:cNvCxnSpPr>
            <a:cxnSpLocks/>
          </p:cNvCxnSpPr>
          <p:nvPr/>
        </p:nvCxnSpPr>
        <p:spPr>
          <a:xfrm>
            <a:off x="4297473" y="1589964"/>
            <a:ext cx="0" cy="720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7">
            <a:extLst>
              <a:ext uri="{FF2B5EF4-FFF2-40B4-BE49-F238E27FC236}">
                <a16:creationId xmlns:a16="http://schemas.microsoft.com/office/drawing/2014/main" id="{00A8B3C4-1587-38DE-2403-A0606A3593B1}"/>
              </a:ext>
            </a:extLst>
          </p:cNvPr>
          <p:cNvCxnSpPr>
            <a:cxnSpLocks/>
          </p:cNvCxnSpPr>
          <p:nvPr/>
        </p:nvCxnSpPr>
        <p:spPr>
          <a:xfrm flipV="1">
            <a:off x="4297473" y="2309964"/>
            <a:ext cx="0" cy="1080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A3F9847-32C0-AF36-6722-54B895024168}"/>
              </a:ext>
            </a:extLst>
          </p:cNvPr>
          <p:cNvSpPr txBox="1"/>
          <p:nvPr/>
        </p:nvSpPr>
        <p:spPr>
          <a:xfrm>
            <a:off x="4297473" y="2032965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40%</a:t>
            </a:r>
            <a:endParaRPr lang="zh-CN" altLang="en-US" sz="1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D2433A2-2688-D06B-77ED-F2DBF6D27DA1}"/>
              </a:ext>
            </a:extLst>
          </p:cNvPr>
          <p:cNvSpPr txBox="1"/>
          <p:nvPr/>
        </p:nvSpPr>
        <p:spPr>
          <a:xfrm>
            <a:off x="4297473" y="230996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60%</a:t>
            </a:r>
            <a:endParaRPr lang="zh-CN" altLang="en-US" sz="1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0537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439DE-D7BB-182A-B2C8-131D63A3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15E1CA-C6BC-7429-5E72-552C43EC2FBD}"/>
              </a:ext>
            </a:extLst>
          </p:cNvPr>
          <p:cNvSpPr/>
          <p:nvPr/>
        </p:nvSpPr>
        <p:spPr>
          <a:xfrm>
            <a:off x="3757723" y="1589964"/>
            <a:ext cx="3600000" cy="180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accent6">
                  <a:lumMod val="7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AE3E49-13F0-D84D-1A72-190FE6A6704F}"/>
              </a:ext>
            </a:extLst>
          </p:cNvPr>
          <p:cNvSpPr/>
          <p:nvPr/>
        </p:nvSpPr>
        <p:spPr>
          <a:xfrm>
            <a:off x="3757723" y="1589964"/>
            <a:ext cx="360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r>
              <a:rPr lang="en-US" altLang="zh-CN" sz="1200">
                <a:latin typeface="Poppins" panose="00000500000000000000" pitchFamily="2" charset="0"/>
                <a:cs typeface="Poppins" panose="00000500000000000000" pitchFamily="2" charset="0"/>
              </a:rPr>
              <a:t>start</a:t>
            </a:r>
            <a:endParaRPr lang="zh-CN" alt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9650C-3AAF-4FEA-4755-A7A3E5937542}"/>
              </a:ext>
            </a:extLst>
          </p:cNvPr>
          <p:cNvSpPr/>
          <p:nvPr/>
        </p:nvSpPr>
        <p:spPr>
          <a:xfrm>
            <a:off x="3757723" y="2669964"/>
            <a:ext cx="3600000" cy="72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1200">
                <a:latin typeface="Poppins" panose="00000500000000000000" pitchFamily="2" charset="0"/>
                <a:cs typeface="Poppins" panose="00000500000000000000" pitchFamily="2" charset="0"/>
              </a:rPr>
              <a:t>end</a:t>
            </a:r>
            <a:endParaRPr lang="zh-CN" altLang="en-US" sz="12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0204FE-5C3D-FA2A-ED21-E25143C36341}"/>
              </a:ext>
            </a:extLst>
          </p:cNvPr>
          <p:cNvSpPr txBox="1"/>
          <p:nvPr/>
        </p:nvSpPr>
        <p:spPr>
          <a:xfrm>
            <a:off x="4991100" y="2337173"/>
            <a:ext cx="15921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>
                <a:latin typeface="Poppins" panose="00000500000000000000" pitchFamily="2" charset="0"/>
                <a:cs typeface="Poppins" panose="00000500000000000000" pitchFamily="2" charset="0"/>
              </a:rPr>
              <a:t>Animation Zone</a:t>
            </a:r>
            <a:endParaRPr lang="zh-CN" altLang="en-US" sz="14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cxnSp>
        <p:nvCxnSpPr>
          <p:cNvPr id="7" name="Straight Arrow Connector 5">
            <a:extLst>
              <a:ext uri="{FF2B5EF4-FFF2-40B4-BE49-F238E27FC236}">
                <a16:creationId xmlns:a16="http://schemas.microsoft.com/office/drawing/2014/main" id="{4D6B3D8D-A0CF-EBE5-43BD-098BDC547F7F}"/>
              </a:ext>
            </a:extLst>
          </p:cNvPr>
          <p:cNvCxnSpPr>
            <a:cxnSpLocks/>
          </p:cNvCxnSpPr>
          <p:nvPr/>
        </p:nvCxnSpPr>
        <p:spPr>
          <a:xfrm>
            <a:off x="4297473" y="1589964"/>
            <a:ext cx="0" cy="720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7">
            <a:extLst>
              <a:ext uri="{FF2B5EF4-FFF2-40B4-BE49-F238E27FC236}">
                <a16:creationId xmlns:a16="http://schemas.microsoft.com/office/drawing/2014/main" id="{6291E26E-3608-0A04-F228-264719CD92D6}"/>
              </a:ext>
            </a:extLst>
          </p:cNvPr>
          <p:cNvCxnSpPr>
            <a:cxnSpLocks/>
          </p:cNvCxnSpPr>
          <p:nvPr/>
        </p:nvCxnSpPr>
        <p:spPr>
          <a:xfrm flipV="1">
            <a:off x="4297473" y="2669964"/>
            <a:ext cx="0" cy="72000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C5E71E6F-325B-2A14-5E4E-1395D52281F3}"/>
              </a:ext>
            </a:extLst>
          </p:cNvPr>
          <p:cNvSpPr txBox="1"/>
          <p:nvPr/>
        </p:nvSpPr>
        <p:spPr>
          <a:xfrm>
            <a:off x="4297473" y="2032965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40%</a:t>
            </a:r>
            <a:endParaRPr lang="zh-CN" altLang="en-US" sz="1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F9923D-AFA4-284D-4A8D-B50E40DAF137}"/>
              </a:ext>
            </a:extLst>
          </p:cNvPr>
          <p:cNvSpPr txBox="1"/>
          <p:nvPr/>
        </p:nvSpPr>
        <p:spPr>
          <a:xfrm>
            <a:off x="4297473" y="266996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40%</a:t>
            </a:r>
            <a:endParaRPr lang="zh-CN" altLang="en-US" sz="120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9383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87E6D-B3DE-AE31-532F-2364AF89D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90D5ACD7-8DEB-F532-5054-52B2E8FDCBE1}"/>
              </a:ext>
            </a:extLst>
          </p:cNvPr>
          <p:cNvSpPr/>
          <p:nvPr/>
        </p:nvSpPr>
        <p:spPr>
          <a:xfrm>
            <a:off x="5267696" y="2929254"/>
            <a:ext cx="1080000" cy="216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  <a:ea typeface="微软雅黑" panose="020B0503020204020204" pitchFamily="34" charset="-122"/>
              </a:rPr>
              <a:t>Function</a:t>
            </a:r>
            <a:endParaRPr lang="zh-CN" altLang="en-US" sz="800">
              <a:latin typeface="Quicksand Light" panose="00000400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3816BFA-195B-D53D-12A6-6B1BC0C35D7E}"/>
              </a:ext>
            </a:extLst>
          </p:cNvPr>
          <p:cNvSpPr/>
          <p:nvPr/>
        </p:nvSpPr>
        <p:spPr>
          <a:xfrm>
            <a:off x="6583823" y="2562564"/>
            <a:ext cx="900000" cy="216000"/>
          </a:xfrm>
          <a:prstGeom prst="roundRect">
            <a:avLst/>
          </a:prstGeom>
          <a:solidFill>
            <a:srgbClr val="EB3B5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Arrow function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BBEFDE6-F553-FC40-55BE-4476D7C63A4D}"/>
              </a:ext>
            </a:extLst>
          </p:cNvPr>
          <p:cNvSpPr/>
          <p:nvPr/>
        </p:nvSpPr>
        <p:spPr>
          <a:xfrm>
            <a:off x="6583823" y="2807024"/>
            <a:ext cx="900000" cy="216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Recursion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58460DC-7CCA-CDEE-7248-74E48FBAF8AB}"/>
              </a:ext>
            </a:extLst>
          </p:cNvPr>
          <p:cNvSpPr/>
          <p:nvPr/>
        </p:nvSpPr>
        <p:spPr>
          <a:xfrm>
            <a:off x="6583823" y="3295944"/>
            <a:ext cx="900000" cy="216000"/>
          </a:xfrm>
          <a:prstGeom prst="roundRect">
            <a:avLst/>
          </a:prstGeom>
          <a:solidFill>
            <a:srgbClr val="F78FB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Pure function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570C4A1D-CF7F-4EE7-B0A4-9848FADB86AE}"/>
              </a:ext>
            </a:extLst>
          </p:cNvPr>
          <p:cNvCxnSpPr>
            <a:stCxn id="2" idx="3"/>
            <a:endCxn id="5" idx="1"/>
          </p:cNvCxnSpPr>
          <p:nvPr/>
        </p:nvCxnSpPr>
        <p:spPr>
          <a:xfrm flipV="1">
            <a:off x="6347696" y="2915024"/>
            <a:ext cx="236127" cy="122230"/>
          </a:xfrm>
          <a:prstGeom prst="curved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曲线 14">
            <a:extLst>
              <a:ext uri="{FF2B5EF4-FFF2-40B4-BE49-F238E27FC236}">
                <a16:creationId xmlns:a16="http://schemas.microsoft.com/office/drawing/2014/main" id="{91DC933B-A853-1C23-B785-2737BC9E8536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6347696" y="3037254"/>
            <a:ext cx="236127" cy="366690"/>
          </a:xfrm>
          <a:prstGeom prst="curvedConnector3">
            <a:avLst/>
          </a:prstGeom>
          <a:ln>
            <a:solidFill>
              <a:srgbClr val="F78F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E4D42452-D266-5D64-8E62-6552D0FB66D4}"/>
              </a:ext>
            </a:extLst>
          </p:cNvPr>
          <p:cNvCxnSpPr>
            <a:stCxn id="4" idx="1"/>
            <a:endCxn id="2" idx="3"/>
          </p:cNvCxnSpPr>
          <p:nvPr/>
        </p:nvCxnSpPr>
        <p:spPr>
          <a:xfrm rot="10800000" flipV="1">
            <a:off x="6347697" y="2670564"/>
            <a:ext cx="236127" cy="366690"/>
          </a:xfrm>
          <a:prstGeom prst="curvedConnector3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34F1C5B-0AAF-CE3B-1836-05B26C63496B}"/>
              </a:ext>
            </a:extLst>
          </p:cNvPr>
          <p:cNvSpPr/>
          <p:nvPr/>
        </p:nvSpPr>
        <p:spPr>
          <a:xfrm>
            <a:off x="6583823" y="3051484"/>
            <a:ext cx="900000" cy="216000"/>
          </a:xfrm>
          <a:prstGeom prst="roundRect">
            <a:avLst/>
          </a:prstGeom>
          <a:solidFill>
            <a:srgbClr val="8854D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 IIFE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CEB82067-B41C-8C96-92BB-57B122338D0D}"/>
              </a:ext>
            </a:extLst>
          </p:cNvPr>
          <p:cNvCxnSpPr>
            <a:cxnSpLocks/>
            <a:stCxn id="2" idx="3"/>
            <a:endCxn id="12" idx="1"/>
          </p:cNvCxnSpPr>
          <p:nvPr/>
        </p:nvCxnSpPr>
        <p:spPr>
          <a:xfrm>
            <a:off x="6347696" y="3037254"/>
            <a:ext cx="236127" cy="122230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4BCA514-95ED-A47F-946F-383B4F08D628}"/>
              </a:ext>
            </a:extLst>
          </p:cNvPr>
          <p:cNvSpPr/>
          <p:nvPr/>
        </p:nvSpPr>
        <p:spPr>
          <a:xfrm>
            <a:off x="4392891" y="3430561"/>
            <a:ext cx="792000" cy="216000"/>
          </a:xfrm>
          <a:prstGeom prst="roundRect">
            <a:avLst/>
          </a:prstGeom>
          <a:solidFill>
            <a:schemeClr val="accent5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Expression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11" name="连接符: 曲线 10">
            <a:extLst>
              <a:ext uri="{FF2B5EF4-FFF2-40B4-BE49-F238E27FC236}">
                <a16:creationId xmlns:a16="http://schemas.microsoft.com/office/drawing/2014/main" id="{6680F40B-40ED-6A3C-25A0-51998059B011}"/>
              </a:ext>
            </a:extLst>
          </p:cNvPr>
          <p:cNvCxnSpPr>
            <a:cxnSpLocks/>
            <a:stCxn id="2" idx="1"/>
            <a:endCxn id="9" idx="3"/>
          </p:cNvCxnSpPr>
          <p:nvPr/>
        </p:nvCxnSpPr>
        <p:spPr>
          <a:xfrm rot="10800000" flipV="1">
            <a:off x="5184892" y="3037253"/>
            <a:ext cx="82805" cy="501307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522FC084-AB3E-233A-465A-B3CA622C58D2}"/>
              </a:ext>
            </a:extLst>
          </p:cNvPr>
          <p:cNvSpPr/>
          <p:nvPr/>
        </p:nvSpPr>
        <p:spPr>
          <a:xfrm>
            <a:off x="4392891" y="2454614"/>
            <a:ext cx="792000" cy="216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Declaration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BC875AE7-1B90-E613-8D2B-170A6BADFD08}"/>
              </a:ext>
            </a:extLst>
          </p:cNvPr>
          <p:cNvCxnSpPr>
            <a:cxnSpLocks/>
            <a:stCxn id="28" idx="3"/>
            <a:endCxn id="2" idx="1"/>
          </p:cNvCxnSpPr>
          <p:nvPr/>
        </p:nvCxnSpPr>
        <p:spPr>
          <a:xfrm>
            <a:off x="5184891" y="2562614"/>
            <a:ext cx="82805" cy="474640"/>
          </a:xfrm>
          <a:prstGeom prst="curvedConnector3">
            <a:avLst/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DB9727F5-4CEB-8A33-1CF1-B921AE950746}"/>
              </a:ext>
            </a:extLst>
          </p:cNvPr>
          <p:cNvSpPr/>
          <p:nvPr/>
        </p:nvSpPr>
        <p:spPr>
          <a:xfrm>
            <a:off x="3308639" y="1963800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function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C21C8AF3-4C06-12C3-7443-A3E4860153EE}"/>
              </a:ext>
            </a:extLst>
          </p:cNvPr>
          <p:cNvSpPr/>
          <p:nvPr/>
        </p:nvSpPr>
        <p:spPr>
          <a:xfrm>
            <a:off x="3308639" y="2209207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name 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30A6692-22F1-5DE2-7E1C-E0C25BC64D41}"/>
              </a:ext>
            </a:extLst>
          </p:cNvPr>
          <p:cNvSpPr/>
          <p:nvPr/>
        </p:nvSpPr>
        <p:spPr>
          <a:xfrm>
            <a:off x="3308639" y="2454614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parameters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06A15AB-3AEA-20F5-33C9-86AA3CA9EB7D}"/>
              </a:ext>
            </a:extLst>
          </p:cNvPr>
          <p:cNvSpPr/>
          <p:nvPr/>
        </p:nvSpPr>
        <p:spPr>
          <a:xfrm>
            <a:off x="3308639" y="2700021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fn_body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6501A8F2-FCB8-3D44-0560-011C5AE26B95}"/>
              </a:ext>
            </a:extLst>
          </p:cNvPr>
          <p:cNvSpPr/>
          <p:nvPr/>
        </p:nvSpPr>
        <p:spPr>
          <a:xfrm>
            <a:off x="3308639" y="2945427"/>
            <a:ext cx="900000" cy="216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return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2959A02B-8A88-9619-2E73-97478F1E1A17}"/>
              </a:ext>
            </a:extLst>
          </p:cNvPr>
          <p:cNvCxnSpPr>
            <a:cxnSpLocks/>
            <a:stCxn id="32" idx="3"/>
            <a:endCxn id="28" idx="1"/>
          </p:cNvCxnSpPr>
          <p:nvPr/>
        </p:nvCxnSpPr>
        <p:spPr>
          <a:xfrm>
            <a:off x="4208639" y="2071800"/>
            <a:ext cx="184252" cy="490814"/>
          </a:xfrm>
          <a:prstGeom prst="curvedConnector3">
            <a:avLst/>
          </a:prstGeom>
          <a:ln>
            <a:solidFill>
              <a:srgbClr val="1AC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曲线 18">
            <a:extLst>
              <a:ext uri="{FF2B5EF4-FFF2-40B4-BE49-F238E27FC236}">
                <a16:creationId xmlns:a16="http://schemas.microsoft.com/office/drawing/2014/main" id="{83BD3AE6-477E-7F86-4CD0-535E21467C14}"/>
              </a:ext>
            </a:extLst>
          </p:cNvPr>
          <p:cNvCxnSpPr>
            <a:cxnSpLocks/>
            <a:stCxn id="36" idx="3"/>
            <a:endCxn id="28" idx="1"/>
          </p:cNvCxnSpPr>
          <p:nvPr/>
        </p:nvCxnSpPr>
        <p:spPr>
          <a:xfrm flipV="1">
            <a:off x="4208639" y="2562614"/>
            <a:ext cx="184252" cy="490813"/>
          </a:xfrm>
          <a:prstGeom prst="curvedConnector3">
            <a:avLst>
              <a:gd name="adj1" fmla="val 50000"/>
            </a:avLst>
          </a:prstGeom>
          <a:ln>
            <a:solidFill>
              <a:srgbClr val="1AC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02C2D44-8086-2D29-35B3-41CF950C1D12}"/>
              </a:ext>
            </a:extLst>
          </p:cNvPr>
          <p:cNvSpPr/>
          <p:nvPr/>
        </p:nvSpPr>
        <p:spPr>
          <a:xfrm>
            <a:off x="3308639" y="3430561"/>
            <a:ext cx="900000" cy="216000"/>
          </a:xfrm>
          <a:prstGeom prst="roundRect">
            <a:avLst/>
          </a:prstGeom>
          <a:solidFill>
            <a:schemeClr val="accent5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latin typeface="Quicksand Light" panose="00000400000000000000" pitchFamily="2" charset="0"/>
              </a:rPr>
              <a:t>const</a:t>
            </a:r>
            <a:endParaRPr lang="zh-CN" altLang="en-US" sz="800">
              <a:latin typeface="Quicksand Light" panose="00000400000000000000" pitchFamily="2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973D89E-FF8E-8103-D1E0-660B6873DBB9}"/>
              </a:ext>
            </a:extLst>
          </p:cNvPr>
          <p:cNvCxnSpPr>
            <a:stCxn id="30" idx="3"/>
            <a:endCxn id="9" idx="1"/>
          </p:cNvCxnSpPr>
          <p:nvPr/>
        </p:nvCxnSpPr>
        <p:spPr>
          <a:xfrm>
            <a:off x="4208639" y="3538561"/>
            <a:ext cx="184252" cy="0"/>
          </a:xfrm>
          <a:prstGeom prst="line">
            <a:avLst/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294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34E8FE2-D635-D1A4-F363-34DFADAB4955}"/>
              </a:ext>
            </a:extLst>
          </p:cNvPr>
          <p:cNvSpPr/>
          <p:nvPr/>
        </p:nvSpPr>
        <p:spPr>
          <a:xfrm>
            <a:off x="5831820" y="3594417"/>
            <a:ext cx="1440000" cy="360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  <a:ea typeface="微软雅黑" panose="020B0503020204020204" pitchFamily="34" charset="-122"/>
              </a:rPr>
              <a:t>Operators</a:t>
            </a:r>
            <a:endParaRPr lang="zh-CN" altLang="en-US" sz="1200">
              <a:latin typeface="Quicksand Light" panose="00000400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618FE73-0DBB-FD80-A94F-E674A0CCF743}"/>
              </a:ext>
            </a:extLst>
          </p:cNvPr>
          <p:cNvSpPr/>
          <p:nvPr/>
        </p:nvSpPr>
        <p:spPr>
          <a:xfrm>
            <a:off x="7545848" y="2523825"/>
            <a:ext cx="1440000" cy="360000"/>
          </a:xfrm>
          <a:prstGeom prst="roundRect">
            <a:avLst/>
          </a:prstGeom>
          <a:solidFill>
            <a:srgbClr val="EB3B5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Relational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3651A97-AD29-FDF3-B8D2-1A6EAE40FD56}"/>
              </a:ext>
            </a:extLst>
          </p:cNvPr>
          <p:cNvSpPr/>
          <p:nvPr/>
        </p:nvSpPr>
        <p:spPr>
          <a:xfrm>
            <a:off x="7545848" y="2941011"/>
            <a:ext cx="1440000" cy="360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Logical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52CC350-4BF1-F591-D3FB-A873FC816A10}"/>
              </a:ext>
            </a:extLst>
          </p:cNvPr>
          <p:cNvSpPr/>
          <p:nvPr/>
        </p:nvSpPr>
        <p:spPr>
          <a:xfrm>
            <a:off x="7545848" y="3802036"/>
            <a:ext cx="1440000" cy="360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…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7C72FFE7-5562-6517-9080-EC1136B768FB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7271820" y="3121011"/>
            <a:ext cx="274028" cy="653406"/>
          </a:xfrm>
          <a:prstGeom prst="curvedConnector3">
            <a:avLst>
              <a:gd name="adj1" fmla="val 50000"/>
            </a:avLst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F47B7E08-6D5E-58E3-3A20-A440F21583E4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7271820" y="3774417"/>
            <a:ext cx="274028" cy="207619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07F2AA59-8A00-FA90-6F4B-E7EA90F5BB6C}"/>
              </a:ext>
            </a:extLst>
          </p:cNvPr>
          <p:cNvCxnSpPr>
            <a:stCxn id="3" idx="1"/>
            <a:endCxn id="2" idx="3"/>
          </p:cNvCxnSpPr>
          <p:nvPr/>
        </p:nvCxnSpPr>
        <p:spPr>
          <a:xfrm rot="10800000" flipV="1">
            <a:off x="7271820" y="2703825"/>
            <a:ext cx="274028" cy="1070592"/>
          </a:xfrm>
          <a:prstGeom prst="curvedConnector3">
            <a:avLst>
              <a:gd name="adj1" fmla="val 50000"/>
            </a:avLst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449CE99-469D-501A-35ED-E89D24E50463}"/>
              </a:ext>
            </a:extLst>
          </p:cNvPr>
          <p:cNvSpPr/>
          <p:nvPr/>
        </p:nvSpPr>
        <p:spPr>
          <a:xfrm>
            <a:off x="7545848" y="3371523"/>
            <a:ext cx="1440000" cy="360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?: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9B4A48AD-800C-19A4-0C08-13530326CEA7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 flipV="1">
            <a:off x="7271820" y="3551523"/>
            <a:ext cx="274028" cy="222894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424BBF2-9B91-552C-B029-95E13C51D5B8}"/>
              </a:ext>
            </a:extLst>
          </p:cNvPr>
          <p:cNvSpPr/>
          <p:nvPr/>
        </p:nvSpPr>
        <p:spPr>
          <a:xfrm>
            <a:off x="4117792" y="4024929"/>
            <a:ext cx="1440000" cy="360000"/>
          </a:xfrm>
          <a:prstGeom prst="roundRect">
            <a:avLst/>
          </a:prstGeom>
          <a:solidFill>
            <a:schemeClr val="accent5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Arithmetic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AB980C1E-AB8C-3095-4D21-1F5830FB0803}"/>
              </a:ext>
            </a:extLst>
          </p:cNvPr>
          <p:cNvCxnSpPr>
            <a:cxnSpLocks/>
            <a:stCxn id="2" idx="1"/>
            <a:endCxn id="11" idx="3"/>
          </p:cNvCxnSpPr>
          <p:nvPr/>
        </p:nvCxnSpPr>
        <p:spPr>
          <a:xfrm rot="10800000" flipV="1">
            <a:off x="5557792" y="3774417"/>
            <a:ext cx="274028" cy="430512"/>
          </a:xfrm>
          <a:prstGeom prst="curvedConnector3">
            <a:avLst>
              <a:gd name="adj1" fmla="val 50000"/>
            </a:avLst>
          </a:prstGeom>
          <a:ln w="12700"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3577F6F-B6B1-21BC-8E87-63291A058F93}"/>
              </a:ext>
            </a:extLst>
          </p:cNvPr>
          <p:cNvSpPr/>
          <p:nvPr/>
        </p:nvSpPr>
        <p:spPr>
          <a:xfrm>
            <a:off x="4117792" y="3163905"/>
            <a:ext cx="1440000" cy="360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Assignment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0975120A-C7F0-B4CE-A984-3C43441CF2F6}"/>
              </a:ext>
            </a:extLst>
          </p:cNvPr>
          <p:cNvCxnSpPr>
            <a:cxnSpLocks/>
            <a:stCxn id="13" idx="3"/>
            <a:endCxn id="2" idx="1"/>
          </p:cNvCxnSpPr>
          <p:nvPr/>
        </p:nvCxnSpPr>
        <p:spPr>
          <a:xfrm>
            <a:off x="5557792" y="3343905"/>
            <a:ext cx="274028" cy="430512"/>
          </a:xfrm>
          <a:prstGeom prst="curvedConnector3">
            <a:avLst>
              <a:gd name="adj1" fmla="val 50000"/>
            </a:avLst>
          </a:prstGeom>
          <a:ln w="12700"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3CB156F-BF7C-2A1B-5E9E-B5FBA8236F1C}"/>
              </a:ext>
            </a:extLst>
          </p:cNvPr>
          <p:cNvSpPr/>
          <p:nvPr/>
        </p:nvSpPr>
        <p:spPr>
          <a:xfrm>
            <a:off x="2403764" y="2518137"/>
            <a:ext cx="1440000" cy="360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zh-CN" altLang="en-US" sz="1200">
              <a:solidFill>
                <a:schemeClr val="tx1"/>
              </a:solidFill>
              <a:latin typeface="Quicksand Light" panose="00000400000000000000" pitchFamily="2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BFA6601-E040-6F4E-928E-A0155D0C1A09}"/>
              </a:ext>
            </a:extLst>
          </p:cNvPr>
          <p:cNvSpPr/>
          <p:nvPr/>
        </p:nvSpPr>
        <p:spPr>
          <a:xfrm>
            <a:off x="2403764" y="2948649"/>
            <a:ext cx="1440000" cy="360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200">
                <a:solidFill>
                  <a:schemeClr val="tx1"/>
                </a:solidFill>
                <a:latin typeface="Quicksand Light" panose="00000400000000000000" pitchFamily="2" charset="0"/>
              </a:rPr>
              <a:t>=  +=  -=  *=  /=  %=</a:t>
            </a:r>
            <a:endParaRPr lang="zh-CN" altLang="en-US" sz="1200">
              <a:solidFill>
                <a:schemeClr val="tx1"/>
              </a:solidFill>
              <a:latin typeface="Quicksand Light" panose="00000400000000000000" pitchFamily="2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FED7A42E-1B36-26D9-F1F1-C99177C47FC1}"/>
              </a:ext>
            </a:extLst>
          </p:cNvPr>
          <p:cNvSpPr/>
          <p:nvPr/>
        </p:nvSpPr>
        <p:spPr>
          <a:xfrm>
            <a:off x="2403764" y="3379161"/>
            <a:ext cx="1440000" cy="360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200">
                <a:solidFill>
                  <a:schemeClr val="tx1"/>
                </a:solidFill>
                <a:latin typeface="Quicksand Light" panose="00000400000000000000" pitchFamily="2" charset="0"/>
              </a:rPr>
              <a:t>==  !=  ===  !== </a:t>
            </a:r>
            <a:endParaRPr lang="zh-CN" altLang="en-US" sz="1200">
              <a:solidFill>
                <a:schemeClr val="tx1"/>
              </a:solidFill>
              <a:latin typeface="Quicksand Light" panose="00000400000000000000" pitchFamily="2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0CB5302-960F-933E-A403-D35ABAB4693C}"/>
              </a:ext>
            </a:extLst>
          </p:cNvPr>
          <p:cNvSpPr/>
          <p:nvPr/>
        </p:nvSpPr>
        <p:spPr>
          <a:xfrm>
            <a:off x="2403764" y="3809673"/>
            <a:ext cx="1440000" cy="360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200">
                <a:solidFill>
                  <a:schemeClr val="tx1"/>
                </a:solidFill>
                <a:latin typeface="Quicksand Light" panose="00000400000000000000" pitchFamily="2" charset="0"/>
              </a:rPr>
              <a:t>+  -  *  /  %</a:t>
            </a:r>
            <a:endParaRPr lang="zh-CN" altLang="en-US" sz="1200">
              <a:solidFill>
                <a:schemeClr val="tx1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91A87062-3FE8-5D85-C91B-216EE05868A0}"/>
              </a:ext>
            </a:extLst>
          </p:cNvPr>
          <p:cNvCxnSpPr>
            <a:cxnSpLocks/>
            <a:stCxn id="17" idx="3"/>
            <a:endCxn id="13" idx="1"/>
          </p:cNvCxnSpPr>
          <p:nvPr/>
        </p:nvCxnSpPr>
        <p:spPr>
          <a:xfrm>
            <a:off x="3843764" y="3128649"/>
            <a:ext cx="274028" cy="215256"/>
          </a:xfrm>
          <a:prstGeom prst="curvedConnector3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91F28CC5-C590-887A-0630-FF3180F60239}"/>
              </a:ext>
            </a:extLst>
          </p:cNvPr>
          <p:cNvCxnSpPr>
            <a:cxnSpLocks/>
            <a:stCxn id="19" idx="3"/>
            <a:endCxn id="11" idx="1"/>
          </p:cNvCxnSpPr>
          <p:nvPr/>
        </p:nvCxnSpPr>
        <p:spPr>
          <a:xfrm>
            <a:off x="3843764" y="3989673"/>
            <a:ext cx="274028" cy="215256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54DFB43-097D-94B7-7B72-ED658C0642A0}"/>
              </a:ext>
            </a:extLst>
          </p:cNvPr>
          <p:cNvSpPr/>
          <p:nvPr/>
        </p:nvSpPr>
        <p:spPr>
          <a:xfrm>
            <a:off x="2403764" y="4240186"/>
            <a:ext cx="1440000" cy="360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CN" sz="1200">
                <a:solidFill>
                  <a:schemeClr val="tx1"/>
                </a:solidFill>
                <a:latin typeface="Quicksand Light" panose="00000400000000000000" pitchFamily="2" charset="0"/>
              </a:rPr>
              <a:t>++  --</a:t>
            </a:r>
            <a:endParaRPr lang="zh-CN" altLang="en-US" sz="1200">
              <a:solidFill>
                <a:schemeClr val="tx1"/>
              </a:solidFill>
              <a:latin typeface="Quicksand Light" panose="00000400000000000000" pitchFamily="2" charset="0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576FA863-D9F5-BAE6-8C25-979BB6538F92}"/>
              </a:ext>
            </a:extLst>
          </p:cNvPr>
          <p:cNvSpPr/>
          <p:nvPr/>
        </p:nvSpPr>
        <p:spPr>
          <a:xfrm>
            <a:off x="7545848" y="4232549"/>
            <a:ext cx="1440000" cy="360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instanceOf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078EA255-9C01-A5B8-1591-7D79FD7F467F}"/>
              </a:ext>
            </a:extLst>
          </p:cNvPr>
          <p:cNvCxnSpPr>
            <a:cxnSpLocks/>
            <a:stCxn id="2" idx="3"/>
            <a:endCxn id="24" idx="1"/>
          </p:cNvCxnSpPr>
          <p:nvPr/>
        </p:nvCxnSpPr>
        <p:spPr>
          <a:xfrm>
            <a:off x="7271820" y="3774417"/>
            <a:ext cx="274028" cy="638132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F481DFCC-398B-CD20-5E79-D19AA46FE113}"/>
              </a:ext>
            </a:extLst>
          </p:cNvPr>
          <p:cNvSpPr/>
          <p:nvPr/>
        </p:nvSpPr>
        <p:spPr>
          <a:xfrm>
            <a:off x="7545848" y="4663062"/>
            <a:ext cx="1440000" cy="360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typeOf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C28FFC84-AC6E-748D-569A-3357FBAEE38F}"/>
              </a:ext>
            </a:extLst>
          </p:cNvPr>
          <p:cNvCxnSpPr>
            <a:cxnSpLocks/>
            <a:stCxn id="2" idx="3"/>
            <a:endCxn id="28" idx="1"/>
          </p:cNvCxnSpPr>
          <p:nvPr/>
        </p:nvCxnSpPr>
        <p:spPr>
          <a:xfrm>
            <a:off x="7271820" y="3774417"/>
            <a:ext cx="274028" cy="1068645"/>
          </a:xfrm>
          <a:prstGeom prst="curvedConnector3">
            <a:avLst>
              <a:gd name="adj1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34AEBBDB-BA5B-C006-5766-25AE5F4A7A63}"/>
              </a:ext>
            </a:extLst>
          </p:cNvPr>
          <p:cNvSpPr/>
          <p:nvPr/>
        </p:nvSpPr>
        <p:spPr>
          <a:xfrm>
            <a:off x="9259876" y="2523825"/>
            <a:ext cx="1440000" cy="360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&lt;  &lt;=  &gt;  &gt;=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0302CD4B-A2D8-F678-AAC6-954CF94B4AA9}"/>
              </a:ext>
            </a:extLst>
          </p:cNvPr>
          <p:cNvSpPr/>
          <p:nvPr/>
        </p:nvSpPr>
        <p:spPr>
          <a:xfrm>
            <a:off x="9259876" y="2941011"/>
            <a:ext cx="1440000" cy="360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&amp;&amp;  ||  !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4A0BB9E3-3DFD-7642-A46F-3B63D7898C5A}"/>
              </a:ext>
            </a:extLst>
          </p:cNvPr>
          <p:cNvCxnSpPr>
            <a:cxnSpLocks/>
            <a:stCxn id="22" idx="3"/>
            <a:endCxn id="11" idx="1"/>
          </p:cNvCxnSpPr>
          <p:nvPr/>
        </p:nvCxnSpPr>
        <p:spPr>
          <a:xfrm flipV="1">
            <a:off x="3843764" y="4204929"/>
            <a:ext cx="274028" cy="215257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DF1E8885-D54A-2619-4CE0-0A58A96F63C3}"/>
              </a:ext>
            </a:extLst>
          </p:cNvPr>
          <p:cNvCxnSpPr>
            <a:cxnSpLocks/>
            <a:stCxn id="18" idx="3"/>
            <a:endCxn id="13" idx="1"/>
          </p:cNvCxnSpPr>
          <p:nvPr/>
        </p:nvCxnSpPr>
        <p:spPr>
          <a:xfrm flipV="1">
            <a:off x="3843764" y="3343905"/>
            <a:ext cx="274028" cy="215256"/>
          </a:xfrm>
          <a:prstGeom prst="curvedConnector3">
            <a:avLst>
              <a:gd name="adj1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7FB5121F-CF40-86A0-E8CF-D9B45049AF30}"/>
              </a:ext>
            </a:extLst>
          </p:cNvPr>
          <p:cNvCxnSpPr>
            <a:stCxn id="3" idx="3"/>
            <a:endCxn id="32" idx="1"/>
          </p:cNvCxnSpPr>
          <p:nvPr/>
        </p:nvCxnSpPr>
        <p:spPr>
          <a:xfrm>
            <a:off x="8985848" y="2703825"/>
            <a:ext cx="2740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04EEDF4C-47E4-08FE-0BEB-97D8611533D4}"/>
              </a:ext>
            </a:extLst>
          </p:cNvPr>
          <p:cNvCxnSpPr>
            <a:stCxn id="4" idx="3"/>
            <a:endCxn id="34" idx="1"/>
          </p:cNvCxnSpPr>
          <p:nvPr/>
        </p:nvCxnSpPr>
        <p:spPr>
          <a:xfrm>
            <a:off x="8985848" y="3121011"/>
            <a:ext cx="27402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20437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9AA4-B815-414D-AA86-615930DA7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010A144C-BF9E-88A6-1774-3754E473ED22}"/>
              </a:ext>
            </a:extLst>
          </p:cNvPr>
          <p:cNvSpPr/>
          <p:nvPr/>
        </p:nvSpPr>
        <p:spPr>
          <a:xfrm>
            <a:off x="5831820" y="3080067"/>
            <a:ext cx="1440000" cy="360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  <a:ea typeface="微软雅黑" panose="020B0503020204020204" pitchFamily="34" charset="-122"/>
              </a:rPr>
              <a:t>Function</a:t>
            </a:r>
            <a:endParaRPr lang="zh-CN" altLang="en-US" sz="1200">
              <a:latin typeface="Quicksand Light" panose="00000400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CCDF567-265B-465F-6B3C-21679D49E614}"/>
              </a:ext>
            </a:extLst>
          </p:cNvPr>
          <p:cNvSpPr/>
          <p:nvPr/>
        </p:nvSpPr>
        <p:spPr>
          <a:xfrm>
            <a:off x="7545848" y="2434299"/>
            <a:ext cx="1440000" cy="360000"/>
          </a:xfrm>
          <a:prstGeom prst="roundRect">
            <a:avLst/>
          </a:prstGeom>
          <a:solidFill>
            <a:srgbClr val="EB3B5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Arrow function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975FAEDC-1573-21E6-B78B-724285A43BC6}"/>
              </a:ext>
            </a:extLst>
          </p:cNvPr>
          <p:cNvSpPr/>
          <p:nvPr/>
        </p:nvSpPr>
        <p:spPr>
          <a:xfrm>
            <a:off x="7545848" y="2864811"/>
            <a:ext cx="1440000" cy="360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Recursion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8D448EB8-0D58-1DB1-2A56-2B90607E190F}"/>
              </a:ext>
            </a:extLst>
          </p:cNvPr>
          <p:cNvSpPr/>
          <p:nvPr/>
        </p:nvSpPr>
        <p:spPr>
          <a:xfrm>
            <a:off x="7545848" y="3725836"/>
            <a:ext cx="1440000" cy="360000"/>
          </a:xfrm>
          <a:prstGeom prst="roundRect">
            <a:avLst/>
          </a:prstGeom>
          <a:solidFill>
            <a:srgbClr val="F78FB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Pure function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3E0E9ABF-6E01-E9A6-4536-E11B7E4E2F7E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7271820" y="3044811"/>
            <a:ext cx="274028" cy="215256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7F0CD408-56E4-E023-C01F-B0A0E5BEE479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7271820" y="3260067"/>
            <a:ext cx="274028" cy="645769"/>
          </a:xfrm>
          <a:prstGeom prst="curvedConnector3">
            <a:avLst>
              <a:gd name="adj1" fmla="val 50000"/>
            </a:avLst>
          </a:prstGeom>
          <a:ln>
            <a:solidFill>
              <a:srgbClr val="F78F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73378C62-36C4-BC90-A553-EFE96E0235AA}"/>
              </a:ext>
            </a:extLst>
          </p:cNvPr>
          <p:cNvCxnSpPr>
            <a:stCxn id="3" idx="1"/>
            <a:endCxn id="2" idx="3"/>
          </p:cNvCxnSpPr>
          <p:nvPr/>
        </p:nvCxnSpPr>
        <p:spPr>
          <a:xfrm rot="10800000" flipV="1">
            <a:off x="7271820" y="2614299"/>
            <a:ext cx="274028" cy="645768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F736F5F-BB97-6D37-C3B9-B87ABF175165}"/>
              </a:ext>
            </a:extLst>
          </p:cNvPr>
          <p:cNvSpPr/>
          <p:nvPr/>
        </p:nvSpPr>
        <p:spPr>
          <a:xfrm>
            <a:off x="7545848" y="3295323"/>
            <a:ext cx="1440000" cy="360000"/>
          </a:xfrm>
          <a:prstGeom prst="roundRect">
            <a:avLst/>
          </a:prstGeom>
          <a:solidFill>
            <a:srgbClr val="8854D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 IIFE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20401C2F-072C-B750-AD28-E3073F92F738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7271820" y="3260067"/>
            <a:ext cx="274028" cy="215256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3F947A2-8256-E018-9B57-36F633134D78}"/>
              </a:ext>
            </a:extLst>
          </p:cNvPr>
          <p:cNvSpPr/>
          <p:nvPr/>
        </p:nvSpPr>
        <p:spPr>
          <a:xfrm>
            <a:off x="4117792" y="3725836"/>
            <a:ext cx="1440000" cy="360000"/>
          </a:xfrm>
          <a:prstGeom prst="roundRect">
            <a:avLst/>
          </a:prstGeom>
          <a:solidFill>
            <a:schemeClr val="accent5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Expression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727F40A0-E314-2D06-031F-4C608FCC162F}"/>
              </a:ext>
            </a:extLst>
          </p:cNvPr>
          <p:cNvCxnSpPr>
            <a:cxnSpLocks/>
            <a:stCxn id="2" idx="1"/>
            <a:endCxn id="11" idx="3"/>
          </p:cNvCxnSpPr>
          <p:nvPr/>
        </p:nvCxnSpPr>
        <p:spPr>
          <a:xfrm rot="10800000" flipV="1">
            <a:off x="5557792" y="3260066"/>
            <a:ext cx="274028" cy="645769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ED28F3A-E0D6-F725-F635-3C5653121E8F}"/>
              </a:ext>
            </a:extLst>
          </p:cNvPr>
          <p:cNvSpPr/>
          <p:nvPr/>
        </p:nvSpPr>
        <p:spPr>
          <a:xfrm>
            <a:off x="4117792" y="2454614"/>
            <a:ext cx="1440000" cy="360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Declaration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59241F83-70E0-CCA3-9070-0F3FD617232F}"/>
              </a:ext>
            </a:extLst>
          </p:cNvPr>
          <p:cNvCxnSpPr>
            <a:cxnSpLocks/>
            <a:stCxn id="13" idx="3"/>
            <a:endCxn id="2" idx="1"/>
          </p:cNvCxnSpPr>
          <p:nvPr/>
        </p:nvCxnSpPr>
        <p:spPr>
          <a:xfrm>
            <a:off x="5557792" y="2634614"/>
            <a:ext cx="274028" cy="625453"/>
          </a:xfrm>
          <a:prstGeom prst="curvedConnector3">
            <a:avLst>
              <a:gd name="adj1" fmla="val 50000"/>
            </a:avLst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454B736-D8D8-03E4-1B0F-311E40C8BEA5}"/>
              </a:ext>
            </a:extLst>
          </p:cNvPr>
          <p:cNvSpPr/>
          <p:nvPr/>
        </p:nvSpPr>
        <p:spPr>
          <a:xfrm>
            <a:off x="2403764" y="1573275"/>
            <a:ext cx="1440000" cy="360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function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C8DAB47-E6E2-0AAF-CB8C-48FBE959E12B}"/>
              </a:ext>
            </a:extLst>
          </p:cNvPr>
          <p:cNvSpPr/>
          <p:nvPr/>
        </p:nvSpPr>
        <p:spPr>
          <a:xfrm>
            <a:off x="2403764" y="2003787"/>
            <a:ext cx="1440000" cy="360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name 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27808B2-A4CA-44EC-8804-500B0010A5E8}"/>
              </a:ext>
            </a:extLst>
          </p:cNvPr>
          <p:cNvSpPr/>
          <p:nvPr/>
        </p:nvSpPr>
        <p:spPr>
          <a:xfrm>
            <a:off x="2403764" y="2434299"/>
            <a:ext cx="1440000" cy="360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parameters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4DC65E0-32D9-D055-B092-32D1EB1232B1}"/>
              </a:ext>
            </a:extLst>
          </p:cNvPr>
          <p:cNvSpPr/>
          <p:nvPr/>
        </p:nvSpPr>
        <p:spPr>
          <a:xfrm>
            <a:off x="2403764" y="2864811"/>
            <a:ext cx="1440000" cy="360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fn_body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8EBA411E-6225-DAEF-602A-0046F234A747}"/>
              </a:ext>
            </a:extLst>
          </p:cNvPr>
          <p:cNvSpPr/>
          <p:nvPr/>
        </p:nvSpPr>
        <p:spPr>
          <a:xfrm>
            <a:off x="2403764" y="3295323"/>
            <a:ext cx="1440000" cy="360000"/>
          </a:xfrm>
          <a:prstGeom prst="roundRect">
            <a:avLst/>
          </a:prstGeom>
          <a:solidFill>
            <a:srgbClr val="20BF6B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return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20" name="连接符: 曲线 19">
            <a:extLst>
              <a:ext uri="{FF2B5EF4-FFF2-40B4-BE49-F238E27FC236}">
                <a16:creationId xmlns:a16="http://schemas.microsoft.com/office/drawing/2014/main" id="{4C9EB533-6D86-9E00-FD62-2196893A0B2C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>
            <a:off x="3843764" y="1753275"/>
            <a:ext cx="274028" cy="881339"/>
          </a:xfrm>
          <a:prstGeom prst="curvedConnector3">
            <a:avLst/>
          </a:prstGeom>
          <a:ln>
            <a:solidFill>
              <a:srgbClr val="1AC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A1039E0D-199F-CDDA-C638-BABC05A7BA95}"/>
              </a:ext>
            </a:extLst>
          </p:cNvPr>
          <p:cNvCxnSpPr>
            <a:cxnSpLocks/>
            <a:stCxn id="19" idx="3"/>
            <a:endCxn id="13" idx="1"/>
          </p:cNvCxnSpPr>
          <p:nvPr/>
        </p:nvCxnSpPr>
        <p:spPr>
          <a:xfrm flipV="1">
            <a:off x="3843764" y="2634614"/>
            <a:ext cx="274028" cy="840709"/>
          </a:xfrm>
          <a:prstGeom prst="curvedConnector3">
            <a:avLst>
              <a:gd name="adj1" fmla="val 50000"/>
            </a:avLst>
          </a:prstGeom>
          <a:ln>
            <a:solidFill>
              <a:srgbClr val="1AC38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3C28179-AB04-2797-6559-7195850511F0}"/>
              </a:ext>
            </a:extLst>
          </p:cNvPr>
          <p:cNvSpPr/>
          <p:nvPr/>
        </p:nvSpPr>
        <p:spPr>
          <a:xfrm>
            <a:off x="2403764" y="3725836"/>
            <a:ext cx="1440000" cy="360000"/>
          </a:xfrm>
          <a:prstGeom prst="roundRect">
            <a:avLst/>
          </a:prstGeom>
          <a:solidFill>
            <a:schemeClr val="accent5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const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49BBAEA-26EF-51EB-0157-ACD3985273FE}"/>
              </a:ext>
            </a:extLst>
          </p:cNvPr>
          <p:cNvCxnSpPr>
            <a:cxnSpLocks/>
            <a:stCxn id="22" idx="3"/>
            <a:endCxn id="11" idx="1"/>
          </p:cNvCxnSpPr>
          <p:nvPr/>
        </p:nvCxnSpPr>
        <p:spPr>
          <a:xfrm>
            <a:off x="3843764" y="3905836"/>
            <a:ext cx="274028" cy="0"/>
          </a:xfrm>
          <a:prstGeom prst="line">
            <a:avLst/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1160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565DE-F379-3157-A2D4-5758D2FC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1E3DD96-B906-3752-E1A5-AD3C1DC690DB}"/>
              </a:ext>
            </a:extLst>
          </p:cNvPr>
          <p:cNvSpPr/>
          <p:nvPr/>
        </p:nvSpPr>
        <p:spPr>
          <a:xfrm>
            <a:off x="3268617" y="3071006"/>
            <a:ext cx="1440000" cy="360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  <a:ea typeface="微软雅黑" panose="020B0503020204020204" pitchFamily="34" charset="-122"/>
              </a:rPr>
              <a:t>Event</a:t>
            </a:r>
            <a:endParaRPr lang="zh-CN" altLang="en-US" sz="1200">
              <a:latin typeface="Quicksand Light" panose="00000400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D390D7D-755E-F6F0-097F-A196B7F589D9}"/>
              </a:ext>
            </a:extLst>
          </p:cNvPr>
          <p:cNvSpPr/>
          <p:nvPr/>
        </p:nvSpPr>
        <p:spPr>
          <a:xfrm>
            <a:off x="5031248" y="2638488"/>
            <a:ext cx="1440000" cy="360000"/>
          </a:xfrm>
          <a:prstGeom prst="roundRect">
            <a:avLst/>
          </a:prstGeom>
          <a:solidFill>
            <a:srgbClr val="EB3B5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mouse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40C10CC-1E88-563A-36B4-F1F89E0872EC}"/>
              </a:ext>
            </a:extLst>
          </p:cNvPr>
          <p:cNvSpPr/>
          <p:nvPr/>
        </p:nvSpPr>
        <p:spPr>
          <a:xfrm>
            <a:off x="5031248" y="3069000"/>
            <a:ext cx="1440000" cy="360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window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C6D92BE-0B56-F99F-073B-422C56768BEF}"/>
              </a:ext>
            </a:extLst>
          </p:cNvPr>
          <p:cNvSpPr/>
          <p:nvPr/>
        </p:nvSpPr>
        <p:spPr>
          <a:xfrm>
            <a:off x="5031248" y="3930025"/>
            <a:ext cx="1440000" cy="360000"/>
          </a:xfrm>
          <a:prstGeom prst="roundRect">
            <a:avLst/>
          </a:prstGeom>
          <a:solidFill>
            <a:srgbClr val="F78FB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audio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E99C4279-22C9-AC1D-E409-513421842A1B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4708617" y="3251006"/>
            <a:ext cx="322631" cy="859019"/>
          </a:xfrm>
          <a:prstGeom prst="curvedConnector3">
            <a:avLst>
              <a:gd name="adj1" fmla="val 50000"/>
            </a:avLst>
          </a:prstGeom>
          <a:ln>
            <a:solidFill>
              <a:srgbClr val="F78F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0A27EF11-7AE2-0E74-7C20-2D7B5225F61D}"/>
              </a:ext>
            </a:extLst>
          </p:cNvPr>
          <p:cNvCxnSpPr>
            <a:stCxn id="3" idx="1"/>
            <a:endCxn id="2" idx="3"/>
          </p:cNvCxnSpPr>
          <p:nvPr/>
        </p:nvCxnSpPr>
        <p:spPr>
          <a:xfrm rot="10800000" flipV="1">
            <a:off x="4708618" y="2818488"/>
            <a:ext cx="322631" cy="432518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F077FD2-F00D-75FC-B9C8-FEE26FE3E285}"/>
              </a:ext>
            </a:extLst>
          </p:cNvPr>
          <p:cNvSpPr/>
          <p:nvPr/>
        </p:nvSpPr>
        <p:spPr>
          <a:xfrm>
            <a:off x="5031248" y="3499512"/>
            <a:ext cx="1440000" cy="360000"/>
          </a:xfrm>
          <a:prstGeom prst="roundRect">
            <a:avLst/>
          </a:prstGeom>
          <a:solidFill>
            <a:srgbClr val="8854D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Quicksand Light" panose="00000400000000000000" pitchFamily="2" charset="0"/>
              </a:rPr>
              <a:t>document/element</a:t>
            </a:r>
            <a:endParaRPr lang="zh-CN" altLang="en-US" sz="1200" dirty="0">
              <a:latin typeface="Quicksand Light" panose="00000400000000000000" pitchFamily="2" charset="0"/>
            </a:endParaRP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87A11491-5042-2A38-24F1-A017CBE9F7EE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4708617" y="3251006"/>
            <a:ext cx="322631" cy="428506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DDD31F3-F289-A0FA-C458-13203F3B0437}"/>
              </a:ext>
            </a:extLst>
          </p:cNvPr>
          <p:cNvSpPr/>
          <p:nvPr/>
        </p:nvSpPr>
        <p:spPr>
          <a:xfrm>
            <a:off x="5031248" y="1781474"/>
            <a:ext cx="1440000" cy="360000"/>
          </a:xfrm>
          <a:prstGeom prst="roundRect">
            <a:avLst/>
          </a:prstGeom>
          <a:solidFill>
            <a:schemeClr val="accent5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form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25D92516-9BF3-A49B-C7DE-F00455CB05C4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 flipV="1">
            <a:off x="4708617" y="1961474"/>
            <a:ext cx="322631" cy="1289532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13DE909-D72B-E725-F1D7-C70F7051FB5B}"/>
              </a:ext>
            </a:extLst>
          </p:cNvPr>
          <p:cNvSpPr/>
          <p:nvPr/>
        </p:nvSpPr>
        <p:spPr>
          <a:xfrm>
            <a:off x="5031248" y="2211987"/>
            <a:ext cx="1440000" cy="360000"/>
          </a:xfrm>
          <a:prstGeom prst="roundRect">
            <a:avLst/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  <a:ea typeface="微软雅黑" panose="020B0503020204020204" pitchFamily="34" charset="-122"/>
              </a:rPr>
              <a:t>key</a:t>
            </a:r>
            <a:endParaRPr lang="zh-CN" altLang="en-US" sz="1200">
              <a:latin typeface="Quicksand Light" panose="00000400000000000000" pitchFamily="2" charset="0"/>
              <a:ea typeface="微软雅黑" panose="020B0503020204020204" pitchFamily="34" charset="-122"/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81B97D3E-3F0F-9315-5C86-A1CE53171127}"/>
              </a:ext>
            </a:extLst>
          </p:cNvPr>
          <p:cNvCxnSpPr>
            <a:cxnSpLocks/>
            <a:stCxn id="13" idx="1"/>
            <a:endCxn id="2" idx="3"/>
          </p:cNvCxnSpPr>
          <p:nvPr/>
        </p:nvCxnSpPr>
        <p:spPr>
          <a:xfrm rot="10800000" flipV="1">
            <a:off x="4708618" y="2391986"/>
            <a:ext cx="322631" cy="859019"/>
          </a:xfrm>
          <a:prstGeom prst="curvedConnector3">
            <a:avLst>
              <a:gd name="adj1" fmla="val 50000"/>
            </a:avLst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1963216-5012-4C34-2063-FC02AFC8F9C5}"/>
              </a:ext>
            </a:extLst>
          </p:cNvPr>
          <p:cNvSpPr/>
          <p:nvPr/>
        </p:nvSpPr>
        <p:spPr>
          <a:xfrm>
            <a:off x="5031248" y="4360538"/>
            <a:ext cx="1440000" cy="360000"/>
          </a:xfrm>
          <a:prstGeom prst="roundRect">
            <a:avLst/>
          </a:prstGeom>
          <a:solidFill>
            <a:srgbClr val="3DC1D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video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449E66CE-5372-6BF2-29CD-F827162879E5}"/>
              </a:ext>
            </a:extLst>
          </p:cNvPr>
          <p:cNvCxnSpPr>
            <a:cxnSpLocks/>
            <a:stCxn id="2" idx="3"/>
            <a:endCxn id="24" idx="1"/>
          </p:cNvCxnSpPr>
          <p:nvPr/>
        </p:nvCxnSpPr>
        <p:spPr>
          <a:xfrm>
            <a:off x="4708617" y="3251006"/>
            <a:ext cx="322631" cy="1289532"/>
          </a:xfrm>
          <a:prstGeom prst="curvedConnector3">
            <a:avLst>
              <a:gd name="adj1" fmla="val 50000"/>
            </a:avLst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D5B20C1-5C3F-47E4-2D5B-3E7AA166B4DB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4708617" y="3249000"/>
            <a:ext cx="322631" cy="2006"/>
          </a:xfrm>
          <a:prstGeom prst="line">
            <a:avLst/>
          </a:prstGeom>
          <a:ln>
            <a:solidFill>
              <a:srgbClr val="FB9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A93A01CC-564F-558C-C678-769DB4777A89}"/>
              </a:ext>
            </a:extLst>
          </p:cNvPr>
          <p:cNvSpPr/>
          <p:nvPr/>
        </p:nvSpPr>
        <p:spPr>
          <a:xfrm>
            <a:off x="1145987" y="3072847"/>
            <a:ext cx="1800000" cy="360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Instance Properties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1D64D4B-BCA0-38E8-272B-12DB979E5E64}"/>
              </a:ext>
            </a:extLst>
          </p:cNvPr>
          <p:cNvSpPr/>
          <p:nvPr/>
        </p:nvSpPr>
        <p:spPr>
          <a:xfrm>
            <a:off x="1145987" y="2648013"/>
            <a:ext cx="1800000" cy="360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Tag Attribute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BF4DA6F8-83A2-123E-DC81-FEA11079B6D9}"/>
              </a:ext>
            </a:extLst>
          </p:cNvPr>
          <p:cNvSpPr/>
          <p:nvPr/>
        </p:nvSpPr>
        <p:spPr>
          <a:xfrm>
            <a:off x="1145987" y="3499512"/>
            <a:ext cx="1800000" cy="360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Event AddEventListene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1AB01209-46E2-F700-8F6D-27ED8B52C337}"/>
              </a:ext>
            </a:extLst>
          </p:cNvPr>
          <p:cNvCxnSpPr>
            <a:cxnSpLocks/>
            <a:stCxn id="2" idx="1"/>
            <a:endCxn id="37" idx="3"/>
          </p:cNvCxnSpPr>
          <p:nvPr/>
        </p:nvCxnSpPr>
        <p:spPr>
          <a:xfrm rot="10800000">
            <a:off x="2945987" y="2828014"/>
            <a:ext cx="322630" cy="422993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251BD332-FBF8-B009-5696-755AFCBF71CE}"/>
              </a:ext>
            </a:extLst>
          </p:cNvPr>
          <p:cNvCxnSpPr>
            <a:cxnSpLocks/>
            <a:stCxn id="38" idx="3"/>
            <a:endCxn id="2" idx="1"/>
          </p:cNvCxnSpPr>
          <p:nvPr/>
        </p:nvCxnSpPr>
        <p:spPr>
          <a:xfrm flipV="1">
            <a:off x="2945987" y="3251006"/>
            <a:ext cx="322630" cy="428506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01442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AE47-927B-F5A5-CAFA-AC16AF4F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82B52CCE-8130-3B49-1962-12950FC9907F}"/>
              </a:ext>
            </a:extLst>
          </p:cNvPr>
          <p:cNvSpPr/>
          <p:nvPr/>
        </p:nvSpPr>
        <p:spPr>
          <a:xfrm>
            <a:off x="3268617" y="3071006"/>
            <a:ext cx="1440000" cy="360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  <a:ea typeface="微软雅黑" panose="020B0503020204020204" pitchFamily="34" charset="-122"/>
              </a:rPr>
              <a:t>Event</a:t>
            </a:r>
            <a:endParaRPr lang="zh-CN" altLang="en-US" sz="1200">
              <a:latin typeface="Quicksand Light" panose="00000400000000000000" pitchFamily="2" charset="0"/>
              <a:ea typeface="微软雅黑" panose="020B0503020204020204" pitchFamily="34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8425A87-1473-CA69-8DD6-FE442DA26B63}"/>
              </a:ext>
            </a:extLst>
          </p:cNvPr>
          <p:cNvSpPr/>
          <p:nvPr/>
        </p:nvSpPr>
        <p:spPr>
          <a:xfrm>
            <a:off x="5031248" y="2638488"/>
            <a:ext cx="1440000" cy="360000"/>
          </a:xfrm>
          <a:prstGeom prst="roundRect">
            <a:avLst/>
          </a:prstGeom>
          <a:solidFill>
            <a:srgbClr val="EB3B5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mouse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7DF7501-FB3A-ECF4-553E-AD543710128D}"/>
              </a:ext>
            </a:extLst>
          </p:cNvPr>
          <p:cNvSpPr/>
          <p:nvPr/>
        </p:nvSpPr>
        <p:spPr>
          <a:xfrm>
            <a:off x="5031248" y="3069000"/>
            <a:ext cx="1440000" cy="360000"/>
          </a:xfrm>
          <a:prstGeom prst="roundRect">
            <a:avLst/>
          </a:prstGeom>
          <a:solidFill>
            <a:srgbClr val="FA8231">
              <a:alpha val="80000"/>
            </a:srgb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window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1E2C1FE-98C0-9878-FC69-9D5E164F8FBA}"/>
              </a:ext>
            </a:extLst>
          </p:cNvPr>
          <p:cNvSpPr/>
          <p:nvPr/>
        </p:nvSpPr>
        <p:spPr>
          <a:xfrm>
            <a:off x="5031248" y="3930025"/>
            <a:ext cx="1440000" cy="360000"/>
          </a:xfrm>
          <a:prstGeom prst="roundRect">
            <a:avLst/>
          </a:prstGeom>
          <a:solidFill>
            <a:srgbClr val="F78FB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audio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A409D3D7-E7E4-DA0F-9599-D31C982DC01C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4708617" y="3251006"/>
            <a:ext cx="322631" cy="859019"/>
          </a:xfrm>
          <a:prstGeom prst="curvedConnector3">
            <a:avLst>
              <a:gd name="adj1" fmla="val 50000"/>
            </a:avLst>
          </a:prstGeom>
          <a:ln>
            <a:solidFill>
              <a:srgbClr val="F78FB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7D1627B6-E45C-D12D-D6C5-6775F9760FAD}"/>
              </a:ext>
            </a:extLst>
          </p:cNvPr>
          <p:cNvCxnSpPr>
            <a:stCxn id="3" idx="1"/>
            <a:endCxn id="2" idx="3"/>
          </p:cNvCxnSpPr>
          <p:nvPr/>
        </p:nvCxnSpPr>
        <p:spPr>
          <a:xfrm rot="10800000" flipV="1">
            <a:off x="4708618" y="2818488"/>
            <a:ext cx="322631" cy="432518"/>
          </a:xfrm>
          <a:prstGeom prst="curvedConnector3">
            <a:avLst>
              <a:gd name="adj1" fmla="val 50000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0944126-5FB5-2507-E68B-9739238E8EB5}"/>
              </a:ext>
            </a:extLst>
          </p:cNvPr>
          <p:cNvSpPr/>
          <p:nvPr/>
        </p:nvSpPr>
        <p:spPr>
          <a:xfrm>
            <a:off x="5031248" y="3499512"/>
            <a:ext cx="1440000" cy="360000"/>
          </a:xfrm>
          <a:prstGeom prst="roundRect">
            <a:avLst/>
          </a:prstGeom>
          <a:solidFill>
            <a:srgbClr val="8854D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Quicksand Light" panose="00000400000000000000" pitchFamily="2" charset="0"/>
              </a:rPr>
              <a:t>document/element</a:t>
            </a:r>
            <a:endParaRPr lang="zh-CN" altLang="en-US" sz="1200" dirty="0">
              <a:latin typeface="Quicksand Light" panose="00000400000000000000" pitchFamily="2" charset="0"/>
            </a:endParaRP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B01049DC-8D3F-3178-D251-DA8C42BFC03F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4708617" y="3251006"/>
            <a:ext cx="322631" cy="428506"/>
          </a:xfrm>
          <a:prstGeom prst="curvedConnector3">
            <a:avLst>
              <a:gd name="adj1" fmla="val 50000"/>
            </a:avLst>
          </a:prstGeom>
          <a:ln>
            <a:solidFill>
              <a:srgbClr val="8854D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08E46C2E-163E-1439-2DF8-FFDDD4640EEA}"/>
              </a:ext>
            </a:extLst>
          </p:cNvPr>
          <p:cNvSpPr/>
          <p:nvPr/>
        </p:nvSpPr>
        <p:spPr>
          <a:xfrm>
            <a:off x="5031248" y="1781474"/>
            <a:ext cx="1440000" cy="360000"/>
          </a:xfrm>
          <a:prstGeom prst="roundRect">
            <a:avLst/>
          </a:prstGeom>
          <a:solidFill>
            <a:schemeClr val="accent5">
              <a:lumMod val="75000"/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form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B38AA8FE-3C11-184B-9D0F-5FA3A82D4A9F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 flipV="1">
            <a:off x="4708617" y="1961474"/>
            <a:ext cx="322631" cy="1289532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9D8125B-2580-7918-B99E-E0392B0ABC11}"/>
              </a:ext>
            </a:extLst>
          </p:cNvPr>
          <p:cNvSpPr/>
          <p:nvPr/>
        </p:nvSpPr>
        <p:spPr>
          <a:xfrm>
            <a:off x="5031248" y="2211987"/>
            <a:ext cx="1440000" cy="360000"/>
          </a:xfrm>
          <a:prstGeom prst="roundRect">
            <a:avLst/>
          </a:prstGeom>
          <a:solidFill>
            <a:srgbClr val="92D050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  <a:ea typeface="微软雅黑" panose="020B0503020204020204" pitchFamily="34" charset="-122"/>
              </a:rPr>
              <a:t>key</a:t>
            </a:r>
            <a:endParaRPr lang="zh-CN" altLang="en-US" sz="1200">
              <a:latin typeface="Quicksand Light" panose="00000400000000000000" pitchFamily="2" charset="0"/>
              <a:ea typeface="微软雅黑" panose="020B0503020204020204" pitchFamily="34" charset="-122"/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6C1AB90B-B13F-6571-439B-47462EF8AC89}"/>
              </a:ext>
            </a:extLst>
          </p:cNvPr>
          <p:cNvCxnSpPr>
            <a:cxnSpLocks/>
            <a:stCxn id="13" idx="1"/>
            <a:endCxn id="2" idx="3"/>
          </p:cNvCxnSpPr>
          <p:nvPr/>
        </p:nvCxnSpPr>
        <p:spPr>
          <a:xfrm rot="10800000" flipV="1">
            <a:off x="4708618" y="2391986"/>
            <a:ext cx="322631" cy="859019"/>
          </a:xfrm>
          <a:prstGeom prst="curvedConnector3">
            <a:avLst>
              <a:gd name="adj1" fmla="val 50000"/>
            </a:avLst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26F832C2-D827-51B2-8CC7-784EB1D3B38C}"/>
              </a:ext>
            </a:extLst>
          </p:cNvPr>
          <p:cNvSpPr/>
          <p:nvPr/>
        </p:nvSpPr>
        <p:spPr>
          <a:xfrm>
            <a:off x="5031248" y="4360538"/>
            <a:ext cx="1440000" cy="360000"/>
          </a:xfrm>
          <a:prstGeom prst="roundRect">
            <a:avLst/>
          </a:prstGeom>
          <a:solidFill>
            <a:srgbClr val="3DC1D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video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1E91EABC-CC33-1534-AA85-D2F14FFCD505}"/>
              </a:ext>
            </a:extLst>
          </p:cNvPr>
          <p:cNvCxnSpPr>
            <a:cxnSpLocks/>
            <a:stCxn id="2" idx="3"/>
            <a:endCxn id="24" idx="1"/>
          </p:cNvCxnSpPr>
          <p:nvPr/>
        </p:nvCxnSpPr>
        <p:spPr>
          <a:xfrm>
            <a:off x="4708617" y="3251006"/>
            <a:ext cx="322631" cy="1289532"/>
          </a:xfrm>
          <a:prstGeom prst="curvedConnector3">
            <a:avLst>
              <a:gd name="adj1" fmla="val 50000"/>
            </a:avLst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F897BB2-B122-6EFE-AB4F-EBE978B1F67C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4708617" y="3249000"/>
            <a:ext cx="322631" cy="2006"/>
          </a:xfrm>
          <a:prstGeom prst="line">
            <a:avLst/>
          </a:prstGeom>
          <a:ln>
            <a:solidFill>
              <a:srgbClr val="FB9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C7EA5793-673C-0056-BD53-017078764D5B}"/>
              </a:ext>
            </a:extLst>
          </p:cNvPr>
          <p:cNvSpPr/>
          <p:nvPr/>
        </p:nvSpPr>
        <p:spPr>
          <a:xfrm>
            <a:off x="1145987" y="3072847"/>
            <a:ext cx="1800000" cy="360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Instance Properties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8925D5E-3469-3CFC-F4A1-CC2E940D6670}"/>
              </a:ext>
            </a:extLst>
          </p:cNvPr>
          <p:cNvSpPr/>
          <p:nvPr/>
        </p:nvSpPr>
        <p:spPr>
          <a:xfrm>
            <a:off x="1145987" y="2648013"/>
            <a:ext cx="1800000" cy="360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Tag Attribute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5FF63853-34F3-F503-06EF-1A4EFCBC7016}"/>
              </a:ext>
            </a:extLst>
          </p:cNvPr>
          <p:cNvSpPr/>
          <p:nvPr/>
        </p:nvSpPr>
        <p:spPr>
          <a:xfrm>
            <a:off x="1145987" y="3499512"/>
            <a:ext cx="1800000" cy="360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</a:rPr>
              <a:t>Event AddEventListene</a:t>
            </a:r>
            <a:endParaRPr lang="zh-CN" altLang="en-US" sz="1200">
              <a:latin typeface="Quicksand Light" panose="00000400000000000000" pitchFamily="2" charset="0"/>
            </a:endParaRPr>
          </a:p>
        </p:txBody>
      </p: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4A95C584-0549-55D1-E407-C026569F15E4}"/>
              </a:ext>
            </a:extLst>
          </p:cNvPr>
          <p:cNvCxnSpPr>
            <a:cxnSpLocks/>
            <a:stCxn id="2" idx="1"/>
            <a:endCxn id="37" idx="3"/>
          </p:cNvCxnSpPr>
          <p:nvPr/>
        </p:nvCxnSpPr>
        <p:spPr>
          <a:xfrm rot="10800000">
            <a:off x="2945987" y="2828014"/>
            <a:ext cx="322630" cy="422993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4A34405E-4816-5E33-B97D-003FD8338F5F}"/>
              </a:ext>
            </a:extLst>
          </p:cNvPr>
          <p:cNvCxnSpPr>
            <a:cxnSpLocks/>
            <a:stCxn id="38" idx="3"/>
            <a:endCxn id="2" idx="1"/>
          </p:cNvCxnSpPr>
          <p:nvPr/>
        </p:nvCxnSpPr>
        <p:spPr>
          <a:xfrm flipV="1">
            <a:off x="2945987" y="3251006"/>
            <a:ext cx="322630" cy="428506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39DD1A4-0B06-81AD-266E-8FE06A9D57C5}"/>
              </a:ext>
            </a:extLst>
          </p:cNvPr>
          <p:cNvSpPr/>
          <p:nvPr/>
        </p:nvSpPr>
        <p:spPr>
          <a:xfrm>
            <a:off x="6750424" y="1873624"/>
            <a:ext cx="5047129" cy="3576917"/>
          </a:xfrm>
          <a:prstGeom prst="roundRect">
            <a:avLst>
              <a:gd name="adj" fmla="val 3133"/>
            </a:avLst>
          </a:prstGeom>
          <a:noFill/>
          <a:ln w="12700">
            <a:solidFill>
              <a:srgbClr val="20B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1200">
                <a:solidFill>
                  <a:srgbClr val="20BF6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bind:tap=</a:t>
            </a:r>
            <a:r>
              <a:rPr lang="zh-CN" altLang="en-US" sz="1200">
                <a:solidFill>
                  <a:srgbClr val="20BF6B"/>
                </a:solidFill>
                <a:latin typeface="Roboto" panose="02000000000000000000" pitchFamily="2" charset="0"/>
              </a:rPr>
              <a:t>‘</a:t>
            </a:r>
            <a:r>
              <a:rPr lang="en-US" altLang="zh-CN" sz="1200">
                <a:solidFill>
                  <a:srgbClr val="20BF6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closeModal’</a:t>
            </a:r>
            <a:endParaRPr lang="zh-CN" altLang="en-US" sz="1200">
              <a:solidFill>
                <a:srgbClr val="20BF6B"/>
              </a:solidFill>
              <a:latin typeface="Roboto" panose="02000000000000000000" pitchFamily="2" charset="0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C890D3C-4652-4282-E773-A99EB937E6A3}"/>
              </a:ext>
            </a:extLst>
          </p:cNvPr>
          <p:cNvSpPr/>
          <p:nvPr/>
        </p:nvSpPr>
        <p:spPr>
          <a:xfrm>
            <a:off x="6750423" y="3116027"/>
            <a:ext cx="5047128" cy="2334514"/>
          </a:xfrm>
          <a:prstGeom prst="roundRect">
            <a:avLst>
              <a:gd name="adj" fmla="val 3133"/>
            </a:avLst>
          </a:prstGeom>
          <a:noFill/>
          <a:ln w="12700">
            <a:solidFill>
              <a:srgbClr val="20BF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altLang="zh-CN" sz="1200">
                <a:solidFill>
                  <a:srgbClr val="20BF6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catch:tap=‘NULL’</a:t>
            </a:r>
            <a:endParaRPr lang="zh-CN" altLang="en-US" sz="1200">
              <a:solidFill>
                <a:srgbClr val="20BF6B"/>
              </a:solidFill>
              <a:latin typeface="Roboto" panose="02000000000000000000" pitchFamily="2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98F2205-107F-0D61-B3CF-179046CD8A54}"/>
              </a:ext>
            </a:extLst>
          </p:cNvPr>
          <p:cNvSpPr txBox="1"/>
          <p:nvPr/>
        </p:nvSpPr>
        <p:spPr>
          <a:xfrm>
            <a:off x="11383595" y="3095927"/>
            <a:ext cx="285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>
                <a:solidFill>
                  <a:srgbClr val="20BF6B"/>
                </a:solidFill>
              </a:rPr>
              <a:t>x</a:t>
            </a:r>
            <a:endParaRPr lang="zh-CN" altLang="en-US">
              <a:solidFill>
                <a:srgbClr val="20BF6B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B7D640-BE0E-86E7-7FCE-00C462E0FE01}"/>
              </a:ext>
            </a:extLst>
          </p:cNvPr>
          <p:cNvSpPr txBox="1"/>
          <p:nvPr/>
        </p:nvSpPr>
        <p:spPr>
          <a:xfrm>
            <a:off x="9403976" y="1407459"/>
            <a:ext cx="1678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solidFill>
                  <a:srgbClr val="20BF6B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bind:tap=‘closeModal’</a:t>
            </a:r>
          </a:p>
        </p:txBody>
      </p:sp>
    </p:spTree>
    <p:extLst>
      <p:ext uri="{BB962C8B-B14F-4D97-AF65-F5344CB8AC3E}">
        <p14:creationId xmlns:p14="http://schemas.microsoft.com/office/powerpoint/2010/main" val="3434537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BD8EE-BB6B-B1A6-37A6-AB9C93F5A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FD722D15-6144-EFA7-2DE0-74B1FEE530AC}"/>
              </a:ext>
            </a:extLst>
          </p:cNvPr>
          <p:cNvSpPr/>
          <p:nvPr/>
        </p:nvSpPr>
        <p:spPr>
          <a:xfrm>
            <a:off x="3307693" y="3015669"/>
            <a:ext cx="1440000" cy="360000"/>
          </a:xfrm>
          <a:prstGeom prst="roundRect">
            <a:avLst/>
          </a:prstGeom>
          <a:solidFill>
            <a:srgbClr val="EB3B5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Quicksand Light" panose="00000400000000000000" pitchFamily="2" charset="0"/>
              </a:rPr>
              <a:t>Creational</a:t>
            </a:r>
            <a:endParaRPr lang="zh-CN" altLang="en-US" sz="1200" dirty="0">
              <a:latin typeface="Quicksand Light" panose="00000400000000000000" pitchFamily="2" charset="0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BF046F7-7610-2181-40D9-E549363C7D3C}"/>
              </a:ext>
            </a:extLst>
          </p:cNvPr>
          <p:cNvSpPr/>
          <p:nvPr/>
        </p:nvSpPr>
        <p:spPr>
          <a:xfrm>
            <a:off x="5031248" y="2800413"/>
            <a:ext cx="1440000" cy="360000"/>
          </a:xfrm>
          <a:prstGeom prst="roundRect">
            <a:avLst/>
          </a:prstGeom>
          <a:noFill/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Abstract Factory</a:t>
            </a:r>
            <a:endParaRPr lang="zh-CN" altLang="en-US" sz="1200" dirty="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BC01D88-4E70-515D-5852-C37F63A049E6}"/>
              </a:ext>
            </a:extLst>
          </p:cNvPr>
          <p:cNvSpPr/>
          <p:nvPr/>
        </p:nvSpPr>
        <p:spPr>
          <a:xfrm>
            <a:off x="5031248" y="3230925"/>
            <a:ext cx="1440000" cy="360000"/>
          </a:xfrm>
          <a:prstGeom prst="roundRect">
            <a:avLst/>
          </a:prstGeom>
          <a:noFill/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Builder</a:t>
            </a:r>
            <a:endParaRPr lang="zh-CN" altLang="en-US" sz="1200" dirty="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38130057-6A75-A691-40DC-763087E4EBF6}"/>
              </a:ext>
            </a:extLst>
          </p:cNvPr>
          <p:cNvSpPr/>
          <p:nvPr/>
        </p:nvSpPr>
        <p:spPr>
          <a:xfrm>
            <a:off x="5031248" y="4091950"/>
            <a:ext cx="1440000" cy="360000"/>
          </a:xfrm>
          <a:prstGeom prst="roundRect">
            <a:avLst/>
          </a:prstGeom>
          <a:noFill/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Prototype</a:t>
            </a:r>
            <a:endParaRPr lang="zh-CN" altLang="en-US" sz="1200" dirty="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31BF8420-70AD-71EE-1F80-7957C5599660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4747693" y="3195669"/>
            <a:ext cx="283555" cy="1076281"/>
          </a:xfrm>
          <a:prstGeom prst="curvedConnector3">
            <a:avLst>
              <a:gd name="adj1" fmla="val 50000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曲线 7">
            <a:extLst>
              <a:ext uri="{FF2B5EF4-FFF2-40B4-BE49-F238E27FC236}">
                <a16:creationId xmlns:a16="http://schemas.microsoft.com/office/drawing/2014/main" id="{E91BBDB8-A3E7-F260-872E-980C4D3B9C04}"/>
              </a:ext>
            </a:extLst>
          </p:cNvPr>
          <p:cNvCxnSpPr>
            <a:stCxn id="3" idx="1"/>
            <a:endCxn id="2" idx="3"/>
          </p:cNvCxnSpPr>
          <p:nvPr/>
        </p:nvCxnSpPr>
        <p:spPr>
          <a:xfrm rot="10800000" flipV="1">
            <a:off x="4747694" y="2980413"/>
            <a:ext cx="283555" cy="215256"/>
          </a:xfrm>
          <a:prstGeom prst="curvedConnector3">
            <a:avLst>
              <a:gd name="adj1" fmla="val 50000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995B0DB-60EC-0C4C-4617-C54BC2980551}"/>
              </a:ext>
            </a:extLst>
          </p:cNvPr>
          <p:cNvSpPr/>
          <p:nvPr/>
        </p:nvSpPr>
        <p:spPr>
          <a:xfrm>
            <a:off x="5031248" y="3661437"/>
            <a:ext cx="1440000" cy="360000"/>
          </a:xfrm>
          <a:prstGeom prst="roundRect">
            <a:avLst/>
          </a:prstGeom>
          <a:noFill/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document/element</a:t>
            </a:r>
            <a:endParaRPr lang="zh-CN" altLang="en-US" sz="1200" dirty="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6D378F06-1519-E041-41CF-BE87EC285C65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4747693" y="3195669"/>
            <a:ext cx="283555" cy="645768"/>
          </a:xfrm>
          <a:prstGeom prst="curvedConnector3">
            <a:avLst>
              <a:gd name="adj1" fmla="val 50000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65F3440-C982-1FC3-8191-862F5C57D0EE}"/>
              </a:ext>
            </a:extLst>
          </p:cNvPr>
          <p:cNvSpPr/>
          <p:nvPr/>
        </p:nvSpPr>
        <p:spPr>
          <a:xfrm>
            <a:off x="5031248" y="1943399"/>
            <a:ext cx="1440000" cy="360000"/>
          </a:xfrm>
          <a:prstGeom prst="roundRect">
            <a:avLst/>
          </a:prstGeom>
          <a:noFill/>
          <a:ln w="12700">
            <a:solidFill>
              <a:srgbClr val="EB3B5A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rgbClr val="EB3B5A"/>
                </a:solidFill>
                <a:latin typeface="Quicksand Light" panose="00000400000000000000" pitchFamily="2" charset="0"/>
              </a:rPr>
              <a:t>Singleton</a:t>
            </a:r>
            <a:endParaRPr lang="zh-CN" altLang="en-US" sz="1200" dirty="0">
              <a:solidFill>
                <a:srgbClr val="EB3B5A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9D61C454-9202-1B09-8240-C337ABEB495C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 flipV="1">
            <a:off x="4747693" y="2123399"/>
            <a:ext cx="283555" cy="1072270"/>
          </a:xfrm>
          <a:prstGeom prst="curvedConnector3">
            <a:avLst>
              <a:gd name="adj1" fmla="val 50000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31D9845A-AE02-0033-70D7-30BCD4CD46E8}"/>
              </a:ext>
            </a:extLst>
          </p:cNvPr>
          <p:cNvSpPr/>
          <p:nvPr/>
        </p:nvSpPr>
        <p:spPr>
          <a:xfrm>
            <a:off x="5031248" y="2373912"/>
            <a:ext cx="1440000" cy="360000"/>
          </a:xfrm>
          <a:prstGeom prst="roundRect">
            <a:avLst/>
          </a:prstGeom>
          <a:noFill/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Quicksand Light" panose="00000400000000000000" pitchFamily="2" charset="0"/>
              </a:rPr>
              <a:t>Factory Method</a:t>
            </a:r>
            <a:endParaRPr lang="zh-CN" altLang="en-US" sz="1200" dirty="0">
              <a:solidFill>
                <a:sysClr val="windowText" lastClr="000000"/>
              </a:solidFill>
              <a:latin typeface="Quicksand Light" panose="00000400000000000000" pitchFamily="2" charset="0"/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14C59D97-02FE-0B11-7BA5-15A703FADA6C}"/>
              </a:ext>
            </a:extLst>
          </p:cNvPr>
          <p:cNvCxnSpPr>
            <a:cxnSpLocks/>
            <a:stCxn id="13" idx="1"/>
            <a:endCxn id="2" idx="3"/>
          </p:cNvCxnSpPr>
          <p:nvPr/>
        </p:nvCxnSpPr>
        <p:spPr>
          <a:xfrm rot="10800000" flipV="1">
            <a:off x="4747694" y="2553911"/>
            <a:ext cx="283555" cy="641757"/>
          </a:xfrm>
          <a:prstGeom prst="curvedConnector3">
            <a:avLst>
              <a:gd name="adj1" fmla="val 50000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08EEE8E-7CF0-B242-32F3-BDA58B9024F6}"/>
              </a:ext>
            </a:extLst>
          </p:cNvPr>
          <p:cNvSpPr/>
          <p:nvPr/>
        </p:nvSpPr>
        <p:spPr>
          <a:xfrm>
            <a:off x="1584137" y="3446181"/>
            <a:ext cx="1440000" cy="360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Quicksand Light" panose="00000400000000000000" pitchFamily="2" charset="0"/>
                <a:ea typeface="微软雅黑" panose="020B0503020204020204" pitchFamily="34" charset="-122"/>
              </a:rPr>
              <a:t>Pattern</a:t>
            </a:r>
            <a:endParaRPr lang="zh-CN" altLang="en-US" sz="1200" dirty="0">
              <a:latin typeface="Quicksand Light" panose="00000400000000000000" pitchFamily="2" charset="0"/>
              <a:ea typeface="微软雅黑" panose="020B0503020204020204" pitchFamily="34" charset="-122"/>
            </a:endParaRPr>
          </a:p>
        </p:txBody>
      </p:sp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5E757A30-527F-B35A-ED9C-6AF596A8F036}"/>
              </a:ext>
            </a:extLst>
          </p:cNvPr>
          <p:cNvCxnSpPr>
            <a:cxnSpLocks/>
            <a:stCxn id="36" idx="3"/>
            <a:endCxn id="2" idx="1"/>
          </p:cNvCxnSpPr>
          <p:nvPr/>
        </p:nvCxnSpPr>
        <p:spPr>
          <a:xfrm flipV="1">
            <a:off x="3024137" y="3195669"/>
            <a:ext cx="283556" cy="430512"/>
          </a:xfrm>
          <a:prstGeom prst="curvedConnector3">
            <a:avLst>
              <a:gd name="adj1" fmla="val 50000"/>
            </a:avLst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073A534C-2219-72F1-ED9B-CD8BCBA6296C}"/>
              </a:ext>
            </a:extLst>
          </p:cNvPr>
          <p:cNvSpPr/>
          <p:nvPr/>
        </p:nvSpPr>
        <p:spPr>
          <a:xfrm>
            <a:off x="3307693" y="3446181"/>
            <a:ext cx="1440000" cy="360000"/>
          </a:xfrm>
          <a:prstGeom prst="roundRect">
            <a:avLst/>
          </a:prstGeom>
          <a:solidFill>
            <a:srgbClr val="3DC1D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Quicksand Light" panose="00000400000000000000" pitchFamily="2" charset="0"/>
              </a:rPr>
              <a:t>Structural</a:t>
            </a:r>
            <a:endParaRPr lang="zh-CN" altLang="en-US" sz="1200" dirty="0">
              <a:latin typeface="Quicksand Light" panose="00000400000000000000" pitchFamily="2" charset="0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E3C2D4B-BFC1-DF37-9DFB-71FCD188F137}"/>
              </a:ext>
            </a:extLst>
          </p:cNvPr>
          <p:cNvSpPr/>
          <p:nvPr/>
        </p:nvSpPr>
        <p:spPr>
          <a:xfrm>
            <a:off x="3307693" y="3876693"/>
            <a:ext cx="1440000" cy="360000"/>
          </a:xfrm>
          <a:prstGeom prst="roundRect">
            <a:avLst/>
          </a:prstGeom>
          <a:solidFill>
            <a:srgbClr val="20BF6B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Quicksand Light" panose="00000400000000000000" pitchFamily="2" charset="0"/>
              </a:rPr>
              <a:t>Behavioral</a:t>
            </a:r>
            <a:endParaRPr lang="zh-CN" altLang="en-US" sz="1200" dirty="0">
              <a:latin typeface="Quicksand Light" panose="00000400000000000000" pitchFamily="2" charset="0"/>
            </a:endParaRPr>
          </a:p>
        </p:txBody>
      </p: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878892AE-C66F-92CF-1780-29895604761C}"/>
              </a:ext>
            </a:extLst>
          </p:cNvPr>
          <p:cNvCxnSpPr>
            <a:cxnSpLocks/>
            <a:stCxn id="36" idx="3"/>
            <a:endCxn id="19" idx="1"/>
          </p:cNvCxnSpPr>
          <p:nvPr/>
        </p:nvCxnSpPr>
        <p:spPr>
          <a:xfrm>
            <a:off x="3024137" y="3626181"/>
            <a:ext cx="283556" cy="430512"/>
          </a:xfrm>
          <a:prstGeom prst="curvedConnector3">
            <a:avLst>
              <a:gd name="adj1" fmla="val 50000"/>
            </a:avLst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0F721C4A-805F-6837-0CA1-1D71033EE9DE}"/>
              </a:ext>
            </a:extLst>
          </p:cNvPr>
          <p:cNvCxnSpPr>
            <a:stCxn id="16" idx="1"/>
            <a:endCxn id="36" idx="3"/>
          </p:cNvCxnSpPr>
          <p:nvPr/>
        </p:nvCxnSpPr>
        <p:spPr>
          <a:xfrm flipH="1">
            <a:off x="3024137" y="3626181"/>
            <a:ext cx="283556" cy="0"/>
          </a:xfrm>
          <a:prstGeom prst="line">
            <a:avLst/>
          </a:prstGeom>
          <a:ln>
            <a:solidFill>
              <a:srgbClr val="20BF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9EE7CC89-0809-B9AF-0E47-0023000E8E2F}"/>
              </a:ext>
            </a:extLst>
          </p:cNvPr>
          <p:cNvCxnSpPr>
            <a:cxnSpLocks/>
            <a:stCxn id="4" idx="1"/>
            <a:endCxn id="2" idx="3"/>
          </p:cNvCxnSpPr>
          <p:nvPr/>
        </p:nvCxnSpPr>
        <p:spPr>
          <a:xfrm rot="10800000">
            <a:off x="4747694" y="3195669"/>
            <a:ext cx="283555" cy="215256"/>
          </a:xfrm>
          <a:prstGeom prst="curvedConnector3">
            <a:avLst>
              <a:gd name="adj1" fmla="val 50000"/>
            </a:avLst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6543DDD5-F96F-EC15-6834-22235FAA5FCD}"/>
              </a:ext>
            </a:extLst>
          </p:cNvPr>
          <p:cNvSpPr txBox="1"/>
          <p:nvPr/>
        </p:nvSpPr>
        <p:spPr>
          <a:xfrm>
            <a:off x="6851826" y="1953032"/>
            <a:ext cx="1515287" cy="11717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Quicksand Light" panose="00000400000000000000"/>
              </a:rPr>
              <a:t>1. Feature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Quicksand Light" panose="00000400000000000000"/>
              </a:rPr>
              <a:t>2. Application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Quicksand Light" panose="00000400000000000000"/>
              </a:rPr>
              <a:t>3. Implementation </a:t>
            </a:r>
            <a:r>
              <a:rPr lang="zh-CN" altLang="en-US" sz="1200" b="1" dirty="0">
                <a:solidFill>
                  <a:srgbClr val="EB3B5A"/>
                </a:solidFill>
                <a:latin typeface="Quicksand Light" panose="00000400000000000000"/>
              </a:rPr>
              <a:t>→</a:t>
            </a:r>
            <a:endParaRPr lang="en-US" altLang="zh-CN" sz="1200" b="1" dirty="0">
              <a:solidFill>
                <a:srgbClr val="EB3B5A"/>
              </a:solidFill>
              <a:latin typeface="Quicksand Light" panose="0000040000000000000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Quicksand Light" panose="00000400000000000000"/>
              </a:rPr>
              <a:t>4. Case </a:t>
            </a:r>
            <a:r>
              <a:rPr lang="zh-CN" altLang="en-US" sz="1200" b="1" dirty="0">
                <a:solidFill>
                  <a:srgbClr val="EB3B5A"/>
                </a:solidFill>
                <a:latin typeface="Quicksand Light" panose="00000400000000000000"/>
              </a:rPr>
              <a:t>→</a:t>
            </a:r>
            <a:r>
              <a:rPr lang="zh-CN" altLang="en-US" sz="1200" dirty="0">
                <a:latin typeface="Quicksand Light" panose="00000400000000000000"/>
              </a:rPr>
              <a:t> </a:t>
            </a:r>
            <a:r>
              <a:rPr lang="en-US" altLang="zh-CN" sz="1200" dirty="0">
                <a:latin typeface="Quicksand Light" panose="00000400000000000000"/>
              </a:rPr>
              <a:t>Modal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BDF2696-DAE3-B481-B1D3-B161D689F660}"/>
              </a:ext>
            </a:extLst>
          </p:cNvPr>
          <p:cNvSpPr txBox="1"/>
          <p:nvPr/>
        </p:nvSpPr>
        <p:spPr>
          <a:xfrm>
            <a:off x="8230035" y="2516193"/>
            <a:ext cx="1625317" cy="89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Quicksand Light" panose="00000400000000000000"/>
              </a:rPr>
              <a:t>. Basic </a:t>
            </a:r>
            <a:r>
              <a:rPr lang="zh-CN" altLang="en-US" sz="1200" dirty="0">
                <a:latin typeface="Quicksand Light" panose="00000400000000000000"/>
              </a:rPr>
              <a:t>→</a:t>
            </a:r>
            <a:r>
              <a:rPr lang="en-US" altLang="zh-CN" sz="1200" dirty="0">
                <a:latin typeface="Quicksand Light" panose="00000400000000000000"/>
              </a:rPr>
              <a:t> Closure + IIFE</a:t>
            </a:r>
            <a:endParaRPr lang="en-US" altLang="zh-CN" sz="1200" dirty="0">
              <a:solidFill>
                <a:srgbClr val="EB3B5A"/>
              </a:solidFill>
              <a:latin typeface="Quicksand Light" panose="00000400000000000000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Quicksand Light" panose="00000400000000000000"/>
              </a:rPr>
              <a:t>. Advance </a:t>
            </a:r>
            <a:r>
              <a:rPr lang="zh-CN" altLang="en-US" sz="1200" dirty="0">
                <a:latin typeface="Quicksand Light" panose="00000400000000000000"/>
              </a:rPr>
              <a:t>→</a:t>
            </a:r>
            <a:r>
              <a:rPr lang="en-US" altLang="zh-CN" sz="1200" dirty="0">
                <a:latin typeface="Quicksand Light" panose="00000400000000000000"/>
              </a:rPr>
              <a:t> Class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Quicksand Light" panose="00000400000000000000"/>
              </a:rPr>
              <a:t>. Experts </a:t>
            </a:r>
            <a:r>
              <a:rPr lang="zh-CN" altLang="en-US" sz="1200" dirty="0">
                <a:latin typeface="Quicksand Light" panose="00000400000000000000"/>
              </a:rPr>
              <a:t>→</a:t>
            </a:r>
            <a:r>
              <a:rPr lang="en-US" altLang="zh-CN" sz="1200" dirty="0">
                <a:latin typeface="Quicksand Light" panose="00000400000000000000"/>
              </a:rPr>
              <a:t> Module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DCDA7CB-0AA1-BBC5-F116-890CCB86D39F}"/>
              </a:ext>
            </a:extLst>
          </p:cNvPr>
          <p:cNvSpPr txBox="1"/>
          <p:nvPr/>
        </p:nvSpPr>
        <p:spPr>
          <a:xfrm>
            <a:off x="6499473" y="1953032"/>
            <a:ext cx="324128" cy="3407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EB3B5A"/>
                </a:solidFill>
                <a:latin typeface="Quicksand"/>
              </a:rPr>
              <a:t>→</a:t>
            </a:r>
            <a:endParaRPr lang="en-US" altLang="zh-CN" sz="1200" b="1" dirty="0">
              <a:solidFill>
                <a:srgbClr val="EB3B5A"/>
              </a:solidFill>
              <a:latin typeface="Quicksand"/>
            </a:endParaRPr>
          </a:p>
        </p:txBody>
      </p:sp>
    </p:spTree>
    <p:extLst>
      <p:ext uri="{BB962C8B-B14F-4D97-AF65-F5344CB8AC3E}">
        <p14:creationId xmlns:p14="http://schemas.microsoft.com/office/powerpoint/2010/main" val="23163911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7CE4D4CF-0466-1DC3-08B4-9C28D4A64E27}"/>
              </a:ext>
            </a:extLst>
          </p:cNvPr>
          <p:cNvSpPr/>
          <p:nvPr/>
        </p:nvSpPr>
        <p:spPr>
          <a:xfrm>
            <a:off x="2622449" y="3094613"/>
            <a:ext cx="1440000" cy="360000"/>
          </a:xfrm>
          <a:prstGeom prst="roundRect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latin typeface="Quicksand Light" panose="00000400000000000000" pitchFamily="2" charset="0"/>
                <a:ea typeface="仿宋" panose="02010609060101010101" pitchFamily="49" charset="-122"/>
              </a:rPr>
              <a:t>&lt;scroll-view&gt;</a:t>
            </a:r>
            <a:endParaRPr lang="zh-CN" altLang="en-US" sz="1200">
              <a:latin typeface="Quicksand Light" panose="00000400000000000000" pitchFamily="2" charset="0"/>
              <a:ea typeface="仿宋" panose="02010609060101010101" pitchFamily="49" charset="-122"/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EE8E41B-FB18-64FF-0539-7D9127F8FC67}"/>
              </a:ext>
            </a:extLst>
          </p:cNvPr>
          <p:cNvSpPr/>
          <p:nvPr/>
        </p:nvSpPr>
        <p:spPr>
          <a:xfrm>
            <a:off x="5806701" y="2901283"/>
            <a:ext cx="1620000" cy="360000"/>
          </a:xfrm>
          <a:prstGeom prst="roundRect">
            <a:avLst/>
          </a:prstGeom>
          <a:noFill/>
          <a:ln w="12700">
            <a:solidFill>
              <a:srgbClr val="EB3B5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行内 </a:t>
            </a:r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inline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  <a:ea typeface="仿宋" panose="02010609060101010101" pitchFamily="49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6699B4A-F636-A7C1-FB1E-69E3110ACB30}"/>
              </a:ext>
            </a:extLst>
          </p:cNvPr>
          <p:cNvSpPr/>
          <p:nvPr/>
        </p:nvSpPr>
        <p:spPr>
          <a:xfrm>
            <a:off x="4394575" y="4241749"/>
            <a:ext cx="1080000" cy="360000"/>
          </a:xfrm>
          <a:prstGeom prst="roundRect">
            <a:avLst/>
          </a:prstGeom>
          <a:solidFill>
            <a:srgbClr val="3DC1D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Quicksand Light" panose="00000400000000000000" pitchFamily="2" charset="0"/>
                <a:ea typeface="仿宋" panose="02010609060101010101" pitchFamily="49" charset="-122"/>
              </a:rPr>
              <a:t>垂直滚动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63EC0026-3C9E-C410-1B1D-25D54ACB2F10}"/>
              </a:ext>
            </a:extLst>
          </p:cNvPr>
          <p:cNvSpPr/>
          <p:nvPr/>
        </p:nvSpPr>
        <p:spPr>
          <a:xfrm>
            <a:off x="4394575" y="3094613"/>
            <a:ext cx="1080000" cy="360000"/>
          </a:xfrm>
          <a:prstGeom prst="roundRect">
            <a:avLst/>
          </a:prstGeom>
          <a:solidFill>
            <a:srgbClr val="EB3B5A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latin typeface="Quicksand Light" panose="00000400000000000000" pitchFamily="2" charset="0"/>
                <a:ea typeface="仿宋" panose="02010609060101010101" pitchFamily="49" charset="-122"/>
              </a:rPr>
              <a:t>水平滚动</a:t>
            </a:r>
          </a:p>
        </p:txBody>
      </p:sp>
      <p:cxnSp>
        <p:nvCxnSpPr>
          <p:cNvPr id="10" name="连接符: 曲线 9">
            <a:extLst>
              <a:ext uri="{FF2B5EF4-FFF2-40B4-BE49-F238E27FC236}">
                <a16:creationId xmlns:a16="http://schemas.microsoft.com/office/drawing/2014/main" id="{89376DA1-2871-7B3F-3D7E-34DF204828CA}"/>
              </a:ext>
            </a:extLst>
          </p:cNvPr>
          <p:cNvCxnSpPr>
            <a:cxnSpLocks/>
            <a:stCxn id="9" idx="3"/>
            <a:endCxn id="17" idx="1"/>
          </p:cNvCxnSpPr>
          <p:nvPr/>
        </p:nvCxnSpPr>
        <p:spPr>
          <a:xfrm flipV="1">
            <a:off x="5474575" y="2104829"/>
            <a:ext cx="332126" cy="1169784"/>
          </a:xfrm>
          <a:prstGeom prst="curvedConnector3">
            <a:avLst>
              <a:gd name="adj1" fmla="val 50000"/>
            </a:avLst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3AF8529-84E5-3299-2E12-01B446E0607B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4062449" y="3274613"/>
            <a:ext cx="332126" cy="0"/>
          </a:xfrm>
          <a:prstGeom prst="line">
            <a:avLst/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A81A049-32C6-0464-CB2F-FE666FC0CCAF}"/>
              </a:ext>
            </a:extLst>
          </p:cNvPr>
          <p:cNvSpPr/>
          <p:nvPr/>
        </p:nvSpPr>
        <p:spPr>
          <a:xfrm>
            <a:off x="5806701" y="2413056"/>
            <a:ext cx="1620000" cy="360000"/>
          </a:xfrm>
          <a:prstGeom prst="roundRect">
            <a:avLst/>
          </a:prstGeom>
          <a:noFill/>
          <a:ln w="12700">
            <a:solidFill>
              <a:srgbClr val="EB3B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容器 </a:t>
            </a:r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wrap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  <a:ea typeface="仿宋" panose="02010609060101010101" pitchFamily="49" charset="-122"/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F07C0A6-7F4B-674A-E488-85EB77ABE14F}"/>
              </a:ext>
            </a:extLst>
          </p:cNvPr>
          <p:cNvSpPr/>
          <p:nvPr/>
        </p:nvSpPr>
        <p:spPr>
          <a:xfrm>
            <a:off x="5806701" y="1924829"/>
            <a:ext cx="1620000" cy="360000"/>
          </a:xfrm>
          <a:prstGeom prst="roundRect">
            <a:avLst/>
          </a:prstGeom>
          <a:noFill/>
          <a:ln w="12700">
            <a:solidFill>
              <a:srgbClr val="EB3B5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enable-flex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  <a:ea typeface="仿宋" panose="02010609060101010101" pitchFamily="49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9DE23DA-ADA0-B751-DD89-7669F999E79D}"/>
              </a:ext>
            </a:extLst>
          </p:cNvPr>
          <p:cNvSpPr/>
          <p:nvPr/>
        </p:nvSpPr>
        <p:spPr>
          <a:xfrm>
            <a:off x="5806701" y="3389510"/>
            <a:ext cx="1620000" cy="360000"/>
          </a:xfrm>
          <a:prstGeom prst="roundRect">
            <a:avLst/>
          </a:prstGeom>
          <a:noFill/>
          <a:ln w="12700">
            <a:solidFill>
              <a:srgbClr val="EB3B5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行内块 </a:t>
            </a:r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inline-block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  <a:ea typeface="仿宋" panose="02010609060101010101" pitchFamily="49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3E4ED18-20DE-9A2D-F3D6-31F089C7D92C}"/>
              </a:ext>
            </a:extLst>
          </p:cNvPr>
          <p:cNvSpPr/>
          <p:nvPr/>
        </p:nvSpPr>
        <p:spPr>
          <a:xfrm>
            <a:off x="5806701" y="3877737"/>
            <a:ext cx="1620000" cy="3600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网格 </a:t>
            </a:r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grid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  <a:ea typeface="仿宋" panose="02010609060101010101" pitchFamily="49" charset="-122"/>
            </a:endParaRPr>
          </a:p>
        </p:txBody>
      </p:sp>
      <p:cxnSp>
        <p:nvCxnSpPr>
          <p:cNvPr id="22" name="连接符: 曲线 21">
            <a:extLst>
              <a:ext uri="{FF2B5EF4-FFF2-40B4-BE49-F238E27FC236}">
                <a16:creationId xmlns:a16="http://schemas.microsoft.com/office/drawing/2014/main" id="{D99A8B47-6D7E-2EA4-8359-4BD4F43E0B70}"/>
              </a:ext>
            </a:extLst>
          </p:cNvPr>
          <p:cNvCxnSpPr>
            <a:cxnSpLocks/>
            <a:stCxn id="9" idx="3"/>
            <a:endCxn id="7" idx="1"/>
          </p:cNvCxnSpPr>
          <p:nvPr/>
        </p:nvCxnSpPr>
        <p:spPr>
          <a:xfrm>
            <a:off x="5474575" y="3274613"/>
            <a:ext cx="332126" cy="1271351"/>
          </a:xfrm>
          <a:prstGeom prst="curvedConnector3">
            <a:avLst>
              <a:gd name="adj1" fmla="val 50000"/>
            </a:avLst>
          </a:prstGeom>
          <a:ln>
            <a:solidFill>
              <a:srgbClr val="EB3B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46C1E541-71B5-21B2-7273-4EAC0DC70F03}"/>
              </a:ext>
            </a:extLst>
          </p:cNvPr>
          <p:cNvCxnSpPr>
            <a:cxnSpLocks/>
            <a:stCxn id="8" idx="1"/>
            <a:endCxn id="2" idx="3"/>
          </p:cNvCxnSpPr>
          <p:nvPr/>
        </p:nvCxnSpPr>
        <p:spPr>
          <a:xfrm rot="10800000">
            <a:off x="4062449" y="3274613"/>
            <a:ext cx="332126" cy="1147136"/>
          </a:xfrm>
          <a:prstGeom prst="curvedConnector3">
            <a:avLst>
              <a:gd name="adj1" fmla="val 50000"/>
            </a:avLst>
          </a:prstGeom>
          <a:ln>
            <a:solidFill>
              <a:srgbClr val="3DC1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8C9255D-9B6B-1495-9667-75E062A30160}"/>
              </a:ext>
            </a:extLst>
          </p:cNvPr>
          <p:cNvSpPr/>
          <p:nvPr/>
        </p:nvSpPr>
        <p:spPr>
          <a:xfrm>
            <a:off x="4394575" y="5388885"/>
            <a:ext cx="1080000" cy="3600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latin typeface="Quicksand Light" panose="00000400000000000000" pitchFamily="2" charset="0"/>
                <a:ea typeface="仿宋" panose="02010609060101010101" pitchFamily="49" charset="-122"/>
              </a:rPr>
              <a:t>导航</a:t>
            </a:r>
          </a:p>
        </p:txBody>
      </p: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77355C97-960E-5F33-1A9D-C89E64984730}"/>
              </a:ext>
            </a:extLst>
          </p:cNvPr>
          <p:cNvCxnSpPr>
            <a:cxnSpLocks/>
            <a:stCxn id="31" idx="1"/>
            <a:endCxn id="2" idx="3"/>
          </p:cNvCxnSpPr>
          <p:nvPr/>
        </p:nvCxnSpPr>
        <p:spPr>
          <a:xfrm rot="10800000">
            <a:off x="4062449" y="3274613"/>
            <a:ext cx="332126" cy="2294272"/>
          </a:xfrm>
          <a:prstGeom prst="curvedConnector3">
            <a:avLst>
              <a:gd name="adj1" fmla="val 50000"/>
            </a:avLst>
          </a:prstGeom>
          <a:ln>
            <a:solidFill>
              <a:srgbClr val="A9D1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804F753-E482-E059-B0E0-437F4CB1E50C}"/>
              </a:ext>
            </a:extLst>
          </p:cNvPr>
          <p:cNvSpPr/>
          <p:nvPr/>
        </p:nvSpPr>
        <p:spPr>
          <a:xfrm>
            <a:off x="5806701" y="5164768"/>
            <a:ext cx="1620000" cy="360000"/>
          </a:xfrm>
          <a:prstGeom prst="round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一个滚动视图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F218F90-1527-32EF-A4D6-D219CF5B8F16}"/>
              </a:ext>
            </a:extLst>
          </p:cNvPr>
          <p:cNvSpPr/>
          <p:nvPr/>
        </p:nvSpPr>
        <p:spPr>
          <a:xfrm>
            <a:off x="5806701" y="5613003"/>
            <a:ext cx="1620000" cy="360000"/>
          </a:xfrm>
          <a:prstGeom prst="roundRect">
            <a:avLst/>
          </a:prstGeom>
          <a:noFill/>
          <a:ln w="1270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二个滚动视图</a:t>
            </a:r>
          </a:p>
        </p:txBody>
      </p:sp>
      <p:cxnSp>
        <p:nvCxnSpPr>
          <p:cNvPr id="6" name="连接符: 曲线 5">
            <a:extLst>
              <a:ext uri="{FF2B5EF4-FFF2-40B4-BE49-F238E27FC236}">
                <a16:creationId xmlns:a16="http://schemas.microsoft.com/office/drawing/2014/main" id="{A07E7128-4DE2-E2DD-961D-C1575C1BBE3A}"/>
              </a:ext>
            </a:extLst>
          </p:cNvPr>
          <p:cNvCxnSpPr>
            <a:cxnSpLocks/>
            <a:stCxn id="31" idx="3"/>
            <a:endCxn id="4" idx="1"/>
          </p:cNvCxnSpPr>
          <p:nvPr/>
        </p:nvCxnSpPr>
        <p:spPr>
          <a:xfrm flipV="1">
            <a:off x="5474575" y="5344768"/>
            <a:ext cx="332126" cy="224117"/>
          </a:xfrm>
          <a:prstGeom prst="curvedConnector3">
            <a:avLst>
              <a:gd name="adj1" fmla="val 50000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5FD7AEAF-CD97-C450-BBC1-2641DC43007D}"/>
              </a:ext>
            </a:extLst>
          </p:cNvPr>
          <p:cNvCxnSpPr>
            <a:cxnSpLocks/>
            <a:stCxn id="31" idx="3"/>
            <a:endCxn id="5" idx="1"/>
          </p:cNvCxnSpPr>
          <p:nvPr/>
        </p:nvCxnSpPr>
        <p:spPr>
          <a:xfrm>
            <a:off x="5474575" y="5568885"/>
            <a:ext cx="332126" cy="224118"/>
          </a:xfrm>
          <a:prstGeom prst="curvedConnector3">
            <a:avLst>
              <a:gd name="adj1" fmla="val 50000"/>
            </a:avLst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83E7043-36AC-CBD4-DF24-A727B7D0B0BD}"/>
              </a:ext>
            </a:extLst>
          </p:cNvPr>
          <p:cNvSpPr/>
          <p:nvPr/>
        </p:nvSpPr>
        <p:spPr>
          <a:xfrm>
            <a:off x="5806701" y="4365964"/>
            <a:ext cx="1620000" cy="36000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浮动 </a:t>
            </a:r>
            <a:r>
              <a:rPr lang="en-US" altLang="zh-CN" sz="1200">
                <a:solidFill>
                  <a:sysClr val="windowText" lastClr="000000"/>
                </a:solidFill>
                <a:latin typeface="Quicksand Light" panose="00000400000000000000" pitchFamily="2" charset="0"/>
                <a:ea typeface="仿宋" panose="02010609060101010101" pitchFamily="49" charset="-122"/>
              </a:rPr>
              <a:t>float</a:t>
            </a:r>
            <a:endParaRPr lang="zh-CN" altLang="en-US" sz="1200">
              <a:solidFill>
                <a:sysClr val="windowText" lastClr="000000"/>
              </a:solidFill>
              <a:latin typeface="Quicksand Light" panose="00000400000000000000" pitchFamily="2" charset="0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35481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ECC09FE-D9D2-2E76-0948-E1F27A08C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340" y="1842866"/>
            <a:ext cx="2105319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1226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DE06BA0C-6283-91C4-F4BA-E09E7F3139E7}"/>
              </a:ext>
            </a:extLst>
          </p:cNvPr>
          <p:cNvSpPr/>
          <p:nvPr/>
        </p:nvSpPr>
        <p:spPr>
          <a:xfrm>
            <a:off x="3681691" y="2836100"/>
            <a:ext cx="648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ysClr val="windowText" lastClr="000000"/>
                </a:solidFill>
                <a:latin typeface="Quicksand Medium" panose="00000600000000000000" pitchFamily="2" charset="0"/>
              </a:rPr>
              <a:t>property</a:t>
            </a:r>
            <a:endParaRPr lang="zh-CN" altLang="en-US" sz="800">
              <a:solidFill>
                <a:sysClr val="windowText" lastClr="000000"/>
              </a:solidFill>
              <a:latin typeface="Quicksand Medium" panose="00000600000000000000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F4DFA0-A45B-A793-3635-62C2BCB7B7E5}"/>
              </a:ext>
            </a:extLst>
          </p:cNvPr>
          <p:cNvSpPr txBox="1"/>
          <p:nvPr/>
        </p:nvSpPr>
        <p:spPr>
          <a:xfrm>
            <a:off x="3733800" y="2152650"/>
            <a:ext cx="1204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>
                <a:latin typeface="Quicksand Medium" panose="00000600000000000000" pitchFamily="2" charset="0"/>
              </a:rPr>
              <a:t>width : 1024px</a:t>
            </a:r>
            <a:endParaRPr lang="zh-CN" altLang="en-US" sz="1200">
              <a:latin typeface="Quicksand Medium" panose="00000600000000000000" pitchFamily="2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7735414-9923-6A1B-5E08-61B1E5335642}"/>
              </a:ext>
            </a:extLst>
          </p:cNvPr>
          <p:cNvSpPr/>
          <p:nvPr/>
        </p:nvSpPr>
        <p:spPr>
          <a:xfrm>
            <a:off x="4265891" y="2836100"/>
            <a:ext cx="504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ysClr val="windowText" lastClr="000000"/>
                </a:solidFill>
                <a:latin typeface="Quicksand Medium" panose="00000600000000000000" pitchFamily="2" charset="0"/>
              </a:rPr>
              <a:t>value</a:t>
            </a:r>
            <a:endParaRPr lang="zh-CN" altLang="en-US" sz="800">
              <a:solidFill>
                <a:sysClr val="windowText" lastClr="000000"/>
              </a:solidFill>
              <a:latin typeface="Quicksand Medium" panose="00000600000000000000" pitchFamily="2" charset="0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7AAF0E5-DEEE-811D-1957-33B4BEA1BE4F}"/>
              </a:ext>
            </a:extLst>
          </p:cNvPr>
          <p:cNvSpPr/>
          <p:nvPr/>
        </p:nvSpPr>
        <p:spPr>
          <a:xfrm>
            <a:off x="4513541" y="2836100"/>
            <a:ext cx="504000" cy="216000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>
                <a:solidFill>
                  <a:sysClr val="windowText" lastClr="000000"/>
                </a:solidFill>
                <a:latin typeface="Quicksand Medium" panose="00000600000000000000" pitchFamily="2" charset="0"/>
              </a:rPr>
              <a:t>unit</a:t>
            </a:r>
            <a:endParaRPr lang="zh-CN" altLang="en-US" sz="800">
              <a:solidFill>
                <a:sysClr val="windowText" lastClr="000000"/>
              </a:solidFill>
              <a:latin typeface="Quicksand Medium" panose="00000600000000000000" pitchFamily="2" charset="0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43AA0F72-759C-7EAB-A6C6-60FEE7FFD186}"/>
              </a:ext>
            </a:extLst>
          </p:cNvPr>
          <p:cNvCxnSpPr>
            <a:cxnSpLocks/>
          </p:cNvCxnSpPr>
          <p:nvPr/>
        </p:nvCxnSpPr>
        <p:spPr>
          <a:xfrm flipV="1">
            <a:off x="4003541" y="2432050"/>
            <a:ext cx="0" cy="36000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A908F67-2343-A19C-6EA2-70D4CBB6210B}"/>
              </a:ext>
            </a:extLst>
          </p:cNvPr>
          <p:cNvCxnSpPr>
            <a:cxnSpLocks/>
          </p:cNvCxnSpPr>
          <p:nvPr/>
        </p:nvCxnSpPr>
        <p:spPr>
          <a:xfrm flipV="1">
            <a:off x="4517891" y="2432050"/>
            <a:ext cx="0" cy="36000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2B6BAE4-E058-A8A3-0AAE-176FEB20EE1B}"/>
              </a:ext>
            </a:extLst>
          </p:cNvPr>
          <p:cNvCxnSpPr>
            <a:cxnSpLocks/>
          </p:cNvCxnSpPr>
          <p:nvPr/>
        </p:nvCxnSpPr>
        <p:spPr>
          <a:xfrm flipV="1">
            <a:off x="4765541" y="2432050"/>
            <a:ext cx="0" cy="360000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1913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481C25A-EE58-E557-3B67-41F016242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25" y="0"/>
            <a:ext cx="2857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03401AF-CDFA-3EC0-CE8F-7BD432B86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529966"/>
              </p:ext>
            </p:extLst>
          </p:nvPr>
        </p:nvGraphicFramePr>
        <p:xfrm>
          <a:off x="6429983" y="-1"/>
          <a:ext cx="1934088" cy="6858000"/>
        </p:xfrm>
        <a:graphic>
          <a:graphicData uri="http://schemas.openxmlformats.org/drawingml/2006/table">
            <a:tbl>
              <a:tblPr firstRow="1" bandRow="1"/>
              <a:tblGrid>
                <a:gridCol w="644696">
                  <a:extLst>
                    <a:ext uri="{9D8B030D-6E8A-4147-A177-3AD203B41FA5}">
                      <a16:colId xmlns:a16="http://schemas.microsoft.com/office/drawing/2014/main" val="2989342476"/>
                    </a:ext>
                  </a:extLst>
                </a:gridCol>
                <a:gridCol w="644696">
                  <a:extLst>
                    <a:ext uri="{9D8B030D-6E8A-4147-A177-3AD203B41FA5}">
                      <a16:colId xmlns:a16="http://schemas.microsoft.com/office/drawing/2014/main" val="228720094"/>
                    </a:ext>
                  </a:extLst>
                </a:gridCol>
                <a:gridCol w="644696">
                  <a:extLst>
                    <a:ext uri="{9D8B030D-6E8A-4147-A177-3AD203B41FA5}">
                      <a16:colId xmlns:a16="http://schemas.microsoft.com/office/drawing/2014/main" val="3621712086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0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4"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150*3600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83134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2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852477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3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2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970477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4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3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683058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5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4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495445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6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5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470187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7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6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130394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8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7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79493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9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8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20769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10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9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153816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11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10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478938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12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11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0261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13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12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572046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14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13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825592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15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14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003795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16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15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292786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17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16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02007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18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17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218137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19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18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645043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20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19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775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21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20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40649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22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21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662032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23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22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041615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24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800"/>
                        <a:t>23</a:t>
                      </a:r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zh-CN" altLang="en-US" sz="800"/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1390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668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lpla">
      <a:majorFont>
        <a:latin typeface="Montserrat"/>
        <a:ea typeface="微软雅黑"/>
        <a:cs typeface=""/>
      </a:majorFont>
      <a:minorFont>
        <a:latin typeface="Montserra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smtClean="0">
            <a:latin typeface="Courier New" panose="02070309020205020404" pitchFamily="49" charset="0"/>
            <a:ea typeface="微软雅黑" panose="020B0503020204020204" pitchFamily="34" charset="-122"/>
            <a:cs typeface="Courier New" panose="02070309020205020404" pitchFamily="49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3409</TotalTime>
  <Words>836</Words>
  <Application>Microsoft Office PowerPoint</Application>
  <PresentationFormat>宽屏</PresentationFormat>
  <Paragraphs>501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2" baseType="lpstr">
      <vt:lpstr>Great Vibes</vt:lpstr>
      <vt:lpstr>Quicksand</vt:lpstr>
      <vt:lpstr>Quicksand Light</vt:lpstr>
      <vt:lpstr>Quicksand Medium</vt:lpstr>
      <vt:lpstr>等线</vt:lpstr>
      <vt:lpstr>禹卫行书字体</vt:lpstr>
      <vt:lpstr>Arial</vt:lpstr>
      <vt:lpstr>Courier New</vt:lpstr>
      <vt:lpstr>Montserrat</vt:lpstr>
      <vt:lpstr>Poppins</vt:lpstr>
      <vt:lpstr>Roboto</vt:lpstr>
      <vt:lpstr>Roboto Mono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PLA</Manager>
  <Company>54414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glpla.github.io</dc:creator>
  <cp:lastModifiedBy>cn plaman</cp:lastModifiedBy>
  <cp:revision>273</cp:revision>
  <dcterms:created xsi:type="dcterms:W3CDTF">2024-09-22T03:10:12Z</dcterms:created>
  <dcterms:modified xsi:type="dcterms:W3CDTF">2026-06-09T07:20:33Z</dcterms:modified>
</cp:coreProperties>
</file>
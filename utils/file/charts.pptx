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86" r:id="rId3"/>
    <p:sldId id="287" r:id="rId4"/>
    <p:sldId id="288" r:id="rId5"/>
    <p:sldId id="258" r:id="rId6"/>
    <p:sldId id="259" r:id="rId7"/>
    <p:sldId id="260" r:id="rId8"/>
    <p:sldId id="269" r:id="rId9"/>
    <p:sldId id="261" r:id="rId10"/>
    <p:sldId id="262" r:id="rId11"/>
    <p:sldId id="263" r:id="rId12"/>
    <p:sldId id="265" r:id="rId13"/>
    <p:sldId id="266" r:id="rId14"/>
    <p:sldId id="267" r:id="rId15"/>
    <p:sldId id="273" r:id="rId16"/>
    <p:sldId id="271" r:id="rId17"/>
    <p:sldId id="268" r:id="rId18"/>
    <p:sldId id="281" r:id="rId19"/>
    <p:sldId id="282" r:id="rId20"/>
    <p:sldId id="283" r:id="rId21"/>
    <p:sldId id="284" r:id="rId22"/>
    <p:sldId id="274" r:id="rId23"/>
    <p:sldId id="276" r:id="rId24"/>
    <p:sldId id="277" r:id="rId25"/>
    <p:sldId id="278" r:id="rId26"/>
    <p:sldId id="279" r:id="rId27"/>
    <p:sldId id="285" r:id="rId28"/>
    <p:sldId id="280" r:id="rId29"/>
    <p:sldId id="264" r:id="rId30"/>
    <p:sldId id="272" r:id="rId31"/>
    <p:sldId id="256" r:id="rId3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CBFD1"/>
    <a:srgbClr val="E53A58"/>
    <a:srgbClr val="20BD6A"/>
    <a:srgbClr val="EB3B5A"/>
    <a:srgbClr val="20BF6B"/>
    <a:srgbClr val="3DC0D2"/>
    <a:srgbClr val="5891C5"/>
    <a:srgbClr val="A9D18E"/>
    <a:srgbClr val="3DC1D3"/>
    <a:srgbClr val="FB9B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49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6B6D-B76B-D13E-5473-293AE34EF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86D327F-0A4D-18A3-BC99-19D93ED6F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6C525C-07FF-2E8C-E035-A94A6854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E42403-2107-C55C-1C42-96233D3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0E4844-7027-DD17-83EF-29797F1AA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379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C6F887-4487-734B-E5A6-0B0F114E7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74FB60-F004-BD42-45B3-07C812A59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6E2B9B-017C-09EA-2A92-C6D26D11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CCBA40-6CE3-34BB-6C30-B39CE07FA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6EC0E6-3CD0-16C9-7624-756F7088D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27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168BB-2EA1-53F8-511C-07E45271C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F2B671-B88D-EECB-9082-48BB30B20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2BB892-60F3-285C-7CF5-E5CB45B4A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D71AD8-AC28-DA47-5A93-1292752A6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259E66-5EC8-6089-133E-7556D36C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4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19BB76-94A5-8E58-8547-09B952D3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5DD233-1FE3-F6D3-9BE1-9720F20E47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AA8855-3109-4F72-9FFD-5DC0EE20C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EF70AC-A1BD-6F21-2EE4-7B29DC5A9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BC63A9-835C-37CF-B510-7F9FA9B44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BE42F3-34F2-1992-6847-44F14CE7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8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1D1147-3BF0-9C4C-4A38-516A67392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7B3A2D-B41B-18DB-C6B2-0ACE1771F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E02BA8-F0F5-5835-CC2F-357D6BE16A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7A5EAD-DDB8-8C19-69BB-52016F95A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D1E676-2137-D336-5F87-2FA6574E61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DDEC01A-CD8B-8FF9-289C-F2AC382E7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E88FEA-06FE-D372-DF46-9DBAB0B8D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F6D071C-1098-BABD-1C8A-7FCBC28DF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7755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D5350F-B4DB-8F9B-61A6-E2E2D4E7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00984C-F300-E399-4A81-DF344BC8B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DF9071-8CD6-9DEE-DDB0-D027C4D36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7E231-A77F-7548-4D2F-901C947B4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261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754C35-C979-F8D3-22F1-448B64E1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3663-8007-F702-0DE9-4508E059B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5DAB64-8041-01EF-5568-20B9B5EB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4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026BA8-E9B5-025D-DF38-BCF86035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2E322F-B544-1178-865A-3CC1FFDC5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2487D3F-2F31-706E-8E3C-8AD60D22E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169F79-C3AE-BCEC-6F71-A87C4B12E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09F4CDD-A3FE-86C8-CDC4-8CA34602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7D74B-C679-9EA2-AE28-00CA60363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0292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753D81-0822-55E9-8779-20E2EDB2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0674929-61B1-50F9-54B7-17255E475B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03FF46-59E0-574A-3482-D028B475F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2806E19-AB71-0701-D9D7-32B4C60BC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2FC6AF-A091-FB70-71D2-6C41C253E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FAC0AC-694C-77B4-6003-3C2CCE78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881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9750C0-A656-9420-227E-66AB0F72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66349C-AD81-146C-8D84-E2F8EDEB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AD680C-769C-89A8-2EE2-C6739DE4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5AD39F-8A7B-B959-59DB-C3335ED07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D26745-2D59-59EC-4ED9-2FC63D05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974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DA09CF3-E9C7-AE4A-28EE-C414BA2C7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4C68C99-E6BE-EA61-5F5B-FDD112042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FDE8E9-BFE1-192F-7573-C04A6542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D2D03A-C687-EF3A-1BC4-2590A09B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B79896-41C6-F272-8ED1-36C6B3BB7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590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B5545B7-D665-8B15-3261-DA2BC205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CA85D5-9F97-C96A-A67A-CC316A27C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7337F7-3985-E411-5696-DD6F08143F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7C65B-F23F-479A-8AFF-E7E0FC962F06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937700-EEEE-2C99-E439-6C5E620BA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6C2C7B-BF2E-AB5B-87ED-03CFA5A0E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64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84C53-BFA5-5113-457B-3F9CFE0098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554" y="0"/>
            <a:ext cx="385689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6DCC9-8EA6-6763-1964-406022EB4852}"/>
              </a:ext>
            </a:extLst>
          </p:cNvPr>
          <p:cNvSpPr txBox="1"/>
          <p:nvPr/>
        </p:nvSpPr>
        <p:spPr>
          <a:xfrm>
            <a:off x="6902498" y="4498950"/>
            <a:ext cx="1005403" cy="58477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zh-CN" altLang="en-US" sz="32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禹卫行书字体" panose="02000603000000000000" pitchFamily="2" charset="-122"/>
                <a:ea typeface="禹卫行书字体" panose="02000603000000000000" pitchFamily="2" charset="-122"/>
              </a:rPr>
              <a:t>夏至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0FF4D-EE92-3A21-3B40-7E1C70EE290E}"/>
              </a:ext>
            </a:extLst>
          </p:cNvPr>
          <p:cNvSpPr txBox="1"/>
          <p:nvPr/>
        </p:nvSpPr>
        <p:spPr>
          <a:xfrm>
            <a:off x="6416313" y="4771710"/>
            <a:ext cx="16081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>
                <a:solidFill>
                  <a:schemeClr val="bg1"/>
                </a:solidFill>
                <a:latin typeface="Great Vibes" panose="02000507080000020002" pitchFamily="2" charset="0"/>
                <a:cs typeface="Poppins" panose="00000500000000000000" pitchFamily="2" charset="0"/>
              </a:rPr>
              <a:t>Summer</a:t>
            </a:r>
            <a:endParaRPr lang="zh-CN" altLang="en-US" sz="4000">
              <a:solidFill>
                <a:schemeClr val="bg1"/>
              </a:solidFill>
              <a:latin typeface="Great Vibes" panose="02000507080000020002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68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ACE99-59B0-D2A0-7D0D-F12E4D9ED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EA1617AA-3BC5-A6C2-7966-463E2BC3AC46}"/>
              </a:ext>
            </a:extLst>
          </p:cNvPr>
          <p:cNvSpPr/>
          <p:nvPr/>
        </p:nvSpPr>
        <p:spPr>
          <a:xfrm>
            <a:off x="3307693" y="2719832"/>
            <a:ext cx="1440000" cy="360000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Port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9D801BA9-9C6A-24D0-E174-E3604316CB49}"/>
              </a:ext>
            </a:extLst>
          </p:cNvPr>
          <p:cNvSpPr/>
          <p:nvPr/>
        </p:nvSpPr>
        <p:spPr>
          <a:xfrm>
            <a:off x="5031248" y="3132107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Congestion  Control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7D33566-285E-1CCB-5E98-A8DFB5DC5691}"/>
              </a:ext>
            </a:extLst>
          </p:cNvPr>
          <p:cNvSpPr/>
          <p:nvPr/>
        </p:nvSpPr>
        <p:spPr>
          <a:xfrm>
            <a:off x="5031248" y="3562619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Transition Control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905996E1-56AA-82E7-6CF1-E2487C38B700}"/>
              </a:ext>
            </a:extLst>
          </p:cNvPr>
          <p:cNvSpPr/>
          <p:nvPr/>
        </p:nvSpPr>
        <p:spPr>
          <a:xfrm>
            <a:off x="5031248" y="4665692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Packet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40667B24-5AC7-5F2E-7021-EBB90191C191}"/>
              </a:ext>
            </a:extLst>
          </p:cNvPr>
          <p:cNvCxnSpPr>
            <a:cxnSpLocks/>
            <a:stCxn id="3" idx="1"/>
            <a:endCxn id="16" idx="3"/>
          </p:cNvCxnSpPr>
          <p:nvPr/>
        </p:nvCxnSpPr>
        <p:spPr>
          <a:xfrm rot="10800000" flipV="1">
            <a:off x="4747694" y="3312107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8EFE3ED-A618-B1ED-5F36-94CB8F38355F}"/>
              </a:ext>
            </a:extLst>
          </p:cNvPr>
          <p:cNvSpPr/>
          <p:nvPr/>
        </p:nvSpPr>
        <p:spPr>
          <a:xfrm>
            <a:off x="5031248" y="3993131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Packet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56D54B0A-0C00-1FA5-AA24-AB208E9F3E39}"/>
              </a:ext>
            </a:extLst>
          </p:cNvPr>
          <p:cNvCxnSpPr>
            <a:cxnSpLocks/>
            <a:stCxn id="16" idx="3"/>
            <a:endCxn id="9" idx="1"/>
          </p:cNvCxnSpPr>
          <p:nvPr/>
        </p:nvCxnSpPr>
        <p:spPr>
          <a:xfrm>
            <a:off x="4747693" y="3527363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AD181E9B-9708-8757-6641-0EC70B8857D3}"/>
              </a:ext>
            </a:extLst>
          </p:cNvPr>
          <p:cNvSpPr/>
          <p:nvPr/>
        </p:nvSpPr>
        <p:spPr>
          <a:xfrm>
            <a:off x="5031248" y="2705606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Traffic Control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94161A20-9CEA-26C5-90F1-7284ECA5C704}"/>
              </a:ext>
            </a:extLst>
          </p:cNvPr>
          <p:cNvCxnSpPr>
            <a:cxnSpLocks/>
            <a:stCxn id="13" idx="1"/>
            <a:endCxn id="16" idx="3"/>
          </p:cNvCxnSpPr>
          <p:nvPr/>
        </p:nvCxnSpPr>
        <p:spPr>
          <a:xfrm rot="10800000" flipV="1">
            <a:off x="4747694" y="2885605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6587821-DD92-9679-7756-3E8C2C8D118E}"/>
              </a:ext>
            </a:extLst>
          </p:cNvPr>
          <p:cNvSpPr/>
          <p:nvPr/>
        </p:nvSpPr>
        <p:spPr>
          <a:xfrm>
            <a:off x="1584137" y="334736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Transport Layer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6589FE98-C76F-3ED9-8AB2-A810BAC61631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2899832"/>
            <a:ext cx="283556" cy="627531"/>
          </a:xfrm>
          <a:prstGeom prst="curvedConnector3">
            <a:avLst>
              <a:gd name="adj1" fmla="val 50000"/>
            </a:avLst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4F8D70D-848F-8E10-57D5-0246D0F22858}"/>
              </a:ext>
            </a:extLst>
          </p:cNvPr>
          <p:cNvSpPr/>
          <p:nvPr/>
        </p:nvSpPr>
        <p:spPr>
          <a:xfrm>
            <a:off x="3307693" y="3347363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TCP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1530229-6710-AE17-7125-34E7C102D265}"/>
              </a:ext>
            </a:extLst>
          </p:cNvPr>
          <p:cNvSpPr/>
          <p:nvPr/>
        </p:nvSpPr>
        <p:spPr>
          <a:xfrm>
            <a:off x="3307693" y="4665692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UDP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983C1AC8-3735-FBF8-1D52-F46340D06312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527363"/>
            <a:ext cx="283556" cy="131832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BD7B110E-78A0-DA3F-A295-242686C8DE59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527363"/>
            <a:ext cx="283556" cy="0"/>
          </a:xfrm>
          <a:prstGeom prst="line">
            <a:avLst/>
          </a:prstGeom>
          <a:ln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3CE98D71-068D-12E4-6351-5662457FF6EF}"/>
              </a:ext>
            </a:extLst>
          </p:cNvPr>
          <p:cNvCxnSpPr>
            <a:cxnSpLocks/>
            <a:stCxn id="4" idx="1"/>
            <a:endCxn id="16" idx="3"/>
          </p:cNvCxnSpPr>
          <p:nvPr/>
        </p:nvCxnSpPr>
        <p:spPr>
          <a:xfrm rot="10800000">
            <a:off x="4747694" y="352736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E26F0BAC-FA81-5F6F-B924-707A50D906C4}"/>
              </a:ext>
            </a:extLst>
          </p:cNvPr>
          <p:cNvSpPr/>
          <p:nvPr/>
        </p:nvSpPr>
        <p:spPr>
          <a:xfrm>
            <a:off x="7102100" y="3562619"/>
            <a:ext cx="1800000" cy="360000"/>
          </a:xfrm>
          <a:prstGeom prst="roundRect">
            <a:avLst/>
          </a:prstGeom>
          <a:noFill/>
          <a:ln w="1270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Three-Way Handshake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81EAB78-C655-57B2-73AD-691D97EFD79E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6831248" y="3742619"/>
            <a:ext cx="270852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469945C-7541-0506-CC16-F8088F979CF3}"/>
              </a:ext>
            </a:extLst>
          </p:cNvPr>
          <p:cNvCxnSpPr>
            <a:stCxn id="19" idx="3"/>
            <a:endCxn id="5" idx="1"/>
          </p:cNvCxnSpPr>
          <p:nvPr/>
        </p:nvCxnSpPr>
        <p:spPr>
          <a:xfrm>
            <a:off x="4747693" y="4845692"/>
            <a:ext cx="283555" cy="0"/>
          </a:xfrm>
          <a:prstGeom prst="line">
            <a:avLst/>
          </a:prstGeom>
          <a:ln>
            <a:solidFill>
              <a:srgbClr val="20BD6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57078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C80FF363-BC0E-F513-0462-96F884DB1FDC}"/>
              </a:ext>
            </a:extLst>
          </p:cNvPr>
          <p:cNvCxnSpPr>
            <a:cxnSpLocks/>
          </p:cNvCxnSpPr>
          <p:nvPr/>
        </p:nvCxnSpPr>
        <p:spPr>
          <a:xfrm>
            <a:off x="3851142" y="1691563"/>
            <a:ext cx="0" cy="396628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22E1B91C-93FA-1433-6508-4A43CD8D807B}"/>
              </a:ext>
            </a:extLst>
          </p:cNvPr>
          <p:cNvCxnSpPr>
            <a:cxnSpLocks/>
          </p:cNvCxnSpPr>
          <p:nvPr/>
        </p:nvCxnSpPr>
        <p:spPr>
          <a:xfrm>
            <a:off x="7298041" y="1691563"/>
            <a:ext cx="0" cy="396628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A3720D08-6F14-38E6-12AA-2F942A367B46}"/>
              </a:ext>
            </a:extLst>
          </p:cNvPr>
          <p:cNvSpPr txBox="1"/>
          <p:nvPr/>
        </p:nvSpPr>
        <p:spPr>
          <a:xfrm>
            <a:off x="3387554" y="1885950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Bob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D2F0C1-4F48-4565-097F-21C3E7248276}"/>
              </a:ext>
            </a:extLst>
          </p:cNvPr>
          <p:cNvSpPr txBox="1"/>
          <p:nvPr/>
        </p:nvSpPr>
        <p:spPr>
          <a:xfrm>
            <a:off x="7298041" y="1885950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Alice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AB7995F-7501-3414-56E0-2CC9D159BB4D}"/>
              </a:ext>
            </a:extLst>
          </p:cNvPr>
          <p:cNvSpPr txBox="1"/>
          <p:nvPr/>
        </p:nvSpPr>
        <p:spPr>
          <a:xfrm>
            <a:off x="3855211" y="2238375"/>
            <a:ext cx="34387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I would like to talk to you, Alice.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90B4BF5-F870-456B-089B-598433C770CC}"/>
              </a:ext>
            </a:extLst>
          </p:cNvPr>
          <p:cNvSpPr txBox="1"/>
          <p:nvPr/>
        </p:nvSpPr>
        <p:spPr>
          <a:xfrm>
            <a:off x="4552518" y="3614738"/>
            <a:ext cx="20441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Ok, let’s talk. Bob.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D5DC4C4-2CE4-FDE6-CB90-80F89118B614}"/>
              </a:ext>
            </a:extLst>
          </p:cNvPr>
          <p:cNvSpPr txBox="1"/>
          <p:nvPr/>
        </p:nvSpPr>
        <p:spPr>
          <a:xfrm>
            <a:off x="4506030" y="4991100"/>
            <a:ext cx="21371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Ok, thank you. Alice.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32FF09AF-22D3-1EEF-0F0D-F8D9ECD231A4}"/>
              </a:ext>
            </a:extLst>
          </p:cNvPr>
          <p:cNvCxnSpPr>
            <a:cxnSpLocks/>
          </p:cNvCxnSpPr>
          <p:nvPr/>
        </p:nvCxnSpPr>
        <p:spPr>
          <a:xfrm>
            <a:off x="4057649" y="2515374"/>
            <a:ext cx="28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D3A9630C-36DC-3779-A1FB-26718B3A1CA9}"/>
              </a:ext>
            </a:extLst>
          </p:cNvPr>
          <p:cNvCxnSpPr>
            <a:cxnSpLocks/>
          </p:cNvCxnSpPr>
          <p:nvPr/>
        </p:nvCxnSpPr>
        <p:spPr>
          <a:xfrm>
            <a:off x="4057649" y="5268099"/>
            <a:ext cx="28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2A8D5AF9-308A-50B4-85CD-E6F7CC8B17FA}"/>
              </a:ext>
            </a:extLst>
          </p:cNvPr>
          <p:cNvCxnSpPr>
            <a:cxnSpLocks/>
          </p:cNvCxnSpPr>
          <p:nvPr/>
        </p:nvCxnSpPr>
        <p:spPr>
          <a:xfrm flipH="1">
            <a:off x="4057649" y="3891737"/>
            <a:ext cx="28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45C08739-91CB-D562-5989-E9C9A2D2D7E1}"/>
              </a:ext>
            </a:extLst>
          </p:cNvPr>
          <p:cNvSpPr txBox="1"/>
          <p:nvPr/>
        </p:nvSpPr>
        <p:spPr>
          <a:xfrm>
            <a:off x="4708010" y="2515374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SYN =1, SEQ# 10</a:t>
            </a:r>
            <a:endParaRPr lang="zh-CN" altLang="en-US" sz="1200" b="1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09C4F885-BE5F-6D59-AA52-9C5CABD19E92}"/>
              </a:ext>
            </a:extLst>
          </p:cNvPr>
          <p:cNvSpPr txBox="1"/>
          <p:nvPr/>
        </p:nvSpPr>
        <p:spPr>
          <a:xfrm>
            <a:off x="4289626" y="3891737"/>
            <a:ext cx="24160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SYN =1, ACK = 1, ACK# 10</a:t>
            </a:r>
            <a:endParaRPr lang="zh-CN" altLang="en-US" sz="1200" b="1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2CBE984-67D0-C6C5-9B64-118FE70B19C4}"/>
              </a:ext>
            </a:extLst>
          </p:cNvPr>
          <p:cNvSpPr txBox="1"/>
          <p:nvPr/>
        </p:nvSpPr>
        <p:spPr>
          <a:xfrm>
            <a:off x="4661523" y="5268099"/>
            <a:ext cx="16722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ACK = 1, SEQ# 11</a:t>
            </a:r>
            <a:endParaRPr lang="zh-CN" altLang="en-US" sz="1200" b="1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6F333424-1B0A-FC44-A9BD-30232A0B43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3542" y="887595"/>
            <a:ext cx="720000" cy="854393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BA33F9E0-DA70-90DC-6252-77C04D78C2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0441" y="820363"/>
            <a:ext cx="720000" cy="921625"/>
          </a:xfrm>
          <a:prstGeom prst="rect">
            <a:avLst/>
          </a:prstGeom>
        </p:spPr>
      </p:pic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D431E32C-59D1-0A8B-89EC-7EB38ADDC489}"/>
              </a:ext>
            </a:extLst>
          </p:cNvPr>
          <p:cNvCxnSpPr>
            <a:cxnSpLocks/>
          </p:cNvCxnSpPr>
          <p:nvPr/>
        </p:nvCxnSpPr>
        <p:spPr>
          <a:xfrm>
            <a:off x="4106991" y="1448574"/>
            <a:ext cx="2880000" cy="0"/>
          </a:xfrm>
          <a:prstGeom prst="straightConnector1">
            <a:avLst/>
          </a:prstGeom>
          <a:ln w="38100">
            <a:solidFill>
              <a:schemeClr val="tx1"/>
            </a:solidFill>
            <a:headEnd type="stealt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56729AAD-AAAB-E89F-E7EF-17595C5ED533}"/>
              </a:ext>
            </a:extLst>
          </p:cNvPr>
          <p:cNvSpPr txBox="1"/>
          <p:nvPr/>
        </p:nvSpPr>
        <p:spPr>
          <a:xfrm>
            <a:off x="4571404" y="1171575"/>
            <a:ext cx="19511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Three-Way Handshake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786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7BFE180E-ABE5-8E60-4B59-6CA2D6B23612}"/>
              </a:ext>
            </a:extLst>
          </p:cNvPr>
          <p:cNvSpPr/>
          <p:nvPr/>
        </p:nvSpPr>
        <p:spPr>
          <a:xfrm>
            <a:off x="1162062" y="941298"/>
            <a:ext cx="1984550" cy="6669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EE51978-A443-A483-9810-F30672E49154}"/>
              </a:ext>
            </a:extLst>
          </p:cNvPr>
          <p:cNvGrpSpPr/>
          <p:nvPr/>
        </p:nvGrpSpPr>
        <p:grpSpPr>
          <a:xfrm>
            <a:off x="1201985" y="1094755"/>
            <a:ext cx="590549" cy="360000"/>
            <a:chOff x="1385885" y="1017493"/>
            <a:chExt cx="590549" cy="360000"/>
          </a:xfrm>
        </p:grpSpPr>
        <p:pic>
          <p:nvPicPr>
            <p:cNvPr id="5" name="图形 4" descr="文档">
              <a:extLst>
                <a:ext uri="{FF2B5EF4-FFF2-40B4-BE49-F238E27FC236}">
                  <a16:creationId xmlns:a16="http://schemas.microsoft.com/office/drawing/2014/main" id="{D592AA54-6817-6628-8E43-B1C0A0075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616434" y="1017493"/>
              <a:ext cx="360000" cy="360000"/>
            </a:xfrm>
            <a:prstGeom prst="rect">
              <a:avLst/>
            </a:prstGeom>
          </p:spPr>
        </p:pic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106CC44C-DDBD-2221-C55E-AB74FEF9A77C}"/>
                </a:ext>
              </a:extLst>
            </p:cNvPr>
            <p:cNvSpPr txBox="1"/>
            <p:nvPr/>
          </p:nvSpPr>
          <p:spPr>
            <a:xfrm>
              <a:off x="1385885" y="1058994"/>
              <a:ext cx="3706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P1</a:t>
              </a:r>
              <a:endParaRPr lang="zh-CN" altLang="en-US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EF8C590D-AE02-7479-0F90-FBBDFC7F636A}"/>
              </a:ext>
            </a:extLst>
          </p:cNvPr>
          <p:cNvGrpSpPr/>
          <p:nvPr/>
        </p:nvGrpSpPr>
        <p:grpSpPr>
          <a:xfrm>
            <a:off x="1814238" y="1094755"/>
            <a:ext cx="590549" cy="360000"/>
            <a:chOff x="1890159" y="1017493"/>
            <a:chExt cx="590549" cy="360000"/>
          </a:xfrm>
        </p:grpSpPr>
        <p:pic>
          <p:nvPicPr>
            <p:cNvPr id="6" name="图形 5" descr="文档">
              <a:extLst>
                <a:ext uri="{FF2B5EF4-FFF2-40B4-BE49-F238E27FC236}">
                  <a16:creationId xmlns:a16="http://schemas.microsoft.com/office/drawing/2014/main" id="{30029A1D-3142-A849-40F0-98C81931F4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20708" y="1017493"/>
              <a:ext cx="360000" cy="3600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C6AF8BFB-BC01-EA81-BBA3-2AEBB263CB35}"/>
                </a:ext>
              </a:extLst>
            </p:cNvPr>
            <p:cNvSpPr txBox="1"/>
            <p:nvPr/>
          </p:nvSpPr>
          <p:spPr>
            <a:xfrm>
              <a:off x="1890159" y="1058994"/>
              <a:ext cx="3706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P2</a:t>
              </a:r>
              <a:endParaRPr lang="zh-CN" altLang="en-US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32CF8815-FB37-8F08-135C-44B7A215A80F}"/>
              </a:ext>
            </a:extLst>
          </p:cNvPr>
          <p:cNvGrpSpPr/>
          <p:nvPr/>
        </p:nvGrpSpPr>
        <p:grpSpPr>
          <a:xfrm>
            <a:off x="2461950" y="1094755"/>
            <a:ext cx="590549" cy="360000"/>
            <a:chOff x="2394433" y="1017493"/>
            <a:chExt cx="590549" cy="360000"/>
          </a:xfrm>
        </p:grpSpPr>
        <p:pic>
          <p:nvPicPr>
            <p:cNvPr id="7" name="图形 6" descr="文档">
              <a:extLst>
                <a:ext uri="{FF2B5EF4-FFF2-40B4-BE49-F238E27FC236}">
                  <a16:creationId xmlns:a16="http://schemas.microsoft.com/office/drawing/2014/main" id="{F9DE4040-A3A2-D7C4-282B-42E9C18507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624982" y="1017493"/>
              <a:ext cx="360000" cy="360000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AEBB5379-D08A-58CF-929D-278588283330}"/>
                </a:ext>
              </a:extLst>
            </p:cNvPr>
            <p:cNvSpPr txBox="1"/>
            <p:nvPr/>
          </p:nvSpPr>
          <p:spPr>
            <a:xfrm>
              <a:off x="2394433" y="1058994"/>
              <a:ext cx="3706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P3</a:t>
              </a:r>
              <a:endParaRPr lang="zh-CN" altLang="en-US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FFF33479-772D-E44E-423D-6B3E220FAB77}"/>
              </a:ext>
            </a:extLst>
          </p:cNvPr>
          <p:cNvGrpSpPr/>
          <p:nvPr/>
        </p:nvGrpSpPr>
        <p:grpSpPr>
          <a:xfrm>
            <a:off x="5313157" y="1134038"/>
            <a:ext cx="590549" cy="360000"/>
            <a:chOff x="1385885" y="1017493"/>
            <a:chExt cx="590549" cy="360000"/>
          </a:xfrm>
        </p:grpSpPr>
        <p:pic>
          <p:nvPicPr>
            <p:cNvPr id="38" name="图形 37" descr="文档">
              <a:extLst>
                <a:ext uri="{FF2B5EF4-FFF2-40B4-BE49-F238E27FC236}">
                  <a16:creationId xmlns:a16="http://schemas.microsoft.com/office/drawing/2014/main" id="{DDBB9DFE-CD76-50F1-DA80-6B5074DDC0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616434" y="1017493"/>
              <a:ext cx="360000" cy="360000"/>
            </a:xfrm>
            <a:prstGeom prst="rect">
              <a:avLst/>
            </a:prstGeom>
          </p:spPr>
        </p:pic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2D63B797-FD37-FC99-7EA7-971D5F5AD65A}"/>
                </a:ext>
              </a:extLst>
            </p:cNvPr>
            <p:cNvSpPr txBox="1"/>
            <p:nvPr/>
          </p:nvSpPr>
          <p:spPr>
            <a:xfrm>
              <a:off x="1385885" y="1058994"/>
              <a:ext cx="3706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P4</a:t>
              </a:r>
              <a:endParaRPr lang="zh-CN" altLang="en-US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DCCFFB73-5D89-6A4D-E232-39B07CB34469}"/>
              </a:ext>
            </a:extLst>
          </p:cNvPr>
          <p:cNvGrpSpPr/>
          <p:nvPr/>
        </p:nvGrpSpPr>
        <p:grpSpPr>
          <a:xfrm>
            <a:off x="6113940" y="1134038"/>
            <a:ext cx="590549" cy="360000"/>
            <a:chOff x="1890159" y="1017493"/>
            <a:chExt cx="590549" cy="360000"/>
          </a:xfrm>
        </p:grpSpPr>
        <p:pic>
          <p:nvPicPr>
            <p:cNvPr id="36" name="图形 35" descr="文档">
              <a:extLst>
                <a:ext uri="{FF2B5EF4-FFF2-40B4-BE49-F238E27FC236}">
                  <a16:creationId xmlns:a16="http://schemas.microsoft.com/office/drawing/2014/main" id="{1930C0F1-9FF2-AC85-BE65-1154DEE47C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20708" y="1017493"/>
              <a:ext cx="360000" cy="360000"/>
            </a:xfrm>
            <a:prstGeom prst="rect">
              <a:avLst/>
            </a:prstGeom>
          </p:spPr>
        </p:pic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CCBEDC82-7F2D-2DD6-B054-1BA61E5F6B8E}"/>
                </a:ext>
              </a:extLst>
            </p:cNvPr>
            <p:cNvSpPr txBox="1"/>
            <p:nvPr/>
          </p:nvSpPr>
          <p:spPr>
            <a:xfrm>
              <a:off x="1890159" y="1058994"/>
              <a:ext cx="3706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20BD6A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P5</a:t>
              </a:r>
              <a:endParaRPr lang="zh-CN" altLang="en-US" sz="1200" dirty="0">
                <a:solidFill>
                  <a:srgbClr val="20BD6A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C87BABE2-7EA3-18A8-2B61-DFB9D7DBC833}"/>
              </a:ext>
            </a:extLst>
          </p:cNvPr>
          <p:cNvGrpSpPr/>
          <p:nvPr/>
        </p:nvGrpSpPr>
        <p:grpSpPr>
          <a:xfrm>
            <a:off x="1858929" y="1587810"/>
            <a:ext cx="500364" cy="360000"/>
            <a:chOff x="6021196" y="1927412"/>
            <a:chExt cx="500364" cy="360000"/>
          </a:xfrm>
        </p:grpSpPr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2C4388B8-41C7-7966-AF7E-68FC733CD07E}"/>
                </a:ext>
              </a:extLst>
            </p:cNvPr>
            <p:cNvSpPr/>
            <p:nvPr/>
          </p:nvSpPr>
          <p:spPr>
            <a:xfrm>
              <a:off x="6233560" y="19274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1FA6612F-5465-D46C-E103-4027D25A0D71}"/>
                </a:ext>
              </a:extLst>
            </p:cNvPr>
            <p:cNvSpPr/>
            <p:nvPr/>
          </p:nvSpPr>
          <p:spPr>
            <a:xfrm>
              <a:off x="6233560" y="21578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C2FC505B-0DC7-5836-2B96-0A02A442F905}"/>
                </a:ext>
              </a:extLst>
            </p:cNvPr>
            <p:cNvSpPr/>
            <p:nvPr/>
          </p:nvSpPr>
          <p:spPr>
            <a:xfrm>
              <a:off x="6233560" y="22154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B4830477-DBD1-836B-1EA6-0CCBBBFA3971}"/>
                </a:ext>
              </a:extLst>
            </p:cNvPr>
            <p:cNvSpPr/>
            <p:nvPr/>
          </p:nvSpPr>
          <p:spPr>
            <a:xfrm>
              <a:off x="6233560" y="19850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40C3A5DF-752B-5061-EFA6-D5EBE06C766F}"/>
                </a:ext>
              </a:extLst>
            </p:cNvPr>
            <p:cNvSpPr/>
            <p:nvPr/>
          </p:nvSpPr>
          <p:spPr>
            <a:xfrm>
              <a:off x="6233560" y="20426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0C62FA6C-2638-63CB-F4A7-A2A3D9BDC1EA}"/>
                </a:ext>
              </a:extLst>
            </p:cNvPr>
            <p:cNvSpPr/>
            <p:nvPr/>
          </p:nvSpPr>
          <p:spPr>
            <a:xfrm>
              <a:off x="6233560" y="21002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A53E4717-44C1-8BA9-0660-C66F67B79A6A}"/>
                </a:ext>
              </a:extLst>
            </p:cNvPr>
            <p:cNvSpPr txBox="1"/>
            <p:nvPr/>
          </p:nvSpPr>
          <p:spPr>
            <a:xfrm>
              <a:off x="6021196" y="1968913"/>
              <a:ext cx="27764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b</a:t>
              </a:r>
              <a:endParaRPr lang="zh-CN" altLang="en-US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5E6B5F9C-3DF1-1A06-2457-90F50CE5E760}"/>
              </a:ext>
            </a:extLst>
          </p:cNvPr>
          <p:cNvGrpSpPr/>
          <p:nvPr/>
        </p:nvGrpSpPr>
        <p:grpSpPr>
          <a:xfrm>
            <a:off x="2516275" y="1587810"/>
            <a:ext cx="500364" cy="360000"/>
            <a:chOff x="6021196" y="1927412"/>
            <a:chExt cx="500364" cy="360000"/>
          </a:xfrm>
        </p:grpSpPr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9082ED9C-9ACF-F7E4-A84A-02C00C613563}"/>
                </a:ext>
              </a:extLst>
            </p:cNvPr>
            <p:cNvSpPr/>
            <p:nvPr/>
          </p:nvSpPr>
          <p:spPr>
            <a:xfrm>
              <a:off x="6233560" y="19274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0FD4FFCB-DE31-D71C-87FD-EA974E2AA517}"/>
                </a:ext>
              </a:extLst>
            </p:cNvPr>
            <p:cNvSpPr/>
            <p:nvPr/>
          </p:nvSpPr>
          <p:spPr>
            <a:xfrm>
              <a:off x="6233560" y="21578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F4FFC7B0-91DF-0748-7AB7-DACE9A82AB79}"/>
                </a:ext>
              </a:extLst>
            </p:cNvPr>
            <p:cNvSpPr/>
            <p:nvPr/>
          </p:nvSpPr>
          <p:spPr>
            <a:xfrm>
              <a:off x="6233560" y="22154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11E2C48D-8950-5CCC-D008-F49615A59FBD}"/>
                </a:ext>
              </a:extLst>
            </p:cNvPr>
            <p:cNvSpPr/>
            <p:nvPr/>
          </p:nvSpPr>
          <p:spPr>
            <a:xfrm>
              <a:off x="6233560" y="19850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09855BE9-6824-6113-9C56-6EEB90FD44DF}"/>
                </a:ext>
              </a:extLst>
            </p:cNvPr>
            <p:cNvSpPr/>
            <p:nvPr/>
          </p:nvSpPr>
          <p:spPr>
            <a:xfrm>
              <a:off x="6233560" y="20426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5F15DDE4-E238-28A7-9CEE-3C2EDBC4FA9C}"/>
                </a:ext>
              </a:extLst>
            </p:cNvPr>
            <p:cNvSpPr/>
            <p:nvPr/>
          </p:nvSpPr>
          <p:spPr>
            <a:xfrm>
              <a:off x="6233560" y="21002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6161DDB2-F975-84F5-5B00-B5161DB14BF6}"/>
                </a:ext>
              </a:extLst>
            </p:cNvPr>
            <p:cNvSpPr txBox="1"/>
            <p:nvPr/>
          </p:nvSpPr>
          <p:spPr>
            <a:xfrm>
              <a:off x="6021196" y="1968913"/>
              <a:ext cx="27764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c</a:t>
              </a:r>
              <a:endParaRPr lang="zh-CN" altLang="en-US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58" name="组合 57">
            <a:extLst>
              <a:ext uri="{FF2B5EF4-FFF2-40B4-BE49-F238E27FC236}">
                <a16:creationId xmlns:a16="http://schemas.microsoft.com/office/drawing/2014/main" id="{E0CD305E-CB6B-74DC-94AA-BADA10F3DCD3}"/>
              </a:ext>
            </a:extLst>
          </p:cNvPr>
          <p:cNvGrpSpPr/>
          <p:nvPr/>
        </p:nvGrpSpPr>
        <p:grpSpPr>
          <a:xfrm>
            <a:off x="1264740" y="1587810"/>
            <a:ext cx="500364" cy="360000"/>
            <a:chOff x="6021196" y="1927412"/>
            <a:chExt cx="500364" cy="360000"/>
          </a:xfrm>
        </p:grpSpPr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3715DD3C-8625-A078-FF3D-F0F2F3852838}"/>
                </a:ext>
              </a:extLst>
            </p:cNvPr>
            <p:cNvSpPr/>
            <p:nvPr/>
          </p:nvSpPr>
          <p:spPr>
            <a:xfrm>
              <a:off x="6233560" y="19274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9AAE2502-F9AE-97E3-D9D5-65B7435CBB0D}"/>
                </a:ext>
              </a:extLst>
            </p:cNvPr>
            <p:cNvSpPr/>
            <p:nvPr/>
          </p:nvSpPr>
          <p:spPr>
            <a:xfrm>
              <a:off x="6233560" y="21578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475CDBC5-00DF-80C3-4168-758A9ADA89F1}"/>
                </a:ext>
              </a:extLst>
            </p:cNvPr>
            <p:cNvSpPr/>
            <p:nvPr/>
          </p:nvSpPr>
          <p:spPr>
            <a:xfrm>
              <a:off x="6233560" y="22154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31EEF486-C12F-D047-04A9-5D1104BAEC13}"/>
                </a:ext>
              </a:extLst>
            </p:cNvPr>
            <p:cNvSpPr/>
            <p:nvPr/>
          </p:nvSpPr>
          <p:spPr>
            <a:xfrm>
              <a:off x="6233560" y="19850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73F12FC0-126E-07F4-5A0F-606B0F6654ED}"/>
                </a:ext>
              </a:extLst>
            </p:cNvPr>
            <p:cNvSpPr/>
            <p:nvPr/>
          </p:nvSpPr>
          <p:spPr>
            <a:xfrm>
              <a:off x="6233560" y="20426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66214CFD-5A95-AB58-CCC7-78F786972EE4}"/>
                </a:ext>
              </a:extLst>
            </p:cNvPr>
            <p:cNvSpPr/>
            <p:nvPr/>
          </p:nvSpPr>
          <p:spPr>
            <a:xfrm>
              <a:off x="6233560" y="21002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" name="文本框 64">
              <a:extLst>
                <a:ext uri="{FF2B5EF4-FFF2-40B4-BE49-F238E27FC236}">
                  <a16:creationId xmlns:a16="http://schemas.microsoft.com/office/drawing/2014/main" id="{21FC1B37-AA45-139E-926B-8232672ED33E}"/>
                </a:ext>
              </a:extLst>
            </p:cNvPr>
            <p:cNvSpPr txBox="1"/>
            <p:nvPr/>
          </p:nvSpPr>
          <p:spPr>
            <a:xfrm>
              <a:off x="6021196" y="1968913"/>
              <a:ext cx="27764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a</a:t>
              </a:r>
              <a:endParaRPr lang="zh-CN" altLang="en-US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68" name="组合 67">
            <a:extLst>
              <a:ext uri="{FF2B5EF4-FFF2-40B4-BE49-F238E27FC236}">
                <a16:creationId xmlns:a16="http://schemas.microsoft.com/office/drawing/2014/main" id="{2C1B7785-28AF-6325-BB5C-C5B0FC4972B8}"/>
              </a:ext>
            </a:extLst>
          </p:cNvPr>
          <p:cNvGrpSpPr/>
          <p:nvPr/>
        </p:nvGrpSpPr>
        <p:grpSpPr>
          <a:xfrm>
            <a:off x="6181579" y="1613646"/>
            <a:ext cx="500364" cy="360000"/>
            <a:chOff x="6021196" y="1927412"/>
            <a:chExt cx="500364" cy="360000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87AE1995-3315-FF77-9797-224E963023E2}"/>
                </a:ext>
              </a:extLst>
            </p:cNvPr>
            <p:cNvSpPr/>
            <p:nvPr/>
          </p:nvSpPr>
          <p:spPr>
            <a:xfrm>
              <a:off x="6233560" y="19274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" name="矩形 85">
              <a:extLst>
                <a:ext uri="{FF2B5EF4-FFF2-40B4-BE49-F238E27FC236}">
                  <a16:creationId xmlns:a16="http://schemas.microsoft.com/office/drawing/2014/main" id="{0054F01C-EBA5-E10B-EAE0-71A9FBB1D7B6}"/>
                </a:ext>
              </a:extLst>
            </p:cNvPr>
            <p:cNvSpPr/>
            <p:nvPr/>
          </p:nvSpPr>
          <p:spPr>
            <a:xfrm>
              <a:off x="6233560" y="21578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E602ABC8-D041-30A2-8AE4-0C9805219317}"/>
                </a:ext>
              </a:extLst>
            </p:cNvPr>
            <p:cNvSpPr/>
            <p:nvPr/>
          </p:nvSpPr>
          <p:spPr>
            <a:xfrm>
              <a:off x="6233560" y="22154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49D9C45B-A327-2671-EE42-6E8D0FE16228}"/>
                </a:ext>
              </a:extLst>
            </p:cNvPr>
            <p:cNvSpPr/>
            <p:nvPr/>
          </p:nvSpPr>
          <p:spPr>
            <a:xfrm>
              <a:off x="6233560" y="19850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9" name="矩形 88">
              <a:extLst>
                <a:ext uri="{FF2B5EF4-FFF2-40B4-BE49-F238E27FC236}">
                  <a16:creationId xmlns:a16="http://schemas.microsoft.com/office/drawing/2014/main" id="{FF177BA0-2E68-0AA8-EA55-74B6FEF924C4}"/>
                </a:ext>
              </a:extLst>
            </p:cNvPr>
            <p:cNvSpPr/>
            <p:nvPr/>
          </p:nvSpPr>
          <p:spPr>
            <a:xfrm>
              <a:off x="6233560" y="20426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DA8B6111-A2C8-D837-66B9-08FF5E94D914}"/>
                </a:ext>
              </a:extLst>
            </p:cNvPr>
            <p:cNvSpPr/>
            <p:nvPr/>
          </p:nvSpPr>
          <p:spPr>
            <a:xfrm>
              <a:off x="6233560" y="21002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110E5261-1043-DF12-D880-DEF63B8F92BC}"/>
                </a:ext>
              </a:extLst>
            </p:cNvPr>
            <p:cNvSpPr txBox="1"/>
            <p:nvPr/>
          </p:nvSpPr>
          <p:spPr>
            <a:xfrm>
              <a:off x="6021196" y="1968913"/>
              <a:ext cx="27764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20BD6A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y</a:t>
              </a:r>
              <a:endParaRPr lang="zh-CN" altLang="en-US" sz="1200" dirty="0">
                <a:solidFill>
                  <a:srgbClr val="20BD6A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70" name="组合 69">
            <a:extLst>
              <a:ext uri="{FF2B5EF4-FFF2-40B4-BE49-F238E27FC236}">
                <a16:creationId xmlns:a16="http://schemas.microsoft.com/office/drawing/2014/main" id="{6ECACA64-201F-1DCE-A528-12EAE695D5B2}"/>
              </a:ext>
            </a:extLst>
          </p:cNvPr>
          <p:cNvGrpSpPr/>
          <p:nvPr/>
        </p:nvGrpSpPr>
        <p:grpSpPr>
          <a:xfrm>
            <a:off x="5371564" y="1613646"/>
            <a:ext cx="500364" cy="360000"/>
            <a:chOff x="6021196" y="1927412"/>
            <a:chExt cx="500364" cy="360000"/>
          </a:xfrm>
        </p:grpSpPr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689147F5-2DB7-469C-C9A4-79A2786B0E6B}"/>
                </a:ext>
              </a:extLst>
            </p:cNvPr>
            <p:cNvSpPr/>
            <p:nvPr/>
          </p:nvSpPr>
          <p:spPr>
            <a:xfrm>
              <a:off x="6233560" y="19274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CFB970BC-9D0D-39D5-1B66-92FE6DDC6D53}"/>
                </a:ext>
              </a:extLst>
            </p:cNvPr>
            <p:cNvSpPr/>
            <p:nvPr/>
          </p:nvSpPr>
          <p:spPr>
            <a:xfrm>
              <a:off x="6233560" y="21578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869461EA-2F46-387F-11AF-9273E85AC66A}"/>
                </a:ext>
              </a:extLst>
            </p:cNvPr>
            <p:cNvSpPr/>
            <p:nvPr/>
          </p:nvSpPr>
          <p:spPr>
            <a:xfrm>
              <a:off x="6233560" y="22154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B26B85BE-6EA5-3297-ACE5-4AAE406AA7E0}"/>
                </a:ext>
              </a:extLst>
            </p:cNvPr>
            <p:cNvSpPr/>
            <p:nvPr/>
          </p:nvSpPr>
          <p:spPr>
            <a:xfrm>
              <a:off x="6233560" y="19850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1FFB968D-EB71-EB02-A7E9-2B84CF0C40D1}"/>
                </a:ext>
              </a:extLst>
            </p:cNvPr>
            <p:cNvSpPr/>
            <p:nvPr/>
          </p:nvSpPr>
          <p:spPr>
            <a:xfrm>
              <a:off x="6233560" y="20426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72A919FF-CEC4-0191-4D11-35D51B499666}"/>
                </a:ext>
              </a:extLst>
            </p:cNvPr>
            <p:cNvSpPr/>
            <p:nvPr/>
          </p:nvSpPr>
          <p:spPr>
            <a:xfrm>
              <a:off x="6233560" y="21002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DA2B652A-F8C1-8697-AF28-C510F9E58D30}"/>
                </a:ext>
              </a:extLst>
            </p:cNvPr>
            <p:cNvSpPr txBox="1"/>
            <p:nvPr/>
          </p:nvSpPr>
          <p:spPr>
            <a:xfrm>
              <a:off x="6021196" y="1968913"/>
              <a:ext cx="27764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x</a:t>
              </a:r>
              <a:endParaRPr lang="zh-CN" altLang="en-US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sp>
        <p:nvSpPr>
          <p:cNvPr id="92" name="矩形 91">
            <a:extLst>
              <a:ext uri="{FF2B5EF4-FFF2-40B4-BE49-F238E27FC236}">
                <a16:creationId xmlns:a16="http://schemas.microsoft.com/office/drawing/2014/main" id="{888FEABB-73F0-04A3-E7F6-03CDE808B5F5}"/>
              </a:ext>
            </a:extLst>
          </p:cNvPr>
          <p:cNvSpPr/>
          <p:nvPr/>
        </p:nvSpPr>
        <p:spPr>
          <a:xfrm>
            <a:off x="1162062" y="1954304"/>
            <a:ext cx="1984550" cy="6669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7BFFA76B-7CCC-1BDD-0519-E31C2CEF215C}"/>
              </a:ext>
            </a:extLst>
          </p:cNvPr>
          <p:cNvSpPr txBox="1"/>
          <p:nvPr/>
        </p:nvSpPr>
        <p:spPr>
          <a:xfrm>
            <a:off x="3230113" y="1136256"/>
            <a:ext cx="17652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Application Layer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78B4EAAF-8F9E-AE2E-0B18-C4FFF109669A}"/>
              </a:ext>
            </a:extLst>
          </p:cNvPr>
          <p:cNvSpPr txBox="1"/>
          <p:nvPr/>
        </p:nvSpPr>
        <p:spPr>
          <a:xfrm>
            <a:off x="3834445" y="1629312"/>
            <a:ext cx="5565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Port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BB7A9DAC-57B6-3ACD-5E13-83AEE7073E74}"/>
              </a:ext>
            </a:extLst>
          </p:cNvPr>
          <p:cNvSpPr txBox="1"/>
          <p:nvPr/>
        </p:nvSpPr>
        <p:spPr>
          <a:xfrm>
            <a:off x="3323087" y="2149262"/>
            <a:ext cx="15792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Transport Layer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0BE6DD7B-018D-19B4-2101-31B944A8B234}"/>
              </a:ext>
            </a:extLst>
          </p:cNvPr>
          <p:cNvSpPr/>
          <p:nvPr/>
        </p:nvSpPr>
        <p:spPr>
          <a:xfrm>
            <a:off x="5133426" y="941298"/>
            <a:ext cx="1984550" cy="6669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3EF20692-7A2A-6BCC-4AE5-92FF63D2F76B}"/>
              </a:ext>
            </a:extLst>
          </p:cNvPr>
          <p:cNvSpPr/>
          <p:nvPr/>
        </p:nvSpPr>
        <p:spPr>
          <a:xfrm>
            <a:off x="5133426" y="1954304"/>
            <a:ext cx="1984550" cy="6669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9" name="连接符: 肘形 98">
            <a:extLst>
              <a:ext uri="{FF2B5EF4-FFF2-40B4-BE49-F238E27FC236}">
                <a16:creationId xmlns:a16="http://schemas.microsoft.com/office/drawing/2014/main" id="{3C5353EC-0C26-3DA5-91BB-A7A2D466E8DB}"/>
              </a:ext>
            </a:extLst>
          </p:cNvPr>
          <p:cNvCxnSpPr>
            <a:cxnSpLocks/>
            <a:stCxn id="92" idx="2"/>
            <a:endCxn id="97" idx="2"/>
          </p:cNvCxnSpPr>
          <p:nvPr/>
        </p:nvCxnSpPr>
        <p:spPr>
          <a:xfrm rot="16200000" flipH="1">
            <a:off x="4140019" y="635536"/>
            <a:ext cx="12700" cy="3971364"/>
          </a:xfrm>
          <a:prstGeom prst="bentConnector3">
            <a:avLst>
              <a:gd name="adj1" fmla="val 3423528"/>
            </a:avLst>
          </a:prstGeom>
          <a:ln>
            <a:solidFill>
              <a:schemeClr val="bg1">
                <a:lumMod val="50000"/>
              </a:schemeClr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ED49EBE7-C4F1-6FC3-1679-222C90BC5C16}"/>
              </a:ext>
            </a:extLst>
          </p:cNvPr>
          <p:cNvSpPr txBox="1"/>
          <p:nvPr/>
        </p:nvSpPr>
        <p:spPr>
          <a:xfrm>
            <a:off x="3323087" y="3054700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Logical channel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9F95E230-B855-5A29-A91F-4D13421FE8F3}"/>
              </a:ext>
            </a:extLst>
          </p:cNvPr>
          <p:cNvCxnSpPr>
            <a:cxnSpLocks/>
          </p:cNvCxnSpPr>
          <p:nvPr/>
        </p:nvCxnSpPr>
        <p:spPr>
          <a:xfrm>
            <a:off x="1631176" y="1444373"/>
            <a:ext cx="0" cy="144000"/>
          </a:xfrm>
          <a:prstGeom prst="straightConnector1">
            <a:avLst/>
          </a:prstGeom>
          <a:ln>
            <a:solidFill>
              <a:srgbClr val="EB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0F64A9B7-628A-1A23-350B-C708056CA88D}"/>
              </a:ext>
            </a:extLst>
          </p:cNvPr>
          <p:cNvCxnSpPr>
            <a:cxnSpLocks/>
          </p:cNvCxnSpPr>
          <p:nvPr/>
        </p:nvCxnSpPr>
        <p:spPr>
          <a:xfrm>
            <a:off x="2205321" y="1444373"/>
            <a:ext cx="0" cy="144000"/>
          </a:xfrm>
          <a:prstGeom prst="straightConnector1">
            <a:avLst/>
          </a:prstGeom>
          <a:ln>
            <a:solidFill>
              <a:srgbClr val="EB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84A5B23B-C6FE-8F0E-60A0-FF0E219AC4FD}"/>
              </a:ext>
            </a:extLst>
          </p:cNvPr>
          <p:cNvCxnSpPr>
            <a:cxnSpLocks/>
          </p:cNvCxnSpPr>
          <p:nvPr/>
        </p:nvCxnSpPr>
        <p:spPr>
          <a:xfrm>
            <a:off x="2877672" y="1444373"/>
            <a:ext cx="0" cy="144000"/>
          </a:xfrm>
          <a:prstGeom prst="straightConnector1">
            <a:avLst/>
          </a:prstGeom>
          <a:ln>
            <a:solidFill>
              <a:srgbClr val="20BD6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箭头连接符 108">
            <a:extLst>
              <a:ext uri="{FF2B5EF4-FFF2-40B4-BE49-F238E27FC236}">
                <a16:creationId xmlns:a16="http://schemas.microsoft.com/office/drawing/2014/main" id="{F82FD08F-3A64-FD6C-A2E3-B71D5DB39489}"/>
              </a:ext>
            </a:extLst>
          </p:cNvPr>
          <p:cNvCxnSpPr>
            <a:cxnSpLocks/>
          </p:cNvCxnSpPr>
          <p:nvPr/>
        </p:nvCxnSpPr>
        <p:spPr>
          <a:xfrm>
            <a:off x="5736737" y="1444373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箭头连接符 109">
            <a:extLst>
              <a:ext uri="{FF2B5EF4-FFF2-40B4-BE49-F238E27FC236}">
                <a16:creationId xmlns:a16="http://schemas.microsoft.com/office/drawing/2014/main" id="{B58085E8-4B1F-E09F-657B-59008B7DC38A}"/>
              </a:ext>
            </a:extLst>
          </p:cNvPr>
          <p:cNvCxnSpPr>
            <a:cxnSpLocks/>
          </p:cNvCxnSpPr>
          <p:nvPr/>
        </p:nvCxnSpPr>
        <p:spPr>
          <a:xfrm>
            <a:off x="6535271" y="1444373"/>
            <a:ext cx="0" cy="144000"/>
          </a:xfrm>
          <a:prstGeom prst="straightConnector1">
            <a:avLst/>
          </a:prstGeom>
          <a:ln>
            <a:solidFill>
              <a:srgbClr val="20BD6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31D96E86-612C-59A6-07F0-4553D172F74A}"/>
              </a:ext>
            </a:extLst>
          </p:cNvPr>
          <p:cNvSpPr txBox="1"/>
          <p:nvPr/>
        </p:nvSpPr>
        <p:spPr>
          <a:xfrm>
            <a:off x="2171811" y="2638792"/>
            <a:ext cx="13003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Multiplexing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E1F78B75-9A57-987F-F596-E2F4E0AF2A96}"/>
              </a:ext>
            </a:extLst>
          </p:cNvPr>
          <p:cNvSpPr txBox="1"/>
          <p:nvPr/>
        </p:nvSpPr>
        <p:spPr>
          <a:xfrm>
            <a:off x="4643729" y="2638792"/>
            <a:ext cx="14863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Demultiplexing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115" name="直接箭头连接符 114">
            <a:extLst>
              <a:ext uri="{FF2B5EF4-FFF2-40B4-BE49-F238E27FC236}">
                <a16:creationId xmlns:a16="http://schemas.microsoft.com/office/drawing/2014/main" id="{522EF6EB-A31C-327C-6988-F23967A32403}"/>
              </a:ext>
            </a:extLst>
          </p:cNvPr>
          <p:cNvCxnSpPr>
            <a:cxnSpLocks/>
          </p:cNvCxnSpPr>
          <p:nvPr/>
        </p:nvCxnSpPr>
        <p:spPr>
          <a:xfrm>
            <a:off x="1608860" y="1973646"/>
            <a:ext cx="545477" cy="647572"/>
          </a:xfrm>
          <a:prstGeom prst="straightConnector1">
            <a:avLst/>
          </a:prstGeom>
          <a:ln>
            <a:solidFill>
              <a:srgbClr val="EB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AADAE543-12BC-DB03-2563-BF2956BD561C}"/>
              </a:ext>
            </a:extLst>
          </p:cNvPr>
          <p:cNvCxnSpPr>
            <a:cxnSpLocks/>
            <a:stCxn id="53" idx="2"/>
          </p:cNvCxnSpPr>
          <p:nvPr/>
        </p:nvCxnSpPr>
        <p:spPr>
          <a:xfrm flipH="1">
            <a:off x="2260519" y="1947810"/>
            <a:ext cx="612120" cy="690982"/>
          </a:xfrm>
          <a:prstGeom prst="straightConnector1">
            <a:avLst/>
          </a:prstGeom>
          <a:ln>
            <a:solidFill>
              <a:srgbClr val="20BD6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59A3AE77-7CC2-78DE-0312-42231F1660DF}"/>
              </a:ext>
            </a:extLst>
          </p:cNvPr>
          <p:cNvCxnSpPr>
            <a:cxnSpLocks/>
          </p:cNvCxnSpPr>
          <p:nvPr/>
        </p:nvCxnSpPr>
        <p:spPr>
          <a:xfrm>
            <a:off x="2205321" y="1955359"/>
            <a:ext cx="0" cy="648000"/>
          </a:xfrm>
          <a:prstGeom prst="straightConnector1">
            <a:avLst/>
          </a:prstGeom>
          <a:ln>
            <a:solidFill>
              <a:srgbClr val="EB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接箭头连接符 127">
            <a:extLst>
              <a:ext uri="{FF2B5EF4-FFF2-40B4-BE49-F238E27FC236}">
                <a16:creationId xmlns:a16="http://schemas.microsoft.com/office/drawing/2014/main" id="{E7AAC13A-7877-C8E2-C121-22971E49B0C1}"/>
              </a:ext>
            </a:extLst>
          </p:cNvPr>
          <p:cNvCxnSpPr>
            <a:cxnSpLocks/>
          </p:cNvCxnSpPr>
          <p:nvPr/>
        </p:nvCxnSpPr>
        <p:spPr>
          <a:xfrm flipH="1" flipV="1">
            <a:off x="5708280" y="1968704"/>
            <a:ext cx="426521" cy="586376"/>
          </a:xfrm>
          <a:prstGeom prst="straightConnector1">
            <a:avLst/>
          </a:prstGeom>
          <a:ln>
            <a:solidFill>
              <a:srgbClr val="EB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直接箭头连接符 129">
            <a:extLst>
              <a:ext uri="{FF2B5EF4-FFF2-40B4-BE49-F238E27FC236}">
                <a16:creationId xmlns:a16="http://schemas.microsoft.com/office/drawing/2014/main" id="{F8896D3E-8D00-8E4F-BE16-F2F757596011}"/>
              </a:ext>
            </a:extLst>
          </p:cNvPr>
          <p:cNvCxnSpPr>
            <a:cxnSpLocks/>
          </p:cNvCxnSpPr>
          <p:nvPr/>
        </p:nvCxnSpPr>
        <p:spPr>
          <a:xfrm flipV="1">
            <a:off x="6134801" y="1943080"/>
            <a:ext cx="400470" cy="612000"/>
          </a:xfrm>
          <a:prstGeom prst="straightConnector1">
            <a:avLst/>
          </a:prstGeom>
          <a:ln>
            <a:solidFill>
              <a:srgbClr val="20BD6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文本框 132">
            <a:extLst>
              <a:ext uri="{FF2B5EF4-FFF2-40B4-BE49-F238E27FC236}">
                <a16:creationId xmlns:a16="http://schemas.microsoft.com/office/drawing/2014/main" id="{AE814C0F-52D6-33B1-47C2-8CB08BA624A7}"/>
              </a:ext>
            </a:extLst>
          </p:cNvPr>
          <p:cNvSpPr txBox="1"/>
          <p:nvPr/>
        </p:nvSpPr>
        <p:spPr>
          <a:xfrm>
            <a:off x="1954603" y="561975"/>
            <a:ext cx="3994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H1</a:t>
            </a:r>
            <a:endParaRPr lang="zh-CN" altLang="en-US" sz="14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C0E3A1EE-675E-B52B-E72D-37290E277572}"/>
              </a:ext>
            </a:extLst>
          </p:cNvPr>
          <p:cNvSpPr txBox="1"/>
          <p:nvPr/>
        </p:nvSpPr>
        <p:spPr>
          <a:xfrm>
            <a:off x="5925967" y="561975"/>
            <a:ext cx="3994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H2</a:t>
            </a:r>
            <a:endParaRPr lang="zh-CN" altLang="en-US" sz="14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11626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97F6B51-F2A4-1F52-B525-B119B11E43B7}"/>
              </a:ext>
            </a:extLst>
          </p:cNvPr>
          <p:cNvSpPr/>
          <p:nvPr/>
        </p:nvSpPr>
        <p:spPr>
          <a:xfrm>
            <a:off x="2611582" y="314255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73B3E66-69AB-3336-40D5-F3BEDEE3263A}"/>
              </a:ext>
            </a:extLst>
          </p:cNvPr>
          <p:cNvSpPr/>
          <p:nvPr/>
        </p:nvSpPr>
        <p:spPr>
          <a:xfrm>
            <a:off x="3927709" y="2217112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&lt;caption&gt;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596E695-765B-68B5-C900-FFE2E7915C23}"/>
              </a:ext>
            </a:extLst>
          </p:cNvPr>
          <p:cNvSpPr/>
          <p:nvPr/>
        </p:nvSpPr>
        <p:spPr>
          <a:xfrm>
            <a:off x="3927709" y="285555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&lt;thead&gt;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2EB47C9-057A-4EF8-A2BF-4D0134159B27}"/>
              </a:ext>
            </a:extLst>
          </p:cNvPr>
          <p:cNvSpPr/>
          <p:nvPr/>
        </p:nvSpPr>
        <p:spPr>
          <a:xfrm>
            <a:off x="3927709" y="342955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&lt;tbody&gt;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A98E275-1E96-FAB7-F617-AE6834538469}"/>
              </a:ext>
            </a:extLst>
          </p:cNvPr>
          <p:cNvSpPr/>
          <p:nvPr/>
        </p:nvSpPr>
        <p:spPr>
          <a:xfrm>
            <a:off x="3927709" y="39929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&lt;tfoot&gt;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364CE8F-F9FF-ED29-6F39-C09735082C89}"/>
              </a:ext>
            </a:extLst>
          </p:cNvPr>
          <p:cNvSpPr/>
          <p:nvPr/>
        </p:nvSpPr>
        <p:spPr>
          <a:xfrm>
            <a:off x="4988680" y="2729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1E16CF2-21EE-CCD8-6CF8-C9DF7E974007}"/>
              </a:ext>
            </a:extLst>
          </p:cNvPr>
          <p:cNvSpPr/>
          <p:nvPr/>
        </p:nvSpPr>
        <p:spPr>
          <a:xfrm>
            <a:off x="4988680" y="2981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&lt;th&gt;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36CB3ED-C818-AA5A-27A7-5D321CF65E6F}"/>
              </a:ext>
            </a:extLst>
          </p:cNvPr>
          <p:cNvSpPr/>
          <p:nvPr/>
        </p:nvSpPr>
        <p:spPr>
          <a:xfrm>
            <a:off x="4988680" y="3303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DF699C5-ADF4-C7BA-0E33-FD433133C491}"/>
              </a:ext>
            </a:extLst>
          </p:cNvPr>
          <p:cNvSpPr/>
          <p:nvPr/>
        </p:nvSpPr>
        <p:spPr>
          <a:xfrm>
            <a:off x="4988680" y="3555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&lt;td&gt;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A7CBB2E-7A46-5370-A481-60C05098B4F7}"/>
              </a:ext>
            </a:extLst>
          </p:cNvPr>
          <p:cNvSpPr/>
          <p:nvPr/>
        </p:nvSpPr>
        <p:spPr>
          <a:xfrm>
            <a:off x="4988680" y="3866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4779CBA-FFDD-895A-53AD-886208DEAA4A}"/>
              </a:ext>
            </a:extLst>
          </p:cNvPr>
          <p:cNvSpPr/>
          <p:nvPr/>
        </p:nvSpPr>
        <p:spPr>
          <a:xfrm>
            <a:off x="4988680" y="4118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&lt;td&gt;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98359A6-17E1-0350-06F2-6B8C8E407376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325112"/>
            <a:ext cx="236127" cy="925438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6C5FD35-9516-24EE-5628-FB328882111E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250550"/>
            <a:ext cx="236127" cy="287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556E-624C-A24F-4281-CC2AD6C86AA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250550"/>
            <a:ext cx="236127" cy="8504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2CF8CB28-1C39-C7E8-6324-ADA008E9F11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963550"/>
            <a:ext cx="236127" cy="287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114D0B9D-2E4E-56E2-D1E7-E651846577ED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837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3C59A80E-8E6B-72B2-C1E1-4C880C4C93DD}"/>
              </a:ext>
            </a:extLst>
          </p:cNvPr>
          <p:cNvCxnSpPr>
            <a:stCxn id="8" idx="1"/>
            <a:endCxn id="4" idx="3"/>
          </p:cNvCxnSpPr>
          <p:nvPr/>
        </p:nvCxnSpPr>
        <p:spPr>
          <a:xfrm rot="10800000">
            <a:off x="4827710" y="2963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041D7C9F-7D99-7824-58C7-2BA40BC232D6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411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B2D7C8F8-E42C-083D-F9F9-50E9DF89B11D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rot="10800000">
            <a:off x="4827710" y="3537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F1E01BA5-8E56-BB2F-4CFB-53C05DABA25C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4827709" y="3974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01E3F578-BCED-37BC-DA99-F6F310A81E84}"/>
              </a:ext>
            </a:extLst>
          </p:cNvPr>
          <p:cNvCxnSpPr>
            <a:stCxn id="12" idx="1"/>
            <a:endCxn id="6" idx="3"/>
          </p:cNvCxnSpPr>
          <p:nvPr/>
        </p:nvCxnSpPr>
        <p:spPr>
          <a:xfrm rot="10800000">
            <a:off x="4827710" y="4100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662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F5B7-2CBC-2543-883A-EE7F72EBB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5A1246F4-27E9-D5A7-C132-F43C94906336}"/>
              </a:ext>
            </a:extLst>
          </p:cNvPr>
          <p:cNvSpPr/>
          <p:nvPr/>
        </p:nvSpPr>
        <p:spPr>
          <a:xfrm>
            <a:off x="2611582" y="327228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&lt;form&gt;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6A13AB4-DA0A-2FD4-33B4-83FF5DA08C63}"/>
              </a:ext>
            </a:extLst>
          </p:cNvPr>
          <p:cNvSpPr/>
          <p:nvPr/>
        </p:nvSpPr>
        <p:spPr>
          <a:xfrm>
            <a:off x="3927709" y="2890560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&lt;label&gt;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18D81F-4EEB-52C9-DDAB-2A9A2FD3E4C4}"/>
              </a:ext>
            </a:extLst>
          </p:cNvPr>
          <p:cNvSpPr/>
          <p:nvPr/>
        </p:nvSpPr>
        <p:spPr>
          <a:xfrm>
            <a:off x="3927709" y="22500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&lt;input&gt;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B97BDCC-6E4E-184D-6DAB-20819D700092}"/>
              </a:ext>
            </a:extLst>
          </p:cNvPr>
          <p:cNvSpPr/>
          <p:nvPr/>
        </p:nvSpPr>
        <p:spPr>
          <a:xfrm>
            <a:off x="3927709" y="37800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&lt;textarea&gt;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ED5A50-2641-F93A-FD3B-FE30FDC9AD06}"/>
              </a:ext>
            </a:extLst>
          </p:cNvPr>
          <p:cNvSpPr/>
          <p:nvPr/>
        </p:nvSpPr>
        <p:spPr>
          <a:xfrm>
            <a:off x="3927709" y="47116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&lt;button&gt;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9023D7C-4400-F241-9043-70269C89E310}"/>
              </a:ext>
            </a:extLst>
          </p:cNvPr>
          <p:cNvSpPr/>
          <p:nvPr/>
        </p:nvSpPr>
        <p:spPr>
          <a:xfrm>
            <a:off x="4988680" y="199800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EBD5C65-BB3D-F7B1-F562-80F4CF29D81A}"/>
              </a:ext>
            </a:extLst>
          </p:cNvPr>
          <p:cNvSpPr/>
          <p:nvPr/>
        </p:nvSpPr>
        <p:spPr>
          <a:xfrm>
            <a:off x="4988680" y="225000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name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598EE33-8D20-139F-ECAE-DDAACAEF26BC}"/>
              </a:ext>
            </a:extLst>
          </p:cNvPr>
          <p:cNvSpPr/>
          <p:nvPr/>
        </p:nvSpPr>
        <p:spPr>
          <a:xfrm>
            <a:off x="4988680" y="3276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name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9936E24-4268-54FD-68C7-167CEFD776C1}"/>
              </a:ext>
            </a:extLst>
          </p:cNvPr>
          <p:cNvSpPr/>
          <p:nvPr/>
        </p:nvSpPr>
        <p:spPr>
          <a:xfrm>
            <a:off x="4988680" y="3528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978A593-2965-942C-7422-00DB49F1DE93}"/>
              </a:ext>
            </a:extLst>
          </p:cNvPr>
          <p:cNvSpPr/>
          <p:nvPr/>
        </p:nvSpPr>
        <p:spPr>
          <a:xfrm>
            <a:off x="4988680" y="4711650"/>
            <a:ext cx="90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8B5B2614-7486-4CF8-A249-681946253CB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998560"/>
            <a:ext cx="236127" cy="381720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A2CA93E7-3ACB-2AE1-2338-905444F039C2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380280"/>
            <a:ext cx="236127" cy="50772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A72B5DF3-A433-D7D9-2476-9B575D397825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380280"/>
            <a:ext cx="236127" cy="143937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C58DDE9E-18EF-7C53-E85C-41285081569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358000"/>
            <a:ext cx="236127" cy="102228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E69FC54E-13DD-B71F-9D98-126846B73463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106000"/>
            <a:ext cx="160971" cy="252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9AD3C269-EF46-F38A-17FD-4520302749B1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4827710" y="2358000"/>
            <a:ext cx="160971" cy="252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E380FCC4-9B98-7472-E252-8A68662EA21E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384000"/>
            <a:ext cx="160971" cy="504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09626C45-BBC6-47DC-7646-AF112E30BD5E}"/>
              </a:ext>
            </a:extLst>
          </p:cNvPr>
          <p:cNvCxnSpPr>
            <a:cxnSpLocks/>
            <a:stCxn id="101" idx="1"/>
            <a:endCxn id="5" idx="3"/>
          </p:cNvCxnSpPr>
          <p:nvPr/>
        </p:nvCxnSpPr>
        <p:spPr>
          <a:xfrm rot="10800000">
            <a:off x="4827709" y="3888000"/>
            <a:ext cx="160970" cy="252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28DCA0B-E729-C9E5-DCEB-AAC0337C77BE}"/>
              </a:ext>
            </a:extLst>
          </p:cNvPr>
          <p:cNvSpPr/>
          <p:nvPr/>
        </p:nvSpPr>
        <p:spPr>
          <a:xfrm>
            <a:off x="4988680" y="250200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E359F64-DB7D-CF56-6D69-7CDD668C0618}"/>
              </a:ext>
            </a:extLst>
          </p:cNvPr>
          <p:cNvSpPr/>
          <p:nvPr/>
        </p:nvSpPr>
        <p:spPr>
          <a:xfrm>
            <a:off x="4988680" y="2890560"/>
            <a:ext cx="900000" cy="216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for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C604421-37C1-756C-7B73-6463DCFA65A5}"/>
              </a:ext>
            </a:extLst>
          </p:cNvPr>
          <p:cNvSpPr/>
          <p:nvPr/>
        </p:nvSpPr>
        <p:spPr>
          <a:xfrm>
            <a:off x="6057780" y="1620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text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038D7F-385D-2345-2DBA-32B639EF5D3A}"/>
              </a:ext>
            </a:extLst>
          </p:cNvPr>
          <p:cNvSpPr/>
          <p:nvPr/>
        </p:nvSpPr>
        <p:spPr>
          <a:xfrm>
            <a:off x="6057780" y="1872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password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C58B27E-9EDF-2603-8A2C-88C8201B54FE}"/>
              </a:ext>
            </a:extLst>
          </p:cNvPr>
          <p:cNvSpPr/>
          <p:nvPr/>
        </p:nvSpPr>
        <p:spPr>
          <a:xfrm>
            <a:off x="6057780" y="2124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radio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7DFA1551-73F5-4C28-AE50-579B119B5BF0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1728000"/>
            <a:ext cx="169100" cy="378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5727ED6B-E94F-5BBD-2645-A22F1B3616AA}"/>
              </a:ext>
            </a:extLst>
          </p:cNvPr>
          <p:cNvCxnSpPr>
            <a:cxnSpLocks/>
            <a:stCxn id="7" idx="3"/>
            <a:endCxn id="27" idx="1"/>
          </p:cNvCxnSpPr>
          <p:nvPr/>
        </p:nvCxnSpPr>
        <p:spPr>
          <a:xfrm>
            <a:off x="5888680" y="2106000"/>
            <a:ext cx="169100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1CE9601-FA08-0404-FE7A-A37A7AA55BD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27709" y="4819650"/>
            <a:ext cx="160971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A91A333-0123-02A2-969D-4DA8DABDA848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>
            <a:off x="4827709" y="2998560"/>
            <a:ext cx="160971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6F1E01D-F6DC-49FF-56A7-FCFB2D5AF11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27709" y="2358000"/>
            <a:ext cx="160971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8AAABB9-3154-4A0D-0375-6856BBE16E89}"/>
              </a:ext>
            </a:extLst>
          </p:cNvPr>
          <p:cNvSpPr/>
          <p:nvPr/>
        </p:nvSpPr>
        <p:spPr>
          <a:xfrm>
            <a:off x="6866970" y="1619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placeholder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BCD0C830-E273-C6A9-558C-7D736BFE7434}"/>
              </a:ext>
            </a:extLst>
          </p:cNvPr>
          <p:cNvSpPr/>
          <p:nvPr/>
        </p:nvSpPr>
        <p:spPr>
          <a:xfrm>
            <a:off x="4988680" y="3780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placeholder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E710C501-2527-BEFC-0FFE-66EFB498E50B}"/>
              </a:ext>
            </a:extLst>
          </p:cNvPr>
          <p:cNvSpPr/>
          <p:nvPr/>
        </p:nvSpPr>
        <p:spPr>
          <a:xfrm>
            <a:off x="6096000" y="445965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submit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1AA6DD07-0405-4ABD-10F2-00C7B376C54E}"/>
              </a:ext>
            </a:extLst>
          </p:cNvPr>
          <p:cNvSpPr/>
          <p:nvPr/>
        </p:nvSpPr>
        <p:spPr>
          <a:xfrm>
            <a:off x="6096000" y="471165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reset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1143DFE-6D50-8DDF-E467-6A1AAF27FFE5}"/>
              </a:ext>
            </a:extLst>
          </p:cNvPr>
          <p:cNvSpPr/>
          <p:nvPr/>
        </p:nvSpPr>
        <p:spPr>
          <a:xfrm>
            <a:off x="6096000" y="496365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button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AD81138-BEF5-5730-C7E8-69B7F57D6411}"/>
              </a:ext>
            </a:extLst>
          </p:cNvPr>
          <p:cNvCxnSpPr>
            <a:cxnSpLocks/>
            <a:stCxn id="11" idx="3"/>
            <a:endCxn id="63" idx="1"/>
          </p:cNvCxnSpPr>
          <p:nvPr/>
        </p:nvCxnSpPr>
        <p:spPr>
          <a:xfrm>
            <a:off x="5888680" y="4819650"/>
            <a:ext cx="207320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C3880AB9-44DB-574E-16DF-557B03E0D9EB}"/>
              </a:ext>
            </a:extLst>
          </p:cNvPr>
          <p:cNvCxnSpPr>
            <a:stCxn id="62" idx="1"/>
            <a:endCxn id="11" idx="3"/>
          </p:cNvCxnSpPr>
          <p:nvPr/>
        </p:nvCxnSpPr>
        <p:spPr>
          <a:xfrm rot="10800000" flipV="1">
            <a:off x="5888680" y="4567650"/>
            <a:ext cx="207320" cy="252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42E1D754-A645-B651-5F08-3F63927D9AAD}"/>
              </a:ext>
            </a:extLst>
          </p:cNvPr>
          <p:cNvCxnSpPr>
            <a:stCxn id="64" idx="1"/>
            <a:endCxn id="11" idx="3"/>
          </p:cNvCxnSpPr>
          <p:nvPr/>
        </p:nvCxnSpPr>
        <p:spPr>
          <a:xfrm rot="10800000">
            <a:off x="5888680" y="4819650"/>
            <a:ext cx="207320" cy="252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903E92A5-949C-FBA0-49E2-DEA3E21FC78D}"/>
              </a:ext>
            </a:extLst>
          </p:cNvPr>
          <p:cNvSpPr/>
          <p:nvPr/>
        </p:nvSpPr>
        <p:spPr>
          <a:xfrm>
            <a:off x="6866970" y="2123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B2A026AB-1FE7-E13C-3690-2D59A7DC0E76}"/>
              </a:ext>
            </a:extLst>
          </p:cNvPr>
          <p:cNvSpPr/>
          <p:nvPr/>
        </p:nvSpPr>
        <p:spPr>
          <a:xfrm>
            <a:off x="6866970" y="2627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hidden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E65A18CE-ACBE-A555-CD25-C5D31C3EF1F8}"/>
              </a:ext>
            </a:extLst>
          </p:cNvPr>
          <p:cNvSpPr/>
          <p:nvPr/>
        </p:nvSpPr>
        <p:spPr>
          <a:xfrm>
            <a:off x="6866970" y="2375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checked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7379FF89-A584-320C-1B6B-9E2F4C8E96E1}"/>
              </a:ext>
            </a:extLst>
          </p:cNvPr>
          <p:cNvSpPr/>
          <p:nvPr/>
        </p:nvSpPr>
        <p:spPr>
          <a:xfrm>
            <a:off x="6866970" y="1367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maxlength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D042B669-9AEC-6AE8-865E-8330BC6EABEB}"/>
              </a:ext>
            </a:extLst>
          </p:cNvPr>
          <p:cNvSpPr/>
          <p:nvPr/>
        </p:nvSpPr>
        <p:spPr>
          <a:xfrm>
            <a:off x="4988679" y="4032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maxlength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2" name="连接符: 曲线 101">
            <a:extLst>
              <a:ext uri="{FF2B5EF4-FFF2-40B4-BE49-F238E27FC236}">
                <a16:creationId xmlns:a16="http://schemas.microsoft.com/office/drawing/2014/main" id="{21CAC279-FD73-B868-1362-35C4428B07C3}"/>
              </a:ext>
            </a:extLst>
          </p:cNvPr>
          <p:cNvCxnSpPr>
            <a:cxnSpLocks/>
            <a:stCxn id="53" idx="1"/>
            <a:endCxn id="5" idx="3"/>
          </p:cNvCxnSpPr>
          <p:nvPr/>
        </p:nvCxnSpPr>
        <p:spPr>
          <a:xfrm rot="10800000">
            <a:off x="4827709" y="3888000"/>
            <a:ext cx="160970" cy="511200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C588CD9F-21AB-BD77-5679-38D1DCB1886E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827710" y="3636000"/>
            <a:ext cx="160971" cy="252000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4794C5-9D47-890A-B8D7-2D43D24E339E}"/>
              </a:ext>
            </a:extLst>
          </p:cNvPr>
          <p:cNvSpPr/>
          <p:nvPr/>
        </p:nvSpPr>
        <p:spPr>
          <a:xfrm>
            <a:off x="6049650" y="2376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checkbox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382A6B3C-89BA-D66E-6C26-AC690B438335}"/>
              </a:ext>
            </a:extLst>
          </p:cNvPr>
          <p:cNvSpPr/>
          <p:nvPr/>
        </p:nvSpPr>
        <p:spPr>
          <a:xfrm>
            <a:off x="6866970" y="1871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required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CBE13B43-0D4E-B2FD-031A-84674066221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1980000"/>
            <a:ext cx="169100" cy="126000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797AFADC-9137-9041-E1A2-1D81B311B42C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2106000"/>
            <a:ext cx="160970" cy="378000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4AC0C05-156D-C5D0-C545-BF157792D2B0}"/>
              </a:ext>
            </a:extLst>
          </p:cNvPr>
          <p:cNvSpPr/>
          <p:nvPr/>
        </p:nvSpPr>
        <p:spPr>
          <a:xfrm>
            <a:off x="3927708" y="5113863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&lt;select&gt;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F226371-3586-C9B9-645E-F5F23E0FBA5A}"/>
              </a:ext>
            </a:extLst>
          </p:cNvPr>
          <p:cNvSpPr/>
          <p:nvPr/>
        </p:nvSpPr>
        <p:spPr>
          <a:xfrm>
            <a:off x="4988679" y="5119485"/>
            <a:ext cx="900000" cy="216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&lt;option&gt;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560BCEDC-8BB8-2E4F-60F6-1ED7C6624D55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3691582" y="3380280"/>
            <a:ext cx="236126" cy="1841583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0C63155-C7C4-547C-CBE0-9D0EA7EE8B52}"/>
              </a:ext>
            </a:extLst>
          </p:cNvPr>
          <p:cNvCxnSpPr>
            <a:stCxn id="12" idx="3"/>
            <a:endCxn id="21" idx="1"/>
          </p:cNvCxnSpPr>
          <p:nvPr/>
        </p:nvCxnSpPr>
        <p:spPr>
          <a:xfrm>
            <a:off x="4827708" y="5221863"/>
            <a:ext cx="160971" cy="5622"/>
          </a:xfrm>
          <a:prstGeom prst="line">
            <a:avLst/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85D068B9-591C-C95F-AABD-776BB23EA30C}"/>
              </a:ext>
            </a:extLst>
          </p:cNvPr>
          <p:cNvSpPr/>
          <p:nvPr/>
        </p:nvSpPr>
        <p:spPr>
          <a:xfrm>
            <a:off x="4988679" y="42912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required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9F854D6C-16BF-D7A9-DA69-C3AFB8FC137B}"/>
              </a:ext>
            </a:extLst>
          </p:cNvPr>
          <p:cNvCxnSpPr>
            <a:stCxn id="5" idx="3"/>
            <a:endCxn id="58" idx="1"/>
          </p:cNvCxnSpPr>
          <p:nvPr/>
        </p:nvCxnSpPr>
        <p:spPr>
          <a:xfrm>
            <a:off x="4827709" y="3888000"/>
            <a:ext cx="160971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00ADA2C-CE4D-12A0-0817-D564DCFC3109}"/>
              </a:ext>
            </a:extLst>
          </p:cNvPr>
          <p:cNvCxnSpPr>
            <a:stCxn id="27" idx="3"/>
            <a:endCxn id="72" idx="1"/>
          </p:cNvCxnSpPr>
          <p:nvPr/>
        </p:nvCxnSpPr>
        <p:spPr>
          <a:xfrm flipV="1">
            <a:off x="6777780" y="2231950"/>
            <a:ext cx="89190" cy="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523440AD-FF8B-8C27-8FD7-66B27F2159C2}"/>
              </a:ext>
            </a:extLst>
          </p:cNvPr>
          <p:cNvCxnSpPr>
            <a:cxnSpLocks/>
            <a:stCxn id="108" idx="3"/>
            <a:endCxn id="73" idx="1"/>
          </p:cNvCxnSpPr>
          <p:nvPr/>
        </p:nvCxnSpPr>
        <p:spPr>
          <a:xfrm>
            <a:off x="6769650" y="2484000"/>
            <a:ext cx="97320" cy="2519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2537ED9D-A966-4186-B6EA-7DFF40C6A6BA}"/>
              </a:ext>
            </a:extLst>
          </p:cNvPr>
          <p:cNvCxnSpPr>
            <a:cxnSpLocks/>
            <a:stCxn id="25" idx="3"/>
            <a:endCxn id="100" idx="1"/>
          </p:cNvCxnSpPr>
          <p:nvPr/>
        </p:nvCxnSpPr>
        <p:spPr>
          <a:xfrm flipV="1">
            <a:off x="6777780" y="1475950"/>
            <a:ext cx="89190" cy="2520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06F786CE-CB00-37D5-6948-3AE8D93F996C}"/>
              </a:ext>
            </a:extLst>
          </p:cNvPr>
          <p:cNvCxnSpPr>
            <a:cxnSpLocks/>
            <a:stCxn id="26" idx="3"/>
            <a:endCxn id="116" idx="1"/>
          </p:cNvCxnSpPr>
          <p:nvPr/>
        </p:nvCxnSpPr>
        <p:spPr>
          <a:xfrm flipV="1">
            <a:off x="6777780" y="1979950"/>
            <a:ext cx="89190" cy="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4344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DBE5-2863-17D1-1869-555ABE7C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2D3A605-C61A-1177-72EC-2BC80E57FEE8}"/>
              </a:ext>
            </a:extLst>
          </p:cNvPr>
          <p:cNvSpPr/>
          <p:nvPr/>
        </p:nvSpPr>
        <p:spPr>
          <a:xfrm>
            <a:off x="5267696" y="330300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Multimedia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0C21524-2DB6-C471-8E67-E68F4D0CB134}"/>
              </a:ext>
            </a:extLst>
          </p:cNvPr>
          <p:cNvSpPr/>
          <p:nvPr/>
        </p:nvSpPr>
        <p:spPr>
          <a:xfrm>
            <a:off x="6583823" y="4502554"/>
            <a:ext cx="72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&lt;svg&gt;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3E8D753-4583-0E7D-9076-510D39432E21}"/>
              </a:ext>
            </a:extLst>
          </p:cNvPr>
          <p:cNvSpPr/>
          <p:nvPr/>
        </p:nvSpPr>
        <p:spPr>
          <a:xfrm>
            <a:off x="6583823" y="171226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47BB1F8-F855-5E24-A11E-97AE59DD3F22}"/>
              </a:ext>
            </a:extLst>
          </p:cNvPr>
          <p:cNvSpPr/>
          <p:nvPr/>
        </p:nvSpPr>
        <p:spPr>
          <a:xfrm>
            <a:off x="6583823" y="238634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&lt;figure&gt;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81BBC49-DE44-FD44-6818-83512F01F19A}"/>
              </a:ext>
            </a:extLst>
          </p:cNvPr>
          <p:cNvSpPr/>
          <p:nvPr/>
        </p:nvSpPr>
        <p:spPr>
          <a:xfrm>
            <a:off x="6583823" y="2928911"/>
            <a:ext cx="72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&lt;picture&gt;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FDE3763-9113-B586-4911-A44954F157C5}"/>
              </a:ext>
            </a:extLst>
          </p:cNvPr>
          <p:cNvSpPr/>
          <p:nvPr/>
        </p:nvSpPr>
        <p:spPr>
          <a:xfrm>
            <a:off x="7466994" y="1711755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alt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09EA356-77BB-0AAB-B381-169E5F06423E}"/>
              </a:ext>
            </a:extLst>
          </p:cNvPr>
          <p:cNvSpPr/>
          <p:nvPr/>
        </p:nvSpPr>
        <p:spPr>
          <a:xfrm>
            <a:off x="7466994" y="1460731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src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D424EEB-ADC0-022D-2BAE-E497610FEB3D}"/>
              </a:ext>
            </a:extLst>
          </p:cNvPr>
          <p:cNvSpPr/>
          <p:nvPr/>
        </p:nvSpPr>
        <p:spPr>
          <a:xfrm>
            <a:off x="7466994" y="226108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&lt;figcaption&gt;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5AE72974-B45F-00B7-1395-A426C56B9E0D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411000"/>
            <a:ext cx="236127" cy="1199554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E22DD4A7-1E61-7C1F-5D98-EAB24CAAEB4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494347"/>
            <a:ext cx="236127" cy="91665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3E6A24A-FF74-0DFA-A2BF-5E50614F8516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3036911"/>
            <a:ext cx="236127" cy="374089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004008D1-A284-074B-0CF2-7B88A789C5FB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59074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0B5BF09C-BA86-7B04-6023-54F00EB078E5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7303823" y="1819755"/>
            <a:ext cx="163171" cy="505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EADEB818-31A1-5900-A713-7385F5AD5CC5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7303824" y="1820260"/>
            <a:ext cx="163171" cy="250520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D84F5621-D44E-ED4E-6C6E-8F59C3EA50CA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7303824" y="2494347"/>
            <a:ext cx="163171" cy="125260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053B755B-29EF-932B-04BB-7D49084827F2}"/>
              </a:ext>
            </a:extLst>
          </p:cNvPr>
          <p:cNvSpPr/>
          <p:nvPr/>
        </p:nvSpPr>
        <p:spPr>
          <a:xfrm>
            <a:off x="7466994" y="1962780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title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1AE713-414D-63CD-931D-279A096AC489}"/>
              </a:ext>
            </a:extLst>
          </p:cNvPr>
          <p:cNvSpPr/>
          <p:nvPr/>
        </p:nvSpPr>
        <p:spPr>
          <a:xfrm>
            <a:off x="7466994" y="251160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&lt;Img&gt;…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C49AD26-AEBA-63FF-6CC9-F04A16EB6490}"/>
              </a:ext>
            </a:extLst>
          </p:cNvPr>
          <p:cNvSpPr/>
          <p:nvPr/>
        </p:nvSpPr>
        <p:spPr>
          <a:xfrm>
            <a:off x="7466994" y="280365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&lt;source&gt;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01287920-BE36-EF1D-0EAC-9B385D294CAE}"/>
              </a:ext>
            </a:extLst>
          </p:cNvPr>
          <p:cNvSpPr/>
          <p:nvPr/>
        </p:nvSpPr>
        <p:spPr>
          <a:xfrm>
            <a:off x="7466994" y="305417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8BDD0A78-6AC5-D4FD-25ED-608B37905FFB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7303824" y="2911651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A5335C1-AF95-7C07-1B49-1C0CEBAD69C5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7303824" y="3036911"/>
            <a:ext cx="163171" cy="12526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50CBC0DE-7888-C256-C58D-47E3950BCE0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7303824" y="2369087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907286D-9FE6-16FB-D8C7-CF57F02AF814}"/>
              </a:ext>
            </a:extLst>
          </p:cNvPr>
          <p:cNvSpPr/>
          <p:nvPr/>
        </p:nvSpPr>
        <p:spPr>
          <a:xfrm>
            <a:off x="6583823" y="3797151"/>
            <a:ext cx="72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&lt;canvas&gt;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40DB89B-E657-2776-2D27-3B9930D10B13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411000"/>
            <a:ext cx="236127" cy="494151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EC316819-B231-05D4-7AA3-F40030F8859C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7303824" y="1568730"/>
            <a:ext cx="163171" cy="251529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EABFEE3-D313-D266-5887-251AEA0E60C5}"/>
              </a:ext>
            </a:extLst>
          </p:cNvPr>
          <p:cNvSpPr/>
          <p:nvPr/>
        </p:nvSpPr>
        <p:spPr>
          <a:xfrm>
            <a:off x="4392891" y="3681000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&lt;video&gt;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AAEBC88E-B008-9BD5-2BBD-400C41D46017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12892" y="3411000"/>
            <a:ext cx="154805" cy="378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08ED0E9-3CB5-9218-9DE1-058353240D7F}"/>
              </a:ext>
            </a:extLst>
          </p:cNvPr>
          <p:cNvSpPr/>
          <p:nvPr/>
        </p:nvSpPr>
        <p:spPr>
          <a:xfrm>
            <a:off x="4392891" y="2925000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&lt;audio&gt;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6B99C505-3E27-3C10-6583-3E14A1E39DE5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12891" y="3033000"/>
            <a:ext cx="154805" cy="3780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C999404-A965-6CE9-AAE6-453BC9738865}"/>
              </a:ext>
            </a:extLst>
          </p:cNvPr>
          <p:cNvSpPr/>
          <p:nvPr/>
        </p:nvSpPr>
        <p:spPr>
          <a:xfrm>
            <a:off x="3308639" y="242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src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7CAABC6-FB16-5C23-FDBA-654D3FCC7E90}"/>
              </a:ext>
            </a:extLst>
          </p:cNvPr>
          <p:cNvSpPr/>
          <p:nvPr/>
        </p:nvSpPr>
        <p:spPr>
          <a:xfrm>
            <a:off x="3308639" y="267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autoplay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53815A7-01D1-5ABE-4A6C-57D03E75E7BA}"/>
              </a:ext>
            </a:extLst>
          </p:cNvPr>
          <p:cNvSpPr/>
          <p:nvPr/>
        </p:nvSpPr>
        <p:spPr>
          <a:xfrm>
            <a:off x="3308639" y="2925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controls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6EBE6CC-A422-3042-8F40-506F5F6D8770}"/>
              </a:ext>
            </a:extLst>
          </p:cNvPr>
          <p:cNvSpPr/>
          <p:nvPr/>
        </p:nvSpPr>
        <p:spPr>
          <a:xfrm>
            <a:off x="3308639" y="3177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loop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31B0513-BA9A-015F-C877-DAFB69386148}"/>
              </a:ext>
            </a:extLst>
          </p:cNvPr>
          <p:cNvSpPr/>
          <p:nvPr/>
        </p:nvSpPr>
        <p:spPr>
          <a:xfrm>
            <a:off x="3308639" y="3429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muted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64B33B3-1F58-7C84-85E7-7EA4951B463F}"/>
              </a:ext>
            </a:extLst>
          </p:cNvPr>
          <p:cNvSpPr/>
          <p:nvPr/>
        </p:nvSpPr>
        <p:spPr>
          <a:xfrm>
            <a:off x="3308639" y="368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preload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8E76EB2E-4689-1F1A-D30C-85FE11038F4F}"/>
              </a:ext>
            </a:extLst>
          </p:cNvPr>
          <p:cNvSpPr/>
          <p:nvPr/>
        </p:nvSpPr>
        <p:spPr>
          <a:xfrm>
            <a:off x="3308639" y="393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hidden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2403F235-A94D-3860-89DF-E5DD4F06A9D7}"/>
              </a:ext>
            </a:extLst>
          </p:cNvPr>
          <p:cNvSpPr/>
          <p:nvPr/>
        </p:nvSpPr>
        <p:spPr>
          <a:xfrm>
            <a:off x="3308639" y="4184333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poster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3B0F319E-8A5C-97B3-C777-5CDFF32AF05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529000"/>
            <a:ext cx="184252" cy="504000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DA05F0B0-E9D0-7190-5279-0E0A6DF454F6}"/>
              </a:ext>
            </a:extLst>
          </p:cNvPr>
          <p:cNvCxnSpPr>
            <a:cxnSpLocks/>
            <a:stCxn id="39" idx="3"/>
            <a:endCxn id="9" idx="1"/>
          </p:cNvCxnSpPr>
          <p:nvPr/>
        </p:nvCxnSpPr>
        <p:spPr>
          <a:xfrm flipV="1">
            <a:off x="4208639" y="3789000"/>
            <a:ext cx="184252" cy="50333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278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44D37-27F9-6B4C-6ADE-230014C32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8C5F840-463F-A4D0-84A1-63E21E233D5E}"/>
              </a:ext>
            </a:extLst>
          </p:cNvPr>
          <p:cNvSpPr/>
          <p:nvPr/>
        </p:nvSpPr>
        <p:spPr>
          <a:xfrm>
            <a:off x="5267696" y="302993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微软雅黑" panose="020B0503020204020204" pitchFamily="34" charset="-122"/>
                <a:ea typeface="微软雅黑" panose="020B0503020204020204" pitchFamily="34" charset="-122"/>
              </a:rPr>
              <a:t>background</a:t>
            </a:r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4DE9355-3EFB-8606-FA1A-6D56D6950A98}"/>
              </a:ext>
            </a:extLst>
          </p:cNvPr>
          <p:cNvSpPr/>
          <p:nvPr/>
        </p:nvSpPr>
        <p:spPr>
          <a:xfrm>
            <a:off x="6583823" y="3218172"/>
            <a:ext cx="144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background-repeat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18A25FE-C1B9-F539-4E02-CEFFCB9D0003}"/>
              </a:ext>
            </a:extLst>
          </p:cNvPr>
          <p:cNvSpPr/>
          <p:nvPr/>
        </p:nvSpPr>
        <p:spPr>
          <a:xfrm>
            <a:off x="6583823" y="1712260"/>
            <a:ext cx="144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Background-color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A792D5-D640-E90C-F6FA-DE21142430A7}"/>
              </a:ext>
            </a:extLst>
          </p:cNvPr>
          <p:cNvSpPr/>
          <p:nvPr/>
        </p:nvSpPr>
        <p:spPr>
          <a:xfrm>
            <a:off x="6583823" y="2088738"/>
            <a:ext cx="144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background-img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001F596-A9BC-961B-AB7F-13C5672DF725}"/>
              </a:ext>
            </a:extLst>
          </p:cNvPr>
          <p:cNvSpPr/>
          <p:nvPr/>
        </p:nvSpPr>
        <p:spPr>
          <a:xfrm>
            <a:off x="6583823" y="2465216"/>
            <a:ext cx="144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background-position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D857022F-FD57-CB9F-109D-F0FEA004375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137934"/>
            <a:ext cx="236127" cy="188238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DF152018-D11C-FF19-7282-EC631DB77FDB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196738"/>
            <a:ext cx="236127" cy="94119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776544B-8805-064E-FB86-8357089F4115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2573216"/>
            <a:ext cx="236127" cy="564718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5530CC53-CE6B-A691-48F9-E0FE20C352A0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317674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A690FCB-6050-34A5-12AA-227C0F7253CA}"/>
              </a:ext>
            </a:extLst>
          </p:cNvPr>
          <p:cNvSpPr/>
          <p:nvPr/>
        </p:nvSpPr>
        <p:spPr>
          <a:xfrm>
            <a:off x="6583823" y="2841694"/>
            <a:ext cx="144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background-size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B1FC38B2-3763-8A0C-56A4-C088C18DDBC2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 flipV="1">
            <a:off x="6347696" y="2949694"/>
            <a:ext cx="236127" cy="18824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704B543-A087-6258-53B2-3382506CB5CB}"/>
              </a:ext>
            </a:extLst>
          </p:cNvPr>
          <p:cNvSpPr/>
          <p:nvPr/>
        </p:nvSpPr>
        <p:spPr>
          <a:xfrm>
            <a:off x="6583823" y="3971128"/>
            <a:ext cx="144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background-clip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ADC1F19-9641-15F6-3ECE-3B5E53A4B1C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6347696" y="3137934"/>
            <a:ext cx="236127" cy="94119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D76B52C-A377-4760-EE4D-8E1F7250DC8F}"/>
              </a:ext>
            </a:extLst>
          </p:cNvPr>
          <p:cNvSpPr/>
          <p:nvPr/>
        </p:nvSpPr>
        <p:spPr>
          <a:xfrm>
            <a:off x="6583823" y="3594650"/>
            <a:ext cx="144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background-origin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EF08E3E2-D366-FE1C-85A8-77605DB967B3}"/>
              </a:ext>
            </a:extLst>
          </p:cNvPr>
          <p:cNvCxnSpPr>
            <a:cxnSpLocks/>
            <a:stCxn id="28" idx="1"/>
            <a:endCxn id="2" idx="3"/>
          </p:cNvCxnSpPr>
          <p:nvPr/>
        </p:nvCxnSpPr>
        <p:spPr>
          <a:xfrm rot="10800000">
            <a:off x="6347697" y="3137934"/>
            <a:ext cx="236127" cy="564716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8">
            <a:extLst>
              <a:ext uri="{FF2B5EF4-FFF2-40B4-BE49-F238E27FC236}">
                <a16:creationId xmlns:a16="http://schemas.microsoft.com/office/drawing/2014/main" id="{A6C27A23-18E4-76C2-DEF7-34D22EC06C21}"/>
              </a:ext>
            </a:extLst>
          </p:cNvPr>
          <p:cNvSpPr/>
          <p:nvPr/>
        </p:nvSpPr>
        <p:spPr>
          <a:xfrm>
            <a:off x="6583823" y="4347608"/>
            <a:ext cx="1440000" cy="216000"/>
          </a:xfrm>
          <a:prstGeom prst="round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background-attachment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46" name="连接符: 曲线 10">
            <a:extLst>
              <a:ext uri="{FF2B5EF4-FFF2-40B4-BE49-F238E27FC236}">
                <a16:creationId xmlns:a16="http://schemas.microsoft.com/office/drawing/2014/main" id="{32E5C4EC-C977-10C6-8D74-4BEFAAD30A4E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6347696" y="3137934"/>
            <a:ext cx="236127" cy="1317674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40771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2CAE3-A1AC-3F4E-935C-0F5B86F0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3F6BEB13-BC5C-76A7-70B4-5704F9D6A0AC}"/>
              </a:ext>
            </a:extLst>
          </p:cNvPr>
          <p:cNvSpPr/>
          <p:nvPr/>
        </p:nvSpPr>
        <p:spPr>
          <a:xfrm>
            <a:off x="3927709" y="3694457"/>
            <a:ext cx="936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cartsView.vue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865B1BF-2668-EBE3-9A2F-76B4ADFC7BD3}"/>
              </a:ext>
            </a:extLst>
          </p:cNvPr>
          <p:cNvSpPr/>
          <p:nvPr/>
        </p:nvSpPr>
        <p:spPr>
          <a:xfrm>
            <a:off x="3927709" y="2237109"/>
            <a:ext cx="936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detailsView.vue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F1F7419-7D34-C865-9FD3-CEF01F2784E0}"/>
              </a:ext>
            </a:extLst>
          </p:cNvPr>
          <p:cNvSpPr/>
          <p:nvPr/>
        </p:nvSpPr>
        <p:spPr>
          <a:xfrm>
            <a:off x="4988680" y="2965783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cart.js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CA54037-8AE4-360B-D22C-AE9D102A0F28}"/>
              </a:ext>
            </a:extLst>
          </p:cNvPr>
          <p:cNvCxnSpPr>
            <a:cxnSpLocks/>
            <a:stCxn id="7" idx="1"/>
            <a:endCxn id="3" idx="3"/>
          </p:cNvCxnSpPr>
          <p:nvPr/>
        </p:nvCxnSpPr>
        <p:spPr>
          <a:xfrm rot="10800000" flipV="1">
            <a:off x="4863710" y="3073783"/>
            <a:ext cx="124971" cy="72867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5D7F2DC2-788D-E15F-2B93-BEC9E5020321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4863709" y="2345109"/>
            <a:ext cx="124971" cy="728674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206292A-CFFA-EDEE-0CE6-0FCE7626F683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1A4A212-0D66-8B59-6229-1091271BAD62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getLists()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09BB0B0-6F0E-C24E-3004-E1132211C2A4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431383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AAE83631-A7F6-E02C-6D38-BABF5CA86FCF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73783"/>
            <a:ext cx="169100" cy="9661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3C11272C-4991-936E-0304-646EE0728FD5}"/>
              </a:ext>
            </a:extLst>
          </p:cNvPr>
          <p:cNvCxnSpPr>
            <a:cxnSpLocks/>
            <a:stCxn id="35" idx="3"/>
            <a:endCxn id="4" idx="1"/>
          </p:cNvCxnSpPr>
          <p:nvPr/>
        </p:nvCxnSpPr>
        <p:spPr>
          <a:xfrm>
            <a:off x="3738400" y="2055600"/>
            <a:ext cx="189309" cy="289509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FAC0BED9-67F3-89B3-6AB2-8DA4ED4A93B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clearCarts()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10E5DD0E-A687-963B-1415-3F7429B9EB3A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6738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5E6615E3-8D72-AC02-8F82-0C0E07C8A06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73783"/>
            <a:ext cx="160970" cy="36061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20E96D7-080F-5915-CFE3-F48B6E4FAB2E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addToCarts()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560AFC3-5502-019C-04F5-A2B3EC196CEB}"/>
              </a:ext>
            </a:extLst>
          </p:cNvPr>
          <p:cNvSpPr/>
          <p:nvPr/>
        </p:nvSpPr>
        <p:spPr>
          <a:xfrm>
            <a:off x="2730400" y="1947600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good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DEA05F83-9848-938F-5765-BDA46419BE99}"/>
              </a:ext>
            </a:extLst>
          </p:cNvPr>
          <p:cNvSpPr/>
          <p:nvPr/>
        </p:nvSpPr>
        <p:spPr>
          <a:xfrm>
            <a:off x="2730400" y="2237109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goodSelected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1EF7C50-FB8D-FA1D-20B6-85409306F50D}"/>
              </a:ext>
            </a:extLst>
          </p:cNvPr>
          <p:cNvSpPr/>
          <p:nvPr/>
        </p:nvSpPr>
        <p:spPr>
          <a:xfrm>
            <a:off x="2730400" y="2523600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addToCarts()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AC6721A-6244-50EC-47B3-5478511DF02F}"/>
              </a:ext>
            </a:extLst>
          </p:cNvPr>
          <p:cNvCxnSpPr>
            <a:cxnSpLocks/>
            <a:stCxn id="37" idx="3"/>
            <a:endCxn id="4" idx="1"/>
          </p:cNvCxnSpPr>
          <p:nvPr/>
        </p:nvCxnSpPr>
        <p:spPr>
          <a:xfrm flipV="1">
            <a:off x="3738400" y="2345109"/>
            <a:ext cx="189309" cy="286491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64FC7AF9-BB31-5588-9F23-4B97028C7A12}"/>
              </a:ext>
            </a:extLst>
          </p:cNvPr>
          <p:cNvCxnSpPr>
            <a:stCxn id="36" idx="3"/>
            <a:endCxn id="4" idx="1"/>
          </p:cNvCxnSpPr>
          <p:nvPr/>
        </p:nvCxnSpPr>
        <p:spPr>
          <a:xfrm>
            <a:off x="3738400" y="2345109"/>
            <a:ext cx="189309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46905A7-222F-AF3F-81E8-3E43C3A2AFC0}"/>
              </a:ext>
            </a:extLst>
          </p:cNvPr>
          <p:cNvSpPr/>
          <p:nvPr/>
        </p:nvSpPr>
        <p:spPr>
          <a:xfrm>
            <a:off x="2730400" y="2946554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1B69FB84-588C-3B6F-29DC-0D207F19217B}"/>
              </a:ext>
            </a:extLst>
          </p:cNvPr>
          <p:cNvSpPr/>
          <p:nvPr/>
        </p:nvSpPr>
        <p:spPr>
          <a:xfrm>
            <a:off x="2730400" y="3245715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selectedLists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1761FC9C-89B8-41A0-8F5C-43B5E16AA3C1}"/>
              </a:ext>
            </a:extLst>
          </p:cNvPr>
          <p:cNvSpPr/>
          <p:nvPr/>
        </p:nvSpPr>
        <p:spPr>
          <a:xfrm>
            <a:off x="2730400" y="3544876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isAll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83DCAFDE-14F9-6845-DB80-8B8F839510C3}"/>
              </a:ext>
            </a:extLst>
          </p:cNvPr>
          <p:cNvSpPr/>
          <p:nvPr/>
        </p:nvSpPr>
        <p:spPr>
          <a:xfrm>
            <a:off x="2730400" y="3844037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D7B3F34F-6627-658C-A744-FBC9FDD8AF91}"/>
              </a:ext>
            </a:extLst>
          </p:cNvPr>
          <p:cNvSpPr/>
          <p:nvPr/>
        </p:nvSpPr>
        <p:spPr>
          <a:xfrm>
            <a:off x="2730400" y="4143198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totalPrice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69FD48F7-D13B-8DD4-D4AA-42DDEE93B189}"/>
              </a:ext>
            </a:extLst>
          </p:cNvPr>
          <p:cNvSpPr/>
          <p:nvPr/>
        </p:nvSpPr>
        <p:spPr>
          <a:xfrm>
            <a:off x="2730400" y="4442359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discountPrice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1" name="连接符: 曲线 60">
            <a:extLst>
              <a:ext uri="{FF2B5EF4-FFF2-40B4-BE49-F238E27FC236}">
                <a16:creationId xmlns:a16="http://schemas.microsoft.com/office/drawing/2014/main" id="{BD5BA532-7EB2-08C6-9059-CA4E846D5684}"/>
              </a:ext>
            </a:extLst>
          </p:cNvPr>
          <p:cNvCxnSpPr>
            <a:cxnSpLocks/>
            <a:stCxn id="54" idx="3"/>
            <a:endCxn id="3" idx="1"/>
          </p:cNvCxnSpPr>
          <p:nvPr/>
        </p:nvCxnSpPr>
        <p:spPr>
          <a:xfrm>
            <a:off x="3738400" y="3054554"/>
            <a:ext cx="189309" cy="747903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曲线 67">
            <a:extLst>
              <a:ext uri="{FF2B5EF4-FFF2-40B4-BE49-F238E27FC236}">
                <a16:creationId xmlns:a16="http://schemas.microsoft.com/office/drawing/2014/main" id="{16E326BD-B4AE-1641-E70A-A6BFE4509A70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3738400" y="3353715"/>
            <a:ext cx="189309" cy="44874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B5A66737-652E-D3AD-C2BA-7A64BF6D2DB4}"/>
              </a:ext>
            </a:extLst>
          </p:cNvPr>
          <p:cNvCxnSpPr>
            <a:cxnSpLocks/>
            <a:stCxn id="60" idx="3"/>
            <a:endCxn id="3" idx="1"/>
          </p:cNvCxnSpPr>
          <p:nvPr/>
        </p:nvCxnSpPr>
        <p:spPr>
          <a:xfrm flipV="1">
            <a:off x="3738400" y="3802457"/>
            <a:ext cx="189309" cy="74790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曲线 77">
            <a:extLst>
              <a:ext uri="{FF2B5EF4-FFF2-40B4-BE49-F238E27FC236}">
                <a16:creationId xmlns:a16="http://schemas.microsoft.com/office/drawing/2014/main" id="{9C49D303-6593-4078-0C50-F1465C52AB10}"/>
              </a:ext>
            </a:extLst>
          </p:cNvPr>
          <p:cNvCxnSpPr>
            <a:cxnSpLocks/>
            <a:stCxn id="56" idx="3"/>
            <a:endCxn id="3" idx="1"/>
          </p:cNvCxnSpPr>
          <p:nvPr/>
        </p:nvCxnSpPr>
        <p:spPr>
          <a:xfrm>
            <a:off x="3738400" y="3652876"/>
            <a:ext cx="189309" cy="149581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96EB5F84-D1BD-20B5-2777-AB306C14B03E}"/>
              </a:ext>
            </a:extLst>
          </p:cNvPr>
          <p:cNvCxnSpPr>
            <a:cxnSpLocks/>
            <a:stCxn id="59" idx="3"/>
            <a:endCxn id="3" idx="1"/>
          </p:cNvCxnSpPr>
          <p:nvPr/>
        </p:nvCxnSpPr>
        <p:spPr>
          <a:xfrm flipV="1">
            <a:off x="3738400" y="3802457"/>
            <a:ext cx="189309" cy="448741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曲线 85">
            <a:extLst>
              <a:ext uri="{FF2B5EF4-FFF2-40B4-BE49-F238E27FC236}">
                <a16:creationId xmlns:a16="http://schemas.microsoft.com/office/drawing/2014/main" id="{698C2E92-6E21-B7A7-AAAB-69046DD82A44}"/>
              </a:ext>
            </a:extLst>
          </p:cNvPr>
          <p:cNvCxnSpPr>
            <a:cxnSpLocks/>
            <a:stCxn id="57" idx="3"/>
            <a:endCxn id="3" idx="1"/>
          </p:cNvCxnSpPr>
          <p:nvPr/>
        </p:nvCxnSpPr>
        <p:spPr>
          <a:xfrm flipV="1">
            <a:off x="3738400" y="3802457"/>
            <a:ext cx="189309" cy="149580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024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2C4C-DE35-8F5D-FAA3-1F45B914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E9167702-BFB3-0DB3-BB79-C1FC75427EA0}"/>
              </a:ext>
            </a:extLst>
          </p:cNvPr>
          <p:cNvSpPr/>
          <p:nvPr/>
        </p:nvSpPr>
        <p:spPr>
          <a:xfrm>
            <a:off x="4988680" y="29304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::before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B29B0F0-7681-C319-D905-61DFC9EA1742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String of text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362D5C7-ED9E-7876-9B3A-5E7694F2029B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Entity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CC45C27-5C3D-1BF1-5E05-EB880994D1C9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396000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D6AAD16A-0663-8D07-DC16-C4F0A658F0A3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38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09F35E6-BC71-27B6-AB68-9D6D8641D9D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DC5EF390-7693-C62F-379C-E8944F075A7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1D3BCEB4-577A-2C82-5900-26B41E83F91D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38400"/>
            <a:ext cx="160970" cy="39600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4023AE0-10C4-EDDD-C931-D3E49B6AC7C9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9966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 Light" panose="00000400000000000000" pitchFamily="2" charset="0"/>
              </a:rPr>
              <a:t>Iconfont</a:t>
            </a:r>
            <a:endParaRPr lang="zh-CN" altLang="en-US" sz="800">
              <a:solidFill>
                <a:schemeClr val="bg1"/>
              </a:solidFill>
              <a:latin typeface="Quicksand Light" panose="00000400000000000000" pitchFamily="2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3E28516-AB33-28C4-44B6-24DE28D98661}"/>
              </a:ext>
            </a:extLst>
          </p:cNvPr>
          <p:cNvSpPr/>
          <p:nvPr/>
        </p:nvSpPr>
        <p:spPr>
          <a:xfrm>
            <a:off x="7126880" y="2798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9DFEFA-DE6D-C382-23DE-033158234380}"/>
              </a:ext>
            </a:extLst>
          </p:cNvPr>
          <p:cNvSpPr/>
          <p:nvPr/>
        </p:nvSpPr>
        <p:spPr>
          <a:xfrm>
            <a:off x="7126880" y="3062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72856E-D2DA-7E17-A337-C4361ABDE71E}"/>
              </a:ext>
            </a:extLst>
          </p:cNvPr>
          <p:cNvCxnSpPr>
            <a:stCxn id="26" idx="3"/>
            <a:endCxn id="2" idx="1"/>
          </p:cNvCxnSpPr>
          <p:nvPr/>
        </p:nvCxnSpPr>
        <p:spPr>
          <a:xfrm>
            <a:off x="6957780" y="2906400"/>
            <a:ext cx="169100" cy="0"/>
          </a:xfrm>
          <a:prstGeom prst="line">
            <a:avLst/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671B0F8-4EB3-1F8A-06EB-35F88593DCA1}"/>
              </a:ext>
            </a:extLst>
          </p:cNvPr>
          <p:cNvCxnSpPr>
            <a:stCxn id="12" idx="3"/>
            <a:endCxn id="5" idx="1"/>
          </p:cNvCxnSpPr>
          <p:nvPr/>
        </p:nvCxnSpPr>
        <p:spPr>
          <a:xfrm>
            <a:off x="6957780" y="3170400"/>
            <a:ext cx="169100" cy="0"/>
          </a:xfrm>
          <a:prstGeom prst="line">
            <a:avLst/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3064634-CD22-075E-68B9-962F834B311B}"/>
              </a:ext>
            </a:extLst>
          </p:cNvPr>
          <p:cNvSpPr/>
          <p:nvPr/>
        </p:nvSpPr>
        <p:spPr>
          <a:xfrm>
            <a:off x="3927709" y="317970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Medium" panose="00000600000000000000" pitchFamily="2" charset="0"/>
              </a:rPr>
              <a:t>&lt;li&gt;</a:t>
            </a:r>
            <a:endParaRPr lang="zh-CN" altLang="en-US" sz="8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464FB6F-32E1-97B7-CAC2-14F5345557D4}"/>
              </a:ext>
            </a:extLst>
          </p:cNvPr>
          <p:cNvSpPr/>
          <p:nvPr/>
        </p:nvSpPr>
        <p:spPr>
          <a:xfrm>
            <a:off x="4988679" y="34290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::after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49DEFA1-8658-B2E8-502E-F97718CFD37A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3038400"/>
            <a:ext cx="160971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C1CA78-5496-27AF-13AD-7BE3E7DD4AE2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3287700"/>
            <a:ext cx="160970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2647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A66E-600A-88EF-A518-DADE5F3B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D57F20E4-ECAC-3C69-D946-92C688878A43}"/>
              </a:ext>
            </a:extLst>
          </p:cNvPr>
          <p:cNvSpPr/>
          <p:nvPr/>
        </p:nvSpPr>
        <p:spPr>
          <a:xfrm>
            <a:off x="3953609" y="1817217"/>
            <a:ext cx="1260000" cy="216000"/>
          </a:xfrm>
          <a:prstGeom prst="roundRect">
            <a:avLst/>
          </a:prstGeom>
          <a:solidFill>
            <a:srgbClr val="00BC7B"/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Requirement Analysis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597D093-6974-ED06-D730-7114EA069376}"/>
              </a:ext>
            </a:extLst>
          </p:cNvPr>
          <p:cNvSpPr/>
          <p:nvPr/>
        </p:nvSpPr>
        <p:spPr>
          <a:xfrm>
            <a:off x="3953609" y="2105368"/>
            <a:ext cx="126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Design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361E683-1693-04EF-E70F-E35AA21CF2C3}"/>
              </a:ext>
            </a:extLst>
          </p:cNvPr>
          <p:cNvSpPr/>
          <p:nvPr/>
        </p:nvSpPr>
        <p:spPr>
          <a:xfrm>
            <a:off x="3953609" y="2393519"/>
            <a:ext cx="1260000" cy="216000"/>
          </a:xfrm>
          <a:prstGeom prst="roundRect">
            <a:avLst/>
          </a:prstGeom>
          <a:solidFill>
            <a:srgbClr val="00BC7B">
              <a:alpha val="8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Implementation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6076773-2B44-CA3D-7678-FDF5C69A883C}"/>
              </a:ext>
            </a:extLst>
          </p:cNvPr>
          <p:cNvSpPr/>
          <p:nvPr/>
        </p:nvSpPr>
        <p:spPr>
          <a:xfrm>
            <a:off x="3953609" y="2681670"/>
            <a:ext cx="1260000" cy="216000"/>
          </a:xfrm>
          <a:prstGeom prst="roundRect">
            <a:avLst/>
          </a:prstGeom>
          <a:solidFill>
            <a:srgbClr val="00BC7B">
              <a:alpha val="6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Registration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61091DA-005D-6AFD-E428-0A9DFA171857}"/>
              </a:ext>
            </a:extLst>
          </p:cNvPr>
          <p:cNvSpPr/>
          <p:nvPr/>
        </p:nvSpPr>
        <p:spPr>
          <a:xfrm>
            <a:off x="3953609" y="2969821"/>
            <a:ext cx="1260000" cy="216000"/>
          </a:xfrm>
          <a:prstGeom prst="roundRect">
            <a:avLst/>
          </a:prstGeom>
          <a:solidFill>
            <a:srgbClr val="00BC7B">
              <a:alpha val="6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Usage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CE0235D-565A-3452-E27C-103902C81866}"/>
              </a:ext>
            </a:extLst>
          </p:cNvPr>
          <p:cNvSpPr/>
          <p:nvPr/>
        </p:nvSpPr>
        <p:spPr>
          <a:xfrm>
            <a:off x="3953609" y="3257972"/>
            <a:ext cx="1260000" cy="216000"/>
          </a:xfrm>
          <a:prstGeom prst="roundRect">
            <a:avLst/>
          </a:prstGeom>
          <a:solidFill>
            <a:srgbClr val="00BC7B">
              <a:alpha val="5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Testing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9306ADC-F827-C894-8106-892A4AA114F9}"/>
              </a:ext>
            </a:extLst>
          </p:cNvPr>
          <p:cNvSpPr/>
          <p:nvPr/>
        </p:nvSpPr>
        <p:spPr>
          <a:xfrm>
            <a:off x="3953609" y="3546123"/>
            <a:ext cx="1260000" cy="216000"/>
          </a:xfrm>
          <a:prstGeom prst="roundRect">
            <a:avLst/>
          </a:prstGeom>
          <a:solidFill>
            <a:srgbClr val="00BC7B">
              <a:alpha val="4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Optimization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58B77B1-B7DD-B732-DF56-A31D0F6B7361}"/>
              </a:ext>
            </a:extLst>
          </p:cNvPr>
          <p:cNvSpPr/>
          <p:nvPr/>
        </p:nvSpPr>
        <p:spPr>
          <a:xfrm>
            <a:off x="3953609" y="3834275"/>
            <a:ext cx="1260000" cy="216000"/>
          </a:xfrm>
          <a:prstGeom prst="roundRect">
            <a:avLst/>
          </a:prstGeom>
          <a:solidFill>
            <a:srgbClr val="00BC7B">
              <a:alpha val="3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Documentation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159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AAA57-B553-5F1C-4D65-1E79FB97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D4EA705-5174-8245-8002-349F657D0713}"/>
              </a:ext>
            </a:extLst>
          </p:cNvPr>
          <p:cNvSpPr/>
          <p:nvPr/>
        </p:nvSpPr>
        <p:spPr>
          <a:xfrm>
            <a:off x="2090611" y="2661218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8F3B212-F555-E712-B5B8-41305619F497}"/>
              </a:ext>
            </a:extLst>
          </p:cNvPr>
          <p:cNvSpPr/>
          <p:nvPr/>
        </p:nvSpPr>
        <p:spPr>
          <a:xfrm>
            <a:off x="3406738" y="20759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67F1D8B-280F-2594-90A0-29B391D6D312}"/>
              </a:ext>
            </a:extLst>
          </p:cNvPr>
          <p:cNvSpPr/>
          <p:nvPr/>
        </p:nvSpPr>
        <p:spPr>
          <a:xfrm>
            <a:off x="3406738" y="3246531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020C692-61F4-4651-0309-79F4B0DD2BA7}"/>
              </a:ext>
            </a:extLst>
          </p:cNvPr>
          <p:cNvSpPr/>
          <p:nvPr/>
        </p:nvSpPr>
        <p:spPr>
          <a:xfrm>
            <a:off x="3406738" y="415967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F4957B6-3878-F6DF-0879-5C3A8577CFEA}"/>
              </a:ext>
            </a:extLst>
          </p:cNvPr>
          <p:cNvSpPr/>
          <p:nvPr/>
        </p:nvSpPr>
        <p:spPr>
          <a:xfrm>
            <a:off x="4239109" y="19503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E16E48C-B600-ABC4-2C20-6606AACD024D}"/>
              </a:ext>
            </a:extLst>
          </p:cNvPr>
          <p:cNvSpPr/>
          <p:nvPr/>
        </p:nvSpPr>
        <p:spPr>
          <a:xfrm>
            <a:off x="4239109" y="16993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486B7F5-2E2E-EEBB-FAAE-2ACF160A479E}"/>
              </a:ext>
            </a:extLst>
          </p:cNvPr>
          <p:cNvSpPr/>
          <p:nvPr/>
        </p:nvSpPr>
        <p:spPr>
          <a:xfrm>
            <a:off x="4239109" y="31195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2A50E26-D48C-510E-3480-59C12B164901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170611" y="2769218"/>
            <a:ext cx="236127" cy="58531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0385AD8A-C066-8ECA-A0E6-DBD92B1E646B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170611" y="2769218"/>
            <a:ext cx="236127" cy="1498455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9615C0A-1B10-A361-DA3B-398D4617E803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170612" y="2183904"/>
            <a:ext cx="236127" cy="58531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7A52DFF8-6BD7-33B1-D329-8ABB045A4364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354532"/>
            <a:ext cx="112371" cy="126969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E5197BF-0549-0222-6C0A-D724EC12BF46}"/>
              </a:ext>
            </a:extLst>
          </p:cNvPr>
          <p:cNvSpPr/>
          <p:nvPr/>
        </p:nvSpPr>
        <p:spPr>
          <a:xfrm>
            <a:off x="4239109" y="22014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F45CE655-14AF-9AF2-7E1C-F50D79AA1DEA}"/>
              </a:ext>
            </a:extLst>
          </p:cNvPr>
          <p:cNvSpPr/>
          <p:nvPr/>
        </p:nvSpPr>
        <p:spPr>
          <a:xfrm>
            <a:off x="4239109" y="3373500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52B805A2-6475-FEF8-3EBE-F7C225261AB6}"/>
              </a:ext>
            </a:extLst>
          </p:cNvPr>
          <p:cNvSpPr/>
          <p:nvPr/>
        </p:nvSpPr>
        <p:spPr>
          <a:xfrm>
            <a:off x="4239109" y="403441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5D20FC7C-8293-188E-7DE6-2A941ACBB8F1}"/>
              </a:ext>
            </a:extLst>
          </p:cNvPr>
          <p:cNvSpPr/>
          <p:nvPr/>
        </p:nvSpPr>
        <p:spPr>
          <a:xfrm>
            <a:off x="4239109" y="428493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A90F4B6-C0E2-89BC-3A98-6E136E0FAADC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414241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9AED3F8-6E6C-BEAB-3537-82451B3301FB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426767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A79BA916-6511-600B-13E2-031DA7AA084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227561"/>
            <a:ext cx="112371" cy="126969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B887BA2-DF6E-1C01-5B0A-327FBD21DB39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8073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A5BFD18-3F0A-0B88-9E93-D681631AD653}"/>
              </a:ext>
            </a:extLst>
          </p:cNvPr>
          <p:cNvSpPr/>
          <p:nvPr/>
        </p:nvSpPr>
        <p:spPr>
          <a:xfrm>
            <a:off x="3387785" y="10341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12C1BC09-E865-098F-5BAE-63A7A32A9546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1142132"/>
            <a:ext cx="217174" cy="162708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0261F30-DBBF-5D93-5986-F9EE4CB1BA50}"/>
              </a:ext>
            </a:extLst>
          </p:cNvPr>
          <p:cNvSpPr/>
          <p:nvPr/>
        </p:nvSpPr>
        <p:spPr>
          <a:xfrm>
            <a:off x="1215806" y="2661218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BD9A8334-5C18-94A4-AFC5-0D74D84342A8}"/>
              </a:ext>
            </a:extLst>
          </p:cNvPr>
          <p:cNvSpPr/>
          <p:nvPr/>
        </p:nvSpPr>
        <p:spPr>
          <a:xfrm>
            <a:off x="4259333" y="908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CD804F7-FB58-7B00-5250-2702E2994115}"/>
              </a:ext>
            </a:extLst>
          </p:cNvPr>
          <p:cNvSpPr/>
          <p:nvPr/>
        </p:nvSpPr>
        <p:spPr>
          <a:xfrm>
            <a:off x="4259333" y="1160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6B9BBC4-CF09-0551-912F-B4C7FF077045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1016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3AD679D9-CC1F-87F2-3A12-D9F7CDCA572D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1142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A9D18DF-9A6B-CD33-9AC4-6C23FB28C794}"/>
              </a:ext>
            </a:extLst>
          </p:cNvPr>
          <p:cNvSpPr/>
          <p:nvPr/>
        </p:nvSpPr>
        <p:spPr>
          <a:xfrm>
            <a:off x="4239109" y="24526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93586063-DD3C-DF6A-2FA6-91892C24FB03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21839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FEEF4DE-E402-3583-6D8E-C4532D630FDC}"/>
              </a:ext>
            </a:extLst>
          </p:cNvPr>
          <p:cNvCxnSpPr>
            <a:stCxn id="28" idx="3"/>
            <a:endCxn id="2" idx="1"/>
          </p:cNvCxnSpPr>
          <p:nvPr/>
        </p:nvCxnSpPr>
        <p:spPr>
          <a:xfrm>
            <a:off x="1935806" y="2769218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2574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24F8-E1BD-9189-C324-9C5F7116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67D5E69-AA2E-FC32-F5B1-466612F9DAEA}"/>
              </a:ext>
            </a:extLst>
          </p:cNvPr>
          <p:cNvSpPr/>
          <p:nvPr/>
        </p:nvSpPr>
        <p:spPr>
          <a:xfrm>
            <a:off x="2090611" y="2642816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7ABAD30-24EB-82E6-AF2D-59F60775339C}"/>
              </a:ext>
            </a:extLst>
          </p:cNvPr>
          <p:cNvSpPr/>
          <p:nvPr/>
        </p:nvSpPr>
        <p:spPr>
          <a:xfrm>
            <a:off x="3406738" y="16695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AA6A6D1-D7B3-992A-1FAD-9F693A49BEC6}"/>
              </a:ext>
            </a:extLst>
          </p:cNvPr>
          <p:cNvSpPr/>
          <p:nvPr/>
        </p:nvSpPr>
        <p:spPr>
          <a:xfrm>
            <a:off x="3406738" y="361612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C42CB4E-5C44-7042-49A8-6E7C64C23FF1}"/>
              </a:ext>
            </a:extLst>
          </p:cNvPr>
          <p:cNvSpPr/>
          <p:nvPr/>
        </p:nvSpPr>
        <p:spPr>
          <a:xfrm>
            <a:off x="3406738" y="563922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B393F4E-D343-21EE-8EB7-F6279D93491C}"/>
              </a:ext>
            </a:extLst>
          </p:cNvPr>
          <p:cNvSpPr/>
          <p:nvPr/>
        </p:nvSpPr>
        <p:spPr>
          <a:xfrm>
            <a:off x="4239109" y="15439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5EF32C5-5CD8-2361-E4BA-17E8BD8F84C4}"/>
              </a:ext>
            </a:extLst>
          </p:cNvPr>
          <p:cNvSpPr/>
          <p:nvPr/>
        </p:nvSpPr>
        <p:spPr>
          <a:xfrm>
            <a:off x="4239109" y="12929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6706059-CEF5-0406-0DE9-CE356B0DB39C}"/>
              </a:ext>
            </a:extLst>
          </p:cNvPr>
          <p:cNvSpPr/>
          <p:nvPr/>
        </p:nvSpPr>
        <p:spPr>
          <a:xfrm>
            <a:off x="4239109" y="30179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790A38DE-9A2B-5F8D-ED2A-6B8A26FD3E39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170611" y="2750816"/>
            <a:ext cx="236127" cy="973311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535BF5A3-8481-B09F-E621-2DAEFDB577F2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170611" y="2750816"/>
            <a:ext cx="236127" cy="2996407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95B4C45D-2215-D351-EBD0-9C11C2A0EE8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3170612" y="1777504"/>
            <a:ext cx="236127" cy="973311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ED494AB0-430F-92D5-9EC0-4C90DF974118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724128"/>
            <a:ext cx="112371" cy="598165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54CE68F-1AD7-3B27-C278-53D0FBDE0973}"/>
              </a:ext>
            </a:extLst>
          </p:cNvPr>
          <p:cNvSpPr/>
          <p:nvPr/>
        </p:nvSpPr>
        <p:spPr>
          <a:xfrm>
            <a:off x="4239109" y="17950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C9951C-382C-0B59-1E2F-16537D777D39}"/>
              </a:ext>
            </a:extLst>
          </p:cNvPr>
          <p:cNvSpPr/>
          <p:nvPr/>
        </p:nvSpPr>
        <p:spPr>
          <a:xfrm>
            <a:off x="4239109" y="421429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9392F884-1D99-06E6-073E-84586A266AE6}"/>
              </a:ext>
            </a:extLst>
          </p:cNvPr>
          <p:cNvSpPr/>
          <p:nvPr/>
        </p:nvSpPr>
        <p:spPr>
          <a:xfrm>
            <a:off x="4239109" y="551396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A917F5E3-9109-56D4-33BF-FB69E8ADD0D1}"/>
              </a:ext>
            </a:extLst>
          </p:cNvPr>
          <p:cNvSpPr/>
          <p:nvPr/>
        </p:nvSpPr>
        <p:spPr>
          <a:xfrm>
            <a:off x="4239109" y="576448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3955310-D40B-9A50-04A8-3D315ACB8252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562196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04BA7244-C215-E779-E744-80CFC8B32938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574722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F1F59178-FEC1-F67E-09E0-8ADE07BA4BE8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125961"/>
            <a:ext cx="112371" cy="598165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8D0C0C64-A215-B478-822D-5B9D37BEED0F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4009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1D15B4-1EF0-74EB-C00D-40E69113C461}"/>
              </a:ext>
            </a:extLst>
          </p:cNvPr>
          <p:cNvSpPr/>
          <p:nvPr/>
        </p:nvSpPr>
        <p:spPr>
          <a:xfrm>
            <a:off x="3387785" y="6277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1639D91-96C2-1EA8-A787-5B43DB710761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735732"/>
            <a:ext cx="217174" cy="201508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820E203-3D93-2EA9-8908-FBE10695325D}"/>
              </a:ext>
            </a:extLst>
          </p:cNvPr>
          <p:cNvSpPr/>
          <p:nvPr/>
        </p:nvSpPr>
        <p:spPr>
          <a:xfrm>
            <a:off x="1215806" y="2642816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C8E297E-9902-7EFB-E7B5-DED56A221B49}"/>
              </a:ext>
            </a:extLst>
          </p:cNvPr>
          <p:cNvSpPr/>
          <p:nvPr/>
        </p:nvSpPr>
        <p:spPr>
          <a:xfrm>
            <a:off x="4259333" y="501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1D0028F-EC94-2526-F176-862BC2AE41D6}"/>
              </a:ext>
            </a:extLst>
          </p:cNvPr>
          <p:cNvSpPr/>
          <p:nvPr/>
        </p:nvSpPr>
        <p:spPr>
          <a:xfrm>
            <a:off x="4259333" y="753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CA0FFF3-D7B3-A46D-CED6-A015419A04C7}"/>
              </a:ext>
            </a:extLst>
          </p:cNvPr>
          <p:cNvSpPr/>
          <p:nvPr/>
        </p:nvSpPr>
        <p:spPr>
          <a:xfrm>
            <a:off x="5306324" y="375732"/>
            <a:ext cx="1260000" cy="720000"/>
          </a:xfrm>
          <a:prstGeom prst="roundRect">
            <a:avLst/>
          </a:prstGeom>
          <a:noFill/>
          <a:ln w="12700">
            <a:solidFill>
              <a:srgbClr val="3DC1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.clear::after {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content: '';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display: block;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clear: both;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}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FB7AA72D-FFCB-BD68-906B-23E70E95D3EE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609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94316C27-D904-2B7E-78AE-183533596ED1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735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AF199458-83C1-EF95-A883-F817515A8F61}"/>
              </a:ext>
            </a:extLst>
          </p:cNvPr>
          <p:cNvSpPr/>
          <p:nvPr/>
        </p:nvSpPr>
        <p:spPr>
          <a:xfrm>
            <a:off x="4239109" y="20462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6A82AC47-0A34-F22D-CB63-1001B28D59BB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17775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3CF9839-8CC9-3CA9-A81C-6244845B2B9D}"/>
              </a:ext>
            </a:extLst>
          </p:cNvPr>
          <p:cNvSpPr/>
          <p:nvPr/>
        </p:nvSpPr>
        <p:spPr>
          <a:xfrm>
            <a:off x="5255524" y="1669505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z-index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B8648CF6-42FB-369B-2B6C-BC879631CFA8}"/>
              </a:ext>
            </a:extLst>
          </p:cNvPr>
          <p:cNvCxnSpPr>
            <a:cxnSpLocks/>
            <a:stCxn id="8" idx="3"/>
            <a:endCxn id="30" idx="1"/>
          </p:cNvCxnSpPr>
          <p:nvPr/>
        </p:nvCxnSpPr>
        <p:spPr>
          <a:xfrm>
            <a:off x="5139109" y="1400968"/>
            <a:ext cx="116415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D143F896-9E47-0144-A43A-F064BC94F769}"/>
              </a:ext>
            </a:extLst>
          </p:cNvPr>
          <p:cNvCxnSpPr>
            <a:cxnSpLocks/>
            <a:stCxn id="24" idx="3"/>
            <a:endCxn id="30" idx="1"/>
          </p:cNvCxnSpPr>
          <p:nvPr/>
        </p:nvCxnSpPr>
        <p:spPr>
          <a:xfrm flipV="1">
            <a:off x="5139109" y="1777505"/>
            <a:ext cx="116415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3AFF6F1D-82F0-A130-42F5-68BC54B1CD8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1935806" y="2750816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曲线 71">
            <a:extLst>
              <a:ext uri="{FF2B5EF4-FFF2-40B4-BE49-F238E27FC236}">
                <a16:creationId xmlns:a16="http://schemas.microsoft.com/office/drawing/2014/main" id="{CD9B6E0C-9F75-365E-F8A8-85C4344BE035}"/>
              </a:ext>
            </a:extLst>
          </p:cNvPr>
          <p:cNvCxnSpPr>
            <a:cxnSpLocks/>
            <a:stCxn id="36" idx="3"/>
            <a:endCxn id="39" idx="1"/>
          </p:cNvCxnSpPr>
          <p:nvPr/>
        </p:nvCxnSpPr>
        <p:spPr>
          <a:xfrm>
            <a:off x="5159333" y="609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6D19163B-D2F5-8871-E03C-BE29DC738EBB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5159333" y="735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CCDD3B2A-467A-A3F5-2899-7C14090D296F}"/>
              </a:ext>
            </a:extLst>
          </p:cNvPr>
          <p:cNvSpPr/>
          <p:nvPr/>
        </p:nvSpPr>
        <p:spPr>
          <a:xfrm>
            <a:off x="5255524" y="251789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flex-direction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8C7F3F4D-0106-2336-F6B1-8A5F6FE264B5}"/>
              </a:ext>
            </a:extLst>
          </p:cNvPr>
          <p:cNvSpPr/>
          <p:nvPr/>
        </p:nvSpPr>
        <p:spPr>
          <a:xfrm>
            <a:off x="5255524" y="27695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justify-content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7FFF15F6-8DED-678E-4516-116F88EFEFC1}"/>
              </a:ext>
            </a:extLst>
          </p:cNvPr>
          <p:cNvSpPr/>
          <p:nvPr/>
        </p:nvSpPr>
        <p:spPr>
          <a:xfrm>
            <a:off x="5255524" y="30179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align-items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385115E1-35AF-7B3F-9B0C-0FED5EC97188}"/>
              </a:ext>
            </a:extLst>
          </p:cNvPr>
          <p:cNvSpPr/>
          <p:nvPr/>
        </p:nvSpPr>
        <p:spPr>
          <a:xfrm>
            <a:off x="5255524" y="3262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flex-wrap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98C1AB6B-3AEB-B12E-4601-AACDB8A84ABA}"/>
              </a:ext>
            </a:extLst>
          </p:cNvPr>
          <p:cNvSpPr/>
          <p:nvPr/>
        </p:nvSpPr>
        <p:spPr>
          <a:xfrm>
            <a:off x="5255524" y="3514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4" name="连接符: 曲线 83">
            <a:extLst>
              <a:ext uri="{FF2B5EF4-FFF2-40B4-BE49-F238E27FC236}">
                <a16:creationId xmlns:a16="http://schemas.microsoft.com/office/drawing/2014/main" id="{FF8EA186-1DF7-FC73-CAB9-920EC48094D4}"/>
              </a:ext>
            </a:extLst>
          </p:cNvPr>
          <p:cNvCxnSpPr>
            <a:cxnSpLocks/>
            <a:stCxn id="79" idx="1"/>
            <a:endCxn id="10" idx="3"/>
          </p:cNvCxnSpPr>
          <p:nvPr/>
        </p:nvCxnSpPr>
        <p:spPr>
          <a:xfrm rot="10800000" flipV="1">
            <a:off x="5139110" y="2625898"/>
            <a:ext cx="116415" cy="5000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曲线 87">
            <a:extLst>
              <a:ext uri="{FF2B5EF4-FFF2-40B4-BE49-F238E27FC236}">
                <a16:creationId xmlns:a16="http://schemas.microsoft.com/office/drawing/2014/main" id="{556E41C7-376D-225E-7226-3864909BE88F}"/>
              </a:ext>
            </a:extLst>
          </p:cNvPr>
          <p:cNvCxnSpPr>
            <a:cxnSpLocks/>
            <a:stCxn id="83" idx="1"/>
            <a:endCxn id="10" idx="3"/>
          </p:cNvCxnSpPr>
          <p:nvPr/>
        </p:nvCxnSpPr>
        <p:spPr>
          <a:xfrm rot="10800000">
            <a:off x="5139110" y="3125962"/>
            <a:ext cx="116415" cy="4968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C2FE5135-03AC-6E02-7A45-AE1490355D0E}"/>
              </a:ext>
            </a:extLst>
          </p:cNvPr>
          <p:cNvSpPr/>
          <p:nvPr/>
        </p:nvSpPr>
        <p:spPr>
          <a:xfrm>
            <a:off x="5255524" y="383842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flex-basis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52363A63-825D-F240-6EA0-B128399A9159}"/>
              </a:ext>
            </a:extLst>
          </p:cNvPr>
          <p:cNvSpPr/>
          <p:nvPr/>
        </p:nvSpPr>
        <p:spPr>
          <a:xfrm>
            <a:off x="5255524" y="40900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flex-grow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3" name="矩形: 圆角 92">
            <a:extLst>
              <a:ext uri="{FF2B5EF4-FFF2-40B4-BE49-F238E27FC236}">
                <a16:creationId xmlns:a16="http://schemas.microsoft.com/office/drawing/2014/main" id="{4CA7F7F6-E7D5-9DAD-DE36-4F5550246268}"/>
              </a:ext>
            </a:extLst>
          </p:cNvPr>
          <p:cNvSpPr/>
          <p:nvPr/>
        </p:nvSpPr>
        <p:spPr>
          <a:xfrm>
            <a:off x="5255524" y="43384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flex-shrink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B5CA0E07-097C-29F7-7997-8EF996EC89DA}"/>
              </a:ext>
            </a:extLst>
          </p:cNvPr>
          <p:cNvSpPr/>
          <p:nvPr/>
        </p:nvSpPr>
        <p:spPr>
          <a:xfrm>
            <a:off x="5255524" y="45832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15F772AA-ED96-A648-62C4-CAE545578DC1}"/>
              </a:ext>
            </a:extLst>
          </p:cNvPr>
          <p:cNvCxnSpPr>
            <a:cxnSpLocks/>
            <a:stCxn id="91" idx="1"/>
            <a:endCxn id="58" idx="3"/>
          </p:cNvCxnSpPr>
          <p:nvPr/>
        </p:nvCxnSpPr>
        <p:spPr>
          <a:xfrm rot="10800000" flipV="1">
            <a:off x="5139110" y="3946428"/>
            <a:ext cx="116415" cy="3758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连接符: 曲线 98">
            <a:extLst>
              <a:ext uri="{FF2B5EF4-FFF2-40B4-BE49-F238E27FC236}">
                <a16:creationId xmlns:a16="http://schemas.microsoft.com/office/drawing/2014/main" id="{BA98A774-9247-564E-74E9-DAA4A9BFA6AB}"/>
              </a:ext>
            </a:extLst>
          </p:cNvPr>
          <p:cNvCxnSpPr>
            <a:cxnSpLocks/>
            <a:stCxn id="94" idx="1"/>
            <a:endCxn id="58" idx="3"/>
          </p:cNvCxnSpPr>
          <p:nvPr/>
        </p:nvCxnSpPr>
        <p:spPr>
          <a:xfrm rot="10800000">
            <a:off x="5139110" y="4322292"/>
            <a:ext cx="116415" cy="3690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矩形: 圆角 103">
            <a:extLst>
              <a:ext uri="{FF2B5EF4-FFF2-40B4-BE49-F238E27FC236}">
                <a16:creationId xmlns:a16="http://schemas.microsoft.com/office/drawing/2014/main" id="{ADFDF415-2E45-7615-C710-A34E668FF872}"/>
              </a:ext>
            </a:extLst>
          </p:cNvPr>
          <p:cNvSpPr/>
          <p:nvPr/>
        </p:nvSpPr>
        <p:spPr>
          <a:xfrm>
            <a:off x="5255524" y="5127620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grid-template-columns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445B2E54-C1E9-4178-F708-1D4F19FA3239}"/>
              </a:ext>
            </a:extLst>
          </p:cNvPr>
          <p:cNvSpPr/>
          <p:nvPr/>
        </p:nvSpPr>
        <p:spPr>
          <a:xfrm>
            <a:off x="5255524" y="53792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grid-template-rows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D07C76A-000A-6148-C257-84637EECBD9B}"/>
              </a:ext>
            </a:extLst>
          </p:cNvPr>
          <p:cNvSpPr/>
          <p:nvPr/>
        </p:nvSpPr>
        <p:spPr>
          <a:xfrm>
            <a:off x="5255524" y="56276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grid-template-areas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D10F1B-4183-29FB-3543-DB9662DE3B23}"/>
              </a:ext>
            </a:extLst>
          </p:cNvPr>
          <p:cNvSpPr/>
          <p:nvPr/>
        </p:nvSpPr>
        <p:spPr>
          <a:xfrm>
            <a:off x="5255524" y="58724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2884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B4ED021-0865-33C8-DDD1-E2284E485441}"/>
              </a:ext>
            </a:extLst>
          </p:cNvPr>
          <p:cNvSpPr/>
          <p:nvPr/>
        </p:nvSpPr>
        <p:spPr>
          <a:xfrm>
            <a:off x="3603322" y="2971648"/>
            <a:ext cx="54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Array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1F53804-1978-3549-2A00-F2BEE89A5F08}"/>
              </a:ext>
            </a:extLst>
          </p:cNvPr>
          <p:cNvSpPr/>
          <p:nvPr/>
        </p:nvSpPr>
        <p:spPr>
          <a:xfrm>
            <a:off x="5205706" y="1568488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properties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9D61A7-6BE5-7501-7B6E-50DDFBFEC31E}"/>
              </a:ext>
            </a:extLst>
          </p:cNvPr>
          <p:cNvSpPr/>
          <p:nvPr/>
        </p:nvSpPr>
        <p:spPr>
          <a:xfrm>
            <a:off x="5205706" y="4931142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methods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8ADE194A-02E4-68D3-0947-04F857CE5FB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4029936"/>
            <a:ext cx="174367" cy="100920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9B80305-9B15-D2EE-3DF1-CEE7D6394074}"/>
              </a:ext>
            </a:extLst>
          </p:cNvPr>
          <p:cNvSpPr/>
          <p:nvPr/>
        </p:nvSpPr>
        <p:spPr>
          <a:xfrm>
            <a:off x="6271524" y="349280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Normal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82DC8B9-FD3F-F1F8-44EE-89DB48E293DE}"/>
              </a:ext>
            </a:extLst>
          </p:cNvPr>
          <p:cNvSpPr/>
          <p:nvPr/>
        </p:nvSpPr>
        <p:spPr>
          <a:xfrm>
            <a:off x="6271524" y="456706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Iterator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A6BBE73-4BE6-5B24-F2A7-73612F1CC1B0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52874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5784A573-8A5F-3AB6-E006-03DCCD9AD2FD}"/>
              </a:ext>
            </a:extLst>
          </p:cNvPr>
          <p:cNvSpPr/>
          <p:nvPr/>
        </p:nvSpPr>
        <p:spPr>
          <a:xfrm>
            <a:off x="6271524" y="523846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Subtotal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3E03E94-0B5A-158F-A4AF-89464ED65D83}"/>
              </a:ext>
            </a:extLst>
          </p:cNvPr>
          <p:cNvSpPr/>
          <p:nvPr/>
        </p:nvSpPr>
        <p:spPr>
          <a:xfrm>
            <a:off x="6271524" y="5507034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Sort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03E7BB68-66AE-0142-D985-87D40F381ABF}"/>
              </a:ext>
            </a:extLst>
          </p:cNvPr>
          <p:cNvCxnSpPr>
            <a:cxnSpLocks/>
            <a:stCxn id="37" idx="1"/>
            <a:endCxn id="4" idx="3"/>
          </p:cNvCxnSpPr>
          <p:nvPr/>
        </p:nvCxnSpPr>
        <p:spPr>
          <a:xfrm rot="10800000">
            <a:off x="6105706" y="5039142"/>
            <a:ext cx="165818" cy="57589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D3F8CFE-DBCF-046F-664F-113FAF52BAEB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6105706" y="3600808"/>
            <a:ext cx="165818" cy="1438333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61CBBA-7A93-F9FB-0BDA-6ADB034B7718}"/>
              </a:ext>
            </a:extLst>
          </p:cNvPr>
          <p:cNvSpPr/>
          <p:nvPr/>
        </p:nvSpPr>
        <p:spPr>
          <a:xfrm>
            <a:off x="7160939" y="3089965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push() unshift()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60B231C-BBD4-F1C3-C0D1-4C848E474DFD}"/>
              </a:ext>
            </a:extLst>
          </p:cNvPr>
          <p:cNvSpPr/>
          <p:nvPr/>
        </p:nvSpPr>
        <p:spPr>
          <a:xfrm>
            <a:off x="7160939" y="3358528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pop() shift()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5129B4E-713A-DFA9-D44D-5A41B199CDE7}"/>
              </a:ext>
            </a:extLst>
          </p:cNvPr>
          <p:cNvSpPr/>
          <p:nvPr/>
        </p:nvSpPr>
        <p:spPr>
          <a:xfrm>
            <a:off x="7160939" y="3627091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join() concat()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B474EB0-114A-1BD7-2807-3C49B5F5FE9B}"/>
              </a:ext>
            </a:extLst>
          </p:cNvPr>
          <p:cNvSpPr/>
          <p:nvPr/>
        </p:nvSpPr>
        <p:spPr>
          <a:xfrm>
            <a:off x="7160939" y="389565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slice() splice()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CD4749A-1BA0-CEA7-CBDC-595133A87915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rot="10800000" flipV="1">
            <a:off x="6991525" y="3197965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C60F32B-47DC-8CC3-4A68-644C0673D502}"/>
              </a:ext>
            </a:extLst>
          </p:cNvPr>
          <p:cNvCxnSpPr>
            <a:cxnSpLocks/>
            <a:stCxn id="14" idx="1"/>
            <a:endCxn id="9" idx="3"/>
          </p:cNvCxnSpPr>
          <p:nvPr/>
        </p:nvCxnSpPr>
        <p:spPr>
          <a:xfrm rot="10800000">
            <a:off x="6991525" y="3600810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08F08A0-78E2-316A-D402-DF73814964C6}"/>
              </a:ext>
            </a:extLst>
          </p:cNvPr>
          <p:cNvSpPr/>
          <p:nvPr/>
        </p:nvSpPr>
        <p:spPr>
          <a:xfrm>
            <a:off x="7160939" y="4164217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forEach() map()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73A0C3E9-D389-2B01-1893-420ADE43C5CE}"/>
              </a:ext>
            </a:extLst>
          </p:cNvPr>
          <p:cNvSpPr/>
          <p:nvPr/>
        </p:nvSpPr>
        <p:spPr>
          <a:xfrm>
            <a:off x="7160939" y="443278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some() every()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3EB2613A-78D2-446B-E08E-63AF57F20029}"/>
              </a:ext>
            </a:extLst>
          </p:cNvPr>
          <p:cNvSpPr/>
          <p:nvPr/>
        </p:nvSpPr>
        <p:spPr>
          <a:xfrm>
            <a:off x="7160939" y="4701343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filter()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2136078-EB5F-134C-7B99-D85ADFDDC7E5}"/>
              </a:ext>
            </a:extLst>
          </p:cNvPr>
          <p:cNvSpPr/>
          <p:nvPr/>
        </p:nvSpPr>
        <p:spPr>
          <a:xfrm>
            <a:off x="7160939" y="4969906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find() findIndex()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30" name="连接符: 曲线 29">
            <a:extLst>
              <a:ext uri="{FF2B5EF4-FFF2-40B4-BE49-F238E27FC236}">
                <a16:creationId xmlns:a16="http://schemas.microsoft.com/office/drawing/2014/main" id="{677108C6-01FE-16EC-DE7F-531C4BC9EEBA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6991525" y="4272216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45ABE7D5-0100-A190-75A5-803385505FF0}"/>
              </a:ext>
            </a:extLst>
          </p:cNvPr>
          <p:cNvCxnSpPr>
            <a:cxnSpLocks/>
            <a:stCxn id="29" idx="1"/>
            <a:endCxn id="10" idx="3"/>
          </p:cNvCxnSpPr>
          <p:nvPr/>
        </p:nvCxnSpPr>
        <p:spPr>
          <a:xfrm rot="10800000">
            <a:off x="6991525" y="4675062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D0FE560A-052C-272B-2F77-D574CD538209}"/>
              </a:ext>
            </a:extLst>
          </p:cNvPr>
          <p:cNvCxnSpPr>
            <a:cxnSpLocks/>
            <a:stCxn id="10" idx="1"/>
            <a:endCxn id="4" idx="3"/>
          </p:cNvCxnSpPr>
          <p:nvPr/>
        </p:nvCxnSpPr>
        <p:spPr>
          <a:xfrm rot="10800000" flipV="1">
            <a:off x="6105706" y="4675062"/>
            <a:ext cx="165818" cy="36408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91E5BA1-10DF-EDDB-22CE-238EF4C22252}"/>
              </a:ext>
            </a:extLst>
          </p:cNvPr>
          <p:cNvSpPr/>
          <p:nvPr/>
        </p:nvSpPr>
        <p:spPr>
          <a:xfrm>
            <a:off x="7160938" y="5238469"/>
            <a:ext cx="1367111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reduce() reduceRight()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3949EF53-4625-E430-07C1-4C0ADF6139EF}"/>
              </a:ext>
            </a:extLst>
          </p:cNvPr>
          <p:cNvSpPr/>
          <p:nvPr/>
        </p:nvSpPr>
        <p:spPr>
          <a:xfrm>
            <a:off x="7160939" y="533730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D0C39F3A-608A-61EE-66EA-A2C11F82B694}"/>
              </a:ext>
            </a:extLst>
          </p:cNvPr>
          <p:cNvSpPr/>
          <p:nvPr/>
        </p:nvSpPr>
        <p:spPr>
          <a:xfrm>
            <a:off x="7160939" y="550703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sort()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2" name="连接符: 曲线 51">
            <a:extLst>
              <a:ext uri="{FF2B5EF4-FFF2-40B4-BE49-F238E27FC236}">
                <a16:creationId xmlns:a16="http://schemas.microsoft.com/office/drawing/2014/main" id="{7CADC9DC-FB7A-DF7C-87F1-32C18472BE8A}"/>
              </a:ext>
            </a:extLst>
          </p:cNvPr>
          <p:cNvCxnSpPr>
            <a:cxnSpLocks/>
            <a:stCxn id="36" idx="1"/>
            <a:endCxn id="4" idx="3"/>
          </p:cNvCxnSpPr>
          <p:nvPr/>
        </p:nvCxnSpPr>
        <p:spPr>
          <a:xfrm rot="10800000">
            <a:off x="6105706" y="5039143"/>
            <a:ext cx="165818" cy="30732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524A867-CF26-C91E-5F54-249666BEB6F9}"/>
              </a:ext>
            </a:extLst>
          </p:cNvPr>
          <p:cNvCxnSpPr>
            <a:stCxn id="37" idx="3"/>
            <a:endCxn id="51" idx="1"/>
          </p:cNvCxnSpPr>
          <p:nvPr/>
        </p:nvCxnSpPr>
        <p:spPr>
          <a:xfrm>
            <a:off x="6991524" y="5615034"/>
            <a:ext cx="169415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EA3AA0E-9D12-4381-DD33-93A31478C1B3}"/>
              </a:ext>
            </a:extLst>
          </p:cNvPr>
          <p:cNvCxnSpPr>
            <a:cxnSpLocks/>
            <a:stCxn id="36" idx="3"/>
            <a:endCxn id="46" idx="1"/>
          </p:cNvCxnSpPr>
          <p:nvPr/>
        </p:nvCxnSpPr>
        <p:spPr>
          <a:xfrm>
            <a:off x="6991524" y="5346469"/>
            <a:ext cx="16941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F008B86B-805F-0752-C005-4ED03CB4841F}"/>
              </a:ext>
            </a:extLst>
          </p:cNvPr>
          <p:cNvCxnSpPr>
            <a:cxnSpLocks/>
            <a:stCxn id="77" idx="1"/>
            <a:endCxn id="3" idx="3"/>
          </p:cNvCxnSpPr>
          <p:nvPr/>
        </p:nvCxnSpPr>
        <p:spPr>
          <a:xfrm flipH="1">
            <a:off x="6105706" y="1676488"/>
            <a:ext cx="165818" cy="0"/>
          </a:xfrm>
          <a:prstGeom prst="line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45AABB2-FFDD-5B95-9B98-2E44393B5327}"/>
              </a:ext>
            </a:extLst>
          </p:cNvPr>
          <p:cNvSpPr/>
          <p:nvPr/>
        </p:nvSpPr>
        <p:spPr>
          <a:xfrm>
            <a:off x="4311339" y="2021362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static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94CAA5A-352C-57E4-CFB8-40C44E1A0FA1}"/>
              </a:ext>
            </a:extLst>
          </p:cNvPr>
          <p:cNvSpPr/>
          <p:nvPr/>
        </p:nvSpPr>
        <p:spPr>
          <a:xfrm>
            <a:off x="5205706" y="2431787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methods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5C2BBAB-EBC0-8C5C-0A75-EF3F79D37BD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129362"/>
            <a:ext cx="174367" cy="410425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2D1CCAA0-AD3C-F2CA-1BD1-ABE880D6A2CC}"/>
              </a:ext>
            </a:extLst>
          </p:cNvPr>
          <p:cNvSpPr/>
          <p:nvPr/>
        </p:nvSpPr>
        <p:spPr>
          <a:xfrm>
            <a:off x="6271524" y="228573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from()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01BF7B91-C346-6ED2-DC17-73E38EA8984C}"/>
              </a:ext>
            </a:extLst>
          </p:cNvPr>
          <p:cNvSpPr/>
          <p:nvPr/>
        </p:nvSpPr>
        <p:spPr>
          <a:xfrm>
            <a:off x="6271524" y="258418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isArray()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0" name="连接符: 曲线 49">
            <a:extLst>
              <a:ext uri="{FF2B5EF4-FFF2-40B4-BE49-F238E27FC236}">
                <a16:creationId xmlns:a16="http://schemas.microsoft.com/office/drawing/2014/main" id="{A3C7C83C-FA9C-5080-5A45-81279A971B32}"/>
              </a:ext>
            </a:extLst>
          </p:cNvPr>
          <p:cNvCxnSpPr>
            <a:cxnSpLocks/>
            <a:stCxn id="49" idx="1"/>
            <a:endCxn id="39" idx="3"/>
          </p:cNvCxnSpPr>
          <p:nvPr/>
        </p:nvCxnSpPr>
        <p:spPr>
          <a:xfrm rot="10800000">
            <a:off x="6105706" y="2539787"/>
            <a:ext cx="165818" cy="15240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022ADF4-B4DA-C841-DB76-45ED12B32E1A}"/>
              </a:ext>
            </a:extLst>
          </p:cNvPr>
          <p:cNvCxnSpPr>
            <a:cxnSpLocks/>
            <a:stCxn id="48" idx="1"/>
            <a:endCxn id="39" idx="3"/>
          </p:cNvCxnSpPr>
          <p:nvPr/>
        </p:nvCxnSpPr>
        <p:spPr>
          <a:xfrm rot="10800000" flipV="1">
            <a:off x="6105706" y="2393737"/>
            <a:ext cx="165818" cy="14605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609E8BED-A712-4ADC-E49A-2EB05EB413B0}"/>
              </a:ext>
            </a:extLst>
          </p:cNvPr>
          <p:cNvSpPr/>
          <p:nvPr/>
        </p:nvSpPr>
        <p:spPr>
          <a:xfrm>
            <a:off x="4311339" y="3921935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instance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7452F5DF-F19C-A2CC-1939-E1A7C640E6A7}"/>
              </a:ext>
            </a:extLst>
          </p:cNvPr>
          <p:cNvSpPr/>
          <p:nvPr/>
        </p:nvSpPr>
        <p:spPr>
          <a:xfrm>
            <a:off x="5205706" y="3089965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properties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AD389F6D-312F-8B06-3E80-7D4DF80B04E4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3197965"/>
            <a:ext cx="174367" cy="83197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831D289F-1FDB-145C-CED1-72A0553D985F}"/>
              </a:ext>
            </a:extLst>
          </p:cNvPr>
          <p:cNvSpPr/>
          <p:nvPr/>
        </p:nvSpPr>
        <p:spPr>
          <a:xfrm>
            <a:off x="6271524" y="3089965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lenghth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ACC48F50-D187-349A-2BAC-7ECD52D21D3B}"/>
              </a:ext>
            </a:extLst>
          </p:cNvPr>
          <p:cNvCxnSpPr>
            <a:cxnSpLocks/>
            <a:stCxn id="66" idx="3"/>
            <a:endCxn id="70" idx="1"/>
          </p:cNvCxnSpPr>
          <p:nvPr/>
        </p:nvCxnSpPr>
        <p:spPr>
          <a:xfrm>
            <a:off x="6105706" y="3197965"/>
            <a:ext cx="16581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B7AA2A7F-EB37-9026-4CC7-F28DD7B9F0F1}"/>
              </a:ext>
            </a:extLst>
          </p:cNvPr>
          <p:cNvSpPr/>
          <p:nvPr/>
        </p:nvSpPr>
        <p:spPr>
          <a:xfrm>
            <a:off x="6271524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79AC8A27-84AF-3635-942F-D5185D35514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143323" y="2129362"/>
            <a:ext cx="168017" cy="9502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33893C53-421E-7A61-D10B-B6870484FB46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143322" y="3079648"/>
            <a:ext cx="168017" cy="950287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9312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615E-5F97-22DA-CB6D-4D080E03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CD23AEF-0DEB-DBF7-07C7-2BCC069B81FE}"/>
              </a:ext>
            </a:extLst>
          </p:cNvPr>
          <p:cNvSpPr/>
          <p:nvPr/>
        </p:nvSpPr>
        <p:spPr>
          <a:xfrm>
            <a:off x="3304872" y="2708066"/>
            <a:ext cx="72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Data type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0760923-4EE6-A665-AA3B-C98E574D4CB7}"/>
              </a:ext>
            </a:extLst>
          </p:cNvPr>
          <p:cNvSpPr/>
          <p:nvPr/>
        </p:nvSpPr>
        <p:spPr>
          <a:xfrm>
            <a:off x="5205706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Number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D478093-2AF8-A15A-1534-625A5540AC56}"/>
              </a:ext>
            </a:extLst>
          </p:cNvPr>
          <p:cNvSpPr/>
          <p:nvPr/>
        </p:nvSpPr>
        <p:spPr>
          <a:xfrm>
            <a:off x="5205706" y="405484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Class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C766FBB2-9E67-2072-671F-16F708E48ED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3541252"/>
            <a:ext cx="174367" cy="62159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F01278BE-0A55-DE84-5F44-9616764464ED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5A20763-23BA-D084-944C-24343AD77B4F}"/>
              </a:ext>
            </a:extLst>
          </p:cNvPr>
          <p:cNvSpPr/>
          <p:nvPr/>
        </p:nvSpPr>
        <p:spPr>
          <a:xfrm>
            <a:off x="4311339" y="198288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Primitives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1BA683F-7690-5607-3B4C-51BFF6401047}"/>
              </a:ext>
            </a:extLst>
          </p:cNvPr>
          <p:cNvSpPr/>
          <p:nvPr/>
        </p:nvSpPr>
        <p:spPr>
          <a:xfrm>
            <a:off x="5205706" y="239727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null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8749145-0E64-F25C-03E5-07F09DED944B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090880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3908256-C785-ACB0-FD75-514C7E1A0589}"/>
              </a:ext>
            </a:extLst>
          </p:cNvPr>
          <p:cNvSpPr/>
          <p:nvPr/>
        </p:nvSpPr>
        <p:spPr>
          <a:xfrm>
            <a:off x="4311339" y="343325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Reference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DD40F80C-B7A3-E95E-CF0A-6E30DD679F1C}"/>
              </a:ext>
            </a:extLst>
          </p:cNvPr>
          <p:cNvSpPr/>
          <p:nvPr/>
        </p:nvSpPr>
        <p:spPr>
          <a:xfrm>
            <a:off x="5205706" y="281166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68217129-545F-175C-2C2A-CD2EB245A1B2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2919664"/>
            <a:ext cx="174367" cy="621588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6CEB3CC4-1089-8C8F-25CF-62229F4671C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024873" y="2090880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AA892194-34E3-00E5-1988-FE22ADAA4F0D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024872" y="2816066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6BF7386-8295-6BC1-B584-CBE7269E9400}"/>
              </a:ext>
            </a:extLst>
          </p:cNvPr>
          <p:cNvSpPr/>
          <p:nvPr/>
        </p:nvSpPr>
        <p:spPr>
          <a:xfrm>
            <a:off x="5205706" y="177568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String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0A20850-A9E3-0BA4-878E-EB84C8132D96}"/>
              </a:ext>
            </a:extLst>
          </p:cNvPr>
          <p:cNvSpPr/>
          <p:nvPr/>
        </p:nvSpPr>
        <p:spPr>
          <a:xfrm>
            <a:off x="5205706" y="198288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Boolean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167EC40-D6BD-67FD-EBE3-088502B43367}"/>
              </a:ext>
            </a:extLst>
          </p:cNvPr>
          <p:cNvSpPr/>
          <p:nvPr/>
        </p:nvSpPr>
        <p:spPr>
          <a:xfrm>
            <a:off x="5205706" y="219007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Undefined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D5B361E-80C5-58E0-179C-EE2E4B508299}"/>
              </a:ext>
            </a:extLst>
          </p:cNvPr>
          <p:cNvSpPr/>
          <p:nvPr/>
        </p:nvSpPr>
        <p:spPr>
          <a:xfrm>
            <a:off x="5205706" y="301886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Object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3EB421E-BD9C-2D5C-5E42-BD839753F4BB}"/>
              </a:ext>
            </a:extLst>
          </p:cNvPr>
          <p:cNvSpPr/>
          <p:nvPr/>
        </p:nvSpPr>
        <p:spPr>
          <a:xfrm>
            <a:off x="5205706" y="322605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Function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E4C071A-DF18-10A8-A9D7-252A4CFD7AC1}"/>
              </a:ext>
            </a:extLst>
          </p:cNvPr>
          <p:cNvSpPr/>
          <p:nvPr/>
        </p:nvSpPr>
        <p:spPr>
          <a:xfrm>
            <a:off x="5205706" y="343325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Map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D775F13-0370-C7DD-01D0-67C8C030B281}"/>
              </a:ext>
            </a:extLst>
          </p:cNvPr>
          <p:cNvSpPr/>
          <p:nvPr/>
        </p:nvSpPr>
        <p:spPr>
          <a:xfrm>
            <a:off x="5205706" y="364044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Set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42FBD25-FBAC-38D9-710A-452DD5AC01C2}"/>
              </a:ext>
            </a:extLst>
          </p:cNvPr>
          <p:cNvSpPr/>
          <p:nvPr/>
        </p:nvSpPr>
        <p:spPr>
          <a:xfrm>
            <a:off x="5205706" y="384764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RegExp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C515247-A5DE-6253-B26F-5CF09B584353}"/>
              </a:ext>
            </a:extLst>
          </p:cNvPr>
          <p:cNvSpPr/>
          <p:nvPr/>
        </p:nvSpPr>
        <p:spPr>
          <a:xfrm>
            <a:off x="6378635" y="2708066"/>
            <a:ext cx="792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Conversion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8BD26FD6-64C3-B0EC-7D01-98BCC782F466}"/>
              </a:ext>
            </a:extLst>
          </p:cNvPr>
          <p:cNvCxnSpPr>
            <a:stCxn id="3" idx="3"/>
            <a:endCxn id="25" idx="0"/>
          </p:cNvCxnSpPr>
          <p:nvPr/>
        </p:nvCxnSpPr>
        <p:spPr>
          <a:xfrm>
            <a:off x="5925706" y="1676488"/>
            <a:ext cx="848929" cy="1031578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8BC38B19-1308-FCA6-8CA1-4A97D6C1591F}"/>
              </a:ext>
            </a:extLst>
          </p:cNvPr>
          <p:cNvCxnSpPr>
            <a:cxnSpLocks/>
            <a:stCxn id="4" idx="3"/>
            <a:endCxn id="25" idx="2"/>
          </p:cNvCxnSpPr>
          <p:nvPr/>
        </p:nvCxnSpPr>
        <p:spPr>
          <a:xfrm flipV="1">
            <a:off x="5925706" y="2924066"/>
            <a:ext cx="848929" cy="1238776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4367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F9F13-DBAB-685B-D1B5-961E77B63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F868E4CC-F7F1-EB0B-6B78-C083E5CFDD16}"/>
              </a:ext>
            </a:extLst>
          </p:cNvPr>
          <p:cNvSpPr/>
          <p:nvPr/>
        </p:nvSpPr>
        <p:spPr>
          <a:xfrm>
            <a:off x="4988680" y="2003300"/>
            <a:ext cx="900000" cy="216000"/>
          </a:xfrm>
          <a:prstGeom prst="roundRect">
            <a:avLst/>
          </a:prstGeom>
          <a:solidFill>
            <a:srgbClr val="F9423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href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57BAADA-647B-0026-713C-19D98348E920}"/>
              </a:ext>
            </a:extLst>
          </p:cNvPr>
          <p:cNvSpPr/>
          <p:nvPr/>
        </p:nvSpPr>
        <p:spPr>
          <a:xfrm>
            <a:off x="7126880" y="1607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html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BA830DB-8C10-2D47-A591-B5A8B816B0B1}"/>
              </a:ext>
            </a:extLst>
          </p:cNvPr>
          <p:cNvSpPr/>
          <p:nvPr/>
        </p:nvSpPr>
        <p:spPr>
          <a:xfrm>
            <a:off x="6057780" y="2003300"/>
            <a:ext cx="900000" cy="216000"/>
          </a:xfrm>
          <a:prstGeom prst="roundRect">
            <a:avLst/>
          </a:prstGeom>
          <a:solidFill>
            <a:srgbClr val="FDB8B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URL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02ED209C-345D-4F5F-AAB7-CA706FBCA778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 flipV="1">
            <a:off x="6957780" y="1715300"/>
            <a:ext cx="169100" cy="396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90AF6EF7-53CF-A524-331E-456686B2C086}"/>
              </a:ext>
            </a:extLst>
          </p:cNvPr>
          <p:cNvSpPr/>
          <p:nvPr/>
        </p:nvSpPr>
        <p:spPr>
          <a:xfrm>
            <a:off x="7126880" y="2399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multimedia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BA119F6E-0FAD-DF64-6D44-09811AB9893A}"/>
              </a:ext>
            </a:extLst>
          </p:cNvPr>
          <p:cNvCxnSpPr>
            <a:cxnSpLocks/>
            <a:stCxn id="26" idx="3"/>
            <a:endCxn id="108" idx="1"/>
          </p:cNvCxnSpPr>
          <p:nvPr/>
        </p:nvCxnSpPr>
        <p:spPr>
          <a:xfrm>
            <a:off x="6957780" y="2111300"/>
            <a:ext cx="169100" cy="396000"/>
          </a:xfrm>
          <a:prstGeom prst="curvedConnector3">
            <a:avLst>
              <a:gd name="adj1" fmla="val 50000"/>
            </a:avLst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4E736D0-484B-E0CA-ACC9-FB4F83E60EB2}"/>
              </a:ext>
            </a:extLst>
          </p:cNvPr>
          <p:cNvSpPr/>
          <p:nvPr/>
        </p:nvSpPr>
        <p:spPr>
          <a:xfrm>
            <a:off x="7126880" y="1871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image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566CF62-4ABB-8C46-F1F1-DF9BBE08EB5C}"/>
              </a:ext>
            </a:extLst>
          </p:cNvPr>
          <p:cNvSpPr/>
          <p:nvPr/>
        </p:nvSpPr>
        <p:spPr>
          <a:xfrm>
            <a:off x="7126880" y="2135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document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700F627-A64C-E1BB-E92B-BB2800C93682}"/>
              </a:ext>
            </a:extLst>
          </p:cNvPr>
          <p:cNvSpPr/>
          <p:nvPr/>
        </p:nvSpPr>
        <p:spPr>
          <a:xfrm>
            <a:off x="3927709" y="271615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33C22E-5A27-D8B0-69FB-D8E7042F698A}"/>
              </a:ext>
            </a:extLst>
          </p:cNvPr>
          <p:cNvSpPr/>
          <p:nvPr/>
        </p:nvSpPr>
        <p:spPr>
          <a:xfrm>
            <a:off x="4988679" y="3458550"/>
            <a:ext cx="90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target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988A9D9D-B0C5-3301-4A7E-5991653E9741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2111300"/>
            <a:ext cx="160971" cy="71285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367766C-CC35-B272-7FB8-E59515D169D3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2824150"/>
            <a:ext cx="160970" cy="7424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8B48571-E03E-32ED-08C4-56450543AAF0}"/>
              </a:ext>
            </a:extLst>
          </p:cNvPr>
          <p:cNvSpPr/>
          <p:nvPr/>
        </p:nvSpPr>
        <p:spPr>
          <a:xfrm>
            <a:off x="6049650" y="3326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_self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6DEF6C5-2681-D90B-F652-E91E85D8331F}"/>
              </a:ext>
            </a:extLst>
          </p:cNvPr>
          <p:cNvSpPr/>
          <p:nvPr/>
        </p:nvSpPr>
        <p:spPr>
          <a:xfrm>
            <a:off x="6049650" y="3590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_blank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512F3E2-7708-097A-CFDF-4572EE28B491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5888679" y="3434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5226A2A6-1B86-E4B9-B9CB-2CA1E5FD66FF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888679" y="3566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F9CA73D-B169-EF8D-190F-64A1033F62F1}"/>
              </a:ext>
            </a:extLst>
          </p:cNvPr>
          <p:cNvCxnSpPr>
            <a:stCxn id="7" idx="3"/>
            <a:endCxn id="26" idx="1"/>
          </p:cNvCxnSpPr>
          <p:nvPr/>
        </p:nvCxnSpPr>
        <p:spPr>
          <a:xfrm>
            <a:off x="5888680" y="2111300"/>
            <a:ext cx="169100" cy="0"/>
          </a:xfrm>
          <a:prstGeom prst="line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5940B801-CFDC-0CA4-2642-8484312789E7}"/>
              </a:ext>
            </a:extLst>
          </p:cNvPr>
          <p:cNvSpPr/>
          <p:nvPr/>
        </p:nvSpPr>
        <p:spPr>
          <a:xfrm>
            <a:off x="8037230" y="1480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local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986B4C0-CD0C-54D2-F99B-C52C648B5E43}"/>
              </a:ext>
            </a:extLst>
          </p:cNvPr>
          <p:cNvSpPr/>
          <p:nvPr/>
        </p:nvSpPr>
        <p:spPr>
          <a:xfrm>
            <a:off x="8037230" y="1744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remote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0BF61FC3-590B-F511-9A8D-B7329B46B1ED}"/>
              </a:ext>
            </a:extLst>
          </p:cNvPr>
          <p:cNvCxnSpPr>
            <a:cxnSpLocks/>
            <a:stCxn id="25" idx="3"/>
            <a:endCxn id="29" idx="1"/>
          </p:cNvCxnSpPr>
          <p:nvPr/>
        </p:nvCxnSpPr>
        <p:spPr>
          <a:xfrm flipV="1">
            <a:off x="7918880" y="1588300"/>
            <a:ext cx="118350" cy="12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E5D83A58-D9DB-1E62-FFBF-3B7E2E97483D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>
            <a:off x="7918880" y="1715300"/>
            <a:ext cx="118350" cy="13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85344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2F9C713-6855-4AD7-314A-2E0908DD2B4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4710F97-0B37-36DA-6BD8-9A0E3D93E29B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854DC7C-8D81-D5EC-8723-53BC1A05AD2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0" name="Straight Arrow Connector 5">
            <a:extLst>
              <a:ext uri="{FF2B5EF4-FFF2-40B4-BE49-F238E27FC236}">
                <a16:creationId xmlns:a16="http://schemas.microsoft.com/office/drawing/2014/main" id="{3E2FCB9B-E6A2-5203-506C-DC20F4535659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7">
            <a:extLst>
              <a:ext uri="{FF2B5EF4-FFF2-40B4-BE49-F238E27FC236}">
                <a16:creationId xmlns:a16="http://schemas.microsoft.com/office/drawing/2014/main" id="{15E202B4-FD25-36B6-6C68-2EB0265CDD9E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44E5629-7B8D-0279-0116-7743DB1D6B6D}"/>
              </a:ext>
            </a:extLst>
          </p:cNvPr>
          <p:cNvSpPr txBox="1"/>
          <p:nvPr/>
        </p:nvSpPr>
        <p:spPr>
          <a:xfrm>
            <a:off x="4991100" y="2336076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4572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8A674-4B20-52FC-4D14-C7C25881D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2D05D8-3AED-74C1-0CE8-D5D7495EB663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930297-9DE3-3DCF-AABF-29D8326193C9}"/>
              </a:ext>
            </a:extLst>
          </p:cNvPr>
          <p:cNvSpPr/>
          <p:nvPr/>
        </p:nvSpPr>
        <p:spPr>
          <a:xfrm>
            <a:off x="3757723" y="15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00528E-40A9-8D7F-7992-8A0D03F1FC6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68FFE8-572C-8F4A-4B0C-2CDAEEE869B6}"/>
              </a:ext>
            </a:extLst>
          </p:cNvPr>
          <p:cNvSpPr txBox="1"/>
          <p:nvPr/>
        </p:nvSpPr>
        <p:spPr>
          <a:xfrm>
            <a:off x="4991100" y="25752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974D8CA4-5773-A2C8-7760-C668032AB67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8E99497E-3A18-FE20-0D3E-38950FC6DD0B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DA858028-96BD-C8FB-F9FA-D1B94A3ACF82}"/>
              </a:ext>
            </a:extLst>
          </p:cNvPr>
          <p:cNvSpPr txBox="1"/>
          <p:nvPr/>
        </p:nvSpPr>
        <p:spPr>
          <a:xfrm>
            <a:off x="4297473" y="2212965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1B1507-C034-E622-893C-D7A632BF8E33}"/>
              </a:ext>
            </a:extLst>
          </p:cNvPr>
          <p:cNvSpPr txBox="1"/>
          <p:nvPr/>
        </p:nvSpPr>
        <p:spPr>
          <a:xfrm>
            <a:off x="4297473" y="3029964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0404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C346-4E87-BA38-8EDB-AEACB42C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07D2F-5702-0123-4A31-FE31E2DEE13E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D7BA39-5A4D-7118-2793-ED308937A067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6A81E6-0BFB-6220-4559-C23808FBFBF6}"/>
              </a:ext>
            </a:extLst>
          </p:cNvPr>
          <p:cNvSpPr/>
          <p:nvPr/>
        </p:nvSpPr>
        <p:spPr>
          <a:xfrm>
            <a:off x="3757723" y="24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5322448-C665-DAC9-E5D7-05E311A5FE63}"/>
              </a:ext>
            </a:extLst>
          </p:cNvPr>
          <p:cNvSpPr txBox="1"/>
          <p:nvPr/>
        </p:nvSpPr>
        <p:spPr>
          <a:xfrm>
            <a:off x="4991100" y="20799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B1CE2327-E1DE-7108-E3FA-E277EA72E1E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BBC8D8F5-BCF1-9AAE-79FA-15942B01F4CE}"/>
              </a:ext>
            </a:extLst>
          </p:cNvPr>
          <p:cNvCxnSpPr>
            <a:cxnSpLocks/>
          </p:cNvCxnSpPr>
          <p:nvPr/>
        </p:nvCxnSpPr>
        <p:spPr>
          <a:xfrm flipV="1">
            <a:off x="4297473" y="24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BA8678E7-DC4B-23B5-0230-727D59E575E5}"/>
              </a:ext>
            </a:extLst>
          </p:cNvPr>
          <p:cNvSpPr txBox="1"/>
          <p:nvPr/>
        </p:nvSpPr>
        <p:spPr>
          <a:xfrm>
            <a:off x="4297473" y="167296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FFD686-6AFA-CC8B-5C86-8FC3FE0C7291}"/>
              </a:ext>
            </a:extLst>
          </p:cNvPr>
          <p:cNvSpPr txBox="1"/>
          <p:nvPr/>
        </p:nvSpPr>
        <p:spPr>
          <a:xfrm>
            <a:off x="4297473" y="248996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7549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4E89A-BF29-AF5A-ED21-08479844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4514FD-593B-5957-478B-81363107123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8D48D4-E1F3-B266-9AE0-9C5665BBD6F5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31CE1-6587-9E1B-DBD4-384409634CF3}"/>
              </a:ext>
            </a:extLst>
          </p:cNvPr>
          <p:cNvSpPr/>
          <p:nvPr/>
        </p:nvSpPr>
        <p:spPr>
          <a:xfrm>
            <a:off x="3757723" y="2309964"/>
            <a:ext cx="360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5D18331-4F10-66C6-2CC3-6214413856F0}"/>
              </a:ext>
            </a:extLst>
          </p:cNvPr>
          <p:cNvSpPr txBox="1"/>
          <p:nvPr/>
        </p:nvSpPr>
        <p:spPr>
          <a:xfrm>
            <a:off x="4991100" y="208952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835AD99D-1E1D-3323-3899-83DE42EDA003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00A8B3C4-1587-38DE-2403-A0606A3593B1}"/>
              </a:ext>
            </a:extLst>
          </p:cNvPr>
          <p:cNvCxnSpPr>
            <a:cxnSpLocks/>
          </p:cNvCxnSpPr>
          <p:nvPr/>
        </p:nvCxnSpPr>
        <p:spPr>
          <a:xfrm flipV="1">
            <a:off x="4297473" y="2309964"/>
            <a:ext cx="0" cy="108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A3F9847-32C0-AF36-6722-54B895024168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2433A2-2688-D06B-77ED-F2DBF6D27DA1}"/>
              </a:ext>
            </a:extLst>
          </p:cNvPr>
          <p:cNvSpPr txBox="1"/>
          <p:nvPr/>
        </p:nvSpPr>
        <p:spPr>
          <a:xfrm>
            <a:off x="4297473" y="230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60%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30537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439DE-D7BB-182A-B2C8-131D63A3B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15E1CA-C6BC-7429-5E72-552C43EC2FBD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3E49-13F0-D84D-1A72-190FE6A6704F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29650C-3AAF-4FEA-4755-A7A3E5937542}"/>
              </a:ext>
            </a:extLst>
          </p:cNvPr>
          <p:cNvSpPr/>
          <p:nvPr/>
        </p:nvSpPr>
        <p:spPr>
          <a:xfrm>
            <a:off x="3757723" y="266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0204FE-5C3D-FA2A-ED21-E25143C36341}"/>
              </a:ext>
            </a:extLst>
          </p:cNvPr>
          <p:cNvSpPr txBox="1"/>
          <p:nvPr/>
        </p:nvSpPr>
        <p:spPr>
          <a:xfrm>
            <a:off x="4991100" y="233717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4D6B3D8D-A0CF-EBE5-43BD-098BDC547F7F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6291E26E-3608-0A04-F228-264719CD92D6}"/>
              </a:ext>
            </a:extLst>
          </p:cNvPr>
          <p:cNvCxnSpPr>
            <a:cxnSpLocks/>
          </p:cNvCxnSpPr>
          <p:nvPr/>
        </p:nvCxnSpPr>
        <p:spPr>
          <a:xfrm flipV="1">
            <a:off x="4297473" y="266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5E71E6F-325B-2A14-5E4E-1395D52281F3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9923D-AFA4-284D-4A8D-B50E40DAF137}"/>
              </a:ext>
            </a:extLst>
          </p:cNvPr>
          <p:cNvSpPr txBox="1"/>
          <p:nvPr/>
        </p:nvSpPr>
        <p:spPr>
          <a:xfrm>
            <a:off x="4297473" y="266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938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7E6D-B3DE-AE31-532F-2364AF89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90D5ACD7-8DEB-F532-5054-52B2E8FDCBE1}"/>
              </a:ext>
            </a:extLst>
          </p:cNvPr>
          <p:cNvSpPr/>
          <p:nvPr/>
        </p:nvSpPr>
        <p:spPr>
          <a:xfrm>
            <a:off x="5267696" y="292925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3816BFA-195B-D53D-12A6-6B1BC0C35D7E}"/>
              </a:ext>
            </a:extLst>
          </p:cNvPr>
          <p:cNvSpPr/>
          <p:nvPr/>
        </p:nvSpPr>
        <p:spPr>
          <a:xfrm>
            <a:off x="6583823" y="2562564"/>
            <a:ext cx="90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Arrow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BBEFDE6-F553-FC40-55BE-4476D7C63A4D}"/>
              </a:ext>
            </a:extLst>
          </p:cNvPr>
          <p:cNvSpPr/>
          <p:nvPr/>
        </p:nvSpPr>
        <p:spPr>
          <a:xfrm>
            <a:off x="6583823" y="2807024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Recursion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58460DC-7CCA-CDEE-7248-74E48FBAF8AB}"/>
              </a:ext>
            </a:extLst>
          </p:cNvPr>
          <p:cNvSpPr/>
          <p:nvPr/>
        </p:nvSpPr>
        <p:spPr>
          <a:xfrm>
            <a:off x="6583823" y="3295944"/>
            <a:ext cx="90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Pure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70C4A1D-CF7F-4EE7-B0A4-9848FADB86AE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915024"/>
            <a:ext cx="236127" cy="12223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933B-A853-1C23-B785-2737BC9E85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6347696" y="3037254"/>
            <a:ext cx="236127" cy="36669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4D42452-D266-5D64-8E62-6552D0FB66D4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2670564"/>
            <a:ext cx="236127" cy="36669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34F1C5B-0AAF-CE3B-1836-05B26C63496B}"/>
              </a:ext>
            </a:extLst>
          </p:cNvPr>
          <p:cNvSpPr/>
          <p:nvPr/>
        </p:nvSpPr>
        <p:spPr>
          <a:xfrm>
            <a:off x="6583823" y="3051484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 IIFE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EB82067-B41C-8C96-92BB-57B122338D0D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037254"/>
            <a:ext cx="236127" cy="12223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4BCA514-95ED-A47F-946F-383B4F08D628}"/>
              </a:ext>
            </a:extLst>
          </p:cNvPr>
          <p:cNvSpPr/>
          <p:nvPr/>
        </p:nvSpPr>
        <p:spPr>
          <a:xfrm>
            <a:off x="4392891" y="3430561"/>
            <a:ext cx="792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Expression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6680F40B-40ED-6A3C-25A0-51998059B011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84892" y="3037253"/>
            <a:ext cx="82805" cy="501307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22FC084-AB3E-233A-465A-B3CA622C58D2}"/>
              </a:ext>
            </a:extLst>
          </p:cNvPr>
          <p:cNvSpPr/>
          <p:nvPr/>
        </p:nvSpPr>
        <p:spPr>
          <a:xfrm>
            <a:off x="4392891" y="2454614"/>
            <a:ext cx="792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Declaration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BC875AE7-1B90-E613-8D2B-170A6BADFD08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84891" y="2562614"/>
            <a:ext cx="82805" cy="47464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DB9727F5-4CEB-8A33-1CF1-B921AE950746}"/>
              </a:ext>
            </a:extLst>
          </p:cNvPr>
          <p:cNvSpPr/>
          <p:nvPr/>
        </p:nvSpPr>
        <p:spPr>
          <a:xfrm>
            <a:off x="3308639" y="19638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21C8AF3-4C06-12C3-7443-A3E4860153EE}"/>
              </a:ext>
            </a:extLst>
          </p:cNvPr>
          <p:cNvSpPr/>
          <p:nvPr/>
        </p:nvSpPr>
        <p:spPr>
          <a:xfrm>
            <a:off x="3308639" y="220920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name 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A6692-22F1-5DE2-7E1C-E0C25BC64D41}"/>
              </a:ext>
            </a:extLst>
          </p:cNvPr>
          <p:cNvSpPr/>
          <p:nvPr/>
        </p:nvSpPr>
        <p:spPr>
          <a:xfrm>
            <a:off x="3308639" y="2454614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parameters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06A15AB-3AEA-20F5-33C9-86AA3CA9EB7D}"/>
              </a:ext>
            </a:extLst>
          </p:cNvPr>
          <p:cNvSpPr/>
          <p:nvPr/>
        </p:nvSpPr>
        <p:spPr>
          <a:xfrm>
            <a:off x="3308639" y="2700021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fn_body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6501A8F2-FCB8-3D44-0560-011C5AE26B95}"/>
              </a:ext>
            </a:extLst>
          </p:cNvPr>
          <p:cNvSpPr/>
          <p:nvPr/>
        </p:nvSpPr>
        <p:spPr>
          <a:xfrm>
            <a:off x="3308639" y="294542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return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2959A02B-8A88-9619-2E73-97478F1E1A1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071800"/>
            <a:ext cx="184252" cy="490814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83BD3AE6-477E-7F86-4CD0-535E21467C14}"/>
              </a:ext>
            </a:extLst>
          </p:cNvPr>
          <p:cNvCxnSpPr>
            <a:cxnSpLocks/>
            <a:stCxn id="36" idx="3"/>
            <a:endCxn id="28" idx="1"/>
          </p:cNvCxnSpPr>
          <p:nvPr/>
        </p:nvCxnSpPr>
        <p:spPr>
          <a:xfrm flipV="1">
            <a:off x="4208639" y="2562614"/>
            <a:ext cx="184252" cy="490813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02C2D44-8086-2D29-35B3-41CF950C1D12}"/>
              </a:ext>
            </a:extLst>
          </p:cNvPr>
          <p:cNvSpPr/>
          <p:nvPr/>
        </p:nvSpPr>
        <p:spPr>
          <a:xfrm>
            <a:off x="3308639" y="3430561"/>
            <a:ext cx="900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const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973D89E-FF8E-8103-D1E0-660B6873DBB9}"/>
              </a:ext>
            </a:extLst>
          </p:cNvPr>
          <p:cNvCxnSpPr>
            <a:stCxn id="30" idx="3"/>
            <a:endCxn id="9" idx="1"/>
          </p:cNvCxnSpPr>
          <p:nvPr/>
        </p:nvCxnSpPr>
        <p:spPr>
          <a:xfrm>
            <a:off x="4208639" y="3538561"/>
            <a:ext cx="184252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7294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34E8FE2-D635-D1A4-F363-34DFADAB4955}"/>
              </a:ext>
            </a:extLst>
          </p:cNvPr>
          <p:cNvSpPr/>
          <p:nvPr/>
        </p:nvSpPr>
        <p:spPr>
          <a:xfrm>
            <a:off x="5831820" y="359441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Operators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618FE73-0DBB-FD80-A94F-E674A0CCF743}"/>
              </a:ext>
            </a:extLst>
          </p:cNvPr>
          <p:cNvSpPr/>
          <p:nvPr/>
        </p:nvSpPr>
        <p:spPr>
          <a:xfrm>
            <a:off x="7545848" y="2523825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Relational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3651A97-AD29-FDF3-B8D2-1A6EAE40FD56}"/>
              </a:ext>
            </a:extLst>
          </p:cNvPr>
          <p:cNvSpPr/>
          <p:nvPr/>
        </p:nvSpPr>
        <p:spPr>
          <a:xfrm>
            <a:off x="7545848" y="29410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Logical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2CC350-4BF1-F591-D3FB-A873FC816A10}"/>
              </a:ext>
            </a:extLst>
          </p:cNvPr>
          <p:cNvSpPr/>
          <p:nvPr/>
        </p:nvSpPr>
        <p:spPr>
          <a:xfrm>
            <a:off x="7545848" y="380203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…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7C72FFE7-5562-6517-9080-EC1136B768F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121011"/>
            <a:ext cx="274028" cy="653406"/>
          </a:xfrm>
          <a:prstGeom prst="curvedConnector3">
            <a:avLst>
              <a:gd name="adj1" fmla="val 50000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F47B7E08-6D5E-58E3-3A20-A440F21583E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774417"/>
            <a:ext cx="274028" cy="20761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7F2AA59-8A00-FA90-6F4B-E7EA90F5BB6C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703825"/>
            <a:ext cx="274028" cy="1070592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49CE99-469D-501A-35ED-E89D24E50463}"/>
              </a:ext>
            </a:extLst>
          </p:cNvPr>
          <p:cNvSpPr/>
          <p:nvPr/>
        </p:nvSpPr>
        <p:spPr>
          <a:xfrm>
            <a:off x="7545848" y="337152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?: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9B4A48AD-800C-19A4-0C08-13530326CEA7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7271820" y="3551523"/>
            <a:ext cx="274028" cy="22289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424BBF2-9B91-552C-B029-95E13C51D5B8}"/>
              </a:ext>
            </a:extLst>
          </p:cNvPr>
          <p:cNvSpPr/>
          <p:nvPr/>
        </p:nvSpPr>
        <p:spPr>
          <a:xfrm>
            <a:off x="4117792" y="4024929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Arithmetic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B980C1E-AB8C-3095-4D21-1F5830FB0803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774417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3577F6F-B6B1-21BC-8E87-63291A058F93}"/>
              </a:ext>
            </a:extLst>
          </p:cNvPr>
          <p:cNvSpPr/>
          <p:nvPr/>
        </p:nvSpPr>
        <p:spPr>
          <a:xfrm>
            <a:off x="4117792" y="3163905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Assignment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975120A-C7F0-B4CE-A984-3C43441CF2F6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3343905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3CB156F-BF7C-2A1B-5E9E-B5FBA8236F1C}"/>
              </a:ext>
            </a:extLst>
          </p:cNvPr>
          <p:cNvSpPr/>
          <p:nvPr/>
        </p:nvSpPr>
        <p:spPr>
          <a:xfrm>
            <a:off x="2403764" y="2518137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BFA6601-E040-6F4E-928E-A0155D0C1A09}"/>
              </a:ext>
            </a:extLst>
          </p:cNvPr>
          <p:cNvSpPr/>
          <p:nvPr/>
        </p:nvSpPr>
        <p:spPr>
          <a:xfrm>
            <a:off x="2403764" y="29486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  +=  -=  *=  /=  %=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ED7A42E-1B36-26D9-F1F1-C99177C47FC1}"/>
              </a:ext>
            </a:extLst>
          </p:cNvPr>
          <p:cNvSpPr/>
          <p:nvPr/>
        </p:nvSpPr>
        <p:spPr>
          <a:xfrm>
            <a:off x="2403764" y="337916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==  !=  ===  !== 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0CB5302-960F-933E-A403-D35ABAB4693C}"/>
              </a:ext>
            </a:extLst>
          </p:cNvPr>
          <p:cNvSpPr/>
          <p:nvPr/>
        </p:nvSpPr>
        <p:spPr>
          <a:xfrm>
            <a:off x="2403764" y="380967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  -  *  /  %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91A87062-3FE8-5D85-C91B-216EE05868A0}"/>
              </a:ext>
            </a:extLst>
          </p:cNvPr>
          <p:cNvCxnSpPr>
            <a:cxnSpLocks/>
            <a:stCxn id="17" idx="3"/>
            <a:endCxn id="13" idx="1"/>
          </p:cNvCxnSpPr>
          <p:nvPr/>
        </p:nvCxnSpPr>
        <p:spPr>
          <a:xfrm>
            <a:off x="3843764" y="3128649"/>
            <a:ext cx="274028" cy="215256"/>
          </a:xfrm>
          <a:prstGeom prst="curvedConnector3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91F28CC5-C590-887A-0630-FF3180F60239}"/>
              </a:ext>
            </a:extLst>
          </p:cNvPr>
          <p:cNvCxnSpPr>
            <a:cxnSpLocks/>
            <a:stCxn id="19" idx="3"/>
            <a:endCxn id="11" idx="1"/>
          </p:cNvCxnSpPr>
          <p:nvPr/>
        </p:nvCxnSpPr>
        <p:spPr>
          <a:xfrm>
            <a:off x="3843764" y="3989673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54DFB43-097D-94B7-7B72-ED658C0642A0}"/>
              </a:ext>
            </a:extLst>
          </p:cNvPr>
          <p:cNvSpPr/>
          <p:nvPr/>
        </p:nvSpPr>
        <p:spPr>
          <a:xfrm>
            <a:off x="2403764" y="424018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++  --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76FA863-D9F5-BAE6-8C25-979BB6538F92}"/>
              </a:ext>
            </a:extLst>
          </p:cNvPr>
          <p:cNvSpPr/>
          <p:nvPr/>
        </p:nvSpPr>
        <p:spPr>
          <a:xfrm>
            <a:off x="7545848" y="42325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instanceOf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078EA255-9C01-A5B8-1591-7D79FD7F467F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7271820" y="3774417"/>
            <a:ext cx="274028" cy="63813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481DFCC-398B-CD20-5E79-D19AA46FE113}"/>
              </a:ext>
            </a:extLst>
          </p:cNvPr>
          <p:cNvSpPr/>
          <p:nvPr/>
        </p:nvSpPr>
        <p:spPr>
          <a:xfrm>
            <a:off x="7545848" y="4663062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C28FFC84-AC6E-748D-569A-3357FBAEE38F}"/>
              </a:ext>
            </a:extLst>
          </p:cNvPr>
          <p:cNvCxnSpPr>
            <a:cxnSpLocks/>
            <a:stCxn id="2" idx="3"/>
            <a:endCxn id="28" idx="1"/>
          </p:cNvCxnSpPr>
          <p:nvPr/>
        </p:nvCxnSpPr>
        <p:spPr>
          <a:xfrm>
            <a:off x="7271820" y="3774417"/>
            <a:ext cx="274028" cy="106864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4AEBBDB-BA5B-C006-5766-25AE5F4A7A63}"/>
              </a:ext>
            </a:extLst>
          </p:cNvPr>
          <p:cNvSpPr/>
          <p:nvPr/>
        </p:nvSpPr>
        <p:spPr>
          <a:xfrm>
            <a:off x="9259876" y="2523825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  &lt;=  &gt;  &gt;=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2CD4B-A2D8-F678-AAC6-954CF94B4AA9}"/>
              </a:ext>
            </a:extLst>
          </p:cNvPr>
          <p:cNvSpPr/>
          <p:nvPr/>
        </p:nvSpPr>
        <p:spPr>
          <a:xfrm>
            <a:off x="9259876" y="294101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&amp;&amp;  ||  !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4A0BB9E3-3DFD-7642-A46F-3B63D7898C5A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 flipV="1">
            <a:off x="3843764" y="4204929"/>
            <a:ext cx="274028" cy="215257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DF1E8885-D54A-2619-4CE0-0A58A96F63C3}"/>
              </a:ext>
            </a:extLst>
          </p:cNvPr>
          <p:cNvCxnSpPr>
            <a:cxnSpLocks/>
            <a:stCxn id="18" idx="3"/>
            <a:endCxn id="13" idx="1"/>
          </p:cNvCxnSpPr>
          <p:nvPr/>
        </p:nvCxnSpPr>
        <p:spPr>
          <a:xfrm flipV="1">
            <a:off x="3843764" y="3343905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FB5121F-CF40-86A0-E8CF-D9B45049AF30}"/>
              </a:ext>
            </a:extLst>
          </p:cNvPr>
          <p:cNvCxnSpPr>
            <a:stCxn id="3" idx="3"/>
            <a:endCxn id="32" idx="1"/>
          </p:cNvCxnSpPr>
          <p:nvPr/>
        </p:nvCxnSpPr>
        <p:spPr>
          <a:xfrm>
            <a:off x="8985848" y="2703825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4EEDF4C-47E4-08FE-0BEB-97D8611533D4}"/>
              </a:ext>
            </a:extLst>
          </p:cNvPr>
          <p:cNvCxnSpPr>
            <a:stCxn id="4" idx="3"/>
            <a:endCxn id="34" idx="1"/>
          </p:cNvCxnSpPr>
          <p:nvPr/>
        </p:nvCxnSpPr>
        <p:spPr>
          <a:xfrm>
            <a:off x="8985848" y="3121011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0437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9AA4-B815-414D-AA86-615930DA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010A144C-BF9E-88A6-1774-3754E473ED22}"/>
              </a:ext>
            </a:extLst>
          </p:cNvPr>
          <p:cNvSpPr/>
          <p:nvPr/>
        </p:nvSpPr>
        <p:spPr>
          <a:xfrm>
            <a:off x="5831820" y="308006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CCDF567-265B-465F-6B3C-21679D49E614}"/>
              </a:ext>
            </a:extLst>
          </p:cNvPr>
          <p:cNvSpPr/>
          <p:nvPr/>
        </p:nvSpPr>
        <p:spPr>
          <a:xfrm>
            <a:off x="7545848" y="243429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Arrow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75FAEDC-1573-21E6-B78B-724285A43BC6}"/>
              </a:ext>
            </a:extLst>
          </p:cNvPr>
          <p:cNvSpPr/>
          <p:nvPr/>
        </p:nvSpPr>
        <p:spPr>
          <a:xfrm>
            <a:off x="7545848" y="28648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Recursion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D448EB8-0D58-1DB1-2A56-2B90607E190F}"/>
              </a:ext>
            </a:extLst>
          </p:cNvPr>
          <p:cNvSpPr/>
          <p:nvPr/>
        </p:nvSpPr>
        <p:spPr>
          <a:xfrm>
            <a:off x="7545848" y="3725836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Pure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3E0E9ABF-6E01-E9A6-4536-E11B7E4E2F7E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044811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7F0CD408-56E4-E023-C01F-B0A0E5BEE479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260067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3378C62-36C4-BC90-A553-EFE96E0235AA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614299"/>
            <a:ext cx="274028" cy="64576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F736F5F-BB97-6D37-C3B9-B87ABF175165}"/>
              </a:ext>
            </a:extLst>
          </p:cNvPr>
          <p:cNvSpPr/>
          <p:nvPr/>
        </p:nvSpPr>
        <p:spPr>
          <a:xfrm>
            <a:off x="7545848" y="3295323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 IIFE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20401C2F-072C-B750-AD28-E3073F92F738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7271820" y="3260067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F947A2-8256-E018-9B57-36F633134D78}"/>
              </a:ext>
            </a:extLst>
          </p:cNvPr>
          <p:cNvSpPr/>
          <p:nvPr/>
        </p:nvSpPr>
        <p:spPr>
          <a:xfrm>
            <a:off x="4117792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Expression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727F40A0-E314-2D06-031F-4C608FCC162F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260066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ED28F3A-E0D6-F725-F635-3C5653121E8F}"/>
              </a:ext>
            </a:extLst>
          </p:cNvPr>
          <p:cNvSpPr/>
          <p:nvPr/>
        </p:nvSpPr>
        <p:spPr>
          <a:xfrm>
            <a:off x="4117792" y="2454614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Declaration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9241F83-70E0-CCA3-9070-0F3FD617232F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2634614"/>
            <a:ext cx="274028" cy="625453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454B736-D8D8-03E4-1B0F-311E40C8BEA5}"/>
              </a:ext>
            </a:extLst>
          </p:cNvPr>
          <p:cNvSpPr/>
          <p:nvPr/>
        </p:nvSpPr>
        <p:spPr>
          <a:xfrm>
            <a:off x="2403764" y="1573275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C8DAB47-E6E2-0AAF-CB8C-48FBE959E12B}"/>
              </a:ext>
            </a:extLst>
          </p:cNvPr>
          <p:cNvSpPr/>
          <p:nvPr/>
        </p:nvSpPr>
        <p:spPr>
          <a:xfrm>
            <a:off x="2403764" y="2003787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name 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27808B2-A4CA-44EC-8804-500B0010A5E8}"/>
              </a:ext>
            </a:extLst>
          </p:cNvPr>
          <p:cNvSpPr/>
          <p:nvPr/>
        </p:nvSpPr>
        <p:spPr>
          <a:xfrm>
            <a:off x="2403764" y="2434299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parameters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4DC65E0-32D9-D055-B092-32D1EB1232B1}"/>
              </a:ext>
            </a:extLst>
          </p:cNvPr>
          <p:cNvSpPr/>
          <p:nvPr/>
        </p:nvSpPr>
        <p:spPr>
          <a:xfrm>
            <a:off x="2403764" y="2864811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fn_body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EBA411E-6225-DAEF-602A-0046F234A747}"/>
              </a:ext>
            </a:extLst>
          </p:cNvPr>
          <p:cNvSpPr/>
          <p:nvPr/>
        </p:nvSpPr>
        <p:spPr>
          <a:xfrm>
            <a:off x="2403764" y="3295323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return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4C9EB533-6D86-9E00-FD62-2196893A0B2C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>
            <a:off x="3843764" y="1753275"/>
            <a:ext cx="274028" cy="881339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A1039E0D-199F-CDDA-C638-BABC05A7BA95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 flipV="1">
            <a:off x="3843764" y="2634614"/>
            <a:ext cx="274028" cy="840709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3C28179-AB04-2797-6559-7195850511F0}"/>
              </a:ext>
            </a:extLst>
          </p:cNvPr>
          <p:cNvSpPr/>
          <p:nvPr/>
        </p:nvSpPr>
        <p:spPr>
          <a:xfrm>
            <a:off x="2403764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const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49BBAEA-26EF-51EB-0157-ACD3985273FE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>
            <a:off x="3843764" y="3905836"/>
            <a:ext cx="274028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1160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565DE-F379-3157-A2D4-5758D2FC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1E3DD96-B906-3752-E1A5-AD3C1DC690DB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D390D7D-755E-F6F0-097F-A196B7F589D9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40C10CC-1E88-563A-36B4-F1F89E0872EC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6D92BE-0B56-F99F-073B-422C56768BEF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E99C4279-22C9-AC1D-E409-513421842A1B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A27EF11-7AE2-0E74-7C20-2D7B5225F61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F077FD2-F00D-75FC-B9C8-FEE26FE3E28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7A11491-5042-2A38-24F1-A017CBE9F7EE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DDD31F3-F289-A0FA-C458-13203F3B0437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25D92516-9BF3-A49B-C7DE-F00455CB05C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13DE909-D72B-E725-F1D7-C70F7051FB5B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1B97D3E-3F0F-9315-5C86-A1CE53171127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1963216-5012-4C34-2063-FC02AFC8F9C5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449E66CE-5372-6BF2-29CD-F827162879E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D5B20C1-5C3F-47E4-2D5B-3E7AA166B4D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93A01CC-564F-558C-C678-769DB4777A89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F1D64D4B-BCA0-38E8-272B-12DB979E5E64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F4DA6F8-83A2-123E-DC81-FEA11079B6D9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1AB01209-46E2-F700-8F6D-27ED8B52C337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251BD332-FBF8-B009-5696-755AFCBF71CE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1442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AE47-927B-F5A5-CAFA-AC16AF4F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2B52CCE-8130-3B49-1962-12950FC9907F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8425A87-1473-CA69-8DD6-FE442DA26B63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77DF7501-FB3A-ECF4-553E-AD543710128D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1E2C1FE-98C0-9878-FC69-9D5E164F8FBA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A409D3D7-E7E4-DA0F-9599-D31C982DC01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D1627B6-E45C-D12D-D6C5-6775F9760FA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0944126-5FB5-2507-E68B-9739238E8EB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B01049DC-8D3F-3178-D251-DA8C42BFC03F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8E46C2E-163E-1439-2DF8-FFDDD4640EEA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B38AA8FE-3C11-184B-9D0F-5FA3A82D4A9F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79D8125B-2580-7918-B99E-E0392B0ABC11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6C1AB90B-B13F-6571-439B-47462EF8AC89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6F832C2-D827-51B2-8CC7-784EB1D3B38C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1E91EABC-CC33-1534-AA85-D2F14FFCD50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F897BB2-B122-6EFE-AB4F-EBE978B1F67C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7EA5793-673C-0056-BD53-017078764D5B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8925D5E-3469-3CFC-F4A1-CC2E940D6670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FF63853-34F3-F503-06EF-1A4EFCBC7016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4A95C584-0549-55D1-E407-C026569F15E4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4A34405E-4816-5E33-B97D-003FD8338F5F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9DD1A4-0B06-81AD-266E-8FE06A9D57C5}"/>
              </a:ext>
            </a:extLst>
          </p:cNvPr>
          <p:cNvSpPr/>
          <p:nvPr/>
        </p:nvSpPr>
        <p:spPr>
          <a:xfrm>
            <a:off x="6750424" y="1873624"/>
            <a:ext cx="5047129" cy="3576917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</a:t>
            </a:r>
            <a:r>
              <a:rPr lang="zh-CN" altLang="en-US" sz="1200">
                <a:solidFill>
                  <a:srgbClr val="20BF6B"/>
                </a:solidFill>
                <a:latin typeface="Roboto" panose="02000000000000000000" pitchFamily="2" charset="0"/>
              </a:rPr>
              <a:t>‘</a:t>
            </a:r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closeModal’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C890D3C-4652-4282-E773-A99EB937E6A3}"/>
              </a:ext>
            </a:extLst>
          </p:cNvPr>
          <p:cNvSpPr/>
          <p:nvPr/>
        </p:nvSpPr>
        <p:spPr>
          <a:xfrm>
            <a:off x="6750423" y="3116027"/>
            <a:ext cx="5047128" cy="2334514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catch:tap=‘NULL’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98F2205-107F-0D61-B3CF-179046CD8A54}"/>
              </a:ext>
            </a:extLst>
          </p:cNvPr>
          <p:cNvSpPr txBox="1"/>
          <p:nvPr/>
        </p:nvSpPr>
        <p:spPr>
          <a:xfrm>
            <a:off x="11383595" y="3095927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20BF6B"/>
                </a:solidFill>
              </a:rPr>
              <a:t>x</a:t>
            </a:r>
            <a:endParaRPr lang="zh-CN" altLang="en-US">
              <a:solidFill>
                <a:srgbClr val="20BF6B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9B7D640-BE0E-86E7-7FCE-00C462E0FE01}"/>
              </a:ext>
            </a:extLst>
          </p:cNvPr>
          <p:cNvSpPr txBox="1"/>
          <p:nvPr/>
        </p:nvSpPr>
        <p:spPr>
          <a:xfrm>
            <a:off x="9403976" y="1407459"/>
            <a:ext cx="1678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bind:tap=‘closeModal’</a:t>
            </a:r>
          </a:p>
        </p:txBody>
      </p:sp>
    </p:spTree>
    <p:extLst>
      <p:ext uri="{BB962C8B-B14F-4D97-AF65-F5344CB8AC3E}">
        <p14:creationId xmlns:p14="http://schemas.microsoft.com/office/powerpoint/2010/main" val="34345370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BD8EE-BB6B-B1A6-37A6-AB9C93F5A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FD722D15-6144-EFA7-2DE0-74B1FEE530AC}"/>
              </a:ext>
            </a:extLst>
          </p:cNvPr>
          <p:cNvSpPr/>
          <p:nvPr/>
        </p:nvSpPr>
        <p:spPr>
          <a:xfrm>
            <a:off x="3307693" y="301566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Creational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BF046F7-7610-2181-40D9-E549363C7D3C}"/>
              </a:ext>
            </a:extLst>
          </p:cNvPr>
          <p:cNvSpPr/>
          <p:nvPr/>
        </p:nvSpPr>
        <p:spPr>
          <a:xfrm>
            <a:off x="5031248" y="2800413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Abstract Factory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C01D88-4E70-515D-5852-C37F63A049E6}"/>
              </a:ext>
            </a:extLst>
          </p:cNvPr>
          <p:cNvSpPr/>
          <p:nvPr/>
        </p:nvSpPr>
        <p:spPr>
          <a:xfrm>
            <a:off x="5031248" y="3230925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Builder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8130057-6A75-A691-40DC-763087E4EBF6}"/>
              </a:ext>
            </a:extLst>
          </p:cNvPr>
          <p:cNvSpPr/>
          <p:nvPr/>
        </p:nvSpPr>
        <p:spPr>
          <a:xfrm>
            <a:off x="5031248" y="4091950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Prototype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31BF8420-70AD-71EE-1F80-7957C5599660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47693" y="3195669"/>
            <a:ext cx="283555" cy="1076281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91BBDB8-A3E7-F260-872E-980C4D3B9C04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47694" y="298041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995B0DB-60EC-0C4C-4617-C54BC2980551}"/>
              </a:ext>
            </a:extLst>
          </p:cNvPr>
          <p:cNvSpPr/>
          <p:nvPr/>
        </p:nvSpPr>
        <p:spPr>
          <a:xfrm>
            <a:off x="5031248" y="3661437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6D378F06-1519-E041-41CF-BE87EC285C6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47693" y="3195669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65F3440-C982-1FC3-8191-862F5C57D0EE}"/>
              </a:ext>
            </a:extLst>
          </p:cNvPr>
          <p:cNvSpPr/>
          <p:nvPr/>
        </p:nvSpPr>
        <p:spPr>
          <a:xfrm>
            <a:off x="5031248" y="1943399"/>
            <a:ext cx="144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rgbClr val="EB3B5A"/>
                </a:solidFill>
                <a:latin typeface="Quicksand Light" panose="00000400000000000000" pitchFamily="2" charset="0"/>
              </a:rPr>
              <a:t>Singleton</a:t>
            </a:r>
            <a:endParaRPr lang="zh-CN" altLang="en-US" sz="1200" dirty="0">
              <a:solidFill>
                <a:srgbClr val="EB3B5A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D61C454-9202-1B09-8240-C337ABEB495C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47693" y="2123399"/>
            <a:ext cx="283555" cy="1072270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1D9845A-AE02-0033-70D7-30BCD4CD46E8}"/>
              </a:ext>
            </a:extLst>
          </p:cNvPr>
          <p:cNvSpPr/>
          <p:nvPr/>
        </p:nvSpPr>
        <p:spPr>
          <a:xfrm>
            <a:off x="5031248" y="2373912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Factory Method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14C59D97-02FE-0B11-7BA5-15A703FADA6C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47694" y="2553911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08EEE8E-7CF0-B242-32F3-BDA58B9024F6}"/>
              </a:ext>
            </a:extLst>
          </p:cNvPr>
          <p:cNvSpPr/>
          <p:nvPr/>
        </p:nvSpPr>
        <p:spPr>
          <a:xfrm>
            <a:off x="1584137" y="3446181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Pattern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E757A30-527F-B35A-ED9C-6AF596A8F036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3195669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73A534C-2219-72F1-ED9B-CD8BCBA6296C}"/>
              </a:ext>
            </a:extLst>
          </p:cNvPr>
          <p:cNvSpPr/>
          <p:nvPr/>
        </p:nvSpPr>
        <p:spPr>
          <a:xfrm>
            <a:off x="3307693" y="3446181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Structural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E3C2D4B-BFC1-DF37-9DFB-71FCD188F137}"/>
              </a:ext>
            </a:extLst>
          </p:cNvPr>
          <p:cNvSpPr/>
          <p:nvPr/>
        </p:nvSpPr>
        <p:spPr>
          <a:xfrm>
            <a:off x="3307693" y="3876693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Behavioral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878892AE-C66F-92CF-1780-29895604761C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626181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721C4A-805F-6837-0CA1-1D71033EE9DE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626181"/>
            <a:ext cx="283556" cy="0"/>
          </a:xfrm>
          <a:prstGeom prst="line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9EE7CC89-0809-B9AF-0E47-0023000E8E2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>
            <a:off x="4747694" y="3195669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543DDD5-F96F-EC15-6834-22235FAA5FCD}"/>
              </a:ext>
            </a:extLst>
          </p:cNvPr>
          <p:cNvSpPr txBox="1"/>
          <p:nvPr/>
        </p:nvSpPr>
        <p:spPr>
          <a:xfrm>
            <a:off x="6851826" y="1953032"/>
            <a:ext cx="1515287" cy="1171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1. Feature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2. Application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3. Implementation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4. Case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r>
              <a:rPr lang="zh-CN" altLang="en-US" sz="1200" dirty="0">
                <a:latin typeface="Quicksand Light" panose="00000400000000000000"/>
              </a:rPr>
              <a:t> </a:t>
            </a:r>
            <a:r>
              <a:rPr lang="en-US" altLang="zh-CN" sz="1200" dirty="0">
                <a:latin typeface="Quicksand Light" panose="00000400000000000000"/>
              </a:rPr>
              <a:t>Modal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BDF2696-DAE3-B481-B1D3-B161D689F660}"/>
              </a:ext>
            </a:extLst>
          </p:cNvPr>
          <p:cNvSpPr txBox="1"/>
          <p:nvPr/>
        </p:nvSpPr>
        <p:spPr>
          <a:xfrm>
            <a:off x="8230035" y="2516193"/>
            <a:ext cx="1625317" cy="89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Basic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Closure + IIFE</a:t>
            </a:r>
            <a:endParaRPr lang="en-US" altLang="zh-CN" sz="1200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Advance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Class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Experts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Module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DCDA7CB-0AA1-BBC5-F116-890CCB86D39F}"/>
              </a:ext>
            </a:extLst>
          </p:cNvPr>
          <p:cNvSpPr txBox="1"/>
          <p:nvPr/>
        </p:nvSpPr>
        <p:spPr>
          <a:xfrm>
            <a:off x="6499473" y="1953032"/>
            <a:ext cx="324128" cy="3407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EB3B5A"/>
                </a:solidFill>
                <a:latin typeface="Quicksand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23163911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CE4D4CF-0466-1DC3-08B4-9C28D4A64E27}"/>
              </a:ext>
            </a:extLst>
          </p:cNvPr>
          <p:cNvSpPr/>
          <p:nvPr/>
        </p:nvSpPr>
        <p:spPr>
          <a:xfrm>
            <a:off x="2622449" y="309461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仿宋" panose="02010609060101010101" pitchFamily="49" charset="-122"/>
              </a:rPr>
              <a:t>&lt;scroll-view&gt;</a:t>
            </a:r>
            <a:endParaRPr lang="zh-CN" altLang="en-US" sz="1200"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EE8E41B-FB18-64FF-0539-7D9127F8FC67}"/>
              </a:ext>
            </a:extLst>
          </p:cNvPr>
          <p:cNvSpPr/>
          <p:nvPr/>
        </p:nvSpPr>
        <p:spPr>
          <a:xfrm>
            <a:off x="5806701" y="2901283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699B4A-F636-A7C1-FB1E-69E3110ACB30}"/>
              </a:ext>
            </a:extLst>
          </p:cNvPr>
          <p:cNvSpPr/>
          <p:nvPr/>
        </p:nvSpPr>
        <p:spPr>
          <a:xfrm>
            <a:off x="4394575" y="4241749"/>
            <a:ext cx="108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垂直滚动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3EC0026-3C9E-C410-1B1D-25D54ACB2F10}"/>
              </a:ext>
            </a:extLst>
          </p:cNvPr>
          <p:cNvSpPr/>
          <p:nvPr/>
        </p:nvSpPr>
        <p:spPr>
          <a:xfrm>
            <a:off x="4394575" y="3094613"/>
            <a:ext cx="108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Quicksand Light" panose="00000400000000000000" pitchFamily="2" charset="0"/>
                <a:ea typeface="仿宋" panose="02010609060101010101" pitchFamily="49" charset="-122"/>
              </a:rPr>
              <a:t>水平滚动</a:t>
            </a: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9376DA1-2871-7B3F-3D7E-34DF204828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5474575" y="2104829"/>
            <a:ext cx="332126" cy="116978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3AF8529-84E5-3299-2E12-01B446E0607B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062449" y="3274613"/>
            <a:ext cx="332126" cy="0"/>
          </a:xfrm>
          <a:prstGeom prst="line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A81A049-32C6-0464-CB2F-FE666FC0CCAF}"/>
              </a:ext>
            </a:extLst>
          </p:cNvPr>
          <p:cNvSpPr/>
          <p:nvPr/>
        </p:nvSpPr>
        <p:spPr>
          <a:xfrm>
            <a:off x="5806701" y="2413056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容器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wrap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F07C0A6-7F4B-674A-E488-85EB77ABE14F}"/>
              </a:ext>
            </a:extLst>
          </p:cNvPr>
          <p:cNvSpPr/>
          <p:nvPr/>
        </p:nvSpPr>
        <p:spPr>
          <a:xfrm>
            <a:off x="5806701" y="1924829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enable-flex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9DE23DA-ADA0-B751-DD89-7669F999E79D}"/>
              </a:ext>
            </a:extLst>
          </p:cNvPr>
          <p:cNvSpPr/>
          <p:nvPr/>
        </p:nvSpPr>
        <p:spPr>
          <a:xfrm>
            <a:off x="5806701" y="3389510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行内块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inline-block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3E4ED18-20DE-9A2D-F3D6-31F089C7D92C}"/>
              </a:ext>
            </a:extLst>
          </p:cNvPr>
          <p:cNvSpPr/>
          <p:nvPr/>
        </p:nvSpPr>
        <p:spPr>
          <a:xfrm>
            <a:off x="5806701" y="3877737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网格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grid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D99A8B47-6D7E-2EA4-8359-4BD4F43E0B70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5474575" y="3274613"/>
            <a:ext cx="332126" cy="1271351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曲线 25">
            <a:extLst>
              <a:ext uri="{FF2B5EF4-FFF2-40B4-BE49-F238E27FC236}">
                <a16:creationId xmlns:a16="http://schemas.microsoft.com/office/drawing/2014/main" id="{46C1E541-71B5-21B2-7273-4EAC0DC70F03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4062449" y="3274613"/>
            <a:ext cx="332126" cy="114713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8C9255D-9B6B-1495-9667-75E062A30160}"/>
              </a:ext>
            </a:extLst>
          </p:cNvPr>
          <p:cNvSpPr/>
          <p:nvPr/>
        </p:nvSpPr>
        <p:spPr>
          <a:xfrm>
            <a:off x="4394575" y="5388885"/>
            <a:ext cx="1080000" cy="3600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导航</a:t>
            </a: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77355C97-960E-5F33-1A9D-C89E64984730}"/>
              </a:ext>
            </a:extLst>
          </p:cNvPr>
          <p:cNvCxnSpPr>
            <a:cxnSpLocks/>
            <a:stCxn id="31" idx="1"/>
            <a:endCxn id="2" idx="3"/>
          </p:cNvCxnSpPr>
          <p:nvPr/>
        </p:nvCxnSpPr>
        <p:spPr>
          <a:xfrm rot="10800000">
            <a:off x="4062449" y="3274613"/>
            <a:ext cx="332126" cy="2294272"/>
          </a:xfrm>
          <a:prstGeom prst="curvedConnector3">
            <a:avLst>
              <a:gd name="adj1" fmla="val 50000"/>
            </a:avLst>
          </a:prstGeom>
          <a:ln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804F753-E482-E059-B0E0-437F4CB1E50C}"/>
              </a:ext>
            </a:extLst>
          </p:cNvPr>
          <p:cNvSpPr/>
          <p:nvPr/>
        </p:nvSpPr>
        <p:spPr>
          <a:xfrm>
            <a:off x="5806701" y="5164768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一个滚动视图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F218F90-1527-32EF-A4D6-D219CF5B8F16}"/>
              </a:ext>
            </a:extLst>
          </p:cNvPr>
          <p:cNvSpPr/>
          <p:nvPr/>
        </p:nvSpPr>
        <p:spPr>
          <a:xfrm>
            <a:off x="5806701" y="5613003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二个滚动视图</a:t>
            </a: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07E7128-4DE2-E2DD-961D-C1575C1BBE3A}"/>
              </a:ext>
            </a:extLst>
          </p:cNvPr>
          <p:cNvCxnSpPr>
            <a:cxnSpLocks/>
            <a:stCxn id="31" idx="3"/>
            <a:endCxn id="4" idx="1"/>
          </p:cNvCxnSpPr>
          <p:nvPr/>
        </p:nvCxnSpPr>
        <p:spPr>
          <a:xfrm flipV="1">
            <a:off x="5474575" y="5344768"/>
            <a:ext cx="332126" cy="224117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5FD7AEAF-CD97-C450-BBC1-2641DC43007D}"/>
              </a:ext>
            </a:extLst>
          </p:cNvPr>
          <p:cNvCxnSpPr>
            <a:cxnSpLocks/>
            <a:stCxn id="31" idx="3"/>
            <a:endCxn id="5" idx="1"/>
          </p:cNvCxnSpPr>
          <p:nvPr/>
        </p:nvCxnSpPr>
        <p:spPr>
          <a:xfrm>
            <a:off x="5474575" y="5568885"/>
            <a:ext cx="332126" cy="224118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83E7043-36AC-CBD4-DF24-A727B7D0B0BD}"/>
              </a:ext>
            </a:extLst>
          </p:cNvPr>
          <p:cNvSpPr/>
          <p:nvPr/>
        </p:nvSpPr>
        <p:spPr>
          <a:xfrm>
            <a:off x="5806701" y="4365964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浮动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float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835481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CC09FE-D9D2-2E76-0948-E1F27A08C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340" y="1842866"/>
            <a:ext cx="2105319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1226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E06BA0C-6283-91C4-F4BA-E09E7F3139E7}"/>
              </a:ext>
            </a:extLst>
          </p:cNvPr>
          <p:cNvSpPr/>
          <p:nvPr/>
        </p:nvSpPr>
        <p:spPr>
          <a:xfrm>
            <a:off x="3681691" y="2836100"/>
            <a:ext cx="648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property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BF4DFA0-A45B-A793-3635-62C2BCB7B7E5}"/>
              </a:ext>
            </a:extLst>
          </p:cNvPr>
          <p:cNvSpPr txBox="1"/>
          <p:nvPr/>
        </p:nvSpPr>
        <p:spPr>
          <a:xfrm>
            <a:off x="3733800" y="2152650"/>
            <a:ext cx="1204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latin typeface="Quicksand Medium" panose="00000600000000000000" pitchFamily="2" charset="0"/>
              </a:rPr>
              <a:t>width : 1024px</a:t>
            </a:r>
            <a:endParaRPr lang="zh-CN" altLang="en-US" sz="12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7735414-9923-6A1B-5E08-61B1E5335642}"/>
              </a:ext>
            </a:extLst>
          </p:cNvPr>
          <p:cNvSpPr/>
          <p:nvPr/>
        </p:nvSpPr>
        <p:spPr>
          <a:xfrm>
            <a:off x="426589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7AAF0E5-DEEE-811D-1957-33B4BEA1BE4F}"/>
              </a:ext>
            </a:extLst>
          </p:cNvPr>
          <p:cNvSpPr/>
          <p:nvPr/>
        </p:nvSpPr>
        <p:spPr>
          <a:xfrm>
            <a:off x="451354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unit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3AA0F72-759C-7EAB-A6C6-60FEE7FFD186}"/>
              </a:ext>
            </a:extLst>
          </p:cNvPr>
          <p:cNvCxnSpPr>
            <a:cxnSpLocks/>
          </p:cNvCxnSpPr>
          <p:nvPr/>
        </p:nvCxnSpPr>
        <p:spPr>
          <a:xfrm flipV="1">
            <a:off x="4003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A908F67-2343-A19C-6EA2-70D4CBB6210B}"/>
              </a:ext>
            </a:extLst>
          </p:cNvPr>
          <p:cNvCxnSpPr>
            <a:cxnSpLocks/>
          </p:cNvCxnSpPr>
          <p:nvPr/>
        </p:nvCxnSpPr>
        <p:spPr>
          <a:xfrm flipV="1">
            <a:off x="451789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F2B6BAE4-E058-A8A3-0AAE-176FEB20EE1B}"/>
              </a:ext>
            </a:extLst>
          </p:cNvPr>
          <p:cNvCxnSpPr>
            <a:cxnSpLocks/>
          </p:cNvCxnSpPr>
          <p:nvPr/>
        </p:nvCxnSpPr>
        <p:spPr>
          <a:xfrm flipV="1">
            <a:off x="4765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1913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481C25A-EE58-E557-3B67-41F016242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25" y="0"/>
            <a:ext cx="2857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03401AF-CDFA-3EC0-CE8F-7BD432B866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29966"/>
              </p:ext>
            </p:extLst>
          </p:nvPr>
        </p:nvGraphicFramePr>
        <p:xfrm>
          <a:off x="6429983" y="-1"/>
          <a:ext cx="1934088" cy="6858000"/>
        </p:xfrm>
        <a:graphic>
          <a:graphicData uri="http://schemas.openxmlformats.org/drawingml/2006/table">
            <a:tbl>
              <a:tblPr firstRow="1" bandRow="1"/>
              <a:tblGrid>
                <a:gridCol w="644696">
                  <a:extLst>
                    <a:ext uri="{9D8B030D-6E8A-4147-A177-3AD203B41FA5}">
                      <a16:colId xmlns:a16="http://schemas.microsoft.com/office/drawing/2014/main" val="2989342476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228720094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3621712086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4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150*3600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83134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5247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970477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83058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95445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70187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30394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49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20769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53816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478938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0261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72046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825592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0379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292786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0200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218137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64504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775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40649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662032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41615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139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68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1200" dirty="0" smtClean="0">
            <a:latin typeface="Courier New" panose="02070309020205020404" pitchFamily="49" charset="0"/>
            <a:ea typeface="微软雅黑" panose="020B0503020204020204" pitchFamily="34" charset="-122"/>
            <a:cs typeface="Courier New" panose="020703090202050204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2607</TotalTime>
  <Words>712</Words>
  <Application>Microsoft Office PowerPoint</Application>
  <PresentationFormat>宽屏</PresentationFormat>
  <Paragraphs>422</Paragraphs>
  <Slides>31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44" baseType="lpstr">
      <vt:lpstr>Great Vibes</vt:lpstr>
      <vt:lpstr>Quicksand</vt:lpstr>
      <vt:lpstr>Quicksand Light</vt:lpstr>
      <vt:lpstr>Quicksand Medium</vt:lpstr>
      <vt:lpstr>等线</vt:lpstr>
      <vt:lpstr>等线 Light</vt:lpstr>
      <vt:lpstr>微软雅黑</vt:lpstr>
      <vt:lpstr>禹卫行书字体</vt:lpstr>
      <vt:lpstr>Arial</vt:lpstr>
      <vt:lpstr>Courier New</vt:lpstr>
      <vt:lpstr>Poppins</vt:lpstr>
      <vt:lpstr>Roboto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glpla.github.io</dc:creator>
  <cp:lastModifiedBy>cn plaman</cp:lastModifiedBy>
  <cp:revision>216</cp:revision>
  <dcterms:created xsi:type="dcterms:W3CDTF">2024-09-22T03:10:12Z</dcterms:created>
  <dcterms:modified xsi:type="dcterms:W3CDTF">2025-10-19T03:52:05Z</dcterms:modified>
</cp:coreProperties>
</file>
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89" r:id="rId3"/>
    <p:sldId id="290" r:id="rId4"/>
    <p:sldId id="258" r:id="rId5"/>
    <p:sldId id="259" r:id="rId6"/>
    <p:sldId id="260" r:id="rId7"/>
    <p:sldId id="269" r:id="rId8"/>
    <p:sldId id="261" r:id="rId9"/>
    <p:sldId id="262" r:id="rId10"/>
    <p:sldId id="263" r:id="rId11"/>
    <p:sldId id="265" r:id="rId12"/>
    <p:sldId id="266" r:id="rId13"/>
    <p:sldId id="267" r:id="rId14"/>
    <p:sldId id="273" r:id="rId15"/>
    <p:sldId id="271" r:id="rId16"/>
    <p:sldId id="268" r:id="rId17"/>
    <p:sldId id="281" r:id="rId18"/>
    <p:sldId id="282" r:id="rId19"/>
    <p:sldId id="283" r:id="rId20"/>
    <p:sldId id="284" r:id="rId21"/>
    <p:sldId id="274" r:id="rId22"/>
    <p:sldId id="276" r:id="rId23"/>
    <p:sldId id="277" r:id="rId24"/>
    <p:sldId id="278" r:id="rId25"/>
    <p:sldId id="279" r:id="rId26"/>
    <p:sldId id="285" r:id="rId27"/>
    <p:sldId id="280" r:id="rId28"/>
    <p:sldId id="264" r:id="rId29"/>
    <p:sldId id="272" r:id="rId30"/>
    <p:sldId id="256" r:id="rId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BFD1"/>
    <a:srgbClr val="E53A58"/>
    <a:srgbClr val="20BD6A"/>
    <a:srgbClr val="EB3B5A"/>
    <a:srgbClr val="20BF6B"/>
    <a:srgbClr val="3DC0D2"/>
    <a:srgbClr val="5891C5"/>
    <a:srgbClr val="A9D18E"/>
    <a:srgbClr val="3DC1D3"/>
    <a:srgbClr val="FB9B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2025/11/21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&lt;thead&gt;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&lt;tbody&gt;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&lt;tfoot&gt;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&lt;th&gt;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611582" y="327228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&lt;form&gt;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927709" y="2890560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&lt;label&gt;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927709" y="22500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&lt;input&gt;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927709" y="37800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&lt;textarea&gt;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927709" y="47116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&lt;button&gt;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4988680" y="1998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4988680" y="2250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4988680" y="3276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4988680" y="3528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4988680" y="4711650"/>
            <a:ext cx="90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998560"/>
            <a:ext cx="236127" cy="381720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380280"/>
            <a:ext cx="236127" cy="50772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380280"/>
            <a:ext cx="236127" cy="143937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358000"/>
            <a:ext cx="236127" cy="102228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106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27710" y="2358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384000"/>
            <a:ext cx="160971" cy="504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09626C45-BBC6-47DC-7646-AF112E30BD5E}"/>
              </a:ext>
            </a:extLst>
          </p:cNvPr>
          <p:cNvCxnSpPr>
            <a:cxnSpLocks/>
            <a:stCxn id="101" idx="1"/>
            <a:endCxn id="5" idx="3"/>
          </p:cNvCxnSpPr>
          <p:nvPr/>
        </p:nvCxnSpPr>
        <p:spPr>
          <a:xfrm rot="10800000">
            <a:off x="4827709" y="3888000"/>
            <a:ext cx="160970" cy="252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4988680" y="2502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4988680" y="2890560"/>
            <a:ext cx="900000" cy="216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for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057780" y="1620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text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057780" y="1872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password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057780" y="2124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radio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1728000"/>
            <a:ext cx="169100" cy="378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5727ED6B-E94F-5BBD-2645-A22F1B3616AA}"/>
              </a:ext>
            </a:extLst>
          </p:cNvPr>
          <p:cNvCxnSpPr>
            <a:cxnSpLocks/>
            <a:stCxn id="7" idx="3"/>
            <a:endCxn id="27" idx="1"/>
          </p:cNvCxnSpPr>
          <p:nvPr/>
        </p:nvCxnSpPr>
        <p:spPr>
          <a:xfrm>
            <a:off x="5888680" y="2106000"/>
            <a:ext cx="169100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27709" y="4819650"/>
            <a:ext cx="160971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27709" y="2998560"/>
            <a:ext cx="160971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27709" y="2358000"/>
            <a:ext cx="16097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6866970" y="1619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4988680" y="3780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096000" y="4459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submit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096000" y="4711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reset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096000" y="4963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button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AD81138-BEF5-5730-C7E8-69B7F57D6411}"/>
              </a:ext>
            </a:extLst>
          </p:cNvPr>
          <p:cNvCxnSpPr>
            <a:cxnSpLocks/>
            <a:stCxn id="11" idx="3"/>
            <a:endCxn id="63" idx="1"/>
          </p:cNvCxnSpPr>
          <p:nvPr/>
        </p:nvCxnSpPr>
        <p:spPr>
          <a:xfrm>
            <a:off x="5888680" y="4819650"/>
            <a:ext cx="207320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stCxn id="62" idx="1"/>
            <a:endCxn id="11" idx="3"/>
          </p:cNvCxnSpPr>
          <p:nvPr/>
        </p:nvCxnSpPr>
        <p:spPr>
          <a:xfrm rot="10800000" flipV="1">
            <a:off x="5888680" y="4567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stCxn id="64" idx="1"/>
            <a:endCxn id="11" idx="3"/>
          </p:cNvCxnSpPr>
          <p:nvPr/>
        </p:nvCxnSpPr>
        <p:spPr>
          <a:xfrm rot="10800000">
            <a:off x="5888680" y="4819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6866970" y="2123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6866970" y="262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hidden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6866970" y="2375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6866970" y="136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4988679" y="4032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27709" y="3888000"/>
            <a:ext cx="160970" cy="5112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C588CD9F-21AB-BD77-5679-38D1DCB1886E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827710" y="3636000"/>
            <a:ext cx="160971" cy="2520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049650" y="2376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checkbox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6866970" y="1871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CBE13B43-0D4E-B2FD-031A-84674066221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1980000"/>
            <a:ext cx="169100" cy="126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2106000"/>
            <a:ext cx="160970" cy="378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927708" y="5113863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&lt;select&gt;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4988679" y="5119485"/>
            <a:ext cx="900000" cy="216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&lt;option&gt;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691582" y="3380280"/>
            <a:ext cx="236126" cy="1841583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0C63155-C7C4-547C-CBE0-9D0EA7EE8B52}"/>
              </a:ext>
            </a:extLst>
          </p:cNvPr>
          <p:cNvCxnSpPr>
            <a:stCxn id="12" idx="3"/>
            <a:endCxn id="21" idx="1"/>
          </p:cNvCxnSpPr>
          <p:nvPr/>
        </p:nvCxnSpPr>
        <p:spPr>
          <a:xfrm>
            <a:off x="4827708" y="5221863"/>
            <a:ext cx="160971" cy="5622"/>
          </a:xfrm>
          <a:prstGeom prst="line">
            <a:avLst/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4988679" y="42912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F854D6C-16BF-D7A9-DA69-C3AFB8FC137B}"/>
              </a:ext>
            </a:extLst>
          </p:cNvPr>
          <p:cNvCxnSpPr>
            <a:stCxn id="5" idx="3"/>
            <a:endCxn id="58" idx="1"/>
          </p:cNvCxnSpPr>
          <p:nvPr/>
        </p:nvCxnSpPr>
        <p:spPr>
          <a:xfrm>
            <a:off x="4827709" y="3888000"/>
            <a:ext cx="16097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00ADA2C-CE4D-12A0-0817-D564DCFC3109}"/>
              </a:ext>
            </a:extLst>
          </p:cNvPr>
          <p:cNvCxnSpPr>
            <a:stCxn id="27" idx="3"/>
            <a:endCxn id="72" idx="1"/>
          </p:cNvCxnSpPr>
          <p:nvPr/>
        </p:nvCxnSpPr>
        <p:spPr>
          <a:xfrm flipV="1">
            <a:off x="6777780" y="2231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23440AD-FF8B-8C27-8FD7-66B27F2159C2}"/>
              </a:ext>
            </a:extLst>
          </p:cNvPr>
          <p:cNvCxnSpPr>
            <a:cxnSpLocks/>
            <a:stCxn id="108" idx="3"/>
            <a:endCxn id="73" idx="1"/>
          </p:cNvCxnSpPr>
          <p:nvPr/>
        </p:nvCxnSpPr>
        <p:spPr>
          <a:xfrm>
            <a:off x="6769650" y="2484000"/>
            <a:ext cx="97320" cy="2519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2537ED9D-A966-4186-B6EA-7DFF40C6A6BA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6777780" y="1475950"/>
            <a:ext cx="89190" cy="2520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06F786CE-CB00-37D5-6948-3AE8D93F996C}"/>
              </a:ext>
            </a:extLst>
          </p:cNvPr>
          <p:cNvCxnSpPr>
            <a:cxnSpLocks/>
            <a:stCxn id="26" idx="3"/>
            <a:endCxn id="116" idx="1"/>
          </p:cNvCxnSpPr>
          <p:nvPr/>
        </p:nvCxnSpPr>
        <p:spPr>
          <a:xfrm flipV="1">
            <a:off x="6777780" y="1979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Multimedia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&lt;svg&gt;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&lt;picture&gt;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alt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title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&lt;Img&gt;…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&lt;source&gt;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&lt;canvas&gt;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&lt;video&gt;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&lt;audio&gt;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autoplay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controls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loop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muted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preload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hidden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poster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44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background-repeat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44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Background-color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44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background-img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44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background-position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137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196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573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44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background-size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2949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44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background-clip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137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44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background-origin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137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440000" cy="216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background-attachment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137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927709" y="3694457"/>
            <a:ext cx="936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927709" y="2237109"/>
            <a:ext cx="936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detailsView.vue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4988680" y="2965783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cart.js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863710" y="3073783"/>
            <a:ext cx="124971" cy="72867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863709" y="2345109"/>
            <a:ext cx="124971" cy="728674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getLists()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431383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73783"/>
            <a:ext cx="169100" cy="96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738400" y="2055600"/>
            <a:ext cx="189309" cy="289509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clearCarts()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6738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73783"/>
            <a:ext cx="160970" cy="360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addToCarts()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730400" y="1947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730400" y="2237109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goodSelected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730400" y="2523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addToCarts()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738400" y="2345109"/>
            <a:ext cx="189309" cy="286491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738400" y="2345109"/>
            <a:ext cx="18930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730400" y="2946554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730400" y="3245715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selectedLists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730400" y="3544876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isAll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730400" y="3844037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730400" y="4143198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totalPrice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730400" y="4442359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discountPrice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738400" y="3054554"/>
            <a:ext cx="189309" cy="74790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738400" y="3353715"/>
            <a:ext cx="189309" cy="44874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738400" y="3802457"/>
            <a:ext cx="189309" cy="74790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738400" y="3652876"/>
            <a:ext cx="189309" cy="14958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738400" y="3802457"/>
            <a:ext cx="189309" cy="44874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738400" y="3802457"/>
            <a:ext cx="189309" cy="14958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Normal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Iterator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Subtotal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Sort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static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instance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Data type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Primitives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Reference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Object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Function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Conversion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2617</TotalTime>
  <Words>623</Words>
  <Application>Microsoft Office PowerPoint</Application>
  <PresentationFormat>宽屏</PresentationFormat>
  <Paragraphs>385</Paragraphs>
  <Slides>30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2" baseType="lpstr">
      <vt:lpstr>Great Vibes</vt:lpstr>
      <vt:lpstr>Quicksand</vt:lpstr>
      <vt:lpstr>Quicksand Light</vt:lpstr>
      <vt:lpstr>Quicksand Medium</vt:lpstr>
      <vt:lpstr>等线</vt:lpstr>
      <vt:lpstr>等线 Light</vt:lpstr>
      <vt:lpstr>禹卫行书字体</vt:lpstr>
      <vt:lpstr>Arial</vt:lpstr>
      <vt:lpstr>Poppins</vt:lpstr>
      <vt:lpstr>Roboto</vt:lpstr>
      <vt:lpstr>微软雅黑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223</cp:revision>
  <dcterms:created xsi:type="dcterms:W3CDTF">2024-09-22T03:10:12Z</dcterms:created>
  <dcterms:modified xsi:type="dcterms:W3CDTF">2025-11-21T10:41:49Z</dcterms:modified>
</cp:coreProperties>
</file>
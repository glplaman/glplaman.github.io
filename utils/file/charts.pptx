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9" r:id="rId3"/>
    <p:sldId id="290" r:id="rId4"/>
    <p:sldId id="286" r:id="rId5"/>
    <p:sldId id="287" r:id="rId6"/>
    <p:sldId id="288" r:id="rId7"/>
    <p:sldId id="258" r:id="rId8"/>
    <p:sldId id="259" r:id="rId9"/>
    <p:sldId id="260" r:id="rId10"/>
    <p:sldId id="269" r:id="rId11"/>
    <p:sldId id="261" r:id="rId12"/>
    <p:sldId id="262" r:id="rId13"/>
    <p:sldId id="263" r:id="rId14"/>
    <p:sldId id="265" r:id="rId15"/>
    <p:sldId id="266" r:id="rId16"/>
    <p:sldId id="267" r:id="rId17"/>
    <p:sldId id="273" r:id="rId18"/>
    <p:sldId id="271" r:id="rId19"/>
    <p:sldId id="268" r:id="rId20"/>
    <p:sldId id="281" r:id="rId21"/>
    <p:sldId id="282" r:id="rId22"/>
    <p:sldId id="283" r:id="rId23"/>
    <p:sldId id="284" r:id="rId24"/>
    <p:sldId id="274" r:id="rId25"/>
    <p:sldId id="276" r:id="rId26"/>
    <p:sldId id="277" r:id="rId27"/>
    <p:sldId id="278" r:id="rId28"/>
    <p:sldId id="279" r:id="rId29"/>
    <p:sldId id="285" r:id="rId30"/>
    <p:sldId id="280" r:id="rId31"/>
    <p:sldId id="264" r:id="rId32"/>
    <p:sldId id="272" r:id="rId33"/>
    <p:sldId id="256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BFD1"/>
    <a:srgbClr val="E53A58"/>
    <a:srgbClr val="20BD6A"/>
    <a:srgbClr val="EB3B5A"/>
    <a:srgbClr val="20BF6B"/>
    <a:srgbClr val="3DC0D2"/>
    <a:srgbClr val="5891C5"/>
    <a:srgbClr val="A9D18E"/>
    <a:srgbClr val="3DC1D3"/>
    <a:srgbClr val="FB9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ACE99-59B0-D2A0-7D0D-F12E4D9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A1617AA-3BC5-A6C2-7966-463E2BC3AC46}"/>
              </a:ext>
            </a:extLst>
          </p:cNvPr>
          <p:cNvSpPr/>
          <p:nvPr/>
        </p:nvSpPr>
        <p:spPr>
          <a:xfrm>
            <a:off x="3307693" y="2719832"/>
            <a:ext cx="1440000" cy="36000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Port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D801BA9-9C6A-24D0-E174-E3604316CB49}"/>
              </a:ext>
            </a:extLst>
          </p:cNvPr>
          <p:cNvSpPr/>
          <p:nvPr/>
        </p:nvSpPr>
        <p:spPr>
          <a:xfrm>
            <a:off x="5031248" y="3132107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Congestion 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7D33566-285E-1CCB-5E98-A8DFB5DC5691}"/>
              </a:ext>
            </a:extLst>
          </p:cNvPr>
          <p:cNvSpPr/>
          <p:nvPr/>
        </p:nvSpPr>
        <p:spPr>
          <a:xfrm>
            <a:off x="5031248" y="3562619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Three-Way Handshake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05996E1-56AA-82E7-6CF1-E2487C38B700}"/>
              </a:ext>
            </a:extLst>
          </p:cNvPr>
          <p:cNvSpPr/>
          <p:nvPr/>
        </p:nvSpPr>
        <p:spPr>
          <a:xfrm>
            <a:off x="5031248" y="4665692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40667B24-5AC7-5F2E-7021-EBB90191C191}"/>
              </a:ext>
            </a:extLst>
          </p:cNvPr>
          <p:cNvCxnSpPr>
            <a:cxnSpLocks/>
            <a:stCxn id="3" idx="1"/>
            <a:endCxn id="16" idx="3"/>
          </p:cNvCxnSpPr>
          <p:nvPr/>
        </p:nvCxnSpPr>
        <p:spPr>
          <a:xfrm rot="10800000" flipV="1">
            <a:off x="4747694" y="3312107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8EFE3ED-A618-B1ED-5F36-94CB8F38355F}"/>
              </a:ext>
            </a:extLst>
          </p:cNvPr>
          <p:cNvSpPr/>
          <p:nvPr/>
        </p:nvSpPr>
        <p:spPr>
          <a:xfrm>
            <a:off x="5031248" y="3993131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56D54B0A-0C00-1FA5-AA24-AB208E9F3E39}"/>
              </a:ext>
            </a:extLst>
          </p:cNvPr>
          <p:cNvCxnSpPr>
            <a:cxnSpLocks/>
            <a:stCxn id="16" idx="3"/>
            <a:endCxn id="9" idx="1"/>
          </p:cNvCxnSpPr>
          <p:nvPr/>
        </p:nvCxnSpPr>
        <p:spPr>
          <a:xfrm>
            <a:off x="4747693" y="3527363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D181E9B-9708-8757-6641-0EC70B8857D3}"/>
              </a:ext>
            </a:extLst>
          </p:cNvPr>
          <p:cNvSpPr/>
          <p:nvPr/>
        </p:nvSpPr>
        <p:spPr>
          <a:xfrm>
            <a:off x="5031248" y="2705606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Traffic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94161A20-9CEA-26C5-90F1-7284ECA5C704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rot="10800000" flipV="1">
            <a:off x="4747694" y="2885605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6587821-DD92-9679-7756-3E8C2C8D118E}"/>
              </a:ext>
            </a:extLst>
          </p:cNvPr>
          <p:cNvSpPr/>
          <p:nvPr/>
        </p:nvSpPr>
        <p:spPr>
          <a:xfrm>
            <a:off x="1584137" y="334736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Transport Layer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6589FE98-C76F-3ED9-8AB2-A810BAC61631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2899832"/>
            <a:ext cx="283556" cy="627531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4F8D70D-848F-8E10-57D5-0246D0F22858}"/>
              </a:ext>
            </a:extLst>
          </p:cNvPr>
          <p:cNvSpPr/>
          <p:nvPr/>
        </p:nvSpPr>
        <p:spPr>
          <a:xfrm>
            <a:off x="3307693" y="3347363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TCP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1530229-6710-AE17-7125-34E7C102D265}"/>
              </a:ext>
            </a:extLst>
          </p:cNvPr>
          <p:cNvSpPr/>
          <p:nvPr/>
        </p:nvSpPr>
        <p:spPr>
          <a:xfrm>
            <a:off x="3307693" y="4665692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UDP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983C1AC8-3735-FBF8-1D52-F46340D06312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527363"/>
            <a:ext cx="283556" cy="131832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D7B110E-78A0-DA3F-A295-242686C8DE59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527363"/>
            <a:ext cx="283556" cy="0"/>
          </a:xfrm>
          <a:prstGeom prst="line">
            <a:avLst/>
          </a:prstGeom>
          <a:ln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3CE98D71-068D-12E4-6351-5662457FF6EF}"/>
              </a:ext>
            </a:extLst>
          </p:cNvPr>
          <p:cNvCxnSpPr>
            <a:cxnSpLocks/>
            <a:stCxn id="4" idx="1"/>
            <a:endCxn id="16" idx="3"/>
          </p:cNvCxnSpPr>
          <p:nvPr/>
        </p:nvCxnSpPr>
        <p:spPr>
          <a:xfrm rot="10800000">
            <a:off x="4747694" y="352736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26F0BAC-FA81-5F6F-B924-707A50D906C4}"/>
              </a:ext>
            </a:extLst>
          </p:cNvPr>
          <p:cNvSpPr/>
          <p:nvPr/>
        </p:nvSpPr>
        <p:spPr>
          <a:xfrm>
            <a:off x="7102100" y="3562619"/>
            <a:ext cx="1800000" cy="360000"/>
          </a:xfrm>
          <a:prstGeom prst="roundRect">
            <a:avLst/>
          </a:prstGeom>
          <a:noFill/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469945C-7541-0506-CC16-F8088F979CF3}"/>
              </a:ext>
            </a:extLst>
          </p:cNvPr>
          <p:cNvCxnSpPr>
            <a:stCxn id="19" idx="3"/>
            <a:endCxn id="5" idx="1"/>
          </p:cNvCxnSpPr>
          <p:nvPr/>
        </p:nvCxnSpPr>
        <p:spPr>
          <a:xfrm>
            <a:off x="4747693" y="4845692"/>
            <a:ext cx="283555" cy="0"/>
          </a:xfrm>
          <a:prstGeom prst="line">
            <a:avLst/>
          </a:prstGeom>
          <a:ln>
            <a:solidFill>
              <a:srgbClr val="20BD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707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80FF363-BC0E-F513-0462-96F884DB1FDC}"/>
              </a:ext>
            </a:extLst>
          </p:cNvPr>
          <p:cNvCxnSpPr>
            <a:cxnSpLocks/>
          </p:cNvCxnSpPr>
          <p:nvPr/>
        </p:nvCxnSpPr>
        <p:spPr>
          <a:xfrm>
            <a:off x="3851142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2E1B91C-93FA-1433-6508-4A43CD8D807B}"/>
              </a:ext>
            </a:extLst>
          </p:cNvPr>
          <p:cNvCxnSpPr>
            <a:cxnSpLocks/>
          </p:cNvCxnSpPr>
          <p:nvPr/>
        </p:nvCxnSpPr>
        <p:spPr>
          <a:xfrm>
            <a:off x="7298041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A3720D08-6F14-38E6-12AA-2F942A367B46}"/>
              </a:ext>
            </a:extLst>
          </p:cNvPr>
          <p:cNvSpPr txBox="1"/>
          <p:nvPr/>
        </p:nvSpPr>
        <p:spPr>
          <a:xfrm>
            <a:off x="3387554" y="1885950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Bob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D2F0C1-4F48-4565-097F-21C3E7248276}"/>
              </a:ext>
            </a:extLst>
          </p:cNvPr>
          <p:cNvSpPr txBox="1"/>
          <p:nvPr/>
        </p:nvSpPr>
        <p:spPr>
          <a:xfrm>
            <a:off x="7298041" y="188595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Alice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AB7995F-7501-3414-56E0-2CC9D159BB4D}"/>
              </a:ext>
            </a:extLst>
          </p:cNvPr>
          <p:cNvSpPr txBox="1"/>
          <p:nvPr/>
        </p:nvSpPr>
        <p:spPr>
          <a:xfrm>
            <a:off x="3855211" y="2238375"/>
            <a:ext cx="3438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I would like to talk to you,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90B4BF5-F870-456B-089B-598433C770CC}"/>
              </a:ext>
            </a:extLst>
          </p:cNvPr>
          <p:cNvSpPr txBox="1"/>
          <p:nvPr/>
        </p:nvSpPr>
        <p:spPr>
          <a:xfrm>
            <a:off x="4552518" y="3614738"/>
            <a:ext cx="20441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let’s talk. Bob.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D5DC4C4-2CE4-FDE6-CB90-80F89118B614}"/>
              </a:ext>
            </a:extLst>
          </p:cNvPr>
          <p:cNvSpPr txBox="1"/>
          <p:nvPr/>
        </p:nvSpPr>
        <p:spPr>
          <a:xfrm>
            <a:off x="4506030" y="4991100"/>
            <a:ext cx="2137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thank you.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2FF09AF-22D3-1EEF-0F0D-F8D9ECD231A4}"/>
              </a:ext>
            </a:extLst>
          </p:cNvPr>
          <p:cNvCxnSpPr>
            <a:cxnSpLocks/>
          </p:cNvCxnSpPr>
          <p:nvPr/>
        </p:nvCxnSpPr>
        <p:spPr>
          <a:xfrm>
            <a:off x="4057649" y="2515374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3A9630C-36DC-3779-A1FB-26718B3A1CA9}"/>
              </a:ext>
            </a:extLst>
          </p:cNvPr>
          <p:cNvCxnSpPr>
            <a:cxnSpLocks/>
          </p:cNvCxnSpPr>
          <p:nvPr/>
        </p:nvCxnSpPr>
        <p:spPr>
          <a:xfrm>
            <a:off x="4057649" y="5268099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2A8D5AF9-308A-50B4-85CD-E6F7CC8B17FA}"/>
              </a:ext>
            </a:extLst>
          </p:cNvPr>
          <p:cNvCxnSpPr>
            <a:cxnSpLocks/>
          </p:cNvCxnSpPr>
          <p:nvPr/>
        </p:nvCxnSpPr>
        <p:spPr>
          <a:xfrm flipH="1">
            <a:off x="4057649" y="3891737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5C08739-91CB-D562-5989-E9C9A2D2D7E1}"/>
              </a:ext>
            </a:extLst>
          </p:cNvPr>
          <p:cNvSpPr txBox="1"/>
          <p:nvPr/>
        </p:nvSpPr>
        <p:spPr>
          <a:xfrm>
            <a:off x="4708010" y="2515374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SEQ#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9C4F885-BE5F-6D59-AA52-9C5CABD19E92}"/>
              </a:ext>
            </a:extLst>
          </p:cNvPr>
          <p:cNvSpPr txBox="1"/>
          <p:nvPr/>
        </p:nvSpPr>
        <p:spPr>
          <a:xfrm>
            <a:off x="4289626" y="3891737"/>
            <a:ext cx="24160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ACK = 1, ACK#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BE984-67D0-C6C5-9B64-118FE70B19C4}"/>
              </a:ext>
            </a:extLst>
          </p:cNvPr>
          <p:cNvSpPr txBox="1"/>
          <p:nvPr/>
        </p:nvSpPr>
        <p:spPr>
          <a:xfrm>
            <a:off x="4661523" y="5268099"/>
            <a:ext cx="1672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ACK = 1, SEQ# 11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6F333424-1B0A-FC44-A9BD-30232A0B4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542" y="887595"/>
            <a:ext cx="720000" cy="85439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A33F9E0-DA70-90DC-6252-77C04D78C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441" y="820363"/>
            <a:ext cx="720000" cy="921625"/>
          </a:xfrm>
          <a:prstGeom prst="rect">
            <a:avLst/>
          </a:prstGeom>
        </p:spPr>
      </p:pic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D431E32C-59D1-0A8B-89EC-7EB38ADDC489}"/>
              </a:ext>
            </a:extLst>
          </p:cNvPr>
          <p:cNvCxnSpPr>
            <a:cxnSpLocks/>
          </p:cNvCxnSpPr>
          <p:nvPr/>
        </p:nvCxnSpPr>
        <p:spPr>
          <a:xfrm>
            <a:off x="4106991" y="1448574"/>
            <a:ext cx="2880000" cy="0"/>
          </a:xfrm>
          <a:prstGeom prst="straightConnector1">
            <a:avLst/>
          </a:prstGeom>
          <a:ln w="38100">
            <a:solidFill>
              <a:schemeClr val="tx1"/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6729AAD-AAAB-E89F-E7EF-17595C5ED533}"/>
              </a:ext>
            </a:extLst>
          </p:cNvPr>
          <p:cNvSpPr txBox="1"/>
          <p:nvPr/>
        </p:nvSpPr>
        <p:spPr>
          <a:xfrm>
            <a:off x="4571404" y="1171575"/>
            <a:ext cx="1951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Three-Way Handshake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786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BFE180E-ABE5-8E60-4B59-6CA2D6B23612}"/>
              </a:ext>
            </a:extLst>
          </p:cNvPr>
          <p:cNvSpPr/>
          <p:nvPr/>
        </p:nvSpPr>
        <p:spPr>
          <a:xfrm>
            <a:off x="1162062" y="941298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EE51978-A443-A483-9810-F30672E49154}"/>
              </a:ext>
            </a:extLst>
          </p:cNvPr>
          <p:cNvGrpSpPr/>
          <p:nvPr/>
        </p:nvGrpSpPr>
        <p:grpSpPr>
          <a:xfrm>
            <a:off x="1201985" y="1094755"/>
            <a:ext cx="590549" cy="360000"/>
            <a:chOff x="1385885" y="1017493"/>
            <a:chExt cx="590549" cy="360000"/>
          </a:xfrm>
        </p:grpSpPr>
        <p:pic>
          <p:nvPicPr>
            <p:cNvPr id="5" name="图形 4" descr="文档">
              <a:extLst>
                <a:ext uri="{FF2B5EF4-FFF2-40B4-BE49-F238E27FC236}">
                  <a16:creationId xmlns:a16="http://schemas.microsoft.com/office/drawing/2014/main" id="{D592AA54-6817-6628-8E43-B1C0A0075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6434" y="1017493"/>
              <a:ext cx="360000" cy="360000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106CC44C-DDBD-2221-C55E-AB74FEF9A77C}"/>
                </a:ext>
              </a:extLst>
            </p:cNvPr>
            <p:cNvSpPr txBox="1"/>
            <p:nvPr/>
          </p:nvSpPr>
          <p:spPr>
            <a:xfrm>
              <a:off x="1385885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P1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EF8C590D-AE02-7479-0F90-FBBDFC7F636A}"/>
              </a:ext>
            </a:extLst>
          </p:cNvPr>
          <p:cNvGrpSpPr/>
          <p:nvPr/>
        </p:nvGrpSpPr>
        <p:grpSpPr>
          <a:xfrm>
            <a:off x="1814238" y="1094755"/>
            <a:ext cx="590549" cy="360000"/>
            <a:chOff x="1890159" y="1017493"/>
            <a:chExt cx="590549" cy="360000"/>
          </a:xfrm>
        </p:grpSpPr>
        <p:pic>
          <p:nvPicPr>
            <p:cNvPr id="6" name="图形 5" descr="文档">
              <a:extLst>
                <a:ext uri="{FF2B5EF4-FFF2-40B4-BE49-F238E27FC236}">
                  <a16:creationId xmlns:a16="http://schemas.microsoft.com/office/drawing/2014/main" id="{30029A1D-3142-A849-40F0-98C81931F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20708" y="1017493"/>
              <a:ext cx="360000" cy="3600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6AF8BFB-BC01-EA81-BBA3-2AEBB263CB35}"/>
                </a:ext>
              </a:extLst>
            </p:cNvPr>
            <p:cNvSpPr txBox="1"/>
            <p:nvPr/>
          </p:nvSpPr>
          <p:spPr>
            <a:xfrm>
              <a:off x="1890159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P2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2CF8815-FB37-8F08-135C-44B7A215A80F}"/>
              </a:ext>
            </a:extLst>
          </p:cNvPr>
          <p:cNvGrpSpPr/>
          <p:nvPr/>
        </p:nvGrpSpPr>
        <p:grpSpPr>
          <a:xfrm>
            <a:off x="2461950" y="1094755"/>
            <a:ext cx="590549" cy="360000"/>
            <a:chOff x="2394433" y="1017493"/>
            <a:chExt cx="590549" cy="360000"/>
          </a:xfrm>
        </p:grpSpPr>
        <p:pic>
          <p:nvPicPr>
            <p:cNvPr id="7" name="图形 6" descr="文档">
              <a:extLst>
                <a:ext uri="{FF2B5EF4-FFF2-40B4-BE49-F238E27FC236}">
                  <a16:creationId xmlns:a16="http://schemas.microsoft.com/office/drawing/2014/main" id="{F9DE4040-A3A2-D7C4-282B-42E9C1850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624982" y="1017493"/>
              <a:ext cx="360000" cy="360000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AEBB5379-D08A-58CF-929D-278588283330}"/>
                </a:ext>
              </a:extLst>
            </p:cNvPr>
            <p:cNvSpPr txBox="1"/>
            <p:nvPr/>
          </p:nvSpPr>
          <p:spPr>
            <a:xfrm>
              <a:off x="2394433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P3</a:t>
              </a:r>
              <a:endParaRPr lang="zh-CN" altLang="en-US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FFF33479-772D-E44E-423D-6B3E220FAB77}"/>
              </a:ext>
            </a:extLst>
          </p:cNvPr>
          <p:cNvGrpSpPr/>
          <p:nvPr/>
        </p:nvGrpSpPr>
        <p:grpSpPr>
          <a:xfrm>
            <a:off x="5313157" y="1134038"/>
            <a:ext cx="590549" cy="360000"/>
            <a:chOff x="1385885" y="1017493"/>
            <a:chExt cx="590549" cy="360000"/>
          </a:xfrm>
        </p:grpSpPr>
        <p:pic>
          <p:nvPicPr>
            <p:cNvPr id="38" name="图形 37" descr="文档">
              <a:extLst>
                <a:ext uri="{FF2B5EF4-FFF2-40B4-BE49-F238E27FC236}">
                  <a16:creationId xmlns:a16="http://schemas.microsoft.com/office/drawing/2014/main" id="{DDBB9DFE-CD76-50F1-DA80-6B5074DDC0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6434" y="1017493"/>
              <a:ext cx="360000" cy="360000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2D63B797-FD37-FC99-7EA7-971D5F5AD65A}"/>
                </a:ext>
              </a:extLst>
            </p:cNvPr>
            <p:cNvSpPr txBox="1"/>
            <p:nvPr/>
          </p:nvSpPr>
          <p:spPr>
            <a:xfrm>
              <a:off x="1385885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P4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CCFFB73-5D89-6A4D-E232-39B07CB34469}"/>
              </a:ext>
            </a:extLst>
          </p:cNvPr>
          <p:cNvGrpSpPr/>
          <p:nvPr/>
        </p:nvGrpSpPr>
        <p:grpSpPr>
          <a:xfrm>
            <a:off x="6113940" y="1134038"/>
            <a:ext cx="590549" cy="360000"/>
            <a:chOff x="1890159" y="1017493"/>
            <a:chExt cx="590549" cy="360000"/>
          </a:xfrm>
        </p:grpSpPr>
        <p:pic>
          <p:nvPicPr>
            <p:cNvPr id="36" name="图形 35" descr="文档">
              <a:extLst>
                <a:ext uri="{FF2B5EF4-FFF2-40B4-BE49-F238E27FC236}">
                  <a16:creationId xmlns:a16="http://schemas.microsoft.com/office/drawing/2014/main" id="{1930C0F1-9FF2-AC85-BE65-1154DEE47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20708" y="1017493"/>
              <a:ext cx="360000" cy="360000"/>
            </a:xfrm>
            <a:prstGeom prst="rect">
              <a:avLst/>
            </a:prstGeom>
          </p:spPr>
        </p:pic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CCBEDC82-7F2D-2DD6-B054-1BA61E5F6B8E}"/>
                </a:ext>
              </a:extLst>
            </p:cNvPr>
            <p:cNvSpPr txBox="1"/>
            <p:nvPr/>
          </p:nvSpPr>
          <p:spPr>
            <a:xfrm>
              <a:off x="1890159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20BD6A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P5</a:t>
              </a:r>
              <a:endParaRPr lang="zh-CN" altLang="en-US" sz="1200" dirty="0">
                <a:solidFill>
                  <a:srgbClr val="20BD6A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C87BABE2-7EA3-18A8-2B61-DFB9D7DBC833}"/>
              </a:ext>
            </a:extLst>
          </p:cNvPr>
          <p:cNvGrpSpPr/>
          <p:nvPr/>
        </p:nvGrpSpPr>
        <p:grpSpPr>
          <a:xfrm>
            <a:off x="1858929" y="1587810"/>
            <a:ext cx="500364" cy="360000"/>
            <a:chOff x="6021196" y="1927412"/>
            <a:chExt cx="500364" cy="360000"/>
          </a:xfrm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2C4388B8-41C7-7966-AF7E-68FC733CD07E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1FA6612F-5465-D46C-E103-4027D25A0D71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2FC505B-0DC7-5836-2B96-0A02A442F905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4830477-DBD1-836B-1EA6-0CCBBBFA3971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40C3A5DF-752B-5061-EFA6-D5EBE06C766F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0C62FA6C-2638-63CB-F4A7-A2A3D9BDC1EA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A53E4717-44C1-8BA9-0660-C66F67B79A6A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b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5E6B5F9C-3DF1-1A06-2457-90F50CE5E760}"/>
              </a:ext>
            </a:extLst>
          </p:cNvPr>
          <p:cNvGrpSpPr/>
          <p:nvPr/>
        </p:nvGrpSpPr>
        <p:grpSpPr>
          <a:xfrm>
            <a:off x="2516275" y="1587810"/>
            <a:ext cx="500364" cy="360000"/>
            <a:chOff x="6021196" y="1927412"/>
            <a:chExt cx="500364" cy="360000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9082ED9C-9ACF-F7E4-A84A-02C00C613563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FD4FFCB-DE31-D71C-87FD-EA974E2AA517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F4FFC7B0-91DF-0748-7AB7-DACE9A82AB79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1E2C48D-8950-5CCC-D008-F49615A59FBD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09855BE9-6824-6113-9C56-6EEB90FD44DF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5F15DDE4-E238-28A7-9CEE-3C2EDBC4FA9C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6161DDB2-F975-84F5-5B00-B5161DB14BF6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c</a:t>
              </a:r>
              <a:endParaRPr lang="zh-CN" altLang="en-US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E0CD305E-CB6B-74DC-94AA-BADA10F3DCD3}"/>
              </a:ext>
            </a:extLst>
          </p:cNvPr>
          <p:cNvGrpSpPr/>
          <p:nvPr/>
        </p:nvGrpSpPr>
        <p:grpSpPr>
          <a:xfrm>
            <a:off x="1264740" y="1587810"/>
            <a:ext cx="500364" cy="360000"/>
            <a:chOff x="6021196" y="1927412"/>
            <a:chExt cx="500364" cy="360000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3715DD3C-8625-A078-FF3D-F0F2F3852838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9AAE2502-F9AE-97E3-D9D5-65B7435CBB0D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475CDBC5-00DF-80C3-4168-758A9ADA89F1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EEF486-C12F-D047-04A9-5D1104BAEC13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73F12FC0-126E-07F4-5A0F-606B0F6654ED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66214CFD-5A95-AB58-CCC7-78F786972EE4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21FC1B37-AA45-139E-926B-8232672ED33E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a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2C1B7785-28AF-6325-BB5C-C5B0FC4972B8}"/>
              </a:ext>
            </a:extLst>
          </p:cNvPr>
          <p:cNvGrpSpPr/>
          <p:nvPr/>
        </p:nvGrpSpPr>
        <p:grpSpPr>
          <a:xfrm>
            <a:off x="6181579" y="1613646"/>
            <a:ext cx="500364" cy="360000"/>
            <a:chOff x="6021196" y="1927412"/>
            <a:chExt cx="500364" cy="360000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87AE1995-3315-FF77-9797-224E963023E2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0054F01C-EBA5-E10B-EAE0-71A9FBB1D7B6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602ABC8-D041-30A2-8AE4-0C9805219317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49D9C45B-A327-2671-EE42-6E8D0FE16228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FF177BA0-2E68-0AA8-EA55-74B6FEF924C4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DA8B6111-A2C8-D837-66B9-08FF5E94D914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110E5261-1043-DF12-D880-DEF63B8F92BC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20BD6A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y</a:t>
              </a:r>
              <a:endParaRPr lang="zh-CN" altLang="en-US" sz="1200" dirty="0">
                <a:solidFill>
                  <a:srgbClr val="20BD6A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6ECACA64-201F-1DCE-A528-12EAE695D5B2}"/>
              </a:ext>
            </a:extLst>
          </p:cNvPr>
          <p:cNvGrpSpPr/>
          <p:nvPr/>
        </p:nvGrpSpPr>
        <p:grpSpPr>
          <a:xfrm>
            <a:off x="5371564" y="1613646"/>
            <a:ext cx="500364" cy="360000"/>
            <a:chOff x="6021196" y="1927412"/>
            <a:chExt cx="500364" cy="360000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689147F5-2DB7-469C-C9A4-79A2786B0E6B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CFB970BC-9D0D-39D5-1B66-92FE6DDC6D53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869461EA-2F46-387F-11AF-9273E85AC66A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B26B85BE-6EA5-3297-ACE5-4AAE406AA7E0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1FFB968D-EB71-EB02-A7E9-2B84CF0C40D1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72A919FF-CEC4-0191-4D11-35D51B499666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DA2B652A-F8C1-8697-AF28-C510F9E58D30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x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sp>
        <p:nvSpPr>
          <p:cNvPr id="92" name="矩形 91">
            <a:extLst>
              <a:ext uri="{FF2B5EF4-FFF2-40B4-BE49-F238E27FC236}">
                <a16:creationId xmlns:a16="http://schemas.microsoft.com/office/drawing/2014/main" id="{888FEABB-73F0-04A3-E7F6-03CDE808B5F5}"/>
              </a:ext>
            </a:extLst>
          </p:cNvPr>
          <p:cNvSpPr/>
          <p:nvPr/>
        </p:nvSpPr>
        <p:spPr>
          <a:xfrm>
            <a:off x="1162062" y="1954304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BFFA76B-7CCC-1BDD-0519-E31C2CEF215C}"/>
              </a:ext>
            </a:extLst>
          </p:cNvPr>
          <p:cNvSpPr txBox="1"/>
          <p:nvPr/>
        </p:nvSpPr>
        <p:spPr>
          <a:xfrm>
            <a:off x="3230113" y="1136256"/>
            <a:ext cx="1765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Application Layer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8B4EAAF-8F9E-AE2E-0B18-C4FFF109669A}"/>
              </a:ext>
            </a:extLst>
          </p:cNvPr>
          <p:cNvSpPr txBox="1"/>
          <p:nvPr/>
        </p:nvSpPr>
        <p:spPr>
          <a:xfrm>
            <a:off x="3834445" y="1629312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Port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BB7A9DAC-57B6-3ACD-5E13-83AEE7073E74}"/>
              </a:ext>
            </a:extLst>
          </p:cNvPr>
          <p:cNvSpPr txBox="1"/>
          <p:nvPr/>
        </p:nvSpPr>
        <p:spPr>
          <a:xfrm>
            <a:off x="3323087" y="2149262"/>
            <a:ext cx="15792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Transport Layer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BE6DD7B-018D-19B4-2101-31B944A8B234}"/>
              </a:ext>
            </a:extLst>
          </p:cNvPr>
          <p:cNvSpPr/>
          <p:nvPr/>
        </p:nvSpPr>
        <p:spPr>
          <a:xfrm>
            <a:off x="5133426" y="941298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3EF20692-7A2A-6BCC-4AE5-92FF63D2F76B}"/>
              </a:ext>
            </a:extLst>
          </p:cNvPr>
          <p:cNvSpPr/>
          <p:nvPr/>
        </p:nvSpPr>
        <p:spPr>
          <a:xfrm>
            <a:off x="5133426" y="1954304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3C5353EC-0C26-3DA5-91BB-A7A2D466E8DB}"/>
              </a:ext>
            </a:extLst>
          </p:cNvPr>
          <p:cNvCxnSpPr>
            <a:cxnSpLocks/>
            <a:stCxn id="92" idx="2"/>
            <a:endCxn id="97" idx="2"/>
          </p:cNvCxnSpPr>
          <p:nvPr/>
        </p:nvCxnSpPr>
        <p:spPr>
          <a:xfrm rot="16200000" flipH="1">
            <a:off x="4140019" y="635536"/>
            <a:ext cx="12700" cy="3971364"/>
          </a:xfrm>
          <a:prstGeom prst="bentConnector3">
            <a:avLst>
              <a:gd name="adj1" fmla="val 3423528"/>
            </a:avLst>
          </a:prstGeom>
          <a:ln>
            <a:solidFill>
              <a:schemeClr val="bg1">
                <a:lumMod val="5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D49EBE7-C4F1-6FC3-1679-222C90BC5C16}"/>
              </a:ext>
            </a:extLst>
          </p:cNvPr>
          <p:cNvSpPr txBox="1"/>
          <p:nvPr/>
        </p:nvSpPr>
        <p:spPr>
          <a:xfrm>
            <a:off x="3323087" y="3054700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Logical channel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9F95E230-B855-5A29-A91F-4D13421FE8F3}"/>
              </a:ext>
            </a:extLst>
          </p:cNvPr>
          <p:cNvCxnSpPr>
            <a:cxnSpLocks/>
          </p:cNvCxnSpPr>
          <p:nvPr/>
        </p:nvCxnSpPr>
        <p:spPr>
          <a:xfrm>
            <a:off x="1631176" y="1444373"/>
            <a:ext cx="0" cy="144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0F64A9B7-628A-1A23-350B-C708056CA88D}"/>
              </a:ext>
            </a:extLst>
          </p:cNvPr>
          <p:cNvCxnSpPr>
            <a:cxnSpLocks/>
          </p:cNvCxnSpPr>
          <p:nvPr/>
        </p:nvCxnSpPr>
        <p:spPr>
          <a:xfrm>
            <a:off x="2205321" y="1444373"/>
            <a:ext cx="0" cy="144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84A5B23B-C6FE-8F0E-60A0-FF0E219AC4FD}"/>
              </a:ext>
            </a:extLst>
          </p:cNvPr>
          <p:cNvCxnSpPr>
            <a:cxnSpLocks/>
          </p:cNvCxnSpPr>
          <p:nvPr/>
        </p:nvCxnSpPr>
        <p:spPr>
          <a:xfrm>
            <a:off x="2877672" y="1444373"/>
            <a:ext cx="0" cy="144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F82FD08F-3A64-FD6C-A2E3-B71D5DB39489}"/>
              </a:ext>
            </a:extLst>
          </p:cNvPr>
          <p:cNvCxnSpPr>
            <a:cxnSpLocks/>
          </p:cNvCxnSpPr>
          <p:nvPr/>
        </p:nvCxnSpPr>
        <p:spPr>
          <a:xfrm>
            <a:off x="5736737" y="1444373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B58085E8-4B1F-E09F-657B-59008B7DC38A}"/>
              </a:ext>
            </a:extLst>
          </p:cNvPr>
          <p:cNvCxnSpPr>
            <a:cxnSpLocks/>
          </p:cNvCxnSpPr>
          <p:nvPr/>
        </p:nvCxnSpPr>
        <p:spPr>
          <a:xfrm>
            <a:off x="6535271" y="1444373"/>
            <a:ext cx="0" cy="144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31D96E86-612C-59A6-07F0-4553D172F74A}"/>
              </a:ext>
            </a:extLst>
          </p:cNvPr>
          <p:cNvSpPr txBox="1"/>
          <p:nvPr/>
        </p:nvSpPr>
        <p:spPr>
          <a:xfrm>
            <a:off x="2171811" y="2638792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Multiplexing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E1F78B75-9A57-987F-F596-E2F4E0AF2A96}"/>
              </a:ext>
            </a:extLst>
          </p:cNvPr>
          <p:cNvSpPr txBox="1"/>
          <p:nvPr/>
        </p:nvSpPr>
        <p:spPr>
          <a:xfrm>
            <a:off x="4643729" y="2638792"/>
            <a:ext cx="14863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Demultiplexing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522EF6EB-A31C-327C-6988-F23967A32403}"/>
              </a:ext>
            </a:extLst>
          </p:cNvPr>
          <p:cNvCxnSpPr>
            <a:cxnSpLocks/>
          </p:cNvCxnSpPr>
          <p:nvPr/>
        </p:nvCxnSpPr>
        <p:spPr>
          <a:xfrm>
            <a:off x="1608860" y="1973646"/>
            <a:ext cx="545477" cy="647572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AADAE543-12BC-DB03-2563-BF2956BD561C}"/>
              </a:ext>
            </a:extLst>
          </p:cNvPr>
          <p:cNvCxnSpPr>
            <a:cxnSpLocks/>
            <a:stCxn id="53" idx="2"/>
          </p:cNvCxnSpPr>
          <p:nvPr/>
        </p:nvCxnSpPr>
        <p:spPr>
          <a:xfrm flipH="1">
            <a:off x="2260519" y="1947810"/>
            <a:ext cx="612120" cy="690982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59A3AE77-7CC2-78DE-0312-42231F1660DF}"/>
              </a:ext>
            </a:extLst>
          </p:cNvPr>
          <p:cNvCxnSpPr>
            <a:cxnSpLocks/>
          </p:cNvCxnSpPr>
          <p:nvPr/>
        </p:nvCxnSpPr>
        <p:spPr>
          <a:xfrm>
            <a:off x="2205321" y="1955359"/>
            <a:ext cx="0" cy="648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E7AAC13A-7877-C8E2-C121-22971E49B0C1}"/>
              </a:ext>
            </a:extLst>
          </p:cNvPr>
          <p:cNvCxnSpPr>
            <a:cxnSpLocks/>
          </p:cNvCxnSpPr>
          <p:nvPr/>
        </p:nvCxnSpPr>
        <p:spPr>
          <a:xfrm flipH="1" flipV="1">
            <a:off x="5708280" y="1968704"/>
            <a:ext cx="426521" cy="586376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F8896D3E-8D00-8E4F-BE16-F2F757596011}"/>
              </a:ext>
            </a:extLst>
          </p:cNvPr>
          <p:cNvCxnSpPr>
            <a:cxnSpLocks/>
          </p:cNvCxnSpPr>
          <p:nvPr/>
        </p:nvCxnSpPr>
        <p:spPr>
          <a:xfrm flipV="1">
            <a:off x="6134801" y="1943080"/>
            <a:ext cx="400470" cy="612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AE814C0F-52D6-33B1-47C2-8CB08BA624A7}"/>
              </a:ext>
            </a:extLst>
          </p:cNvPr>
          <p:cNvSpPr txBox="1"/>
          <p:nvPr/>
        </p:nvSpPr>
        <p:spPr>
          <a:xfrm>
            <a:off x="1954603" y="561975"/>
            <a:ext cx="399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H1</a:t>
            </a:r>
            <a:endParaRPr lang="zh-CN" altLang="en-US" sz="14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C0E3A1EE-675E-B52B-E72D-37290E277572}"/>
              </a:ext>
            </a:extLst>
          </p:cNvPr>
          <p:cNvSpPr txBox="1"/>
          <p:nvPr/>
        </p:nvSpPr>
        <p:spPr>
          <a:xfrm>
            <a:off x="5925967" y="561975"/>
            <a:ext cx="399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H2</a:t>
            </a:r>
            <a:endParaRPr lang="zh-CN" altLang="en-US" sz="14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162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&lt;thead&gt;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611582" y="327228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&lt;form&gt;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927709" y="2890560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&lt;label&gt;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927709" y="22500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&lt;input&gt;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927709" y="37800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&lt;textarea&gt;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927709" y="47116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&lt;button&gt;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4988680" y="1998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4988680" y="2250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4988680" y="3276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4988680" y="3528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4988680" y="4711650"/>
            <a:ext cx="90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998560"/>
            <a:ext cx="236127" cy="381720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380280"/>
            <a:ext cx="236127" cy="50772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380280"/>
            <a:ext cx="236127" cy="143937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358000"/>
            <a:ext cx="236127" cy="102228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106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27710" y="2358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384000"/>
            <a:ext cx="160971" cy="504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09626C45-BBC6-47DC-7646-AF112E30BD5E}"/>
              </a:ext>
            </a:extLst>
          </p:cNvPr>
          <p:cNvCxnSpPr>
            <a:cxnSpLocks/>
            <a:stCxn id="101" idx="1"/>
            <a:endCxn id="5" idx="3"/>
          </p:cNvCxnSpPr>
          <p:nvPr/>
        </p:nvCxnSpPr>
        <p:spPr>
          <a:xfrm rot="10800000">
            <a:off x="4827709" y="3888000"/>
            <a:ext cx="160970" cy="252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4988680" y="2502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4988680" y="2890560"/>
            <a:ext cx="900000" cy="216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057780" y="1620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text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057780" y="1872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password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057780" y="2124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radio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1728000"/>
            <a:ext cx="169100" cy="378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5727ED6B-E94F-5BBD-2645-A22F1B3616AA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5888680" y="2106000"/>
            <a:ext cx="169100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27709" y="4819650"/>
            <a:ext cx="160971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27709" y="2998560"/>
            <a:ext cx="160971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27709" y="2358000"/>
            <a:ext cx="16097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6866970" y="1619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4988680" y="3780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096000" y="4459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submit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096000" y="4711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reset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096000" y="4963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button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AD81138-BEF5-5730-C7E8-69B7F57D6411}"/>
              </a:ext>
            </a:extLst>
          </p:cNvPr>
          <p:cNvCxnSpPr>
            <a:cxnSpLocks/>
            <a:stCxn id="11" idx="3"/>
            <a:endCxn id="63" idx="1"/>
          </p:cNvCxnSpPr>
          <p:nvPr/>
        </p:nvCxnSpPr>
        <p:spPr>
          <a:xfrm>
            <a:off x="5888680" y="4819650"/>
            <a:ext cx="207320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stCxn id="62" idx="1"/>
            <a:endCxn id="11" idx="3"/>
          </p:cNvCxnSpPr>
          <p:nvPr/>
        </p:nvCxnSpPr>
        <p:spPr>
          <a:xfrm rot="10800000" flipV="1">
            <a:off x="5888680" y="4567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stCxn id="64" idx="1"/>
            <a:endCxn id="11" idx="3"/>
          </p:cNvCxnSpPr>
          <p:nvPr/>
        </p:nvCxnSpPr>
        <p:spPr>
          <a:xfrm rot="10800000">
            <a:off x="5888680" y="4819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6866970" y="2123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6866970" y="262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hidden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6866970" y="2375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6866970" y="136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4988679" y="4032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27709" y="3888000"/>
            <a:ext cx="160970" cy="5112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C588CD9F-21AB-BD77-5679-38D1DCB1886E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827710" y="3636000"/>
            <a:ext cx="160971" cy="2520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049650" y="2376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checkbox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6866970" y="1871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CBE13B43-0D4E-B2FD-031A-84674066221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1980000"/>
            <a:ext cx="169100" cy="126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2106000"/>
            <a:ext cx="160970" cy="378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927708" y="5113863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&lt;select&gt;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4988679" y="5119485"/>
            <a:ext cx="900000" cy="216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&lt;option&gt;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691582" y="3380280"/>
            <a:ext cx="236126" cy="1841583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0C63155-C7C4-547C-CBE0-9D0EA7EE8B52}"/>
              </a:ext>
            </a:extLst>
          </p:cNvPr>
          <p:cNvCxnSpPr>
            <a:stCxn id="12" idx="3"/>
            <a:endCxn id="21" idx="1"/>
          </p:cNvCxnSpPr>
          <p:nvPr/>
        </p:nvCxnSpPr>
        <p:spPr>
          <a:xfrm>
            <a:off x="4827708" y="5221863"/>
            <a:ext cx="160971" cy="5622"/>
          </a:xfrm>
          <a:prstGeom prst="line">
            <a:avLst/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4988679" y="42912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F854D6C-16BF-D7A9-DA69-C3AFB8FC137B}"/>
              </a:ext>
            </a:extLst>
          </p:cNvPr>
          <p:cNvCxnSpPr>
            <a:stCxn id="5" idx="3"/>
            <a:endCxn id="58" idx="1"/>
          </p:cNvCxnSpPr>
          <p:nvPr/>
        </p:nvCxnSpPr>
        <p:spPr>
          <a:xfrm>
            <a:off x="4827709" y="3888000"/>
            <a:ext cx="1609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00ADA2C-CE4D-12A0-0817-D564DCFC3109}"/>
              </a:ext>
            </a:extLst>
          </p:cNvPr>
          <p:cNvCxnSpPr>
            <a:stCxn id="27" idx="3"/>
            <a:endCxn id="72" idx="1"/>
          </p:cNvCxnSpPr>
          <p:nvPr/>
        </p:nvCxnSpPr>
        <p:spPr>
          <a:xfrm flipV="1">
            <a:off x="6777780" y="2231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23440AD-FF8B-8C27-8FD7-66B27F2159C2}"/>
              </a:ext>
            </a:extLst>
          </p:cNvPr>
          <p:cNvCxnSpPr>
            <a:cxnSpLocks/>
            <a:stCxn id="108" idx="3"/>
            <a:endCxn id="73" idx="1"/>
          </p:cNvCxnSpPr>
          <p:nvPr/>
        </p:nvCxnSpPr>
        <p:spPr>
          <a:xfrm>
            <a:off x="6769650" y="2484000"/>
            <a:ext cx="97320" cy="2519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2537ED9D-A966-4186-B6EA-7DFF40C6A6BA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6777780" y="1475950"/>
            <a:ext cx="89190" cy="2520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6F786CE-CB00-37D5-6948-3AE8D93F996C}"/>
              </a:ext>
            </a:extLst>
          </p:cNvPr>
          <p:cNvCxnSpPr>
            <a:cxnSpLocks/>
            <a:stCxn id="26" idx="3"/>
            <a:endCxn id="116" idx="1"/>
          </p:cNvCxnSpPr>
          <p:nvPr/>
        </p:nvCxnSpPr>
        <p:spPr>
          <a:xfrm flipV="1">
            <a:off x="6777780" y="1979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&lt;svg&gt;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2614</TotalTime>
  <Words>710</Words>
  <Application>Microsoft Office PowerPoint</Application>
  <PresentationFormat>宽屏</PresentationFormat>
  <Paragraphs>421</Paragraphs>
  <Slides>33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6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Courier New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219</cp:revision>
  <dcterms:created xsi:type="dcterms:W3CDTF">2024-09-22T03:10:12Z</dcterms:created>
  <dcterms:modified xsi:type="dcterms:W3CDTF">2025-10-29T01:59:28Z</dcterms:modified>
</cp:coreProperties>
</file>
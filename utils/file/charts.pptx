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92" r:id="rId3"/>
    <p:sldId id="291" r:id="rId4"/>
    <p:sldId id="289" r:id="rId5"/>
    <p:sldId id="290" r:id="rId6"/>
    <p:sldId id="258" r:id="rId7"/>
    <p:sldId id="259" r:id="rId8"/>
    <p:sldId id="260" r:id="rId9"/>
    <p:sldId id="269" r:id="rId10"/>
    <p:sldId id="261" r:id="rId11"/>
    <p:sldId id="262" r:id="rId12"/>
    <p:sldId id="263" r:id="rId13"/>
    <p:sldId id="265" r:id="rId14"/>
    <p:sldId id="266" r:id="rId15"/>
    <p:sldId id="267" r:id="rId16"/>
    <p:sldId id="273" r:id="rId17"/>
    <p:sldId id="271" r:id="rId18"/>
    <p:sldId id="268" r:id="rId19"/>
    <p:sldId id="281" r:id="rId20"/>
    <p:sldId id="282" r:id="rId21"/>
    <p:sldId id="283" r:id="rId22"/>
    <p:sldId id="284" r:id="rId23"/>
    <p:sldId id="274" r:id="rId24"/>
    <p:sldId id="276" r:id="rId25"/>
    <p:sldId id="277" r:id="rId26"/>
    <p:sldId id="278" r:id="rId27"/>
    <p:sldId id="279" r:id="rId28"/>
    <p:sldId id="285" r:id="rId29"/>
    <p:sldId id="280" r:id="rId30"/>
    <p:sldId id="264" r:id="rId31"/>
    <p:sldId id="272" r:id="rId32"/>
    <p:sldId id="256" r:id="rId3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854D0"/>
    <a:srgbClr val="FFFFFF"/>
    <a:srgbClr val="3CBFD1"/>
    <a:srgbClr val="E53A58"/>
    <a:srgbClr val="20BD6A"/>
    <a:srgbClr val="EB3B5A"/>
    <a:srgbClr val="20BF6B"/>
    <a:srgbClr val="3DC0D2"/>
    <a:srgbClr val="5891C5"/>
    <a:srgbClr val="A9D1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2026/2/21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554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6902498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6416313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3F35F682-416F-8FE2-1601-09CDCBA6A513}"/>
              </a:ext>
            </a:extLst>
          </p:cNvPr>
          <p:cNvSpPr/>
          <p:nvPr/>
        </p:nvSpPr>
        <p:spPr>
          <a:xfrm>
            <a:off x="22681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excel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17133600-51C5-3145-5CFF-F597777D4F6C}"/>
              </a:ext>
            </a:extLst>
          </p:cNvPr>
          <p:cNvSpPr/>
          <p:nvPr/>
        </p:nvSpPr>
        <p:spPr>
          <a:xfrm>
            <a:off x="3584237" y="1719172"/>
            <a:ext cx="1224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工作簿 </a:t>
            </a:r>
            <a:r>
              <a:rPr lang="en-US" altLang="zh-CN" sz="900" dirty="0">
                <a:latin typeface="Montserrat" panose="00000500000000000000" pitchFamily="2" charset="0"/>
              </a:rPr>
              <a:t>workbook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373FAA5A-03F7-3F68-88A4-61C3587E95D3}"/>
              </a:ext>
            </a:extLst>
          </p:cNvPr>
          <p:cNvSpPr/>
          <p:nvPr/>
        </p:nvSpPr>
        <p:spPr>
          <a:xfrm>
            <a:off x="3584237" y="2445946"/>
            <a:ext cx="1224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工作表 </a:t>
            </a:r>
            <a:r>
              <a:rPr lang="en-US" altLang="zh-CN" sz="900" dirty="0">
                <a:latin typeface="Montserrat" panose="00000500000000000000" pitchFamily="2" charset="0"/>
              </a:rPr>
              <a:t>sheet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3A3AB91-AC26-2FFD-65B3-9EB9227179E8}"/>
              </a:ext>
            </a:extLst>
          </p:cNvPr>
          <p:cNvSpPr/>
          <p:nvPr/>
        </p:nvSpPr>
        <p:spPr>
          <a:xfrm>
            <a:off x="3584237" y="4105636"/>
            <a:ext cx="1224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</a:t>
            </a:r>
            <a:r>
              <a:rPr lang="en-US" altLang="zh-CN" sz="900" dirty="0" err="1">
                <a:latin typeface="Montserrat" panose="00000500000000000000" pitchFamily="2" charset="0"/>
              </a:rPr>
              <a:t>textarea</a:t>
            </a:r>
            <a:r>
              <a:rPr lang="en-US" altLang="zh-CN" sz="900" dirty="0">
                <a:latin typeface="Montserrat" panose="00000500000000000000" pitchFamily="2" charset="0"/>
              </a:rPr>
              <a:t>&gt;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358273BD-AE83-9B1A-86AC-3A6CA8E3CE46}"/>
              </a:ext>
            </a:extLst>
          </p:cNvPr>
          <p:cNvSpPr/>
          <p:nvPr/>
        </p:nvSpPr>
        <p:spPr>
          <a:xfrm>
            <a:off x="3584237" y="5101450"/>
            <a:ext cx="1224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latin typeface="Montserrat" panose="00000500000000000000" pitchFamily="2" charset="0"/>
              </a:rPr>
              <a:t>&lt;button&gt;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255C1FA-62F2-E397-0DEE-A9BDCB424E6B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行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Row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9925D6F-A85C-7366-C2D7-2375D3F7EAC7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列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Column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4F63EF4-F2FE-F9BA-6D33-2AC335D1BBE3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B43B395-70FD-0C05-476B-F14D1AA5A0DB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4701C58-67BD-7F6D-9F62-1723878AD867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FE8973A-0F68-C63B-7C4A-81875FF6C309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348110" y="1863172"/>
            <a:ext cx="236127" cy="188855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3C3115-025C-7C90-D0B2-BA0D9FE6A45A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3481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1A086D2-9E23-E168-0A2A-544BE875A2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3481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F6BAE6E1-4F15-1A84-7543-53BD62FC8F6D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3481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6AD432E9-ABB9-9B94-4704-E4D9DB87117B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08237" y="2258008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8FF9654D-EB5B-78C8-2529-68BFDB0B103C}"/>
              </a:ext>
            </a:extLst>
          </p:cNvPr>
          <p:cNvCxnSpPr>
            <a:cxnSpLocks/>
            <a:stCxn id="19" idx="1"/>
            <a:endCxn id="4" idx="3"/>
          </p:cNvCxnSpPr>
          <p:nvPr/>
        </p:nvCxnSpPr>
        <p:spPr>
          <a:xfrm rot="10800000">
            <a:off x="4808238" y="2589946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17CB694-0B33-B701-C227-F43820473BE0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08237" y="3585760"/>
            <a:ext cx="3032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8B1EF9F-3757-F5B7-A0D3-5481ED497825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地址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Address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B6EE27-6AAB-D952-1208-9C026C989A9A}"/>
              </a:ext>
            </a:extLst>
          </p:cNvPr>
          <p:cNvSpPr/>
          <p:nvPr/>
        </p:nvSpPr>
        <p:spPr>
          <a:xfrm>
            <a:off x="5111512" y="171917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382311C8-DACB-8F37-994B-EF52E759E93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08237" y="5245450"/>
            <a:ext cx="3032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0FE454-3A8F-85FE-4234-AA00D3496B19}"/>
              </a:ext>
            </a:extLst>
          </p:cNvPr>
          <p:cNvCxnSpPr>
            <a:cxnSpLocks/>
            <a:stCxn id="3" idx="3"/>
            <a:endCxn id="20" idx="1"/>
          </p:cNvCxnSpPr>
          <p:nvPr/>
        </p:nvCxnSpPr>
        <p:spPr>
          <a:xfrm>
            <a:off x="4808237" y="1863172"/>
            <a:ext cx="3032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44D920D-5ACD-BC38-1204-2832BBC5BC2A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08237" y="2589946"/>
            <a:ext cx="3032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80FA3558-3EF3-89F7-3AF9-B677E8500461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F350B9B-B5FD-3F7C-8D75-77A721D6F43E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6B41DC2-C13C-B17F-D948-9FA7A8491174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C68CA3AA-3D86-20C6-BB13-EB754AC0BBFA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C8DB58F3-DF8F-E015-DC4B-5FEBF3EFC2CC}"/>
              </a:ext>
            </a:extLst>
          </p:cNvPr>
          <p:cNvCxnSpPr>
            <a:cxnSpLocks/>
            <a:stCxn id="25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22A65F53-0CF0-AAE6-CF3C-50B66FBA0924}"/>
              </a:ext>
            </a:extLst>
          </p:cNvPr>
          <p:cNvCxnSpPr>
            <a:cxnSpLocks/>
            <a:stCxn id="27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2CA7A95-C5B7-BD03-C5AE-FEF50445B61E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E195896E-8770-F275-EAB9-E327D34C8BCB}"/>
              </a:ext>
            </a:extLst>
          </p:cNvPr>
          <p:cNvCxnSpPr>
            <a:cxnSpLocks/>
            <a:stCxn id="35" idx="1"/>
            <a:endCxn id="5" idx="3"/>
          </p:cNvCxnSpPr>
          <p:nvPr/>
        </p:nvCxnSpPr>
        <p:spPr>
          <a:xfrm rot="10800000">
            <a:off x="4808237" y="4249636"/>
            <a:ext cx="3032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558EA67-26B1-C33E-01C9-9BC27C25E346}"/>
              </a:ext>
            </a:extLst>
          </p:cNvPr>
          <p:cNvSpPr/>
          <p:nvPr/>
        </p:nvSpPr>
        <p:spPr>
          <a:xfrm>
            <a:off x="3584236" y="5765326"/>
            <a:ext cx="1224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&lt;select&gt;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7D86E48D-A128-6386-3BB3-A00ABBDE35E8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49AB752A-5073-F9D8-BF11-FD11BC661347}"/>
              </a:ext>
            </a:extLst>
          </p:cNvPr>
          <p:cNvCxnSpPr>
            <a:cxnSpLocks/>
            <a:stCxn id="2" idx="3"/>
            <a:endCxn id="32" idx="1"/>
          </p:cNvCxnSpPr>
          <p:nvPr/>
        </p:nvCxnSpPr>
        <p:spPr>
          <a:xfrm>
            <a:off x="33481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D067716A-B3B6-BA85-AC3D-DF09B5693456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42ED4429-D150-0B9B-EFB2-49F34F9534E2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D39A1C8C-6A25-5207-3C4C-0CBA1495A427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76C52C10-D0B8-D830-3481-45575E20F65F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521ED606-D017-FA67-B645-8A40B27A0A2E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A6BD5B9E-599E-CE89-1F05-A111FA59C4CA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DD089054-AF86-9DA7-4CA9-35DE38739E57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515673C-55B3-5ED3-2548-E0C38451DC4F}"/>
              </a:ext>
            </a:extLst>
          </p:cNvPr>
          <p:cNvCxnSpPr>
            <a:cxnSpLocks/>
            <a:stCxn id="44" idx="3"/>
            <a:endCxn id="4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F461077B-F065-47C7-76A7-FC4E43217EAA}"/>
              </a:ext>
            </a:extLst>
          </p:cNvPr>
          <p:cNvCxnSpPr>
            <a:cxnSpLocks/>
            <a:stCxn id="45" idx="3"/>
            <a:endCxn id="37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7E8FC427-BD56-13A9-9B48-0FAAD7BFE197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32FC70B9-7586-D937-7D15-60F6AA4E0236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02EEF0AF-9555-AF8B-E8DB-C1C6154E6C2D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620B0595-717B-4F8B-C92E-A5E88A3D2AE1}"/>
              </a:ext>
            </a:extLst>
          </p:cNvPr>
          <p:cNvCxnSpPr>
            <a:cxnSpLocks/>
            <a:stCxn id="7" idx="3"/>
            <a:endCxn id="44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F389EC6E-BF13-69AC-E0A5-B4A8CCE376A4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9" name="连接符: 曲线 48">
            <a:extLst>
              <a:ext uri="{FF2B5EF4-FFF2-40B4-BE49-F238E27FC236}">
                <a16:creationId xmlns:a16="http://schemas.microsoft.com/office/drawing/2014/main" id="{E6194C25-37DF-8493-0E5B-3B34EA72C514}"/>
              </a:ext>
            </a:extLst>
          </p:cNvPr>
          <p:cNvCxnSpPr>
            <a:cxnSpLocks/>
            <a:stCxn id="7" idx="3"/>
            <a:endCxn id="4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54C7AB3-0B33-BBA6-5EC1-6DA78E02DE13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8A75EA52-04DA-AD95-A077-0B3831AAAB4C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1276A78-2913-16B1-E9A7-8FDE054F281C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9078D752-56E3-4E41-3511-0A026657DF28}"/>
              </a:ext>
            </a:extLst>
          </p:cNvPr>
          <p:cNvCxnSpPr>
            <a:cxnSpLocks/>
            <a:stCxn id="33" idx="1"/>
            <a:endCxn id="32" idx="3"/>
          </p:cNvCxnSpPr>
          <p:nvPr/>
        </p:nvCxnSpPr>
        <p:spPr>
          <a:xfrm rot="10800000" flipV="1">
            <a:off x="4808237" y="5577388"/>
            <a:ext cx="3032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曲线 53">
            <a:extLst>
              <a:ext uri="{FF2B5EF4-FFF2-40B4-BE49-F238E27FC236}">
                <a16:creationId xmlns:a16="http://schemas.microsoft.com/office/drawing/2014/main" id="{33163A2A-6EDC-F600-3FFC-A0DE97D320FD}"/>
              </a:ext>
            </a:extLst>
          </p:cNvPr>
          <p:cNvCxnSpPr>
            <a:cxnSpLocks/>
            <a:stCxn id="52" idx="1"/>
            <a:endCxn id="32" idx="3"/>
          </p:cNvCxnSpPr>
          <p:nvPr/>
        </p:nvCxnSpPr>
        <p:spPr>
          <a:xfrm rot="10800000">
            <a:off x="4808237" y="5909326"/>
            <a:ext cx="3032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EDD8701-615B-F447-4BA7-BD7FD91C487D}"/>
              </a:ext>
            </a:extLst>
          </p:cNvPr>
          <p:cNvCxnSpPr>
            <a:cxnSpLocks/>
            <a:stCxn id="46" idx="3"/>
            <a:endCxn id="3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曲线 55">
            <a:extLst>
              <a:ext uri="{FF2B5EF4-FFF2-40B4-BE49-F238E27FC236}">
                <a16:creationId xmlns:a16="http://schemas.microsoft.com/office/drawing/2014/main" id="{72DC1DDC-9C68-F83D-EE52-E33FA7EB248C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2559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827E5AD-8286-83D4-C6ED-155E9C880C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732688"/>
              </p:ext>
            </p:extLst>
          </p:nvPr>
        </p:nvGraphicFramePr>
        <p:xfrm>
          <a:off x="2032000" y="2503642"/>
          <a:ext cx="3348000" cy="900000"/>
        </p:xfrm>
        <a:graphic>
          <a:graphicData uri="http://schemas.openxmlformats.org/drawingml/2006/table">
            <a:tbl>
              <a:tblPr firstRow="1" bandRow="1"/>
              <a:tblGrid>
                <a:gridCol w="418500">
                  <a:extLst>
                    <a:ext uri="{9D8B030D-6E8A-4147-A177-3AD203B41FA5}">
                      <a16:colId xmlns:a16="http://schemas.microsoft.com/office/drawing/2014/main" val="1036622043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7930507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640503298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411688004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602322577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33389478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65958921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527640167"/>
                    </a:ext>
                  </a:extLst>
                </a:gridCol>
              </a:tblGrid>
              <a:tr h="300000">
                <a:tc gridSpan="8"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byte</a:t>
                      </a:r>
                      <a:endParaRPr lang="zh-CN" altLang="en-US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386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bit</a:t>
                      </a:r>
                      <a:endParaRPr lang="zh-CN" altLang="en-US" sz="900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3780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7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6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5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4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3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2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0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4073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8897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2D4B95B-4837-314F-E44F-1B9886845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1943100"/>
            <a:ext cx="44958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2FB5D9D-1EED-E402-9A5B-9D01D36FAD12}"/>
              </a:ext>
            </a:extLst>
          </p:cNvPr>
          <p:cNvSpPr/>
          <p:nvPr/>
        </p:nvSpPr>
        <p:spPr>
          <a:xfrm>
            <a:off x="6409765" y="4312024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5113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第十八天 PPPoE原理和配置_当用户希望建立pppoe连接时,首先会发送什么类型的ppp报文-CSDN博客">
            <a:extLst>
              <a:ext uri="{FF2B5EF4-FFF2-40B4-BE49-F238E27FC236}">
                <a16:creationId xmlns:a16="http://schemas.microsoft.com/office/drawing/2014/main" id="{C6C94040-E0BC-6343-0359-493FEFBAA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182" y="1407458"/>
            <a:ext cx="6480000" cy="382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9D45507-CD22-C66C-A849-86CD58600BEF}"/>
              </a:ext>
            </a:extLst>
          </p:cNvPr>
          <p:cNvSpPr/>
          <p:nvPr/>
        </p:nvSpPr>
        <p:spPr>
          <a:xfrm>
            <a:off x="6938682" y="4421023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8204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atin typeface="Quicksand Light" panose="00000400000000000000" pitchFamily="2" charset="0"/>
              </a:rPr>
              <a:t>&lt;caption&gt;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atin typeface="Quicksand Light" panose="00000400000000000000" pitchFamily="2" charset="0"/>
              </a:rPr>
              <a:t>&lt;</a:t>
            </a:r>
            <a:r>
              <a:rPr lang="en-US" altLang="zh-CN" sz="800" dirty="0" err="1">
                <a:latin typeface="Quicksand Light" panose="00000400000000000000" pitchFamily="2" charset="0"/>
              </a:rPr>
              <a:t>thead</a:t>
            </a:r>
            <a:r>
              <a:rPr lang="en-US" altLang="zh-CN" sz="800">
                <a:latin typeface="Quicksand Light" panose="00000400000000000000" pitchFamily="2" charset="0"/>
              </a:rPr>
              <a:t>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&lt;tbody&gt;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&lt;tfoot&gt;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&lt;th&gt;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4205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Montserrat" panose="00000500000000000000" pitchFamily="2" charset="0"/>
              </a:rPr>
              <a:t>&lt;form&gt;</a:t>
            </a:r>
            <a:endParaRPr lang="zh-CN" altLang="en-US" sz="120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736637" y="3109822"/>
            <a:ext cx="1152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Montserrat" panose="00000500000000000000" pitchFamily="2" charset="0"/>
              </a:rPr>
              <a:t>&lt;label&gt;</a:t>
            </a:r>
            <a:endParaRPr lang="zh-CN" altLang="en-US" sz="120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736637" y="2445946"/>
            <a:ext cx="1152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</a:rPr>
              <a:t>&lt;input&gt;</a:t>
            </a:r>
            <a:endParaRPr lang="zh-CN" altLang="en-US" sz="12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736637" y="4105636"/>
            <a:ext cx="1152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Montserrat" panose="00000500000000000000" pitchFamily="2" charset="0"/>
              </a:rPr>
              <a:t>&lt;textarea&gt;</a:t>
            </a:r>
            <a:endParaRPr lang="zh-CN" altLang="en-US" sz="120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736637" y="5101450"/>
            <a:ext cx="1152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Montserrat" panose="00000500000000000000" pitchFamily="2" charset="0"/>
              </a:rPr>
              <a:t>&lt;button&gt;</a:t>
            </a:r>
            <a:endParaRPr lang="zh-CN" altLang="en-US" sz="12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500510" y="3253822"/>
            <a:ext cx="236127" cy="49790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5005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5005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5005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88637" y="2258008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88638" y="2589946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88637" y="3585760"/>
            <a:ext cx="2228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5111512" y="310982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88637" y="5245450"/>
            <a:ext cx="2228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88637" y="3253822"/>
            <a:ext cx="2228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88637" y="2589946"/>
            <a:ext cx="2228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cxnSpLocks/>
            <a:stCxn id="62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cxnSpLocks/>
            <a:stCxn id="64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88637" y="4249636"/>
            <a:ext cx="2228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736636" y="5765326"/>
            <a:ext cx="1152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</a:rPr>
              <a:t>&lt;select&gt;</a:t>
            </a:r>
            <a:endParaRPr lang="zh-CN" altLang="en-US" sz="1200">
              <a:latin typeface="Montserrat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5005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2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017E8C98-3AEA-3BDC-A2AF-A5B7738F38BD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B9B008D8-2E43-55E2-A92D-6B300AF369AF}"/>
              </a:ext>
            </a:extLst>
          </p:cNvPr>
          <p:cNvCxnSpPr>
            <a:cxnSpLocks/>
            <a:stCxn id="26" idx="3"/>
            <a:endCxn id="72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FA91C42-0C1D-D552-8917-E136786023C6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D9CCC73-F1FA-B7EC-7203-AF0E587DA98B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7BE3A41-3B4F-AB86-EECA-6B51C6B6C1A0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12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633C67E8-D028-C85A-E972-73CEA836F621}"/>
              </a:ext>
            </a:extLst>
          </p:cNvPr>
          <p:cNvCxnSpPr>
            <a:cxnSpLocks/>
            <a:stCxn id="21" idx="1"/>
            <a:endCxn id="12" idx="3"/>
          </p:cNvCxnSpPr>
          <p:nvPr/>
        </p:nvCxnSpPr>
        <p:spPr>
          <a:xfrm rot="10800000" flipV="1">
            <a:off x="4888637" y="5577388"/>
            <a:ext cx="2228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曲线 37">
            <a:extLst>
              <a:ext uri="{FF2B5EF4-FFF2-40B4-BE49-F238E27FC236}">
                <a16:creationId xmlns:a16="http://schemas.microsoft.com/office/drawing/2014/main" id="{684D6285-3A23-E778-92CA-15C9A5FA20BC}"/>
              </a:ext>
            </a:extLst>
          </p:cNvPr>
          <p:cNvCxnSpPr>
            <a:cxnSpLocks/>
            <a:stCxn id="31" idx="1"/>
            <a:endCxn id="12" idx="3"/>
          </p:cNvCxnSpPr>
          <p:nvPr/>
        </p:nvCxnSpPr>
        <p:spPr>
          <a:xfrm rot="10800000">
            <a:off x="4888637" y="5909326"/>
            <a:ext cx="2228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BA78BC2D-F1BE-EC17-3127-EB52F68FD4C2}"/>
              </a:ext>
            </a:extLst>
          </p:cNvPr>
          <p:cNvCxnSpPr>
            <a:cxnSpLocks/>
            <a:stCxn id="27" idx="3"/>
            <a:endCxn id="9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曲线 50">
            <a:extLst>
              <a:ext uri="{FF2B5EF4-FFF2-40B4-BE49-F238E27FC236}">
                <a16:creationId xmlns:a16="http://schemas.microsoft.com/office/drawing/2014/main" id="{0E54F35F-B766-BD4C-814C-CFF23033B849}"/>
              </a:ext>
            </a:extLst>
          </p:cNvPr>
          <p:cNvCxnSpPr>
            <a:cxnSpLocks/>
            <a:stCxn id="108" idx="3"/>
            <a:endCxn id="9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atin typeface="Quicksand Light" panose="00000400000000000000" pitchFamily="2" charset="0"/>
                <a:ea typeface="微软雅黑" panose="020B0503020204020204" pitchFamily="34" charset="-122"/>
              </a:rPr>
              <a:t>Multimedia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latin typeface="Quicksand Light" panose="00000400000000000000" pitchFamily="2" charset="0"/>
              </a:rPr>
              <a:t>&lt;</a:t>
            </a:r>
            <a:r>
              <a:rPr lang="en-US" altLang="zh-CN" sz="800" dirty="0" err="1">
                <a:latin typeface="Quicksand Light" panose="00000400000000000000" pitchFamily="2" charset="0"/>
              </a:rPr>
              <a:t>svg</a:t>
            </a:r>
            <a:r>
              <a:rPr lang="en-US" altLang="zh-CN" sz="800" dirty="0">
                <a:latin typeface="Quicksand Light" panose="00000400000000000000" pitchFamily="2" charset="0"/>
              </a:rPr>
              <a:t>&gt;</a:t>
            </a:r>
            <a:endParaRPr lang="zh-CN" altLang="en-US" sz="800" dirty="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&lt;picture&gt;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alt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title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&lt;Img&gt;…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&lt;source&gt;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&lt;canvas&gt;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&lt;video&gt;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&lt;audio&gt;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autoplay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controls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loop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muted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preload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hidden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poster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微软雅黑" panose="020B0503020204020204" pitchFamily="34" charset="-122"/>
                <a:ea typeface="微软雅黑" panose="020B0503020204020204" pitchFamily="34" charset="-122"/>
              </a:rPr>
              <a:t>background</a:t>
            </a:r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44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background-repeat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44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Background-color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44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background-img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44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background-position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137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196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573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44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background-size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2949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44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background-clip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137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44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background-origin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137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440000" cy="216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background-attachment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137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927709" y="3694457"/>
            <a:ext cx="936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927709" y="2237109"/>
            <a:ext cx="936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detailsView.vue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4988680" y="2965783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cart.js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863710" y="3073783"/>
            <a:ext cx="124971" cy="72867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863709" y="2345109"/>
            <a:ext cx="124971" cy="728674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getLists()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431383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73783"/>
            <a:ext cx="169100" cy="96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738400" y="2055600"/>
            <a:ext cx="189309" cy="289509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clearCarts()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6738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73783"/>
            <a:ext cx="160970" cy="360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addToCarts()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730400" y="1947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730400" y="2237109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goodSelected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730400" y="2523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addToCarts()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738400" y="2345109"/>
            <a:ext cx="189309" cy="286491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738400" y="2345109"/>
            <a:ext cx="189309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730400" y="2946554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730400" y="3245715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selectedLists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730400" y="3544876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isAll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730400" y="3844037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730400" y="4143198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totalPrice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730400" y="4442359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discountPrice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738400" y="3054554"/>
            <a:ext cx="189309" cy="74790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738400" y="3353715"/>
            <a:ext cx="189309" cy="44874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738400" y="3802457"/>
            <a:ext cx="189309" cy="74790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738400" y="3652876"/>
            <a:ext cx="189309" cy="14958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738400" y="3802457"/>
            <a:ext cx="189309" cy="44874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738400" y="3802457"/>
            <a:ext cx="189309" cy="14958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Normal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Iterator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Subtotal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Sort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static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instance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Data type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Primitives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Reference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Object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Function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Array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Conversion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2664</TotalTime>
  <Words>699</Words>
  <Application>Microsoft Office PowerPoint</Application>
  <PresentationFormat>宽屏</PresentationFormat>
  <Paragraphs>438</Paragraphs>
  <Slides>32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45" baseType="lpstr">
      <vt:lpstr>Great Vibes</vt:lpstr>
      <vt:lpstr>Quicksand</vt:lpstr>
      <vt:lpstr>Quicksand Light</vt:lpstr>
      <vt:lpstr>Quicksand Medium</vt:lpstr>
      <vt:lpstr>等线</vt:lpstr>
      <vt:lpstr>等线 Light</vt:lpstr>
      <vt:lpstr>微软雅黑</vt:lpstr>
      <vt:lpstr>禹卫行书字体</vt:lpstr>
      <vt:lpstr>Arial</vt:lpstr>
      <vt:lpstr>Montserrat</vt:lpstr>
      <vt:lpstr>Poppins</vt:lpstr>
      <vt:lpstr>Roboto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231</cp:revision>
  <dcterms:created xsi:type="dcterms:W3CDTF">2024-09-22T03:10:12Z</dcterms:created>
  <dcterms:modified xsi:type="dcterms:W3CDTF">2026-02-21T01:37:08Z</dcterms:modified>
</cp:coreProperties>
</file>
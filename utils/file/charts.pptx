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7" r:id="rId3"/>
    <p:sldId id="296" r:id="rId4"/>
    <p:sldId id="295" r:id="rId5"/>
    <p:sldId id="292" r:id="rId6"/>
    <p:sldId id="293" r:id="rId7"/>
    <p:sldId id="294" r:id="rId8"/>
    <p:sldId id="291" r:id="rId9"/>
    <p:sldId id="289" r:id="rId10"/>
    <p:sldId id="290" r:id="rId11"/>
    <p:sldId id="258" r:id="rId12"/>
    <p:sldId id="259" r:id="rId13"/>
    <p:sldId id="260" r:id="rId14"/>
    <p:sldId id="269" r:id="rId15"/>
    <p:sldId id="261" r:id="rId16"/>
    <p:sldId id="262" r:id="rId17"/>
    <p:sldId id="263" r:id="rId18"/>
    <p:sldId id="265" r:id="rId19"/>
    <p:sldId id="266" r:id="rId20"/>
    <p:sldId id="267" r:id="rId21"/>
    <p:sldId id="273" r:id="rId22"/>
    <p:sldId id="271" r:id="rId23"/>
    <p:sldId id="268" r:id="rId24"/>
    <p:sldId id="281" r:id="rId25"/>
    <p:sldId id="282" r:id="rId26"/>
    <p:sldId id="283" r:id="rId27"/>
    <p:sldId id="284" r:id="rId28"/>
    <p:sldId id="274" r:id="rId29"/>
    <p:sldId id="276" r:id="rId30"/>
    <p:sldId id="277" r:id="rId31"/>
    <p:sldId id="278" r:id="rId32"/>
    <p:sldId id="279" r:id="rId33"/>
    <p:sldId id="285" r:id="rId34"/>
    <p:sldId id="280" r:id="rId35"/>
    <p:sldId id="264" r:id="rId36"/>
    <p:sldId id="272" r:id="rId37"/>
    <p:sldId id="256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C63FF"/>
    <a:srgbClr val="8854D0"/>
    <a:srgbClr val="FFFFFF"/>
    <a:srgbClr val="3CBFD1"/>
    <a:srgbClr val="E53A58"/>
    <a:srgbClr val="20BD6A"/>
    <a:srgbClr val="EB3B5A"/>
    <a:srgbClr val="20BF6B"/>
    <a:srgbClr val="3DC0D2"/>
    <a:srgbClr val="5891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E93289A7-5275-CB39-B47C-E8E32112A0BC}"/>
              </a:ext>
            </a:extLst>
          </p:cNvPr>
          <p:cNvGrpSpPr/>
          <p:nvPr/>
        </p:nvGrpSpPr>
        <p:grpSpPr>
          <a:xfrm>
            <a:off x="1779774" y="902353"/>
            <a:ext cx="5400000" cy="4183479"/>
            <a:chOff x="1779774" y="902353"/>
            <a:chExt cx="5400000" cy="4183479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BC966CA3-F728-22BF-E077-5C1AC7C24B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79774" y="902353"/>
              <a:ext cx="5400000" cy="4183479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6DD4039F-8787-71B9-ED6F-2CDAE0F43ECC}"/>
                </a:ext>
              </a:extLst>
            </p:cNvPr>
            <p:cNvSpPr txBox="1"/>
            <p:nvPr/>
          </p:nvSpPr>
          <p:spPr>
            <a:xfrm>
              <a:off x="3361765" y="1183341"/>
              <a:ext cx="20281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400" dirty="0">
                  <a:solidFill>
                    <a:srgbClr val="6C63FF"/>
                  </a:solidFill>
                  <a:latin typeface="Roboto Mono Medium" pitchFamily="2" charset="0"/>
                  <a:ea typeface="Roboto Mono Medium" pitchFamily="2" charset="0"/>
                  <a:cs typeface="Courier New" panose="02070309020205020404" pitchFamily="49" charset="0"/>
                </a:rPr>
                <a:t>PivotTable</a:t>
              </a:r>
              <a:endParaRPr lang="zh-CN" altLang="en-US" sz="2400" dirty="0">
                <a:solidFill>
                  <a:srgbClr val="6C63FF"/>
                </a:solidFill>
                <a:latin typeface="Roboto Mono Medium" pitchFamily="2" charset="0"/>
                <a:ea typeface="隶书" panose="02010509060101010101" pitchFamily="49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3009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2891</TotalTime>
  <Words>787</Words>
  <Application>Microsoft Office PowerPoint</Application>
  <PresentationFormat>宽屏</PresentationFormat>
  <Paragraphs>476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0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Roboto Mono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254</cp:revision>
  <dcterms:created xsi:type="dcterms:W3CDTF">2024-09-22T03:10:12Z</dcterms:created>
  <dcterms:modified xsi:type="dcterms:W3CDTF">2026-05-12T04:17:31Z</dcterms:modified>
</cp:coreProperties>
</file>
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97" r:id="rId3"/>
    <p:sldId id="296" r:id="rId4"/>
    <p:sldId id="295" r:id="rId5"/>
    <p:sldId id="292" r:id="rId6"/>
    <p:sldId id="293" r:id="rId7"/>
    <p:sldId id="294" r:id="rId8"/>
    <p:sldId id="291" r:id="rId9"/>
    <p:sldId id="289" r:id="rId10"/>
    <p:sldId id="290" r:id="rId11"/>
    <p:sldId id="258" r:id="rId12"/>
    <p:sldId id="259" r:id="rId13"/>
    <p:sldId id="260" r:id="rId14"/>
    <p:sldId id="269" r:id="rId15"/>
    <p:sldId id="261" r:id="rId16"/>
    <p:sldId id="262" r:id="rId17"/>
    <p:sldId id="263" r:id="rId18"/>
    <p:sldId id="265" r:id="rId19"/>
    <p:sldId id="266" r:id="rId20"/>
    <p:sldId id="267" r:id="rId21"/>
    <p:sldId id="273" r:id="rId22"/>
    <p:sldId id="271" r:id="rId23"/>
    <p:sldId id="268" r:id="rId24"/>
    <p:sldId id="281" r:id="rId25"/>
    <p:sldId id="282" r:id="rId26"/>
    <p:sldId id="283" r:id="rId27"/>
    <p:sldId id="284" r:id="rId28"/>
    <p:sldId id="274" r:id="rId29"/>
    <p:sldId id="276" r:id="rId30"/>
    <p:sldId id="277" r:id="rId31"/>
    <p:sldId id="278" r:id="rId32"/>
    <p:sldId id="279" r:id="rId33"/>
    <p:sldId id="285" r:id="rId34"/>
    <p:sldId id="280" r:id="rId35"/>
    <p:sldId id="264" r:id="rId36"/>
    <p:sldId id="272" r:id="rId37"/>
    <p:sldId id="256" r:id="rId3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C63FF"/>
    <a:srgbClr val="8854D0"/>
    <a:srgbClr val="FFFFFF"/>
    <a:srgbClr val="3CBFD1"/>
    <a:srgbClr val="E53A58"/>
    <a:srgbClr val="20BD6A"/>
    <a:srgbClr val="EB3B5A"/>
    <a:srgbClr val="20BF6B"/>
    <a:srgbClr val="3DC0D2"/>
    <a:srgbClr val="5891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3225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9018169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8531984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 dirty="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746C88D4-E2D2-3DC0-E590-AAD4897F10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915502"/>
              </p:ext>
            </p:extLst>
          </p:nvPr>
        </p:nvGraphicFramePr>
        <p:xfrm>
          <a:off x="291353" y="2532875"/>
          <a:ext cx="4307541" cy="2346960"/>
        </p:xfrm>
        <a:graphic>
          <a:graphicData uri="http://schemas.openxmlformats.org/drawingml/2006/table">
            <a:tbl>
              <a:tblPr/>
              <a:tblGrid>
                <a:gridCol w="1435847">
                  <a:extLst>
                    <a:ext uri="{9D8B030D-6E8A-4147-A177-3AD203B41FA5}">
                      <a16:colId xmlns:a16="http://schemas.microsoft.com/office/drawing/2014/main" val="1449949620"/>
                    </a:ext>
                  </a:extLst>
                </a:gridCol>
                <a:gridCol w="1435847">
                  <a:extLst>
                    <a:ext uri="{9D8B030D-6E8A-4147-A177-3AD203B41FA5}">
                      <a16:colId xmlns:a16="http://schemas.microsoft.com/office/drawing/2014/main" val="1164384257"/>
                    </a:ext>
                  </a:extLst>
                </a:gridCol>
                <a:gridCol w="1435847">
                  <a:extLst>
                    <a:ext uri="{9D8B030D-6E8A-4147-A177-3AD203B41FA5}">
                      <a16:colId xmlns:a16="http://schemas.microsoft.com/office/drawing/2014/main" val="24012867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中文字号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对应磅值 (pt)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对应像素 (px)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8699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三号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21.3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34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小三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186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四号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18.7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6373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小四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62198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五号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10.5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663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小五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78076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矩形 367">
            <a:extLst>
              <a:ext uri="{FF2B5EF4-FFF2-40B4-BE49-F238E27FC236}">
                <a16:creationId xmlns:a16="http://schemas.microsoft.com/office/drawing/2014/main" id="{A5CE8599-FC3A-F595-A546-E77C7991EB68}"/>
              </a:ext>
            </a:extLst>
          </p:cNvPr>
          <p:cNvSpPr/>
          <p:nvPr/>
        </p:nvSpPr>
        <p:spPr>
          <a:xfrm>
            <a:off x="2870263" y="552591"/>
            <a:ext cx="5760000" cy="432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D6B33840-6A37-B5AE-5DC4-F280EDA152E8}"/>
              </a:ext>
            </a:extLst>
          </p:cNvPr>
          <p:cNvSpPr/>
          <p:nvPr/>
        </p:nvSpPr>
        <p:spPr>
          <a:xfrm>
            <a:off x="5940810" y="3064390"/>
            <a:ext cx="758948" cy="245102"/>
          </a:xfrm>
          <a:custGeom>
            <a:avLst/>
            <a:gdLst>
              <a:gd name="csX0" fmla="*/ 733340 w 758948"/>
              <a:gd name="csY0" fmla="*/ 65886 h 245102"/>
              <a:gd name="csX1" fmla="*/ 41269 w 758948"/>
              <a:gd name="csY1" fmla="*/ 244102 h 245102"/>
              <a:gd name="csX2" fmla="*/ 766 w 758948"/>
              <a:gd name="csY2" fmla="*/ 219703 h 245102"/>
              <a:gd name="csX3" fmla="*/ 24594 w 758948"/>
              <a:gd name="csY3" fmla="*/ 179347 h 245102"/>
              <a:gd name="csX4" fmla="*/ 716658 w 758948"/>
              <a:gd name="csY4" fmla="*/ 1131 h 245102"/>
              <a:gd name="csX5" fmla="*/ 757584 w 758948"/>
              <a:gd name="csY5" fmla="*/ 24813 h 245102"/>
              <a:gd name="csX6" fmla="*/ 733902 w 758948"/>
              <a:gd name="csY6" fmla="*/ 65739 h 245102"/>
              <a:gd name="csX7" fmla="*/ 733332 w 758948"/>
              <a:gd name="csY7" fmla="*/ 65886 h 2451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58948" h="245102">
                <a:moveTo>
                  <a:pt x="733340" y="65886"/>
                </a:moveTo>
                <a:lnTo>
                  <a:pt x="41269" y="244102"/>
                </a:lnTo>
                <a:cubicBezTo>
                  <a:pt x="23347" y="248549"/>
                  <a:pt x="5213" y="237626"/>
                  <a:pt x="766" y="219703"/>
                </a:cubicBezTo>
                <a:cubicBezTo>
                  <a:pt x="-3626" y="202004"/>
                  <a:pt x="6975" y="184050"/>
                  <a:pt x="24594" y="179347"/>
                </a:cubicBezTo>
                <a:lnTo>
                  <a:pt x="716658" y="1131"/>
                </a:lnTo>
                <a:cubicBezTo>
                  <a:pt x="734499" y="-3631"/>
                  <a:pt x="752822" y="6971"/>
                  <a:pt x="757584" y="24813"/>
                </a:cubicBezTo>
                <a:cubicBezTo>
                  <a:pt x="762346" y="42654"/>
                  <a:pt x="751743" y="60977"/>
                  <a:pt x="733902" y="65739"/>
                </a:cubicBezTo>
                <a:cubicBezTo>
                  <a:pt x="733713" y="65789"/>
                  <a:pt x="733523" y="65838"/>
                  <a:pt x="733332" y="65886"/>
                </a:cubicBezTo>
                <a:close/>
              </a:path>
            </a:pathLst>
          </a:custGeom>
          <a:solidFill>
            <a:srgbClr val="CCCCCC"/>
          </a:solidFill>
          <a:ln w="4081" cap="flat">
            <a:noFill/>
            <a:prstDash val="solid"/>
            <a:miter/>
          </a:ln>
        </p:spPr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1ECCE42E-D3DD-C57E-111F-78C5E75B4956}"/>
              </a:ext>
            </a:extLst>
          </p:cNvPr>
          <p:cNvSpPr/>
          <p:nvPr/>
        </p:nvSpPr>
        <p:spPr>
          <a:xfrm>
            <a:off x="5968377" y="3139417"/>
            <a:ext cx="892504" cy="279494"/>
          </a:xfrm>
          <a:custGeom>
            <a:avLst/>
            <a:gdLst>
              <a:gd name="csX0" fmla="*/ 867465 w 892504"/>
              <a:gd name="csY0" fmla="*/ 65744 h 279494"/>
              <a:gd name="csX1" fmla="*/ 41842 w 892504"/>
              <a:gd name="csY1" fmla="*/ 278353 h 279494"/>
              <a:gd name="csX2" fmla="*/ 916 w 892504"/>
              <a:gd name="csY2" fmla="*/ 254671 h 279494"/>
              <a:gd name="csX3" fmla="*/ 24598 w 892504"/>
              <a:gd name="csY3" fmla="*/ 213745 h 279494"/>
              <a:gd name="csX4" fmla="*/ 25168 w 892504"/>
              <a:gd name="csY4" fmla="*/ 213598 h 279494"/>
              <a:gd name="csX5" fmla="*/ 850787 w 892504"/>
              <a:gd name="csY5" fmla="*/ 989 h 279494"/>
              <a:gd name="csX6" fmla="*/ 891290 w 892504"/>
              <a:gd name="csY6" fmla="*/ 25388 h 279494"/>
              <a:gd name="csX7" fmla="*/ 867461 w 892504"/>
              <a:gd name="csY7" fmla="*/ 65745 h 2794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892504" h="279494">
                <a:moveTo>
                  <a:pt x="867465" y="65744"/>
                </a:moveTo>
                <a:lnTo>
                  <a:pt x="41842" y="278353"/>
                </a:lnTo>
                <a:cubicBezTo>
                  <a:pt x="24001" y="283115"/>
                  <a:pt x="5678" y="272512"/>
                  <a:pt x="916" y="254671"/>
                </a:cubicBezTo>
                <a:cubicBezTo>
                  <a:pt x="-3846" y="236830"/>
                  <a:pt x="6756" y="218507"/>
                  <a:pt x="24598" y="213745"/>
                </a:cubicBezTo>
                <a:cubicBezTo>
                  <a:pt x="24787" y="213694"/>
                  <a:pt x="24977" y="213645"/>
                  <a:pt x="25168" y="213598"/>
                </a:cubicBezTo>
                <a:lnTo>
                  <a:pt x="850787" y="989"/>
                </a:lnTo>
                <a:cubicBezTo>
                  <a:pt x="868709" y="-3458"/>
                  <a:pt x="886843" y="7466"/>
                  <a:pt x="891290" y="25388"/>
                </a:cubicBezTo>
                <a:cubicBezTo>
                  <a:pt x="895681" y="43088"/>
                  <a:pt x="885080" y="61042"/>
                  <a:pt x="867461" y="65745"/>
                </a:cubicBezTo>
                <a:close/>
              </a:path>
            </a:pathLst>
          </a:custGeom>
          <a:solidFill>
            <a:srgbClr val="CCCCCC"/>
          </a:solidFill>
          <a:ln w="4081" cap="flat">
            <a:noFill/>
            <a:prstDash val="solid"/>
            <a:miter/>
          </a:ln>
        </p:spPr>
      </p:sp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069D18E9-5227-DCCD-0015-68B793F4978E}"/>
              </a:ext>
            </a:extLst>
          </p:cNvPr>
          <p:cNvSpPr/>
          <p:nvPr/>
        </p:nvSpPr>
        <p:spPr>
          <a:xfrm>
            <a:off x="5359828" y="1869172"/>
            <a:ext cx="1318595" cy="1191718"/>
          </a:xfrm>
          <a:custGeom>
            <a:avLst/>
            <a:gdLst>
              <a:gd name="csX0" fmla="*/ 1240681 w 1318595"/>
              <a:gd name="csY0" fmla="*/ 951752 h 1191718"/>
              <a:gd name="csX1" fmla="*/ 321552 w 1318595"/>
              <a:gd name="csY1" fmla="*/ 1188349 h 1191718"/>
              <a:gd name="csX2" fmla="*/ 195605 w 1318595"/>
              <a:gd name="csY2" fmla="*/ 1113973 h 1191718"/>
              <a:gd name="csX3" fmla="*/ 2993 w 1318595"/>
              <a:gd name="csY3" fmla="*/ 365704 h 1191718"/>
              <a:gd name="csX4" fmla="*/ 77370 w 1318595"/>
              <a:gd name="csY4" fmla="*/ 239758 h 1191718"/>
              <a:gd name="csX5" fmla="*/ 996499 w 1318595"/>
              <a:gd name="csY5" fmla="*/ 3160 h 1191718"/>
              <a:gd name="csX6" fmla="*/ 1122442 w 1318595"/>
              <a:gd name="csY6" fmla="*/ 77537 h 1191718"/>
              <a:gd name="csX7" fmla="*/ 1315058 w 1318595"/>
              <a:gd name="csY7" fmla="*/ 825805 h 1191718"/>
              <a:gd name="csX8" fmla="*/ 1240681 w 1318595"/>
              <a:gd name="csY8" fmla="*/ 951752 h 11917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18595" h="1191718">
                <a:moveTo>
                  <a:pt x="1240681" y="951752"/>
                </a:moveTo>
                <a:lnTo>
                  <a:pt x="321552" y="1188349"/>
                </a:lnTo>
                <a:cubicBezTo>
                  <a:pt x="266244" y="1202521"/>
                  <a:pt x="209902" y="1169248"/>
                  <a:pt x="195605" y="1113973"/>
                </a:cubicBezTo>
                <a:lnTo>
                  <a:pt x="2993" y="365704"/>
                </a:lnTo>
                <a:cubicBezTo>
                  <a:pt x="-11178" y="310396"/>
                  <a:pt x="22094" y="254054"/>
                  <a:pt x="77370" y="239758"/>
                </a:cubicBezTo>
                <a:lnTo>
                  <a:pt x="996499" y="3160"/>
                </a:lnTo>
                <a:cubicBezTo>
                  <a:pt x="1051806" y="-11009"/>
                  <a:pt x="1108145" y="22263"/>
                  <a:pt x="1122442" y="77537"/>
                </a:cubicBezTo>
                <a:lnTo>
                  <a:pt x="1315058" y="825805"/>
                </a:lnTo>
                <a:cubicBezTo>
                  <a:pt x="1329229" y="881113"/>
                  <a:pt x="1295957" y="937455"/>
                  <a:pt x="1240681" y="951752"/>
                </a:cubicBezTo>
                <a:close/>
              </a:path>
            </a:pathLst>
          </a:custGeom>
          <a:solidFill>
            <a:srgbClr val="FFFFFF"/>
          </a:solidFill>
          <a:ln w="4081" cap="flat">
            <a:noFill/>
            <a:prstDash val="solid"/>
            <a:miter/>
          </a:ln>
        </p:spPr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4E02E19D-0318-9787-FFFD-41AE86F457DA}"/>
              </a:ext>
            </a:extLst>
          </p:cNvPr>
          <p:cNvSpPr/>
          <p:nvPr/>
        </p:nvSpPr>
        <p:spPr>
          <a:xfrm>
            <a:off x="5825224" y="2091140"/>
            <a:ext cx="496758" cy="152936"/>
          </a:xfrm>
          <a:custGeom>
            <a:avLst/>
            <a:gdLst>
              <a:gd name="csX0" fmla="*/ 484511 w 496758"/>
              <a:gd name="csY0" fmla="*/ 32804 h 152936"/>
              <a:gd name="csX1" fmla="*/ 20639 w 496758"/>
              <a:gd name="csY1" fmla="*/ 152234 h 152936"/>
              <a:gd name="csX2" fmla="*/ 512 w 496758"/>
              <a:gd name="csY2" fmla="*/ 141778 h 152936"/>
              <a:gd name="csX3" fmla="*/ 10956 w 496758"/>
              <a:gd name="csY3" fmla="*/ 121699 h 152936"/>
              <a:gd name="csX4" fmla="*/ 11782 w 496758"/>
              <a:gd name="csY4" fmla="*/ 121463 h 152936"/>
              <a:gd name="csX5" fmla="*/ 483975 w 496758"/>
              <a:gd name="csY5" fmla="*/ -86 h 152936"/>
              <a:gd name="csX6" fmla="*/ 484503 w 496758"/>
              <a:gd name="csY6" fmla="*/ 32829 h 1529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6758" h="152936">
                <a:moveTo>
                  <a:pt x="484511" y="32804"/>
                </a:moveTo>
                <a:lnTo>
                  <a:pt x="20639" y="152234"/>
                </a:lnTo>
                <a:cubicBezTo>
                  <a:pt x="12224" y="154583"/>
                  <a:pt x="3428" y="150014"/>
                  <a:pt x="512" y="141778"/>
                </a:cubicBezTo>
                <a:cubicBezTo>
                  <a:pt x="-2149" y="133349"/>
                  <a:pt x="2527" y="124360"/>
                  <a:pt x="10956" y="121699"/>
                </a:cubicBezTo>
                <a:cubicBezTo>
                  <a:pt x="11229" y="121613"/>
                  <a:pt x="11504" y="121534"/>
                  <a:pt x="11782" y="121463"/>
                </a:cubicBezTo>
                <a:lnTo>
                  <a:pt x="483975" y="-86"/>
                </a:lnTo>
                <a:cubicBezTo>
                  <a:pt x="503051" y="9576"/>
                  <a:pt x="498032" y="29348"/>
                  <a:pt x="484503" y="32829"/>
                </a:cubicBezTo>
                <a:close/>
              </a:path>
            </a:pathLst>
          </a:custGeom>
          <a:solidFill>
            <a:srgbClr val="F2F2F2"/>
          </a:solidFill>
          <a:ln w="4081" cap="flat">
            <a:noFill/>
            <a:prstDash val="solid"/>
            <a:miter/>
          </a:ln>
        </p:spPr>
      </p:sp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BB423C89-1A6D-381E-6D76-11F27A8F6690}"/>
              </a:ext>
            </a:extLst>
          </p:cNvPr>
          <p:cNvSpPr/>
          <p:nvPr/>
        </p:nvSpPr>
        <p:spPr>
          <a:xfrm>
            <a:off x="5846170" y="2172484"/>
            <a:ext cx="496758" cy="152936"/>
          </a:xfrm>
          <a:custGeom>
            <a:avLst/>
            <a:gdLst>
              <a:gd name="csX0" fmla="*/ 484517 w 496758"/>
              <a:gd name="csY0" fmla="*/ 32831 h 152936"/>
              <a:gd name="csX1" fmla="*/ 20641 w 496758"/>
              <a:gd name="csY1" fmla="*/ 152241 h 152936"/>
              <a:gd name="csX2" fmla="*/ 513 w 496758"/>
              <a:gd name="csY2" fmla="*/ 141785 h 152936"/>
              <a:gd name="csX3" fmla="*/ 10957 w 496758"/>
              <a:gd name="csY3" fmla="*/ 121706 h 152936"/>
              <a:gd name="csX4" fmla="*/ 11784 w 496758"/>
              <a:gd name="csY4" fmla="*/ 121469 h 152936"/>
              <a:gd name="csX5" fmla="*/ 483977 w 496758"/>
              <a:gd name="csY5" fmla="*/ -80 h 152936"/>
              <a:gd name="csX6" fmla="*/ 484505 w 496758"/>
              <a:gd name="csY6" fmla="*/ 32836 h 1529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6758" h="152936">
                <a:moveTo>
                  <a:pt x="484517" y="32831"/>
                </a:moveTo>
                <a:lnTo>
                  <a:pt x="20641" y="152241"/>
                </a:lnTo>
                <a:cubicBezTo>
                  <a:pt x="12226" y="154590"/>
                  <a:pt x="3429" y="150020"/>
                  <a:pt x="513" y="141785"/>
                </a:cubicBezTo>
                <a:cubicBezTo>
                  <a:pt x="-2147" y="133356"/>
                  <a:pt x="2529" y="124366"/>
                  <a:pt x="10957" y="121706"/>
                </a:cubicBezTo>
                <a:cubicBezTo>
                  <a:pt x="11230" y="121620"/>
                  <a:pt x="11506" y="121541"/>
                  <a:pt x="11784" y="121469"/>
                </a:cubicBezTo>
                <a:lnTo>
                  <a:pt x="483977" y="-80"/>
                </a:lnTo>
                <a:cubicBezTo>
                  <a:pt x="503053" y="9587"/>
                  <a:pt x="498033" y="29354"/>
                  <a:pt x="484505" y="32836"/>
                </a:cubicBezTo>
                <a:close/>
              </a:path>
            </a:pathLst>
          </a:custGeom>
          <a:solidFill>
            <a:srgbClr val="F2F2F2"/>
          </a:solidFill>
          <a:ln w="4081" cap="flat">
            <a:noFill/>
            <a:prstDash val="solid"/>
            <a:miter/>
          </a:ln>
        </p:spPr>
      </p:sp>
      <p:grpSp>
        <p:nvGrpSpPr>
          <p:cNvPr id="342" name="组合 341">
            <a:extLst>
              <a:ext uri="{FF2B5EF4-FFF2-40B4-BE49-F238E27FC236}">
                <a16:creationId xmlns:a16="http://schemas.microsoft.com/office/drawing/2014/main" id="{FA07FD07-B79F-D026-3E60-C846D5270D9B}"/>
              </a:ext>
            </a:extLst>
          </p:cNvPr>
          <p:cNvGrpSpPr/>
          <p:nvPr/>
        </p:nvGrpSpPr>
        <p:grpSpPr>
          <a:xfrm>
            <a:off x="4875161" y="1434521"/>
            <a:ext cx="2381306" cy="2544549"/>
            <a:chOff x="4787049" y="729417"/>
            <a:chExt cx="2381306" cy="2544549"/>
          </a:xfrm>
        </p:grpSpPr>
        <p:sp>
          <p:nvSpPr>
            <p:cNvPr id="42" name="任意多边形: 形状 41">
              <a:extLst>
                <a:ext uri="{FF2B5EF4-FFF2-40B4-BE49-F238E27FC236}">
                  <a16:creationId xmlns:a16="http://schemas.microsoft.com/office/drawing/2014/main" id="{9B1DE9EC-5509-26AA-CAE5-5317EB301F1A}"/>
                </a:ext>
              </a:extLst>
            </p:cNvPr>
            <p:cNvSpPr/>
            <p:nvPr/>
          </p:nvSpPr>
          <p:spPr>
            <a:xfrm>
              <a:off x="4787049" y="729417"/>
              <a:ext cx="2381306" cy="2544549"/>
            </a:xfrm>
            <a:custGeom>
              <a:avLst/>
              <a:gdLst>
                <a:gd name="csX0" fmla="*/ 2230294 w 2381306"/>
                <a:gd name="csY0" fmla="*/ 2146635 h 2544549"/>
                <a:gd name="csX1" fmla="*/ 710231 w 2381306"/>
                <a:gd name="csY1" fmla="*/ 2538070 h 2544549"/>
                <a:gd name="csX2" fmla="*/ 465738 w 2381306"/>
                <a:gd name="csY2" fmla="*/ 2393706 h 2544549"/>
                <a:gd name="csX3" fmla="*/ 6030 w 2381306"/>
                <a:gd name="csY3" fmla="*/ 608519 h 2544549"/>
                <a:gd name="csX4" fmla="*/ 150390 w 2381306"/>
                <a:gd name="csY4" fmla="*/ 364026 h 2544549"/>
                <a:gd name="csX5" fmla="*/ 1564564 w 2381306"/>
                <a:gd name="csY5" fmla="*/ -139 h 2544549"/>
                <a:gd name="csX6" fmla="*/ 1926524 w 2381306"/>
                <a:gd name="csY6" fmla="*/ 161898 h 2544549"/>
                <a:gd name="csX7" fmla="*/ 2374655 w 2381306"/>
                <a:gd name="csY7" fmla="*/ 1902142 h 2544549"/>
                <a:gd name="csX8" fmla="*/ 2230294 w 2381306"/>
                <a:gd name="csY8" fmla="*/ 2146635 h 25445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381306" h="2544549">
                  <a:moveTo>
                    <a:pt x="2230294" y="2146635"/>
                  </a:moveTo>
                  <a:lnTo>
                    <a:pt x="710231" y="2538070"/>
                  </a:lnTo>
                  <a:cubicBezTo>
                    <a:pt x="602870" y="2565585"/>
                    <a:pt x="493496" y="2501004"/>
                    <a:pt x="465738" y="2393706"/>
                  </a:cubicBezTo>
                  <a:lnTo>
                    <a:pt x="6030" y="608519"/>
                  </a:lnTo>
                  <a:cubicBezTo>
                    <a:pt x="-21486" y="501159"/>
                    <a:pt x="43094" y="391786"/>
                    <a:pt x="150390" y="364026"/>
                  </a:cubicBezTo>
                  <a:lnTo>
                    <a:pt x="1564564" y="-139"/>
                  </a:lnTo>
                  <a:lnTo>
                    <a:pt x="1926524" y="161898"/>
                  </a:lnTo>
                  <a:lnTo>
                    <a:pt x="2374655" y="1902142"/>
                  </a:lnTo>
                  <a:cubicBezTo>
                    <a:pt x="2402170" y="2009502"/>
                    <a:pt x="2337591" y="2118875"/>
                    <a:pt x="2230294" y="2146635"/>
                  </a:cubicBezTo>
                  <a:close/>
                </a:path>
              </a:pathLst>
            </a:custGeom>
            <a:solidFill>
              <a:srgbClr val="F2F2F2"/>
            </a:solidFill>
            <a:ln w="4081" cap="flat">
              <a:noFill/>
              <a:prstDash val="solid"/>
              <a:miter/>
            </a:ln>
          </p:spPr>
        </p:sp>
        <p:sp>
          <p:nvSpPr>
            <p:cNvPr id="43" name="任意多边形: 形状 42">
              <a:extLst>
                <a:ext uri="{FF2B5EF4-FFF2-40B4-BE49-F238E27FC236}">
                  <a16:creationId xmlns:a16="http://schemas.microsoft.com/office/drawing/2014/main" id="{38E11F4F-0465-A110-ECF0-6611478C3A98}"/>
                </a:ext>
              </a:extLst>
            </p:cNvPr>
            <p:cNvSpPr/>
            <p:nvPr/>
          </p:nvSpPr>
          <p:spPr>
            <a:xfrm>
              <a:off x="4844842" y="790433"/>
              <a:ext cx="2265717" cy="2425737"/>
            </a:xfrm>
            <a:custGeom>
              <a:avLst/>
              <a:gdLst>
                <a:gd name="csX0" fmla="*/ 107010 w 2265717"/>
                <a:gd name="csY0" fmla="*/ 358986 h 2425737"/>
                <a:gd name="csX1" fmla="*/ 4210 w 2265717"/>
                <a:gd name="csY1" fmla="*/ 533095 h 2425737"/>
                <a:gd name="csX2" fmla="*/ 463918 w 2265717"/>
                <a:gd name="csY2" fmla="*/ 2318286 h 2425737"/>
                <a:gd name="csX3" fmla="*/ 638027 w 2265717"/>
                <a:gd name="csY3" fmla="*/ 2421087 h 2425737"/>
                <a:gd name="csX4" fmla="*/ 2158094 w 2265717"/>
                <a:gd name="csY4" fmla="*/ 2029652 h 2425737"/>
                <a:gd name="csX5" fmla="*/ 2260895 w 2265717"/>
                <a:gd name="csY5" fmla="*/ 1855543 h 2425737"/>
                <a:gd name="csX6" fmla="*/ 1819707 w 2265717"/>
                <a:gd name="csY6" fmla="*/ 142270 h 2425737"/>
                <a:gd name="csX7" fmla="*/ 1501610 w 2265717"/>
                <a:gd name="csY7" fmla="*/ -134 h 24257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265717" h="2425737">
                  <a:moveTo>
                    <a:pt x="107010" y="358986"/>
                  </a:moveTo>
                  <a:cubicBezTo>
                    <a:pt x="30602" y="378754"/>
                    <a:pt x="-15386" y="456642"/>
                    <a:pt x="4210" y="533095"/>
                  </a:cubicBezTo>
                  <a:lnTo>
                    <a:pt x="463918" y="2318286"/>
                  </a:lnTo>
                  <a:cubicBezTo>
                    <a:pt x="483686" y="2394695"/>
                    <a:pt x="561574" y="2440683"/>
                    <a:pt x="638027" y="2421087"/>
                  </a:cubicBezTo>
                  <a:lnTo>
                    <a:pt x="2158094" y="2029652"/>
                  </a:lnTo>
                  <a:cubicBezTo>
                    <a:pt x="2234503" y="2009884"/>
                    <a:pt x="2280491" y="1931996"/>
                    <a:pt x="2260895" y="1855543"/>
                  </a:cubicBezTo>
                  <a:lnTo>
                    <a:pt x="1819707" y="142270"/>
                  </a:lnTo>
                  <a:lnTo>
                    <a:pt x="1501610" y="-134"/>
                  </a:lnTo>
                  <a:close/>
                </a:path>
              </a:pathLst>
            </a:custGeom>
            <a:solidFill>
              <a:srgbClr val="FFFFFF"/>
            </a:solidFill>
            <a:ln w="4081" cap="flat">
              <a:noFill/>
              <a:prstDash val="solid"/>
              <a:miter/>
            </a:ln>
          </p:spPr>
        </p:sp>
        <p:sp>
          <p:nvSpPr>
            <p:cNvPr id="44" name="任意多边形: 形状 43">
              <a:extLst>
                <a:ext uri="{FF2B5EF4-FFF2-40B4-BE49-F238E27FC236}">
                  <a16:creationId xmlns:a16="http://schemas.microsoft.com/office/drawing/2014/main" id="{E5FA8C93-4BEF-39BE-C453-59BF2D7741A5}"/>
                </a:ext>
              </a:extLst>
            </p:cNvPr>
            <p:cNvSpPr/>
            <p:nvPr/>
          </p:nvSpPr>
          <p:spPr>
            <a:xfrm>
              <a:off x="6348467" y="734202"/>
              <a:ext cx="364657" cy="229163"/>
            </a:xfrm>
            <a:custGeom>
              <a:avLst/>
              <a:gdLst>
                <a:gd name="csX0" fmla="*/ 361369 w 364657"/>
                <a:gd name="csY0" fmla="*/ 166318 h 229163"/>
                <a:gd name="csX1" fmla="*/ 126117 w 364657"/>
                <a:gd name="csY1" fmla="*/ 226896 h 229163"/>
                <a:gd name="csX2" fmla="*/ 44688 w 364657"/>
                <a:gd name="csY2" fmla="*/ 178818 h 229163"/>
                <a:gd name="csX3" fmla="*/ 44688 w 364657"/>
                <a:gd name="csY3" fmla="*/ 178815 h 229163"/>
                <a:gd name="csX4" fmla="*/ -54 w 364657"/>
                <a:gd name="csY4" fmla="*/ 5075 h 229163"/>
                <a:gd name="csX5" fmla="*/ 2955 w 364657"/>
                <a:gd name="csY5" fmla="*/ -8 h 229163"/>
                <a:gd name="csX6" fmla="*/ 5673 w 364657"/>
                <a:gd name="csY6" fmla="*/ 215 h 229163"/>
                <a:gd name="csX7" fmla="*/ 361991 w 364657"/>
                <a:gd name="csY7" fmla="*/ 158463 h 229163"/>
                <a:gd name="csX8" fmla="*/ 364109 w 364657"/>
                <a:gd name="csY8" fmla="*/ 163984 h 229163"/>
                <a:gd name="csX9" fmla="*/ 361336 w 364657"/>
                <a:gd name="csY9" fmla="*/ 166330 h 229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64657" h="229163">
                  <a:moveTo>
                    <a:pt x="361369" y="166318"/>
                  </a:moveTo>
                  <a:lnTo>
                    <a:pt x="126117" y="226896"/>
                  </a:lnTo>
                  <a:cubicBezTo>
                    <a:pt x="90355" y="236106"/>
                    <a:pt x="53898" y="214581"/>
                    <a:pt x="44688" y="178818"/>
                  </a:cubicBezTo>
                  <a:cubicBezTo>
                    <a:pt x="44688" y="178817"/>
                    <a:pt x="44688" y="178816"/>
                    <a:pt x="44688" y="178815"/>
                  </a:cubicBezTo>
                  <a:lnTo>
                    <a:pt x="-54" y="5075"/>
                  </a:lnTo>
                  <a:cubicBezTo>
                    <a:pt x="-627" y="2840"/>
                    <a:pt x="721" y="564"/>
                    <a:pt x="2955" y="-8"/>
                  </a:cubicBezTo>
                  <a:cubicBezTo>
                    <a:pt x="3861" y="-240"/>
                    <a:pt x="4818" y="-162"/>
                    <a:pt x="5673" y="215"/>
                  </a:cubicBezTo>
                  <a:lnTo>
                    <a:pt x="361991" y="158463"/>
                  </a:lnTo>
                  <a:cubicBezTo>
                    <a:pt x="364100" y="159403"/>
                    <a:pt x="365049" y="161874"/>
                    <a:pt x="364109" y="163984"/>
                  </a:cubicBezTo>
                  <a:cubicBezTo>
                    <a:pt x="363590" y="165147"/>
                    <a:pt x="362570" y="166011"/>
                    <a:pt x="361336" y="166330"/>
                  </a:cubicBezTo>
                  <a:close/>
                </a:path>
              </a:pathLst>
            </a:custGeom>
            <a:solidFill>
              <a:srgbClr val="F2F2F2"/>
            </a:solidFill>
            <a:ln w="4081" cap="flat">
              <a:noFill/>
              <a:prstDash val="solid"/>
              <a:miter/>
            </a:ln>
          </p:spPr>
        </p:sp>
        <p:sp>
          <p:nvSpPr>
            <p:cNvPr id="47" name="椭圆 46">
              <a:extLst>
                <a:ext uri="{FF2B5EF4-FFF2-40B4-BE49-F238E27FC236}">
                  <a16:creationId xmlns:a16="http://schemas.microsoft.com/office/drawing/2014/main" id="{C5225F1B-C3D0-8423-B0A3-0A5D2789E2FB}"/>
                </a:ext>
              </a:extLst>
            </p:cNvPr>
            <p:cNvSpPr/>
            <p:nvPr/>
          </p:nvSpPr>
          <p:spPr>
            <a:xfrm>
              <a:off x="5493562" y="2581694"/>
              <a:ext cx="236339" cy="236339"/>
            </a:xfrm>
            <a:prstGeom prst="ellipse">
              <a:avLst/>
            </a:prstGeom>
            <a:solidFill>
              <a:srgbClr val="E6E6E6"/>
            </a:solidFill>
            <a:ln w="4081" cap="flat">
              <a:noFill/>
              <a:prstDash val="solid"/>
              <a:miter/>
            </a:ln>
          </p:spPr>
        </p:sp>
        <p:sp>
          <p:nvSpPr>
            <p:cNvPr id="49" name="任意多边形: 形状 48">
              <a:extLst>
                <a:ext uri="{FF2B5EF4-FFF2-40B4-BE49-F238E27FC236}">
                  <a16:creationId xmlns:a16="http://schemas.microsoft.com/office/drawing/2014/main" id="{317D735C-15D8-A507-E3B2-4921E9790E7D}"/>
                </a:ext>
              </a:extLst>
            </p:cNvPr>
            <p:cNvSpPr/>
            <p:nvPr/>
          </p:nvSpPr>
          <p:spPr>
            <a:xfrm>
              <a:off x="5271716" y="1164068"/>
              <a:ext cx="1318595" cy="1191718"/>
            </a:xfrm>
            <a:custGeom>
              <a:avLst/>
              <a:gdLst>
                <a:gd name="csX0" fmla="*/ 1240681 w 1318595"/>
                <a:gd name="csY0" fmla="*/ 951752 h 1191718"/>
                <a:gd name="csX1" fmla="*/ 321552 w 1318595"/>
                <a:gd name="csY1" fmla="*/ 1188349 h 1191718"/>
                <a:gd name="csX2" fmla="*/ 195605 w 1318595"/>
                <a:gd name="csY2" fmla="*/ 1113973 h 1191718"/>
                <a:gd name="csX3" fmla="*/ 2993 w 1318595"/>
                <a:gd name="csY3" fmla="*/ 365704 h 1191718"/>
                <a:gd name="csX4" fmla="*/ 77370 w 1318595"/>
                <a:gd name="csY4" fmla="*/ 239758 h 1191718"/>
                <a:gd name="csX5" fmla="*/ 996499 w 1318595"/>
                <a:gd name="csY5" fmla="*/ 3160 h 1191718"/>
                <a:gd name="csX6" fmla="*/ 1122442 w 1318595"/>
                <a:gd name="csY6" fmla="*/ 77537 h 1191718"/>
                <a:gd name="csX7" fmla="*/ 1315058 w 1318595"/>
                <a:gd name="csY7" fmla="*/ 825805 h 1191718"/>
                <a:gd name="csX8" fmla="*/ 1240681 w 1318595"/>
                <a:gd name="csY8" fmla="*/ 951752 h 1191718"/>
                <a:gd name="csX9" fmla="*/ 80405 w 1318595"/>
                <a:gd name="csY9" fmla="*/ 251543 h 1191718"/>
                <a:gd name="csX10" fmla="*/ 14779 w 1318595"/>
                <a:gd name="csY10" fmla="*/ 362673 h 1191718"/>
                <a:gd name="csX11" fmla="*/ 207395 w 1318595"/>
                <a:gd name="csY11" fmla="*/ 1110941 h 1191718"/>
                <a:gd name="csX12" fmla="*/ 318525 w 1318595"/>
                <a:gd name="csY12" fmla="*/ 1176568 h 1191718"/>
                <a:gd name="csX13" fmla="*/ 1237650 w 1318595"/>
                <a:gd name="csY13" fmla="*/ 939966 h 1191718"/>
                <a:gd name="csX14" fmla="*/ 1303276 w 1318595"/>
                <a:gd name="csY14" fmla="*/ 828836 h 1191718"/>
                <a:gd name="csX15" fmla="*/ 1110664 w 1318595"/>
                <a:gd name="csY15" fmla="*/ 80568 h 1191718"/>
                <a:gd name="csX16" fmla="*/ 999534 w 1318595"/>
                <a:gd name="csY16" fmla="*/ 14942 h 11917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318595" h="1191718">
                  <a:moveTo>
                    <a:pt x="1240681" y="951752"/>
                  </a:moveTo>
                  <a:lnTo>
                    <a:pt x="321552" y="1188349"/>
                  </a:lnTo>
                  <a:cubicBezTo>
                    <a:pt x="266244" y="1202521"/>
                    <a:pt x="209902" y="1169248"/>
                    <a:pt x="195605" y="1113973"/>
                  </a:cubicBezTo>
                  <a:lnTo>
                    <a:pt x="2993" y="365704"/>
                  </a:lnTo>
                  <a:cubicBezTo>
                    <a:pt x="-11178" y="310396"/>
                    <a:pt x="22094" y="254054"/>
                    <a:pt x="77370" y="239758"/>
                  </a:cubicBezTo>
                  <a:lnTo>
                    <a:pt x="996499" y="3160"/>
                  </a:lnTo>
                  <a:cubicBezTo>
                    <a:pt x="1051806" y="-11009"/>
                    <a:pt x="1108145" y="22263"/>
                    <a:pt x="1122442" y="77537"/>
                  </a:cubicBezTo>
                  <a:lnTo>
                    <a:pt x="1315058" y="825805"/>
                  </a:lnTo>
                  <a:cubicBezTo>
                    <a:pt x="1329229" y="881113"/>
                    <a:pt x="1295957" y="937455"/>
                    <a:pt x="1240681" y="951752"/>
                  </a:cubicBezTo>
                  <a:close/>
                  <a:moveTo>
                    <a:pt x="80405" y="251543"/>
                  </a:moveTo>
                  <a:cubicBezTo>
                    <a:pt x="31632" y="264158"/>
                    <a:pt x="2274" y="313872"/>
                    <a:pt x="14779" y="362673"/>
                  </a:cubicBezTo>
                  <a:lnTo>
                    <a:pt x="207395" y="1110941"/>
                  </a:lnTo>
                  <a:cubicBezTo>
                    <a:pt x="220009" y="1159714"/>
                    <a:pt x="269723" y="1189072"/>
                    <a:pt x="318525" y="1176568"/>
                  </a:cubicBezTo>
                  <a:lnTo>
                    <a:pt x="1237650" y="939966"/>
                  </a:lnTo>
                  <a:cubicBezTo>
                    <a:pt x="1286423" y="927351"/>
                    <a:pt x="1315781" y="877637"/>
                    <a:pt x="1303276" y="828836"/>
                  </a:cubicBezTo>
                  <a:lnTo>
                    <a:pt x="1110664" y="80568"/>
                  </a:lnTo>
                  <a:cubicBezTo>
                    <a:pt x="1098049" y="31795"/>
                    <a:pt x="1048335" y="2437"/>
                    <a:pt x="999534" y="14942"/>
                  </a:cubicBezTo>
                  <a:close/>
                </a:path>
              </a:pathLst>
            </a:custGeom>
            <a:solidFill>
              <a:srgbClr val="E6E6E6"/>
            </a:solidFill>
            <a:ln w="4081" cap="flat">
              <a:noFill/>
              <a:prstDash val="solid"/>
              <a:miter/>
            </a:ln>
          </p:spPr>
        </p:sp>
        <p:sp>
          <p:nvSpPr>
            <p:cNvPr id="52" name="任意多边形: 形状 51">
              <a:extLst>
                <a:ext uri="{FF2B5EF4-FFF2-40B4-BE49-F238E27FC236}">
                  <a16:creationId xmlns:a16="http://schemas.microsoft.com/office/drawing/2014/main" id="{E2E4B7EF-B753-F6B9-2221-1CC0FC7216F2}"/>
                </a:ext>
              </a:extLst>
            </p:cNvPr>
            <p:cNvSpPr/>
            <p:nvPr/>
          </p:nvSpPr>
          <p:spPr>
            <a:xfrm>
              <a:off x="5483506" y="1489341"/>
              <a:ext cx="220587" cy="239513"/>
            </a:xfrm>
            <a:custGeom>
              <a:avLst/>
              <a:gdLst>
                <a:gd name="csX0" fmla="*/ 206836 w 220587"/>
                <a:gd name="csY0" fmla="*/ 202424 h 239513"/>
                <a:gd name="csX1" fmla="*/ 65265 w 220587"/>
                <a:gd name="csY1" fmla="*/ 238866 h 239513"/>
                <a:gd name="csX2" fmla="*/ 43342 w 220587"/>
                <a:gd name="csY2" fmla="*/ 225918 h 239513"/>
                <a:gd name="csX3" fmla="*/ 318 w 220587"/>
                <a:gd name="csY3" fmla="*/ 58854 h 239513"/>
                <a:gd name="csX4" fmla="*/ 13259 w 220587"/>
                <a:gd name="csY4" fmla="*/ 36933 h 239513"/>
                <a:gd name="csX5" fmla="*/ 13266 w 220587"/>
                <a:gd name="csY5" fmla="*/ 36931 h 239513"/>
                <a:gd name="csX6" fmla="*/ 154836 w 220587"/>
                <a:gd name="csY6" fmla="*/ 489 h 239513"/>
                <a:gd name="csX7" fmla="*/ 176759 w 220587"/>
                <a:gd name="csY7" fmla="*/ 13437 h 239513"/>
                <a:gd name="csX8" fmla="*/ 219763 w 220587"/>
                <a:gd name="csY8" fmla="*/ 180501 h 239513"/>
                <a:gd name="csX9" fmla="*/ 206815 w 220587"/>
                <a:gd name="csY9" fmla="*/ 202424 h 239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0587" h="239513">
                  <a:moveTo>
                    <a:pt x="206836" y="202424"/>
                  </a:moveTo>
                  <a:lnTo>
                    <a:pt x="65265" y="238866"/>
                  </a:lnTo>
                  <a:cubicBezTo>
                    <a:pt x="55638" y="241335"/>
                    <a:pt x="45829" y="235542"/>
                    <a:pt x="43342" y="225918"/>
                  </a:cubicBezTo>
                  <a:lnTo>
                    <a:pt x="318" y="58854"/>
                  </a:lnTo>
                  <a:cubicBezTo>
                    <a:pt x="-2162" y="49227"/>
                    <a:pt x="3632" y="39413"/>
                    <a:pt x="13259" y="36933"/>
                  </a:cubicBezTo>
                  <a:cubicBezTo>
                    <a:pt x="13261" y="36932"/>
                    <a:pt x="13264" y="36931"/>
                    <a:pt x="13266" y="36931"/>
                  </a:cubicBezTo>
                  <a:lnTo>
                    <a:pt x="154836" y="489"/>
                  </a:lnTo>
                  <a:cubicBezTo>
                    <a:pt x="164463" y="-1975"/>
                    <a:pt x="174269" y="3816"/>
                    <a:pt x="176759" y="13437"/>
                  </a:cubicBezTo>
                  <a:lnTo>
                    <a:pt x="219763" y="180501"/>
                  </a:lnTo>
                  <a:cubicBezTo>
                    <a:pt x="222231" y="190129"/>
                    <a:pt x="216438" y="199938"/>
                    <a:pt x="206815" y="202424"/>
                  </a:cubicBezTo>
                  <a:close/>
                </a:path>
              </a:pathLst>
            </a:custGeom>
            <a:solidFill>
              <a:srgbClr val="E6E6E6"/>
            </a:solidFill>
            <a:ln w="4081" cap="flat">
              <a:noFill/>
              <a:prstDash val="solid"/>
              <a:miter/>
            </a:ln>
          </p:spPr>
        </p:sp>
      </p:grpSp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40E43D95-EF9B-D259-1C9E-9F099873538E}"/>
              </a:ext>
            </a:extLst>
          </p:cNvPr>
          <p:cNvSpPr/>
          <p:nvPr/>
        </p:nvSpPr>
        <p:spPr>
          <a:xfrm>
            <a:off x="5643624" y="2339430"/>
            <a:ext cx="740846" cy="215768"/>
          </a:xfrm>
          <a:custGeom>
            <a:avLst/>
            <a:gdLst>
              <a:gd name="csX0" fmla="*/ 728581 w 740846"/>
              <a:gd name="csY0" fmla="*/ 32849 h 215768"/>
              <a:gd name="csX1" fmla="*/ 20624 w 740846"/>
              <a:gd name="csY1" fmla="*/ 215087 h 215768"/>
              <a:gd name="csX2" fmla="*/ 497 w 740846"/>
              <a:gd name="csY2" fmla="*/ 204630 h 215768"/>
              <a:gd name="csX3" fmla="*/ 10941 w 740846"/>
              <a:gd name="csY3" fmla="*/ 184552 h 215768"/>
              <a:gd name="csX4" fmla="*/ 11767 w 740846"/>
              <a:gd name="csY4" fmla="*/ 184315 h 215768"/>
              <a:gd name="csX5" fmla="*/ 728049 w 740846"/>
              <a:gd name="csY5" fmla="*/ -67 h 215768"/>
              <a:gd name="csX6" fmla="*/ 728577 w 740846"/>
              <a:gd name="csY6" fmla="*/ 32849 h 2157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740846" h="215768">
                <a:moveTo>
                  <a:pt x="728581" y="32849"/>
                </a:moveTo>
                <a:lnTo>
                  <a:pt x="20624" y="215087"/>
                </a:lnTo>
                <a:cubicBezTo>
                  <a:pt x="12210" y="217436"/>
                  <a:pt x="3413" y="212866"/>
                  <a:pt x="497" y="204630"/>
                </a:cubicBezTo>
                <a:cubicBezTo>
                  <a:pt x="-2163" y="196202"/>
                  <a:pt x="2512" y="187212"/>
                  <a:pt x="10941" y="184552"/>
                </a:cubicBezTo>
                <a:cubicBezTo>
                  <a:pt x="11214" y="184465"/>
                  <a:pt x="11490" y="184386"/>
                  <a:pt x="11767" y="184315"/>
                </a:cubicBezTo>
                <a:lnTo>
                  <a:pt x="728049" y="-67"/>
                </a:lnTo>
                <a:cubicBezTo>
                  <a:pt x="747125" y="9596"/>
                  <a:pt x="742105" y="29368"/>
                  <a:pt x="728577" y="32849"/>
                </a:cubicBezTo>
                <a:close/>
              </a:path>
            </a:pathLst>
          </a:custGeom>
          <a:solidFill>
            <a:srgbClr val="F2F2F2"/>
          </a:solidFill>
          <a:ln w="4081" cap="flat">
            <a:noFill/>
            <a:prstDash val="solid"/>
            <a:miter/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D5A9E785-9E5B-4881-B5BA-5FF242EB9A4B}"/>
              </a:ext>
            </a:extLst>
          </p:cNvPr>
          <p:cNvSpPr/>
          <p:nvPr/>
        </p:nvSpPr>
        <p:spPr>
          <a:xfrm>
            <a:off x="5664570" y="2420818"/>
            <a:ext cx="740846" cy="215768"/>
          </a:xfrm>
          <a:custGeom>
            <a:avLst/>
            <a:gdLst>
              <a:gd name="csX0" fmla="*/ 728582 w 740846"/>
              <a:gd name="csY0" fmla="*/ 32859 h 215768"/>
              <a:gd name="csX1" fmla="*/ 20626 w 740846"/>
              <a:gd name="csY1" fmla="*/ 215093 h 215768"/>
              <a:gd name="csX2" fmla="*/ 499 w 740846"/>
              <a:gd name="csY2" fmla="*/ 204637 h 215768"/>
              <a:gd name="csX3" fmla="*/ 10943 w 740846"/>
              <a:gd name="csY3" fmla="*/ 184558 h 215768"/>
              <a:gd name="csX4" fmla="*/ 11769 w 740846"/>
              <a:gd name="csY4" fmla="*/ 184321 h 215768"/>
              <a:gd name="csX5" fmla="*/ 728051 w 740846"/>
              <a:gd name="csY5" fmla="*/ -60 h 215768"/>
              <a:gd name="csX6" fmla="*/ 728578 w 740846"/>
              <a:gd name="csY6" fmla="*/ 32855 h 2157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740846" h="215768">
                <a:moveTo>
                  <a:pt x="728582" y="32859"/>
                </a:moveTo>
                <a:lnTo>
                  <a:pt x="20626" y="215093"/>
                </a:lnTo>
                <a:cubicBezTo>
                  <a:pt x="12211" y="217442"/>
                  <a:pt x="3415" y="212872"/>
                  <a:pt x="499" y="204637"/>
                </a:cubicBezTo>
                <a:cubicBezTo>
                  <a:pt x="-2162" y="196208"/>
                  <a:pt x="2514" y="187219"/>
                  <a:pt x="10943" y="184558"/>
                </a:cubicBezTo>
                <a:cubicBezTo>
                  <a:pt x="11216" y="184472"/>
                  <a:pt x="11492" y="184393"/>
                  <a:pt x="11769" y="184321"/>
                </a:cubicBezTo>
                <a:lnTo>
                  <a:pt x="728051" y="-60"/>
                </a:lnTo>
                <a:cubicBezTo>
                  <a:pt x="747127" y="9607"/>
                  <a:pt x="742107" y="29374"/>
                  <a:pt x="728578" y="32855"/>
                </a:cubicBezTo>
                <a:close/>
              </a:path>
            </a:pathLst>
          </a:custGeom>
          <a:solidFill>
            <a:srgbClr val="F2F2F2"/>
          </a:solidFill>
          <a:ln w="4081" cap="flat">
            <a:noFill/>
            <a:prstDash val="solid"/>
            <a:miter/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89FF8745-D814-71E7-0BB1-C5FD64741F7E}"/>
              </a:ext>
            </a:extLst>
          </p:cNvPr>
          <p:cNvSpPr/>
          <p:nvPr/>
        </p:nvSpPr>
        <p:spPr>
          <a:xfrm>
            <a:off x="5685507" y="2502158"/>
            <a:ext cx="740850" cy="215768"/>
          </a:xfrm>
          <a:custGeom>
            <a:avLst/>
            <a:gdLst>
              <a:gd name="csX0" fmla="*/ 728588 w 740850"/>
              <a:gd name="csY0" fmla="*/ 32862 h 215768"/>
              <a:gd name="csX1" fmla="*/ 20627 w 740850"/>
              <a:gd name="csY1" fmla="*/ 215100 h 215768"/>
              <a:gd name="csX2" fmla="*/ 500 w 740850"/>
              <a:gd name="csY2" fmla="*/ 204643 h 215768"/>
              <a:gd name="csX3" fmla="*/ 10945 w 740850"/>
              <a:gd name="csY3" fmla="*/ 184565 h 215768"/>
              <a:gd name="csX4" fmla="*/ 11775 w 740850"/>
              <a:gd name="csY4" fmla="*/ 184328 h 215768"/>
              <a:gd name="csX5" fmla="*/ 728056 w 740850"/>
              <a:gd name="csY5" fmla="*/ -54 h 215768"/>
              <a:gd name="csX6" fmla="*/ 728584 w 740850"/>
              <a:gd name="csY6" fmla="*/ 32862 h 2157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740850" h="215768">
                <a:moveTo>
                  <a:pt x="728588" y="32862"/>
                </a:moveTo>
                <a:lnTo>
                  <a:pt x="20627" y="215100"/>
                </a:lnTo>
                <a:cubicBezTo>
                  <a:pt x="12213" y="217449"/>
                  <a:pt x="3416" y="212879"/>
                  <a:pt x="500" y="204643"/>
                </a:cubicBezTo>
                <a:cubicBezTo>
                  <a:pt x="-2160" y="196214"/>
                  <a:pt x="2517" y="187225"/>
                  <a:pt x="10945" y="184565"/>
                </a:cubicBezTo>
                <a:cubicBezTo>
                  <a:pt x="11220" y="184479"/>
                  <a:pt x="11496" y="184399"/>
                  <a:pt x="11775" y="184328"/>
                </a:cubicBezTo>
                <a:lnTo>
                  <a:pt x="728056" y="-54"/>
                </a:lnTo>
                <a:cubicBezTo>
                  <a:pt x="747132" y="9613"/>
                  <a:pt x="742113" y="29381"/>
                  <a:pt x="728584" y="32862"/>
                </a:cubicBezTo>
                <a:close/>
              </a:path>
            </a:pathLst>
          </a:custGeom>
          <a:solidFill>
            <a:srgbClr val="F2F2F2"/>
          </a:solidFill>
          <a:ln w="4081" cap="flat">
            <a:noFill/>
            <a:prstDash val="solid"/>
            <a:miter/>
          </a:ln>
        </p:spPr>
      </p:sp>
      <p:sp>
        <p:nvSpPr>
          <p:cNvPr id="56" name="任意多边形: 形状 55">
            <a:extLst>
              <a:ext uri="{FF2B5EF4-FFF2-40B4-BE49-F238E27FC236}">
                <a16:creationId xmlns:a16="http://schemas.microsoft.com/office/drawing/2014/main" id="{3033A08E-5B78-69B4-893C-0EF23842F1A6}"/>
              </a:ext>
            </a:extLst>
          </p:cNvPr>
          <p:cNvSpPr/>
          <p:nvPr/>
        </p:nvSpPr>
        <p:spPr>
          <a:xfrm>
            <a:off x="5706461" y="2583546"/>
            <a:ext cx="740848" cy="215764"/>
          </a:xfrm>
          <a:custGeom>
            <a:avLst/>
            <a:gdLst>
              <a:gd name="csX0" fmla="*/ 728586 w 740848"/>
              <a:gd name="csY0" fmla="*/ 32864 h 215764"/>
              <a:gd name="csX1" fmla="*/ 20629 w 740848"/>
              <a:gd name="csY1" fmla="*/ 215102 h 215764"/>
              <a:gd name="csX2" fmla="*/ 502 w 740848"/>
              <a:gd name="csY2" fmla="*/ 204646 h 215764"/>
              <a:gd name="csX3" fmla="*/ 10947 w 740848"/>
              <a:gd name="csY3" fmla="*/ 184568 h 215764"/>
              <a:gd name="csX4" fmla="*/ 11776 w 740848"/>
              <a:gd name="csY4" fmla="*/ 184330 h 215764"/>
              <a:gd name="csX5" fmla="*/ 728058 w 740848"/>
              <a:gd name="csY5" fmla="*/ -47 h 215764"/>
              <a:gd name="csX6" fmla="*/ 728586 w 740848"/>
              <a:gd name="csY6" fmla="*/ 32864 h 215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740848" h="215764">
                <a:moveTo>
                  <a:pt x="728586" y="32864"/>
                </a:moveTo>
                <a:lnTo>
                  <a:pt x="20629" y="215102"/>
                </a:lnTo>
                <a:cubicBezTo>
                  <a:pt x="12214" y="217451"/>
                  <a:pt x="3418" y="212881"/>
                  <a:pt x="502" y="204646"/>
                </a:cubicBezTo>
                <a:cubicBezTo>
                  <a:pt x="-2158" y="196217"/>
                  <a:pt x="2518" y="187228"/>
                  <a:pt x="10947" y="184568"/>
                </a:cubicBezTo>
                <a:cubicBezTo>
                  <a:pt x="11221" y="184481"/>
                  <a:pt x="11498" y="184402"/>
                  <a:pt x="11776" y="184330"/>
                </a:cubicBezTo>
                <a:lnTo>
                  <a:pt x="728058" y="-47"/>
                </a:lnTo>
                <a:cubicBezTo>
                  <a:pt x="747130" y="9616"/>
                  <a:pt x="742114" y="29383"/>
                  <a:pt x="728586" y="32864"/>
                </a:cubicBezTo>
                <a:close/>
              </a:path>
            </a:pathLst>
          </a:custGeom>
          <a:solidFill>
            <a:srgbClr val="F2F2F2"/>
          </a:solidFill>
          <a:ln w="4081" cap="flat">
            <a:noFill/>
            <a:prstDash val="solid"/>
            <a:miter/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420ED2C0-9738-6B25-FEF9-EE2D0279ED8C}"/>
              </a:ext>
            </a:extLst>
          </p:cNvPr>
          <p:cNvSpPr/>
          <p:nvPr/>
        </p:nvSpPr>
        <p:spPr>
          <a:xfrm>
            <a:off x="5727398" y="2664882"/>
            <a:ext cx="740846" cy="215768"/>
          </a:xfrm>
          <a:custGeom>
            <a:avLst/>
            <a:gdLst>
              <a:gd name="csX0" fmla="*/ 728588 w 740846"/>
              <a:gd name="csY0" fmla="*/ 32875 h 215768"/>
              <a:gd name="csX1" fmla="*/ 20631 w 740846"/>
              <a:gd name="csY1" fmla="*/ 215113 h 215768"/>
              <a:gd name="csX2" fmla="*/ 504 w 740846"/>
              <a:gd name="csY2" fmla="*/ 204656 h 215768"/>
              <a:gd name="csX3" fmla="*/ 10948 w 740846"/>
              <a:gd name="csY3" fmla="*/ 184577 h 215768"/>
              <a:gd name="csX4" fmla="*/ 11774 w 740846"/>
              <a:gd name="csY4" fmla="*/ 184341 h 215768"/>
              <a:gd name="csX5" fmla="*/ 728056 w 740846"/>
              <a:gd name="csY5" fmla="*/ -41 h 215768"/>
              <a:gd name="csX6" fmla="*/ 728588 w 740846"/>
              <a:gd name="csY6" fmla="*/ 32875 h 2157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740846" h="215768">
                <a:moveTo>
                  <a:pt x="728588" y="32875"/>
                </a:moveTo>
                <a:lnTo>
                  <a:pt x="20631" y="215113"/>
                </a:lnTo>
                <a:cubicBezTo>
                  <a:pt x="12216" y="217462"/>
                  <a:pt x="3420" y="212892"/>
                  <a:pt x="504" y="204656"/>
                </a:cubicBezTo>
                <a:cubicBezTo>
                  <a:pt x="-2157" y="196228"/>
                  <a:pt x="2519" y="187238"/>
                  <a:pt x="10948" y="184577"/>
                </a:cubicBezTo>
                <a:cubicBezTo>
                  <a:pt x="11221" y="184491"/>
                  <a:pt x="11497" y="184412"/>
                  <a:pt x="11774" y="184341"/>
                </a:cubicBezTo>
                <a:lnTo>
                  <a:pt x="728056" y="-41"/>
                </a:lnTo>
                <a:cubicBezTo>
                  <a:pt x="747132" y="9626"/>
                  <a:pt x="742112" y="29393"/>
                  <a:pt x="728588" y="32875"/>
                </a:cubicBezTo>
                <a:close/>
              </a:path>
            </a:pathLst>
          </a:custGeom>
          <a:solidFill>
            <a:srgbClr val="F2F2F2"/>
          </a:solidFill>
          <a:ln w="4081" cap="flat">
            <a:noFill/>
            <a:prstDash val="solid"/>
            <a:miter/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3ABD0E9C-85D0-8AD0-A636-0012DC3332B6}"/>
              </a:ext>
            </a:extLst>
          </p:cNvPr>
          <p:cNvSpPr/>
          <p:nvPr/>
        </p:nvSpPr>
        <p:spPr>
          <a:xfrm>
            <a:off x="5660765" y="3346470"/>
            <a:ext cx="89259" cy="100309"/>
          </a:xfrm>
          <a:custGeom>
            <a:avLst/>
            <a:gdLst>
              <a:gd name="csX0" fmla="*/ 47548 w 89259"/>
              <a:gd name="csY0" fmla="*/ 99933 h 100309"/>
              <a:gd name="csX1" fmla="*/ 39796 w 89259"/>
              <a:gd name="csY1" fmla="*/ 99397 h 100309"/>
              <a:gd name="csX2" fmla="*/ 39645 w 89259"/>
              <a:gd name="csY2" fmla="*/ 99336 h 100309"/>
              <a:gd name="csX3" fmla="*/ 7458 w 89259"/>
              <a:gd name="csY3" fmla="*/ 85688 h 100309"/>
              <a:gd name="csX4" fmla="*/ 661 w 89259"/>
              <a:gd name="csY4" fmla="*/ 69612 h 100309"/>
              <a:gd name="csX5" fmla="*/ 16737 w 89259"/>
              <a:gd name="csY5" fmla="*/ 62815 h 100309"/>
              <a:gd name="csX6" fmla="*/ 17116 w 89259"/>
              <a:gd name="csY6" fmla="*/ 62976 h 100309"/>
              <a:gd name="csX7" fmla="*/ 37980 w 89259"/>
              <a:gd name="csY7" fmla="*/ 71849 h 100309"/>
              <a:gd name="csX8" fmla="*/ 65315 w 89259"/>
              <a:gd name="csY8" fmla="*/ 7544 h 100309"/>
              <a:gd name="csX9" fmla="*/ 81481 w 89259"/>
              <a:gd name="csY9" fmla="*/ 993 h 100309"/>
              <a:gd name="csX10" fmla="*/ 81495 w 89259"/>
              <a:gd name="csY10" fmla="*/ 998 h 100309"/>
              <a:gd name="csX11" fmla="*/ 81495 w 89259"/>
              <a:gd name="csY11" fmla="*/ 998 h 100309"/>
              <a:gd name="csX12" fmla="*/ 81331 w 89259"/>
              <a:gd name="csY12" fmla="*/ 1408 h 100309"/>
              <a:gd name="csX13" fmla="*/ 81503 w 89259"/>
              <a:gd name="csY13" fmla="*/ 998 h 100309"/>
              <a:gd name="csX14" fmla="*/ 88028 w 89259"/>
              <a:gd name="csY14" fmla="*/ 17182 h 100309"/>
              <a:gd name="csX15" fmla="*/ 55869 w 89259"/>
              <a:gd name="csY15" fmla="*/ 92790 h 100309"/>
              <a:gd name="csX16" fmla="*/ 47565 w 89259"/>
              <a:gd name="csY16" fmla="*/ 99900 h 1003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9259" h="100309">
                <a:moveTo>
                  <a:pt x="47548" y="99933"/>
                </a:moveTo>
                <a:cubicBezTo>
                  <a:pt x="44975" y="100599"/>
                  <a:pt x="42254" y="100411"/>
                  <a:pt x="39796" y="99397"/>
                </a:cubicBezTo>
                <a:lnTo>
                  <a:pt x="39645" y="99336"/>
                </a:lnTo>
                <a:lnTo>
                  <a:pt x="7458" y="85688"/>
                </a:lnTo>
                <a:cubicBezTo>
                  <a:pt x="1141" y="83126"/>
                  <a:pt x="-1902" y="75928"/>
                  <a:pt x="661" y="69612"/>
                </a:cubicBezTo>
                <a:cubicBezTo>
                  <a:pt x="3223" y="63295"/>
                  <a:pt x="10421" y="60252"/>
                  <a:pt x="16737" y="62815"/>
                </a:cubicBezTo>
                <a:cubicBezTo>
                  <a:pt x="16864" y="62866"/>
                  <a:pt x="16991" y="62920"/>
                  <a:pt x="17116" y="62976"/>
                </a:cubicBezTo>
                <a:lnTo>
                  <a:pt x="37980" y="71849"/>
                </a:lnTo>
                <a:lnTo>
                  <a:pt x="65315" y="7544"/>
                </a:lnTo>
                <a:cubicBezTo>
                  <a:pt x="67970" y="1271"/>
                  <a:pt x="75208" y="-1662"/>
                  <a:pt x="81481" y="993"/>
                </a:cubicBezTo>
                <a:cubicBezTo>
                  <a:pt x="81486" y="995"/>
                  <a:pt x="81490" y="996"/>
                  <a:pt x="81495" y="998"/>
                </a:cubicBezTo>
                <a:lnTo>
                  <a:pt x="81495" y="998"/>
                </a:lnTo>
                <a:lnTo>
                  <a:pt x="81331" y="1408"/>
                </a:lnTo>
                <a:lnTo>
                  <a:pt x="81503" y="998"/>
                </a:lnTo>
                <a:cubicBezTo>
                  <a:pt x="87769" y="3671"/>
                  <a:pt x="90688" y="10911"/>
                  <a:pt x="88028" y="17182"/>
                </a:cubicBezTo>
                <a:lnTo>
                  <a:pt x="55869" y="92790"/>
                </a:lnTo>
                <a:cubicBezTo>
                  <a:pt x="54359" y="96324"/>
                  <a:pt x="51289" y="98952"/>
                  <a:pt x="47565" y="99900"/>
                </a:cubicBezTo>
                <a:close/>
              </a:path>
            </a:pathLst>
          </a:custGeom>
          <a:solidFill>
            <a:srgbClr val="FFFFFF"/>
          </a:solidFill>
          <a:ln w="4081" cap="flat">
            <a:noFill/>
            <a:prstDash val="solid"/>
            <a:miter/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C6CAF5DC-7D93-FB39-7333-5C491BEC16B9}"/>
              </a:ext>
            </a:extLst>
          </p:cNvPr>
          <p:cNvSpPr/>
          <p:nvPr/>
        </p:nvSpPr>
        <p:spPr>
          <a:xfrm>
            <a:off x="5915508" y="2016616"/>
            <a:ext cx="1971196" cy="2244972"/>
          </a:xfrm>
          <a:custGeom>
            <a:avLst/>
            <a:gdLst>
              <a:gd name="csX0" fmla="*/ 1770195 w 1971196"/>
              <a:gd name="csY0" fmla="*/ 2244880 h 2244972"/>
              <a:gd name="csX1" fmla="*/ 200541 w 1971196"/>
              <a:gd name="csY1" fmla="*/ 2244880 h 2244972"/>
              <a:gd name="csX2" fmla="*/ -228 w 1971196"/>
              <a:gd name="csY2" fmla="*/ 2044110 h 2244972"/>
              <a:gd name="csX3" fmla="*/ -228 w 1971196"/>
              <a:gd name="csY3" fmla="*/ 200677 h 2244972"/>
              <a:gd name="csX4" fmla="*/ 200541 w 1971196"/>
              <a:gd name="csY4" fmla="*/ -92 h 2244972"/>
              <a:gd name="csX5" fmla="*/ 1660849 w 1971196"/>
              <a:gd name="csY5" fmla="*/ -92 h 2244972"/>
              <a:gd name="csX6" fmla="*/ 1970968 w 1971196"/>
              <a:gd name="csY6" fmla="*/ 247093 h 2244972"/>
              <a:gd name="csX7" fmla="*/ 1970968 w 1971196"/>
              <a:gd name="csY7" fmla="*/ 2044110 h 2244972"/>
              <a:gd name="csX8" fmla="*/ 1770195 w 1971196"/>
              <a:gd name="csY8" fmla="*/ 2244880 h 22449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971196" h="2244972">
                <a:moveTo>
                  <a:pt x="1770195" y="2244880"/>
                </a:moveTo>
                <a:lnTo>
                  <a:pt x="200541" y="2244880"/>
                </a:lnTo>
                <a:cubicBezTo>
                  <a:pt x="89712" y="2244754"/>
                  <a:pt x="-102" y="2154940"/>
                  <a:pt x="-228" y="2044110"/>
                </a:cubicBezTo>
                <a:lnTo>
                  <a:pt x="-228" y="200677"/>
                </a:lnTo>
                <a:cubicBezTo>
                  <a:pt x="-102" y="89848"/>
                  <a:pt x="89712" y="34"/>
                  <a:pt x="200541" y="-92"/>
                </a:cubicBezTo>
                <a:lnTo>
                  <a:pt x="1660849" y="-92"/>
                </a:lnTo>
                <a:lnTo>
                  <a:pt x="1970968" y="247093"/>
                </a:lnTo>
                <a:lnTo>
                  <a:pt x="1970968" y="2044110"/>
                </a:lnTo>
                <a:cubicBezTo>
                  <a:pt x="1970842" y="2154942"/>
                  <a:pt x="1881026" y="2244756"/>
                  <a:pt x="1770195" y="2244880"/>
                </a:cubicBezTo>
                <a:close/>
              </a:path>
            </a:pathLst>
          </a:custGeom>
          <a:solidFill>
            <a:srgbClr val="D6D6E3"/>
          </a:solidFill>
          <a:ln w="4081" cap="flat">
            <a:noFill/>
            <a:prstDash val="solid"/>
            <a:miter/>
          </a:ln>
        </p:spPr>
      </p:sp>
      <p:sp>
        <p:nvSpPr>
          <p:cNvPr id="60" name="任意多边形: 形状 59">
            <a:extLst>
              <a:ext uri="{FF2B5EF4-FFF2-40B4-BE49-F238E27FC236}">
                <a16:creationId xmlns:a16="http://schemas.microsoft.com/office/drawing/2014/main" id="{2F453693-59EA-472C-2395-1E19A300671F}"/>
              </a:ext>
            </a:extLst>
          </p:cNvPr>
          <p:cNvSpPr/>
          <p:nvPr/>
        </p:nvSpPr>
        <p:spPr>
          <a:xfrm>
            <a:off x="6012843" y="2074412"/>
            <a:ext cx="1772607" cy="2129379"/>
          </a:xfrm>
          <a:custGeom>
            <a:avLst/>
            <a:gdLst>
              <a:gd name="csX0" fmla="*/ 136365 w 1772607"/>
              <a:gd name="csY0" fmla="*/ -88 h 2129379"/>
              <a:gd name="csX1" fmla="*/ -214 w 1772607"/>
              <a:gd name="csY1" fmla="*/ 142885 h 2129379"/>
              <a:gd name="csX2" fmla="*/ -214 w 1772607"/>
              <a:gd name="csY2" fmla="*/ 1986319 h 2129379"/>
              <a:gd name="csX3" fmla="*/ 136365 w 1772607"/>
              <a:gd name="csY3" fmla="*/ 2129292 h 2129379"/>
              <a:gd name="csX4" fmla="*/ 1635814 w 1772607"/>
              <a:gd name="csY4" fmla="*/ 2129292 h 2129379"/>
              <a:gd name="csX5" fmla="*/ 1772394 w 1772607"/>
              <a:gd name="csY5" fmla="*/ 1986319 h 2129379"/>
              <a:gd name="csX6" fmla="*/ 1772394 w 1772607"/>
              <a:gd name="csY6" fmla="*/ 217144 h 2129379"/>
              <a:gd name="csX7" fmla="*/ 1512048 w 1772607"/>
              <a:gd name="csY7" fmla="*/ -84 h 212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2607" h="2129379">
                <a:moveTo>
                  <a:pt x="136365" y="-88"/>
                </a:moveTo>
                <a:cubicBezTo>
                  <a:pt x="60970" y="2"/>
                  <a:pt x="-128" y="63960"/>
                  <a:pt x="-214" y="142885"/>
                </a:cubicBezTo>
                <a:lnTo>
                  <a:pt x="-214" y="1986319"/>
                </a:lnTo>
                <a:cubicBezTo>
                  <a:pt x="-128" y="2065244"/>
                  <a:pt x="60970" y="2129202"/>
                  <a:pt x="136365" y="2129292"/>
                </a:cubicBezTo>
                <a:lnTo>
                  <a:pt x="1635814" y="2129292"/>
                </a:lnTo>
                <a:cubicBezTo>
                  <a:pt x="1711210" y="2129202"/>
                  <a:pt x="1772308" y="2065244"/>
                  <a:pt x="1772394" y="1986319"/>
                </a:cubicBezTo>
                <a:lnTo>
                  <a:pt x="1772394" y="217144"/>
                </a:lnTo>
                <a:lnTo>
                  <a:pt x="1512048" y="-84"/>
                </a:lnTo>
                <a:close/>
              </a:path>
            </a:pathLst>
          </a:custGeom>
          <a:solidFill>
            <a:srgbClr val="FFFFFF"/>
          </a:solidFill>
          <a:ln w="4081" cap="flat">
            <a:noFill/>
            <a:prstDash val="solid"/>
            <a:miter/>
          </a:ln>
        </p:spPr>
      </p:sp>
      <p:sp>
        <p:nvSpPr>
          <p:cNvPr id="61" name="任意多边形: 形状 60">
            <a:extLst>
              <a:ext uri="{FF2B5EF4-FFF2-40B4-BE49-F238E27FC236}">
                <a16:creationId xmlns:a16="http://schemas.microsoft.com/office/drawing/2014/main" id="{4792CAD4-F26B-4C27-2061-42963335EFFD}"/>
              </a:ext>
            </a:extLst>
          </p:cNvPr>
          <p:cNvSpPr/>
          <p:nvPr/>
        </p:nvSpPr>
        <p:spPr>
          <a:xfrm>
            <a:off x="6635801" y="2543566"/>
            <a:ext cx="780783" cy="66865"/>
          </a:xfrm>
          <a:custGeom>
            <a:avLst/>
            <a:gdLst>
              <a:gd name="csX0" fmla="*/ 747548 w 780783"/>
              <a:gd name="csY0" fmla="*/ 66816 h 66865"/>
              <a:gd name="csX1" fmla="*/ 32895 w 780783"/>
              <a:gd name="csY1" fmla="*/ 66816 h 66865"/>
              <a:gd name="csX2" fmla="*/ -168 w 780783"/>
              <a:gd name="csY2" fmla="*/ 33013 h 66865"/>
              <a:gd name="csX3" fmla="*/ 32895 w 780783"/>
              <a:gd name="csY3" fmla="*/ -50 h 66865"/>
              <a:gd name="csX4" fmla="*/ 747548 w 780783"/>
              <a:gd name="csY4" fmla="*/ -50 h 66865"/>
              <a:gd name="csX5" fmla="*/ 780611 w 780783"/>
              <a:gd name="csY5" fmla="*/ 33753 h 66865"/>
              <a:gd name="csX6" fmla="*/ 747548 w 780783"/>
              <a:gd name="csY6" fmla="*/ 66816 h 668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780783" h="66865">
                <a:moveTo>
                  <a:pt x="747548" y="66816"/>
                </a:moveTo>
                <a:lnTo>
                  <a:pt x="32895" y="66816"/>
                </a:lnTo>
                <a:cubicBezTo>
                  <a:pt x="14431" y="66611"/>
                  <a:pt x="-372" y="51477"/>
                  <a:pt x="-168" y="33013"/>
                </a:cubicBezTo>
                <a:cubicBezTo>
                  <a:pt x="33" y="14836"/>
                  <a:pt x="14719" y="151"/>
                  <a:pt x="32895" y="-50"/>
                </a:cubicBezTo>
                <a:lnTo>
                  <a:pt x="747548" y="-50"/>
                </a:lnTo>
                <a:cubicBezTo>
                  <a:pt x="766013" y="154"/>
                  <a:pt x="780816" y="15288"/>
                  <a:pt x="780611" y="33753"/>
                </a:cubicBezTo>
                <a:cubicBezTo>
                  <a:pt x="780410" y="51929"/>
                  <a:pt x="765725" y="66615"/>
                  <a:pt x="747548" y="66816"/>
                </a:cubicBezTo>
                <a:close/>
              </a:path>
            </a:pathLst>
          </a:custGeom>
          <a:solidFill>
            <a:srgbClr val="6C63FF"/>
          </a:solidFill>
          <a:ln w="4081" cap="flat">
            <a:noFill/>
            <a:prstDash val="solid"/>
            <a:miter/>
          </a:ln>
        </p:spPr>
      </p:sp>
      <p:sp>
        <p:nvSpPr>
          <p:cNvPr id="62" name="任意多边形: 形状 61">
            <a:extLst>
              <a:ext uri="{FF2B5EF4-FFF2-40B4-BE49-F238E27FC236}">
                <a16:creationId xmlns:a16="http://schemas.microsoft.com/office/drawing/2014/main" id="{954B52A9-01E9-5827-9063-A021B757765A}"/>
              </a:ext>
            </a:extLst>
          </p:cNvPr>
          <p:cNvSpPr/>
          <p:nvPr/>
        </p:nvSpPr>
        <p:spPr>
          <a:xfrm>
            <a:off x="6635073" y="2656404"/>
            <a:ext cx="920154" cy="66870"/>
          </a:xfrm>
          <a:custGeom>
            <a:avLst/>
            <a:gdLst>
              <a:gd name="csX0" fmla="*/ 886180 w 920154"/>
              <a:gd name="csY0" fmla="*/ 66827 h 66870"/>
              <a:gd name="csX1" fmla="*/ 33635 w 920154"/>
              <a:gd name="csY1" fmla="*/ 66827 h 66870"/>
              <a:gd name="csX2" fmla="*/ -168 w 920154"/>
              <a:gd name="csY2" fmla="*/ 33764 h 66870"/>
              <a:gd name="csX3" fmla="*/ 32895 w 920154"/>
              <a:gd name="csY3" fmla="*/ -39 h 66870"/>
              <a:gd name="csX4" fmla="*/ 33635 w 920154"/>
              <a:gd name="csY4" fmla="*/ -39 h 66870"/>
              <a:gd name="csX5" fmla="*/ 886180 w 920154"/>
              <a:gd name="csY5" fmla="*/ -39 h 66870"/>
              <a:gd name="csX6" fmla="*/ 919983 w 920154"/>
              <a:gd name="csY6" fmla="*/ 33024 h 66870"/>
              <a:gd name="csX7" fmla="*/ 886920 w 920154"/>
              <a:gd name="csY7" fmla="*/ 66827 h 66870"/>
              <a:gd name="csX8" fmla="*/ 886180 w 920154"/>
              <a:gd name="csY8" fmla="*/ 66827 h 668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920154" h="66870">
                <a:moveTo>
                  <a:pt x="886180" y="66827"/>
                </a:moveTo>
                <a:lnTo>
                  <a:pt x="33635" y="66827"/>
                </a:lnTo>
                <a:cubicBezTo>
                  <a:pt x="15170" y="67031"/>
                  <a:pt x="36" y="52228"/>
                  <a:pt x="-168" y="33764"/>
                </a:cubicBezTo>
                <a:cubicBezTo>
                  <a:pt x="-372" y="15299"/>
                  <a:pt x="14431" y="165"/>
                  <a:pt x="32895" y="-39"/>
                </a:cubicBezTo>
                <a:cubicBezTo>
                  <a:pt x="33142" y="-42"/>
                  <a:pt x="33388" y="-42"/>
                  <a:pt x="33635" y="-39"/>
                </a:cubicBezTo>
                <a:lnTo>
                  <a:pt x="886180" y="-39"/>
                </a:lnTo>
                <a:cubicBezTo>
                  <a:pt x="904645" y="-243"/>
                  <a:pt x="919779" y="14559"/>
                  <a:pt x="919983" y="33024"/>
                </a:cubicBezTo>
                <a:cubicBezTo>
                  <a:pt x="920187" y="51489"/>
                  <a:pt x="905384" y="66623"/>
                  <a:pt x="886920" y="66827"/>
                </a:cubicBezTo>
                <a:cubicBezTo>
                  <a:pt x="886673" y="66830"/>
                  <a:pt x="886427" y="66830"/>
                  <a:pt x="886180" y="66827"/>
                </a:cubicBezTo>
                <a:close/>
              </a:path>
            </a:pathLst>
          </a:custGeom>
          <a:solidFill>
            <a:srgbClr val="6C63FF"/>
          </a:solidFill>
          <a:ln w="4081" cap="flat">
            <a:noFill/>
            <a:prstDash val="solid"/>
            <a:miter/>
          </a:ln>
        </p:spPr>
      </p:sp>
      <p:sp>
        <p:nvSpPr>
          <p:cNvPr id="63" name="任意多边形: 形状 62">
            <a:extLst>
              <a:ext uri="{FF2B5EF4-FFF2-40B4-BE49-F238E27FC236}">
                <a16:creationId xmlns:a16="http://schemas.microsoft.com/office/drawing/2014/main" id="{6B22FBA3-6225-AF51-3E87-80194FA5642E}"/>
              </a:ext>
            </a:extLst>
          </p:cNvPr>
          <p:cNvSpPr/>
          <p:nvPr/>
        </p:nvSpPr>
        <p:spPr>
          <a:xfrm>
            <a:off x="6635459" y="3049231"/>
            <a:ext cx="781498" cy="66861"/>
          </a:xfrm>
          <a:custGeom>
            <a:avLst/>
            <a:gdLst>
              <a:gd name="csX0" fmla="*/ 747898 w 781498"/>
              <a:gd name="csY0" fmla="*/ -10 h 66861"/>
              <a:gd name="csX1" fmla="*/ 33261 w 781498"/>
              <a:gd name="csY1" fmla="*/ -10 h 66861"/>
              <a:gd name="csX2" fmla="*/ -170 w 781498"/>
              <a:gd name="csY2" fmla="*/ 33421 h 66861"/>
              <a:gd name="csX3" fmla="*/ 33261 w 781498"/>
              <a:gd name="csY3" fmla="*/ 66852 h 66861"/>
              <a:gd name="csX4" fmla="*/ 747898 w 781498"/>
              <a:gd name="csY4" fmla="*/ 66852 h 66861"/>
              <a:gd name="csX5" fmla="*/ 781329 w 781498"/>
              <a:gd name="csY5" fmla="*/ 33421 h 66861"/>
              <a:gd name="csX6" fmla="*/ 747898 w 781498"/>
              <a:gd name="csY6" fmla="*/ -10 h 66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781498" h="66861">
                <a:moveTo>
                  <a:pt x="747898" y="-10"/>
                </a:moveTo>
                <a:lnTo>
                  <a:pt x="33261" y="-10"/>
                </a:lnTo>
                <a:cubicBezTo>
                  <a:pt x="14798" y="-10"/>
                  <a:pt x="-170" y="14958"/>
                  <a:pt x="-170" y="33421"/>
                </a:cubicBezTo>
                <a:cubicBezTo>
                  <a:pt x="-170" y="51885"/>
                  <a:pt x="14798" y="66852"/>
                  <a:pt x="33261" y="66852"/>
                </a:cubicBezTo>
                <a:lnTo>
                  <a:pt x="747898" y="66852"/>
                </a:lnTo>
                <a:cubicBezTo>
                  <a:pt x="766361" y="66852"/>
                  <a:pt x="781329" y="51885"/>
                  <a:pt x="781329" y="33421"/>
                </a:cubicBezTo>
                <a:cubicBezTo>
                  <a:pt x="781329" y="14958"/>
                  <a:pt x="766361" y="-10"/>
                  <a:pt x="747898" y="-10"/>
                </a:cubicBezTo>
                <a:close/>
              </a:path>
            </a:pathLst>
          </a:custGeom>
          <a:solidFill>
            <a:srgbClr val="CCCCCC"/>
          </a:solidFill>
          <a:ln w="4081" cap="flat">
            <a:noFill/>
            <a:prstDash val="solid"/>
            <a:miter/>
          </a:ln>
        </p:spPr>
      </p:sp>
      <p:sp>
        <p:nvSpPr>
          <p:cNvPr id="320" name="任意多边形: 形状 319">
            <a:extLst>
              <a:ext uri="{FF2B5EF4-FFF2-40B4-BE49-F238E27FC236}">
                <a16:creationId xmlns:a16="http://schemas.microsoft.com/office/drawing/2014/main" id="{C5336407-F6E6-C297-0592-B8984114EC4A}"/>
              </a:ext>
            </a:extLst>
          </p:cNvPr>
          <p:cNvSpPr/>
          <p:nvPr/>
        </p:nvSpPr>
        <p:spPr>
          <a:xfrm>
            <a:off x="6635459" y="3162087"/>
            <a:ext cx="919407" cy="66861"/>
          </a:xfrm>
          <a:custGeom>
            <a:avLst/>
            <a:gdLst>
              <a:gd name="csX0" fmla="*/ 885806 w 919407"/>
              <a:gd name="csY0" fmla="*/ -1 h 66861"/>
              <a:gd name="csX1" fmla="*/ 33261 w 919407"/>
              <a:gd name="csY1" fmla="*/ -1 h 66861"/>
              <a:gd name="csX2" fmla="*/ -170 w 919407"/>
              <a:gd name="csY2" fmla="*/ 33430 h 66861"/>
              <a:gd name="csX3" fmla="*/ 33261 w 919407"/>
              <a:gd name="csY3" fmla="*/ 66861 h 66861"/>
              <a:gd name="csX4" fmla="*/ 885806 w 919407"/>
              <a:gd name="csY4" fmla="*/ 66861 h 66861"/>
              <a:gd name="csX5" fmla="*/ 919237 w 919407"/>
              <a:gd name="csY5" fmla="*/ 33430 h 66861"/>
              <a:gd name="csX6" fmla="*/ 885806 w 919407"/>
              <a:gd name="csY6" fmla="*/ -1 h 66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919407" h="66861">
                <a:moveTo>
                  <a:pt x="885806" y="-1"/>
                </a:moveTo>
                <a:lnTo>
                  <a:pt x="33261" y="-1"/>
                </a:lnTo>
                <a:cubicBezTo>
                  <a:pt x="14798" y="-1"/>
                  <a:pt x="-170" y="14967"/>
                  <a:pt x="-170" y="33430"/>
                </a:cubicBezTo>
                <a:cubicBezTo>
                  <a:pt x="-170" y="51894"/>
                  <a:pt x="14798" y="66861"/>
                  <a:pt x="33261" y="66861"/>
                </a:cubicBezTo>
                <a:lnTo>
                  <a:pt x="885806" y="66861"/>
                </a:lnTo>
                <a:cubicBezTo>
                  <a:pt x="904270" y="66861"/>
                  <a:pt x="919237" y="51894"/>
                  <a:pt x="919237" y="33430"/>
                </a:cubicBezTo>
                <a:cubicBezTo>
                  <a:pt x="919237" y="14967"/>
                  <a:pt x="904270" y="-1"/>
                  <a:pt x="885806" y="-1"/>
                </a:cubicBezTo>
                <a:close/>
              </a:path>
            </a:pathLst>
          </a:custGeom>
          <a:solidFill>
            <a:srgbClr val="CCCCCC"/>
          </a:solidFill>
          <a:ln w="4081" cap="flat">
            <a:noFill/>
            <a:prstDash val="solid"/>
            <a:miter/>
          </a:ln>
        </p:spPr>
      </p:sp>
      <p:sp>
        <p:nvSpPr>
          <p:cNvPr id="321" name="任意多边形: 形状 320">
            <a:extLst>
              <a:ext uri="{FF2B5EF4-FFF2-40B4-BE49-F238E27FC236}">
                <a16:creationId xmlns:a16="http://schemas.microsoft.com/office/drawing/2014/main" id="{6802026E-6724-F7A9-B21D-EA96F679257C}"/>
              </a:ext>
            </a:extLst>
          </p:cNvPr>
          <p:cNvSpPr/>
          <p:nvPr/>
        </p:nvSpPr>
        <p:spPr>
          <a:xfrm>
            <a:off x="6635801" y="3554933"/>
            <a:ext cx="780783" cy="66865"/>
          </a:xfrm>
          <a:custGeom>
            <a:avLst/>
            <a:gdLst>
              <a:gd name="csX0" fmla="*/ 747548 w 780783"/>
              <a:gd name="csY0" fmla="*/ 66897 h 66865"/>
              <a:gd name="csX1" fmla="*/ 32895 w 780783"/>
              <a:gd name="csY1" fmla="*/ 66897 h 66865"/>
              <a:gd name="csX2" fmla="*/ -168 w 780783"/>
              <a:gd name="csY2" fmla="*/ 33094 h 66865"/>
              <a:gd name="csX3" fmla="*/ 32895 w 780783"/>
              <a:gd name="csY3" fmla="*/ 31 h 66865"/>
              <a:gd name="csX4" fmla="*/ 747548 w 780783"/>
              <a:gd name="csY4" fmla="*/ 31 h 66865"/>
              <a:gd name="csX5" fmla="*/ 780611 w 780783"/>
              <a:gd name="csY5" fmla="*/ 33834 h 66865"/>
              <a:gd name="csX6" fmla="*/ 747548 w 780783"/>
              <a:gd name="csY6" fmla="*/ 66897 h 668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780783" h="66865">
                <a:moveTo>
                  <a:pt x="747548" y="66897"/>
                </a:moveTo>
                <a:lnTo>
                  <a:pt x="32895" y="66897"/>
                </a:lnTo>
                <a:cubicBezTo>
                  <a:pt x="14431" y="66692"/>
                  <a:pt x="-372" y="51558"/>
                  <a:pt x="-168" y="33094"/>
                </a:cubicBezTo>
                <a:cubicBezTo>
                  <a:pt x="33" y="14917"/>
                  <a:pt x="14719" y="232"/>
                  <a:pt x="32895" y="31"/>
                </a:cubicBezTo>
                <a:lnTo>
                  <a:pt x="747548" y="31"/>
                </a:lnTo>
                <a:cubicBezTo>
                  <a:pt x="766013" y="235"/>
                  <a:pt x="780816" y="15369"/>
                  <a:pt x="780611" y="33834"/>
                </a:cubicBezTo>
                <a:cubicBezTo>
                  <a:pt x="780410" y="52010"/>
                  <a:pt x="765725" y="66696"/>
                  <a:pt x="747548" y="66897"/>
                </a:cubicBezTo>
                <a:close/>
              </a:path>
            </a:pathLst>
          </a:custGeom>
          <a:solidFill>
            <a:srgbClr val="CCCCCC"/>
          </a:solidFill>
          <a:ln w="4081" cap="flat">
            <a:noFill/>
            <a:prstDash val="solid"/>
            <a:miter/>
          </a:ln>
        </p:spPr>
      </p:sp>
      <p:sp>
        <p:nvSpPr>
          <p:cNvPr id="322" name="任意多边形: 形状 321">
            <a:extLst>
              <a:ext uri="{FF2B5EF4-FFF2-40B4-BE49-F238E27FC236}">
                <a16:creationId xmlns:a16="http://schemas.microsoft.com/office/drawing/2014/main" id="{0A160EC1-EBEC-49E6-3F64-BC57C679B1C0}"/>
              </a:ext>
            </a:extLst>
          </p:cNvPr>
          <p:cNvSpPr/>
          <p:nvPr/>
        </p:nvSpPr>
        <p:spPr>
          <a:xfrm>
            <a:off x="6635073" y="3667770"/>
            <a:ext cx="920154" cy="66870"/>
          </a:xfrm>
          <a:custGeom>
            <a:avLst/>
            <a:gdLst>
              <a:gd name="csX0" fmla="*/ 886180 w 920154"/>
              <a:gd name="csY0" fmla="*/ 66908 h 66870"/>
              <a:gd name="csX1" fmla="*/ 33635 w 920154"/>
              <a:gd name="csY1" fmla="*/ 66908 h 66870"/>
              <a:gd name="csX2" fmla="*/ -168 w 920154"/>
              <a:gd name="csY2" fmla="*/ 33845 h 66870"/>
              <a:gd name="csX3" fmla="*/ 32895 w 920154"/>
              <a:gd name="csY3" fmla="*/ 42 h 66870"/>
              <a:gd name="csX4" fmla="*/ 33635 w 920154"/>
              <a:gd name="csY4" fmla="*/ 42 h 66870"/>
              <a:gd name="csX5" fmla="*/ 886180 w 920154"/>
              <a:gd name="csY5" fmla="*/ 42 h 66870"/>
              <a:gd name="csX6" fmla="*/ 919983 w 920154"/>
              <a:gd name="csY6" fmla="*/ 33105 h 66870"/>
              <a:gd name="csX7" fmla="*/ 886920 w 920154"/>
              <a:gd name="csY7" fmla="*/ 66908 h 66870"/>
              <a:gd name="csX8" fmla="*/ 886180 w 920154"/>
              <a:gd name="csY8" fmla="*/ 66908 h 668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920154" h="66870">
                <a:moveTo>
                  <a:pt x="886180" y="66908"/>
                </a:moveTo>
                <a:lnTo>
                  <a:pt x="33635" y="66908"/>
                </a:lnTo>
                <a:cubicBezTo>
                  <a:pt x="15170" y="67112"/>
                  <a:pt x="36" y="52309"/>
                  <a:pt x="-168" y="33845"/>
                </a:cubicBezTo>
                <a:cubicBezTo>
                  <a:pt x="-372" y="15380"/>
                  <a:pt x="14431" y="246"/>
                  <a:pt x="32895" y="42"/>
                </a:cubicBezTo>
                <a:cubicBezTo>
                  <a:pt x="33142" y="39"/>
                  <a:pt x="33388" y="39"/>
                  <a:pt x="33635" y="42"/>
                </a:cubicBezTo>
                <a:lnTo>
                  <a:pt x="886180" y="42"/>
                </a:lnTo>
                <a:cubicBezTo>
                  <a:pt x="904645" y="-162"/>
                  <a:pt x="919779" y="14640"/>
                  <a:pt x="919983" y="33105"/>
                </a:cubicBezTo>
                <a:cubicBezTo>
                  <a:pt x="920187" y="51570"/>
                  <a:pt x="905384" y="66704"/>
                  <a:pt x="886920" y="66908"/>
                </a:cubicBezTo>
                <a:cubicBezTo>
                  <a:pt x="886673" y="66911"/>
                  <a:pt x="886427" y="66911"/>
                  <a:pt x="886180" y="66908"/>
                </a:cubicBezTo>
                <a:close/>
              </a:path>
            </a:pathLst>
          </a:custGeom>
          <a:solidFill>
            <a:srgbClr val="CCCCCC"/>
          </a:solidFill>
          <a:ln w="4081" cap="flat">
            <a:noFill/>
            <a:prstDash val="solid"/>
            <a:miter/>
          </a:ln>
        </p:spPr>
      </p:sp>
      <p:sp>
        <p:nvSpPr>
          <p:cNvPr id="323" name="椭圆 322">
            <a:extLst>
              <a:ext uri="{FF2B5EF4-FFF2-40B4-BE49-F238E27FC236}">
                <a16:creationId xmlns:a16="http://schemas.microsoft.com/office/drawing/2014/main" id="{7831F0A7-6B6A-EFD1-1109-66C4ADC934FF}"/>
              </a:ext>
            </a:extLst>
          </p:cNvPr>
          <p:cNvSpPr/>
          <p:nvPr/>
        </p:nvSpPr>
        <p:spPr>
          <a:xfrm>
            <a:off x="6253098" y="2515249"/>
            <a:ext cx="236339" cy="236339"/>
          </a:xfrm>
          <a:prstGeom prst="ellipse">
            <a:avLst/>
          </a:prstGeom>
          <a:solidFill>
            <a:srgbClr val="6C63FF"/>
          </a:solidFill>
          <a:ln w="4081" cap="flat">
            <a:noFill/>
            <a:prstDash val="solid"/>
            <a:miter/>
          </a:ln>
        </p:spPr>
      </p:sp>
      <p:sp>
        <p:nvSpPr>
          <p:cNvPr id="324" name="任意多边形: 形状 323">
            <a:extLst>
              <a:ext uri="{FF2B5EF4-FFF2-40B4-BE49-F238E27FC236}">
                <a16:creationId xmlns:a16="http://schemas.microsoft.com/office/drawing/2014/main" id="{EA9A739F-00FC-C7BA-A3B9-B8ED9550F2DB}"/>
              </a:ext>
            </a:extLst>
          </p:cNvPr>
          <p:cNvSpPr/>
          <p:nvPr/>
        </p:nvSpPr>
        <p:spPr>
          <a:xfrm>
            <a:off x="6319595" y="2588603"/>
            <a:ext cx="102346" cy="89877"/>
          </a:xfrm>
          <a:custGeom>
            <a:avLst/>
            <a:gdLst>
              <a:gd name="csX0" fmla="*/ 39761 w 102346"/>
              <a:gd name="csY0" fmla="*/ 89830 h 89877"/>
              <a:gd name="csX1" fmla="*/ 32398 w 102346"/>
              <a:gd name="csY1" fmla="*/ 87376 h 89877"/>
              <a:gd name="csX2" fmla="*/ 32267 w 102346"/>
              <a:gd name="csY2" fmla="*/ 87278 h 89877"/>
              <a:gd name="csX3" fmla="*/ 4494 w 102346"/>
              <a:gd name="csY3" fmla="*/ 66034 h 89877"/>
              <a:gd name="csX4" fmla="*/ 2465 w 102346"/>
              <a:gd name="csY4" fmla="*/ 48697 h 89877"/>
              <a:gd name="csX5" fmla="*/ 19511 w 102346"/>
              <a:gd name="csY5" fmla="*/ 46446 h 89877"/>
              <a:gd name="csX6" fmla="*/ 37512 w 102346"/>
              <a:gd name="csY6" fmla="*/ 60241 h 89877"/>
              <a:gd name="csX7" fmla="*/ 80020 w 102346"/>
              <a:gd name="csY7" fmla="*/ 4785 h 89877"/>
              <a:gd name="csX8" fmla="*/ 97313 w 102346"/>
              <a:gd name="csY8" fmla="*/ 2499 h 89877"/>
              <a:gd name="csX9" fmla="*/ 97317 w 102346"/>
              <a:gd name="csY9" fmla="*/ 2502 h 89877"/>
              <a:gd name="csX10" fmla="*/ 97316 w 102346"/>
              <a:gd name="csY10" fmla="*/ 2502 h 89877"/>
              <a:gd name="csX11" fmla="*/ 97055 w 102346"/>
              <a:gd name="csY11" fmla="*/ 2870 h 89877"/>
              <a:gd name="csX12" fmla="*/ 97325 w 102346"/>
              <a:gd name="csY12" fmla="*/ 2502 h 89877"/>
              <a:gd name="csX13" fmla="*/ 99607 w 102346"/>
              <a:gd name="csY13" fmla="*/ 19802 h 89877"/>
              <a:gd name="csX14" fmla="*/ 49580 w 102346"/>
              <a:gd name="csY14" fmla="*/ 85015 h 89877"/>
              <a:gd name="csX15" fmla="*/ 39761 w 102346"/>
              <a:gd name="csY15" fmla="*/ 89826 h 898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02346" h="89877">
                <a:moveTo>
                  <a:pt x="39761" y="89830"/>
                </a:moveTo>
                <a:cubicBezTo>
                  <a:pt x="37106" y="89830"/>
                  <a:pt x="34522" y="88969"/>
                  <a:pt x="32398" y="87376"/>
                </a:cubicBezTo>
                <a:lnTo>
                  <a:pt x="32267" y="87278"/>
                </a:lnTo>
                <a:lnTo>
                  <a:pt x="4494" y="66034"/>
                </a:lnTo>
                <a:cubicBezTo>
                  <a:pt x="-854" y="61806"/>
                  <a:pt x="-1762" y="54045"/>
                  <a:pt x="2465" y="48697"/>
                </a:cubicBezTo>
                <a:cubicBezTo>
                  <a:pt x="6604" y="43461"/>
                  <a:pt x="14155" y="42464"/>
                  <a:pt x="19511" y="46446"/>
                </a:cubicBezTo>
                <a:lnTo>
                  <a:pt x="37512" y="60241"/>
                </a:lnTo>
                <a:lnTo>
                  <a:pt x="80020" y="4785"/>
                </a:lnTo>
                <a:cubicBezTo>
                  <a:pt x="84164" y="-622"/>
                  <a:pt x="91906" y="-1645"/>
                  <a:pt x="97313" y="2499"/>
                </a:cubicBezTo>
                <a:cubicBezTo>
                  <a:pt x="97314" y="2500"/>
                  <a:pt x="97315" y="2501"/>
                  <a:pt x="97317" y="2502"/>
                </a:cubicBezTo>
                <a:lnTo>
                  <a:pt x="97316" y="2502"/>
                </a:lnTo>
                <a:lnTo>
                  <a:pt x="97055" y="2870"/>
                </a:lnTo>
                <a:lnTo>
                  <a:pt x="97325" y="2502"/>
                </a:lnTo>
                <a:cubicBezTo>
                  <a:pt x="102727" y="6652"/>
                  <a:pt x="103748" y="14393"/>
                  <a:pt x="99607" y="19802"/>
                </a:cubicBezTo>
                <a:lnTo>
                  <a:pt x="49580" y="85015"/>
                </a:lnTo>
                <a:cubicBezTo>
                  <a:pt x="47234" y="88060"/>
                  <a:pt x="43605" y="89839"/>
                  <a:pt x="39761" y="89826"/>
                </a:cubicBezTo>
                <a:close/>
              </a:path>
            </a:pathLst>
          </a:custGeom>
          <a:solidFill>
            <a:srgbClr val="FFFFFF"/>
          </a:solidFill>
          <a:ln w="4081" cap="flat">
            <a:noFill/>
            <a:prstDash val="solid"/>
            <a:miter/>
          </a:ln>
        </p:spPr>
      </p:sp>
      <p:sp>
        <p:nvSpPr>
          <p:cNvPr id="325" name="任意多边形: 形状 324">
            <a:extLst>
              <a:ext uri="{FF2B5EF4-FFF2-40B4-BE49-F238E27FC236}">
                <a16:creationId xmlns:a16="http://schemas.microsoft.com/office/drawing/2014/main" id="{43A435CE-72E4-585E-BC80-63F2E3C2DD21}"/>
              </a:ext>
            </a:extLst>
          </p:cNvPr>
          <p:cNvSpPr/>
          <p:nvPr/>
        </p:nvSpPr>
        <p:spPr>
          <a:xfrm>
            <a:off x="6265260" y="3020907"/>
            <a:ext cx="236324" cy="236413"/>
          </a:xfrm>
          <a:custGeom>
            <a:avLst/>
            <a:gdLst>
              <a:gd name="csX0" fmla="*/ 236125 w 236324"/>
              <a:gd name="csY0" fmla="*/ 118169 h 236413"/>
              <a:gd name="csX1" fmla="*/ 118020 w 236324"/>
              <a:gd name="csY1" fmla="*/ 236396 h 236413"/>
              <a:gd name="csX2" fmla="*/ 117975 w 236324"/>
              <a:gd name="csY2" fmla="*/ 236396 h 236413"/>
              <a:gd name="csX3" fmla="*/ 114932 w 236324"/>
              <a:gd name="csY3" fmla="*/ 236274 h 236413"/>
              <a:gd name="csX4" fmla="*/ -160 w 236324"/>
              <a:gd name="csY4" fmla="*/ 115119 h 236413"/>
              <a:gd name="csX5" fmla="*/ 120994 w 236324"/>
              <a:gd name="csY5" fmla="*/ 28 h 236413"/>
              <a:gd name="csX6" fmla="*/ 236125 w 236324"/>
              <a:gd name="csY6" fmla="*/ 118185 h 2364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36324" h="236413">
                <a:moveTo>
                  <a:pt x="236125" y="118169"/>
                </a:moveTo>
                <a:cubicBezTo>
                  <a:pt x="236159" y="183430"/>
                  <a:pt x="183281" y="236362"/>
                  <a:pt x="118020" y="236396"/>
                </a:cubicBezTo>
                <a:cubicBezTo>
                  <a:pt x="118005" y="236396"/>
                  <a:pt x="117990" y="236396"/>
                  <a:pt x="117975" y="236396"/>
                </a:cubicBezTo>
                <a:cubicBezTo>
                  <a:pt x="116959" y="236416"/>
                  <a:pt x="115943" y="236375"/>
                  <a:pt x="114932" y="236274"/>
                </a:cubicBezTo>
                <a:cubicBezTo>
                  <a:pt x="49694" y="234599"/>
                  <a:pt x="-1834" y="180357"/>
                  <a:pt x="-160" y="115119"/>
                </a:cubicBezTo>
                <a:cubicBezTo>
                  <a:pt x="1514" y="49882"/>
                  <a:pt x="55757" y="-1647"/>
                  <a:pt x="120994" y="28"/>
                </a:cubicBezTo>
                <a:cubicBezTo>
                  <a:pt x="185065" y="1672"/>
                  <a:pt x="236143" y="54094"/>
                  <a:pt x="236125" y="118185"/>
                </a:cubicBezTo>
                <a:close/>
              </a:path>
            </a:pathLst>
          </a:custGeom>
          <a:solidFill>
            <a:srgbClr val="CCCCCC"/>
          </a:solidFill>
          <a:ln w="4081" cap="flat">
            <a:noFill/>
            <a:prstDash val="solid"/>
            <a:miter/>
          </a:ln>
        </p:spPr>
      </p:sp>
      <p:sp>
        <p:nvSpPr>
          <p:cNvPr id="326" name="椭圆 325">
            <a:extLst>
              <a:ext uri="{FF2B5EF4-FFF2-40B4-BE49-F238E27FC236}">
                <a16:creationId xmlns:a16="http://schemas.microsoft.com/office/drawing/2014/main" id="{D99F22EC-3AE8-DE95-B300-5F41D8C2355F}"/>
              </a:ext>
            </a:extLst>
          </p:cNvPr>
          <p:cNvSpPr/>
          <p:nvPr/>
        </p:nvSpPr>
        <p:spPr>
          <a:xfrm>
            <a:off x="6253098" y="3526611"/>
            <a:ext cx="236339" cy="236339"/>
          </a:xfrm>
          <a:prstGeom prst="ellipse">
            <a:avLst/>
          </a:prstGeom>
          <a:solidFill>
            <a:srgbClr val="CCCCCC"/>
          </a:solidFill>
          <a:ln w="4081" cap="flat">
            <a:noFill/>
            <a:prstDash val="solid"/>
            <a:miter/>
          </a:ln>
        </p:spPr>
      </p:sp>
      <p:sp>
        <p:nvSpPr>
          <p:cNvPr id="327" name="任意多边形: 形状 326">
            <a:extLst>
              <a:ext uri="{FF2B5EF4-FFF2-40B4-BE49-F238E27FC236}">
                <a16:creationId xmlns:a16="http://schemas.microsoft.com/office/drawing/2014/main" id="{E8942878-1318-7091-8423-3C9EE8B03D47}"/>
              </a:ext>
            </a:extLst>
          </p:cNvPr>
          <p:cNvSpPr/>
          <p:nvPr/>
        </p:nvSpPr>
        <p:spPr>
          <a:xfrm>
            <a:off x="7573746" y="2021274"/>
            <a:ext cx="313965" cy="250479"/>
          </a:xfrm>
          <a:custGeom>
            <a:avLst/>
            <a:gdLst>
              <a:gd name="csX0" fmla="*/ 309697 w 313965"/>
              <a:gd name="csY0" fmla="*/ 250388 h 250479"/>
              <a:gd name="csX1" fmla="*/ 66771 w 313965"/>
              <a:gd name="csY1" fmla="*/ 250388 h 250479"/>
              <a:gd name="csX2" fmla="*/ -95 w 313965"/>
              <a:gd name="csY2" fmla="*/ 183522 h 250479"/>
              <a:gd name="csX3" fmla="*/ -95 w 313965"/>
              <a:gd name="csY3" fmla="*/ 4082 h 250479"/>
              <a:gd name="csX4" fmla="*/ 4092 w 313965"/>
              <a:gd name="csY4" fmla="*/ -92 h 250479"/>
              <a:gd name="csX5" fmla="*/ 6680 w 313965"/>
              <a:gd name="csY5" fmla="*/ 810 h 250479"/>
              <a:gd name="csX6" fmla="*/ 312291 w 313965"/>
              <a:gd name="csY6" fmla="*/ 242918 h 250479"/>
              <a:gd name="csX7" fmla="*/ 312962 w 313965"/>
              <a:gd name="csY7" fmla="*/ 248792 h 250479"/>
              <a:gd name="csX8" fmla="*/ 309697 w 313965"/>
              <a:gd name="csY8" fmla="*/ 250372 h 250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313965" h="250479">
                <a:moveTo>
                  <a:pt x="309697" y="250388"/>
                </a:moveTo>
                <a:lnTo>
                  <a:pt x="66771" y="250388"/>
                </a:lnTo>
                <a:cubicBezTo>
                  <a:pt x="29842" y="250388"/>
                  <a:pt x="-95" y="220451"/>
                  <a:pt x="-95" y="183522"/>
                </a:cubicBezTo>
                <a:lnTo>
                  <a:pt x="-95" y="4082"/>
                </a:lnTo>
                <a:cubicBezTo>
                  <a:pt x="-91" y="1773"/>
                  <a:pt x="1784" y="-96"/>
                  <a:pt x="4092" y="-92"/>
                </a:cubicBezTo>
                <a:cubicBezTo>
                  <a:pt x="5031" y="-91"/>
                  <a:pt x="5943" y="227"/>
                  <a:pt x="6680" y="810"/>
                </a:cubicBezTo>
                <a:lnTo>
                  <a:pt x="312291" y="242918"/>
                </a:lnTo>
                <a:cubicBezTo>
                  <a:pt x="314099" y="244355"/>
                  <a:pt x="314399" y="246985"/>
                  <a:pt x="312962" y="248792"/>
                </a:cubicBezTo>
                <a:cubicBezTo>
                  <a:pt x="312171" y="249788"/>
                  <a:pt x="310969" y="250369"/>
                  <a:pt x="309697" y="250372"/>
                </a:cubicBezTo>
                <a:close/>
              </a:path>
            </a:pathLst>
          </a:custGeom>
          <a:solidFill>
            <a:srgbClr val="D6D6E3"/>
          </a:solidFill>
          <a:ln w="4081" cap="flat">
            <a:noFill/>
            <a:prstDash val="solid"/>
            <a:miter/>
          </a:ln>
        </p:spPr>
      </p:sp>
      <p:sp>
        <p:nvSpPr>
          <p:cNvPr id="328" name="任意多边形: 形状 327">
            <a:extLst>
              <a:ext uri="{FF2B5EF4-FFF2-40B4-BE49-F238E27FC236}">
                <a16:creationId xmlns:a16="http://schemas.microsoft.com/office/drawing/2014/main" id="{86541D5F-E4F5-0B8C-FDE7-8F83EE264DE7}"/>
              </a:ext>
            </a:extLst>
          </p:cNvPr>
          <p:cNvSpPr/>
          <p:nvPr/>
        </p:nvSpPr>
        <p:spPr>
          <a:xfrm>
            <a:off x="6362017" y="3022595"/>
            <a:ext cx="139567" cy="234724"/>
          </a:xfrm>
          <a:custGeom>
            <a:avLst/>
            <a:gdLst>
              <a:gd name="csX0" fmla="*/ 139375 w 139567"/>
              <a:gd name="csY0" fmla="*/ 116481 h 234724"/>
              <a:gd name="csX1" fmla="*/ 21271 w 139567"/>
              <a:gd name="csY1" fmla="*/ 234708 h 234724"/>
              <a:gd name="csX2" fmla="*/ 21226 w 139567"/>
              <a:gd name="csY2" fmla="*/ 234708 h 234724"/>
              <a:gd name="csX3" fmla="*/ 18182 w 139567"/>
              <a:gd name="csY3" fmla="*/ 234585 h 234724"/>
              <a:gd name="csX4" fmla="*/ 41120 w 139567"/>
              <a:gd name="csY4" fmla="*/ -12 h 234724"/>
              <a:gd name="csX5" fmla="*/ 139375 w 139567"/>
              <a:gd name="csY5" fmla="*/ 116481 h 2347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39567" h="234724">
                <a:moveTo>
                  <a:pt x="139375" y="116481"/>
                </a:moveTo>
                <a:cubicBezTo>
                  <a:pt x="139409" y="181742"/>
                  <a:pt x="86532" y="234674"/>
                  <a:pt x="21271" y="234708"/>
                </a:cubicBezTo>
                <a:cubicBezTo>
                  <a:pt x="21256" y="234708"/>
                  <a:pt x="21241" y="234708"/>
                  <a:pt x="21226" y="234708"/>
                </a:cubicBezTo>
                <a:cubicBezTo>
                  <a:pt x="20210" y="234728"/>
                  <a:pt x="19193" y="234687"/>
                  <a:pt x="18182" y="234585"/>
                </a:cubicBezTo>
                <a:cubicBezTo>
                  <a:pt x="-12798" y="157312"/>
                  <a:pt x="-4241" y="69797"/>
                  <a:pt x="41120" y="-12"/>
                </a:cubicBezTo>
                <a:cubicBezTo>
                  <a:pt x="97868" y="9714"/>
                  <a:pt x="139358" y="58905"/>
                  <a:pt x="139375" y="116481"/>
                </a:cubicBezTo>
                <a:close/>
              </a:path>
            </a:pathLst>
          </a:custGeom>
          <a:solidFill>
            <a:srgbClr val="6C63FF"/>
          </a:solidFill>
          <a:ln w="4081" cap="flat">
            <a:noFill/>
            <a:prstDash val="solid"/>
            <a:miter/>
          </a:ln>
        </p:spPr>
      </p:sp>
      <p:sp>
        <p:nvSpPr>
          <p:cNvPr id="329" name="任意多边形: 形状 328">
            <a:extLst>
              <a:ext uri="{FF2B5EF4-FFF2-40B4-BE49-F238E27FC236}">
                <a16:creationId xmlns:a16="http://schemas.microsoft.com/office/drawing/2014/main" id="{4765E10E-C523-291D-16E1-A17C33CFC06B}"/>
              </a:ext>
            </a:extLst>
          </p:cNvPr>
          <p:cNvSpPr/>
          <p:nvPr/>
        </p:nvSpPr>
        <p:spPr>
          <a:xfrm>
            <a:off x="6635427" y="3049227"/>
            <a:ext cx="233509" cy="66861"/>
          </a:xfrm>
          <a:custGeom>
            <a:avLst/>
            <a:gdLst>
              <a:gd name="csX0" fmla="*/ -166 w 233509"/>
              <a:gd name="csY0" fmla="*/ 33454 h 66861"/>
              <a:gd name="csX1" fmla="*/ 33298 w 233509"/>
              <a:gd name="csY1" fmla="*/ -10 h 66861"/>
              <a:gd name="csX2" fmla="*/ 211375 w 233509"/>
              <a:gd name="csY2" fmla="*/ -10 h 66861"/>
              <a:gd name="csX3" fmla="*/ 233339 w 233509"/>
              <a:gd name="csY3" fmla="*/ 66852 h 66861"/>
              <a:gd name="csX4" fmla="*/ 33294 w 233509"/>
              <a:gd name="csY4" fmla="*/ 66852 h 66861"/>
              <a:gd name="csX5" fmla="*/ -170 w 233509"/>
              <a:gd name="csY5" fmla="*/ 33458 h 66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33509" h="66861">
                <a:moveTo>
                  <a:pt x="-166" y="33454"/>
                </a:moveTo>
                <a:cubicBezTo>
                  <a:pt x="-135" y="14986"/>
                  <a:pt x="14829" y="22"/>
                  <a:pt x="33298" y="-10"/>
                </a:cubicBezTo>
                <a:lnTo>
                  <a:pt x="211375" y="-10"/>
                </a:lnTo>
                <a:cubicBezTo>
                  <a:pt x="221777" y="21145"/>
                  <a:pt x="229169" y="43650"/>
                  <a:pt x="233339" y="66852"/>
                </a:cubicBezTo>
                <a:lnTo>
                  <a:pt x="33294" y="66852"/>
                </a:lnTo>
                <a:cubicBezTo>
                  <a:pt x="14840" y="66850"/>
                  <a:pt x="-130" y="51911"/>
                  <a:pt x="-170" y="33458"/>
                </a:cubicBezTo>
                <a:close/>
              </a:path>
            </a:pathLst>
          </a:custGeom>
          <a:solidFill>
            <a:srgbClr val="6C63FF"/>
          </a:solidFill>
          <a:ln w="4081" cap="flat">
            <a:noFill/>
            <a:prstDash val="solid"/>
            <a:miter/>
          </a:ln>
        </p:spPr>
      </p:sp>
      <p:sp>
        <p:nvSpPr>
          <p:cNvPr id="330" name="任意多边形: 形状 329">
            <a:extLst>
              <a:ext uri="{FF2B5EF4-FFF2-40B4-BE49-F238E27FC236}">
                <a16:creationId xmlns:a16="http://schemas.microsoft.com/office/drawing/2014/main" id="{DCB35D29-7398-CE35-0EE0-2D6C2684094E}"/>
              </a:ext>
            </a:extLst>
          </p:cNvPr>
          <p:cNvSpPr/>
          <p:nvPr/>
        </p:nvSpPr>
        <p:spPr>
          <a:xfrm>
            <a:off x="6635459" y="3162087"/>
            <a:ext cx="237608" cy="66861"/>
          </a:xfrm>
          <a:custGeom>
            <a:avLst/>
            <a:gdLst>
              <a:gd name="csX0" fmla="*/ 237438 w 237608"/>
              <a:gd name="csY0" fmla="*/ -1 h 66861"/>
              <a:gd name="csX1" fmla="*/ 228557 w 237608"/>
              <a:gd name="csY1" fmla="*/ 66861 h 66861"/>
              <a:gd name="csX2" fmla="*/ 33261 w 237608"/>
              <a:gd name="csY2" fmla="*/ 66861 h 66861"/>
              <a:gd name="csX3" fmla="*/ -170 w 237608"/>
              <a:gd name="csY3" fmla="*/ 33430 h 66861"/>
              <a:gd name="csX4" fmla="*/ 33261 w 237608"/>
              <a:gd name="csY4" fmla="*/ -1 h 66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7608" h="66861">
                <a:moveTo>
                  <a:pt x="237438" y="-1"/>
                </a:moveTo>
                <a:cubicBezTo>
                  <a:pt x="237451" y="22581"/>
                  <a:pt x="234464" y="45065"/>
                  <a:pt x="228557" y="66861"/>
                </a:cubicBezTo>
                <a:lnTo>
                  <a:pt x="33261" y="66861"/>
                </a:lnTo>
                <a:cubicBezTo>
                  <a:pt x="14798" y="66861"/>
                  <a:pt x="-170" y="51894"/>
                  <a:pt x="-170" y="33430"/>
                </a:cubicBezTo>
                <a:cubicBezTo>
                  <a:pt x="-170" y="14967"/>
                  <a:pt x="14798" y="-1"/>
                  <a:pt x="33261" y="-1"/>
                </a:cubicBezTo>
                <a:close/>
              </a:path>
            </a:pathLst>
          </a:custGeom>
          <a:solidFill>
            <a:srgbClr val="6C63FF"/>
          </a:solidFill>
          <a:ln w="4081" cap="flat">
            <a:noFill/>
            <a:prstDash val="solid"/>
            <a:miter/>
          </a:ln>
        </p:spPr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6956C42A-0636-FFA1-35D1-501357971536}"/>
              </a:ext>
            </a:extLst>
          </p:cNvPr>
          <p:cNvSpPr/>
          <p:nvPr/>
        </p:nvSpPr>
        <p:spPr>
          <a:xfrm flipH="1">
            <a:off x="2920482" y="2924931"/>
            <a:ext cx="1684563" cy="1684563"/>
          </a:xfrm>
          <a:custGeom>
            <a:avLst/>
            <a:gdLst>
              <a:gd name="csX0" fmla="*/ 1487769 w 1684563"/>
              <a:gd name="csY0" fmla="*/ 1684564 h 1684563"/>
              <a:gd name="csX1" fmla="*/ 196795 w 1684563"/>
              <a:gd name="csY1" fmla="*/ 1684564 h 1684563"/>
              <a:gd name="csX2" fmla="*/ 0 w 1684563"/>
              <a:gd name="csY2" fmla="*/ 1487769 h 1684563"/>
              <a:gd name="csX3" fmla="*/ 0 w 1684563"/>
              <a:gd name="csY3" fmla="*/ 196795 h 1684563"/>
              <a:gd name="csX4" fmla="*/ 196795 w 1684563"/>
              <a:gd name="csY4" fmla="*/ 0 h 1684563"/>
              <a:gd name="csX5" fmla="*/ 1487769 w 1684563"/>
              <a:gd name="csY5" fmla="*/ 0 h 1684563"/>
              <a:gd name="csX6" fmla="*/ 1684564 w 1684563"/>
              <a:gd name="csY6" fmla="*/ 196795 h 1684563"/>
              <a:gd name="csX7" fmla="*/ 1684564 w 1684563"/>
              <a:gd name="csY7" fmla="*/ 1487769 h 1684563"/>
              <a:gd name="csX8" fmla="*/ 1487769 w 1684563"/>
              <a:gd name="csY8" fmla="*/ 1684564 h 1684563"/>
              <a:gd name="csX9" fmla="*/ 196795 w 1684563"/>
              <a:gd name="csY9" fmla="*/ 31487 h 1684563"/>
              <a:gd name="csX10" fmla="*/ 31487 w 1684563"/>
              <a:gd name="csY10" fmla="*/ 196795 h 1684563"/>
              <a:gd name="csX11" fmla="*/ 31487 w 1684563"/>
              <a:gd name="csY11" fmla="*/ 1487769 h 1684563"/>
              <a:gd name="csX12" fmla="*/ 196795 w 1684563"/>
              <a:gd name="csY12" fmla="*/ 1653077 h 1684563"/>
              <a:gd name="csX13" fmla="*/ 1101090 w 1684563"/>
              <a:gd name="csY13" fmla="*/ 1653077 h 1684563"/>
              <a:gd name="csX14" fmla="*/ 1653077 w 1684563"/>
              <a:gd name="csY14" fmla="*/ 1101090 h 1684563"/>
              <a:gd name="csX15" fmla="*/ 1653077 w 1684563"/>
              <a:gd name="csY15" fmla="*/ 196795 h 1684563"/>
              <a:gd name="csX16" fmla="*/ 1487769 w 1684563"/>
              <a:gd name="csY16" fmla="*/ 31487 h 1684563"/>
              <a:gd name="csX17" fmla="*/ 196795 w 1684563"/>
              <a:gd name="csY17" fmla="*/ 31487 h 16845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684563" h="1684563">
                <a:moveTo>
                  <a:pt x="1487769" y="1684564"/>
                </a:moveTo>
                <a:lnTo>
                  <a:pt x="196795" y="1684564"/>
                </a:lnTo>
                <a:cubicBezTo>
                  <a:pt x="88281" y="1684564"/>
                  <a:pt x="0" y="1596283"/>
                  <a:pt x="0" y="1487769"/>
                </a:cubicBezTo>
                <a:lnTo>
                  <a:pt x="0" y="196795"/>
                </a:lnTo>
                <a:cubicBezTo>
                  <a:pt x="0" y="88281"/>
                  <a:pt x="88281" y="0"/>
                  <a:pt x="196795" y="0"/>
                </a:cubicBezTo>
                <a:lnTo>
                  <a:pt x="1487769" y="0"/>
                </a:lnTo>
                <a:cubicBezTo>
                  <a:pt x="1596283" y="0"/>
                  <a:pt x="1684564" y="88281"/>
                  <a:pt x="1684564" y="196795"/>
                </a:cubicBezTo>
                <a:lnTo>
                  <a:pt x="1684564" y="1487769"/>
                </a:lnTo>
                <a:cubicBezTo>
                  <a:pt x="1684564" y="1596283"/>
                  <a:pt x="1596283" y="1684564"/>
                  <a:pt x="1487769" y="1684564"/>
                </a:cubicBezTo>
                <a:close/>
                <a:moveTo>
                  <a:pt x="196795" y="31487"/>
                </a:moveTo>
                <a:cubicBezTo>
                  <a:pt x="105498" y="31487"/>
                  <a:pt x="31487" y="105498"/>
                  <a:pt x="31487" y="196795"/>
                </a:cubicBezTo>
                <a:lnTo>
                  <a:pt x="31487" y="1487769"/>
                </a:lnTo>
                <a:cubicBezTo>
                  <a:pt x="31487" y="1579066"/>
                  <a:pt x="105498" y="1653077"/>
                  <a:pt x="196795" y="1653077"/>
                </a:cubicBezTo>
                <a:lnTo>
                  <a:pt x="1101090" y="1653077"/>
                </a:lnTo>
                <a:cubicBezTo>
                  <a:pt x="1405944" y="1653077"/>
                  <a:pt x="1653077" y="1405944"/>
                  <a:pt x="1653077" y="1101090"/>
                </a:cubicBezTo>
                <a:lnTo>
                  <a:pt x="1653077" y="196795"/>
                </a:lnTo>
                <a:cubicBezTo>
                  <a:pt x="1653077" y="105498"/>
                  <a:pt x="1579066" y="31487"/>
                  <a:pt x="1487769" y="31487"/>
                </a:cubicBezTo>
                <a:lnTo>
                  <a:pt x="196795" y="31487"/>
                </a:lnTo>
                <a:close/>
              </a:path>
            </a:pathLst>
          </a:custGeom>
          <a:solidFill>
            <a:srgbClr val="F2F2F2"/>
          </a:solidFill>
          <a:ln w="6494" cap="flat">
            <a:noFill/>
            <a:prstDash val="solid"/>
            <a:miter/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4FED8FC2-ABE7-7755-0B2C-D04AC620001E}"/>
              </a:ext>
            </a:extLst>
          </p:cNvPr>
          <p:cNvSpPr/>
          <p:nvPr/>
        </p:nvSpPr>
        <p:spPr>
          <a:xfrm>
            <a:off x="3049432" y="1420419"/>
            <a:ext cx="395049" cy="395049"/>
          </a:xfrm>
          <a:custGeom>
            <a:avLst/>
            <a:gdLst>
              <a:gd name="csX0" fmla="*/ 110807 w 395049"/>
              <a:gd name="csY0" fmla="*/ 0 h 395049"/>
              <a:gd name="csX1" fmla="*/ 0 w 395049"/>
              <a:gd name="csY1" fmla="*/ 110807 h 395049"/>
              <a:gd name="csX2" fmla="*/ 0 w 395049"/>
              <a:gd name="csY2" fmla="*/ 284243 h 395049"/>
              <a:gd name="csX3" fmla="*/ 110807 w 395049"/>
              <a:gd name="csY3" fmla="*/ 395049 h 395049"/>
              <a:gd name="csX4" fmla="*/ 284243 w 395049"/>
              <a:gd name="csY4" fmla="*/ 395049 h 395049"/>
              <a:gd name="csX5" fmla="*/ 395050 w 395049"/>
              <a:gd name="csY5" fmla="*/ 284243 h 395049"/>
              <a:gd name="csX6" fmla="*/ 395050 w 395049"/>
              <a:gd name="csY6" fmla="*/ 110807 h 395049"/>
              <a:gd name="csX7" fmla="*/ 284243 w 395049"/>
              <a:gd name="csY7" fmla="*/ 0 h 395049"/>
              <a:gd name="csX8" fmla="*/ 110807 w 395049"/>
              <a:gd name="csY8" fmla="*/ 0 h 395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395049" h="395049">
                <a:moveTo>
                  <a:pt x="110807" y="0"/>
                </a:moveTo>
                <a:cubicBezTo>
                  <a:pt x="49706" y="0"/>
                  <a:pt x="0" y="49706"/>
                  <a:pt x="0" y="110807"/>
                </a:cubicBezTo>
                <a:lnTo>
                  <a:pt x="0" y="284243"/>
                </a:lnTo>
                <a:cubicBezTo>
                  <a:pt x="0" y="345344"/>
                  <a:pt x="49706" y="395049"/>
                  <a:pt x="110807" y="395049"/>
                </a:cubicBezTo>
                <a:lnTo>
                  <a:pt x="284243" y="395049"/>
                </a:lnTo>
                <a:cubicBezTo>
                  <a:pt x="345344" y="395049"/>
                  <a:pt x="395050" y="345344"/>
                  <a:pt x="395050" y="284243"/>
                </a:cubicBezTo>
                <a:lnTo>
                  <a:pt x="395050" y="110807"/>
                </a:lnTo>
                <a:cubicBezTo>
                  <a:pt x="395050" y="49706"/>
                  <a:pt x="345344" y="0"/>
                  <a:pt x="284243" y="0"/>
                </a:cubicBezTo>
                <a:lnTo>
                  <a:pt x="110807" y="0"/>
                </a:lnTo>
                <a:close/>
              </a:path>
            </a:pathLst>
          </a:custGeom>
          <a:solidFill>
            <a:srgbClr val="F2F2F2"/>
          </a:solidFill>
          <a:ln w="6494" cap="flat">
            <a:noFill/>
            <a:prstDash val="solid"/>
            <a:miter/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AFEF885D-D5CB-CE66-CB3A-87D2D64A9CAF}"/>
              </a:ext>
            </a:extLst>
          </p:cNvPr>
          <p:cNvSpPr/>
          <p:nvPr/>
        </p:nvSpPr>
        <p:spPr>
          <a:xfrm>
            <a:off x="3049432" y="1908665"/>
            <a:ext cx="395049" cy="395049"/>
          </a:xfrm>
          <a:custGeom>
            <a:avLst/>
            <a:gdLst>
              <a:gd name="csX0" fmla="*/ 110807 w 395049"/>
              <a:gd name="csY0" fmla="*/ 0 h 395049"/>
              <a:gd name="csX1" fmla="*/ 0 w 395049"/>
              <a:gd name="csY1" fmla="*/ 110807 h 395049"/>
              <a:gd name="csX2" fmla="*/ 0 w 395049"/>
              <a:gd name="csY2" fmla="*/ 284243 h 395049"/>
              <a:gd name="csX3" fmla="*/ 110807 w 395049"/>
              <a:gd name="csY3" fmla="*/ 395050 h 395049"/>
              <a:gd name="csX4" fmla="*/ 284243 w 395049"/>
              <a:gd name="csY4" fmla="*/ 395050 h 395049"/>
              <a:gd name="csX5" fmla="*/ 395050 w 395049"/>
              <a:gd name="csY5" fmla="*/ 284243 h 395049"/>
              <a:gd name="csX6" fmla="*/ 395050 w 395049"/>
              <a:gd name="csY6" fmla="*/ 110807 h 395049"/>
              <a:gd name="csX7" fmla="*/ 284243 w 395049"/>
              <a:gd name="csY7" fmla="*/ 0 h 395049"/>
              <a:gd name="csX8" fmla="*/ 110807 w 395049"/>
              <a:gd name="csY8" fmla="*/ 0 h 395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395049" h="395049">
                <a:moveTo>
                  <a:pt x="110807" y="0"/>
                </a:moveTo>
                <a:cubicBezTo>
                  <a:pt x="49706" y="0"/>
                  <a:pt x="0" y="49706"/>
                  <a:pt x="0" y="110807"/>
                </a:cubicBezTo>
                <a:lnTo>
                  <a:pt x="0" y="284243"/>
                </a:lnTo>
                <a:cubicBezTo>
                  <a:pt x="0" y="345344"/>
                  <a:pt x="49706" y="395050"/>
                  <a:pt x="110807" y="395050"/>
                </a:cubicBezTo>
                <a:lnTo>
                  <a:pt x="284243" y="395050"/>
                </a:lnTo>
                <a:cubicBezTo>
                  <a:pt x="345344" y="395050"/>
                  <a:pt x="395050" y="345344"/>
                  <a:pt x="395050" y="284243"/>
                </a:cubicBezTo>
                <a:lnTo>
                  <a:pt x="395050" y="110807"/>
                </a:lnTo>
                <a:cubicBezTo>
                  <a:pt x="395050" y="49706"/>
                  <a:pt x="345344" y="0"/>
                  <a:pt x="284243" y="0"/>
                </a:cubicBezTo>
                <a:lnTo>
                  <a:pt x="110807" y="0"/>
                </a:lnTo>
                <a:close/>
              </a:path>
            </a:pathLst>
          </a:custGeom>
          <a:solidFill>
            <a:srgbClr val="F2F2F2"/>
          </a:solidFill>
          <a:ln w="6494" cap="flat">
            <a:noFill/>
            <a:prstDash val="solid"/>
            <a:miter/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5C233566-0F7B-0740-C032-0C4A300FF6A2}"/>
              </a:ext>
            </a:extLst>
          </p:cNvPr>
          <p:cNvSpPr/>
          <p:nvPr/>
        </p:nvSpPr>
        <p:spPr>
          <a:xfrm>
            <a:off x="3049432" y="2396911"/>
            <a:ext cx="395049" cy="395049"/>
          </a:xfrm>
          <a:custGeom>
            <a:avLst/>
            <a:gdLst>
              <a:gd name="csX0" fmla="*/ 110807 w 395049"/>
              <a:gd name="csY0" fmla="*/ 0 h 395049"/>
              <a:gd name="csX1" fmla="*/ 0 w 395049"/>
              <a:gd name="csY1" fmla="*/ 110807 h 395049"/>
              <a:gd name="csX2" fmla="*/ 0 w 395049"/>
              <a:gd name="csY2" fmla="*/ 284243 h 395049"/>
              <a:gd name="csX3" fmla="*/ 110807 w 395049"/>
              <a:gd name="csY3" fmla="*/ 395049 h 395049"/>
              <a:gd name="csX4" fmla="*/ 284243 w 395049"/>
              <a:gd name="csY4" fmla="*/ 395049 h 395049"/>
              <a:gd name="csX5" fmla="*/ 395050 w 395049"/>
              <a:gd name="csY5" fmla="*/ 284243 h 395049"/>
              <a:gd name="csX6" fmla="*/ 395050 w 395049"/>
              <a:gd name="csY6" fmla="*/ 110807 h 395049"/>
              <a:gd name="csX7" fmla="*/ 284243 w 395049"/>
              <a:gd name="csY7" fmla="*/ 0 h 395049"/>
              <a:gd name="csX8" fmla="*/ 110807 w 395049"/>
              <a:gd name="csY8" fmla="*/ 0 h 3950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395049" h="395049">
                <a:moveTo>
                  <a:pt x="110807" y="0"/>
                </a:moveTo>
                <a:cubicBezTo>
                  <a:pt x="49706" y="0"/>
                  <a:pt x="0" y="49706"/>
                  <a:pt x="0" y="110807"/>
                </a:cubicBezTo>
                <a:lnTo>
                  <a:pt x="0" y="284243"/>
                </a:lnTo>
                <a:cubicBezTo>
                  <a:pt x="0" y="345344"/>
                  <a:pt x="49706" y="395049"/>
                  <a:pt x="110807" y="395049"/>
                </a:cubicBezTo>
                <a:lnTo>
                  <a:pt x="284243" y="395049"/>
                </a:lnTo>
                <a:cubicBezTo>
                  <a:pt x="345344" y="395049"/>
                  <a:pt x="395050" y="345344"/>
                  <a:pt x="395050" y="284243"/>
                </a:cubicBezTo>
                <a:lnTo>
                  <a:pt x="395050" y="110807"/>
                </a:lnTo>
                <a:cubicBezTo>
                  <a:pt x="395050" y="49706"/>
                  <a:pt x="345344" y="0"/>
                  <a:pt x="284243" y="0"/>
                </a:cubicBezTo>
                <a:lnTo>
                  <a:pt x="110807" y="0"/>
                </a:lnTo>
                <a:close/>
              </a:path>
            </a:pathLst>
          </a:custGeom>
          <a:solidFill>
            <a:srgbClr val="F2F2F2"/>
          </a:solidFill>
          <a:ln w="6494" cap="flat">
            <a:noFill/>
            <a:prstDash val="solid"/>
            <a:miter/>
          </a:ln>
        </p:spPr>
      </p:sp>
      <p:grpSp>
        <p:nvGrpSpPr>
          <p:cNvPr id="341" name="组合 340">
            <a:extLst>
              <a:ext uri="{FF2B5EF4-FFF2-40B4-BE49-F238E27FC236}">
                <a16:creationId xmlns:a16="http://schemas.microsoft.com/office/drawing/2014/main" id="{A7472044-69FD-760E-330A-16B72A05B310}"/>
              </a:ext>
            </a:extLst>
          </p:cNvPr>
          <p:cNvGrpSpPr/>
          <p:nvPr/>
        </p:nvGrpSpPr>
        <p:grpSpPr>
          <a:xfrm flipH="1">
            <a:off x="6106476" y="3132849"/>
            <a:ext cx="541635" cy="529967"/>
            <a:chOff x="4621496" y="2680532"/>
            <a:chExt cx="541635" cy="529967"/>
          </a:xfrm>
        </p:grpSpPr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AEEB2028-10E5-C6F4-B1F7-031A4378CE00}"/>
                </a:ext>
              </a:extLst>
            </p:cNvPr>
            <p:cNvSpPr/>
            <p:nvPr/>
          </p:nvSpPr>
          <p:spPr>
            <a:xfrm>
              <a:off x="4621496" y="2680532"/>
              <a:ext cx="395559" cy="395559"/>
            </a:xfrm>
            <a:custGeom>
              <a:avLst/>
              <a:gdLst>
                <a:gd name="csX0" fmla="*/ 197780 w 395559"/>
                <a:gd name="csY0" fmla="*/ 395559 h 395559"/>
                <a:gd name="csX1" fmla="*/ 0 w 395559"/>
                <a:gd name="csY1" fmla="*/ 197780 h 395559"/>
                <a:gd name="csX2" fmla="*/ 197780 w 395559"/>
                <a:gd name="csY2" fmla="*/ 0 h 395559"/>
                <a:gd name="csX3" fmla="*/ 395559 w 395559"/>
                <a:gd name="csY3" fmla="*/ 197780 h 395559"/>
                <a:gd name="csX4" fmla="*/ 197780 w 395559"/>
                <a:gd name="csY4" fmla="*/ 395559 h 395559"/>
                <a:gd name="csX5" fmla="*/ 197780 w 395559"/>
                <a:gd name="csY5" fmla="*/ 79112 h 395559"/>
                <a:gd name="csX6" fmla="*/ 79112 w 395559"/>
                <a:gd name="csY6" fmla="*/ 197780 h 395559"/>
                <a:gd name="csX7" fmla="*/ 197780 w 395559"/>
                <a:gd name="csY7" fmla="*/ 316448 h 395559"/>
                <a:gd name="csX8" fmla="*/ 316447 w 395559"/>
                <a:gd name="csY8" fmla="*/ 197780 h 395559"/>
                <a:gd name="csX9" fmla="*/ 197780 w 395559"/>
                <a:gd name="csY9" fmla="*/ 79112 h 3955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95559" h="395559">
                  <a:moveTo>
                    <a:pt x="197780" y="395559"/>
                  </a:moveTo>
                  <a:cubicBezTo>
                    <a:pt x="88730" y="395559"/>
                    <a:pt x="0" y="306829"/>
                    <a:pt x="0" y="197780"/>
                  </a:cubicBezTo>
                  <a:cubicBezTo>
                    <a:pt x="0" y="88730"/>
                    <a:pt x="88730" y="0"/>
                    <a:pt x="197780" y="0"/>
                  </a:cubicBezTo>
                  <a:cubicBezTo>
                    <a:pt x="306829" y="0"/>
                    <a:pt x="395559" y="88730"/>
                    <a:pt x="395559" y="197780"/>
                  </a:cubicBezTo>
                  <a:cubicBezTo>
                    <a:pt x="395559" y="306829"/>
                    <a:pt x="306829" y="395559"/>
                    <a:pt x="197780" y="395559"/>
                  </a:cubicBezTo>
                  <a:close/>
                  <a:moveTo>
                    <a:pt x="197780" y="79112"/>
                  </a:moveTo>
                  <a:cubicBezTo>
                    <a:pt x="132342" y="79112"/>
                    <a:pt x="79112" y="132342"/>
                    <a:pt x="79112" y="197780"/>
                  </a:cubicBezTo>
                  <a:cubicBezTo>
                    <a:pt x="79112" y="263217"/>
                    <a:pt x="132342" y="316448"/>
                    <a:pt x="197780" y="316448"/>
                  </a:cubicBezTo>
                  <a:cubicBezTo>
                    <a:pt x="263217" y="316448"/>
                    <a:pt x="316447" y="263217"/>
                    <a:pt x="316447" y="197780"/>
                  </a:cubicBezTo>
                  <a:cubicBezTo>
                    <a:pt x="316447" y="132342"/>
                    <a:pt x="263217" y="79112"/>
                    <a:pt x="197780" y="79112"/>
                  </a:cubicBezTo>
                  <a:close/>
                </a:path>
              </a:pathLst>
            </a:custGeom>
            <a:solidFill>
              <a:srgbClr val="6C63FF"/>
            </a:solidFill>
            <a:ln w="6494" cap="flat">
              <a:noFill/>
              <a:prstDash val="solid"/>
              <a:miter/>
            </a:ln>
          </p:spPr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BBC46941-3761-02B9-2215-397D730376EA}"/>
                </a:ext>
              </a:extLst>
            </p:cNvPr>
            <p:cNvSpPr/>
            <p:nvPr/>
          </p:nvSpPr>
          <p:spPr>
            <a:xfrm>
              <a:off x="4898385" y="2957400"/>
              <a:ext cx="264746" cy="253099"/>
            </a:xfrm>
            <a:custGeom>
              <a:avLst/>
              <a:gdLst>
                <a:gd name="csX0" fmla="*/ 225189 w 264746"/>
                <a:gd name="csY0" fmla="*/ 253100 h 253099"/>
                <a:gd name="csX1" fmla="*/ 198148 w 264746"/>
                <a:gd name="csY1" fmla="*/ 242400 h 253099"/>
                <a:gd name="csX2" fmla="*/ 12517 w 264746"/>
                <a:gd name="csY2" fmla="*/ 68435 h 253099"/>
                <a:gd name="csX3" fmla="*/ 10702 w 264746"/>
                <a:gd name="csY3" fmla="*/ 12539 h 253099"/>
                <a:gd name="csX4" fmla="*/ 66598 w 264746"/>
                <a:gd name="csY4" fmla="*/ 10723 h 253099"/>
                <a:gd name="csX5" fmla="*/ 252229 w 264746"/>
                <a:gd name="csY5" fmla="*/ 184688 h 253099"/>
                <a:gd name="csX6" fmla="*/ 254044 w 264746"/>
                <a:gd name="csY6" fmla="*/ 240584 h 253099"/>
                <a:gd name="csX7" fmla="*/ 225189 w 264746"/>
                <a:gd name="csY7" fmla="*/ 253100 h 253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64746" h="253099">
                  <a:moveTo>
                    <a:pt x="225189" y="253100"/>
                  </a:moveTo>
                  <a:cubicBezTo>
                    <a:pt x="215493" y="253100"/>
                    <a:pt x="205777" y="249565"/>
                    <a:pt x="198148" y="242400"/>
                  </a:cubicBezTo>
                  <a:lnTo>
                    <a:pt x="12517" y="68435"/>
                  </a:lnTo>
                  <a:cubicBezTo>
                    <a:pt x="-3436" y="53505"/>
                    <a:pt x="-4248" y="28473"/>
                    <a:pt x="10702" y="12539"/>
                  </a:cubicBezTo>
                  <a:cubicBezTo>
                    <a:pt x="25612" y="-3454"/>
                    <a:pt x="50644" y="-4245"/>
                    <a:pt x="66598" y="10723"/>
                  </a:cubicBezTo>
                  <a:lnTo>
                    <a:pt x="252229" y="184688"/>
                  </a:lnTo>
                  <a:cubicBezTo>
                    <a:pt x="268182" y="199618"/>
                    <a:pt x="268994" y="224650"/>
                    <a:pt x="254044" y="240584"/>
                  </a:cubicBezTo>
                  <a:cubicBezTo>
                    <a:pt x="246261" y="248909"/>
                    <a:pt x="235734" y="253100"/>
                    <a:pt x="225189" y="253100"/>
                  </a:cubicBezTo>
                  <a:close/>
                </a:path>
              </a:pathLst>
            </a:custGeom>
            <a:solidFill>
              <a:srgbClr val="6C63FF"/>
            </a:solidFill>
            <a:ln w="6494" cap="flat">
              <a:noFill/>
              <a:prstDash val="solid"/>
              <a:miter/>
            </a:ln>
          </p:spPr>
        </p:sp>
      </p:grp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8A8F0A9C-5794-4B8C-6660-E834CF05082B}"/>
              </a:ext>
            </a:extLst>
          </p:cNvPr>
          <p:cNvSpPr/>
          <p:nvPr/>
        </p:nvSpPr>
        <p:spPr>
          <a:xfrm>
            <a:off x="3446471" y="3734613"/>
            <a:ext cx="363401" cy="647826"/>
          </a:xfrm>
          <a:custGeom>
            <a:avLst/>
            <a:gdLst>
              <a:gd name="csX0" fmla="*/ 10179 w 363401"/>
              <a:gd name="csY0" fmla="*/ 543086 h 647826"/>
              <a:gd name="csX1" fmla="*/ 20886 w 363401"/>
              <a:gd name="csY1" fmla="*/ 517480 h 647826"/>
              <a:gd name="csX2" fmla="*/ 19874 w 363401"/>
              <a:gd name="csY2" fmla="*/ 513455 h 647826"/>
              <a:gd name="csX3" fmla="*/ 20276 w 363401"/>
              <a:gd name="csY3" fmla="*/ 512490 h 647826"/>
              <a:gd name="csX4" fmla="*/ 93457 w 363401"/>
              <a:gd name="csY4" fmla="*/ 512762 h 647826"/>
              <a:gd name="csX5" fmla="*/ 124416 w 363401"/>
              <a:gd name="csY5" fmla="*/ 600945 h 647826"/>
              <a:gd name="csX6" fmla="*/ 122356 w 363401"/>
              <a:gd name="csY6" fmla="*/ 641309 h 647826"/>
              <a:gd name="csX7" fmla="*/ 165160 w 363401"/>
              <a:gd name="csY7" fmla="*/ 445876 h 647826"/>
              <a:gd name="csX8" fmla="*/ 162343 w 363401"/>
              <a:gd name="csY8" fmla="*/ 395209 h 647826"/>
              <a:gd name="csX9" fmla="*/ 155868 w 363401"/>
              <a:gd name="csY9" fmla="*/ 354129 h 647826"/>
              <a:gd name="csX10" fmla="*/ 61472 w 363401"/>
              <a:gd name="csY10" fmla="*/ 152389 h 647826"/>
              <a:gd name="csX11" fmla="*/ 8788 w 363401"/>
              <a:gd name="csY11" fmla="*/ 97728 h 647826"/>
              <a:gd name="csX12" fmla="*/ 0 w 363401"/>
              <a:gd name="csY12" fmla="*/ 71322 h 647826"/>
              <a:gd name="csX13" fmla="*/ 7736 w 363401"/>
              <a:gd name="csY13" fmla="*/ 30200 h 647826"/>
              <a:gd name="csX14" fmla="*/ 21612 w 363401"/>
              <a:gd name="csY14" fmla="*/ 16787 h 647826"/>
              <a:gd name="csX15" fmla="*/ 81739 w 363401"/>
              <a:gd name="csY15" fmla="*/ 30831 h 647826"/>
              <a:gd name="csX16" fmla="*/ 93554 w 363401"/>
              <a:gd name="csY16" fmla="*/ 94868 h 647826"/>
              <a:gd name="csX17" fmla="*/ 70092 w 363401"/>
              <a:gd name="csY17" fmla="*/ 147174 h 647826"/>
              <a:gd name="csX18" fmla="*/ 73288 w 363401"/>
              <a:gd name="csY18" fmla="*/ 151169 h 647826"/>
              <a:gd name="csX19" fmla="*/ 123291 w 363401"/>
              <a:gd name="csY19" fmla="*/ 230386 h 647826"/>
              <a:gd name="csX20" fmla="*/ 135181 w 363401"/>
              <a:gd name="csY20" fmla="*/ 137883 h 647826"/>
              <a:gd name="csX21" fmla="*/ 186677 w 363401"/>
              <a:gd name="csY21" fmla="*/ 63572 h 647826"/>
              <a:gd name="csX22" fmla="*/ 259485 w 363401"/>
              <a:gd name="csY22" fmla="*/ 83644 h 647826"/>
              <a:gd name="csX23" fmla="*/ 259597 w 363401"/>
              <a:gd name="csY23" fmla="*/ 84693 h 647826"/>
              <a:gd name="csX24" fmla="*/ 251404 w 363401"/>
              <a:gd name="csY24" fmla="*/ 89705 h 647826"/>
              <a:gd name="csX25" fmla="*/ 259483 w 363401"/>
              <a:gd name="csY25" fmla="*/ 126172 h 647826"/>
              <a:gd name="csX26" fmla="*/ 259892 w 363401"/>
              <a:gd name="csY26" fmla="*/ 126235 h 647826"/>
              <a:gd name="csX27" fmla="*/ 254636 w 363401"/>
              <a:gd name="csY27" fmla="*/ 156047 h 647826"/>
              <a:gd name="csX28" fmla="*/ 152420 w 363401"/>
              <a:gd name="csY28" fmla="*/ 284710 h 647826"/>
              <a:gd name="csX29" fmla="*/ 147542 w 363401"/>
              <a:gd name="csY29" fmla="*/ 287191 h 647826"/>
              <a:gd name="csX30" fmla="*/ 165538 w 363401"/>
              <a:gd name="csY30" fmla="*/ 352153 h 647826"/>
              <a:gd name="csX31" fmla="*/ 173864 w 363401"/>
              <a:gd name="csY31" fmla="*/ 411061 h 647826"/>
              <a:gd name="csX32" fmla="*/ 173527 w 363401"/>
              <a:gd name="csY32" fmla="*/ 485946 h 647826"/>
              <a:gd name="csX33" fmla="*/ 173654 w 363401"/>
              <a:gd name="csY33" fmla="*/ 485063 h 647826"/>
              <a:gd name="csX34" fmla="*/ 215490 w 363401"/>
              <a:gd name="csY34" fmla="*/ 414298 h 647826"/>
              <a:gd name="csX35" fmla="*/ 327906 w 363401"/>
              <a:gd name="csY35" fmla="*/ 356853 h 647826"/>
              <a:gd name="csX36" fmla="*/ 363133 w 363401"/>
              <a:gd name="csY36" fmla="*/ 379228 h 647826"/>
              <a:gd name="csX37" fmla="*/ 362990 w 363401"/>
              <a:gd name="csY37" fmla="*/ 380157 h 647826"/>
              <a:gd name="csX38" fmla="*/ 347896 w 363401"/>
              <a:gd name="csY38" fmla="*/ 387430 h 647826"/>
              <a:gd name="csX39" fmla="*/ 339702 w 363401"/>
              <a:gd name="csY39" fmla="*/ 392442 h 647826"/>
              <a:gd name="csX40" fmla="*/ 347781 w 363401"/>
              <a:gd name="csY40" fmla="*/ 428910 h 647826"/>
              <a:gd name="csX41" fmla="*/ 348190 w 363401"/>
              <a:gd name="csY41" fmla="*/ 428973 h 647826"/>
              <a:gd name="csX42" fmla="*/ 349031 w 363401"/>
              <a:gd name="csY42" fmla="*/ 429099 h 647826"/>
              <a:gd name="csX43" fmla="*/ 312324 w 363401"/>
              <a:gd name="csY43" fmla="*/ 486577 h 647826"/>
              <a:gd name="csX44" fmla="*/ 163310 w 363401"/>
              <a:gd name="csY44" fmla="*/ 551960 h 647826"/>
              <a:gd name="csX45" fmla="*/ 163268 w 363401"/>
              <a:gd name="csY45" fmla="*/ 551960 h 647826"/>
              <a:gd name="csX46" fmla="*/ 130429 w 363401"/>
              <a:gd name="csY46" fmla="*/ 647827 h 647826"/>
              <a:gd name="csX47" fmla="*/ 13119 w 363401"/>
              <a:gd name="csY47" fmla="*/ 647827 h 647826"/>
              <a:gd name="csX48" fmla="*/ 11941 w 363401"/>
              <a:gd name="csY48" fmla="*/ 643874 h 647826"/>
              <a:gd name="csX49" fmla="*/ 44402 w 363401"/>
              <a:gd name="csY49" fmla="*/ 641940 h 647826"/>
              <a:gd name="csX50" fmla="*/ 18290 w 363401"/>
              <a:gd name="csY50" fmla="*/ 609816 h 647826"/>
              <a:gd name="csX51" fmla="*/ 17744 w 363401"/>
              <a:gd name="csY51" fmla="*/ 609186 h 647826"/>
              <a:gd name="csX52" fmla="*/ 4457 w 363401"/>
              <a:gd name="csY52" fmla="*/ 592830 h 647826"/>
              <a:gd name="csX53" fmla="*/ 4455 w 363401"/>
              <a:gd name="csY53" fmla="*/ 592823 h 647826"/>
              <a:gd name="csX54" fmla="*/ 10175 w 363401"/>
              <a:gd name="csY54" fmla="*/ 543088 h 647826"/>
              <a:gd name="csX55" fmla="*/ 10179 w 363401"/>
              <a:gd name="csY55" fmla="*/ 543086 h 6478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</a:cxnLst>
            <a:rect l="l" t="t" r="r" b="b"/>
            <a:pathLst>
              <a:path w="363401" h="647826">
                <a:moveTo>
                  <a:pt x="10179" y="543086"/>
                </a:moveTo>
                <a:cubicBezTo>
                  <a:pt x="23628" y="543928"/>
                  <a:pt x="31061" y="527219"/>
                  <a:pt x="20886" y="517480"/>
                </a:cubicBezTo>
                <a:lnTo>
                  <a:pt x="19874" y="513455"/>
                </a:lnTo>
                <a:cubicBezTo>
                  <a:pt x="20007" y="513133"/>
                  <a:pt x="20141" y="512811"/>
                  <a:pt x="20276" y="512490"/>
                </a:cubicBezTo>
                <a:cubicBezTo>
                  <a:pt x="33877" y="480058"/>
                  <a:pt x="79971" y="480282"/>
                  <a:pt x="93457" y="512762"/>
                </a:cubicBezTo>
                <a:cubicBezTo>
                  <a:pt x="105426" y="541589"/>
                  <a:pt x="120664" y="570465"/>
                  <a:pt x="124416" y="600945"/>
                </a:cubicBezTo>
                <a:cubicBezTo>
                  <a:pt x="126098" y="614400"/>
                  <a:pt x="125342" y="628107"/>
                  <a:pt x="122356" y="641309"/>
                </a:cubicBezTo>
                <a:cubicBezTo>
                  <a:pt x="150401" y="580047"/>
                  <a:pt x="165160" y="513151"/>
                  <a:pt x="165160" y="445876"/>
                </a:cubicBezTo>
                <a:cubicBezTo>
                  <a:pt x="165160" y="428973"/>
                  <a:pt x="164235" y="412070"/>
                  <a:pt x="162343" y="395209"/>
                </a:cubicBezTo>
                <a:cubicBezTo>
                  <a:pt x="160787" y="381418"/>
                  <a:pt x="158643" y="367711"/>
                  <a:pt x="155868" y="354129"/>
                </a:cubicBezTo>
                <a:cubicBezTo>
                  <a:pt x="140857" y="280715"/>
                  <a:pt x="108355" y="210792"/>
                  <a:pt x="61472" y="152389"/>
                </a:cubicBezTo>
                <a:cubicBezTo>
                  <a:pt x="38935" y="140069"/>
                  <a:pt x="20140" y="120811"/>
                  <a:pt x="8788" y="97728"/>
                </a:cubicBezTo>
                <a:cubicBezTo>
                  <a:pt x="4709" y="89402"/>
                  <a:pt x="1514" y="80446"/>
                  <a:pt x="0" y="71322"/>
                </a:cubicBezTo>
                <a:cubicBezTo>
                  <a:pt x="2565" y="71659"/>
                  <a:pt x="9671" y="32597"/>
                  <a:pt x="7736" y="30200"/>
                </a:cubicBezTo>
                <a:cubicBezTo>
                  <a:pt x="11311" y="24776"/>
                  <a:pt x="17708" y="22080"/>
                  <a:pt x="21612" y="16787"/>
                </a:cubicBezTo>
                <a:cubicBezTo>
                  <a:pt x="41027" y="-9535"/>
                  <a:pt x="67775" y="-4939"/>
                  <a:pt x="81739" y="30831"/>
                </a:cubicBezTo>
                <a:cubicBezTo>
                  <a:pt x="111569" y="45887"/>
                  <a:pt x="111858" y="70855"/>
                  <a:pt x="93554" y="94868"/>
                </a:cubicBezTo>
                <a:cubicBezTo>
                  <a:pt x="81910" y="110146"/>
                  <a:pt x="80309" y="130819"/>
                  <a:pt x="70092" y="147174"/>
                </a:cubicBezTo>
                <a:cubicBezTo>
                  <a:pt x="71144" y="148520"/>
                  <a:pt x="72237" y="149824"/>
                  <a:pt x="73288" y="151169"/>
                </a:cubicBezTo>
                <a:cubicBezTo>
                  <a:pt x="92564" y="175893"/>
                  <a:pt x="109236" y="202468"/>
                  <a:pt x="123291" y="230386"/>
                </a:cubicBezTo>
                <a:cubicBezTo>
                  <a:pt x="119319" y="199358"/>
                  <a:pt x="125183" y="161978"/>
                  <a:pt x="135181" y="137883"/>
                </a:cubicBezTo>
                <a:cubicBezTo>
                  <a:pt x="146561" y="110428"/>
                  <a:pt x="167893" y="87306"/>
                  <a:pt x="186677" y="63572"/>
                </a:cubicBezTo>
                <a:cubicBezTo>
                  <a:pt x="209241" y="35063"/>
                  <a:pt x="255509" y="47504"/>
                  <a:pt x="259485" y="83644"/>
                </a:cubicBezTo>
                <a:cubicBezTo>
                  <a:pt x="259523" y="83994"/>
                  <a:pt x="259561" y="84343"/>
                  <a:pt x="259597" y="84693"/>
                </a:cubicBezTo>
                <a:cubicBezTo>
                  <a:pt x="256807" y="86267"/>
                  <a:pt x="254074" y="87939"/>
                  <a:pt x="251404" y="89705"/>
                </a:cubicBezTo>
                <a:cubicBezTo>
                  <a:pt x="236174" y="99778"/>
                  <a:pt x="241437" y="123387"/>
                  <a:pt x="259483" y="126172"/>
                </a:cubicBezTo>
                <a:lnTo>
                  <a:pt x="259892" y="126235"/>
                </a:lnTo>
                <a:cubicBezTo>
                  <a:pt x="258882" y="136284"/>
                  <a:pt x="257158" y="146250"/>
                  <a:pt x="254636" y="156047"/>
                </a:cubicBezTo>
                <a:cubicBezTo>
                  <a:pt x="278734" y="249242"/>
                  <a:pt x="226707" y="283185"/>
                  <a:pt x="152420" y="284710"/>
                </a:cubicBezTo>
                <a:cubicBezTo>
                  <a:pt x="150780" y="285551"/>
                  <a:pt x="149182" y="286392"/>
                  <a:pt x="147542" y="287191"/>
                </a:cubicBezTo>
                <a:cubicBezTo>
                  <a:pt x="155069" y="308382"/>
                  <a:pt x="161082" y="330121"/>
                  <a:pt x="165538" y="352153"/>
                </a:cubicBezTo>
                <a:cubicBezTo>
                  <a:pt x="169533" y="371621"/>
                  <a:pt x="172308" y="391298"/>
                  <a:pt x="173864" y="411061"/>
                </a:cubicBezTo>
                <a:cubicBezTo>
                  <a:pt x="175798" y="435994"/>
                  <a:pt x="175630" y="461054"/>
                  <a:pt x="173527" y="485946"/>
                </a:cubicBezTo>
                <a:lnTo>
                  <a:pt x="173654" y="485063"/>
                </a:lnTo>
                <a:cubicBezTo>
                  <a:pt x="178993" y="457649"/>
                  <a:pt x="193878" y="432042"/>
                  <a:pt x="215490" y="414298"/>
                </a:cubicBezTo>
                <a:cubicBezTo>
                  <a:pt x="247686" y="387851"/>
                  <a:pt x="293172" y="378111"/>
                  <a:pt x="327906" y="356853"/>
                </a:cubicBezTo>
                <a:cubicBezTo>
                  <a:pt x="344625" y="346620"/>
                  <a:pt x="366051" y="359844"/>
                  <a:pt x="363133" y="379228"/>
                </a:cubicBezTo>
                <a:lnTo>
                  <a:pt x="362990" y="380157"/>
                </a:lnTo>
                <a:cubicBezTo>
                  <a:pt x="357819" y="382258"/>
                  <a:pt x="352773" y="384698"/>
                  <a:pt x="347896" y="387430"/>
                </a:cubicBezTo>
                <a:cubicBezTo>
                  <a:pt x="345105" y="389005"/>
                  <a:pt x="342372" y="390677"/>
                  <a:pt x="339702" y="392442"/>
                </a:cubicBezTo>
                <a:cubicBezTo>
                  <a:pt x="324472" y="402515"/>
                  <a:pt x="329736" y="426124"/>
                  <a:pt x="347781" y="428910"/>
                </a:cubicBezTo>
                <a:lnTo>
                  <a:pt x="348190" y="428973"/>
                </a:lnTo>
                <a:cubicBezTo>
                  <a:pt x="348485" y="429015"/>
                  <a:pt x="348737" y="429057"/>
                  <a:pt x="349031" y="429099"/>
                </a:cubicBezTo>
                <a:cubicBezTo>
                  <a:pt x="340159" y="450164"/>
                  <a:pt x="327797" y="469716"/>
                  <a:pt x="312324" y="486577"/>
                </a:cubicBezTo>
                <a:cubicBezTo>
                  <a:pt x="297256" y="567933"/>
                  <a:pt x="232538" y="575651"/>
                  <a:pt x="163310" y="551960"/>
                </a:cubicBezTo>
                <a:lnTo>
                  <a:pt x="163268" y="551960"/>
                </a:lnTo>
                <a:cubicBezTo>
                  <a:pt x="155700" y="584925"/>
                  <a:pt x="144641" y="617133"/>
                  <a:pt x="130429" y="647827"/>
                </a:cubicBezTo>
                <a:lnTo>
                  <a:pt x="13119" y="647827"/>
                </a:lnTo>
                <a:cubicBezTo>
                  <a:pt x="12698" y="646523"/>
                  <a:pt x="12320" y="645178"/>
                  <a:pt x="11941" y="643874"/>
                </a:cubicBezTo>
                <a:cubicBezTo>
                  <a:pt x="22789" y="644547"/>
                  <a:pt x="33721" y="643916"/>
                  <a:pt x="44402" y="641940"/>
                </a:cubicBezTo>
                <a:cubicBezTo>
                  <a:pt x="35698" y="631260"/>
                  <a:pt x="26994" y="620496"/>
                  <a:pt x="18290" y="609816"/>
                </a:cubicBezTo>
                <a:cubicBezTo>
                  <a:pt x="18080" y="609606"/>
                  <a:pt x="17912" y="609396"/>
                  <a:pt x="17744" y="609186"/>
                </a:cubicBezTo>
                <a:cubicBezTo>
                  <a:pt x="13329" y="603720"/>
                  <a:pt x="8872" y="598296"/>
                  <a:pt x="4457" y="592830"/>
                </a:cubicBezTo>
                <a:lnTo>
                  <a:pt x="4455" y="592823"/>
                </a:lnTo>
                <a:cubicBezTo>
                  <a:pt x="4178" y="576043"/>
                  <a:pt x="6190" y="559319"/>
                  <a:pt x="10175" y="543088"/>
                </a:cubicBezTo>
                <a:lnTo>
                  <a:pt x="10179" y="543086"/>
                </a:lnTo>
                <a:close/>
              </a:path>
            </a:pathLst>
          </a:custGeom>
          <a:solidFill>
            <a:srgbClr val="F2F2F2"/>
          </a:solidFill>
          <a:ln w="6494" cap="flat">
            <a:noFill/>
            <a:prstDash val="solid"/>
            <a:miter/>
          </a:ln>
        </p:spPr>
      </p:sp>
      <p:grpSp>
        <p:nvGrpSpPr>
          <p:cNvPr id="15" name="图形 8">
            <a:extLst>
              <a:ext uri="{FF2B5EF4-FFF2-40B4-BE49-F238E27FC236}">
                <a16:creationId xmlns:a16="http://schemas.microsoft.com/office/drawing/2014/main" id="{521A071F-7838-6D6A-B0D7-5A1BCEBFF913}"/>
              </a:ext>
            </a:extLst>
          </p:cNvPr>
          <p:cNvGrpSpPr/>
          <p:nvPr/>
        </p:nvGrpSpPr>
        <p:grpSpPr>
          <a:xfrm flipH="1">
            <a:off x="3579539" y="846289"/>
            <a:ext cx="1256396" cy="2902172"/>
            <a:chOff x="1210266" y="3389644"/>
            <a:chExt cx="1256396" cy="2902172"/>
          </a:xfrm>
        </p:grpSpPr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A22D05CE-1DD1-D75F-8C79-D9101958CADC}"/>
                </a:ext>
              </a:extLst>
            </p:cNvPr>
            <p:cNvSpPr/>
            <p:nvPr/>
          </p:nvSpPr>
          <p:spPr>
            <a:xfrm>
              <a:off x="1249417" y="3389644"/>
              <a:ext cx="497773" cy="497773"/>
            </a:xfrm>
            <a:custGeom>
              <a:avLst/>
              <a:gdLst>
                <a:gd name="csX0" fmla="*/ 139620 w 497773"/>
                <a:gd name="csY0" fmla="*/ 0 h 497773"/>
                <a:gd name="csX1" fmla="*/ 0 w 497773"/>
                <a:gd name="csY1" fmla="*/ 139619 h 497773"/>
                <a:gd name="csX2" fmla="*/ 0 w 497773"/>
                <a:gd name="csY2" fmla="*/ 358154 h 497773"/>
                <a:gd name="csX3" fmla="*/ 139620 w 497773"/>
                <a:gd name="csY3" fmla="*/ 497774 h 497773"/>
                <a:gd name="csX4" fmla="*/ 358154 w 497773"/>
                <a:gd name="csY4" fmla="*/ 497774 h 497773"/>
                <a:gd name="csX5" fmla="*/ 497774 w 497773"/>
                <a:gd name="csY5" fmla="*/ 358154 h 497773"/>
                <a:gd name="csX6" fmla="*/ 497774 w 497773"/>
                <a:gd name="csY6" fmla="*/ 139619 h 497773"/>
                <a:gd name="csX7" fmla="*/ 358154 w 497773"/>
                <a:gd name="csY7" fmla="*/ 0 h 497773"/>
                <a:gd name="csX8" fmla="*/ 139620 w 497773"/>
                <a:gd name="csY8" fmla="*/ 0 h 4977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97773" h="497773">
                  <a:moveTo>
                    <a:pt x="139620" y="0"/>
                  </a:moveTo>
                  <a:cubicBezTo>
                    <a:pt x="62631" y="0"/>
                    <a:pt x="0" y="62631"/>
                    <a:pt x="0" y="139619"/>
                  </a:cubicBezTo>
                  <a:lnTo>
                    <a:pt x="0" y="358154"/>
                  </a:lnTo>
                  <a:cubicBezTo>
                    <a:pt x="0" y="435143"/>
                    <a:pt x="62631" y="497774"/>
                    <a:pt x="139620" y="497774"/>
                  </a:cubicBezTo>
                  <a:lnTo>
                    <a:pt x="358154" y="497774"/>
                  </a:lnTo>
                  <a:cubicBezTo>
                    <a:pt x="435143" y="497774"/>
                    <a:pt x="497774" y="435143"/>
                    <a:pt x="497774" y="358154"/>
                  </a:cubicBezTo>
                  <a:lnTo>
                    <a:pt x="497774" y="139619"/>
                  </a:lnTo>
                  <a:cubicBezTo>
                    <a:pt x="497774" y="62631"/>
                    <a:pt x="435143" y="0"/>
                    <a:pt x="358154" y="0"/>
                  </a:cubicBezTo>
                  <a:lnTo>
                    <a:pt x="139620" y="0"/>
                  </a:lnTo>
                  <a:close/>
                </a:path>
              </a:pathLst>
            </a:custGeom>
            <a:solidFill>
              <a:srgbClr val="6C63FF"/>
            </a:solidFill>
            <a:ln w="6494" cap="flat">
              <a:noFill/>
              <a:prstDash val="solid"/>
              <a:miter/>
            </a:ln>
          </p:spPr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F0086C9E-82BA-66E5-03DC-4767A26004D0}"/>
                </a:ext>
              </a:extLst>
            </p:cNvPr>
            <p:cNvSpPr/>
            <p:nvPr/>
          </p:nvSpPr>
          <p:spPr>
            <a:xfrm>
              <a:off x="1968889" y="4000358"/>
              <a:ext cx="497773" cy="497774"/>
            </a:xfrm>
            <a:custGeom>
              <a:avLst/>
              <a:gdLst>
                <a:gd name="csX0" fmla="*/ 139620 w 497773"/>
                <a:gd name="csY0" fmla="*/ 0 h 497774"/>
                <a:gd name="csX1" fmla="*/ 0 w 497773"/>
                <a:gd name="csY1" fmla="*/ 139620 h 497774"/>
                <a:gd name="csX2" fmla="*/ 0 w 497773"/>
                <a:gd name="csY2" fmla="*/ 358155 h 497774"/>
                <a:gd name="csX3" fmla="*/ 139620 w 497773"/>
                <a:gd name="csY3" fmla="*/ 497774 h 497774"/>
                <a:gd name="csX4" fmla="*/ 358154 w 497773"/>
                <a:gd name="csY4" fmla="*/ 497774 h 497774"/>
                <a:gd name="csX5" fmla="*/ 497774 w 497773"/>
                <a:gd name="csY5" fmla="*/ 358155 h 497774"/>
                <a:gd name="csX6" fmla="*/ 497774 w 497773"/>
                <a:gd name="csY6" fmla="*/ 139620 h 497774"/>
                <a:gd name="csX7" fmla="*/ 358154 w 497773"/>
                <a:gd name="csY7" fmla="*/ 0 h 497774"/>
                <a:gd name="csX8" fmla="*/ 139620 w 497773"/>
                <a:gd name="csY8" fmla="*/ 0 h 4977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97773" h="497774">
                  <a:moveTo>
                    <a:pt x="139620" y="0"/>
                  </a:moveTo>
                  <a:cubicBezTo>
                    <a:pt x="62631" y="0"/>
                    <a:pt x="0" y="62631"/>
                    <a:pt x="0" y="139620"/>
                  </a:cubicBezTo>
                  <a:lnTo>
                    <a:pt x="0" y="358155"/>
                  </a:lnTo>
                  <a:cubicBezTo>
                    <a:pt x="0" y="435143"/>
                    <a:pt x="62631" y="497774"/>
                    <a:pt x="139620" y="497774"/>
                  </a:cubicBezTo>
                  <a:lnTo>
                    <a:pt x="358154" y="497774"/>
                  </a:lnTo>
                  <a:cubicBezTo>
                    <a:pt x="435143" y="497774"/>
                    <a:pt x="497774" y="435143"/>
                    <a:pt x="497774" y="358155"/>
                  </a:cubicBezTo>
                  <a:lnTo>
                    <a:pt x="497774" y="139620"/>
                  </a:lnTo>
                  <a:cubicBezTo>
                    <a:pt x="497774" y="62631"/>
                    <a:pt x="435143" y="0"/>
                    <a:pt x="358154" y="0"/>
                  </a:cubicBezTo>
                  <a:lnTo>
                    <a:pt x="139620" y="0"/>
                  </a:lnTo>
                  <a:close/>
                </a:path>
              </a:pathLst>
            </a:custGeom>
            <a:solidFill>
              <a:srgbClr val="6C63FF"/>
            </a:solidFill>
            <a:ln w="6494" cap="flat">
              <a:noFill/>
              <a:prstDash val="solid"/>
              <a:miter/>
            </a:ln>
          </p:spPr>
        </p:sp>
        <p:grpSp>
          <p:nvGrpSpPr>
            <p:cNvPr id="18" name="图形 8">
              <a:extLst>
                <a:ext uri="{FF2B5EF4-FFF2-40B4-BE49-F238E27FC236}">
                  <a16:creationId xmlns:a16="http://schemas.microsoft.com/office/drawing/2014/main" id="{50D17E3C-1D4C-DCA3-8947-F9463AEB8FA2}"/>
                </a:ext>
              </a:extLst>
            </p:cNvPr>
            <p:cNvGrpSpPr/>
            <p:nvPr/>
          </p:nvGrpSpPr>
          <p:grpSpPr>
            <a:xfrm>
              <a:off x="1653512" y="6024391"/>
              <a:ext cx="162382" cy="267425"/>
              <a:chOff x="1653512" y="6024391"/>
              <a:chExt cx="162382" cy="267425"/>
            </a:xfrm>
          </p:grpSpPr>
          <p:sp>
            <p:nvSpPr>
              <p:cNvPr id="19" name="任意多边形: 形状 18">
                <a:extLst>
                  <a:ext uri="{FF2B5EF4-FFF2-40B4-BE49-F238E27FC236}">
                    <a16:creationId xmlns:a16="http://schemas.microsoft.com/office/drawing/2014/main" id="{9903321F-0EE6-2D62-9FA1-71C1717D0064}"/>
                  </a:ext>
                </a:extLst>
              </p:cNvPr>
              <p:cNvSpPr/>
              <p:nvPr/>
            </p:nvSpPr>
            <p:spPr>
              <a:xfrm>
                <a:off x="1731670" y="6024391"/>
                <a:ext cx="65523" cy="175607"/>
              </a:xfrm>
              <a:custGeom>
                <a:avLst/>
                <a:gdLst>
                  <a:gd name="csX0" fmla="*/ 64048 w 65523"/>
                  <a:gd name="csY0" fmla="*/ 175608 h 175607"/>
                  <a:gd name="csX1" fmla="*/ 19653 w 65523"/>
                  <a:gd name="csY1" fmla="*/ 175234 h 175607"/>
                  <a:gd name="csX2" fmla="*/ 0 w 65523"/>
                  <a:gd name="csY2" fmla="*/ 0 h 175607"/>
                  <a:gd name="csX3" fmla="*/ 65523 w 65523"/>
                  <a:gd name="csY3" fmla="*/ 552 h 175607"/>
                  <a:gd name="csX4" fmla="*/ 64048 w 65523"/>
                  <a:gd name="csY4" fmla="*/ 175608 h 1756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5523" h="175607">
                    <a:moveTo>
                      <a:pt x="64048" y="175608"/>
                    </a:moveTo>
                    <a:lnTo>
                      <a:pt x="19653" y="175234"/>
                    </a:lnTo>
                    <a:lnTo>
                      <a:pt x="0" y="0"/>
                    </a:lnTo>
                    <a:lnTo>
                      <a:pt x="65523" y="552"/>
                    </a:lnTo>
                    <a:lnTo>
                      <a:pt x="64048" y="175608"/>
                    </a:lnTo>
                    <a:close/>
                  </a:path>
                </a:pathLst>
              </a:custGeom>
              <a:solidFill>
                <a:srgbClr val="A0616A"/>
              </a:solidFill>
              <a:ln w="6494" cap="flat">
                <a:noFill/>
                <a:prstDash val="solid"/>
                <a:miter/>
              </a:ln>
            </p:spPr>
          </p:sp>
          <p:sp>
            <p:nvSpPr>
              <p:cNvPr id="20" name="任意多边形: 形状 19">
                <a:extLst>
                  <a:ext uri="{FF2B5EF4-FFF2-40B4-BE49-F238E27FC236}">
                    <a16:creationId xmlns:a16="http://schemas.microsoft.com/office/drawing/2014/main" id="{008F645E-C83D-220A-14AE-31500FBBF9F1}"/>
                  </a:ext>
                </a:extLst>
              </p:cNvPr>
              <p:cNvSpPr/>
              <p:nvPr/>
            </p:nvSpPr>
            <p:spPr>
              <a:xfrm>
                <a:off x="1653512" y="6174480"/>
                <a:ext cx="162382" cy="117336"/>
              </a:xfrm>
              <a:custGeom>
                <a:avLst/>
                <a:gdLst>
                  <a:gd name="csX0" fmla="*/ 1 w 162382"/>
                  <a:gd name="csY0" fmla="*/ 96115 h 117336"/>
                  <a:gd name="csX1" fmla="*/ 19680 w 162382"/>
                  <a:gd name="csY1" fmla="*/ 116138 h 117336"/>
                  <a:gd name="csX2" fmla="*/ 107949 w 162382"/>
                  <a:gd name="csY2" fmla="*/ 116875 h 117336"/>
                  <a:gd name="csX3" fmla="*/ 123402 w 162382"/>
                  <a:gd name="csY3" fmla="*/ 85552 h 117336"/>
                  <a:gd name="csX4" fmla="*/ 129077 w 162382"/>
                  <a:gd name="csY4" fmla="*/ 117034 h 117336"/>
                  <a:gd name="csX5" fmla="*/ 162383 w 162382"/>
                  <a:gd name="csY5" fmla="*/ 117336 h 117336"/>
                  <a:gd name="csX6" fmla="*/ 153973 w 162382"/>
                  <a:gd name="csY6" fmla="*/ 5050 h 117336"/>
                  <a:gd name="csX7" fmla="*/ 142385 w 162382"/>
                  <a:gd name="csY7" fmla="*/ 4279 h 117336"/>
                  <a:gd name="csX8" fmla="*/ 95121 w 162382"/>
                  <a:gd name="csY8" fmla="*/ 1021 h 117336"/>
                  <a:gd name="csX9" fmla="*/ 79873 w 162382"/>
                  <a:gd name="csY9" fmla="*/ 0 h 117336"/>
                  <a:gd name="csX10" fmla="*/ 79605 w 162382"/>
                  <a:gd name="csY10" fmla="*/ 31770 h 117336"/>
                  <a:gd name="csX11" fmla="*/ 8698 w 162382"/>
                  <a:gd name="csY11" fmla="*/ 79864 h 117336"/>
                  <a:gd name="csX12" fmla="*/ 1 w 162382"/>
                  <a:gd name="csY12" fmla="*/ 96115 h 11733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62382" h="117336">
                    <a:moveTo>
                      <a:pt x="1" y="96115"/>
                    </a:moveTo>
                    <a:cubicBezTo>
                      <a:pt x="-96" y="107042"/>
                      <a:pt x="8713" y="116037"/>
                      <a:pt x="19680" y="116138"/>
                    </a:cubicBezTo>
                    <a:lnTo>
                      <a:pt x="107949" y="116875"/>
                    </a:lnTo>
                    <a:lnTo>
                      <a:pt x="123402" y="85552"/>
                    </a:lnTo>
                    <a:lnTo>
                      <a:pt x="129077" y="117034"/>
                    </a:lnTo>
                    <a:lnTo>
                      <a:pt x="162383" y="117336"/>
                    </a:lnTo>
                    <a:lnTo>
                      <a:pt x="153973" y="5050"/>
                    </a:lnTo>
                    <a:lnTo>
                      <a:pt x="142385" y="4279"/>
                    </a:lnTo>
                    <a:lnTo>
                      <a:pt x="95121" y="1021"/>
                    </a:lnTo>
                    <a:lnTo>
                      <a:pt x="79873" y="0"/>
                    </a:lnTo>
                    <a:lnTo>
                      <a:pt x="79605" y="31770"/>
                    </a:lnTo>
                    <a:lnTo>
                      <a:pt x="8698" y="79864"/>
                    </a:lnTo>
                    <a:cubicBezTo>
                      <a:pt x="3304" y="83529"/>
                      <a:pt x="55" y="89599"/>
                      <a:pt x="1" y="96115"/>
                    </a:cubicBezTo>
                    <a:close/>
                  </a:path>
                </a:pathLst>
              </a:custGeom>
              <a:solidFill>
                <a:srgbClr val="2F2E41"/>
              </a:solidFill>
              <a:ln w="6494" cap="flat">
                <a:noFill/>
                <a:prstDash val="solid"/>
                <a:miter/>
              </a:ln>
            </p:spPr>
          </p:sp>
        </p:grpSp>
        <p:grpSp>
          <p:nvGrpSpPr>
            <p:cNvPr id="21" name="图形 8">
              <a:extLst>
                <a:ext uri="{FF2B5EF4-FFF2-40B4-BE49-F238E27FC236}">
                  <a16:creationId xmlns:a16="http://schemas.microsoft.com/office/drawing/2014/main" id="{3567DE31-5D26-7BBE-9E1B-8B626240DC80}"/>
                </a:ext>
              </a:extLst>
            </p:cNvPr>
            <p:cNvGrpSpPr/>
            <p:nvPr/>
          </p:nvGrpSpPr>
          <p:grpSpPr>
            <a:xfrm>
              <a:off x="1879393" y="6024391"/>
              <a:ext cx="162383" cy="267425"/>
              <a:chOff x="1879393" y="6024391"/>
              <a:chExt cx="162383" cy="267425"/>
            </a:xfrm>
          </p:grpSpPr>
          <p:sp>
            <p:nvSpPr>
              <p:cNvPr id="22" name="任意多边形: 形状 21">
                <a:extLst>
                  <a:ext uri="{FF2B5EF4-FFF2-40B4-BE49-F238E27FC236}">
                    <a16:creationId xmlns:a16="http://schemas.microsoft.com/office/drawing/2014/main" id="{604A9C0F-5271-1507-40D7-B9E63994E9CB}"/>
                  </a:ext>
                </a:extLst>
              </p:cNvPr>
              <p:cNvSpPr/>
              <p:nvPr/>
            </p:nvSpPr>
            <p:spPr>
              <a:xfrm>
                <a:off x="1957550" y="6024391"/>
                <a:ext cx="65523" cy="175607"/>
              </a:xfrm>
              <a:custGeom>
                <a:avLst/>
                <a:gdLst>
                  <a:gd name="csX0" fmla="*/ 64048 w 65523"/>
                  <a:gd name="csY0" fmla="*/ 175608 h 175607"/>
                  <a:gd name="csX1" fmla="*/ 19653 w 65523"/>
                  <a:gd name="csY1" fmla="*/ 175234 h 175607"/>
                  <a:gd name="csX2" fmla="*/ 0 w 65523"/>
                  <a:gd name="csY2" fmla="*/ 0 h 175607"/>
                  <a:gd name="csX3" fmla="*/ 65523 w 65523"/>
                  <a:gd name="csY3" fmla="*/ 552 h 175607"/>
                  <a:gd name="csX4" fmla="*/ 64048 w 65523"/>
                  <a:gd name="csY4" fmla="*/ 175608 h 1756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5523" h="175607">
                    <a:moveTo>
                      <a:pt x="64048" y="175608"/>
                    </a:moveTo>
                    <a:lnTo>
                      <a:pt x="19653" y="175234"/>
                    </a:lnTo>
                    <a:lnTo>
                      <a:pt x="0" y="0"/>
                    </a:lnTo>
                    <a:lnTo>
                      <a:pt x="65523" y="552"/>
                    </a:lnTo>
                    <a:lnTo>
                      <a:pt x="64048" y="175608"/>
                    </a:lnTo>
                    <a:close/>
                  </a:path>
                </a:pathLst>
              </a:custGeom>
              <a:solidFill>
                <a:srgbClr val="A0616A"/>
              </a:solidFill>
              <a:ln w="6494" cap="flat">
                <a:noFill/>
                <a:prstDash val="solid"/>
                <a:miter/>
              </a:ln>
            </p:spPr>
          </p:sp>
          <p:sp>
            <p:nvSpPr>
              <p:cNvPr id="23" name="任意多边形: 形状 22">
                <a:extLst>
                  <a:ext uri="{FF2B5EF4-FFF2-40B4-BE49-F238E27FC236}">
                    <a16:creationId xmlns:a16="http://schemas.microsoft.com/office/drawing/2014/main" id="{E0142D1A-11C9-ACB5-A2D7-709FF7C1FFC2}"/>
                  </a:ext>
                </a:extLst>
              </p:cNvPr>
              <p:cNvSpPr/>
              <p:nvPr/>
            </p:nvSpPr>
            <p:spPr>
              <a:xfrm>
                <a:off x="1879393" y="6174480"/>
                <a:ext cx="162383" cy="117336"/>
              </a:xfrm>
              <a:custGeom>
                <a:avLst/>
                <a:gdLst>
                  <a:gd name="csX0" fmla="*/ 1 w 162383"/>
                  <a:gd name="csY0" fmla="*/ 96115 h 117336"/>
                  <a:gd name="csX1" fmla="*/ 19680 w 162383"/>
                  <a:gd name="csY1" fmla="*/ 116138 h 117336"/>
                  <a:gd name="csX2" fmla="*/ 107949 w 162383"/>
                  <a:gd name="csY2" fmla="*/ 116875 h 117336"/>
                  <a:gd name="csX3" fmla="*/ 123402 w 162383"/>
                  <a:gd name="csY3" fmla="*/ 85552 h 117336"/>
                  <a:gd name="csX4" fmla="*/ 129077 w 162383"/>
                  <a:gd name="csY4" fmla="*/ 117034 h 117336"/>
                  <a:gd name="csX5" fmla="*/ 162383 w 162383"/>
                  <a:gd name="csY5" fmla="*/ 117336 h 117336"/>
                  <a:gd name="csX6" fmla="*/ 153973 w 162383"/>
                  <a:gd name="csY6" fmla="*/ 5050 h 117336"/>
                  <a:gd name="csX7" fmla="*/ 142385 w 162383"/>
                  <a:gd name="csY7" fmla="*/ 4279 h 117336"/>
                  <a:gd name="csX8" fmla="*/ 95121 w 162383"/>
                  <a:gd name="csY8" fmla="*/ 1021 h 117336"/>
                  <a:gd name="csX9" fmla="*/ 79873 w 162383"/>
                  <a:gd name="csY9" fmla="*/ 0 h 117336"/>
                  <a:gd name="csX10" fmla="*/ 79605 w 162383"/>
                  <a:gd name="csY10" fmla="*/ 31770 h 117336"/>
                  <a:gd name="csX11" fmla="*/ 8698 w 162383"/>
                  <a:gd name="csY11" fmla="*/ 79864 h 117336"/>
                  <a:gd name="csX12" fmla="*/ 1 w 162383"/>
                  <a:gd name="csY12" fmla="*/ 96115 h 11733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62383" h="117336">
                    <a:moveTo>
                      <a:pt x="1" y="96115"/>
                    </a:moveTo>
                    <a:cubicBezTo>
                      <a:pt x="-96" y="107042"/>
                      <a:pt x="8713" y="116037"/>
                      <a:pt x="19680" y="116138"/>
                    </a:cubicBezTo>
                    <a:lnTo>
                      <a:pt x="107949" y="116875"/>
                    </a:lnTo>
                    <a:lnTo>
                      <a:pt x="123402" y="85552"/>
                    </a:lnTo>
                    <a:lnTo>
                      <a:pt x="129077" y="117034"/>
                    </a:lnTo>
                    <a:lnTo>
                      <a:pt x="162383" y="117336"/>
                    </a:lnTo>
                    <a:lnTo>
                      <a:pt x="153973" y="5050"/>
                    </a:lnTo>
                    <a:lnTo>
                      <a:pt x="142385" y="4279"/>
                    </a:lnTo>
                    <a:lnTo>
                      <a:pt x="95121" y="1021"/>
                    </a:lnTo>
                    <a:lnTo>
                      <a:pt x="79873" y="0"/>
                    </a:lnTo>
                    <a:lnTo>
                      <a:pt x="79605" y="31770"/>
                    </a:lnTo>
                    <a:lnTo>
                      <a:pt x="8698" y="79864"/>
                    </a:lnTo>
                    <a:cubicBezTo>
                      <a:pt x="3304" y="83529"/>
                      <a:pt x="55" y="89599"/>
                      <a:pt x="1" y="96115"/>
                    </a:cubicBezTo>
                    <a:close/>
                  </a:path>
                </a:pathLst>
              </a:custGeom>
              <a:solidFill>
                <a:srgbClr val="2F2E41"/>
              </a:solidFill>
              <a:ln w="6494" cap="flat">
                <a:noFill/>
                <a:prstDash val="solid"/>
                <a:miter/>
              </a:ln>
            </p:spPr>
          </p:sp>
        </p:grp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27ECA0EA-15AB-959A-37F6-5A247D98F00A}"/>
                </a:ext>
              </a:extLst>
            </p:cNvPr>
            <p:cNvSpPr/>
            <p:nvPr/>
          </p:nvSpPr>
          <p:spPr>
            <a:xfrm>
              <a:off x="1560146" y="4783242"/>
              <a:ext cx="493157" cy="1380889"/>
            </a:xfrm>
            <a:custGeom>
              <a:avLst/>
              <a:gdLst>
                <a:gd name="csX0" fmla="*/ 61358 w 493157"/>
                <a:gd name="csY0" fmla="*/ 0 h 1380889"/>
                <a:gd name="csX1" fmla="*/ 241315 w 493157"/>
                <a:gd name="csY1" fmla="*/ 5683 h 1380889"/>
                <a:gd name="csX2" fmla="*/ 411801 w 493157"/>
                <a:gd name="csY2" fmla="*/ 43569 h 1380889"/>
                <a:gd name="csX3" fmla="*/ 451581 w 493157"/>
                <a:gd name="csY3" fmla="*/ 121234 h 1380889"/>
                <a:gd name="csX4" fmla="*/ 474313 w 493157"/>
                <a:gd name="csY4" fmla="*/ 382646 h 1380889"/>
                <a:gd name="csX5" fmla="*/ 451581 w 493157"/>
                <a:gd name="csY5" fmla="*/ 897893 h 1380889"/>
                <a:gd name="csX6" fmla="*/ 467220 w 493157"/>
                <a:gd name="csY6" fmla="*/ 1376706 h 1380889"/>
                <a:gd name="csX7" fmla="*/ 400292 w 493157"/>
                <a:gd name="csY7" fmla="*/ 1380889 h 1380889"/>
                <a:gd name="csX8" fmla="*/ 287043 w 493157"/>
                <a:gd name="csY8" fmla="*/ 902084 h 1380889"/>
                <a:gd name="csX9" fmla="*/ 231844 w 493157"/>
                <a:gd name="csY9" fmla="*/ 386435 h 1380889"/>
                <a:gd name="csX10" fmla="*/ 205324 w 493157"/>
                <a:gd name="csY10" fmla="*/ 894104 h 1380889"/>
                <a:gd name="csX11" fmla="*/ 242714 w 493157"/>
                <a:gd name="csY11" fmla="*/ 1380889 h 1380889"/>
                <a:gd name="csX12" fmla="*/ 170229 w 493157"/>
                <a:gd name="csY12" fmla="*/ 1376707 h 1380889"/>
                <a:gd name="csX13" fmla="*/ 46204 w 493157"/>
                <a:gd name="csY13" fmla="*/ 894104 h 1380889"/>
                <a:gd name="csX14" fmla="*/ 741 w 493157"/>
                <a:gd name="csY14" fmla="*/ 231103 h 1380889"/>
                <a:gd name="csX15" fmla="*/ 61358 w 493157"/>
                <a:gd name="csY15" fmla="*/ 0 h 13808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493157" h="1380889">
                  <a:moveTo>
                    <a:pt x="61358" y="0"/>
                  </a:moveTo>
                  <a:lnTo>
                    <a:pt x="241315" y="5683"/>
                  </a:lnTo>
                  <a:lnTo>
                    <a:pt x="411801" y="43569"/>
                  </a:lnTo>
                  <a:cubicBezTo>
                    <a:pt x="411801" y="43569"/>
                    <a:pt x="394753" y="64406"/>
                    <a:pt x="451581" y="121234"/>
                  </a:cubicBezTo>
                  <a:cubicBezTo>
                    <a:pt x="451581" y="121234"/>
                    <a:pt x="527353" y="253835"/>
                    <a:pt x="474313" y="382646"/>
                  </a:cubicBezTo>
                  <a:lnTo>
                    <a:pt x="451581" y="897893"/>
                  </a:lnTo>
                  <a:cubicBezTo>
                    <a:pt x="451581" y="897893"/>
                    <a:pt x="517858" y="1261108"/>
                    <a:pt x="467220" y="1376706"/>
                  </a:cubicBezTo>
                  <a:lnTo>
                    <a:pt x="400292" y="1380889"/>
                  </a:lnTo>
                  <a:lnTo>
                    <a:pt x="287043" y="902084"/>
                  </a:lnTo>
                  <a:lnTo>
                    <a:pt x="231844" y="386435"/>
                  </a:lnTo>
                  <a:lnTo>
                    <a:pt x="205324" y="894104"/>
                  </a:lnTo>
                  <a:cubicBezTo>
                    <a:pt x="205324" y="894104"/>
                    <a:pt x="306780" y="1242559"/>
                    <a:pt x="242714" y="1380889"/>
                  </a:cubicBezTo>
                  <a:lnTo>
                    <a:pt x="170229" y="1376707"/>
                  </a:lnTo>
                  <a:lnTo>
                    <a:pt x="46204" y="894104"/>
                  </a:lnTo>
                  <a:cubicBezTo>
                    <a:pt x="46204" y="894104"/>
                    <a:pt x="-6836" y="337183"/>
                    <a:pt x="741" y="231103"/>
                  </a:cubicBezTo>
                  <a:cubicBezTo>
                    <a:pt x="8318" y="125023"/>
                    <a:pt x="61358" y="0"/>
                    <a:pt x="61358" y="0"/>
                  </a:cubicBezTo>
                  <a:close/>
                </a:path>
              </a:pathLst>
            </a:custGeom>
            <a:solidFill>
              <a:srgbClr val="2F2E41"/>
            </a:solidFill>
            <a:ln w="6494" cap="flat">
              <a:noFill/>
              <a:prstDash val="solid"/>
              <a:miter/>
            </a:ln>
          </p:spPr>
        </p:sp>
        <p:grpSp>
          <p:nvGrpSpPr>
            <p:cNvPr id="25" name="图形 8">
              <a:extLst>
                <a:ext uri="{FF2B5EF4-FFF2-40B4-BE49-F238E27FC236}">
                  <a16:creationId xmlns:a16="http://schemas.microsoft.com/office/drawing/2014/main" id="{4CBEB137-5727-AA74-0CF3-AF7F2482B7BA}"/>
                </a:ext>
              </a:extLst>
            </p:cNvPr>
            <p:cNvGrpSpPr/>
            <p:nvPr/>
          </p:nvGrpSpPr>
          <p:grpSpPr>
            <a:xfrm>
              <a:off x="1842528" y="3967592"/>
              <a:ext cx="440863" cy="489811"/>
              <a:chOff x="1842528" y="3967592"/>
              <a:chExt cx="440863" cy="489811"/>
            </a:xfrm>
          </p:grpSpPr>
          <p:sp>
            <p:nvSpPr>
              <p:cNvPr id="26" name="任意多边形: 形状 25">
                <a:extLst>
                  <a:ext uri="{FF2B5EF4-FFF2-40B4-BE49-F238E27FC236}">
                    <a16:creationId xmlns:a16="http://schemas.microsoft.com/office/drawing/2014/main" id="{8F7A0A16-8EB5-0CAC-CC4B-2F1820ACB09A}"/>
                  </a:ext>
                </a:extLst>
              </p:cNvPr>
              <p:cNvSpPr/>
              <p:nvPr/>
            </p:nvSpPr>
            <p:spPr>
              <a:xfrm>
                <a:off x="2191352" y="3967592"/>
                <a:ext cx="92040" cy="198587"/>
              </a:xfrm>
              <a:custGeom>
                <a:avLst/>
                <a:gdLst>
                  <a:gd name="csX0" fmla="*/ 34490 w 92040"/>
                  <a:gd name="csY0" fmla="*/ 1480 h 198587"/>
                  <a:gd name="csX1" fmla="*/ 1480 w 92040"/>
                  <a:gd name="csY1" fmla="*/ 57557 h 198587"/>
                  <a:gd name="csX2" fmla="*/ 20212 w 92040"/>
                  <a:gd name="csY2" fmla="*/ 84059 h 198587"/>
                  <a:gd name="csX3" fmla="*/ 20210 w 92040"/>
                  <a:gd name="csY3" fmla="*/ 84122 h 198587"/>
                  <a:gd name="csX4" fmla="*/ 16720 w 92040"/>
                  <a:gd name="csY4" fmla="*/ 168652 h 198587"/>
                  <a:gd name="csX5" fmla="*/ 81407 w 92040"/>
                  <a:gd name="csY5" fmla="*/ 198588 h 198587"/>
                  <a:gd name="csX6" fmla="*/ 86570 w 92040"/>
                  <a:gd name="csY6" fmla="*/ 68509 h 198587"/>
                  <a:gd name="csX7" fmla="*/ 86120 w 92040"/>
                  <a:gd name="csY7" fmla="*/ 68523 h 198587"/>
                  <a:gd name="csX8" fmla="*/ 90568 w 92040"/>
                  <a:gd name="csY8" fmla="*/ 34490 h 198587"/>
                  <a:gd name="csX9" fmla="*/ 34490 w 92040"/>
                  <a:gd name="csY9" fmla="*/ 1480 h 1985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92040" h="198587">
                    <a:moveTo>
                      <a:pt x="34490" y="1480"/>
                    </a:moveTo>
                    <a:cubicBezTo>
                      <a:pt x="9890" y="7850"/>
                      <a:pt x="-4890" y="32957"/>
                      <a:pt x="1480" y="57557"/>
                    </a:cubicBezTo>
                    <a:cubicBezTo>
                      <a:pt x="4399" y="68830"/>
                      <a:pt x="11277" y="78000"/>
                      <a:pt x="20212" y="84059"/>
                    </a:cubicBezTo>
                    <a:lnTo>
                      <a:pt x="20210" y="84122"/>
                    </a:lnTo>
                    <a:lnTo>
                      <a:pt x="16720" y="168652"/>
                    </a:lnTo>
                    <a:lnTo>
                      <a:pt x="81407" y="198588"/>
                    </a:lnTo>
                    <a:lnTo>
                      <a:pt x="86570" y="68509"/>
                    </a:lnTo>
                    <a:lnTo>
                      <a:pt x="86120" y="68523"/>
                    </a:lnTo>
                    <a:cubicBezTo>
                      <a:pt x="91729" y="58531"/>
                      <a:pt x="93667" y="46459"/>
                      <a:pt x="90568" y="34490"/>
                    </a:cubicBezTo>
                    <a:cubicBezTo>
                      <a:pt x="84198" y="9889"/>
                      <a:pt x="59091" y="-4890"/>
                      <a:pt x="34490" y="1480"/>
                    </a:cubicBezTo>
                    <a:close/>
                  </a:path>
                </a:pathLst>
              </a:custGeom>
              <a:solidFill>
                <a:srgbClr val="A0616A"/>
              </a:solidFill>
              <a:ln w="6494" cap="flat">
                <a:noFill/>
                <a:prstDash val="solid"/>
                <a:miter/>
              </a:ln>
            </p:spPr>
          </p:sp>
          <p:sp>
            <p:nvSpPr>
              <p:cNvPr id="27" name="任意多边形: 形状 26">
                <a:extLst>
                  <a:ext uri="{FF2B5EF4-FFF2-40B4-BE49-F238E27FC236}">
                    <a16:creationId xmlns:a16="http://schemas.microsoft.com/office/drawing/2014/main" id="{CB015358-1F55-F7FC-39DC-9A5DD9D79E31}"/>
                  </a:ext>
                </a:extLst>
              </p:cNvPr>
              <p:cNvSpPr/>
              <p:nvPr/>
            </p:nvSpPr>
            <p:spPr>
              <a:xfrm>
                <a:off x="1842528" y="4091214"/>
                <a:ext cx="436240" cy="366189"/>
              </a:xfrm>
              <a:custGeom>
                <a:avLst/>
                <a:gdLst>
                  <a:gd name="csX0" fmla="*/ 21776 w 436240"/>
                  <a:gd name="csY0" fmla="*/ 179543 h 366189"/>
                  <a:gd name="csX1" fmla="*/ 9 w 436240"/>
                  <a:gd name="csY1" fmla="*/ 127952 h 366189"/>
                  <a:gd name="csX2" fmla="*/ 35720 w 436240"/>
                  <a:gd name="csY2" fmla="*/ 63274 h 366189"/>
                  <a:gd name="csX3" fmla="*/ 119209 w 436240"/>
                  <a:gd name="csY3" fmla="*/ 67383 h 366189"/>
                  <a:gd name="csX4" fmla="*/ 322338 w 436240"/>
                  <a:gd name="csY4" fmla="*/ 220324 h 366189"/>
                  <a:gd name="csX5" fmla="*/ 358533 w 436240"/>
                  <a:gd name="csY5" fmla="*/ 0 h 366189"/>
                  <a:gd name="csX6" fmla="*/ 436241 w 436240"/>
                  <a:gd name="csY6" fmla="*/ 25015 h 366189"/>
                  <a:gd name="csX7" fmla="*/ 417700 w 436240"/>
                  <a:gd name="csY7" fmla="*/ 311908 h 366189"/>
                  <a:gd name="csX8" fmla="*/ 387359 w 436240"/>
                  <a:gd name="csY8" fmla="*/ 359198 h 366189"/>
                  <a:gd name="csX9" fmla="*/ 331177 w 436240"/>
                  <a:gd name="csY9" fmla="*/ 358559 h 366189"/>
                  <a:gd name="csX10" fmla="*/ 37625 w 436240"/>
                  <a:gd name="csY10" fmla="*/ 191546 h 366189"/>
                  <a:gd name="csX11" fmla="*/ 21776 w 436240"/>
                  <a:gd name="csY11" fmla="*/ 179543 h 36618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436240" h="366189">
                    <a:moveTo>
                      <a:pt x="21776" y="179543"/>
                    </a:moveTo>
                    <a:cubicBezTo>
                      <a:pt x="8187" y="166073"/>
                      <a:pt x="304" y="147811"/>
                      <a:pt x="9" y="127952"/>
                    </a:cubicBezTo>
                    <a:cubicBezTo>
                      <a:pt x="-388" y="101312"/>
                      <a:pt x="12963" y="77133"/>
                      <a:pt x="35720" y="63274"/>
                    </a:cubicBezTo>
                    <a:cubicBezTo>
                      <a:pt x="61926" y="47313"/>
                      <a:pt x="94697" y="48928"/>
                      <a:pt x="119209" y="67383"/>
                    </a:cubicBezTo>
                    <a:lnTo>
                      <a:pt x="322338" y="220324"/>
                    </a:lnTo>
                    <a:lnTo>
                      <a:pt x="358533" y="0"/>
                    </a:lnTo>
                    <a:lnTo>
                      <a:pt x="436241" y="25015"/>
                    </a:lnTo>
                    <a:lnTo>
                      <a:pt x="417700" y="311908"/>
                    </a:lnTo>
                    <a:cubicBezTo>
                      <a:pt x="416401" y="331976"/>
                      <a:pt x="405061" y="349655"/>
                      <a:pt x="387359" y="359198"/>
                    </a:cubicBezTo>
                    <a:cubicBezTo>
                      <a:pt x="369657" y="368742"/>
                      <a:pt x="348657" y="368503"/>
                      <a:pt x="331177" y="358559"/>
                    </a:cubicBezTo>
                    <a:lnTo>
                      <a:pt x="37625" y="191546"/>
                    </a:lnTo>
                    <a:cubicBezTo>
                      <a:pt x="31728" y="188190"/>
                      <a:pt x="26418" y="184144"/>
                      <a:pt x="21776" y="179543"/>
                    </a:cubicBezTo>
                    <a:close/>
                  </a:path>
                </a:pathLst>
              </a:custGeom>
              <a:solidFill>
                <a:srgbClr val="3F3D56"/>
              </a:solidFill>
              <a:ln w="6494" cap="flat">
                <a:noFill/>
                <a:prstDash val="solid"/>
                <a:miter/>
              </a:ln>
            </p:spPr>
          </p:sp>
        </p:grpSp>
        <p:grpSp>
          <p:nvGrpSpPr>
            <p:cNvPr id="28" name="图形 8">
              <a:extLst>
                <a:ext uri="{FF2B5EF4-FFF2-40B4-BE49-F238E27FC236}">
                  <a16:creationId xmlns:a16="http://schemas.microsoft.com/office/drawing/2014/main" id="{30307BBA-38C0-0781-EEAA-BFD6B3AD84F7}"/>
                </a:ext>
              </a:extLst>
            </p:cNvPr>
            <p:cNvGrpSpPr/>
            <p:nvPr/>
          </p:nvGrpSpPr>
          <p:grpSpPr>
            <a:xfrm>
              <a:off x="1210266" y="3823325"/>
              <a:ext cx="462838" cy="491290"/>
              <a:chOff x="1210266" y="3823325"/>
              <a:chExt cx="462838" cy="491290"/>
            </a:xfrm>
          </p:grpSpPr>
          <p:sp>
            <p:nvSpPr>
              <p:cNvPr id="29" name="任意多边形: 形状 28">
                <a:extLst>
                  <a:ext uri="{FF2B5EF4-FFF2-40B4-BE49-F238E27FC236}">
                    <a16:creationId xmlns:a16="http://schemas.microsoft.com/office/drawing/2014/main" id="{CF1C6DC4-8A7F-D166-3CB4-A3A5C5577840}"/>
                  </a:ext>
                </a:extLst>
              </p:cNvPr>
              <p:cNvSpPr/>
              <p:nvPr/>
            </p:nvSpPr>
            <p:spPr>
              <a:xfrm>
                <a:off x="1382477" y="3823325"/>
                <a:ext cx="178560" cy="153735"/>
              </a:xfrm>
              <a:custGeom>
                <a:avLst/>
                <a:gdLst>
                  <a:gd name="csX0" fmla="*/ 172092 w 178560"/>
                  <a:gd name="csY0" fmla="*/ 22508 h 153735"/>
                  <a:gd name="csX1" fmla="*/ 156053 w 178560"/>
                  <a:gd name="csY1" fmla="*/ 85572 h 153735"/>
                  <a:gd name="csX2" fmla="*/ 124092 w 178560"/>
                  <a:gd name="csY2" fmla="*/ 91203 h 153735"/>
                  <a:gd name="csX3" fmla="*/ 124049 w 178560"/>
                  <a:gd name="csY3" fmla="*/ 91250 h 153735"/>
                  <a:gd name="csX4" fmla="*/ 67014 w 178560"/>
                  <a:gd name="csY4" fmla="*/ 153736 h 153735"/>
                  <a:gd name="csX5" fmla="*/ 0 w 178560"/>
                  <a:gd name="csY5" fmla="*/ 129451 h 153735"/>
                  <a:gd name="csX6" fmla="*/ 87915 w 178560"/>
                  <a:gd name="csY6" fmla="*/ 33441 h 153735"/>
                  <a:gd name="csX7" fmla="*/ 88225 w 178560"/>
                  <a:gd name="csY7" fmla="*/ 33768 h 153735"/>
                  <a:gd name="csX8" fmla="*/ 109028 w 178560"/>
                  <a:gd name="csY8" fmla="*/ 6468 h 153735"/>
                  <a:gd name="csX9" fmla="*/ 172092 w 178560"/>
                  <a:gd name="csY9" fmla="*/ 22508 h 1537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78560" h="153735">
                    <a:moveTo>
                      <a:pt x="172092" y="22508"/>
                    </a:moveTo>
                    <a:cubicBezTo>
                      <a:pt x="185077" y="44352"/>
                      <a:pt x="177896" y="72587"/>
                      <a:pt x="156053" y="85572"/>
                    </a:cubicBezTo>
                    <a:cubicBezTo>
                      <a:pt x="146043" y="91522"/>
                      <a:pt x="134702" y="93192"/>
                      <a:pt x="124092" y="91203"/>
                    </a:cubicBezTo>
                    <a:lnTo>
                      <a:pt x="124049" y="91250"/>
                    </a:lnTo>
                    <a:lnTo>
                      <a:pt x="67014" y="153736"/>
                    </a:lnTo>
                    <a:lnTo>
                      <a:pt x="0" y="129451"/>
                    </a:lnTo>
                    <a:lnTo>
                      <a:pt x="87915" y="33441"/>
                    </a:lnTo>
                    <a:lnTo>
                      <a:pt x="88225" y="33768"/>
                    </a:lnTo>
                    <a:cubicBezTo>
                      <a:pt x="91278" y="22723"/>
                      <a:pt x="98401" y="12786"/>
                      <a:pt x="109028" y="6468"/>
                    </a:cubicBezTo>
                    <a:cubicBezTo>
                      <a:pt x="130872" y="-6517"/>
                      <a:pt x="159107" y="664"/>
                      <a:pt x="172092" y="22508"/>
                    </a:cubicBezTo>
                    <a:close/>
                  </a:path>
                </a:pathLst>
              </a:custGeom>
              <a:solidFill>
                <a:srgbClr val="A0616A"/>
              </a:solidFill>
              <a:ln w="6494" cap="flat">
                <a:noFill/>
                <a:prstDash val="solid"/>
                <a:miter/>
              </a:ln>
            </p:spPr>
          </p:sp>
          <p:sp>
            <p:nvSpPr>
              <p:cNvPr id="30" name="任意多边形: 形状 29">
                <a:extLst>
                  <a:ext uri="{FF2B5EF4-FFF2-40B4-BE49-F238E27FC236}">
                    <a16:creationId xmlns:a16="http://schemas.microsoft.com/office/drawing/2014/main" id="{AD14CE7C-37C5-05F6-66B8-6A3209287286}"/>
                  </a:ext>
                </a:extLst>
              </p:cNvPr>
              <p:cNvSpPr/>
              <p:nvPr/>
            </p:nvSpPr>
            <p:spPr>
              <a:xfrm>
                <a:off x="1210266" y="3913072"/>
                <a:ext cx="462838" cy="401543"/>
              </a:xfrm>
              <a:custGeom>
                <a:avLst/>
                <a:gdLst>
                  <a:gd name="csX0" fmla="*/ 368939 w 462838"/>
                  <a:gd name="csY0" fmla="*/ 398908 h 401543"/>
                  <a:gd name="csX1" fmla="*/ 42888 w 462838"/>
                  <a:gd name="csY1" fmla="*/ 310835 h 401543"/>
                  <a:gd name="csX2" fmla="*/ 2541 w 462838"/>
                  <a:gd name="csY2" fmla="*/ 271734 h 401543"/>
                  <a:gd name="csX3" fmla="*/ 14289 w 462838"/>
                  <a:gd name="csY3" fmla="*/ 216790 h 401543"/>
                  <a:gd name="csX4" fmla="*/ 203112 w 462838"/>
                  <a:gd name="csY4" fmla="*/ 0 h 401543"/>
                  <a:gd name="csX5" fmla="*/ 275907 w 462838"/>
                  <a:gd name="csY5" fmla="*/ 36946 h 401543"/>
                  <a:gd name="csX6" fmla="*/ 146490 w 462838"/>
                  <a:gd name="csY6" fmla="*/ 218891 h 401543"/>
                  <a:gd name="csX7" fmla="*/ 398421 w 462838"/>
                  <a:gd name="csY7" fmla="*/ 253295 h 401543"/>
                  <a:gd name="csX8" fmla="*/ 460603 w 462838"/>
                  <a:gd name="csY8" fmla="*/ 309158 h 401543"/>
                  <a:gd name="csX9" fmla="*/ 440426 w 462838"/>
                  <a:gd name="csY9" fmla="*/ 380232 h 401543"/>
                  <a:gd name="csX10" fmla="*/ 388645 w 462838"/>
                  <a:gd name="csY10" fmla="*/ 401543 h 401543"/>
                  <a:gd name="csX11" fmla="*/ 368940 w 462838"/>
                  <a:gd name="csY11" fmla="*/ 398908 h 4015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462838" h="401543">
                    <a:moveTo>
                      <a:pt x="368939" y="398908"/>
                    </a:moveTo>
                    <a:lnTo>
                      <a:pt x="42888" y="310835"/>
                    </a:lnTo>
                    <a:cubicBezTo>
                      <a:pt x="23474" y="305590"/>
                      <a:pt x="8393" y="290974"/>
                      <a:pt x="2541" y="271734"/>
                    </a:cubicBezTo>
                    <a:cubicBezTo>
                      <a:pt x="-3311" y="252494"/>
                      <a:pt x="1083" y="231955"/>
                      <a:pt x="14289" y="216790"/>
                    </a:cubicBezTo>
                    <a:lnTo>
                      <a:pt x="203112" y="0"/>
                    </a:lnTo>
                    <a:lnTo>
                      <a:pt x="275907" y="36946"/>
                    </a:lnTo>
                    <a:lnTo>
                      <a:pt x="146490" y="218891"/>
                    </a:lnTo>
                    <a:lnTo>
                      <a:pt x="398421" y="253295"/>
                    </a:lnTo>
                    <a:cubicBezTo>
                      <a:pt x="428821" y="257447"/>
                      <a:pt x="453230" y="279373"/>
                      <a:pt x="460603" y="309158"/>
                    </a:cubicBezTo>
                    <a:cubicBezTo>
                      <a:pt x="467007" y="335022"/>
                      <a:pt x="459464" y="361592"/>
                      <a:pt x="440426" y="380232"/>
                    </a:cubicBezTo>
                    <a:cubicBezTo>
                      <a:pt x="426235" y="394127"/>
                      <a:pt x="407779" y="401545"/>
                      <a:pt x="388645" y="401543"/>
                    </a:cubicBezTo>
                    <a:cubicBezTo>
                      <a:pt x="382109" y="401543"/>
                      <a:pt x="375490" y="400677"/>
                      <a:pt x="368940" y="398908"/>
                    </a:cubicBezTo>
                    <a:close/>
                  </a:path>
                </a:pathLst>
              </a:custGeom>
              <a:solidFill>
                <a:srgbClr val="3F3D56"/>
              </a:solidFill>
              <a:ln w="6494" cap="flat">
                <a:noFill/>
                <a:prstDash val="solid"/>
                <a:miter/>
              </a:ln>
            </p:spPr>
          </p:sp>
        </p:grp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D9C8880C-4E6A-91F6-F7F1-A451C6B18921}"/>
                </a:ext>
              </a:extLst>
            </p:cNvPr>
            <p:cNvSpPr/>
            <p:nvPr/>
          </p:nvSpPr>
          <p:spPr>
            <a:xfrm>
              <a:off x="1576619" y="4068461"/>
              <a:ext cx="472823" cy="811497"/>
            </a:xfrm>
            <a:custGeom>
              <a:avLst/>
              <a:gdLst>
                <a:gd name="csX0" fmla="*/ 467431 w 472823"/>
                <a:gd name="csY0" fmla="*/ 790582 h 811497"/>
                <a:gd name="csX1" fmla="*/ 11487 w 472823"/>
                <a:gd name="csY1" fmla="*/ 811497 h 811497"/>
                <a:gd name="csX2" fmla="*/ 19893 w 472823"/>
                <a:gd name="csY2" fmla="*/ 728081 h 811497"/>
                <a:gd name="csX3" fmla="*/ 1991 w 472823"/>
                <a:gd name="csY3" fmla="*/ 203953 h 811497"/>
                <a:gd name="csX4" fmla="*/ 56340 w 472823"/>
                <a:gd name="csY4" fmla="*/ 125605 h 811497"/>
                <a:gd name="csX5" fmla="*/ 99329 w 472823"/>
                <a:gd name="csY5" fmla="*/ 121306 h 811497"/>
                <a:gd name="csX6" fmla="*/ 139068 w 472823"/>
                <a:gd name="csY6" fmla="*/ 0 h 811497"/>
                <a:gd name="csX7" fmla="*/ 278242 w 472823"/>
                <a:gd name="csY7" fmla="*/ 0 h 811497"/>
                <a:gd name="csX8" fmla="*/ 335980 w 472823"/>
                <a:gd name="csY8" fmla="*/ 65963 h 811497"/>
                <a:gd name="csX9" fmla="*/ 433967 w 472823"/>
                <a:gd name="csY9" fmla="*/ 125489 h 811497"/>
                <a:gd name="csX10" fmla="*/ 448401 w 472823"/>
                <a:gd name="csY10" fmla="*/ 698723 h 811497"/>
                <a:gd name="csX11" fmla="*/ 467431 w 472823"/>
                <a:gd name="csY11" fmla="*/ 790582 h 8114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72823" h="811497">
                  <a:moveTo>
                    <a:pt x="467431" y="790582"/>
                  </a:moveTo>
                  <a:lnTo>
                    <a:pt x="11487" y="811497"/>
                  </a:lnTo>
                  <a:cubicBezTo>
                    <a:pt x="-1036" y="792481"/>
                    <a:pt x="2356" y="763887"/>
                    <a:pt x="19893" y="728081"/>
                  </a:cubicBezTo>
                  <a:cubicBezTo>
                    <a:pt x="86107" y="592887"/>
                    <a:pt x="35819" y="337129"/>
                    <a:pt x="1991" y="203953"/>
                  </a:cubicBezTo>
                  <a:cubicBezTo>
                    <a:pt x="-7500" y="166588"/>
                    <a:pt x="17979" y="129441"/>
                    <a:pt x="56340" y="125605"/>
                  </a:cubicBezTo>
                  <a:lnTo>
                    <a:pt x="99329" y="121306"/>
                  </a:lnTo>
                  <a:lnTo>
                    <a:pt x="139068" y="0"/>
                  </a:lnTo>
                  <a:lnTo>
                    <a:pt x="278242" y="0"/>
                  </a:lnTo>
                  <a:lnTo>
                    <a:pt x="335980" y="65963"/>
                  </a:lnTo>
                  <a:lnTo>
                    <a:pt x="433967" y="125489"/>
                  </a:lnTo>
                  <a:cubicBezTo>
                    <a:pt x="416132" y="309204"/>
                    <a:pt x="340136" y="568625"/>
                    <a:pt x="448401" y="698723"/>
                  </a:cubicBezTo>
                  <a:cubicBezTo>
                    <a:pt x="472080" y="727177"/>
                    <a:pt x="478794" y="757947"/>
                    <a:pt x="467431" y="790582"/>
                  </a:cubicBezTo>
                  <a:close/>
                </a:path>
              </a:pathLst>
            </a:custGeom>
            <a:solidFill>
              <a:srgbClr val="3F3D56"/>
            </a:solidFill>
            <a:ln w="6494" cap="flat">
              <a:noFill/>
              <a:prstDash val="solid"/>
              <a:miter/>
            </a:ln>
          </p:spPr>
        </p: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5061C0AE-8F2E-03D6-BFBB-E7649A50EFB1}"/>
                </a:ext>
              </a:extLst>
            </p:cNvPr>
            <p:cNvSpPr/>
            <p:nvPr/>
          </p:nvSpPr>
          <p:spPr>
            <a:xfrm>
              <a:off x="1632011" y="3800142"/>
              <a:ext cx="271120" cy="271120"/>
            </a:xfrm>
            <a:prstGeom prst="ellipse">
              <a:avLst/>
            </a:prstGeom>
            <a:solidFill>
              <a:srgbClr val="A0616A"/>
            </a:solidFill>
            <a:ln w="6494" cap="flat">
              <a:noFill/>
              <a:prstDash val="solid"/>
              <a:miter/>
            </a:ln>
          </p:spPr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306E0B3F-A8E8-19A1-266C-A86173895A61}"/>
                </a:ext>
              </a:extLst>
            </p:cNvPr>
            <p:cNvSpPr/>
            <p:nvPr/>
          </p:nvSpPr>
          <p:spPr>
            <a:xfrm>
              <a:off x="1600444" y="3754657"/>
              <a:ext cx="355974" cy="341309"/>
            </a:xfrm>
            <a:custGeom>
              <a:avLst/>
              <a:gdLst>
                <a:gd name="csX0" fmla="*/ 320526 w 355974"/>
                <a:gd name="csY0" fmla="*/ 94273 h 341309"/>
                <a:gd name="csX1" fmla="*/ 93879 w 355974"/>
                <a:gd name="csY1" fmla="*/ 21919 h 341309"/>
                <a:gd name="csX2" fmla="*/ 58378 w 355974"/>
                <a:gd name="csY2" fmla="*/ 11679 h 341309"/>
                <a:gd name="csX3" fmla="*/ 33310 w 355974"/>
                <a:gd name="csY3" fmla="*/ 25976 h 341309"/>
                <a:gd name="csX4" fmla="*/ 5151 w 355974"/>
                <a:gd name="csY4" fmla="*/ 54329 h 341309"/>
                <a:gd name="csX5" fmla="*/ 6406 w 355974"/>
                <a:gd name="csY5" fmla="*/ 92100 h 341309"/>
                <a:gd name="csX6" fmla="*/ 36246 w 355974"/>
                <a:gd name="csY6" fmla="*/ 145154 h 341309"/>
                <a:gd name="csX7" fmla="*/ 55083 w 355974"/>
                <a:gd name="csY7" fmla="*/ 148729 h 341309"/>
                <a:gd name="csX8" fmla="*/ 71018 w 355974"/>
                <a:gd name="csY8" fmla="*/ 124790 h 341309"/>
                <a:gd name="csX9" fmla="*/ 74114 w 355974"/>
                <a:gd name="csY9" fmla="*/ 146362 h 341309"/>
                <a:gd name="csX10" fmla="*/ 23118 w 355974"/>
                <a:gd name="csY10" fmla="*/ 329449 h 341309"/>
                <a:gd name="csX11" fmla="*/ 45578 w 355974"/>
                <a:gd name="csY11" fmla="*/ 339543 h 341309"/>
                <a:gd name="csX12" fmla="*/ 80596 w 355974"/>
                <a:gd name="csY12" fmla="*/ 263229 h 341309"/>
                <a:gd name="csX13" fmla="*/ 80653 w 355974"/>
                <a:gd name="csY13" fmla="*/ 263738 h 341309"/>
                <a:gd name="csX14" fmla="*/ 124102 w 355974"/>
                <a:gd name="csY14" fmla="*/ 314085 h 341309"/>
                <a:gd name="csX15" fmla="*/ 318119 w 355974"/>
                <a:gd name="csY15" fmla="*/ 230237 h 341309"/>
                <a:gd name="csX16" fmla="*/ 305373 w 355974"/>
                <a:gd name="csY16" fmla="*/ 212530 h 341309"/>
                <a:gd name="csX17" fmla="*/ 338520 w 355974"/>
                <a:gd name="csY17" fmla="*/ 223092 h 341309"/>
                <a:gd name="csX18" fmla="*/ 342559 w 355974"/>
                <a:gd name="csY18" fmla="*/ 232894 h 341309"/>
                <a:gd name="csX19" fmla="*/ 320526 w 355974"/>
                <a:gd name="csY19" fmla="*/ 94273 h 3413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355974" h="341309">
                  <a:moveTo>
                    <a:pt x="320526" y="94273"/>
                  </a:moveTo>
                  <a:cubicBezTo>
                    <a:pt x="339386" y="25510"/>
                    <a:pt x="133825" y="-33456"/>
                    <a:pt x="93879" y="21919"/>
                  </a:cubicBezTo>
                  <a:cubicBezTo>
                    <a:pt x="88324" y="14046"/>
                    <a:pt x="67796" y="9264"/>
                    <a:pt x="58378" y="11679"/>
                  </a:cubicBezTo>
                  <a:cubicBezTo>
                    <a:pt x="48959" y="14094"/>
                    <a:pt x="41038" y="20132"/>
                    <a:pt x="33310" y="25976"/>
                  </a:cubicBezTo>
                  <a:cubicBezTo>
                    <a:pt x="22683" y="34139"/>
                    <a:pt x="11671" y="42592"/>
                    <a:pt x="5151" y="54329"/>
                  </a:cubicBezTo>
                  <a:cubicBezTo>
                    <a:pt x="-1419" y="66017"/>
                    <a:pt x="-2433" y="81957"/>
                    <a:pt x="6406" y="92100"/>
                  </a:cubicBezTo>
                  <a:cubicBezTo>
                    <a:pt x="13410" y="100166"/>
                    <a:pt x="25717" y="143029"/>
                    <a:pt x="36246" y="145154"/>
                  </a:cubicBezTo>
                  <a:cubicBezTo>
                    <a:pt x="43588" y="146652"/>
                    <a:pt x="49770" y="147859"/>
                    <a:pt x="55083" y="148729"/>
                  </a:cubicBezTo>
                  <a:cubicBezTo>
                    <a:pt x="59817" y="141822"/>
                    <a:pt x="71887" y="133146"/>
                    <a:pt x="71018" y="124790"/>
                  </a:cubicBezTo>
                  <a:cubicBezTo>
                    <a:pt x="78167" y="129523"/>
                    <a:pt x="75555" y="137851"/>
                    <a:pt x="74114" y="146362"/>
                  </a:cubicBezTo>
                  <a:cubicBezTo>
                    <a:pt x="69315" y="174704"/>
                    <a:pt x="-38810" y="394100"/>
                    <a:pt x="23118" y="329449"/>
                  </a:cubicBezTo>
                  <a:cubicBezTo>
                    <a:pt x="29253" y="333071"/>
                    <a:pt x="36836" y="336452"/>
                    <a:pt x="45578" y="339543"/>
                  </a:cubicBezTo>
                  <a:cubicBezTo>
                    <a:pt x="60406" y="317180"/>
                    <a:pt x="72578" y="290808"/>
                    <a:pt x="80596" y="263229"/>
                  </a:cubicBezTo>
                  <a:lnTo>
                    <a:pt x="80653" y="263738"/>
                  </a:lnTo>
                  <a:cubicBezTo>
                    <a:pt x="83413" y="287706"/>
                    <a:pt x="100928" y="307372"/>
                    <a:pt x="124102" y="314085"/>
                  </a:cubicBezTo>
                  <a:cubicBezTo>
                    <a:pt x="217060" y="341016"/>
                    <a:pt x="292253" y="301499"/>
                    <a:pt x="318119" y="230237"/>
                  </a:cubicBezTo>
                  <a:cubicBezTo>
                    <a:pt x="308650" y="211014"/>
                    <a:pt x="304525" y="213102"/>
                    <a:pt x="305373" y="212530"/>
                  </a:cubicBezTo>
                  <a:cubicBezTo>
                    <a:pt x="317193" y="204563"/>
                    <a:pt x="333440" y="209773"/>
                    <a:pt x="338520" y="223092"/>
                  </a:cubicBezTo>
                  <a:cubicBezTo>
                    <a:pt x="340018" y="227019"/>
                    <a:pt x="341380" y="230371"/>
                    <a:pt x="342559" y="232894"/>
                  </a:cubicBezTo>
                  <a:cubicBezTo>
                    <a:pt x="356035" y="184690"/>
                    <a:pt x="372062" y="191647"/>
                    <a:pt x="320526" y="94273"/>
                  </a:cubicBezTo>
                  <a:close/>
                </a:path>
              </a:pathLst>
            </a:custGeom>
            <a:solidFill>
              <a:srgbClr val="2F2E41"/>
            </a:solidFill>
            <a:ln w="6494" cap="flat">
              <a:noFill/>
              <a:prstDash val="solid"/>
              <a:miter/>
            </a:ln>
          </p:spPr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96AD5B07-F1F3-24D8-BDA0-A2A7D3CAB45B}"/>
                </a:ext>
              </a:extLst>
            </p:cNvPr>
            <p:cNvSpPr/>
            <p:nvPr/>
          </p:nvSpPr>
          <p:spPr>
            <a:xfrm>
              <a:off x="1846490" y="3732087"/>
              <a:ext cx="129474" cy="137923"/>
            </a:xfrm>
            <a:custGeom>
              <a:avLst/>
              <a:gdLst>
                <a:gd name="csX0" fmla="*/ 10350 w 129474"/>
                <a:gd name="csY0" fmla="*/ 66953 h 137923"/>
                <a:gd name="csX1" fmla="*/ 855 w 129474"/>
                <a:gd name="csY1" fmla="*/ 18409 h 137923"/>
                <a:gd name="csX2" fmla="*/ 1139 w 129474"/>
                <a:gd name="csY2" fmla="*/ 6172 h 137923"/>
                <a:gd name="csX3" fmla="*/ 14868 w 129474"/>
                <a:gd name="csY3" fmla="*/ 159 h 137923"/>
                <a:gd name="csX4" fmla="*/ 29372 w 129474"/>
                <a:gd name="csY4" fmla="*/ 6683 h 137923"/>
                <a:gd name="csX5" fmla="*/ 78395 w 129474"/>
                <a:gd name="csY5" fmla="*/ 37555 h 137923"/>
                <a:gd name="csX6" fmla="*/ 121691 w 129474"/>
                <a:gd name="csY6" fmla="*/ 74980 h 137923"/>
                <a:gd name="csX7" fmla="*/ 119234 w 129474"/>
                <a:gd name="csY7" fmla="*/ 128304 h 137923"/>
                <a:gd name="csX8" fmla="*/ 76012 w 129474"/>
                <a:gd name="csY8" fmla="*/ 134755 h 137923"/>
                <a:gd name="csX9" fmla="*/ 40020 w 129474"/>
                <a:gd name="csY9" fmla="*/ 106682 h 137923"/>
                <a:gd name="csX10" fmla="*/ 9190 w 129474"/>
                <a:gd name="csY10" fmla="*/ 72443 h 137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9474" h="137923">
                  <a:moveTo>
                    <a:pt x="10350" y="66953"/>
                  </a:moveTo>
                  <a:lnTo>
                    <a:pt x="855" y="18409"/>
                  </a:lnTo>
                  <a:cubicBezTo>
                    <a:pt x="57" y="14328"/>
                    <a:pt x="-701" y="9901"/>
                    <a:pt x="1139" y="6172"/>
                  </a:cubicBezTo>
                  <a:cubicBezTo>
                    <a:pt x="3504" y="1381"/>
                    <a:pt x="9581" y="-605"/>
                    <a:pt x="14868" y="159"/>
                  </a:cubicBezTo>
                  <a:cubicBezTo>
                    <a:pt x="20156" y="923"/>
                    <a:pt x="24111" y="5752"/>
                    <a:pt x="29372" y="6683"/>
                  </a:cubicBezTo>
                  <a:cubicBezTo>
                    <a:pt x="47663" y="9916"/>
                    <a:pt x="71841" y="-8151"/>
                    <a:pt x="78395" y="37555"/>
                  </a:cubicBezTo>
                  <a:cubicBezTo>
                    <a:pt x="81128" y="56612"/>
                    <a:pt x="111536" y="58625"/>
                    <a:pt x="121691" y="74980"/>
                  </a:cubicBezTo>
                  <a:cubicBezTo>
                    <a:pt x="131847" y="91335"/>
                    <a:pt x="133094" y="114942"/>
                    <a:pt x="119234" y="128304"/>
                  </a:cubicBezTo>
                  <a:cubicBezTo>
                    <a:pt x="108165" y="138975"/>
                    <a:pt x="90389" y="140207"/>
                    <a:pt x="76012" y="134755"/>
                  </a:cubicBezTo>
                  <a:cubicBezTo>
                    <a:pt x="61636" y="129304"/>
                    <a:pt x="50098" y="118293"/>
                    <a:pt x="40020" y="106682"/>
                  </a:cubicBezTo>
                  <a:cubicBezTo>
                    <a:pt x="29941" y="95071"/>
                    <a:pt x="20815" y="82506"/>
                    <a:pt x="9190" y="72443"/>
                  </a:cubicBezTo>
                </a:path>
              </a:pathLst>
            </a:custGeom>
            <a:solidFill>
              <a:srgbClr val="2F2E41"/>
            </a:solidFill>
            <a:ln w="6494" cap="flat">
              <a:noFill/>
              <a:prstDash val="solid"/>
              <a:miter/>
            </a:ln>
          </p:spPr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50D99CBF-3D88-7573-AE13-F0E765D1713D}"/>
                </a:ext>
              </a:extLst>
            </p:cNvPr>
            <p:cNvSpPr/>
            <p:nvPr/>
          </p:nvSpPr>
          <p:spPr>
            <a:xfrm>
              <a:off x="1843909" y="3772564"/>
              <a:ext cx="85456" cy="100311"/>
            </a:xfrm>
            <a:custGeom>
              <a:avLst/>
              <a:gdLst>
                <a:gd name="csX0" fmla="*/ 84301 w 85456"/>
                <a:gd name="csY0" fmla="*/ 100312 h 100311"/>
                <a:gd name="csX1" fmla="*/ 9152 w 85456"/>
                <a:gd name="csY1" fmla="*/ 60218 h 100311"/>
                <a:gd name="csX2" fmla="*/ 4118 w 85456"/>
                <a:gd name="csY2" fmla="*/ 0 h 100311"/>
                <a:gd name="csX3" fmla="*/ 11959 w 85456"/>
                <a:gd name="csY3" fmla="*/ 2915 h 100311"/>
                <a:gd name="csX4" fmla="*/ 16383 w 85456"/>
                <a:gd name="csY4" fmla="*/ 56007 h 100311"/>
                <a:gd name="csX5" fmla="*/ 85457 w 85456"/>
                <a:gd name="csY5" fmla="*/ 92028 h 100311"/>
                <a:gd name="csX6" fmla="*/ 84301 w 85456"/>
                <a:gd name="csY6" fmla="*/ 100312 h 100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5456" h="100311">
                  <a:moveTo>
                    <a:pt x="84301" y="100312"/>
                  </a:moveTo>
                  <a:cubicBezTo>
                    <a:pt x="47208" y="95130"/>
                    <a:pt x="21924" y="81640"/>
                    <a:pt x="9152" y="60218"/>
                  </a:cubicBezTo>
                  <a:cubicBezTo>
                    <a:pt x="-7563" y="32177"/>
                    <a:pt x="3634" y="1301"/>
                    <a:pt x="4118" y="0"/>
                  </a:cubicBezTo>
                  <a:lnTo>
                    <a:pt x="11959" y="2915"/>
                  </a:lnTo>
                  <a:cubicBezTo>
                    <a:pt x="11855" y="3199"/>
                    <a:pt x="1697" y="31462"/>
                    <a:pt x="16383" y="56007"/>
                  </a:cubicBezTo>
                  <a:cubicBezTo>
                    <a:pt x="27806" y="75100"/>
                    <a:pt x="51048" y="87220"/>
                    <a:pt x="85457" y="92028"/>
                  </a:cubicBezTo>
                  <a:lnTo>
                    <a:pt x="84301" y="100312"/>
                  </a:lnTo>
                  <a:close/>
                </a:path>
              </a:pathLst>
            </a:custGeom>
            <a:solidFill>
              <a:srgbClr val="6C63FF"/>
            </a:solidFill>
            <a:ln w="6494" cap="flat">
              <a:noFill/>
              <a:prstDash val="solid"/>
              <a:miter/>
            </a:ln>
          </p:spPr>
        </p:sp>
      </p:grpSp>
      <p:sp>
        <p:nvSpPr>
          <p:cNvPr id="369" name="文本框 368">
            <a:extLst>
              <a:ext uri="{FF2B5EF4-FFF2-40B4-BE49-F238E27FC236}">
                <a16:creationId xmlns:a16="http://schemas.microsoft.com/office/drawing/2014/main" id="{4074ED3E-44F8-DEE4-8E23-DCE38C06235A}"/>
              </a:ext>
            </a:extLst>
          </p:cNvPr>
          <p:cNvSpPr txBox="1"/>
          <p:nvPr/>
        </p:nvSpPr>
        <p:spPr>
          <a:xfrm>
            <a:off x="5354844" y="822235"/>
            <a:ext cx="26468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6C63FF"/>
                </a:solidFill>
                <a:latin typeface="Roboto Mono Medium" pitchFamily="2" charset="0"/>
                <a:ea typeface="Roboto Mono Medium" pitchFamily="2" charset="0"/>
                <a:cs typeface="Courier New" panose="02070309020205020404" pitchFamily="49" charset="0"/>
              </a:rPr>
              <a:t>VLOOKUP &amp; COLUMN</a:t>
            </a:r>
            <a:endParaRPr lang="zh-CN" altLang="en-US" sz="2000" dirty="0">
              <a:solidFill>
                <a:srgbClr val="6C63FF"/>
              </a:solidFill>
              <a:latin typeface="Roboto Mono Medium" pitchFamily="2" charset="0"/>
              <a:ea typeface="隶书" panose="02010509060101010101" pitchFamily="49" charset="-122"/>
              <a:cs typeface="Courier New" panose="02070309020205020404" pitchFamily="49" charset="0"/>
            </a:endParaRPr>
          </a:p>
        </p:txBody>
      </p:sp>
      <p:grpSp>
        <p:nvGrpSpPr>
          <p:cNvPr id="333" name="图形 5">
            <a:extLst>
              <a:ext uri="{FF2B5EF4-FFF2-40B4-BE49-F238E27FC236}">
                <a16:creationId xmlns:a16="http://schemas.microsoft.com/office/drawing/2014/main" id="{71FB8D7B-F9E8-B08A-D819-BB82F7CD92F2}"/>
              </a:ext>
            </a:extLst>
          </p:cNvPr>
          <p:cNvGrpSpPr/>
          <p:nvPr/>
        </p:nvGrpSpPr>
        <p:grpSpPr>
          <a:xfrm flipH="1">
            <a:off x="4783031" y="2626645"/>
            <a:ext cx="1380042" cy="1792983"/>
            <a:chOff x="7007027" y="1951220"/>
            <a:chExt cx="1380042" cy="1792983"/>
          </a:xfrm>
        </p:grpSpPr>
        <p:sp>
          <p:nvSpPr>
            <p:cNvPr id="334" name="任意多边形: 形状 333">
              <a:extLst>
                <a:ext uri="{FF2B5EF4-FFF2-40B4-BE49-F238E27FC236}">
                  <a16:creationId xmlns:a16="http://schemas.microsoft.com/office/drawing/2014/main" id="{C43B482D-4DB5-1DD5-36C3-A5F1C6E39066}"/>
                </a:ext>
              </a:extLst>
            </p:cNvPr>
            <p:cNvSpPr/>
            <p:nvPr/>
          </p:nvSpPr>
          <p:spPr>
            <a:xfrm>
              <a:off x="7754432" y="2718293"/>
              <a:ext cx="632638" cy="913262"/>
            </a:xfrm>
            <a:custGeom>
              <a:avLst/>
              <a:gdLst>
                <a:gd name="csX0" fmla="*/ 614548 w 632638"/>
                <a:gd name="csY0" fmla="*/ 466585 h 913262"/>
                <a:gd name="csX1" fmla="*/ 602382 w 632638"/>
                <a:gd name="csY1" fmla="*/ 441459 h 913262"/>
                <a:gd name="csX2" fmla="*/ 551335 w 632638"/>
                <a:gd name="csY2" fmla="*/ 346002 h 913262"/>
                <a:gd name="csX3" fmla="*/ 395525 w 632638"/>
                <a:gd name="csY3" fmla="*/ 100698 h 913262"/>
                <a:gd name="csX4" fmla="*/ 395525 w 632638"/>
                <a:gd name="csY4" fmla="*/ 100637 h 913262"/>
                <a:gd name="csX5" fmla="*/ 346912 w 632638"/>
                <a:gd name="csY5" fmla="*/ 35902 h 913262"/>
                <a:gd name="csX6" fmla="*/ 207772 w 632638"/>
                <a:gd name="csY6" fmla="*/ 22701 h 913262"/>
                <a:gd name="csX7" fmla="*/ 194571 w 632638"/>
                <a:gd name="csY7" fmla="*/ 161841 h 913262"/>
                <a:gd name="csX8" fmla="*/ 344662 w 632638"/>
                <a:gd name="csY8" fmla="*/ 389807 h 913262"/>
                <a:gd name="csX9" fmla="*/ 415300 w 632638"/>
                <a:gd name="csY9" fmla="*/ 497124 h 913262"/>
                <a:gd name="csX10" fmla="*/ 472855 w 632638"/>
                <a:gd name="csY10" fmla="*/ 584612 h 913262"/>
                <a:gd name="csX11" fmla="*/ 275370 w 632638"/>
                <a:gd name="csY11" fmla="*/ 675688 h 913262"/>
                <a:gd name="csX12" fmla="*/ 243052 w 632638"/>
                <a:gd name="csY12" fmla="*/ 690595 h 913262"/>
                <a:gd name="csX13" fmla="*/ 147849 w 632638"/>
                <a:gd name="csY13" fmla="*/ 734519 h 913262"/>
                <a:gd name="csX14" fmla="*/ 147301 w 632638"/>
                <a:gd name="csY14" fmla="*/ 734761 h 913262"/>
                <a:gd name="csX15" fmla="*/ 146691 w 632638"/>
                <a:gd name="csY15" fmla="*/ 734397 h 913262"/>
                <a:gd name="csX16" fmla="*/ 131964 w 632638"/>
                <a:gd name="csY16" fmla="*/ 727033 h 913262"/>
                <a:gd name="csX17" fmla="*/ 92356 w 632638"/>
                <a:gd name="csY17" fmla="*/ 720402 h 913262"/>
                <a:gd name="csX18" fmla="*/ 63093 w 632638"/>
                <a:gd name="csY18" fmla="*/ 726305 h 913262"/>
                <a:gd name="csX19" fmla="*/ 1582 w 632638"/>
                <a:gd name="csY19" fmla="*/ 799495 h 913262"/>
                <a:gd name="csX20" fmla="*/ 670 w 632638"/>
                <a:gd name="csY20" fmla="*/ 805517 h 913262"/>
                <a:gd name="csX21" fmla="*/ 609 w 632638"/>
                <a:gd name="csY21" fmla="*/ 806429 h 913262"/>
                <a:gd name="csX22" fmla="*/ 547 w 632638"/>
                <a:gd name="csY22" fmla="*/ 806429 h 913262"/>
                <a:gd name="csX23" fmla="*/ 53112 w 632638"/>
                <a:gd name="csY23" fmla="*/ 903044 h 913262"/>
                <a:gd name="csX24" fmla="*/ 56822 w 632638"/>
                <a:gd name="csY24" fmla="*/ 904807 h 913262"/>
                <a:gd name="csX25" fmla="*/ 75804 w 632638"/>
                <a:gd name="csY25" fmla="*/ 911075 h 913262"/>
                <a:gd name="csX26" fmla="*/ 100689 w 632638"/>
                <a:gd name="csY26" fmla="*/ 913206 h 913262"/>
                <a:gd name="csX27" fmla="*/ 123627 w 632638"/>
                <a:gd name="csY27" fmla="*/ 909434 h 913262"/>
                <a:gd name="csX28" fmla="*/ 123688 w 632638"/>
                <a:gd name="csY28" fmla="*/ 909434 h 913262"/>
                <a:gd name="csX29" fmla="*/ 136222 w 632638"/>
                <a:gd name="csY29" fmla="*/ 904812 h 913262"/>
                <a:gd name="csX30" fmla="*/ 190247 w 632638"/>
                <a:gd name="csY30" fmla="*/ 839652 h 913262"/>
                <a:gd name="csX31" fmla="*/ 203338 w 632638"/>
                <a:gd name="csY31" fmla="*/ 837888 h 913262"/>
                <a:gd name="csX32" fmla="*/ 238078 w 632638"/>
                <a:gd name="csY32" fmla="*/ 832595 h 913262"/>
                <a:gd name="csX33" fmla="*/ 254442 w 632638"/>
                <a:gd name="csY33" fmla="*/ 829858 h 913262"/>
                <a:gd name="csX34" fmla="*/ 579084 w 632638"/>
                <a:gd name="csY34" fmla="*/ 704492 h 913262"/>
                <a:gd name="csX35" fmla="*/ 602402 w 632638"/>
                <a:gd name="csY35" fmla="*/ 690583 h 913262"/>
                <a:gd name="csX36" fmla="*/ 632646 w 632638"/>
                <a:gd name="csY36" fmla="*/ 584600 h 913262"/>
                <a:gd name="csX37" fmla="*/ 614548 w 632638"/>
                <a:gd name="csY37" fmla="*/ 466585 h 9132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32638" h="913262">
                  <a:moveTo>
                    <a:pt x="614548" y="466585"/>
                  </a:moveTo>
                  <a:cubicBezTo>
                    <a:pt x="610653" y="458309"/>
                    <a:pt x="606640" y="449915"/>
                    <a:pt x="602382" y="441459"/>
                  </a:cubicBezTo>
                  <a:cubicBezTo>
                    <a:pt x="587110" y="410613"/>
                    <a:pt x="569773" y="378369"/>
                    <a:pt x="551335" y="346002"/>
                  </a:cubicBezTo>
                  <a:cubicBezTo>
                    <a:pt x="500657" y="256566"/>
                    <a:pt x="441826" y="165916"/>
                    <a:pt x="395525" y="100698"/>
                  </a:cubicBezTo>
                  <a:lnTo>
                    <a:pt x="395525" y="100637"/>
                  </a:lnTo>
                  <a:cubicBezTo>
                    <a:pt x="376845" y="74296"/>
                    <a:pt x="360175" y="52209"/>
                    <a:pt x="346912" y="35902"/>
                  </a:cubicBezTo>
                  <a:cubicBezTo>
                    <a:pt x="312135" y="-6165"/>
                    <a:pt x="249840" y="-12076"/>
                    <a:pt x="207772" y="22701"/>
                  </a:cubicBezTo>
                  <a:cubicBezTo>
                    <a:pt x="165704" y="57478"/>
                    <a:pt x="159794" y="119773"/>
                    <a:pt x="194571" y="161841"/>
                  </a:cubicBezTo>
                  <a:lnTo>
                    <a:pt x="344662" y="389807"/>
                  </a:lnTo>
                  <a:lnTo>
                    <a:pt x="415300" y="497124"/>
                  </a:lnTo>
                  <a:lnTo>
                    <a:pt x="472855" y="584612"/>
                  </a:lnTo>
                  <a:lnTo>
                    <a:pt x="275370" y="675688"/>
                  </a:lnTo>
                  <a:lnTo>
                    <a:pt x="243052" y="690595"/>
                  </a:lnTo>
                  <a:lnTo>
                    <a:pt x="147849" y="734519"/>
                  </a:lnTo>
                  <a:lnTo>
                    <a:pt x="147301" y="734761"/>
                  </a:lnTo>
                  <a:cubicBezTo>
                    <a:pt x="147116" y="734638"/>
                    <a:pt x="146891" y="734519"/>
                    <a:pt x="146691" y="734397"/>
                  </a:cubicBezTo>
                  <a:cubicBezTo>
                    <a:pt x="141998" y="731533"/>
                    <a:pt x="137071" y="729069"/>
                    <a:pt x="131964" y="727033"/>
                  </a:cubicBezTo>
                  <a:cubicBezTo>
                    <a:pt x="119374" y="722064"/>
                    <a:pt x="105878" y="719804"/>
                    <a:pt x="92356" y="720402"/>
                  </a:cubicBezTo>
                  <a:cubicBezTo>
                    <a:pt x="82352" y="720819"/>
                    <a:pt x="72477" y="722811"/>
                    <a:pt x="63093" y="726305"/>
                  </a:cubicBezTo>
                  <a:cubicBezTo>
                    <a:pt x="31097" y="738118"/>
                    <a:pt x="7712" y="765943"/>
                    <a:pt x="1582" y="799495"/>
                  </a:cubicBezTo>
                  <a:cubicBezTo>
                    <a:pt x="1173" y="801443"/>
                    <a:pt x="916" y="803451"/>
                    <a:pt x="670" y="805517"/>
                  </a:cubicBezTo>
                  <a:cubicBezTo>
                    <a:pt x="619" y="805818"/>
                    <a:pt x="599" y="806124"/>
                    <a:pt x="609" y="806429"/>
                  </a:cubicBezTo>
                  <a:lnTo>
                    <a:pt x="547" y="806429"/>
                  </a:lnTo>
                  <a:cubicBezTo>
                    <a:pt x="-3683" y="846423"/>
                    <a:pt x="17235" y="884871"/>
                    <a:pt x="53112" y="903044"/>
                  </a:cubicBezTo>
                  <a:cubicBezTo>
                    <a:pt x="54339" y="903654"/>
                    <a:pt x="55546" y="904272"/>
                    <a:pt x="56822" y="904807"/>
                  </a:cubicBezTo>
                  <a:cubicBezTo>
                    <a:pt x="62901" y="907585"/>
                    <a:pt x="69266" y="909686"/>
                    <a:pt x="75804" y="911075"/>
                  </a:cubicBezTo>
                  <a:cubicBezTo>
                    <a:pt x="83971" y="912865"/>
                    <a:pt x="92337" y="913581"/>
                    <a:pt x="100689" y="913206"/>
                  </a:cubicBezTo>
                  <a:cubicBezTo>
                    <a:pt x="108458" y="912866"/>
                    <a:pt x="116158" y="911600"/>
                    <a:pt x="123627" y="909434"/>
                  </a:cubicBezTo>
                  <a:lnTo>
                    <a:pt x="123688" y="909434"/>
                  </a:lnTo>
                  <a:cubicBezTo>
                    <a:pt x="127965" y="908176"/>
                    <a:pt x="132152" y="906631"/>
                    <a:pt x="136222" y="904812"/>
                  </a:cubicBezTo>
                  <a:cubicBezTo>
                    <a:pt x="163264" y="892517"/>
                    <a:pt x="183174" y="868502"/>
                    <a:pt x="190247" y="839652"/>
                  </a:cubicBezTo>
                  <a:cubicBezTo>
                    <a:pt x="194142" y="839165"/>
                    <a:pt x="198519" y="838555"/>
                    <a:pt x="203338" y="837888"/>
                  </a:cubicBezTo>
                  <a:cubicBezTo>
                    <a:pt x="213193" y="836489"/>
                    <a:pt x="224877" y="834726"/>
                    <a:pt x="238078" y="832595"/>
                  </a:cubicBezTo>
                  <a:cubicBezTo>
                    <a:pt x="243310" y="831744"/>
                    <a:pt x="248788" y="830832"/>
                    <a:pt x="254442" y="829858"/>
                  </a:cubicBezTo>
                  <a:cubicBezTo>
                    <a:pt x="353368" y="812823"/>
                    <a:pt x="491714" y="768617"/>
                    <a:pt x="579084" y="704492"/>
                  </a:cubicBezTo>
                  <a:cubicBezTo>
                    <a:pt x="583342" y="701330"/>
                    <a:pt x="598548" y="693823"/>
                    <a:pt x="602402" y="690583"/>
                  </a:cubicBezTo>
                  <a:cubicBezTo>
                    <a:pt x="602402" y="690583"/>
                    <a:pt x="632646" y="643677"/>
                    <a:pt x="632646" y="584600"/>
                  </a:cubicBezTo>
                  <a:cubicBezTo>
                    <a:pt x="632646" y="525523"/>
                    <a:pt x="614548" y="466585"/>
                    <a:pt x="614548" y="466585"/>
                  </a:cubicBezTo>
                  <a:close/>
                </a:path>
              </a:pathLst>
            </a:custGeom>
            <a:solidFill>
              <a:srgbClr val="9F616A"/>
            </a:solidFill>
            <a:ln w="4081" cap="flat">
              <a:noFill/>
              <a:prstDash val="solid"/>
              <a:miter/>
            </a:ln>
          </p:spPr>
        </p:sp>
        <p:sp>
          <p:nvSpPr>
            <p:cNvPr id="335" name="任意多边形: 形状 334">
              <a:extLst>
                <a:ext uri="{FF2B5EF4-FFF2-40B4-BE49-F238E27FC236}">
                  <a16:creationId xmlns:a16="http://schemas.microsoft.com/office/drawing/2014/main" id="{68BA3059-01BB-192D-E54F-1E332F2F8481}"/>
                </a:ext>
              </a:extLst>
            </p:cNvPr>
            <p:cNvSpPr/>
            <p:nvPr/>
          </p:nvSpPr>
          <p:spPr>
            <a:xfrm>
              <a:off x="7608177" y="2066837"/>
              <a:ext cx="388460" cy="454692"/>
            </a:xfrm>
            <a:custGeom>
              <a:avLst/>
              <a:gdLst>
                <a:gd name="csX0" fmla="*/ 180430 w 388460"/>
                <a:gd name="csY0" fmla="*/ 393495 h 454692"/>
                <a:gd name="csX1" fmla="*/ -798 w 388460"/>
                <a:gd name="csY1" fmla="*/ 199696 h 454692"/>
                <a:gd name="csX2" fmla="*/ 193435 w 388460"/>
                <a:gd name="csY2" fmla="*/ 5464 h 454692"/>
                <a:gd name="csX3" fmla="*/ 387663 w 388460"/>
                <a:gd name="csY3" fmla="*/ 199692 h 454692"/>
                <a:gd name="csX4" fmla="*/ 387663 w 388460"/>
                <a:gd name="csY4" fmla="*/ 199696 h 454692"/>
                <a:gd name="csX5" fmla="*/ 320981 w 388460"/>
                <a:gd name="csY5" fmla="*/ 346196 h 454692"/>
                <a:gd name="csX6" fmla="*/ 339427 w 388460"/>
                <a:gd name="csY6" fmla="*/ 445838 h 454692"/>
                <a:gd name="csX7" fmla="*/ 195136 w 388460"/>
                <a:gd name="csY7" fmla="*/ 460156 h 454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88460" h="454692">
                  <a:moveTo>
                    <a:pt x="180430" y="393495"/>
                  </a:moveTo>
                  <a:cubicBezTo>
                    <a:pt x="78438" y="386645"/>
                    <a:pt x="-793" y="301919"/>
                    <a:pt x="-798" y="199696"/>
                  </a:cubicBezTo>
                  <a:cubicBezTo>
                    <a:pt x="-798" y="92423"/>
                    <a:pt x="86163" y="5464"/>
                    <a:pt x="193435" y="5464"/>
                  </a:cubicBezTo>
                  <a:cubicBezTo>
                    <a:pt x="300704" y="5464"/>
                    <a:pt x="387663" y="92423"/>
                    <a:pt x="387663" y="199692"/>
                  </a:cubicBezTo>
                  <a:cubicBezTo>
                    <a:pt x="387663" y="199694"/>
                    <a:pt x="387663" y="199694"/>
                    <a:pt x="387663" y="199696"/>
                  </a:cubicBezTo>
                  <a:cubicBezTo>
                    <a:pt x="387726" y="255888"/>
                    <a:pt x="363396" y="309339"/>
                    <a:pt x="320981" y="346196"/>
                  </a:cubicBezTo>
                  <a:lnTo>
                    <a:pt x="339427" y="445838"/>
                  </a:lnTo>
                  <a:lnTo>
                    <a:pt x="195136" y="460156"/>
                  </a:lnTo>
                  <a:close/>
                </a:path>
              </a:pathLst>
            </a:custGeom>
            <a:solidFill>
              <a:srgbClr val="9F616A"/>
            </a:solidFill>
            <a:ln w="4081" cap="flat">
              <a:noFill/>
              <a:prstDash val="solid"/>
              <a:miter/>
            </a:ln>
          </p:spPr>
        </p:sp>
        <p:sp>
          <p:nvSpPr>
            <p:cNvPr id="336" name="任意多边形: 形状 335">
              <a:extLst>
                <a:ext uri="{FF2B5EF4-FFF2-40B4-BE49-F238E27FC236}">
                  <a16:creationId xmlns:a16="http://schemas.microsoft.com/office/drawing/2014/main" id="{16BDEF9D-6840-2661-808E-CAB83E83DB30}"/>
                </a:ext>
              </a:extLst>
            </p:cNvPr>
            <p:cNvSpPr/>
            <p:nvPr/>
          </p:nvSpPr>
          <p:spPr>
            <a:xfrm>
              <a:off x="7502125" y="3340169"/>
              <a:ext cx="514182" cy="296525"/>
            </a:xfrm>
            <a:custGeom>
              <a:avLst/>
              <a:gdLst>
                <a:gd name="csX0" fmla="*/ 283 w 514182"/>
                <a:gd name="csY0" fmla="*/ 311 h 296525"/>
                <a:gd name="csX1" fmla="*/ 57511 w 514182"/>
                <a:gd name="csY1" fmla="*/ 258983 h 296525"/>
                <a:gd name="csX2" fmla="*/ 476011 w 514182"/>
                <a:gd name="csY2" fmla="*/ 296836 h 296525"/>
                <a:gd name="csX3" fmla="*/ 514465 w 514182"/>
                <a:gd name="csY3" fmla="*/ 71603 h 296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14182" h="296525">
                  <a:moveTo>
                    <a:pt x="283" y="311"/>
                  </a:moveTo>
                  <a:lnTo>
                    <a:pt x="57511" y="258983"/>
                  </a:lnTo>
                  <a:lnTo>
                    <a:pt x="476011" y="296836"/>
                  </a:lnTo>
                  <a:lnTo>
                    <a:pt x="514465" y="71603"/>
                  </a:lnTo>
                  <a:close/>
                </a:path>
              </a:pathLst>
            </a:custGeom>
            <a:solidFill>
              <a:srgbClr val="9F616A"/>
            </a:solidFill>
            <a:ln w="4081" cap="flat">
              <a:noFill/>
              <a:prstDash val="solid"/>
              <a:miter/>
            </a:ln>
          </p:spPr>
        </p:sp>
        <p:sp>
          <p:nvSpPr>
            <p:cNvPr id="337" name="任意多边形: 形状 336">
              <a:extLst>
                <a:ext uri="{FF2B5EF4-FFF2-40B4-BE49-F238E27FC236}">
                  <a16:creationId xmlns:a16="http://schemas.microsoft.com/office/drawing/2014/main" id="{2969B096-CF61-5D55-76D1-CB25CEC5D5FB}"/>
                </a:ext>
              </a:extLst>
            </p:cNvPr>
            <p:cNvSpPr/>
            <p:nvPr/>
          </p:nvSpPr>
          <p:spPr>
            <a:xfrm>
              <a:off x="7493881" y="3514049"/>
              <a:ext cx="594098" cy="230154"/>
            </a:xfrm>
            <a:custGeom>
              <a:avLst/>
              <a:gdLst>
                <a:gd name="csX0" fmla="*/ 594085 w 594098"/>
                <a:gd name="csY0" fmla="*/ 230259 h 230154"/>
                <a:gd name="csX1" fmla="*/ -13 w 594098"/>
                <a:gd name="csY1" fmla="*/ 230259 h 230154"/>
                <a:gd name="csX2" fmla="*/ 30832 w 594098"/>
                <a:gd name="csY2" fmla="*/ 137599 h 230154"/>
                <a:gd name="csX3" fmla="*/ 40933 w 594098"/>
                <a:gd name="csY3" fmla="*/ 104 h 230154"/>
                <a:gd name="csX4" fmla="*/ 46713 w 594098"/>
                <a:gd name="csY4" fmla="*/ 227 h 230154"/>
                <a:gd name="csX5" fmla="*/ 503619 w 594098"/>
                <a:gd name="csY5" fmla="*/ 7832 h 230154"/>
                <a:gd name="csX6" fmla="*/ 511894 w 594098"/>
                <a:gd name="csY6" fmla="*/ 7955 h 230154"/>
                <a:gd name="csX7" fmla="*/ 525947 w 594098"/>
                <a:gd name="csY7" fmla="*/ 125981 h 230154"/>
                <a:gd name="csX8" fmla="*/ 594085 w 594098"/>
                <a:gd name="csY8" fmla="*/ 230258 h 2301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94098" h="230154">
                  <a:moveTo>
                    <a:pt x="594085" y="230259"/>
                  </a:moveTo>
                  <a:lnTo>
                    <a:pt x="-13" y="230259"/>
                  </a:lnTo>
                  <a:lnTo>
                    <a:pt x="30832" y="137599"/>
                  </a:lnTo>
                  <a:lnTo>
                    <a:pt x="40933" y="104"/>
                  </a:lnTo>
                  <a:lnTo>
                    <a:pt x="46713" y="227"/>
                  </a:lnTo>
                  <a:lnTo>
                    <a:pt x="503619" y="7832"/>
                  </a:lnTo>
                  <a:lnTo>
                    <a:pt x="511894" y="7955"/>
                  </a:lnTo>
                  <a:lnTo>
                    <a:pt x="525947" y="125981"/>
                  </a:lnTo>
                  <a:cubicBezTo>
                    <a:pt x="552740" y="157896"/>
                    <a:pt x="575616" y="192904"/>
                    <a:pt x="594085" y="230258"/>
                  </a:cubicBezTo>
                  <a:close/>
                </a:path>
              </a:pathLst>
            </a:custGeom>
            <a:solidFill>
              <a:srgbClr val="2F2E41"/>
            </a:solidFill>
            <a:ln w="4081" cap="flat">
              <a:noFill/>
              <a:prstDash val="solid"/>
              <a:miter/>
            </a:ln>
          </p:spPr>
        </p:sp>
        <p:sp>
          <p:nvSpPr>
            <p:cNvPr id="338" name="任意多边形: 形状 337">
              <a:extLst>
                <a:ext uri="{FF2B5EF4-FFF2-40B4-BE49-F238E27FC236}">
                  <a16:creationId xmlns:a16="http://schemas.microsoft.com/office/drawing/2014/main" id="{6D689D9F-7B2D-3DD8-3EF5-0386FC24D21D}"/>
                </a:ext>
              </a:extLst>
            </p:cNvPr>
            <p:cNvSpPr/>
            <p:nvPr/>
          </p:nvSpPr>
          <p:spPr>
            <a:xfrm>
              <a:off x="7480226" y="2489174"/>
              <a:ext cx="670060" cy="977121"/>
            </a:xfrm>
            <a:custGeom>
              <a:avLst/>
              <a:gdLst>
                <a:gd name="csX0" fmla="*/ 283105 w 670060"/>
                <a:gd name="csY0" fmla="*/ 10753 h 977121"/>
                <a:gd name="csX1" fmla="*/ 491406 w 670060"/>
                <a:gd name="csY1" fmla="*/ 22 h 977121"/>
                <a:gd name="csX2" fmla="*/ 588140 w 670060"/>
                <a:gd name="csY2" fmla="*/ 152899 h 977121"/>
                <a:gd name="csX3" fmla="*/ 668874 w 670060"/>
                <a:gd name="csY3" fmla="*/ 386552 h 977121"/>
                <a:gd name="csX4" fmla="*/ 536075 w 670060"/>
                <a:gd name="csY4" fmla="*/ 800576 h 977121"/>
                <a:gd name="csX5" fmla="*/ 545005 w 670060"/>
                <a:gd name="csY5" fmla="*/ 769968 h 977121"/>
                <a:gd name="csX6" fmla="*/ 529492 w 670060"/>
                <a:gd name="csY6" fmla="*/ 814277 h 977121"/>
                <a:gd name="csX7" fmla="*/ 531481 w 670060"/>
                <a:gd name="csY7" fmla="*/ 839153 h 977121"/>
                <a:gd name="csX8" fmla="*/ 552635 w 670060"/>
                <a:gd name="csY8" fmla="*/ 865503 h 977121"/>
                <a:gd name="csX9" fmla="*/ 554811 w 670060"/>
                <a:gd name="csY9" fmla="*/ 892752 h 977121"/>
                <a:gd name="csX10" fmla="*/ 536067 w 670060"/>
                <a:gd name="csY10" fmla="*/ 935863 h 977121"/>
                <a:gd name="csX11" fmla="*/ 561553 w 670060"/>
                <a:gd name="csY11" fmla="*/ 977144 h 977121"/>
                <a:gd name="csX12" fmla="*/ 25697 w 670060"/>
                <a:gd name="csY12" fmla="*/ 925230 h 977121"/>
                <a:gd name="csX13" fmla="*/ 6101 w 670060"/>
                <a:gd name="csY13" fmla="*/ 853848 h 977121"/>
                <a:gd name="csX14" fmla="*/ 34697 w 670060"/>
                <a:gd name="csY14" fmla="*/ 815520 h 977121"/>
                <a:gd name="csX15" fmla="*/ 18743 w 670060"/>
                <a:gd name="csY15" fmla="*/ 765521 h 977121"/>
                <a:gd name="csX16" fmla="*/ 42744 w 670060"/>
                <a:gd name="csY16" fmla="*/ 717457 h 977121"/>
                <a:gd name="csX17" fmla="*/ 55258 w 670060"/>
                <a:gd name="csY17" fmla="*/ 707021 h 977121"/>
                <a:gd name="csX18" fmla="*/ 75516 w 670060"/>
                <a:gd name="csY18" fmla="*/ 346354 h 977121"/>
                <a:gd name="csX19" fmla="*/ 138606 w 670060"/>
                <a:gd name="csY19" fmla="*/ 239099 h 977121"/>
                <a:gd name="csX20" fmla="*/ 209174 w 670060"/>
                <a:gd name="csY20" fmla="*/ 152977 h 977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670060" h="977121">
                  <a:moveTo>
                    <a:pt x="283105" y="10753"/>
                  </a:moveTo>
                  <a:lnTo>
                    <a:pt x="491406" y="22"/>
                  </a:lnTo>
                  <a:lnTo>
                    <a:pt x="588140" y="152899"/>
                  </a:lnTo>
                  <a:cubicBezTo>
                    <a:pt x="588140" y="152899"/>
                    <a:pt x="681490" y="172045"/>
                    <a:pt x="668874" y="386552"/>
                  </a:cubicBezTo>
                  <a:cubicBezTo>
                    <a:pt x="656257" y="601058"/>
                    <a:pt x="536075" y="800576"/>
                    <a:pt x="536075" y="800576"/>
                  </a:cubicBezTo>
                  <a:lnTo>
                    <a:pt x="545005" y="769968"/>
                  </a:lnTo>
                  <a:lnTo>
                    <a:pt x="529492" y="814277"/>
                  </a:lnTo>
                  <a:lnTo>
                    <a:pt x="531481" y="839153"/>
                  </a:lnTo>
                  <a:lnTo>
                    <a:pt x="552635" y="865503"/>
                  </a:lnTo>
                  <a:lnTo>
                    <a:pt x="554811" y="892752"/>
                  </a:lnTo>
                  <a:lnTo>
                    <a:pt x="536067" y="935863"/>
                  </a:lnTo>
                  <a:lnTo>
                    <a:pt x="561553" y="977144"/>
                  </a:lnTo>
                  <a:lnTo>
                    <a:pt x="25697" y="925230"/>
                  </a:lnTo>
                  <a:lnTo>
                    <a:pt x="6101" y="853848"/>
                  </a:lnTo>
                  <a:lnTo>
                    <a:pt x="34697" y="815520"/>
                  </a:lnTo>
                  <a:lnTo>
                    <a:pt x="18743" y="765521"/>
                  </a:lnTo>
                  <a:lnTo>
                    <a:pt x="42744" y="717457"/>
                  </a:lnTo>
                  <a:lnTo>
                    <a:pt x="55258" y="707021"/>
                  </a:lnTo>
                  <a:cubicBezTo>
                    <a:pt x="55258" y="707021"/>
                    <a:pt x="-81673" y="501298"/>
                    <a:pt x="75516" y="346354"/>
                  </a:cubicBezTo>
                  <a:lnTo>
                    <a:pt x="138606" y="239099"/>
                  </a:lnTo>
                  <a:lnTo>
                    <a:pt x="209174" y="152977"/>
                  </a:lnTo>
                  <a:close/>
                </a:path>
              </a:pathLst>
            </a:custGeom>
            <a:solidFill>
              <a:srgbClr val="6C63FF"/>
            </a:solidFill>
            <a:ln w="4081" cap="flat">
              <a:noFill/>
              <a:prstDash val="solid"/>
              <a:miter/>
            </a:ln>
          </p:spPr>
        </p:sp>
        <p:sp>
          <p:nvSpPr>
            <p:cNvPr id="339" name="任意多边形: 形状 338">
              <a:extLst>
                <a:ext uri="{FF2B5EF4-FFF2-40B4-BE49-F238E27FC236}">
                  <a16:creationId xmlns:a16="http://schemas.microsoft.com/office/drawing/2014/main" id="{E4DB1D02-C629-6F12-7DB9-E24FEDE8E97F}"/>
                </a:ext>
              </a:extLst>
            </p:cNvPr>
            <p:cNvSpPr/>
            <p:nvPr/>
          </p:nvSpPr>
          <p:spPr>
            <a:xfrm>
              <a:off x="7608197" y="1951220"/>
              <a:ext cx="664482" cy="853402"/>
            </a:xfrm>
            <a:custGeom>
              <a:avLst/>
              <a:gdLst>
                <a:gd name="csX0" fmla="*/ 170610 w 664482"/>
                <a:gd name="csY0" fmla="*/ 202054 h 853402"/>
                <a:gd name="csX1" fmla="*/ 218781 w 664482"/>
                <a:gd name="csY1" fmla="*/ 303754 h 853402"/>
                <a:gd name="csX2" fmla="*/ 250869 w 664482"/>
                <a:gd name="csY2" fmla="*/ 308213 h 853402"/>
                <a:gd name="csX3" fmla="*/ 252232 w 664482"/>
                <a:gd name="csY3" fmla="*/ 308123 h 853402"/>
                <a:gd name="csX4" fmla="*/ 252232 w 664482"/>
                <a:gd name="csY4" fmla="*/ 308123 h 853402"/>
                <a:gd name="csX5" fmla="*/ 254813 w 664482"/>
                <a:gd name="csY5" fmla="*/ 473309 h 853402"/>
                <a:gd name="csX6" fmla="*/ 254813 w 664482"/>
                <a:gd name="csY6" fmla="*/ 473309 h 853402"/>
                <a:gd name="csX7" fmla="*/ 284014 w 664482"/>
                <a:gd name="csY7" fmla="*/ 659564 h 853402"/>
                <a:gd name="csX8" fmla="*/ 346678 w 664482"/>
                <a:gd name="csY8" fmla="*/ 826613 h 853402"/>
                <a:gd name="csX9" fmla="*/ 443113 w 664482"/>
                <a:gd name="csY9" fmla="*/ 781592 h 853402"/>
                <a:gd name="csX10" fmla="*/ 497113 w 664482"/>
                <a:gd name="csY10" fmla="*/ 853122 h 853402"/>
                <a:gd name="csX11" fmla="*/ 659866 w 664482"/>
                <a:gd name="csY11" fmla="*/ 757329 h 853402"/>
                <a:gd name="csX12" fmla="*/ 594960 w 664482"/>
                <a:gd name="csY12" fmla="*/ 397857 h 853402"/>
                <a:gd name="csX13" fmla="*/ 545096 w 664482"/>
                <a:gd name="csY13" fmla="*/ 198629 h 853402"/>
                <a:gd name="csX14" fmla="*/ 227601 w 664482"/>
                <a:gd name="csY14" fmla="*/ 8185 h 853402"/>
                <a:gd name="csX15" fmla="*/ 223918 w 664482"/>
                <a:gd name="csY15" fmla="*/ 9134 h 853402"/>
                <a:gd name="csX16" fmla="*/ 115624 w 664482"/>
                <a:gd name="csY16" fmla="*/ 37922 h 853402"/>
                <a:gd name="csX17" fmla="*/ 5451 w 664482"/>
                <a:gd name="csY17" fmla="*/ 227796 h 853402"/>
                <a:gd name="csX18" fmla="*/ 7456 w 664482"/>
                <a:gd name="csY18" fmla="*/ 234695 h 853402"/>
                <a:gd name="csX19" fmla="*/ 7456 w 664482"/>
                <a:gd name="csY19" fmla="*/ 234695 h 853402"/>
                <a:gd name="csX20" fmla="*/ 170647 w 664482"/>
                <a:gd name="csY20" fmla="*/ 202054 h 853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664482" h="853402">
                  <a:moveTo>
                    <a:pt x="170610" y="202054"/>
                  </a:moveTo>
                  <a:cubicBezTo>
                    <a:pt x="155828" y="243439"/>
                    <a:pt x="177395" y="288973"/>
                    <a:pt x="218781" y="303754"/>
                  </a:cubicBezTo>
                  <a:cubicBezTo>
                    <a:pt x="229058" y="307425"/>
                    <a:pt x="239981" y="308943"/>
                    <a:pt x="250869" y="308213"/>
                  </a:cubicBezTo>
                  <a:lnTo>
                    <a:pt x="252232" y="308123"/>
                  </a:lnTo>
                  <a:lnTo>
                    <a:pt x="252232" y="308123"/>
                  </a:lnTo>
                  <a:cubicBezTo>
                    <a:pt x="290657" y="356155"/>
                    <a:pt x="291719" y="424100"/>
                    <a:pt x="254813" y="473309"/>
                  </a:cubicBezTo>
                  <a:lnTo>
                    <a:pt x="254813" y="473309"/>
                  </a:lnTo>
                  <a:cubicBezTo>
                    <a:pt x="251781" y="536734"/>
                    <a:pt x="261717" y="600111"/>
                    <a:pt x="284014" y="659564"/>
                  </a:cubicBezTo>
                  <a:cubicBezTo>
                    <a:pt x="284014" y="659564"/>
                    <a:pt x="306882" y="796099"/>
                    <a:pt x="346678" y="826613"/>
                  </a:cubicBezTo>
                  <a:cubicBezTo>
                    <a:pt x="386475" y="857127"/>
                    <a:pt x="443113" y="781592"/>
                    <a:pt x="443113" y="781592"/>
                  </a:cubicBezTo>
                  <a:cubicBezTo>
                    <a:pt x="443113" y="781592"/>
                    <a:pt x="442925" y="859189"/>
                    <a:pt x="497113" y="853122"/>
                  </a:cubicBezTo>
                  <a:cubicBezTo>
                    <a:pt x="551302" y="847055"/>
                    <a:pt x="633341" y="883804"/>
                    <a:pt x="659866" y="757329"/>
                  </a:cubicBezTo>
                  <a:cubicBezTo>
                    <a:pt x="686391" y="630855"/>
                    <a:pt x="594960" y="397857"/>
                    <a:pt x="594960" y="397857"/>
                  </a:cubicBezTo>
                  <a:lnTo>
                    <a:pt x="545096" y="198629"/>
                  </a:lnTo>
                  <a:cubicBezTo>
                    <a:pt x="510012" y="58366"/>
                    <a:pt x="367865" y="-26899"/>
                    <a:pt x="227601" y="8185"/>
                  </a:cubicBezTo>
                  <a:cubicBezTo>
                    <a:pt x="226371" y="8492"/>
                    <a:pt x="225143" y="8809"/>
                    <a:pt x="223918" y="9134"/>
                  </a:cubicBezTo>
                  <a:lnTo>
                    <a:pt x="115624" y="37922"/>
                  </a:lnTo>
                  <a:cubicBezTo>
                    <a:pt x="32768" y="59931"/>
                    <a:pt x="-16557" y="144940"/>
                    <a:pt x="5451" y="227796"/>
                  </a:cubicBezTo>
                  <a:cubicBezTo>
                    <a:pt x="6066" y="230111"/>
                    <a:pt x="6735" y="232411"/>
                    <a:pt x="7456" y="234695"/>
                  </a:cubicBezTo>
                  <a:lnTo>
                    <a:pt x="7456" y="234695"/>
                  </a:lnTo>
                  <a:lnTo>
                    <a:pt x="170647" y="202054"/>
                  </a:lnTo>
                </a:path>
              </a:pathLst>
            </a:custGeom>
            <a:solidFill>
              <a:srgbClr val="090814"/>
            </a:solidFill>
            <a:ln w="4081" cap="flat">
              <a:noFill/>
              <a:prstDash val="solid"/>
              <a:miter/>
            </a:ln>
          </p:spPr>
        </p:sp>
        <p:sp>
          <p:nvSpPr>
            <p:cNvPr id="340" name="任意多边形: 形状 339">
              <a:extLst>
                <a:ext uri="{FF2B5EF4-FFF2-40B4-BE49-F238E27FC236}">
                  <a16:creationId xmlns:a16="http://schemas.microsoft.com/office/drawing/2014/main" id="{537DA89F-643E-904B-167F-360B7D7DB6E0}"/>
                </a:ext>
              </a:extLst>
            </p:cNvPr>
            <p:cNvSpPr/>
            <p:nvPr/>
          </p:nvSpPr>
          <p:spPr>
            <a:xfrm>
              <a:off x="7007027" y="2669959"/>
              <a:ext cx="889970" cy="676138"/>
            </a:xfrm>
            <a:custGeom>
              <a:avLst/>
              <a:gdLst>
                <a:gd name="csX0" fmla="*/ 845039 w 889970"/>
                <a:gd name="csY0" fmla="*/ 16056 h 676138"/>
                <a:gd name="csX1" fmla="*/ 708276 w 889970"/>
                <a:gd name="csY1" fmla="*/ 44948 h 676138"/>
                <a:gd name="csX2" fmla="*/ 695312 w 889970"/>
                <a:gd name="csY2" fmla="*/ 74523 h 676138"/>
                <a:gd name="csX3" fmla="*/ 504479 w 889970"/>
                <a:gd name="csY3" fmla="*/ 486347 h 676138"/>
                <a:gd name="csX4" fmla="*/ 192752 w 889970"/>
                <a:gd name="csY4" fmla="*/ 309370 h 676138"/>
                <a:gd name="csX5" fmla="*/ 89985 w 889970"/>
                <a:gd name="csY5" fmla="*/ 219554 h 676138"/>
                <a:gd name="csX6" fmla="*/ 169 w 889970"/>
                <a:gd name="csY6" fmla="*/ 322320 h 676138"/>
                <a:gd name="csX7" fmla="*/ 102935 w 889970"/>
                <a:gd name="csY7" fmla="*/ 412136 h 676138"/>
                <a:gd name="csX8" fmla="*/ 132521 w 889970"/>
                <a:gd name="csY8" fmla="*/ 405364 h 676138"/>
                <a:gd name="csX9" fmla="*/ 600595 w 889970"/>
                <a:gd name="csY9" fmla="*/ 650450 h 676138"/>
                <a:gd name="csX10" fmla="*/ 886418 w 889970"/>
                <a:gd name="csY10" fmla="*/ 124915 h 676138"/>
                <a:gd name="csX11" fmla="*/ 845047 w 889970"/>
                <a:gd name="csY11" fmla="*/ 16060 h 6761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889970" h="676138">
                  <a:moveTo>
                    <a:pt x="845039" y="16056"/>
                  </a:moveTo>
                  <a:cubicBezTo>
                    <a:pt x="799294" y="-13732"/>
                    <a:pt x="738064" y="-796"/>
                    <a:pt x="708276" y="44948"/>
                  </a:cubicBezTo>
                  <a:cubicBezTo>
                    <a:pt x="702362" y="54029"/>
                    <a:pt x="697982" y="64021"/>
                    <a:pt x="695312" y="74523"/>
                  </a:cubicBezTo>
                  <a:lnTo>
                    <a:pt x="504479" y="486347"/>
                  </a:lnTo>
                  <a:lnTo>
                    <a:pt x="192752" y="309370"/>
                  </a:lnTo>
                  <a:cubicBezTo>
                    <a:pt x="189175" y="256190"/>
                    <a:pt x="143166" y="215978"/>
                    <a:pt x="89985" y="219554"/>
                  </a:cubicBezTo>
                  <a:cubicBezTo>
                    <a:pt x="36805" y="223130"/>
                    <a:pt x="-3407" y="269140"/>
                    <a:pt x="169" y="322320"/>
                  </a:cubicBezTo>
                  <a:cubicBezTo>
                    <a:pt x="3745" y="375500"/>
                    <a:pt x="49755" y="415712"/>
                    <a:pt x="102935" y="412136"/>
                  </a:cubicBezTo>
                  <a:cubicBezTo>
                    <a:pt x="113092" y="411454"/>
                    <a:pt x="123078" y="409168"/>
                    <a:pt x="132521" y="405364"/>
                  </a:cubicBezTo>
                  <a:cubicBezTo>
                    <a:pt x="198168" y="475424"/>
                    <a:pt x="482772" y="762692"/>
                    <a:pt x="600595" y="650450"/>
                  </a:cubicBezTo>
                  <a:cubicBezTo>
                    <a:pt x="699628" y="556105"/>
                    <a:pt x="852014" y="251177"/>
                    <a:pt x="886418" y="124915"/>
                  </a:cubicBezTo>
                  <a:cubicBezTo>
                    <a:pt x="897732" y="83496"/>
                    <a:pt x="881015" y="39510"/>
                    <a:pt x="845047" y="16060"/>
                  </a:cubicBezTo>
                  <a:close/>
                </a:path>
              </a:pathLst>
            </a:custGeom>
            <a:solidFill>
              <a:srgbClr val="9F616A"/>
            </a:solidFill>
            <a:ln w="4081" cap="flat">
              <a:noFill/>
              <a:prstDash val="solid"/>
              <a:miter/>
            </a:ln>
          </p:spPr>
        </p:sp>
      </p:grpSp>
    </p:spTree>
    <p:extLst>
      <p:ext uri="{BB962C8B-B14F-4D97-AF65-F5344CB8AC3E}">
        <p14:creationId xmlns:p14="http://schemas.microsoft.com/office/powerpoint/2010/main" val="21430095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4FA254B2-DF6F-65C5-038C-56AF3AF6012B}"/>
              </a:ext>
            </a:extLst>
          </p:cNvPr>
          <p:cNvSpPr/>
          <p:nvPr/>
        </p:nvSpPr>
        <p:spPr>
          <a:xfrm>
            <a:off x="2152650" y="1654549"/>
            <a:ext cx="1800000" cy="72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远程仓库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Remote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1F824CF-1C6F-AB23-F85C-59EF881F101E}"/>
              </a:ext>
            </a:extLst>
          </p:cNvPr>
          <p:cNvSpPr/>
          <p:nvPr/>
        </p:nvSpPr>
        <p:spPr>
          <a:xfrm>
            <a:off x="4168700" y="1654549"/>
            <a:ext cx="1800000" cy="7200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本地仓库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Local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2EC85EC-04C8-5A30-1B1D-5F9BCFC4B1C8}"/>
              </a:ext>
            </a:extLst>
          </p:cNvPr>
          <p:cNvSpPr/>
          <p:nvPr/>
        </p:nvSpPr>
        <p:spPr>
          <a:xfrm>
            <a:off x="6184750" y="1654549"/>
            <a:ext cx="1800000" cy="72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暂存区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Stage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A7EF0B-22C8-AC2B-D4C8-95CB189A5235}"/>
              </a:ext>
            </a:extLst>
          </p:cNvPr>
          <p:cNvSpPr/>
          <p:nvPr/>
        </p:nvSpPr>
        <p:spPr>
          <a:xfrm>
            <a:off x="8200800" y="1654549"/>
            <a:ext cx="1800000" cy="72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工作区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Workspace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614723E8-64C3-86F1-04CC-58F031AB4931}"/>
              </a:ext>
            </a:extLst>
          </p:cNvPr>
          <p:cNvCxnSpPr>
            <a:cxnSpLocks/>
          </p:cNvCxnSpPr>
          <p:nvPr/>
        </p:nvCxnSpPr>
        <p:spPr>
          <a:xfrm rot="16200000" flipV="1">
            <a:off x="8101000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C20840ED-7C90-1E0D-47E0-868236626BCB}"/>
              </a:ext>
            </a:extLst>
          </p:cNvPr>
          <p:cNvCxnSpPr>
            <a:cxnSpLocks/>
          </p:cNvCxnSpPr>
          <p:nvPr/>
        </p:nvCxnSpPr>
        <p:spPr>
          <a:xfrm rot="16200000" flipV="1">
            <a:off x="6052713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2CA56D1C-B9BB-1F1C-46C3-5228D82E954F}"/>
              </a:ext>
            </a:extLst>
          </p:cNvPr>
          <p:cNvCxnSpPr>
            <a:cxnSpLocks/>
          </p:cNvCxnSpPr>
          <p:nvPr/>
        </p:nvCxnSpPr>
        <p:spPr>
          <a:xfrm rot="16200000" flipV="1">
            <a:off x="4004425" y="1095498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2E1F63E5-4279-0999-D23B-30A63FFB18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6322713" y="1572498"/>
            <a:ext cx="12700" cy="162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肘形 12">
            <a:extLst>
              <a:ext uri="{FF2B5EF4-FFF2-40B4-BE49-F238E27FC236}">
                <a16:creationId xmlns:a16="http://schemas.microsoft.com/office/drawing/2014/main" id="{3C362290-23AE-95C4-F0E4-8DA62DAB0F1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26325" y="1320497"/>
            <a:ext cx="12700" cy="2124000"/>
          </a:xfrm>
          <a:prstGeom prst="bentConnector3">
            <a:avLst>
              <a:gd name="adj1" fmla="val 174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C6CB0C37-8EB1-494A-B9C2-9171AC707CB4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84425" y="-1217503"/>
            <a:ext cx="12700" cy="7200000"/>
          </a:xfrm>
          <a:prstGeom prst="bentConnector3">
            <a:avLst>
              <a:gd name="adj1" fmla="val 202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D8A06C78-C0A3-15E3-F4D5-62A3679C1B97}"/>
              </a:ext>
            </a:extLst>
          </p:cNvPr>
          <p:cNvSpPr txBox="1"/>
          <p:nvPr/>
        </p:nvSpPr>
        <p:spPr>
          <a:xfrm>
            <a:off x="7675031" y="1123950"/>
            <a:ext cx="8354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add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51A013D-BD2D-0349-6358-E129FEBD409C}"/>
              </a:ext>
            </a:extLst>
          </p:cNvPr>
          <p:cNvSpPr txBox="1"/>
          <p:nvPr/>
        </p:nvSpPr>
        <p:spPr>
          <a:xfrm>
            <a:off x="5519522" y="1123950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commit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4BCB32B-C7C2-6F58-103D-8FCB5CC6085A}"/>
              </a:ext>
            </a:extLst>
          </p:cNvPr>
          <p:cNvSpPr txBox="1"/>
          <p:nvPr/>
        </p:nvSpPr>
        <p:spPr>
          <a:xfrm>
            <a:off x="3596446" y="112395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push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B3E4D4E-3E88-5CA4-01E7-35882A7C805B}"/>
              </a:ext>
            </a:extLst>
          </p:cNvPr>
          <p:cNvSpPr txBox="1"/>
          <p:nvPr/>
        </p:nvSpPr>
        <p:spPr>
          <a:xfrm>
            <a:off x="5594833" y="495300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pull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875E8EB-9EC1-9513-D107-B99B0048F483}"/>
              </a:ext>
            </a:extLst>
          </p:cNvPr>
          <p:cNvSpPr txBox="1"/>
          <p:nvPr/>
        </p:nvSpPr>
        <p:spPr>
          <a:xfrm>
            <a:off x="5383739" y="2608892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–-soft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B6E21F-CD11-008B-DA01-EC77F9DE77AF}"/>
              </a:ext>
            </a:extLst>
          </p:cNvPr>
          <p:cNvSpPr txBox="1"/>
          <p:nvPr/>
        </p:nvSpPr>
        <p:spPr>
          <a:xfrm>
            <a:off x="2806807" y="4589698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Clone/fetch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23" name="连接符: 肘形 22">
            <a:extLst>
              <a:ext uri="{FF2B5EF4-FFF2-40B4-BE49-F238E27FC236}">
                <a16:creationId xmlns:a16="http://schemas.microsoft.com/office/drawing/2014/main" id="{C1250DC5-291B-E51E-E3DC-915D8787475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978213" y="726498"/>
            <a:ext cx="12700" cy="3312000"/>
          </a:xfrm>
          <a:prstGeom prst="bentConnector3">
            <a:avLst>
              <a:gd name="adj1" fmla="val 5925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E8A9FFB1-D2E4-D594-112B-46DD20B093EB}"/>
              </a:ext>
            </a:extLst>
          </p:cNvPr>
          <p:cNvSpPr txBox="1"/>
          <p:nvPr/>
        </p:nvSpPr>
        <p:spPr>
          <a:xfrm>
            <a:off x="6221798" y="3137037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F2E1E59-0C55-65D1-1CB8-7AF1E222A2E5}"/>
              </a:ext>
            </a:extLst>
          </p:cNvPr>
          <p:cNvSpPr txBox="1"/>
          <p:nvPr/>
        </p:nvSpPr>
        <p:spPr>
          <a:xfrm>
            <a:off x="5896389" y="3586455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–-hard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7AC2373A-FE4F-ADD2-D96C-173A5AD94508}"/>
              </a:ext>
            </a:extLst>
          </p:cNvPr>
          <p:cNvCxnSpPr>
            <a:cxnSpLocks/>
            <a:stCxn id="4" idx="2"/>
            <a:endCxn id="35" idx="1"/>
          </p:cNvCxnSpPr>
          <p:nvPr/>
        </p:nvCxnSpPr>
        <p:spPr>
          <a:xfrm rot="16200000" flipH="1">
            <a:off x="6525417" y="917832"/>
            <a:ext cx="1211907" cy="4125340"/>
          </a:xfrm>
          <a:prstGeom prst="bentConnector2">
            <a:avLst/>
          </a:prstGeom>
          <a:ln>
            <a:solidFill>
              <a:srgbClr val="FF000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ECDEB9B5-CFEB-6B7D-8E07-1CB817D447BF}"/>
              </a:ext>
            </a:extLst>
          </p:cNvPr>
          <p:cNvSpPr txBox="1"/>
          <p:nvPr/>
        </p:nvSpPr>
        <p:spPr>
          <a:xfrm>
            <a:off x="9194040" y="3447956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x</a:t>
            </a:r>
            <a:endParaRPr lang="zh-CN" altLang="en-US" sz="1200" dirty="0">
              <a:solidFill>
                <a:srgbClr val="FF0000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DDC5126F-A1C1-2E7E-E29B-DDC59FAA963A}"/>
              </a:ext>
            </a:extLst>
          </p:cNvPr>
          <p:cNvCxnSpPr>
            <a:cxnSpLocks/>
          </p:cNvCxnSpPr>
          <p:nvPr/>
        </p:nvCxnSpPr>
        <p:spPr>
          <a:xfrm rot="5400000">
            <a:off x="4004425" y="1842497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6552E25F-030C-C8EF-40C2-AD77E1CEAB20}"/>
              </a:ext>
            </a:extLst>
          </p:cNvPr>
          <p:cNvSpPr txBox="1"/>
          <p:nvPr/>
        </p:nvSpPr>
        <p:spPr>
          <a:xfrm>
            <a:off x="3503473" y="2614041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revert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6165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A9DAFF89-2A5B-6F62-2947-ED464254C3FB}"/>
              </a:ext>
            </a:extLst>
          </p:cNvPr>
          <p:cNvSpPr/>
          <p:nvPr/>
        </p:nvSpPr>
        <p:spPr>
          <a:xfrm>
            <a:off x="4589929" y="2698376"/>
            <a:ext cx="144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Mailings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038BA52A-675B-832C-F0C2-0A51D00B135F}"/>
              </a:ext>
            </a:extLst>
          </p:cNvPr>
          <p:cNvCxnSpPr>
            <a:cxnSpLocks/>
            <a:stCxn id="26" idx="3"/>
            <a:endCxn id="4" idx="1"/>
          </p:cNvCxnSpPr>
          <p:nvPr/>
        </p:nvCxnSpPr>
        <p:spPr>
          <a:xfrm>
            <a:off x="3731400" y="24697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AD752D0D-BA82-9978-3A4B-57900722CFD2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 flipV="1">
            <a:off x="3731400" y="29143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3D542CAC-6A2C-2F55-BABF-9F2196B6A02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>
            <a:off x="6029929" y="2914376"/>
            <a:ext cx="4013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图片 25">
            <a:extLst>
              <a:ext uri="{FF2B5EF4-FFF2-40B4-BE49-F238E27FC236}">
                <a16:creationId xmlns:a16="http://schemas.microsoft.com/office/drawing/2014/main" id="{2FA317D2-D86F-E2D0-2072-6FC72633F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2241176"/>
            <a:ext cx="457200" cy="457200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EF00ADA3-3EF0-42FB-9BB6-D0B754AC4F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3130376"/>
            <a:ext cx="457200" cy="45720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4F9FA3D-8868-4BAF-1578-F1254595F0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258" y="2685776"/>
            <a:ext cx="457200" cy="457200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DB08FEFE-A2FD-22C8-C6BE-E517082D70A8}"/>
              </a:ext>
            </a:extLst>
          </p:cNvPr>
          <p:cNvSpPr txBox="1"/>
          <p:nvPr/>
        </p:nvSpPr>
        <p:spPr>
          <a:xfrm>
            <a:off x="4852111" y="3142976"/>
            <a:ext cx="9156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/>
              <a:t>域</a:t>
            </a:r>
            <a:r>
              <a:rPr lang="en-US" altLang="zh-CN" sz="1200" dirty="0"/>
              <a:t>/Domain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83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3F35F682-416F-8FE2-1601-09CDCBA6A513}"/>
              </a:ext>
            </a:extLst>
          </p:cNvPr>
          <p:cNvSpPr/>
          <p:nvPr/>
        </p:nvSpPr>
        <p:spPr>
          <a:xfrm>
            <a:off x="22681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excel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17133600-51C5-3145-5CFF-F597777D4F6C}"/>
              </a:ext>
            </a:extLst>
          </p:cNvPr>
          <p:cNvSpPr/>
          <p:nvPr/>
        </p:nvSpPr>
        <p:spPr>
          <a:xfrm>
            <a:off x="3584237" y="1719172"/>
            <a:ext cx="1224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工作簿 </a:t>
            </a:r>
            <a:r>
              <a:rPr lang="en-US" altLang="zh-CN" sz="900" dirty="0">
                <a:latin typeface="Montserrat" panose="00000500000000000000" pitchFamily="2" charset="0"/>
              </a:rPr>
              <a:t>workbook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73FAA5A-03F7-3F68-88A4-61C3587E95D3}"/>
              </a:ext>
            </a:extLst>
          </p:cNvPr>
          <p:cNvSpPr/>
          <p:nvPr/>
        </p:nvSpPr>
        <p:spPr>
          <a:xfrm>
            <a:off x="3584237" y="2445946"/>
            <a:ext cx="1224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工作表 </a:t>
            </a:r>
            <a:r>
              <a:rPr lang="en-US" altLang="zh-CN" sz="900" dirty="0">
                <a:latin typeface="Montserrat" panose="00000500000000000000" pitchFamily="2" charset="0"/>
              </a:rPr>
              <a:t>sheet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3A3AB91-AC26-2FFD-65B3-9EB9227179E8}"/>
              </a:ext>
            </a:extLst>
          </p:cNvPr>
          <p:cNvSpPr/>
          <p:nvPr/>
        </p:nvSpPr>
        <p:spPr>
          <a:xfrm>
            <a:off x="3584237" y="4105636"/>
            <a:ext cx="1224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</a:t>
            </a:r>
            <a:r>
              <a:rPr lang="en-US" altLang="zh-CN" sz="900" dirty="0" err="1">
                <a:latin typeface="Montserrat" panose="00000500000000000000" pitchFamily="2" charset="0"/>
              </a:rPr>
              <a:t>textarea</a:t>
            </a:r>
            <a:r>
              <a:rPr lang="en-US" altLang="zh-CN" sz="900" dirty="0">
                <a:latin typeface="Montserrat" panose="00000500000000000000" pitchFamily="2" charset="0"/>
              </a:rPr>
              <a:t>&gt;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58273BD-AE83-9B1A-86AC-3A6CA8E3CE46}"/>
              </a:ext>
            </a:extLst>
          </p:cNvPr>
          <p:cNvSpPr/>
          <p:nvPr/>
        </p:nvSpPr>
        <p:spPr>
          <a:xfrm>
            <a:off x="3584237" y="5101450"/>
            <a:ext cx="1224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latin typeface="Montserrat" panose="00000500000000000000" pitchFamily="2" charset="0"/>
              </a:rPr>
              <a:t>&lt;button&gt;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255C1FA-62F2-E397-0DEE-A9BDCB424E6B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行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Row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9925D6F-A85C-7366-C2D7-2375D3F7EAC7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列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Column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4F63EF4-F2FE-F9BA-6D33-2AC335D1BBE3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B43B395-70FD-0C05-476B-F14D1AA5A0DB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4701C58-67BD-7F6D-9F62-1723878AD867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FE8973A-0F68-C63B-7C4A-81875FF6C309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348110" y="1863172"/>
            <a:ext cx="236127" cy="188855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3C3115-025C-7C90-D0B2-BA0D9FE6A45A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3481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1A086D2-9E23-E168-0A2A-544BE875A2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3481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F6BAE6E1-4F15-1A84-7543-53BD62FC8F6D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3481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6AD432E9-ABB9-9B94-4704-E4D9DB87117B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08237" y="2258008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8FF9654D-EB5B-78C8-2529-68BFDB0B103C}"/>
              </a:ext>
            </a:extLst>
          </p:cNvPr>
          <p:cNvCxnSpPr>
            <a:cxnSpLocks/>
            <a:stCxn id="19" idx="1"/>
            <a:endCxn id="4" idx="3"/>
          </p:cNvCxnSpPr>
          <p:nvPr/>
        </p:nvCxnSpPr>
        <p:spPr>
          <a:xfrm rot="10800000">
            <a:off x="4808238" y="2589946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17CB694-0B33-B701-C227-F43820473BE0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08237" y="3585760"/>
            <a:ext cx="3032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8B1EF9F-3757-F5B7-A0D3-5481ED497825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地址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Address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B6EE27-6AAB-D952-1208-9C026C989A9A}"/>
              </a:ext>
            </a:extLst>
          </p:cNvPr>
          <p:cNvSpPr/>
          <p:nvPr/>
        </p:nvSpPr>
        <p:spPr>
          <a:xfrm>
            <a:off x="5111512" y="171917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382311C8-DACB-8F37-994B-EF52E759E93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08237" y="5245450"/>
            <a:ext cx="3032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0FE454-3A8F-85FE-4234-AA00D3496B19}"/>
              </a:ext>
            </a:extLst>
          </p:cNvPr>
          <p:cNvCxnSpPr>
            <a:cxnSpLocks/>
            <a:stCxn id="3" idx="3"/>
            <a:endCxn id="20" idx="1"/>
          </p:cNvCxnSpPr>
          <p:nvPr/>
        </p:nvCxnSpPr>
        <p:spPr>
          <a:xfrm>
            <a:off x="4808237" y="1863172"/>
            <a:ext cx="3032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44D920D-5ACD-BC38-1204-2832BBC5BC2A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08237" y="2589946"/>
            <a:ext cx="3032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80FA3558-3EF3-89F7-3AF9-B677E8500461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F350B9B-B5FD-3F7C-8D75-77A721D6F43E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6B41DC2-C13C-B17F-D948-9FA7A8491174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C68CA3AA-3D86-20C6-BB13-EB754AC0BBFA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C8DB58F3-DF8F-E015-DC4B-5FEBF3EFC2CC}"/>
              </a:ext>
            </a:extLst>
          </p:cNvPr>
          <p:cNvCxnSpPr>
            <a:cxnSpLocks/>
            <a:stCxn id="25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22A65F53-0CF0-AAE6-CF3C-50B66FBA0924}"/>
              </a:ext>
            </a:extLst>
          </p:cNvPr>
          <p:cNvCxnSpPr>
            <a:cxnSpLocks/>
            <a:stCxn id="27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2CA7A95-C5B7-BD03-C5AE-FEF50445B61E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E195896E-8770-F275-EAB9-E327D34C8BCB}"/>
              </a:ext>
            </a:extLst>
          </p:cNvPr>
          <p:cNvCxnSpPr>
            <a:cxnSpLocks/>
            <a:stCxn id="35" idx="1"/>
            <a:endCxn id="5" idx="3"/>
          </p:cNvCxnSpPr>
          <p:nvPr/>
        </p:nvCxnSpPr>
        <p:spPr>
          <a:xfrm rot="10800000">
            <a:off x="4808237" y="4249636"/>
            <a:ext cx="3032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558EA67-26B1-C33E-01C9-9BC27C25E346}"/>
              </a:ext>
            </a:extLst>
          </p:cNvPr>
          <p:cNvSpPr/>
          <p:nvPr/>
        </p:nvSpPr>
        <p:spPr>
          <a:xfrm>
            <a:off x="3584236" y="5765326"/>
            <a:ext cx="1224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&lt;select&gt;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7D86E48D-A128-6386-3BB3-A00ABBDE35E8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49AB752A-5073-F9D8-BF11-FD11BC661347}"/>
              </a:ext>
            </a:extLst>
          </p:cNvPr>
          <p:cNvCxnSpPr>
            <a:cxnSpLocks/>
            <a:stCxn id="2" idx="3"/>
            <a:endCxn id="32" idx="1"/>
          </p:cNvCxnSpPr>
          <p:nvPr/>
        </p:nvCxnSpPr>
        <p:spPr>
          <a:xfrm>
            <a:off x="33481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D067716A-B3B6-BA85-AC3D-DF09B5693456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42ED4429-D150-0B9B-EFB2-49F34F9534E2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D39A1C8C-6A25-5207-3C4C-0CBA1495A427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76C52C10-D0B8-D830-3481-45575E20F65F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521ED606-D017-FA67-B645-8A40B27A0A2E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A6BD5B9E-599E-CE89-1F05-A111FA59C4CA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D089054-AF86-9DA7-4CA9-35DE38739E57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515673C-55B3-5ED3-2548-E0C38451DC4F}"/>
              </a:ext>
            </a:extLst>
          </p:cNvPr>
          <p:cNvCxnSpPr>
            <a:cxnSpLocks/>
            <a:stCxn id="44" idx="3"/>
            <a:endCxn id="4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F461077B-F065-47C7-76A7-FC4E43217EAA}"/>
              </a:ext>
            </a:extLst>
          </p:cNvPr>
          <p:cNvCxnSpPr>
            <a:cxnSpLocks/>
            <a:stCxn id="45" idx="3"/>
            <a:endCxn id="37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E8FC427-BD56-13A9-9B48-0FAAD7BFE197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32FC70B9-7586-D937-7D15-60F6AA4E0236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2EEF0AF-9555-AF8B-E8DB-C1C6154E6C2D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620B0595-717B-4F8B-C92E-A5E88A3D2AE1}"/>
              </a:ext>
            </a:extLst>
          </p:cNvPr>
          <p:cNvCxnSpPr>
            <a:cxnSpLocks/>
            <a:stCxn id="7" idx="3"/>
            <a:endCxn id="44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F389EC6E-BF13-69AC-E0A5-B4A8CCE376A4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9" name="连接符: 曲线 48">
            <a:extLst>
              <a:ext uri="{FF2B5EF4-FFF2-40B4-BE49-F238E27FC236}">
                <a16:creationId xmlns:a16="http://schemas.microsoft.com/office/drawing/2014/main" id="{E6194C25-37DF-8493-0E5B-3B34EA72C514}"/>
              </a:ext>
            </a:extLst>
          </p:cNvPr>
          <p:cNvCxnSpPr>
            <a:cxnSpLocks/>
            <a:stCxn id="7" idx="3"/>
            <a:endCxn id="4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54C7AB3-0B33-BBA6-5EC1-6DA78E02DE13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8A75EA52-04DA-AD95-A077-0B3831AAAB4C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1276A78-2913-16B1-E9A7-8FDE054F281C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9078D752-56E3-4E41-3511-0A026657DF28}"/>
              </a:ext>
            </a:extLst>
          </p:cNvPr>
          <p:cNvCxnSpPr>
            <a:cxnSpLocks/>
            <a:stCxn id="33" idx="1"/>
            <a:endCxn id="32" idx="3"/>
          </p:cNvCxnSpPr>
          <p:nvPr/>
        </p:nvCxnSpPr>
        <p:spPr>
          <a:xfrm rot="10800000" flipV="1">
            <a:off x="4808237" y="5577388"/>
            <a:ext cx="3032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曲线 53">
            <a:extLst>
              <a:ext uri="{FF2B5EF4-FFF2-40B4-BE49-F238E27FC236}">
                <a16:creationId xmlns:a16="http://schemas.microsoft.com/office/drawing/2014/main" id="{33163A2A-6EDC-F600-3FFC-A0DE97D320FD}"/>
              </a:ext>
            </a:extLst>
          </p:cNvPr>
          <p:cNvCxnSpPr>
            <a:cxnSpLocks/>
            <a:stCxn id="52" idx="1"/>
            <a:endCxn id="32" idx="3"/>
          </p:cNvCxnSpPr>
          <p:nvPr/>
        </p:nvCxnSpPr>
        <p:spPr>
          <a:xfrm rot="10800000">
            <a:off x="4808237" y="5909326"/>
            <a:ext cx="3032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EDD8701-615B-F447-4BA7-BD7FD91C487D}"/>
              </a:ext>
            </a:extLst>
          </p:cNvPr>
          <p:cNvCxnSpPr>
            <a:cxnSpLocks/>
            <a:stCxn id="46" idx="3"/>
            <a:endCxn id="3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曲线 55">
            <a:extLst>
              <a:ext uri="{FF2B5EF4-FFF2-40B4-BE49-F238E27FC236}">
                <a16:creationId xmlns:a16="http://schemas.microsoft.com/office/drawing/2014/main" id="{72DC1DDC-9C68-F83D-EE52-E33FA7EB248C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2559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12C7D-F68B-CA58-4875-AE2C780B3051}"/>
              </a:ext>
            </a:extLst>
          </p:cNvPr>
          <p:cNvSpPr/>
          <p:nvPr/>
        </p:nvSpPr>
        <p:spPr>
          <a:xfrm>
            <a:off x="3615140" y="2017059"/>
            <a:ext cx="2160000" cy="21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801932-B3EB-1A09-C534-9ED77F95F272}"/>
              </a:ext>
            </a:extLst>
          </p:cNvPr>
          <p:cNvSpPr/>
          <p:nvPr/>
        </p:nvSpPr>
        <p:spPr>
          <a:xfrm>
            <a:off x="3759140" y="2171305"/>
            <a:ext cx="1872000" cy="126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1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</a:rPr>
              <a:t>Central Processing Unit</a:t>
            </a:r>
            <a:endParaRPr lang="zh-CN" altLang="en-US" sz="1100" dirty="0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B1C121-C2AA-3E04-ECCD-2A88E3CFB26F}"/>
              </a:ext>
            </a:extLst>
          </p:cNvPr>
          <p:cNvSpPr/>
          <p:nvPr/>
        </p:nvSpPr>
        <p:spPr>
          <a:xfrm>
            <a:off x="6006352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Output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74731-C03D-CA78-2D3F-EC2B19BC4C5C}"/>
              </a:ext>
            </a:extLst>
          </p:cNvPr>
          <p:cNvSpPr/>
          <p:nvPr/>
        </p:nvSpPr>
        <p:spPr>
          <a:xfrm>
            <a:off x="2303930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Input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C9E9F3-E511-AE9D-39FA-A12B50CFACB9}"/>
              </a:ext>
            </a:extLst>
          </p:cNvPr>
          <p:cNvSpPr/>
          <p:nvPr/>
        </p:nvSpPr>
        <p:spPr>
          <a:xfrm>
            <a:off x="3759140" y="370030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Memory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B82838-C769-D58C-6347-F5F5F48A7163}"/>
              </a:ext>
            </a:extLst>
          </p:cNvPr>
          <p:cNvSpPr/>
          <p:nvPr/>
        </p:nvSpPr>
        <p:spPr>
          <a:xfrm>
            <a:off x="3903140" y="2485059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Control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8D81D9-D68C-5FBE-D029-91546B30F511}"/>
              </a:ext>
            </a:extLst>
          </p:cNvPr>
          <p:cNvSpPr/>
          <p:nvPr/>
        </p:nvSpPr>
        <p:spPr>
          <a:xfrm>
            <a:off x="3903140" y="2933293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Arithmetic/logic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5D3B23A6-89A8-0D2E-F56D-5F3779B39A06}"/>
              </a:ext>
            </a:extLst>
          </p:cNvPr>
          <p:cNvSpPr/>
          <p:nvPr/>
        </p:nvSpPr>
        <p:spPr>
          <a:xfrm>
            <a:off x="4063834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E40FD98B-41C7-EBB6-0BF1-6A4815957987}"/>
              </a:ext>
            </a:extLst>
          </p:cNvPr>
          <p:cNvSpPr/>
          <p:nvPr/>
        </p:nvSpPr>
        <p:spPr>
          <a:xfrm flipV="1">
            <a:off x="5274071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79D884D9-0474-FFBA-2A48-0B577B9CBE57}"/>
              </a:ext>
            </a:extLst>
          </p:cNvPr>
          <p:cNvSpPr/>
          <p:nvPr/>
        </p:nvSpPr>
        <p:spPr>
          <a:xfrm rot="16200000">
            <a:off x="344553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846FA69-307F-5A83-E1E9-F29E60B8C491}"/>
              </a:ext>
            </a:extLst>
          </p:cNvPr>
          <p:cNvSpPr/>
          <p:nvPr/>
        </p:nvSpPr>
        <p:spPr>
          <a:xfrm rot="16200000">
            <a:off x="583674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4051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14CB8A-DE11-C6A1-BE4F-F5B2BFE1A9B0}"/>
              </a:ext>
            </a:extLst>
          </p:cNvPr>
          <p:cNvSpPr/>
          <p:nvPr/>
        </p:nvSpPr>
        <p:spPr>
          <a:xfrm>
            <a:off x="2713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ADD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3C70C0-ED23-DD52-11D1-8C29576DD271}"/>
              </a:ext>
            </a:extLst>
          </p:cNvPr>
          <p:cNvSpPr/>
          <p:nvPr/>
        </p:nvSpPr>
        <p:spPr>
          <a:xfrm>
            <a:off x="3505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D1B2634-787B-5341-D692-C278DCFE8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676916"/>
              </p:ext>
            </p:extLst>
          </p:nvPr>
        </p:nvGraphicFramePr>
        <p:xfrm>
          <a:off x="5725460" y="3434926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#104ADB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89EA4E1-A71C-6548-3698-9141B119F719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4297205" y="3173259"/>
            <a:ext cx="633390" cy="81579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794430DF-6763-07ED-ACBB-2503D8C2CE7C}"/>
              </a:ext>
            </a:extLst>
          </p:cNvPr>
          <p:cNvSpPr/>
          <p:nvPr/>
        </p:nvSpPr>
        <p:spPr>
          <a:xfrm>
            <a:off x="4930595" y="3809049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1E8CAD-612A-2514-10F5-D534C8F6E13D}"/>
              </a:ext>
            </a:extLst>
          </p:cNvPr>
          <p:cNvSpPr/>
          <p:nvPr/>
        </p:nvSpPr>
        <p:spPr>
          <a:xfrm>
            <a:off x="4930595" y="2536066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#104ADB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C9211CA-D5A1-CAA5-C53D-B4210371D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065668"/>
              </p:ext>
            </p:extLst>
          </p:nvPr>
        </p:nvGraphicFramePr>
        <p:xfrm>
          <a:off x="5725460" y="2161937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10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0A4DF6F5-4388-1516-BCA0-8F2E83043755}"/>
              </a:ext>
            </a:extLst>
          </p:cNvPr>
          <p:cNvSpPr/>
          <p:nvPr/>
        </p:nvSpPr>
        <p:spPr>
          <a:xfrm>
            <a:off x="2022918" y="5427177"/>
            <a:ext cx="144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操作码 </a:t>
            </a:r>
            <a:r>
              <a:rPr lang="en-US" altLang="zh-CN" sz="1000" dirty="0">
                <a:solidFill>
                  <a:schemeClr val="tx1"/>
                </a:solidFill>
              </a:rPr>
              <a:t>OpCode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B3D4D2-9E86-A505-D457-B6E633E3F03F}"/>
              </a:ext>
            </a:extLst>
          </p:cNvPr>
          <p:cNvSpPr/>
          <p:nvPr/>
        </p:nvSpPr>
        <p:spPr>
          <a:xfrm>
            <a:off x="3505205" y="5216506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内存地址 </a:t>
            </a:r>
            <a:r>
              <a:rPr lang="en-US" altLang="zh-CN" sz="1000" dirty="0">
                <a:solidFill>
                  <a:schemeClr val="tx1"/>
                </a:solidFill>
              </a:rPr>
              <a:t>Memory Address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B35BFE-E9DA-4118-FA31-C5D4931A5E70}"/>
              </a:ext>
            </a:extLst>
          </p:cNvPr>
          <p:cNvSpPr/>
          <p:nvPr/>
        </p:nvSpPr>
        <p:spPr>
          <a:xfrm>
            <a:off x="3505205" y="563784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寄存器 </a:t>
            </a:r>
            <a:r>
              <a:rPr lang="en-US" altLang="zh-CN" sz="1000" dirty="0">
                <a:solidFill>
                  <a:schemeClr val="tx1"/>
                </a:solidFill>
              </a:rPr>
              <a:t>Register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13931A-5C26-B0C3-C48A-1556006AE29F}"/>
              </a:ext>
            </a:extLst>
          </p:cNvPr>
          <p:cNvSpPr/>
          <p:nvPr/>
        </p:nvSpPr>
        <p:spPr>
          <a:xfrm>
            <a:off x="3505205" y="4795165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立即数 </a:t>
            </a:r>
            <a:r>
              <a:rPr lang="en-US" altLang="zh-CN" sz="1000" dirty="0">
                <a:solidFill>
                  <a:schemeClr val="tx1"/>
                </a:solidFill>
              </a:rPr>
              <a:t>Immediate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763E9B-09C5-DE63-4AA3-381867E5160E}"/>
              </a:ext>
            </a:extLst>
          </p:cNvPr>
          <p:cNvSpPr/>
          <p:nvPr/>
        </p:nvSpPr>
        <p:spPr>
          <a:xfrm>
            <a:off x="3505205" y="6059189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堆栈 </a:t>
            </a:r>
            <a:r>
              <a:rPr lang="en-US" altLang="zh-CN" sz="1000" dirty="0">
                <a:solidFill>
                  <a:schemeClr val="tx1"/>
                </a:solidFill>
              </a:rPr>
              <a:t>Stack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5044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27E5AD-8286-83D4-C6ED-155E9C880C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732688"/>
              </p:ext>
            </p:extLst>
          </p:nvPr>
        </p:nvGraphicFramePr>
        <p:xfrm>
          <a:off x="2032000" y="2503642"/>
          <a:ext cx="3348000" cy="900000"/>
        </p:xfrm>
        <a:graphic>
          <a:graphicData uri="http://schemas.openxmlformats.org/drawingml/2006/table">
            <a:tbl>
              <a:tblPr firstRow="1" bandRow="1"/>
              <a:tblGrid>
                <a:gridCol w="418500">
                  <a:extLst>
                    <a:ext uri="{9D8B030D-6E8A-4147-A177-3AD203B41FA5}">
                      <a16:colId xmlns:a16="http://schemas.microsoft.com/office/drawing/2014/main" val="1036622043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7930507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640503298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411688004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602322577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33389478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65958921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527640167"/>
                    </a:ext>
                  </a:extLst>
                </a:gridCol>
              </a:tblGrid>
              <a:tr h="300000">
                <a:tc gridSpan="8"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byte</a:t>
                      </a:r>
                      <a:endParaRPr lang="zh-CN" altLang="en-US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386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bit</a:t>
                      </a:r>
                      <a:endParaRPr lang="zh-CN" altLang="en-US" sz="9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780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7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6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5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4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3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2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0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4073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88978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&lt;table&gt;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&lt;caption&gt;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&lt;thead&gt;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&lt;tbody&gt;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&lt;tfoot&gt;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&lt;th&gt;</a:t>
            </a:r>
            <a:endParaRPr lang="zh-CN" altLang="en-US" sz="1000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4205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&lt;form&gt;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736637" y="3109822"/>
            <a:ext cx="1152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&lt;label&gt;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736637" y="2445946"/>
            <a:ext cx="1152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&lt;input&gt;</a:t>
            </a:r>
            <a:endParaRPr lang="zh-CN" altLang="en-US" sz="10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736637" y="4105636"/>
            <a:ext cx="1152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&lt;textarea&gt;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736637" y="5101450"/>
            <a:ext cx="1152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&lt;button&gt;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500510" y="3253822"/>
            <a:ext cx="236127" cy="49790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5005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5005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5005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88637" y="2258008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88638" y="2589946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88637" y="3585760"/>
            <a:ext cx="2228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5111512" y="310982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88637" y="5245450"/>
            <a:ext cx="2228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88637" y="3253822"/>
            <a:ext cx="2228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88637" y="2589946"/>
            <a:ext cx="2228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cxnSpLocks/>
            <a:stCxn id="62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cxnSpLocks/>
            <a:stCxn id="64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88637" y="4249636"/>
            <a:ext cx="2228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736636" y="5765326"/>
            <a:ext cx="1152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&lt;select&gt;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5005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017E8C98-3AEA-3BDC-A2AF-A5B7738F38BD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B9B008D8-2E43-55E2-A92D-6B300AF369AF}"/>
              </a:ext>
            </a:extLst>
          </p:cNvPr>
          <p:cNvCxnSpPr>
            <a:cxnSpLocks/>
            <a:stCxn id="26" idx="3"/>
            <a:endCxn id="72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FA91C42-0C1D-D552-8917-E136786023C6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D9CCC73-F1FA-B7EC-7203-AF0E587DA98B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7BE3A41-3B4F-AB86-EECA-6B51C6B6C1A0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633C67E8-D028-C85A-E972-73CEA836F621}"/>
              </a:ext>
            </a:extLst>
          </p:cNvPr>
          <p:cNvCxnSpPr>
            <a:cxnSpLocks/>
            <a:stCxn id="21" idx="1"/>
            <a:endCxn id="12" idx="3"/>
          </p:cNvCxnSpPr>
          <p:nvPr/>
        </p:nvCxnSpPr>
        <p:spPr>
          <a:xfrm rot="10800000" flipV="1">
            <a:off x="4888637" y="5577388"/>
            <a:ext cx="2228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684D6285-3A23-E778-92CA-15C9A5FA20BC}"/>
              </a:ext>
            </a:extLst>
          </p:cNvPr>
          <p:cNvCxnSpPr>
            <a:cxnSpLocks/>
            <a:stCxn id="31" idx="1"/>
            <a:endCxn id="12" idx="3"/>
          </p:cNvCxnSpPr>
          <p:nvPr/>
        </p:nvCxnSpPr>
        <p:spPr>
          <a:xfrm rot="10800000">
            <a:off x="4888637" y="5909326"/>
            <a:ext cx="2228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BA78BC2D-F1BE-EC17-3127-EB52F68FD4C2}"/>
              </a:ext>
            </a:extLst>
          </p:cNvPr>
          <p:cNvCxnSpPr>
            <a:cxnSpLocks/>
            <a:stCxn id="27" idx="3"/>
            <a:endCxn id="9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0E54F35F-B766-BD4C-814C-CFF23033B849}"/>
              </a:ext>
            </a:extLst>
          </p:cNvPr>
          <p:cNvCxnSpPr>
            <a:cxnSpLocks/>
            <a:stCxn id="108" idx="3"/>
            <a:endCxn id="9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Multimedia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&lt;svg</a:t>
            </a:r>
            <a:r>
              <a:rPr lang="en-US" altLang="zh-CN" sz="1000" dirty="0"/>
              <a:t>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&lt;figure&gt;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&lt;picture&gt;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alt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&lt;figcaption&gt;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title</a:t>
            </a:r>
            <a:endParaRPr lang="zh-CN" altLang="en-US" sz="1000"/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&lt;Img&gt;…</a:t>
            </a:r>
            <a:endParaRPr lang="zh-CN" altLang="en-US" sz="100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&lt;source&gt;</a:t>
            </a:r>
            <a:endParaRPr lang="zh-CN" altLang="en-US" sz="1000"/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&lt;canvas&gt;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&lt;video&gt;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&lt;audio&gt;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autoplay</a:t>
            </a:r>
            <a:endParaRPr lang="zh-CN" altLang="en-US" sz="100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controls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loop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muted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preload</a:t>
            </a:r>
            <a:endParaRPr lang="zh-CN" altLang="en-US" sz="1000"/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hidden</a:t>
            </a:r>
            <a:endParaRPr lang="zh-CN" altLang="en-US" sz="1000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poster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872000" cy="360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background-repeat</a:t>
            </a:r>
            <a:endParaRPr lang="zh-CN" altLang="en-US" sz="100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872000" cy="360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background-color</a:t>
            </a:r>
            <a:endParaRPr lang="zh-CN" altLang="en-US" sz="1000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872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background-img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872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background-position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209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268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645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92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872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background-size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3021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872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background-clip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209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872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background-origin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209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872000" cy="360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background-attachment</a:t>
            </a:r>
            <a:endParaRPr lang="zh-CN" altLang="en-US" sz="1000"/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209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718159" y="3563330"/>
            <a:ext cx="1224000" cy="360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cartsView.vue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718159" y="1758192"/>
            <a:ext cx="1224000" cy="360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detailsView.vue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5128757" y="2761047"/>
            <a:ext cx="1152000" cy="360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cart.js</a:t>
            </a:r>
            <a:endParaRPr lang="zh-CN" altLang="en-US" sz="1000"/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942159" y="2941046"/>
            <a:ext cx="186598" cy="80228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942159" y="1938192"/>
            <a:ext cx="186598" cy="100285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467355" y="2159334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467355" y="2560476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getLists()</a:t>
            </a:r>
            <a:endParaRPr lang="zh-CN" altLang="en-US" sz="1000"/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80757" y="2339334"/>
            <a:ext cx="18659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6280757" y="2941047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434725" y="1537050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459225" y="3362760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clearCarts</a:t>
            </a:r>
            <a:r>
              <a:rPr lang="en-US" altLang="zh-CN" sz="1000" dirty="0"/>
              <a:t>()</a:t>
            </a:r>
            <a:endParaRPr lang="zh-CN" altLang="en-US" sz="1000" dirty="0"/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6280757" y="2740476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80757" y="2941047"/>
            <a:ext cx="17846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467355" y="2961618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282725" y="1357050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282725" y="1758192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goodSelected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282725" y="2159334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434725" y="1938192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434725" y="1938192"/>
            <a:ext cx="28343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282725" y="2560476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282725" y="2961618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selectedLists</a:t>
            </a:r>
            <a:endParaRPr lang="zh-CN" altLang="en-US" sz="1000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282725" y="3362760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isAll</a:t>
            </a:r>
            <a:endParaRPr lang="zh-CN" altLang="en-US" sz="1000"/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282725" y="3763902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count</a:t>
            </a:r>
            <a:endParaRPr lang="zh-CN" altLang="en-US" sz="1000"/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282725" y="416504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totalPrice</a:t>
            </a:r>
            <a:endParaRPr lang="zh-CN" altLang="en-US" sz="100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282725" y="456618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discountPrice</a:t>
            </a:r>
            <a:endParaRPr lang="zh-CN" altLang="en-US" sz="1000"/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434725" y="2740476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434725" y="3141618"/>
            <a:ext cx="283434" cy="60171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434725" y="3743330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434725" y="3542760"/>
            <a:ext cx="283434" cy="20057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434725" y="3743330"/>
            <a:ext cx="283434" cy="60171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434725" y="3743330"/>
            <a:ext cx="283434" cy="20057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Array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Normal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Iterator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Subtotal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Sort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static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instance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Data type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Primitives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Reference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Object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Function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Array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Conversion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lpla">
      <a:majorFont>
        <a:latin typeface="Montserrat"/>
        <a:ea typeface="微软雅黑"/>
        <a:cs typeface=""/>
      </a:majorFont>
      <a:minorFont>
        <a:latin typeface="Montserra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3344</TotalTime>
  <Words>832</Words>
  <Application>Microsoft Office PowerPoint</Application>
  <PresentationFormat>宽屏</PresentationFormat>
  <Paragraphs>497</Paragraphs>
  <Slides>37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50" baseType="lpstr">
      <vt:lpstr>Great Vibes</vt:lpstr>
      <vt:lpstr>Quicksand</vt:lpstr>
      <vt:lpstr>Quicksand Light</vt:lpstr>
      <vt:lpstr>Quicksand Medium</vt:lpstr>
      <vt:lpstr>等线</vt:lpstr>
      <vt:lpstr>禹卫行书字体</vt:lpstr>
      <vt:lpstr>Arial</vt:lpstr>
      <vt:lpstr>Courier New</vt:lpstr>
      <vt:lpstr>Montserrat</vt:lpstr>
      <vt:lpstr>Poppins</vt:lpstr>
      <vt:lpstr>Roboto</vt:lpstr>
      <vt:lpstr>Roboto Mono Medium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263</cp:revision>
  <dcterms:created xsi:type="dcterms:W3CDTF">2024-09-22T03:10:12Z</dcterms:created>
  <dcterms:modified xsi:type="dcterms:W3CDTF">2026-05-26T08:43:59Z</dcterms:modified>
</cp:coreProperties>
</file>
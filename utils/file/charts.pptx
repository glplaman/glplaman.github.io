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89" r:id="rId3"/>
    <p:sldId id="290" r:id="rId4"/>
    <p:sldId id="258" r:id="rId5"/>
    <p:sldId id="259" r:id="rId6"/>
    <p:sldId id="260" r:id="rId7"/>
    <p:sldId id="269" r:id="rId8"/>
    <p:sldId id="261" r:id="rId9"/>
    <p:sldId id="262" r:id="rId10"/>
    <p:sldId id="263" r:id="rId11"/>
    <p:sldId id="265" r:id="rId12"/>
    <p:sldId id="266" r:id="rId13"/>
    <p:sldId id="267" r:id="rId14"/>
    <p:sldId id="273" r:id="rId15"/>
    <p:sldId id="271" r:id="rId16"/>
    <p:sldId id="268" r:id="rId17"/>
    <p:sldId id="281" r:id="rId18"/>
    <p:sldId id="282" r:id="rId19"/>
    <p:sldId id="283" r:id="rId20"/>
    <p:sldId id="284" r:id="rId21"/>
    <p:sldId id="274" r:id="rId22"/>
    <p:sldId id="276" r:id="rId23"/>
    <p:sldId id="277" r:id="rId24"/>
    <p:sldId id="278" r:id="rId25"/>
    <p:sldId id="279" r:id="rId26"/>
    <p:sldId id="285" r:id="rId27"/>
    <p:sldId id="280" r:id="rId28"/>
    <p:sldId id="264" r:id="rId29"/>
    <p:sldId id="272" r:id="rId30"/>
    <p:sldId id="256" r:id="rId3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854D0"/>
    <a:srgbClr val="FFFFFF"/>
    <a:srgbClr val="3CBFD1"/>
    <a:srgbClr val="E53A58"/>
    <a:srgbClr val="20BD6A"/>
    <a:srgbClr val="EB3B5A"/>
    <a:srgbClr val="20BF6B"/>
    <a:srgbClr val="3DC0D2"/>
    <a:srgbClr val="5891C5"/>
    <a:srgbClr val="A9D1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228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554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6902498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6416313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2D4B95B-4837-314F-E44F-1B9886845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100" y="1943100"/>
            <a:ext cx="449580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82FB5D9D-1EED-E402-9A5B-9D01D36FAD12}"/>
              </a:ext>
            </a:extLst>
          </p:cNvPr>
          <p:cNvSpPr/>
          <p:nvPr/>
        </p:nvSpPr>
        <p:spPr>
          <a:xfrm>
            <a:off x="6409765" y="4312024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511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第十八天 PPPoE原理和配置_当用户希望建立pppoe连接时,首先会发送什么类型的ppp报文-CSDN博客">
            <a:extLst>
              <a:ext uri="{FF2B5EF4-FFF2-40B4-BE49-F238E27FC236}">
                <a16:creationId xmlns:a16="http://schemas.microsoft.com/office/drawing/2014/main" id="{C6C94040-E0BC-6343-0359-493FEFBAA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182" y="1407458"/>
            <a:ext cx="6480000" cy="382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9D45507-CD22-C66C-A849-86CD58600BEF}"/>
              </a:ext>
            </a:extLst>
          </p:cNvPr>
          <p:cNvSpPr/>
          <p:nvPr/>
        </p:nvSpPr>
        <p:spPr>
          <a:xfrm>
            <a:off x="6938682" y="4421023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8204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atin typeface="Quicksand Light" panose="00000400000000000000" pitchFamily="2" charset="0"/>
              </a:rPr>
              <a:t>&lt;caption&gt;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atin typeface="Quicksand Light" panose="00000400000000000000" pitchFamily="2" charset="0"/>
              </a:rPr>
              <a:t>&lt;</a:t>
            </a:r>
            <a:r>
              <a:rPr lang="en-US" altLang="zh-CN" sz="800" dirty="0" err="1">
                <a:latin typeface="Quicksand Light" panose="00000400000000000000" pitchFamily="2" charset="0"/>
              </a:rPr>
              <a:t>thead</a:t>
            </a:r>
            <a:r>
              <a:rPr lang="en-US" altLang="zh-CN" sz="800">
                <a:latin typeface="Quicksand Light" panose="00000400000000000000" pitchFamily="2" charset="0"/>
              </a:rPr>
              <a:t>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&lt;tbody&gt;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&lt;tfoot&gt;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&lt;th&gt;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4205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Montserrat" panose="00000500000000000000" pitchFamily="2" charset="0"/>
              </a:rPr>
              <a:t>&lt;form&gt;</a:t>
            </a:r>
            <a:endParaRPr lang="zh-CN" altLang="en-US" sz="120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736637" y="3109822"/>
            <a:ext cx="1152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Montserrat" panose="00000500000000000000" pitchFamily="2" charset="0"/>
              </a:rPr>
              <a:t>&lt;label&gt;</a:t>
            </a:r>
            <a:endParaRPr lang="zh-CN" altLang="en-US" sz="120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736637" y="2445946"/>
            <a:ext cx="1152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</a:rPr>
              <a:t>&lt;input&gt;</a:t>
            </a:r>
            <a:endParaRPr lang="zh-CN" altLang="en-US" sz="12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736637" y="4105636"/>
            <a:ext cx="1152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Montserrat" panose="00000500000000000000" pitchFamily="2" charset="0"/>
              </a:rPr>
              <a:t>&lt;textarea&gt;</a:t>
            </a:r>
            <a:endParaRPr lang="zh-CN" altLang="en-US" sz="120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736637" y="5101450"/>
            <a:ext cx="1152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Montserrat" panose="00000500000000000000" pitchFamily="2" charset="0"/>
              </a:rPr>
              <a:t>&lt;button&gt;</a:t>
            </a:r>
            <a:endParaRPr lang="zh-CN" altLang="en-US" sz="12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500510" y="3253822"/>
            <a:ext cx="236127" cy="49790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5005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5005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5005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88637" y="2258008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88638" y="2589946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88637" y="3585760"/>
            <a:ext cx="2228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5111512" y="310982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88637" y="5245450"/>
            <a:ext cx="2228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88637" y="3253822"/>
            <a:ext cx="2228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88637" y="2589946"/>
            <a:ext cx="2228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cxnSpLocks/>
            <a:stCxn id="62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cxnSpLocks/>
            <a:stCxn id="64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88637" y="4249636"/>
            <a:ext cx="2228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736636" y="5765326"/>
            <a:ext cx="1152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</a:rPr>
              <a:t>&lt;select&gt;</a:t>
            </a:r>
            <a:endParaRPr lang="zh-CN" altLang="en-US" sz="1200">
              <a:latin typeface="Montserrat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5005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017E8C98-3AEA-3BDC-A2AF-A5B7738F38BD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B9B008D8-2E43-55E2-A92D-6B300AF369AF}"/>
              </a:ext>
            </a:extLst>
          </p:cNvPr>
          <p:cNvCxnSpPr>
            <a:cxnSpLocks/>
            <a:stCxn id="26" idx="3"/>
            <a:endCxn id="72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FA91C42-0C1D-D552-8917-E136786023C6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D9CCC73-F1FA-B7EC-7203-AF0E587DA98B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7BE3A41-3B4F-AB86-EECA-6B51C6B6C1A0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633C67E8-D028-C85A-E972-73CEA836F621}"/>
              </a:ext>
            </a:extLst>
          </p:cNvPr>
          <p:cNvCxnSpPr>
            <a:cxnSpLocks/>
            <a:stCxn id="21" idx="1"/>
            <a:endCxn id="12" idx="3"/>
          </p:cNvCxnSpPr>
          <p:nvPr/>
        </p:nvCxnSpPr>
        <p:spPr>
          <a:xfrm rot="10800000" flipV="1">
            <a:off x="4888637" y="5577388"/>
            <a:ext cx="2228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曲线 37">
            <a:extLst>
              <a:ext uri="{FF2B5EF4-FFF2-40B4-BE49-F238E27FC236}">
                <a16:creationId xmlns:a16="http://schemas.microsoft.com/office/drawing/2014/main" id="{684D6285-3A23-E778-92CA-15C9A5FA20BC}"/>
              </a:ext>
            </a:extLst>
          </p:cNvPr>
          <p:cNvCxnSpPr>
            <a:cxnSpLocks/>
            <a:stCxn id="31" idx="1"/>
            <a:endCxn id="12" idx="3"/>
          </p:cNvCxnSpPr>
          <p:nvPr/>
        </p:nvCxnSpPr>
        <p:spPr>
          <a:xfrm rot="10800000">
            <a:off x="4888637" y="5909326"/>
            <a:ext cx="2228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BA78BC2D-F1BE-EC17-3127-EB52F68FD4C2}"/>
              </a:ext>
            </a:extLst>
          </p:cNvPr>
          <p:cNvCxnSpPr>
            <a:cxnSpLocks/>
            <a:stCxn id="27" idx="3"/>
            <a:endCxn id="9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曲线 50">
            <a:extLst>
              <a:ext uri="{FF2B5EF4-FFF2-40B4-BE49-F238E27FC236}">
                <a16:creationId xmlns:a16="http://schemas.microsoft.com/office/drawing/2014/main" id="{0E54F35F-B766-BD4C-814C-CFF23033B849}"/>
              </a:ext>
            </a:extLst>
          </p:cNvPr>
          <p:cNvCxnSpPr>
            <a:cxnSpLocks/>
            <a:stCxn id="108" idx="3"/>
            <a:endCxn id="9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atin typeface="Quicksand Light" panose="00000400000000000000" pitchFamily="2" charset="0"/>
                <a:ea typeface="微软雅黑" panose="020B0503020204020204" pitchFamily="34" charset="-122"/>
              </a:rPr>
              <a:t>Multimedia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atin typeface="Quicksand Light" panose="00000400000000000000" pitchFamily="2" charset="0"/>
              </a:rPr>
              <a:t>&lt;</a:t>
            </a:r>
            <a:r>
              <a:rPr lang="en-US" altLang="zh-CN" sz="800" dirty="0" err="1">
                <a:latin typeface="Quicksand Light" panose="00000400000000000000" pitchFamily="2" charset="0"/>
              </a:rPr>
              <a:t>svg</a:t>
            </a:r>
            <a:r>
              <a:rPr lang="en-US" altLang="zh-CN" sz="800" dirty="0">
                <a:latin typeface="Quicksand Light" panose="00000400000000000000" pitchFamily="2" charset="0"/>
              </a:rPr>
              <a:t>&gt;</a:t>
            </a:r>
            <a:endParaRPr lang="zh-CN" altLang="en-US" sz="800" dirty="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&lt;picture&gt;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alt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title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&lt;Img&gt;…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&lt;source&gt;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&lt;canvas&gt;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&lt;video&gt;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&lt;audio&gt;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autoplay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controls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loop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muted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preload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hidden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poster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微软雅黑" panose="020B0503020204020204" pitchFamily="34" charset="-122"/>
                <a:ea typeface="微软雅黑" panose="020B0503020204020204" pitchFamily="34" charset="-122"/>
              </a:rPr>
              <a:t>background</a:t>
            </a:r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44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background-repeat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44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Background-color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44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background-img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44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background-position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137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196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573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44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background-size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2949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44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background-clip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137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44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background-origin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137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440000" cy="216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background-attachment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137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927709" y="3694457"/>
            <a:ext cx="936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927709" y="2237109"/>
            <a:ext cx="936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detailsView.vue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4988680" y="2965783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cart.js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863710" y="3073783"/>
            <a:ext cx="124971" cy="72867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863709" y="2345109"/>
            <a:ext cx="124971" cy="728674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getLists()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431383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73783"/>
            <a:ext cx="169100" cy="96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738400" y="2055600"/>
            <a:ext cx="189309" cy="289509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clearCarts()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6738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73783"/>
            <a:ext cx="160970" cy="360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addToCarts()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730400" y="1947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730400" y="2237109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goodSelected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730400" y="2523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addToCarts()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738400" y="2345109"/>
            <a:ext cx="189309" cy="286491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738400" y="2345109"/>
            <a:ext cx="189309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730400" y="2946554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730400" y="3245715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selectedLists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730400" y="3544876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isAll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730400" y="3844037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730400" y="4143198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totalPrice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730400" y="4442359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discountPrice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738400" y="3054554"/>
            <a:ext cx="189309" cy="74790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738400" y="3353715"/>
            <a:ext cx="189309" cy="44874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738400" y="3802457"/>
            <a:ext cx="189309" cy="74790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738400" y="3652876"/>
            <a:ext cx="189309" cy="14958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738400" y="3802457"/>
            <a:ext cx="189309" cy="44874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738400" y="3802457"/>
            <a:ext cx="189309" cy="14958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Normal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Iterator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Subtotal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Sort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static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instance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Data type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Primitives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Reference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Object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Function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Conversion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2651</TotalTime>
  <Words>626</Words>
  <Application>Microsoft Office PowerPoint</Application>
  <PresentationFormat>宽屏</PresentationFormat>
  <Paragraphs>388</Paragraphs>
  <Slides>30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43" baseType="lpstr">
      <vt:lpstr>Great Vibes</vt:lpstr>
      <vt:lpstr>Quicksand</vt:lpstr>
      <vt:lpstr>Quicksand Light</vt:lpstr>
      <vt:lpstr>Quicksand Medium</vt:lpstr>
      <vt:lpstr>等线</vt:lpstr>
      <vt:lpstr>等线 Light</vt:lpstr>
      <vt:lpstr>微软雅黑</vt:lpstr>
      <vt:lpstr>禹卫行书字体</vt:lpstr>
      <vt:lpstr>Arial</vt:lpstr>
      <vt:lpstr>Montserrat</vt:lpstr>
      <vt:lpstr>Poppins</vt:lpstr>
      <vt:lpstr>Roboto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226</cp:revision>
  <dcterms:created xsi:type="dcterms:W3CDTF">2024-09-22T03:10:12Z</dcterms:created>
  <dcterms:modified xsi:type="dcterms:W3CDTF">2025-12-20T03:07:27Z</dcterms:modified>
</cp:coreProperties>
</file>
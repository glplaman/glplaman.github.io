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6" r:id="rId4"/>
    <p:sldId id="295" r:id="rId5"/>
    <p:sldId id="292" r:id="rId6"/>
    <p:sldId id="293" r:id="rId7"/>
    <p:sldId id="294" r:id="rId8"/>
    <p:sldId id="291" r:id="rId9"/>
    <p:sldId id="289" r:id="rId10"/>
    <p:sldId id="290" r:id="rId11"/>
    <p:sldId id="258" r:id="rId12"/>
    <p:sldId id="259" r:id="rId13"/>
    <p:sldId id="260" r:id="rId14"/>
    <p:sldId id="269" r:id="rId15"/>
    <p:sldId id="261" r:id="rId16"/>
    <p:sldId id="262" r:id="rId17"/>
    <p:sldId id="263" r:id="rId18"/>
    <p:sldId id="265" r:id="rId19"/>
    <p:sldId id="266" r:id="rId20"/>
    <p:sldId id="267" r:id="rId21"/>
    <p:sldId id="273" r:id="rId22"/>
    <p:sldId id="271" r:id="rId23"/>
    <p:sldId id="268" r:id="rId24"/>
    <p:sldId id="281" r:id="rId25"/>
    <p:sldId id="282" r:id="rId26"/>
    <p:sldId id="283" r:id="rId27"/>
    <p:sldId id="284" r:id="rId28"/>
    <p:sldId id="274" r:id="rId29"/>
    <p:sldId id="276" r:id="rId30"/>
    <p:sldId id="277" r:id="rId31"/>
    <p:sldId id="278" r:id="rId32"/>
    <p:sldId id="279" r:id="rId33"/>
    <p:sldId id="285" r:id="rId34"/>
    <p:sldId id="280" r:id="rId35"/>
    <p:sldId id="264" r:id="rId36"/>
    <p:sldId id="272" r:id="rId37"/>
    <p:sldId id="25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组合 372">
            <a:extLst>
              <a:ext uri="{FF2B5EF4-FFF2-40B4-BE49-F238E27FC236}">
                <a16:creationId xmlns:a16="http://schemas.microsoft.com/office/drawing/2014/main" id="{586A15C6-203B-03FB-1A0B-93214286ED2D}"/>
              </a:ext>
            </a:extLst>
          </p:cNvPr>
          <p:cNvGrpSpPr/>
          <p:nvPr/>
        </p:nvGrpSpPr>
        <p:grpSpPr>
          <a:xfrm>
            <a:off x="2870263" y="552591"/>
            <a:ext cx="5760000" cy="4320000"/>
            <a:chOff x="2870263" y="552591"/>
            <a:chExt cx="5760000" cy="4320000"/>
          </a:xfrm>
        </p:grpSpPr>
        <p:sp>
          <p:nvSpPr>
            <p:cNvPr id="368" name="矩形 367">
              <a:extLst>
                <a:ext uri="{FF2B5EF4-FFF2-40B4-BE49-F238E27FC236}">
                  <a16:creationId xmlns:a16="http://schemas.microsoft.com/office/drawing/2014/main" id="{A5CE8599-FC3A-F595-A546-E77C7991EB68}"/>
                </a:ext>
              </a:extLst>
            </p:cNvPr>
            <p:cNvSpPr/>
            <p:nvPr/>
          </p:nvSpPr>
          <p:spPr>
            <a:xfrm>
              <a:off x="2870263" y="552591"/>
              <a:ext cx="5760000" cy="432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9" name="文本框 368">
              <a:extLst>
                <a:ext uri="{FF2B5EF4-FFF2-40B4-BE49-F238E27FC236}">
                  <a16:creationId xmlns:a16="http://schemas.microsoft.com/office/drawing/2014/main" id="{4074ED3E-44F8-DEE4-8E23-DCE38C06235A}"/>
                </a:ext>
              </a:extLst>
            </p:cNvPr>
            <p:cNvSpPr txBox="1"/>
            <p:nvPr/>
          </p:nvSpPr>
          <p:spPr>
            <a:xfrm>
              <a:off x="3360887" y="850063"/>
              <a:ext cx="14157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000" dirty="0">
                  <a:solidFill>
                    <a:srgbClr val="6C63FF"/>
                  </a:solidFill>
                  <a:latin typeface="Roboto Mono Medium" pitchFamily="2" charset="0"/>
                  <a:ea typeface="Roboto Mono Medium" pitchFamily="2" charset="0"/>
                  <a:cs typeface="Courier New" panose="02070309020205020404" pitchFamily="49" charset="0"/>
                </a:rPr>
                <a:t>Subtotal</a:t>
              </a:r>
              <a:endParaRPr lang="zh-CN" altLang="en-US" sz="2000" dirty="0">
                <a:solidFill>
                  <a:srgbClr val="6C63FF"/>
                </a:solidFill>
                <a:latin typeface="Roboto Mono Medium" pitchFamily="2" charset="0"/>
                <a:ea typeface="隶书" panose="02010509060101010101" pitchFamily="49" charset="-122"/>
                <a:cs typeface="Courier New" panose="02070309020205020404" pitchFamily="49" charset="0"/>
              </a:endParaRPr>
            </a:p>
          </p:txBody>
        </p:sp>
        <p:pic>
          <p:nvPicPr>
            <p:cNvPr id="371" name="图形 370">
              <a:extLst>
                <a:ext uri="{FF2B5EF4-FFF2-40B4-BE49-F238E27FC236}">
                  <a16:creationId xmlns:a16="http://schemas.microsoft.com/office/drawing/2014/main" id="{94077B0F-28C4-6207-D0A4-B434C2AB7F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050263" y="950091"/>
              <a:ext cx="5400000" cy="38224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3304</TotalTime>
  <Words>787</Words>
  <Application>Microsoft Office PowerPoint</Application>
  <PresentationFormat>宽屏</PresentationFormat>
  <Paragraphs>476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257</cp:revision>
  <dcterms:created xsi:type="dcterms:W3CDTF">2024-09-22T03:10:12Z</dcterms:created>
  <dcterms:modified xsi:type="dcterms:W3CDTF">2026-05-13T14:44:42Z</dcterms:modified>
</cp:coreProperties>
</file>